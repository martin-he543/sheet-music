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</p:sldIdLst>
  <p:sldSz cx="7556500" cy="10693400"/>
  <p:notesSz cx="7556500" cy="106934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Version 2" id="{9AC86D7E-6714-FD4D-991A-35C500EEEB19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91"/>
    <p:restoredTop sz="97648"/>
  </p:normalViewPr>
  <p:slideViewPr>
    <p:cSldViewPr>
      <p:cViewPr>
        <p:scale>
          <a:sx n="190" d="100"/>
          <a:sy n="190" d="100"/>
        </p:scale>
        <p:origin x="5024" y="144"/>
      </p:cViewPr>
      <p:guideLst>
        <p:guide orient="horz" pos="2880"/>
        <p:guide pos="216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09721" y="273050"/>
            <a:ext cx="334073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hyperlink" Target="http://www.martinhe.co.uk/" TargetMode="Externa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9" Type="http://schemas.openxmlformats.org/officeDocument/2006/relationships/image" Target="../media/image89.png"/><Relationship Id="rId21" Type="http://schemas.openxmlformats.org/officeDocument/2006/relationships/image" Target="../media/image72.png"/><Relationship Id="rId34" Type="http://schemas.openxmlformats.org/officeDocument/2006/relationships/image" Target="../media/image85.png"/><Relationship Id="rId42" Type="http://schemas.openxmlformats.org/officeDocument/2006/relationships/image" Target="../media/image90.png"/><Relationship Id="rId47" Type="http://schemas.openxmlformats.org/officeDocument/2006/relationships/image" Target="../media/image94.png"/><Relationship Id="rId50" Type="http://schemas.openxmlformats.org/officeDocument/2006/relationships/image" Target="../media/image97.png"/><Relationship Id="rId55" Type="http://schemas.openxmlformats.org/officeDocument/2006/relationships/image" Target="../media/image101.png"/><Relationship Id="rId7" Type="http://schemas.openxmlformats.org/officeDocument/2006/relationships/image" Target="../media/image59.png"/><Relationship Id="rId2" Type="http://schemas.openxmlformats.org/officeDocument/2006/relationships/image" Target="../media/image55.png"/><Relationship Id="rId16" Type="http://schemas.openxmlformats.org/officeDocument/2006/relationships/image" Target="../media/image67.png"/><Relationship Id="rId29" Type="http://schemas.openxmlformats.org/officeDocument/2006/relationships/image" Target="../media/image80.png"/><Relationship Id="rId11" Type="http://schemas.openxmlformats.org/officeDocument/2006/relationships/image" Target="../media/image63.pn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37" Type="http://schemas.openxmlformats.org/officeDocument/2006/relationships/image" Target="../media/image87.png"/><Relationship Id="rId40" Type="http://schemas.openxmlformats.org/officeDocument/2006/relationships/image" Target="../media/image14.png"/><Relationship Id="rId45" Type="http://schemas.openxmlformats.org/officeDocument/2006/relationships/image" Target="../media/image92.png"/><Relationship Id="rId53" Type="http://schemas.openxmlformats.org/officeDocument/2006/relationships/image" Target="../media/image16.png"/><Relationship Id="rId58" Type="http://schemas.openxmlformats.org/officeDocument/2006/relationships/image" Target="../media/image104.png"/><Relationship Id="rId5" Type="http://schemas.openxmlformats.org/officeDocument/2006/relationships/image" Target="../media/image57.png"/><Relationship Id="rId19" Type="http://schemas.openxmlformats.org/officeDocument/2006/relationships/image" Target="../media/image70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Relationship Id="rId35" Type="http://schemas.openxmlformats.org/officeDocument/2006/relationships/image" Target="../media/image86.png"/><Relationship Id="rId43" Type="http://schemas.openxmlformats.org/officeDocument/2006/relationships/image" Target="../media/image19.png"/><Relationship Id="rId48" Type="http://schemas.openxmlformats.org/officeDocument/2006/relationships/image" Target="../media/image95.png"/><Relationship Id="rId56" Type="http://schemas.openxmlformats.org/officeDocument/2006/relationships/image" Target="../media/image102.png"/><Relationship Id="rId8" Type="http://schemas.openxmlformats.org/officeDocument/2006/relationships/image" Target="../media/image60.png"/><Relationship Id="rId51" Type="http://schemas.openxmlformats.org/officeDocument/2006/relationships/image" Target="../media/image98.png"/><Relationship Id="rId3" Type="http://schemas.openxmlformats.org/officeDocument/2006/relationships/image" Target="../media/image6.png"/><Relationship Id="rId12" Type="http://schemas.openxmlformats.org/officeDocument/2006/relationships/image" Target="../media/image64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33" Type="http://schemas.openxmlformats.org/officeDocument/2006/relationships/image" Target="../media/image84.png"/><Relationship Id="rId38" Type="http://schemas.openxmlformats.org/officeDocument/2006/relationships/image" Target="../media/image88.png"/><Relationship Id="rId46" Type="http://schemas.openxmlformats.org/officeDocument/2006/relationships/image" Target="../media/image93.png"/><Relationship Id="rId59" Type="http://schemas.openxmlformats.org/officeDocument/2006/relationships/hyperlink" Target="http://www.martinhe.co.uk/" TargetMode="External"/><Relationship Id="rId20" Type="http://schemas.openxmlformats.org/officeDocument/2006/relationships/image" Target="../media/image71.png"/><Relationship Id="rId41" Type="http://schemas.openxmlformats.org/officeDocument/2006/relationships/image" Target="../media/image9.png"/><Relationship Id="rId54" Type="http://schemas.openxmlformats.org/officeDocument/2006/relationships/image" Target="../media/image10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15" Type="http://schemas.openxmlformats.org/officeDocument/2006/relationships/image" Target="../media/image43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36" Type="http://schemas.openxmlformats.org/officeDocument/2006/relationships/image" Target="../media/image1.png"/><Relationship Id="rId49" Type="http://schemas.openxmlformats.org/officeDocument/2006/relationships/image" Target="../media/image96.png"/><Relationship Id="rId57" Type="http://schemas.openxmlformats.org/officeDocument/2006/relationships/image" Target="../media/image103.png"/><Relationship Id="rId10" Type="http://schemas.openxmlformats.org/officeDocument/2006/relationships/image" Target="../media/image62.png"/><Relationship Id="rId31" Type="http://schemas.openxmlformats.org/officeDocument/2006/relationships/image" Target="../media/image82.png"/><Relationship Id="rId44" Type="http://schemas.openxmlformats.org/officeDocument/2006/relationships/image" Target="../media/image91.png"/><Relationship Id="rId52" Type="http://schemas.openxmlformats.org/officeDocument/2006/relationships/image" Target="../media/image99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26" Type="http://schemas.openxmlformats.org/officeDocument/2006/relationships/image" Target="../media/image14.png"/><Relationship Id="rId39" Type="http://schemas.openxmlformats.org/officeDocument/2006/relationships/image" Target="../media/image135.png"/><Relationship Id="rId21" Type="http://schemas.openxmlformats.org/officeDocument/2006/relationships/image" Target="../media/image121.png"/><Relationship Id="rId34" Type="http://schemas.openxmlformats.org/officeDocument/2006/relationships/image" Target="../media/image1.png"/><Relationship Id="rId42" Type="http://schemas.openxmlformats.org/officeDocument/2006/relationships/image" Target="../media/image138.png"/><Relationship Id="rId47" Type="http://schemas.openxmlformats.org/officeDocument/2006/relationships/image" Target="../media/image142.png"/><Relationship Id="rId50" Type="http://schemas.openxmlformats.org/officeDocument/2006/relationships/image" Target="../media/image145.png"/><Relationship Id="rId7" Type="http://schemas.openxmlformats.org/officeDocument/2006/relationships/image" Target="../media/image109.png"/><Relationship Id="rId2" Type="http://schemas.openxmlformats.org/officeDocument/2006/relationships/image" Target="../media/image94.png"/><Relationship Id="rId16" Type="http://schemas.openxmlformats.org/officeDocument/2006/relationships/image" Target="../media/image116.png"/><Relationship Id="rId29" Type="http://schemas.openxmlformats.org/officeDocument/2006/relationships/image" Target="../media/image128.png"/><Relationship Id="rId11" Type="http://schemas.openxmlformats.org/officeDocument/2006/relationships/image" Target="../media/image111.png"/><Relationship Id="rId24" Type="http://schemas.openxmlformats.org/officeDocument/2006/relationships/image" Target="../media/image124.png"/><Relationship Id="rId32" Type="http://schemas.openxmlformats.org/officeDocument/2006/relationships/image" Target="../media/image131.png"/><Relationship Id="rId37" Type="http://schemas.openxmlformats.org/officeDocument/2006/relationships/image" Target="../media/image134.png"/><Relationship Id="rId40" Type="http://schemas.openxmlformats.org/officeDocument/2006/relationships/image" Target="../media/image136.png"/><Relationship Id="rId45" Type="http://schemas.openxmlformats.org/officeDocument/2006/relationships/image" Target="../media/image140.png"/><Relationship Id="rId5" Type="http://schemas.openxmlformats.org/officeDocument/2006/relationships/image" Target="../media/image107.png"/><Relationship Id="rId15" Type="http://schemas.openxmlformats.org/officeDocument/2006/relationships/image" Target="../media/image115.png"/><Relationship Id="rId23" Type="http://schemas.openxmlformats.org/officeDocument/2006/relationships/image" Target="../media/image123.png"/><Relationship Id="rId28" Type="http://schemas.openxmlformats.org/officeDocument/2006/relationships/image" Target="../media/image127.png"/><Relationship Id="rId36" Type="http://schemas.openxmlformats.org/officeDocument/2006/relationships/image" Target="../media/image133.png"/><Relationship Id="rId49" Type="http://schemas.openxmlformats.org/officeDocument/2006/relationships/image" Target="../media/image144.png"/><Relationship Id="rId10" Type="http://schemas.openxmlformats.org/officeDocument/2006/relationships/image" Target="../media/image110.png"/><Relationship Id="rId19" Type="http://schemas.openxmlformats.org/officeDocument/2006/relationships/image" Target="../media/image119.png"/><Relationship Id="rId31" Type="http://schemas.openxmlformats.org/officeDocument/2006/relationships/image" Target="../media/image130.png"/><Relationship Id="rId44" Type="http://schemas.openxmlformats.org/officeDocument/2006/relationships/image" Target="../media/image139.png"/><Relationship Id="rId4" Type="http://schemas.openxmlformats.org/officeDocument/2006/relationships/image" Target="../media/image106.png"/><Relationship Id="rId9" Type="http://schemas.openxmlformats.org/officeDocument/2006/relationships/image" Target="../media/image100.png"/><Relationship Id="rId14" Type="http://schemas.openxmlformats.org/officeDocument/2006/relationships/image" Target="../media/image114.png"/><Relationship Id="rId22" Type="http://schemas.openxmlformats.org/officeDocument/2006/relationships/image" Target="../media/image122.png"/><Relationship Id="rId27" Type="http://schemas.openxmlformats.org/officeDocument/2006/relationships/image" Target="../media/image126.png"/><Relationship Id="rId30" Type="http://schemas.openxmlformats.org/officeDocument/2006/relationships/image" Target="../media/image129.png"/><Relationship Id="rId35" Type="http://schemas.openxmlformats.org/officeDocument/2006/relationships/image" Target="../media/image132.png"/><Relationship Id="rId43" Type="http://schemas.openxmlformats.org/officeDocument/2006/relationships/image" Target="../media/image32.png"/><Relationship Id="rId48" Type="http://schemas.openxmlformats.org/officeDocument/2006/relationships/image" Target="../media/image143.png"/><Relationship Id="rId8" Type="http://schemas.openxmlformats.org/officeDocument/2006/relationships/image" Target="../media/image16.png"/><Relationship Id="rId51" Type="http://schemas.openxmlformats.org/officeDocument/2006/relationships/hyperlink" Target="http://www.martinhe.co.uk/" TargetMode="External"/><Relationship Id="rId3" Type="http://schemas.openxmlformats.org/officeDocument/2006/relationships/image" Target="../media/image105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33" Type="http://schemas.openxmlformats.org/officeDocument/2006/relationships/image" Target="../media/image6.png"/><Relationship Id="rId38" Type="http://schemas.openxmlformats.org/officeDocument/2006/relationships/image" Target="../media/image29.png"/><Relationship Id="rId46" Type="http://schemas.openxmlformats.org/officeDocument/2006/relationships/image" Target="../media/image141.png"/><Relationship Id="rId20" Type="http://schemas.openxmlformats.org/officeDocument/2006/relationships/image" Target="../media/image120.png"/><Relationship Id="rId41" Type="http://schemas.openxmlformats.org/officeDocument/2006/relationships/image" Target="../media/image1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8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5.png"/><Relationship Id="rId21" Type="http://schemas.openxmlformats.org/officeDocument/2006/relationships/image" Target="../media/image160.png"/><Relationship Id="rId42" Type="http://schemas.openxmlformats.org/officeDocument/2006/relationships/image" Target="../media/image180.png"/><Relationship Id="rId47" Type="http://schemas.openxmlformats.org/officeDocument/2006/relationships/image" Target="../media/image128.png"/><Relationship Id="rId63" Type="http://schemas.openxmlformats.org/officeDocument/2006/relationships/image" Target="../media/image196.png"/><Relationship Id="rId68" Type="http://schemas.openxmlformats.org/officeDocument/2006/relationships/image" Target="../media/image201.png"/><Relationship Id="rId84" Type="http://schemas.openxmlformats.org/officeDocument/2006/relationships/image" Target="../media/image215.png"/><Relationship Id="rId89" Type="http://schemas.openxmlformats.org/officeDocument/2006/relationships/image" Target="../media/image51.png"/><Relationship Id="rId16" Type="http://schemas.openxmlformats.org/officeDocument/2006/relationships/image" Target="../media/image157.png"/><Relationship Id="rId11" Type="http://schemas.openxmlformats.org/officeDocument/2006/relationships/image" Target="../media/image94.png"/><Relationship Id="rId32" Type="http://schemas.openxmlformats.org/officeDocument/2006/relationships/image" Target="../media/image171.png"/><Relationship Id="rId37" Type="http://schemas.openxmlformats.org/officeDocument/2006/relationships/image" Target="../media/image175.png"/><Relationship Id="rId53" Type="http://schemas.openxmlformats.org/officeDocument/2006/relationships/image" Target="../media/image189.png"/><Relationship Id="rId58" Type="http://schemas.openxmlformats.org/officeDocument/2006/relationships/image" Target="../media/image192.png"/><Relationship Id="rId74" Type="http://schemas.openxmlformats.org/officeDocument/2006/relationships/image" Target="../media/image207.png"/><Relationship Id="rId79" Type="http://schemas.openxmlformats.org/officeDocument/2006/relationships/image" Target="../media/image212.png"/><Relationship Id="rId5" Type="http://schemas.openxmlformats.org/officeDocument/2006/relationships/image" Target="../media/image147.png"/><Relationship Id="rId90" Type="http://schemas.openxmlformats.org/officeDocument/2006/relationships/image" Target="../media/image219.png"/><Relationship Id="rId14" Type="http://schemas.openxmlformats.org/officeDocument/2006/relationships/image" Target="../media/image155.png"/><Relationship Id="rId22" Type="http://schemas.openxmlformats.org/officeDocument/2006/relationships/image" Target="../media/image161.png"/><Relationship Id="rId27" Type="http://schemas.openxmlformats.org/officeDocument/2006/relationships/image" Target="../media/image166.png"/><Relationship Id="rId30" Type="http://schemas.openxmlformats.org/officeDocument/2006/relationships/image" Target="../media/image169.png"/><Relationship Id="rId35" Type="http://schemas.openxmlformats.org/officeDocument/2006/relationships/image" Target="../media/image173.png"/><Relationship Id="rId43" Type="http://schemas.openxmlformats.org/officeDocument/2006/relationships/image" Target="../media/image181.png"/><Relationship Id="rId48" Type="http://schemas.openxmlformats.org/officeDocument/2006/relationships/image" Target="../media/image184.png"/><Relationship Id="rId56" Type="http://schemas.openxmlformats.org/officeDocument/2006/relationships/image" Target="../media/image190.png"/><Relationship Id="rId64" Type="http://schemas.openxmlformats.org/officeDocument/2006/relationships/image" Target="../media/image197.png"/><Relationship Id="rId69" Type="http://schemas.openxmlformats.org/officeDocument/2006/relationships/image" Target="../media/image202.png"/><Relationship Id="rId77" Type="http://schemas.openxmlformats.org/officeDocument/2006/relationships/image" Target="../media/image210.png"/><Relationship Id="rId8" Type="http://schemas.openxmlformats.org/officeDocument/2006/relationships/image" Target="../media/image150.png"/><Relationship Id="rId51" Type="http://schemas.openxmlformats.org/officeDocument/2006/relationships/image" Target="../media/image187.png"/><Relationship Id="rId72" Type="http://schemas.openxmlformats.org/officeDocument/2006/relationships/image" Target="../media/image205.png"/><Relationship Id="rId80" Type="http://schemas.openxmlformats.org/officeDocument/2006/relationships/image" Target="../media/image131.png"/><Relationship Id="rId85" Type="http://schemas.openxmlformats.org/officeDocument/2006/relationships/image" Target="../media/image18.png"/><Relationship Id="rId3" Type="http://schemas.openxmlformats.org/officeDocument/2006/relationships/image" Target="../media/image146.png"/><Relationship Id="rId12" Type="http://schemas.openxmlformats.org/officeDocument/2006/relationships/image" Target="../media/image153.png"/><Relationship Id="rId17" Type="http://schemas.openxmlformats.org/officeDocument/2006/relationships/image" Target="../media/image158.png"/><Relationship Id="rId25" Type="http://schemas.openxmlformats.org/officeDocument/2006/relationships/image" Target="../media/image164.png"/><Relationship Id="rId33" Type="http://schemas.openxmlformats.org/officeDocument/2006/relationships/image" Target="../media/image172.png"/><Relationship Id="rId38" Type="http://schemas.openxmlformats.org/officeDocument/2006/relationships/image" Target="../media/image176.png"/><Relationship Id="rId46" Type="http://schemas.openxmlformats.org/officeDocument/2006/relationships/image" Target="../media/image130.png"/><Relationship Id="rId59" Type="http://schemas.openxmlformats.org/officeDocument/2006/relationships/image" Target="../media/image193.png"/><Relationship Id="rId67" Type="http://schemas.openxmlformats.org/officeDocument/2006/relationships/image" Target="../media/image200.png"/><Relationship Id="rId20" Type="http://schemas.openxmlformats.org/officeDocument/2006/relationships/image" Target="../media/image159.png"/><Relationship Id="rId41" Type="http://schemas.openxmlformats.org/officeDocument/2006/relationships/image" Target="../media/image179.png"/><Relationship Id="rId54" Type="http://schemas.openxmlformats.org/officeDocument/2006/relationships/image" Target="../media/image16.png"/><Relationship Id="rId62" Type="http://schemas.openxmlformats.org/officeDocument/2006/relationships/image" Target="../media/image195.png"/><Relationship Id="rId70" Type="http://schemas.openxmlformats.org/officeDocument/2006/relationships/image" Target="../media/image203.png"/><Relationship Id="rId75" Type="http://schemas.openxmlformats.org/officeDocument/2006/relationships/image" Target="../media/image208.png"/><Relationship Id="rId83" Type="http://schemas.openxmlformats.org/officeDocument/2006/relationships/image" Target="../media/image83.png"/><Relationship Id="rId88" Type="http://schemas.openxmlformats.org/officeDocument/2006/relationships/image" Target="../media/image218.png"/><Relationship Id="rId91" Type="http://schemas.openxmlformats.org/officeDocument/2006/relationships/image" Target="../media/image2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8.png"/><Relationship Id="rId15" Type="http://schemas.openxmlformats.org/officeDocument/2006/relationships/image" Target="../media/image156.png"/><Relationship Id="rId23" Type="http://schemas.openxmlformats.org/officeDocument/2006/relationships/image" Target="../media/image162.png"/><Relationship Id="rId28" Type="http://schemas.openxmlformats.org/officeDocument/2006/relationships/image" Target="../media/image167.png"/><Relationship Id="rId36" Type="http://schemas.openxmlformats.org/officeDocument/2006/relationships/image" Target="../media/image174.png"/><Relationship Id="rId49" Type="http://schemas.openxmlformats.org/officeDocument/2006/relationships/image" Target="../media/image185.png"/><Relationship Id="rId57" Type="http://schemas.openxmlformats.org/officeDocument/2006/relationships/image" Target="../media/image191.png"/><Relationship Id="rId10" Type="http://schemas.openxmlformats.org/officeDocument/2006/relationships/image" Target="../media/image152.png"/><Relationship Id="rId31" Type="http://schemas.openxmlformats.org/officeDocument/2006/relationships/image" Target="../media/image170.png"/><Relationship Id="rId44" Type="http://schemas.openxmlformats.org/officeDocument/2006/relationships/image" Target="../media/image182.png"/><Relationship Id="rId52" Type="http://schemas.openxmlformats.org/officeDocument/2006/relationships/image" Target="../media/image188.png"/><Relationship Id="rId60" Type="http://schemas.openxmlformats.org/officeDocument/2006/relationships/image" Target="../media/image9.png"/><Relationship Id="rId65" Type="http://schemas.openxmlformats.org/officeDocument/2006/relationships/image" Target="../media/image198.png"/><Relationship Id="rId73" Type="http://schemas.openxmlformats.org/officeDocument/2006/relationships/image" Target="../media/image206.png"/><Relationship Id="rId78" Type="http://schemas.openxmlformats.org/officeDocument/2006/relationships/image" Target="../media/image211.png"/><Relationship Id="rId81" Type="http://schemas.openxmlformats.org/officeDocument/2006/relationships/image" Target="../media/image213.png"/><Relationship Id="rId86" Type="http://schemas.openxmlformats.org/officeDocument/2006/relationships/image" Target="../media/image216.png"/><Relationship Id="rId4" Type="http://schemas.openxmlformats.org/officeDocument/2006/relationships/image" Target="../media/image19.png"/><Relationship Id="rId9" Type="http://schemas.openxmlformats.org/officeDocument/2006/relationships/image" Target="../media/image151.png"/><Relationship Id="rId13" Type="http://schemas.openxmlformats.org/officeDocument/2006/relationships/image" Target="../media/image154.png"/><Relationship Id="rId18" Type="http://schemas.openxmlformats.org/officeDocument/2006/relationships/image" Target="../media/image88.png"/><Relationship Id="rId39" Type="http://schemas.openxmlformats.org/officeDocument/2006/relationships/image" Target="../media/image177.png"/><Relationship Id="rId34" Type="http://schemas.openxmlformats.org/officeDocument/2006/relationships/image" Target="../media/image101.png"/><Relationship Id="rId50" Type="http://schemas.openxmlformats.org/officeDocument/2006/relationships/image" Target="../media/image186.png"/><Relationship Id="rId55" Type="http://schemas.openxmlformats.org/officeDocument/2006/relationships/image" Target="../media/image100.png"/><Relationship Id="rId76" Type="http://schemas.openxmlformats.org/officeDocument/2006/relationships/image" Target="../media/image209.png"/><Relationship Id="rId7" Type="http://schemas.openxmlformats.org/officeDocument/2006/relationships/image" Target="../media/image149.png"/><Relationship Id="rId71" Type="http://schemas.openxmlformats.org/officeDocument/2006/relationships/image" Target="../media/image204.png"/><Relationship Id="rId92" Type="http://schemas.openxmlformats.org/officeDocument/2006/relationships/hyperlink" Target="http://www.martinhe.co.uk/" TargetMode="External"/><Relationship Id="rId2" Type="http://schemas.openxmlformats.org/officeDocument/2006/relationships/image" Target="../media/image6.png"/><Relationship Id="rId29" Type="http://schemas.openxmlformats.org/officeDocument/2006/relationships/image" Target="../media/image168.png"/><Relationship Id="rId24" Type="http://schemas.openxmlformats.org/officeDocument/2006/relationships/image" Target="../media/image163.png"/><Relationship Id="rId40" Type="http://schemas.openxmlformats.org/officeDocument/2006/relationships/image" Target="../media/image178.png"/><Relationship Id="rId45" Type="http://schemas.openxmlformats.org/officeDocument/2006/relationships/image" Target="../media/image183.png"/><Relationship Id="rId66" Type="http://schemas.openxmlformats.org/officeDocument/2006/relationships/image" Target="../media/image199.png"/><Relationship Id="rId87" Type="http://schemas.openxmlformats.org/officeDocument/2006/relationships/image" Target="../media/image217.png"/><Relationship Id="rId61" Type="http://schemas.openxmlformats.org/officeDocument/2006/relationships/image" Target="../media/image194.png"/><Relationship Id="rId82" Type="http://schemas.openxmlformats.org/officeDocument/2006/relationships/image" Target="../media/image214.png"/><Relationship Id="rId19" Type="http://schemas.openxmlformats.org/officeDocument/2006/relationships/image" Target="../media/image89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1.png"/><Relationship Id="rId18" Type="http://schemas.openxmlformats.org/officeDocument/2006/relationships/image" Target="../media/image19.png"/><Relationship Id="rId26" Type="http://schemas.openxmlformats.org/officeDocument/2006/relationships/image" Target="../media/image242.png"/><Relationship Id="rId39" Type="http://schemas.openxmlformats.org/officeDocument/2006/relationships/image" Target="../media/image251.png"/><Relationship Id="rId21" Type="http://schemas.openxmlformats.org/officeDocument/2006/relationships/image" Target="../media/image237.png"/><Relationship Id="rId34" Type="http://schemas.openxmlformats.org/officeDocument/2006/relationships/image" Target="../media/image248.png"/><Relationship Id="rId42" Type="http://schemas.openxmlformats.org/officeDocument/2006/relationships/image" Target="../media/image253.png"/><Relationship Id="rId47" Type="http://schemas.openxmlformats.org/officeDocument/2006/relationships/image" Target="../media/image258.png"/><Relationship Id="rId50" Type="http://schemas.openxmlformats.org/officeDocument/2006/relationships/image" Target="../media/image261.png"/><Relationship Id="rId55" Type="http://schemas.openxmlformats.org/officeDocument/2006/relationships/image" Target="../media/image266.png"/><Relationship Id="rId7" Type="http://schemas.openxmlformats.org/officeDocument/2006/relationships/image" Target="../media/image226.png"/><Relationship Id="rId2" Type="http://schemas.openxmlformats.org/officeDocument/2006/relationships/image" Target="../media/image221.png"/><Relationship Id="rId16" Type="http://schemas.openxmlformats.org/officeDocument/2006/relationships/image" Target="../media/image88.png"/><Relationship Id="rId29" Type="http://schemas.openxmlformats.org/officeDocument/2006/relationships/image" Target="../media/image1.png"/><Relationship Id="rId11" Type="http://schemas.openxmlformats.org/officeDocument/2006/relationships/image" Target="../media/image230.png"/><Relationship Id="rId24" Type="http://schemas.openxmlformats.org/officeDocument/2006/relationships/image" Target="../media/image240.png"/><Relationship Id="rId32" Type="http://schemas.openxmlformats.org/officeDocument/2006/relationships/image" Target="../media/image246.png"/><Relationship Id="rId37" Type="http://schemas.openxmlformats.org/officeDocument/2006/relationships/image" Target="../media/image250.png"/><Relationship Id="rId40" Type="http://schemas.openxmlformats.org/officeDocument/2006/relationships/image" Target="../media/image252.png"/><Relationship Id="rId45" Type="http://schemas.openxmlformats.org/officeDocument/2006/relationships/image" Target="../media/image256.png"/><Relationship Id="rId53" Type="http://schemas.openxmlformats.org/officeDocument/2006/relationships/image" Target="../media/image264.png"/><Relationship Id="rId58" Type="http://schemas.openxmlformats.org/officeDocument/2006/relationships/image" Target="../media/image269.png"/><Relationship Id="rId5" Type="http://schemas.openxmlformats.org/officeDocument/2006/relationships/image" Target="../media/image224.png"/><Relationship Id="rId19" Type="http://schemas.openxmlformats.org/officeDocument/2006/relationships/image" Target="../media/image235.png"/><Relationship Id="rId4" Type="http://schemas.openxmlformats.org/officeDocument/2006/relationships/image" Target="../media/image223.png"/><Relationship Id="rId9" Type="http://schemas.openxmlformats.org/officeDocument/2006/relationships/image" Target="../media/image228.png"/><Relationship Id="rId14" Type="http://schemas.openxmlformats.org/officeDocument/2006/relationships/image" Target="../media/image232.png"/><Relationship Id="rId22" Type="http://schemas.openxmlformats.org/officeDocument/2006/relationships/image" Target="../media/image238.png"/><Relationship Id="rId27" Type="http://schemas.openxmlformats.org/officeDocument/2006/relationships/image" Target="../media/image243.png"/><Relationship Id="rId30" Type="http://schemas.openxmlformats.org/officeDocument/2006/relationships/image" Target="../media/image245.png"/><Relationship Id="rId35" Type="http://schemas.openxmlformats.org/officeDocument/2006/relationships/image" Target="../media/image249.png"/><Relationship Id="rId43" Type="http://schemas.openxmlformats.org/officeDocument/2006/relationships/image" Target="../media/image254.png"/><Relationship Id="rId48" Type="http://schemas.openxmlformats.org/officeDocument/2006/relationships/image" Target="../media/image259.png"/><Relationship Id="rId56" Type="http://schemas.openxmlformats.org/officeDocument/2006/relationships/image" Target="../media/image267.png"/><Relationship Id="rId8" Type="http://schemas.openxmlformats.org/officeDocument/2006/relationships/image" Target="../media/image227.png"/><Relationship Id="rId51" Type="http://schemas.openxmlformats.org/officeDocument/2006/relationships/image" Target="../media/image262.png"/><Relationship Id="rId3" Type="http://schemas.openxmlformats.org/officeDocument/2006/relationships/image" Target="../media/image222.png"/><Relationship Id="rId12" Type="http://schemas.openxmlformats.org/officeDocument/2006/relationships/image" Target="../media/image98.png"/><Relationship Id="rId17" Type="http://schemas.openxmlformats.org/officeDocument/2006/relationships/image" Target="../media/image234.png"/><Relationship Id="rId25" Type="http://schemas.openxmlformats.org/officeDocument/2006/relationships/image" Target="../media/image241.png"/><Relationship Id="rId33" Type="http://schemas.openxmlformats.org/officeDocument/2006/relationships/image" Target="../media/image247.png"/><Relationship Id="rId38" Type="http://schemas.openxmlformats.org/officeDocument/2006/relationships/image" Target="../media/image113.png"/><Relationship Id="rId46" Type="http://schemas.openxmlformats.org/officeDocument/2006/relationships/image" Target="../media/image257.png"/><Relationship Id="rId59" Type="http://schemas.openxmlformats.org/officeDocument/2006/relationships/hyperlink" Target="http://www.martinhe.co.uk/" TargetMode="External"/><Relationship Id="rId20" Type="http://schemas.openxmlformats.org/officeDocument/2006/relationships/image" Target="../media/image236.png"/><Relationship Id="rId41" Type="http://schemas.openxmlformats.org/officeDocument/2006/relationships/image" Target="../media/image43.png"/><Relationship Id="rId54" Type="http://schemas.openxmlformats.org/officeDocument/2006/relationships/image" Target="../media/image26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5.png"/><Relationship Id="rId15" Type="http://schemas.openxmlformats.org/officeDocument/2006/relationships/image" Target="../media/image233.png"/><Relationship Id="rId23" Type="http://schemas.openxmlformats.org/officeDocument/2006/relationships/image" Target="../media/image239.png"/><Relationship Id="rId28" Type="http://schemas.openxmlformats.org/officeDocument/2006/relationships/image" Target="../media/image244.png"/><Relationship Id="rId36" Type="http://schemas.openxmlformats.org/officeDocument/2006/relationships/image" Target="../media/image99.png"/><Relationship Id="rId49" Type="http://schemas.openxmlformats.org/officeDocument/2006/relationships/image" Target="../media/image260.png"/><Relationship Id="rId57" Type="http://schemas.openxmlformats.org/officeDocument/2006/relationships/image" Target="../media/image268.png"/><Relationship Id="rId10" Type="http://schemas.openxmlformats.org/officeDocument/2006/relationships/image" Target="../media/image229.png"/><Relationship Id="rId31" Type="http://schemas.openxmlformats.org/officeDocument/2006/relationships/image" Target="../media/image131.png"/><Relationship Id="rId44" Type="http://schemas.openxmlformats.org/officeDocument/2006/relationships/image" Target="../media/image255.png"/><Relationship Id="rId52" Type="http://schemas.openxmlformats.org/officeDocument/2006/relationships/image" Target="../media/image263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0.png"/><Relationship Id="rId21" Type="http://schemas.openxmlformats.org/officeDocument/2006/relationships/image" Target="../media/image285.png"/><Relationship Id="rId42" Type="http://schemas.openxmlformats.org/officeDocument/2006/relationships/image" Target="../media/image302.png"/><Relationship Id="rId47" Type="http://schemas.openxmlformats.org/officeDocument/2006/relationships/image" Target="../media/image306.png"/><Relationship Id="rId63" Type="http://schemas.openxmlformats.org/officeDocument/2006/relationships/image" Target="../media/image316.png"/><Relationship Id="rId68" Type="http://schemas.openxmlformats.org/officeDocument/2006/relationships/image" Target="../media/image321.png"/><Relationship Id="rId84" Type="http://schemas.openxmlformats.org/officeDocument/2006/relationships/image" Target="../media/image333.png"/><Relationship Id="rId89" Type="http://schemas.openxmlformats.org/officeDocument/2006/relationships/image" Target="../media/image337.png"/><Relationship Id="rId16" Type="http://schemas.openxmlformats.org/officeDocument/2006/relationships/image" Target="../media/image280.png"/><Relationship Id="rId11" Type="http://schemas.openxmlformats.org/officeDocument/2006/relationships/image" Target="../media/image277.png"/><Relationship Id="rId32" Type="http://schemas.openxmlformats.org/officeDocument/2006/relationships/image" Target="../media/image294.png"/><Relationship Id="rId37" Type="http://schemas.openxmlformats.org/officeDocument/2006/relationships/image" Target="../media/image298.png"/><Relationship Id="rId53" Type="http://schemas.openxmlformats.org/officeDocument/2006/relationships/image" Target="../media/image310.png"/><Relationship Id="rId58" Type="http://schemas.openxmlformats.org/officeDocument/2006/relationships/image" Target="../media/image221.png"/><Relationship Id="rId74" Type="http://schemas.openxmlformats.org/officeDocument/2006/relationships/image" Target="../media/image324.png"/><Relationship Id="rId79" Type="http://schemas.openxmlformats.org/officeDocument/2006/relationships/image" Target="../media/image329.png"/><Relationship Id="rId102" Type="http://schemas.openxmlformats.org/officeDocument/2006/relationships/hyperlink" Target="http://www.martinhe.co.uk/" TargetMode="External"/><Relationship Id="rId5" Type="http://schemas.openxmlformats.org/officeDocument/2006/relationships/image" Target="../media/image272.png"/><Relationship Id="rId90" Type="http://schemas.openxmlformats.org/officeDocument/2006/relationships/image" Target="../media/image338.png"/><Relationship Id="rId95" Type="http://schemas.openxmlformats.org/officeDocument/2006/relationships/image" Target="../media/image343.png"/><Relationship Id="rId22" Type="http://schemas.openxmlformats.org/officeDocument/2006/relationships/image" Target="../media/image286.png"/><Relationship Id="rId27" Type="http://schemas.openxmlformats.org/officeDocument/2006/relationships/image" Target="../media/image291.png"/><Relationship Id="rId43" Type="http://schemas.openxmlformats.org/officeDocument/2006/relationships/image" Target="../media/image188.png"/><Relationship Id="rId48" Type="http://schemas.openxmlformats.org/officeDocument/2006/relationships/image" Target="../media/image307.png"/><Relationship Id="rId64" Type="http://schemas.openxmlformats.org/officeDocument/2006/relationships/image" Target="../media/image317.png"/><Relationship Id="rId69" Type="http://schemas.openxmlformats.org/officeDocument/2006/relationships/image" Target="../media/image322.png"/><Relationship Id="rId80" Type="http://schemas.openxmlformats.org/officeDocument/2006/relationships/image" Target="../media/image330.png"/><Relationship Id="rId85" Type="http://schemas.openxmlformats.org/officeDocument/2006/relationships/image" Target="../media/image41.png"/><Relationship Id="rId12" Type="http://schemas.openxmlformats.org/officeDocument/2006/relationships/image" Target="../media/image88.png"/><Relationship Id="rId17" Type="http://schemas.openxmlformats.org/officeDocument/2006/relationships/image" Target="../media/image281.png"/><Relationship Id="rId25" Type="http://schemas.openxmlformats.org/officeDocument/2006/relationships/image" Target="../media/image289.png"/><Relationship Id="rId33" Type="http://schemas.openxmlformats.org/officeDocument/2006/relationships/image" Target="../media/image295.png"/><Relationship Id="rId38" Type="http://schemas.openxmlformats.org/officeDocument/2006/relationships/image" Target="../media/image299.png"/><Relationship Id="rId46" Type="http://schemas.openxmlformats.org/officeDocument/2006/relationships/image" Target="../media/image305.png"/><Relationship Id="rId59" Type="http://schemas.openxmlformats.org/officeDocument/2006/relationships/image" Target="../media/image313.png"/><Relationship Id="rId67" Type="http://schemas.openxmlformats.org/officeDocument/2006/relationships/image" Target="../media/image320.png"/><Relationship Id="rId20" Type="http://schemas.openxmlformats.org/officeDocument/2006/relationships/image" Target="../media/image284.png"/><Relationship Id="rId41" Type="http://schemas.openxmlformats.org/officeDocument/2006/relationships/image" Target="../media/image301.png"/><Relationship Id="rId54" Type="http://schemas.openxmlformats.org/officeDocument/2006/relationships/image" Target="../media/image311.png"/><Relationship Id="rId62" Type="http://schemas.openxmlformats.org/officeDocument/2006/relationships/image" Target="../media/image203.png"/><Relationship Id="rId70" Type="http://schemas.openxmlformats.org/officeDocument/2006/relationships/image" Target="../media/image54.png"/><Relationship Id="rId75" Type="http://schemas.openxmlformats.org/officeDocument/2006/relationships/image" Target="../media/image325.png"/><Relationship Id="rId83" Type="http://schemas.openxmlformats.org/officeDocument/2006/relationships/image" Target="../media/image332.png"/><Relationship Id="rId88" Type="http://schemas.openxmlformats.org/officeDocument/2006/relationships/image" Target="../media/image336.png"/><Relationship Id="rId91" Type="http://schemas.openxmlformats.org/officeDocument/2006/relationships/image" Target="../media/image339.png"/><Relationship Id="rId96" Type="http://schemas.openxmlformats.org/officeDocument/2006/relationships/image" Target="../media/image3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3.png"/><Relationship Id="rId15" Type="http://schemas.openxmlformats.org/officeDocument/2006/relationships/image" Target="../media/image279.png"/><Relationship Id="rId23" Type="http://schemas.openxmlformats.org/officeDocument/2006/relationships/image" Target="../media/image287.png"/><Relationship Id="rId28" Type="http://schemas.openxmlformats.org/officeDocument/2006/relationships/image" Target="../media/image19.png"/><Relationship Id="rId36" Type="http://schemas.openxmlformats.org/officeDocument/2006/relationships/image" Target="../media/image297.png"/><Relationship Id="rId49" Type="http://schemas.openxmlformats.org/officeDocument/2006/relationships/image" Target="../media/image83.png"/><Relationship Id="rId57" Type="http://schemas.openxmlformats.org/officeDocument/2006/relationships/image" Target="../media/image43.png"/><Relationship Id="rId10" Type="http://schemas.openxmlformats.org/officeDocument/2006/relationships/image" Target="../media/image276.png"/><Relationship Id="rId31" Type="http://schemas.openxmlformats.org/officeDocument/2006/relationships/image" Target="../media/image293.png"/><Relationship Id="rId44" Type="http://schemas.openxmlformats.org/officeDocument/2006/relationships/image" Target="../media/image303.png"/><Relationship Id="rId52" Type="http://schemas.openxmlformats.org/officeDocument/2006/relationships/image" Target="../media/image309.png"/><Relationship Id="rId60" Type="http://schemas.openxmlformats.org/officeDocument/2006/relationships/image" Target="../media/image314.png"/><Relationship Id="rId65" Type="http://schemas.openxmlformats.org/officeDocument/2006/relationships/image" Target="../media/image318.png"/><Relationship Id="rId73" Type="http://schemas.openxmlformats.org/officeDocument/2006/relationships/image" Target="../media/image111.png"/><Relationship Id="rId78" Type="http://schemas.openxmlformats.org/officeDocument/2006/relationships/image" Target="../media/image328.png"/><Relationship Id="rId81" Type="http://schemas.openxmlformats.org/officeDocument/2006/relationships/image" Target="../media/image331.png"/><Relationship Id="rId86" Type="http://schemas.openxmlformats.org/officeDocument/2006/relationships/image" Target="../media/image334.png"/><Relationship Id="rId94" Type="http://schemas.openxmlformats.org/officeDocument/2006/relationships/image" Target="../media/image342.png"/><Relationship Id="rId99" Type="http://schemas.openxmlformats.org/officeDocument/2006/relationships/image" Target="../media/image347.png"/><Relationship Id="rId101" Type="http://schemas.openxmlformats.org/officeDocument/2006/relationships/image" Target="../media/image53.png"/><Relationship Id="rId4" Type="http://schemas.openxmlformats.org/officeDocument/2006/relationships/image" Target="../media/image271.png"/><Relationship Id="rId9" Type="http://schemas.openxmlformats.org/officeDocument/2006/relationships/image" Target="../media/image275.png"/><Relationship Id="rId13" Type="http://schemas.openxmlformats.org/officeDocument/2006/relationships/image" Target="../media/image234.png"/><Relationship Id="rId18" Type="http://schemas.openxmlformats.org/officeDocument/2006/relationships/image" Target="../media/image282.png"/><Relationship Id="rId39" Type="http://schemas.openxmlformats.org/officeDocument/2006/relationships/image" Target="../media/image300.png"/><Relationship Id="rId34" Type="http://schemas.openxmlformats.org/officeDocument/2006/relationships/image" Target="../media/image296.png"/><Relationship Id="rId50" Type="http://schemas.openxmlformats.org/officeDocument/2006/relationships/image" Target="../media/image240.png"/><Relationship Id="rId55" Type="http://schemas.openxmlformats.org/officeDocument/2006/relationships/image" Target="../media/image46.png"/><Relationship Id="rId76" Type="http://schemas.openxmlformats.org/officeDocument/2006/relationships/image" Target="../media/image326.png"/><Relationship Id="rId97" Type="http://schemas.openxmlformats.org/officeDocument/2006/relationships/image" Target="../media/image345.png"/><Relationship Id="rId7" Type="http://schemas.openxmlformats.org/officeDocument/2006/relationships/image" Target="../media/image274.png"/><Relationship Id="rId71" Type="http://schemas.openxmlformats.org/officeDocument/2006/relationships/image" Target="../media/image32.png"/><Relationship Id="rId92" Type="http://schemas.openxmlformats.org/officeDocument/2006/relationships/image" Target="../media/image340.png"/><Relationship Id="rId2" Type="http://schemas.openxmlformats.org/officeDocument/2006/relationships/image" Target="../media/image239.png"/><Relationship Id="rId29" Type="http://schemas.openxmlformats.org/officeDocument/2006/relationships/image" Target="../media/image120.png"/><Relationship Id="rId24" Type="http://schemas.openxmlformats.org/officeDocument/2006/relationships/image" Target="../media/image288.png"/><Relationship Id="rId40" Type="http://schemas.openxmlformats.org/officeDocument/2006/relationships/image" Target="../media/image192.png"/><Relationship Id="rId45" Type="http://schemas.openxmlformats.org/officeDocument/2006/relationships/image" Target="../media/image304.png"/><Relationship Id="rId66" Type="http://schemas.openxmlformats.org/officeDocument/2006/relationships/image" Target="../media/image319.png"/><Relationship Id="rId87" Type="http://schemas.openxmlformats.org/officeDocument/2006/relationships/image" Target="../media/image335.png"/><Relationship Id="rId61" Type="http://schemas.openxmlformats.org/officeDocument/2006/relationships/image" Target="../media/image315.png"/><Relationship Id="rId82" Type="http://schemas.openxmlformats.org/officeDocument/2006/relationships/image" Target="../media/image51.png"/><Relationship Id="rId19" Type="http://schemas.openxmlformats.org/officeDocument/2006/relationships/image" Target="../media/image283.png"/><Relationship Id="rId14" Type="http://schemas.openxmlformats.org/officeDocument/2006/relationships/image" Target="../media/image278.png"/><Relationship Id="rId30" Type="http://schemas.openxmlformats.org/officeDocument/2006/relationships/image" Target="../media/image292.png"/><Relationship Id="rId35" Type="http://schemas.openxmlformats.org/officeDocument/2006/relationships/image" Target="../media/image16.png"/><Relationship Id="rId56" Type="http://schemas.openxmlformats.org/officeDocument/2006/relationships/image" Target="../media/image312.png"/><Relationship Id="rId77" Type="http://schemas.openxmlformats.org/officeDocument/2006/relationships/image" Target="../media/image327.png"/><Relationship Id="rId100" Type="http://schemas.openxmlformats.org/officeDocument/2006/relationships/image" Target="../media/image52.png"/><Relationship Id="rId8" Type="http://schemas.openxmlformats.org/officeDocument/2006/relationships/image" Target="../media/image1.png"/><Relationship Id="rId51" Type="http://schemas.openxmlformats.org/officeDocument/2006/relationships/image" Target="../media/image308.png"/><Relationship Id="rId72" Type="http://schemas.openxmlformats.org/officeDocument/2006/relationships/image" Target="../media/image323.png"/><Relationship Id="rId93" Type="http://schemas.openxmlformats.org/officeDocument/2006/relationships/image" Target="../media/image341.png"/><Relationship Id="rId98" Type="http://schemas.openxmlformats.org/officeDocument/2006/relationships/image" Target="../media/image346.png"/><Relationship Id="rId3" Type="http://schemas.openxmlformats.org/officeDocument/2006/relationships/image" Target="../media/image270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5.png"/><Relationship Id="rId18" Type="http://schemas.openxmlformats.org/officeDocument/2006/relationships/image" Target="../media/image358.png"/><Relationship Id="rId26" Type="http://schemas.openxmlformats.org/officeDocument/2006/relationships/image" Target="../media/image364.png"/><Relationship Id="rId39" Type="http://schemas.openxmlformats.org/officeDocument/2006/relationships/image" Target="../media/image374.png"/><Relationship Id="rId21" Type="http://schemas.openxmlformats.org/officeDocument/2006/relationships/image" Target="../media/image361.png"/><Relationship Id="rId34" Type="http://schemas.openxmlformats.org/officeDocument/2006/relationships/image" Target="../media/image95.png"/><Relationship Id="rId42" Type="http://schemas.openxmlformats.org/officeDocument/2006/relationships/image" Target="../media/image377.png"/><Relationship Id="rId47" Type="http://schemas.openxmlformats.org/officeDocument/2006/relationships/image" Target="../media/image380.png"/><Relationship Id="rId50" Type="http://schemas.openxmlformats.org/officeDocument/2006/relationships/image" Target="../media/image212.png"/><Relationship Id="rId55" Type="http://schemas.openxmlformats.org/officeDocument/2006/relationships/image" Target="../media/image240.png"/><Relationship Id="rId7" Type="http://schemas.openxmlformats.org/officeDocument/2006/relationships/image" Target="../media/image270.png"/><Relationship Id="rId2" Type="http://schemas.openxmlformats.org/officeDocument/2006/relationships/image" Target="../media/image6.png"/><Relationship Id="rId16" Type="http://schemas.openxmlformats.org/officeDocument/2006/relationships/image" Target="../media/image356.png"/><Relationship Id="rId29" Type="http://schemas.openxmlformats.org/officeDocument/2006/relationships/image" Target="../media/image367.png"/><Relationship Id="rId11" Type="http://schemas.openxmlformats.org/officeDocument/2006/relationships/image" Target="../media/image111.png"/><Relationship Id="rId24" Type="http://schemas.openxmlformats.org/officeDocument/2006/relationships/image" Target="../media/image362.png"/><Relationship Id="rId32" Type="http://schemas.openxmlformats.org/officeDocument/2006/relationships/image" Target="../media/image370.png"/><Relationship Id="rId37" Type="http://schemas.openxmlformats.org/officeDocument/2006/relationships/image" Target="../media/image372.png"/><Relationship Id="rId40" Type="http://schemas.openxmlformats.org/officeDocument/2006/relationships/image" Target="../media/image375.png"/><Relationship Id="rId45" Type="http://schemas.openxmlformats.org/officeDocument/2006/relationships/image" Target="../media/image44.png"/><Relationship Id="rId53" Type="http://schemas.openxmlformats.org/officeDocument/2006/relationships/image" Target="../media/image16.png"/><Relationship Id="rId58" Type="http://schemas.openxmlformats.org/officeDocument/2006/relationships/image" Target="../media/image386.png"/><Relationship Id="rId5" Type="http://schemas.openxmlformats.org/officeDocument/2006/relationships/image" Target="../media/image349.png"/><Relationship Id="rId61" Type="http://schemas.openxmlformats.org/officeDocument/2006/relationships/image" Target="../media/image389.png"/><Relationship Id="rId19" Type="http://schemas.openxmlformats.org/officeDocument/2006/relationships/image" Target="../media/image359.png"/><Relationship Id="rId14" Type="http://schemas.openxmlformats.org/officeDocument/2006/relationships/image" Target="../media/image88.png"/><Relationship Id="rId22" Type="http://schemas.openxmlformats.org/officeDocument/2006/relationships/image" Target="../media/image50.png"/><Relationship Id="rId27" Type="http://schemas.openxmlformats.org/officeDocument/2006/relationships/image" Target="../media/image365.png"/><Relationship Id="rId30" Type="http://schemas.openxmlformats.org/officeDocument/2006/relationships/image" Target="../media/image368.png"/><Relationship Id="rId35" Type="http://schemas.openxmlformats.org/officeDocument/2006/relationships/image" Target="../media/image43.png"/><Relationship Id="rId43" Type="http://schemas.openxmlformats.org/officeDocument/2006/relationships/image" Target="../media/image378.png"/><Relationship Id="rId48" Type="http://schemas.openxmlformats.org/officeDocument/2006/relationships/image" Target="../media/image381.png"/><Relationship Id="rId56" Type="http://schemas.openxmlformats.org/officeDocument/2006/relationships/image" Target="../media/image384.png"/><Relationship Id="rId8" Type="http://schemas.openxmlformats.org/officeDocument/2006/relationships/image" Target="../media/image351.png"/><Relationship Id="rId51" Type="http://schemas.openxmlformats.org/officeDocument/2006/relationships/image" Target="../media/image310.png"/><Relationship Id="rId3" Type="http://schemas.openxmlformats.org/officeDocument/2006/relationships/image" Target="../media/image274.png"/><Relationship Id="rId12" Type="http://schemas.openxmlformats.org/officeDocument/2006/relationships/image" Target="../media/image354.png"/><Relationship Id="rId17" Type="http://schemas.openxmlformats.org/officeDocument/2006/relationships/image" Target="../media/image357.png"/><Relationship Id="rId25" Type="http://schemas.openxmlformats.org/officeDocument/2006/relationships/image" Target="../media/image363.png"/><Relationship Id="rId33" Type="http://schemas.openxmlformats.org/officeDocument/2006/relationships/image" Target="../media/image371.png"/><Relationship Id="rId38" Type="http://schemas.openxmlformats.org/officeDocument/2006/relationships/image" Target="../media/image373.png"/><Relationship Id="rId46" Type="http://schemas.openxmlformats.org/officeDocument/2006/relationships/image" Target="../media/image379.png"/><Relationship Id="rId59" Type="http://schemas.openxmlformats.org/officeDocument/2006/relationships/image" Target="../media/image387.png"/><Relationship Id="rId20" Type="http://schemas.openxmlformats.org/officeDocument/2006/relationships/image" Target="../media/image360.png"/><Relationship Id="rId41" Type="http://schemas.openxmlformats.org/officeDocument/2006/relationships/image" Target="../media/image376.png"/><Relationship Id="rId54" Type="http://schemas.openxmlformats.org/officeDocument/2006/relationships/image" Target="../media/image383.png"/><Relationship Id="rId62" Type="http://schemas.openxmlformats.org/officeDocument/2006/relationships/hyperlink" Target="http://www.martinhe.co.uk/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0.png"/><Relationship Id="rId15" Type="http://schemas.openxmlformats.org/officeDocument/2006/relationships/image" Target="../media/image89.png"/><Relationship Id="rId23" Type="http://schemas.openxmlformats.org/officeDocument/2006/relationships/image" Target="../media/image42.png"/><Relationship Id="rId28" Type="http://schemas.openxmlformats.org/officeDocument/2006/relationships/image" Target="../media/image366.png"/><Relationship Id="rId36" Type="http://schemas.openxmlformats.org/officeDocument/2006/relationships/image" Target="../media/image32.png"/><Relationship Id="rId49" Type="http://schemas.openxmlformats.org/officeDocument/2006/relationships/image" Target="../media/image99.png"/><Relationship Id="rId57" Type="http://schemas.openxmlformats.org/officeDocument/2006/relationships/image" Target="../media/image385.png"/><Relationship Id="rId10" Type="http://schemas.openxmlformats.org/officeDocument/2006/relationships/image" Target="../media/image353.png"/><Relationship Id="rId31" Type="http://schemas.openxmlformats.org/officeDocument/2006/relationships/image" Target="../media/image369.png"/><Relationship Id="rId44" Type="http://schemas.openxmlformats.org/officeDocument/2006/relationships/image" Target="../media/image77.png"/><Relationship Id="rId52" Type="http://schemas.openxmlformats.org/officeDocument/2006/relationships/image" Target="../media/image382.png"/><Relationship Id="rId60" Type="http://schemas.openxmlformats.org/officeDocument/2006/relationships/image" Target="../media/image388.png"/><Relationship Id="rId4" Type="http://schemas.openxmlformats.org/officeDocument/2006/relationships/image" Target="../media/image348.png"/><Relationship Id="rId9" Type="http://schemas.openxmlformats.org/officeDocument/2006/relationships/image" Target="../media/image3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3EE7B-FBE6-61AA-F1CA-2FBB564CA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7F9C213-2A81-1FEE-3176-FCFD33E93A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9721" y="273050"/>
            <a:ext cx="33407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Bauer Bodoni Std" panose="02070603080706020303" pitchFamily="18" charset="77"/>
              </a:rPr>
              <a:t>Thema</a:t>
            </a:r>
            <a:r>
              <a:rPr sz="3200" b="1" spc="40" dirty="0">
                <a:latin typeface="Bauer Bodoni Std" panose="02070603080706020303" pitchFamily="18" charset="77"/>
              </a:rPr>
              <a:t> </a:t>
            </a:r>
            <a:r>
              <a:rPr sz="3200" b="1" dirty="0">
                <a:latin typeface="Bauer Bodoni Std" panose="02070603080706020303" pitchFamily="18" charset="77"/>
              </a:rPr>
              <a:t>di</a:t>
            </a:r>
            <a:r>
              <a:rPr sz="3200" b="1" spc="40" dirty="0">
                <a:latin typeface="Bauer Bodoni Std" panose="02070603080706020303" pitchFamily="18" charset="77"/>
              </a:rPr>
              <a:t> </a:t>
            </a:r>
            <a:r>
              <a:rPr sz="3200" b="1" spc="-10" dirty="0">
                <a:latin typeface="Bauer Bodoni Std" panose="02070603080706020303" pitchFamily="18" charset="77"/>
              </a:rPr>
              <a:t>Beppe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FA5E4BA-1E28-4DD7-71E9-BFD975DF5DE8}"/>
              </a:ext>
            </a:extLst>
          </p:cNvPr>
          <p:cNvSpPr txBox="1"/>
          <p:nvPr/>
        </p:nvSpPr>
        <p:spPr>
          <a:xfrm>
            <a:off x="1941243" y="758825"/>
            <a:ext cx="36302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Bauer Bodoni Std" panose="02070603080706020303" pitchFamily="18" charset="77"/>
                <a:cs typeface="Georgia"/>
              </a:rPr>
              <a:t>dedié</a:t>
            </a:r>
            <a:r>
              <a:rPr sz="1200" spc="1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1200" dirty="0">
                <a:latin typeface="Bauer Bodoni Std" panose="02070603080706020303" pitchFamily="18" charset="77"/>
                <a:cs typeface="Georgia"/>
              </a:rPr>
              <a:t>à</a:t>
            </a:r>
            <a:r>
              <a:rPr sz="1200" spc="20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1200" dirty="0">
                <a:latin typeface="Bauer Bodoni Std" panose="02070603080706020303" pitchFamily="18" charset="77"/>
                <a:cs typeface="Georgia"/>
              </a:rPr>
              <a:t>Giuseppe</a:t>
            </a:r>
            <a:r>
              <a:rPr sz="1200" spc="20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1200" dirty="0">
                <a:latin typeface="Bauer Bodoni Std" panose="02070603080706020303" pitchFamily="18" charset="77"/>
                <a:cs typeface="Georgia"/>
              </a:rPr>
              <a:t>Bruni,</a:t>
            </a:r>
            <a:r>
              <a:rPr sz="1200" spc="20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1200" dirty="0">
                <a:latin typeface="Bauer Bodoni Std" panose="02070603080706020303" pitchFamily="18" charset="77"/>
                <a:cs typeface="Georgia"/>
              </a:rPr>
              <a:t>notre</a:t>
            </a:r>
            <a:r>
              <a:rPr sz="1200" spc="20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1200" dirty="0">
                <a:latin typeface="Bauer Bodoni Std" panose="02070603080706020303" pitchFamily="18" charset="77"/>
                <a:cs typeface="Georgia"/>
              </a:rPr>
              <a:t>cher</a:t>
            </a:r>
            <a:r>
              <a:rPr sz="1200" spc="20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1200" spc="-20" dirty="0">
                <a:latin typeface="Bauer Bodoni Std" panose="02070603080706020303" pitchFamily="18" charset="77"/>
                <a:cs typeface="Georgia"/>
              </a:rPr>
              <a:t>hôte</a:t>
            </a:r>
            <a:endParaRPr sz="1200" dirty="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A2E4AE5-7BAE-077B-B539-9F244A12456D}"/>
              </a:ext>
            </a:extLst>
          </p:cNvPr>
          <p:cNvSpPr txBox="1"/>
          <p:nvPr/>
        </p:nvSpPr>
        <p:spPr>
          <a:xfrm>
            <a:off x="6140450" y="1155700"/>
            <a:ext cx="11512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dirty="0">
                <a:latin typeface="Bauer Bodoni Std" panose="02070603080706020303" pitchFamily="18" charset="77"/>
                <a:cs typeface="Georgia"/>
              </a:rPr>
              <a:t>composé</a:t>
            </a:r>
            <a:r>
              <a:rPr sz="800" i="1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800" i="1" dirty="0">
                <a:latin typeface="Bauer Bodoni Std" panose="02070603080706020303" pitchFamily="18" charset="77"/>
                <a:cs typeface="Georgia"/>
              </a:rPr>
              <a:t>par</a:t>
            </a:r>
            <a:r>
              <a:rPr sz="800" i="1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800" i="1" dirty="0">
                <a:latin typeface="Bauer Bodoni Std" panose="02070603080706020303" pitchFamily="18" charset="77"/>
                <a:cs typeface="Georgia"/>
              </a:rPr>
              <a:t>:</a:t>
            </a:r>
            <a:r>
              <a:rPr sz="8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800" dirty="0">
                <a:latin typeface="Bauer Bodoni Std" panose="02070603080706020303" pitchFamily="18" charset="77"/>
                <a:cs typeface="Georgia"/>
              </a:rPr>
              <a:t>Martin</a:t>
            </a:r>
            <a:r>
              <a:rPr sz="8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800" spc="-25" dirty="0">
                <a:latin typeface="Bauer Bodoni Std" panose="02070603080706020303" pitchFamily="18" charset="77"/>
                <a:cs typeface="Georgia"/>
              </a:rPr>
              <a:t>He</a:t>
            </a:r>
            <a:endParaRPr sz="800" dirty="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232DA8A-DF2B-0658-7D35-249D19732010}"/>
              </a:ext>
            </a:extLst>
          </p:cNvPr>
          <p:cNvSpPr txBox="1"/>
          <p:nvPr/>
        </p:nvSpPr>
        <p:spPr>
          <a:xfrm>
            <a:off x="292100" y="1155700"/>
            <a:ext cx="2243236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Bauer Bodoni Std" panose="02070603080706020303" pitchFamily="18" charset="77"/>
                <a:cs typeface="Georgia"/>
              </a:rPr>
              <a:t>con</a:t>
            </a:r>
            <a:r>
              <a:rPr sz="1000" b="1" spc="1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1000" b="1" dirty="0">
                <a:latin typeface="Bauer Bodoni Std" panose="02070603080706020303" pitchFamily="18" charset="77"/>
                <a:cs typeface="Georgia"/>
              </a:rPr>
              <a:t>pedale</a:t>
            </a:r>
            <a:r>
              <a:rPr sz="1000" b="1" spc="1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1000" b="1" dirty="0">
                <a:latin typeface="Bauer Bodoni Std" panose="02070603080706020303" pitchFamily="18" charset="77"/>
                <a:cs typeface="Georgia"/>
              </a:rPr>
              <a:t>per</a:t>
            </a:r>
            <a:r>
              <a:rPr sz="1000" b="1" spc="10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1000" b="1" spc="-10" dirty="0">
                <a:latin typeface="Bauer Bodoni Std" panose="02070603080706020303" pitchFamily="18" charset="77"/>
                <a:cs typeface="Georgia"/>
              </a:rPr>
              <a:t>tutto,</a:t>
            </a:r>
            <a:r>
              <a:rPr sz="1000" b="1" spc="1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1000" b="1" dirty="0">
                <a:latin typeface="Bauer Bodoni Std" panose="02070603080706020303" pitchFamily="18" charset="77"/>
                <a:cs typeface="Georgia"/>
              </a:rPr>
              <a:t>tempo</a:t>
            </a:r>
            <a:r>
              <a:rPr sz="1000" b="1" spc="1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1000" b="1" spc="-10" dirty="0">
                <a:latin typeface="Bauer Bodoni Std" panose="02070603080706020303" pitchFamily="18" charset="77"/>
                <a:cs typeface="Georgia"/>
              </a:rPr>
              <a:t>rubato</a:t>
            </a:r>
            <a:endParaRPr sz="1000" b="1" dirty="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29A4935-D8FF-41E1-9562-D9537FA2B016}"/>
              </a:ext>
            </a:extLst>
          </p:cNvPr>
          <p:cNvSpPr txBox="1"/>
          <p:nvPr/>
        </p:nvSpPr>
        <p:spPr>
          <a:xfrm>
            <a:off x="2535336" y="10145900"/>
            <a:ext cx="2489835" cy="3154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Bauer Bodoni Std" panose="02070603080706020303" pitchFamily="18" charset="77"/>
                <a:cs typeface="Georgia"/>
              </a:rPr>
              <a:t>Composed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by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Martin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He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spc="-40" dirty="0">
                <a:latin typeface="Bauer Bodoni Std" panose="02070603080706020303" pitchFamily="18" charset="77"/>
                <a:cs typeface="Georgia"/>
              </a:rPr>
              <a:t>(2026)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for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Giuseppe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Bruni.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spc="-10" dirty="0">
                <a:latin typeface="Bauer Bodoni Std" panose="02070603080706020303" pitchFamily="18" charset="77"/>
                <a:cs typeface="Georgia"/>
                <a:hlinkClick r:id="rId2"/>
              </a:rPr>
              <a:t>www.martinhe.co.uk</a:t>
            </a:r>
            <a:endParaRPr lang="en-GB" sz="600" spc="-10" dirty="0">
              <a:latin typeface="Bauer Bodoni Std" panose="02070603080706020303" pitchFamily="18" charset="77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GB" sz="400" spc="-10" dirty="0">
              <a:latin typeface="Bauer Bodoni Std" panose="02070603080706020303" pitchFamily="18" charset="77"/>
              <a:cs typeface="Georgia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800" spc="-10" dirty="0">
                <a:latin typeface="Bauer Bodoni Std" panose="02070603080706020303" pitchFamily="18" charset="77"/>
                <a:cs typeface="Georgia"/>
              </a:rPr>
              <a:t>Metronome marks are only a guide.</a:t>
            </a:r>
            <a:endParaRPr sz="800" dirty="0">
              <a:latin typeface="Bauer Bodoni Std" panose="02070603080706020303" pitchFamily="18" charset="77"/>
              <a:cs typeface="Georgia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F01859D9-33C0-2D64-0515-B7278D4DB48E}"/>
              </a:ext>
            </a:extLst>
          </p:cNvPr>
          <p:cNvGrpSpPr/>
          <p:nvPr/>
        </p:nvGrpSpPr>
        <p:grpSpPr>
          <a:xfrm>
            <a:off x="179387" y="1412748"/>
            <a:ext cx="7089140" cy="1425575"/>
            <a:chOff x="179387" y="1412748"/>
            <a:chExt cx="7089140" cy="1425575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9E25C855-21EB-67CA-C4C2-BD9AEE06112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751" y="1412748"/>
              <a:ext cx="94059" cy="107156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30D43BD4-C46E-CBC1-BFB9-A87BB33A2C0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387" y="1543050"/>
              <a:ext cx="7088512" cy="1295018"/>
            </a:xfrm>
            <a:prstGeom prst="rect">
              <a:avLst/>
            </a:prstGeom>
          </p:spPr>
        </p:pic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97428A8D-486D-D3B6-8122-FE7AFD00BECD}"/>
              </a:ext>
            </a:extLst>
          </p:cNvPr>
          <p:cNvSpPr txBox="1"/>
          <p:nvPr/>
        </p:nvSpPr>
        <p:spPr>
          <a:xfrm>
            <a:off x="1014729" y="1387475"/>
            <a:ext cx="8782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40" dirty="0">
                <a:latin typeface="Bauer Bodoni Std" panose="02070603080706020303" pitchFamily="18" charset="77"/>
                <a:cs typeface="Times New Roman"/>
              </a:rPr>
              <a:t>192</a:t>
            </a:r>
            <a:r>
              <a:rPr lang="en-GB" sz="650" spc="-40" dirty="0">
                <a:latin typeface="Bauer Bodoni Std" panose="02070603080706020303" pitchFamily="18" charset="77"/>
                <a:cs typeface="Times New Roman"/>
              </a:rPr>
              <a:t> </a:t>
            </a:r>
            <a:r>
              <a:rPr lang="en-GB" sz="650" spc="-40" dirty="0">
                <a:latin typeface="Times New Roman"/>
                <a:cs typeface="Times New Roman"/>
              </a:rPr>
              <a:t>        </a:t>
            </a:r>
            <a:r>
              <a:rPr lang="en-GB" sz="900" b="1" spc="-40" dirty="0">
                <a:latin typeface="Bauer Bodoni Std Bold Cond" panose="02070903080706020303" pitchFamily="18" charset="77"/>
                <a:cs typeface="Georgia"/>
              </a:rPr>
              <a:t>c</a:t>
            </a:r>
            <a:r>
              <a:rPr sz="900" b="1" spc="-40" dirty="0" err="1">
                <a:latin typeface="Bauer Bodoni Std Bold Cond" panose="02070903080706020303" pitchFamily="18" charset="77"/>
                <a:cs typeface="Georgia"/>
              </a:rPr>
              <a:t>antabile</a:t>
            </a:r>
            <a:endParaRPr sz="900" b="1" dirty="0">
              <a:latin typeface="Bauer Bodoni Std Bold Cond" panose="02070903080706020303" pitchFamily="18" charset="77"/>
              <a:cs typeface="Georgia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1059386-1DCA-27D7-BE00-6AD4CBA35CD2}"/>
              </a:ext>
            </a:extLst>
          </p:cNvPr>
          <p:cNvSpPr/>
          <p:nvPr/>
        </p:nvSpPr>
        <p:spPr>
          <a:xfrm>
            <a:off x="7272020" y="1685934"/>
            <a:ext cx="8890" cy="871219"/>
          </a:xfrm>
          <a:custGeom>
            <a:avLst/>
            <a:gdLst/>
            <a:ahLst/>
            <a:cxnLst/>
            <a:rect l="l" t="t" r="r" b="b"/>
            <a:pathLst>
              <a:path w="8890" h="871219">
                <a:moveTo>
                  <a:pt x="8572" y="0"/>
                </a:moveTo>
                <a:lnTo>
                  <a:pt x="0" y="0"/>
                </a:lnTo>
                <a:lnTo>
                  <a:pt x="0" y="2286"/>
                </a:lnTo>
                <a:lnTo>
                  <a:pt x="0" y="234315"/>
                </a:lnTo>
                <a:lnTo>
                  <a:pt x="0" y="870966"/>
                </a:lnTo>
                <a:lnTo>
                  <a:pt x="8572" y="870966"/>
                </a:lnTo>
                <a:lnTo>
                  <a:pt x="8572" y="234315"/>
                </a:lnTo>
                <a:lnTo>
                  <a:pt x="8572" y="2286"/>
                </a:lnTo>
                <a:lnTo>
                  <a:pt x="8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>
            <a:extLst>
              <a:ext uri="{FF2B5EF4-FFF2-40B4-BE49-F238E27FC236}">
                <a16:creationId xmlns:a16="http://schemas.microsoft.com/office/drawing/2014/main" id="{5A84C6C1-B6E7-4692-0EBA-C7347114893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387" y="2914933"/>
            <a:ext cx="7089965" cy="1443037"/>
          </a:xfrm>
          <a:prstGeom prst="rect">
            <a:avLst/>
          </a:prstGeom>
        </p:spPr>
      </p:pic>
      <p:sp>
        <p:nvSpPr>
          <p:cNvPr id="13" name="object 13">
            <a:extLst>
              <a:ext uri="{FF2B5EF4-FFF2-40B4-BE49-F238E27FC236}">
                <a16:creationId xmlns:a16="http://schemas.microsoft.com/office/drawing/2014/main" id="{26D5CA49-4850-D9F2-CED4-34E46F67BFBA}"/>
              </a:ext>
            </a:extLst>
          </p:cNvPr>
          <p:cNvSpPr txBox="1"/>
          <p:nvPr/>
        </p:nvSpPr>
        <p:spPr>
          <a:xfrm>
            <a:off x="266700" y="2926998"/>
            <a:ext cx="7302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latin typeface="Bauer Bodoni Std Bold Cond" panose="02070903080706020303" pitchFamily="18" charset="77"/>
                <a:cs typeface="Georgia"/>
              </a:rPr>
              <a:t>7</a:t>
            </a:r>
            <a:endParaRPr sz="750" b="1" dirty="0">
              <a:latin typeface="Bauer Bodoni Std Bold Cond" panose="02070903080706020303" pitchFamily="18" charset="77"/>
              <a:cs typeface="Georgia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A75E5C4-300D-FE3E-EC85-62A6D8BB7BCD}"/>
              </a:ext>
            </a:extLst>
          </p:cNvPr>
          <p:cNvSpPr txBox="1"/>
          <p:nvPr/>
        </p:nvSpPr>
        <p:spPr>
          <a:xfrm>
            <a:off x="3120438" y="2907948"/>
            <a:ext cx="111887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Bauer Bodoni Std Bold Cond" panose="02070903080706020303" pitchFamily="18" charset="77"/>
                <a:cs typeface="Georgia"/>
              </a:rPr>
              <a:t>maestoso</a:t>
            </a:r>
            <a:r>
              <a:rPr sz="900" b="1" spc="15" dirty="0">
                <a:latin typeface="Bauer Bodoni Std Bold Cond" panose="02070903080706020303" pitchFamily="18" charset="77"/>
                <a:cs typeface="Georgia"/>
              </a:rPr>
              <a:t> </a:t>
            </a:r>
            <a:r>
              <a:rPr sz="900" b="1" dirty="0">
                <a:latin typeface="Bauer Bodoni Std Bold Cond" panose="02070903080706020303" pitchFamily="18" charset="77"/>
                <a:cs typeface="Georgia"/>
              </a:rPr>
              <a:t>e</a:t>
            </a:r>
            <a:r>
              <a:rPr sz="900" b="1" spc="15" dirty="0">
                <a:latin typeface="Bauer Bodoni Std Bold Cond" panose="02070903080706020303" pitchFamily="18" charset="77"/>
                <a:cs typeface="Georgia"/>
              </a:rPr>
              <a:t> </a:t>
            </a:r>
            <a:r>
              <a:rPr sz="900" b="1" dirty="0">
                <a:latin typeface="Bauer Bodoni Std Bold Cond" panose="02070903080706020303" pitchFamily="18" charset="77"/>
                <a:cs typeface="Georgia"/>
              </a:rPr>
              <a:t>con</a:t>
            </a:r>
            <a:r>
              <a:rPr sz="900" b="1" spc="15" dirty="0">
                <a:latin typeface="Bauer Bodoni Std Bold Cond" panose="02070903080706020303" pitchFamily="18" charset="77"/>
                <a:cs typeface="Georgia"/>
              </a:rPr>
              <a:t> </a:t>
            </a:r>
            <a:r>
              <a:rPr sz="900" b="1" spc="-20" dirty="0">
                <a:latin typeface="Bauer Bodoni Std Bold Cond" panose="02070903080706020303" pitchFamily="18" charset="77"/>
                <a:cs typeface="Georgia"/>
              </a:rPr>
              <a:t>fuoco</a:t>
            </a:r>
            <a:endParaRPr sz="900" b="1" dirty="0">
              <a:latin typeface="Bauer Bodoni Std Bold Cond" panose="02070903080706020303" pitchFamily="18" charset="77"/>
              <a:cs typeface="Georgia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8F06EFD-3441-9F99-339F-B6BD54067B4E}"/>
              </a:ext>
            </a:extLst>
          </p:cNvPr>
          <p:cNvSpPr/>
          <p:nvPr/>
        </p:nvSpPr>
        <p:spPr>
          <a:xfrm>
            <a:off x="7273480" y="3206403"/>
            <a:ext cx="8890" cy="870585"/>
          </a:xfrm>
          <a:custGeom>
            <a:avLst/>
            <a:gdLst/>
            <a:ahLst/>
            <a:cxnLst/>
            <a:rect l="l" t="t" r="r" b="b"/>
            <a:pathLst>
              <a:path w="8890" h="870585">
                <a:moveTo>
                  <a:pt x="8572" y="0"/>
                </a:moveTo>
                <a:lnTo>
                  <a:pt x="0" y="0"/>
                </a:lnTo>
                <a:lnTo>
                  <a:pt x="0" y="2286"/>
                </a:lnTo>
                <a:lnTo>
                  <a:pt x="0" y="234315"/>
                </a:lnTo>
                <a:lnTo>
                  <a:pt x="0" y="870394"/>
                </a:lnTo>
                <a:lnTo>
                  <a:pt x="8572" y="870394"/>
                </a:lnTo>
                <a:lnTo>
                  <a:pt x="8572" y="234315"/>
                </a:lnTo>
                <a:lnTo>
                  <a:pt x="8572" y="2286"/>
                </a:lnTo>
                <a:lnTo>
                  <a:pt x="8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>
            <a:extLst>
              <a:ext uri="{FF2B5EF4-FFF2-40B4-BE49-F238E27FC236}">
                <a16:creationId xmlns:a16="http://schemas.microsoft.com/office/drawing/2014/main" id="{03DEF164-7CC4-866F-82C0-1A8C26CC79E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9387" y="4434835"/>
            <a:ext cx="7088512" cy="1492757"/>
          </a:xfrm>
          <a:prstGeom prst="rect">
            <a:avLst/>
          </a:prstGeom>
        </p:spPr>
      </p:pic>
      <p:sp>
        <p:nvSpPr>
          <p:cNvPr id="17" name="object 17">
            <a:extLst>
              <a:ext uri="{FF2B5EF4-FFF2-40B4-BE49-F238E27FC236}">
                <a16:creationId xmlns:a16="http://schemas.microsoft.com/office/drawing/2014/main" id="{59D46522-7F4A-9225-685F-58E4F67BBC22}"/>
              </a:ext>
            </a:extLst>
          </p:cNvPr>
          <p:cNvSpPr txBox="1"/>
          <p:nvPr/>
        </p:nvSpPr>
        <p:spPr>
          <a:xfrm>
            <a:off x="266700" y="4446900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Georgia"/>
              </a:rPr>
              <a:t>13</a:t>
            </a:r>
            <a:endParaRPr sz="750" b="1">
              <a:latin typeface="Bauer Bodoni Std Bold Cond" panose="02070903080706020303" pitchFamily="18" charset="77"/>
              <a:cs typeface="Georgia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DCD93FB4-132A-0C99-B2CD-1719E70C1A58}"/>
              </a:ext>
            </a:extLst>
          </p:cNvPr>
          <p:cNvSpPr txBox="1"/>
          <p:nvPr/>
        </p:nvSpPr>
        <p:spPr>
          <a:xfrm>
            <a:off x="5277298" y="4427850"/>
            <a:ext cx="153924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Bauer Bodoni Std Bold Cond" panose="02070903080706020303" pitchFamily="18" charset="77"/>
                <a:cs typeface="Georgia"/>
              </a:rPr>
              <a:t>tranquillo</a:t>
            </a:r>
            <a:r>
              <a:rPr sz="900" b="1" spc="15" dirty="0">
                <a:latin typeface="Bauer Bodoni Std Bold Cond" panose="02070903080706020303" pitchFamily="18" charset="77"/>
                <a:cs typeface="Georgia"/>
              </a:rPr>
              <a:t> </a:t>
            </a:r>
            <a:r>
              <a:rPr sz="900" b="1" dirty="0">
                <a:latin typeface="Bauer Bodoni Std Bold Cond" panose="02070903080706020303" pitchFamily="18" charset="77"/>
                <a:cs typeface="Georgia"/>
              </a:rPr>
              <a:t>ma</a:t>
            </a:r>
            <a:r>
              <a:rPr sz="900" b="1" spc="15" dirty="0">
                <a:latin typeface="Bauer Bodoni Std Bold Cond" panose="02070903080706020303" pitchFamily="18" charset="77"/>
                <a:cs typeface="Georgia"/>
              </a:rPr>
              <a:t> </a:t>
            </a:r>
            <a:r>
              <a:rPr sz="900" b="1" dirty="0">
                <a:latin typeface="Bauer Bodoni Std Bold Cond" panose="02070903080706020303" pitchFamily="18" charset="77"/>
                <a:cs typeface="Georgia"/>
              </a:rPr>
              <a:t>con</a:t>
            </a:r>
            <a:r>
              <a:rPr sz="900" b="1" spc="15" dirty="0">
                <a:latin typeface="Bauer Bodoni Std Bold Cond" panose="02070903080706020303" pitchFamily="18" charset="77"/>
                <a:cs typeface="Georgia"/>
              </a:rPr>
              <a:t> </a:t>
            </a:r>
            <a:r>
              <a:rPr sz="900" b="1" spc="-10" dirty="0">
                <a:latin typeface="Bauer Bodoni Std Bold Cond" panose="02070903080706020303" pitchFamily="18" charset="77"/>
                <a:cs typeface="Georgia"/>
              </a:rPr>
              <a:t>malinconia</a:t>
            </a:r>
            <a:endParaRPr sz="900" b="1" dirty="0">
              <a:latin typeface="Bauer Bodoni Std Bold Cond" panose="02070903080706020303" pitchFamily="18" charset="77"/>
              <a:cs typeface="Georgia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6F15DF30-B6F4-ECD8-B645-C952B757EF43}"/>
              </a:ext>
            </a:extLst>
          </p:cNvPr>
          <p:cNvSpPr/>
          <p:nvPr/>
        </p:nvSpPr>
        <p:spPr>
          <a:xfrm>
            <a:off x="7272020" y="4726301"/>
            <a:ext cx="8890" cy="870585"/>
          </a:xfrm>
          <a:custGeom>
            <a:avLst/>
            <a:gdLst/>
            <a:ahLst/>
            <a:cxnLst/>
            <a:rect l="l" t="t" r="r" b="b"/>
            <a:pathLst>
              <a:path w="8890" h="870585">
                <a:moveTo>
                  <a:pt x="8572" y="0"/>
                </a:moveTo>
                <a:lnTo>
                  <a:pt x="0" y="0"/>
                </a:lnTo>
                <a:lnTo>
                  <a:pt x="0" y="2286"/>
                </a:lnTo>
                <a:lnTo>
                  <a:pt x="0" y="234315"/>
                </a:lnTo>
                <a:lnTo>
                  <a:pt x="0" y="870394"/>
                </a:lnTo>
                <a:lnTo>
                  <a:pt x="8572" y="870394"/>
                </a:lnTo>
                <a:lnTo>
                  <a:pt x="8572" y="234315"/>
                </a:lnTo>
                <a:lnTo>
                  <a:pt x="8572" y="2286"/>
                </a:lnTo>
                <a:lnTo>
                  <a:pt x="8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>
            <a:extLst>
              <a:ext uri="{FF2B5EF4-FFF2-40B4-BE49-F238E27FC236}">
                <a16:creationId xmlns:a16="http://schemas.microsoft.com/office/drawing/2014/main" id="{C1235A59-5B7B-6ADD-0EB9-B09F0546C06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9387" y="6022965"/>
            <a:ext cx="7088512" cy="1026734"/>
          </a:xfrm>
          <a:prstGeom prst="rect">
            <a:avLst/>
          </a:prstGeom>
        </p:spPr>
      </p:pic>
      <p:sp>
        <p:nvSpPr>
          <p:cNvPr id="21" name="object 21">
            <a:extLst>
              <a:ext uri="{FF2B5EF4-FFF2-40B4-BE49-F238E27FC236}">
                <a16:creationId xmlns:a16="http://schemas.microsoft.com/office/drawing/2014/main" id="{3E01C84C-CD16-1770-F37A-B94107BE1665}"/>
              </a:ext>
            </a:extLst>
          </p:cNvPr>
          <p:cNvSpPr txBox="1"/>
          <p:nvPr/>
        </p:nvSpPr>
        <p:spPr>
          <a:xfrm>
            <a:off x="266700" y="5909049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Georgia"/>
              </a:rPr>
              <a:t>19</a:t>
            </a:r>
            <a:endParaRPr sz="750" b="1">
              <a:latin typeface="Bauer Bodoni Std Bold Cond" panose="02070903080706020303" pitchFamily="18" charset="77"/>
              <a:cs typeface="Georgia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02C09065-DF33-1F57-135E-20F662CDD408}"/>
              </a:ext>
            </a:extLst>
          </p:cNvPr>
          <p:cNvSpPr/>
          <p:nvPr/>
        </p:nvSpPr>
        <p:spPr>
          <a:xfrm>
            <a:off x="7272020" y="6188452"/>
            <a:ext cx="8890" cy="781685"/>
          </a:xfrm>
          <a:custGeom>
            <a:avLst/>
            <a:gdLst/>
            <a:ahLst/>
            <a:cxnLst/>
            <a:rect l="l" t="t" r="r" b="b"/>
            <a:pathLst>
              <a:path w="8890" h="781684">
                <a:moveTo>
                  <a:pt x="8572" y="0"/>
                </a:moveTo>
                <a:lnTo>
                  <a:pt x="0" y="0"/>
                </a:lnTo>
                <a:lnTo>
                  <a:pt x="0" y="2286"/>
                </a:lnTo>
                <a:lnTo>
                  <a:pt x="0" y="234315"/>
                </a:lnTo>
                <a:lnTo>
                  <a:pt x="0" y="781240"/>
                </a:lnTo>
                <a:lnTo>
                  <a:pt x="8572" y="781240"/>
                </a:lnTo>
                <a:lnTo>
                  <a:pt x="8572" y="234315"/>
                </a:lnTo>
                <a:lnTo>
                  <a:pt x="8572" y="2286"/>
                </a:lnTo>
                <a:lnTo>
                  <a:pt x="8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DE1955EA-EC36-779D-D3A1-FD83E783F41F}"/>
              </a:ext>
            </a:extLst>
          </p:cNvPr>
          <p:cNvGrpSpPr/>
          <p:nvPr/>
        </p:nvGrpSpPr>
        <p:grpSpPr>
          <a:xfrm>
            <a:off x="179387" y="7127220"/>
            <a:ext cx="7101840" cy="1144905"/>
            <a:chOff x="179387" y="7127220"/>
            <a:chExt cx="7101840" cy="1144905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1B2FB8ED-18D7-2544-A549-F5D3D2FBA56E}"/>
                </a:ext>
              </a:extLst>
            </p:cNvPr>
            <p:cNvSpPr/>
            <p:nvPr/>
          </p:nvSpPr>
          <p:spPr>
            <a:xfrm>
              <a:off x="179387" y="7228684"/>
              <a:ext cx="577215" cy="899794"/>
            </a:xfrm>
            <a:custGeom>
              <a:avLst/>
              <a:gdLst/>
              <a:ahLst/>
              <a:cxnLst/>
              <a:rect l="l" t="t" r="r" b="b"/>
              <a:pathLst>
                <a:path w="577215" h="899795">
                  <a:moveTo>
                    <a:pt x="68859" y="75819"/>
                  </a:moveTo>
                  <a:lnTo>
                    <a:pt x="46570" y="108178"/>
                  </a:lnTo>
                  <a:lnTo>
                    <a:pt x="24320" y="151371"/>
                  </a:lnTo>
                  <a:lnTo>
                    <a:pt x="9639" y="201333"/>
                  </a:lnTo>
                  <a:lnTo>
                    <a:pt x="6286" y="237083"/>
                  </a:lnTo>
                  <a:lnTo>
                    <a:pt x="7175" y="254279"/>
                  </a:lnTo>
                  <a:lnTo>
                    <a:pt x="8991" y="271424"/>
                  </a:lnTo>
                  <a:lnTo>
                    <a:pt x="11747" y="288493"/>
                  </a:lnTo>
                  <a:lnTo>
                    <a:pt x="15430" y="305498"/>
                  </a:lnTo>
                  <a:lnTo>
                    <a:pt x="35039" y="379437"/>
                  </a:lnTo>
                  <a:lnTo>
                    <a:pt x="37287" y="389089"/>
                  </a:lnTo>
                  <a:lnTo>
                    <a:pt x="39039" y="398221"/>
                  </a:lnTo>
                  <a:lnTo>
                    <a:pt x="40284" y="406831"/>
                  </a:lnTo>
                  <a:lnTo>
                    <a:pt x="41148" y="419430"/>
                  </a:lnTo>
                  <a:lnTo>
                    <a:pt x="40284" y="429717"/>
                  </a:lnTo>
                  <a:lnTo>
                    <a:pt x="23406" y="466051"/>
                  </a:lnTo>
                  <a:lnTo>
                    <a:pt x="0" y="486308"/>
                  </a:lnTo>
                  <a:lnTo>
                    <a:pt x="0" y="489394"/>
                  </a:lnTo>
                  <a:lnTo>
                    <a:pt x="29425" y="519226"/>
                  </a:lnTo>
                  <a:lnTo>
                    <a:pt x="41148" y="558317"/>
                  </a:lnTo>
                  <a:lnTo>
                    <a:pt x="40474" y="569175"/>
                  </a:lnTo>
                  <a:lnTo>
                    <a:pt x="38785" y="581139"/>
                  </a:lnTo>
                  <a:lnTo>
                    <a:pt x="36055" y="594245"/>
                  </a:lnTo>
                  <a:lnTo>
                    <a:pt x="15430" y="671995"/>
                  </a:lnTo>
                  <a:lnTo>
                    <a:pt x="11747" y="689102"/>
                  </a:lnTo>
                  <a:lnTo>
                    <a:pt x="8991" y="706208"/>
                  </a:lnTo>
                  <a:lnTo>
                    <a:pt x="7175" y="723303"/>
                  </a:lnTo>
                  <a:lnTo>
                    <a:pt x="6286" y="740410"/>
                  </a:lnTo>
                  <a:lnTo>
                    <a:pt x="7048" y="757821"/>
                  </a:lnTo>
                  <a:lnTo>
                    <a:pt x="20281" y="815251"/>
                  </a:lnTo>
                  <a:lnTo>
                    <a:pt x="39573" y="856792"/>
                  </a:lnTo>
                  <a:lnTo>
                    <a:pt x="68859" y="899617"/>
                  </a:lnTo>
                  <a:lnTo>
                    <a:pt x="68859" y="896785"/>
                  </a:lnTo>
                  <a:lnTo>
                    <a:pt x="60032" y="882802"/>
                  </a:lnTo>
                  <a:lnTo>
                    <a:pt x="52146" y="868883"/>
                  </a:lnTo>
                  <a:lnTo>
                    <a:pt x="34353" y="827138"/>
                  </a:lnTo>
                  <a:lnTo>
                    <a:pt x="29425" y="780796"/>
                  </a:lnTo>
                  <a:lnTo>
                    <a:pt x="30886" y="765149"/>
                  </a:lnTo>
                  <a:lnTo>
                    <a:pt x="33286" y="749350"/>
                  </a:lnTo>
                  <a:lnTo>
                    <a:pt x="36601" y="733386"/>
                  </a:lnTo>
                  <a:lnTo>
                    <a:pt x="40855" y="717270"/>
                  </a:lnTo>
                  <a:lnTo>
                    <a:pt x="59143" y="655027"/>
                  </a:lnTo>
                  <a:lnTo>
                    <a:pt x="63068" y="640397"/>
                  </a:lnTo>
                  <a:lnTo>
                    <a:pt x="66001" y="626605"/>
                  </a:lnTo>
                  <a:lnTo>
                    <a:pt x="67932" y="613651"/>
                  </a:lnTo>
                  <a:lnTo>
                    <a:pt x="68859" y="601522"/>
                  </a:lnTo>
                  <a:lnTo>
                    <a:pt x="67983" y="581520"/>
                  </a:lnTo>
                  <a:lnTo>
                    <a:pt x="53149" y="534403"/>
                  </a:lnTo>
                  <a:lnTo>
                    <a:pt x="23355" y="502894"/>
                  </a:lnTo>
                  <a:lnTo>
                    <a:pt x="2286" y="487845"/>
                  </a:lnTo>
                  <a:lnTo>
                    <a:pt x="13335" y="480822"/>
                  </a:lnTo>
                  <a:lnTo>
                    <a:pt x="45237" y="453466"/>
                  </a:lnTo>
                  <a:lnTo>
                    <a:pt x="65074" y="413842"/>
                  </a:lnTo>
                  <a:lnTo>
                    <a:pt x="68859" y="376224"/>
                  </a:lnTo>
                  <a:lnTo>
                    <a:pt x="67932" y="363994"/>
                  </a:lnTo>
                  <a:lnTo>
                    <a:pt x="66001" y="350951"/>
                  </a:lnTo>
                  <a:lnTo>
                    <a:pt x="63068" y="337121"/>
                  </a:lnTo>
                  <a:lnTo>
                    <a:pt x="59143" y="322465"/>
                  </a:lnTo>
                  <a:lnTo>
                    <a:pt x="40284" y="258432"/>
                  </a:lnTo>
                  <a:lnTo>
                    <a:pt x="36283" y="242722"/>
                  </a:lnTo>
                  <a:lnTo>
                    <a:pt x="33147" y="227241"/>
                  </a:lnTo>
                  <a:lnTo>
                    <a:pt x="30848" y="211988"/>
                  </a:lnTo>
                  <a:lnTo>
                    <a:pt x="29425" y="196964"/>
                  </a:lnTo>
                  <a:lnTo>
                    <a:pt x="29502" y="180822"/>
                  </a:lnTo>
                  <a:lnTo>
                    <a:pt x="39141" y="136258"/>
                  </a:lnTo>
                  <a:lnTo>
                    <a:pt x="60426" y="92824"/>
                  </a:lnTo>
                  <a:lnTo>
                    <a:pt x="68859" y="78905"/>
                  </a:lnTo>
                  <a:lnTo>
                    <a:pt x="68859" y="75819"/>
                  </a:lnTo>
                  <a:close/>
                </a:path>
                <a:path w="577215" h="899795">
                  <a:moveTo>
                    <a:pt x="57708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83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52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13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791"/>
                  </a:lnTo>
                  <a:lnTo>
                    <a:pt x="135864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35"/>
                  </a:lnTo>
                  <a:lnTo>
                    <a:pt x="131991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09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73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898842"/>
                  </a:lnTo>
                  <a:lnTo>
                    <a:pt x="94449" y="898842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77088" y="309372"/>
                  </a:lnTo>
                  <a:lnTo>
                    <a:pt x="57708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58" y="252222"/>
                  </a:lnTo>
                  <a:lnTo>
                    <a:pt x="577088" y="252222"/>
                  </a:lnTo>
                  <a:lnTo>
                    <a:pt x="57708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73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11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73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49"/>
                  </a:lnTo>
                  <a:lnTo>
                    <a:pt x="189230" y="272643"/>
                  </a:lnTo>
                  <a:lnTo>
                    <a:pt x="194894" y="276250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73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623" y="195072"/>
                  </a:lnTo>
                  <a:lnTo>
                    <a:pt x="577088" y="195072"/>
                  </a:lnTo>
                  <a:lnTo>
                    <a:pt x="57708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57"/>
                  </a:lnTo>
                  <a:lnTo>
                    <a:pt x="172008" y="244335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68"/>
                  </a:lnTo>
                  <a:lnTo>
                    <a:pt x="161823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70" y="189357"/>
                  </a:lnTo>
                  <a:lnTo>
                    <a:pt x="169964" y="184899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77088" y="137922"/>
                  </a:lnTo>
                  <a:lnTo>
                    <a:pt x="57708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79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77088" y="80772"/>
                  </a:lnTo>
                  <a:lnTo>
                    <a:pt x="57708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F56C0417-509C-015A-8205-7437E179FAA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5142" y="7218004"/>
              <a:ext cx="216598" cy="267461"/>
            </a:xfrm>
            <a:prstGeom prst="rect">
              <a:avLst/>
            </a:prstGeom>
          </p:spPr>
        </p:pic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631748AD-65A1-05D3-6D76-F23C916C7923}"/>
                </a:ext>
              </a:extLst>
            </p:cNvPr>
            <p:cNvSpPr/>
            <p:nvPr/>
          </p:nvSpPr>
          <p:spPr>
            <a:xfrm>
              <a:off x="756475" y="7275166"/>
              <a:ext cx="1139190" cy="386080"/>
            </a:xfrm>
            <a:custGeom>
              <a:avLst/>
              <a:gdLst/>
              <a:ahLst/>
              <a:cxnLst/>
              <a:rect l="l" t="t" r="r" b="b"/>
              <a:pathLst>
                <a:path w="1139189" h="386079">
                  <a:moveTo>
                    <a:pt x="1138847" y="28575"/>
                  </a:moveTo>
                  <a:lnTo>
                    <a:pt x="339877" y="28575"/>
                  </a:lnTo>
                  <a:lnTo>
                    <a:pt x="339877" y="0"/>
                  </a:lnTo>
                  <a:lnTo>
                    <a:pt x="329882" y="0"/>
                  </a:lnTo>
                  <a:lnTo>
                    <a:pt x="329882" y="28575"/>
                  </a:lnTo>
                  <a:lnTo>
                    <a:pt x="0" y="28575"/>
                  </a:lnTo>
                  <a:lnTo>
                    <a:pt x="0" y="34290"/>
                  </a:lnTo>
                  <a:lnTo>
                    <a:pt x="329882" y="34290"/>
                  </a:lnTo>
                  <a:lnTo>
                    <a:pt x="329882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329882" y="91440"/>
                  </a:lnTo>
                  <a:lnTo>
                    <a:pt x="329882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329882" y="148590"/>
                  </a:lnTo>
                  <a:lnTo>
                    <a:pt x="329882" y="200025"/>
                  </a:lnTo>
                  <a:lnTo>
                    <a:pt x="329882" y="205740"/>
                  </a:lnTo>
                  <a:lnTo>
                    <a:pt x="329882" y="257175"/>
                  </a:lnTo>
                  <a:lnTo>
                    <a:pt x="139395" y="257175"/>
                  </a:lnTo>
                  <a:lnTo>
                    <a:pt x="139661" y="255739"/>
                  </a:lnTo>
                  <a:lnTo>
                    <a:pt x="142608" y="251358"/>
                  </a:lnTo>
                  <a:lnTo>
                    <a:pt x="147574" y="247738"/>
                  </a:lnTo>
                  <a:lnTo>
                    <a:pt x="153098" y="243547"/>
                  </a:lnTo>
                  <a:lnTo>
                    <a:pt x="156235" y="238696"/>
                  </a:lnTo>
                  <a:lnTo>
                    <a:pt x="156997" y="233172"/>
                  </a:lnTo>
                  <a:lnTo>
                    <a:pt x="156235" y="229552"/>
                  </a:lnTo>
                  <a:lnTo>
                    <a:pt x="154520" y="226123"/>
                  </a:lnTo>
                  <a:lnTo>
                    <a:pt x="151853" y="222885"/>
                  </a:lnTo>
                  <a:lnTo>
                    <a:pt x="143852" y="214312"/>
                  </a:lnTo>
                  <a:lnTo>
                    <a:pt x="140804" y="210312"/>
                  </a:lnTo>
                  <a:lnTo>
                    <a:pt x="139090" y="206781"/>
                  </a:lnTo>
                  <a:lnTo>
                    <a:pt x="138950" y="205740"/>
                  </a:lnTo>
                  <a:lnTo>
                    <a:pt x="329882" y="205740"/>
                  </a:lnTo>
                  <a:lnTo>
                    <a:pt x="329882" y="200025"/>
                  </a:lnTo>
                  <a:lnTo>
                    <a:pt x="139395" y="200025"/>
                  </a:lnTo>
                  <a:lnTo>
                    <a:pt x="139661" y="198589"/>
                  </a:lnTo>
                  <a:lnTo>
                    <a:pt x="142608" y="194208"/>
                  </a:lnTo>
                  <a:lnTo>
                    <a:pt x="147574" y="190588"/>
                  </a:lnTo>
                  <a:lnTo>
                    <a:pt x="153098" y="186397"/>
                  </a:lnTo>
                  <a:lnTo>
                    <a:pt x="156235" y="181546"/>
                  </a:lnTo>
                  <a:lnTo>
                    <a:pt x="156997" y="176022"/>
                  </a:lnTo>
                  <a:lnTo>
                    <a:pt x="156235" y="172402"/>
                  </a:lnTo>
                  <a:lnTo>
                    <a:pt x="154520" y="168973"/>
                  </a:lnTo>
                  <a:lnTo>
                    <a:pt x="151853" y="165735"/>
                  </a:lnTo>
                  <a:lnTo>
                    <a:pt x="143852" y="157162"/>
                  </a:lnTo>
                  <a:lnTo>
                    <a:pt x="139852" y="157162"/>
                  </a:lnTo>
                  <a:lnTo>
                    <a:pt x="142709" y="160020"/>
                  </a:lnTo>
                  <a:lnTo>
                    <a:pt x="144526" y="163639"/>
                  </a:lnTo>
                  <a:lnTo>
                    <a:pt x="130898" y="184975"/>
                  </a:lnTo>
                  <a:lnTo>
                    <a:pt x="127749" y="189738"/>
                  </a:lnTo>
                  <a:lnTo>
                    <a:pt x="127000" y="195453"/>
                  </a:lnTo>
                  <a:lnTo>
                    <a:pt x="127749" y="199072"/>
                  </a:lnTo>
                  <a:lnTo>
                    <a:pt x="128219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32143" y="205740"/>
                  </a:lnTo>
                  <a:lnTo>
                    <a:pt x="139852" y="214312"/>
                  </a:lnTo>
                  <a:lnTo>
                    <a:pt x="142709" y="217170"/>
                  </a:lnTo>
                  <a:lnTo>
                    <a:pt x="144526" y="220789"/>
                  </a:lnTo>
                  <a:lnTo>
                    <a:pt x="145288" y="225171"/>
                  </a:lnTo>
                  <a:lnTo>
                    <a:pt x="144322" y="230124"/>
                  </a:lnTo>
                  <a:lnTo>
                    <a:pt x="141376" y="234505"/>
                  </a:lnTo>
                  <a:lnTo>
                    <a:pt x="136423" y="238315"/>
                  </a:lnTo>
                  <a:lnTo>
                    <a:pt x="130898" y="242125"/>
                  </a:lnTo>
                  <a:lnTo>
                    <a:pt x="127749" y="246888"/>
                  </a:lnTo>
                  <a:lnTo>
                    <a:pt x="127000" y="252603"/>
                  </a:lnTo>
                  <a:lnTo>
                    <a:pt x="127749" y="256222"/>
                  </a:lnTo>
                  <a:lnTo>
                    <a:pt x="128219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132143" y="262890"/>
                  </a:lnTo>
                  <a:lnTo>
                    <a:pt x="139852" y="271462"/>
                  </a:lnTo>
                  <a:lnTo>
                    <a:pt x="142709" y="274320"/>
                  </a:lnTo>
                  <a:lnTo>
                    <a:pt x="144526" y="277939"/>
                  </a:lnTo>
                  <a:lnTo>
                    <a:pt x="145288" y="282321"/>
                  </a:lnTo>
                  <a:lnTo>
                    <a:pt x="144322" y="287274"/>
                  </a:lnTo>
                  <a:lnTo>
                    <a:pt x="141376" y="291655"/>
                  </a:lnTo>
                  <a:lnTo>
                    <a:pt x="136423" y="295465"/>
                  </a:lnTo>
                  <a:lnTo>
                    <a:pt x="130898" y="299275"/>
                  </a:lnTo>
                  <a:lnTo>
                    <a:pt x="127749" y="304038"/>
                  </a:lnTo>
                  <a:lnTo>
                    <a:pt x="127000" y="309753"/>
                  </a:lnTo>
                  <a:lnTo>
                    <a:pt x="127749" y="313372"/>
                  </a:lnTo>
                  <a:lnTo>
                    <a:pt x="129463" y="316801"/>
                  </a:lnTo>
                  <a:lnTo>
                    <a:pt x="132143" y="320040"/>
                  </a:lnTo>
                  <a:lnTo>
                    <a:pt x="139852" y="328612"/>
                  </a:lnTo>
                  <a:lnTo>
                    <a:pt x="142709" y="331470"/>
                  </a:lnTo>
                  <a:lnTo>
                    <a:pt x="144526" y="335089"/>
                  </a:lnTo>
                  <a:lnTo>
                    <a:pt x="130898" y="356425"/>
                  </a:lnTo>
                  <a:lnTo>
                    <a:pt x="127749" y="361188"/>
                  </a:lnTo>
                  <a:lnTo>
                    <a:pt x="127000" y="366903"/>
                  </a:lnTo>
                  <a:lnTo>
                    <a:pt x="127749" y="370522"/>
                  </a:lnTo>
                  <a:lnTo>
                    <a:pt x="129463" y="373951"/>
                  </a:lnTo>
                  <a:lnTo>
                    <a:pt x="132143" y="377190"/>
                  </a:lnTo>
                  <a:lnTo>
                    <a:pt x="139852" y="385762"/>
                  </a:lnTo>
                  <a:lnTo>
                    <a:pt x="143852" y="385762"/>
                  </a:lnTo>
                  <a:lnTo>
                    <a:pt x="140804" y="381762"/>
                  </a:lnTo>
                  <a:lnTo>
                    <a:pt x="139090" y="378231"/>
                  </a:lnTo>
                  <a:lnTo>
                    <a:pt x="138709" y="375183"/>
                  </a:lnTo>
                  <a:lnTo>
                    <a:pt x="139661" y="370039"/>
                  </a:lnTo>
                  <a:lnTo>
                    <a:pt x="142608" y="365658"/>
                  </a:lnTo>
                  <a:lnTo>
                    <a:pt x="147574" y="362038"/>
                  </a:lnTo>
                  <a:lnTo>
                    <a:pt x="153098" y="357847"/>
                  </a:lnTo>
                  <a:lnTo>
                    <a:pt x="156235" y="352996"/>
                  </a:lnTo>
                  <a:lnTo>
                    <a:pt x="156997" y="347472"/>
                  </a:lnTo>
                  <a:lnTo>
                    <a:pt x="156235" y="343852"/>
                  </a:lnTo>
                  <a:lnTo>
                    <a:pt x="154520" y="340423"/>
                  </a:lnTo>
                  <a:lnTo>
                    <a:pt x="151853" y="337185"/>
                  </a:lnTo>
                  <a:lnTo>
                    <a:pt x="143852" y="328612"/>
                  </a:lnTo>
                  <a:lnTo>
                    <a:pt x="140804" y="324612"/>
                  </a:lnTo>
                  <a:lnTo>
                    <a:pt x="139090" y="321081"/>
                  </a:lnTo>
                  <a:lnTo>
                    <a:pt x="138709" y="318033"/>
                  </a:lnTo>
                  <a:lnTo>
                    <a:pt x="139661" y="312889"/>
                  </a:lnTo>
                  <a:lnTo>
                    <a:pt x="142608" y="308508"/>
                  </a:lnTo>
                  <a:lnTo>
                    <a:pt x="147574" y="304888"/>
                  </a:lnTo>
                  <a:lnTo>
                    <a:pt x="153098" y="300697"/>
                  </a:lnTo>
                  <a:lnTo>
                    <a:pt x="156235" y="295846"/>
                  </a:lnTo>
                  <a:lnTo>
                    <a:pt x="156997" y="290322"/>
                  </a:lnTo>
                  <a:lnTo>
                    <a:pt x="156235" y="286702"/>
                  </a:lnTo>
                  <a:lnTo>
                    <a:pt x="154520" y="283273"/>
                  </a:lnTo>
                  <a:lnTo>
                    <a:pt x="151853" y="280035"/>
                  </a:lnTo>
                  <a:lnTo>
                    <a:pt x="143852" y="271462"/>
                  </a:lnTo>
                  <a:lnTo>
                    <a:pt x="140804" y="267462"/>
                  </a:lnTo>
                  <a:lnTo>
                    <a:pt x="139090" y="263931"/>
                  </a:lnTo>
                  <a:lnTo>
                    <a:pt x="138950" y="262890"/>
                  </a:lnTo>
                  <a:lnTo>
                    <a:pt x="329882" y="262890"/>
                  </a:lnTo>
                  <a:lnTo>
                    <a:pt x="329882" y="331470"/>
                  </a:lnTo>
                  <a:lnTo>
                    <a:pt x="339877" y="331470"/>
                  </a:lnTo>
                  <a:lnTo>
                    <a:pt x="339877" y="262890"/>
                  </a:lnTo>
                  <a:lnTo>
                    <a:pt x="1138847" y="262890"/>
                  </a:lnTo>
                  <a:lnTo>
                    <a:pt x="1138847" y="257175"/>
                  </a:lnTo>
                  <a:lnTo>
                    <a:pt x="339877" y="257175"/>
                  </a:lnTo>
                  <a:lnTo>
                    <a:pt x="339877" y="205740"/>
                  </a:lnTo>
                  <a:lnTo>
                    <a:pt x="1138847" y="205740"/>
                  </a:lnTo>
                  <a:lnTo>
                    <a:pt x="1138847" y="200025"/>
                  </a:lnTo>
                  <a:lnTo>
                    <a:pt x="339877" y="200025"/>
                  </a:lnTo>
                  <a:lnTo>
                    <a:pt x="339877" y="148590"/>
                  </a:lnTo>
                  <a:lnTo>
                    <a:pt x="1138847" y="148590"/>
                  </a:lnTo>
                  <a:lnTo>
                    <a:pt x="1138847" y="142875"/>
                  </a:lnTo>
                  <a:lnTo>
                    <a:pt x="339877" y="142875"/>
                  </a:lnTo>
                  <a:lnTo>
                    <a:pt x="339877" y="91440"/>
                  </a:lnTo>
                  <a:lnTo>
                    <a:pt x="1138847" y="91440"/>
                  </a:lnTo>
                  <a:lnTo>
                    <a:pt x="1138847" y="85725"/>
                  </a:lnTo>
                  <a:lnTo>
                    <a:pt x="339877" y="85725"/>
                  </a:lnTo>
                  <a:lnTo>
                    <a:pt x="339877" y="34290"/>
                  </a:lnTo>
                  <a:lnTo>
                    <a:pt x="1138847" y="34290"/>
                  </a:lnTo>
                  <a:lnTo>
                    <a:pt x="1138847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09561F8E-2B14-65CC-3D79-EBED6002182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6343" y="7445271"/>
              <a:ext cx="150629" cy="202501"/>
            </a:xfrm>
            <a:prstGeom prst="rect">
              <a:avLst/>
            </a:prstGeom>
          </p:spPr>
        </p:pic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3CFB36BD-54DF-1372-4D76-84ABFE6BB577}"/>
                </a:ext>
              </a:extLst>
            </p:cNvPr>
            <p:cNvSpPr/>
            <p:nvPr/>
          </p:nvSpPr>
          <p:spPr>
            <a:xfrm>
              <a:off x="1239075" y="7218016"/>
              <a:ext cx="300990" cy="400050"/>
            </a:xfrm>
            <a:custGeom>
              <a:avLst/>
              <a:gdLst/>
              <a:ahLst/>
              <a:cxnLst/>
              <a:rect l="l" t="t" r="r" b="b"/>
              <a:pathLst>
                <a:path w="300990" h="400050">
                  <a:moveTo>
                    <a:pt x="74295" y="219735"/>
                  </a:moveTo>
                  <a:lnTo>
                    <a:pt x="74104" y="212496"/>
                  </a:lnTo>
                  <a:lnTo>
                    <a:pt x="74002" y="212293"/>
                  </a:lnTo>
                  <a:lnTo>
                    <a:pt x="74002" y="28575"/>
                  </a:lnTo>
                  <a:lnTo>
                    <a:pt x="64008" y="28575"/>
                  </a:lnTo>
                  <a:lnTo>
                    <a:pt x="64008" y="202006"/>
                  </a:lnTo>
                  <a:lnTo>
                    <a:pt x="62001" y="200406"/>
                  </a:lnTo>
                  <a:lnTo>
                    <a:pt x="55524" y="198691"/>
                  </a:lnTo>
                  <a:lnTo>
                    <a:pt x="47142" y="198882"/>
                  </a:lnTo>
                  <a:lnTo>
                    <a:pt x="39217" y="199834"/>
                  </a:lnTo>
                  <a:lnTo>
                    <a:pt x="4635" y="222948"/>
                  </a:lnTo>
                  <a:lnTo>
                    <a:pt x="0" y="236880"/>
                  </a:lnTo>
                  <a:lnTo>
                    <a:pt x="190" y="243357"/>
                  </a:lnTo>
                  <a:lnTo>
                    <a:pt x="25146" y="258318"/>
                  </a:lnTo>
                  <a:lnTo>
                    <a:pt x="33629" y="257365"/>
                  </a:lnTo>
                  <a:lnTo>
                    <a:pt x="69646" y="234315"/>
                  </a:lnTo>
                  <a:lnTo>
                    <a:pt x="72847" y="227304"/>
                  </a:lnTo>
                  <a:lnTo>
                    <a:pt x="74295" y="219735"/>
                  </a:lnTo>
                  <a:close/>
                </a:path>
                <a:path w="300990" h="400050">
                  <a:moveTo>
                    <a:pt x="185445" y="190309"/>
                  </a:moveTo>
                  <a:lnTo>
                    <a:pt x="184683" y="186690"/>
                  </a:lnTo>
                  <a:lnTo>
                    <a:pt x="182968" y="183261"/>
                  </a:lnTo>
                  <a:lnTo>
                    <a:pt x="180301" y="180022"/>
                  </a:lnTo>
                  <a:lnTo>
                    <a:pt x="172300" y="171450"/>
                  </a:lnTo>
                  <a:lnTo>
                    <a:pt x="168300" y="171450"/>
                  </a:lnTo>
                  <a:lnTo>
                    <a:pt x="171157" y="174307"/>
                  </a:lnTo>
                  <a:lnTo>
                    <a:pt x="172974" y="177927"/>
                  </a:lnTo>
                  <a:lnTo>
                    <a:pt x="159346" y="199263"/>
                  </a:lnTo>
                  <a:lnTo>
                    <a:pt x="156210" y="204025"/>
                  </a:lnTo>
                  <a:lnTo>
                    <a:pt x="155448" y="209740"/>
                  </a:lnTo>
                  <a:lnTo>
                    <a:pt x="156210" y="213360"/>
                  </a:lnTo>
                  <a:lnTo>
                    <a:pt x="157924" y="216789"/>
                  </a:lnTo>
                  <a:lnTo>
                    <a:pt x="160591" y="220027"/>
                  </a:lnTo>
                  <a:lnTo>
                    <a:pt x="168300" y="228600"/>
                  </a:lnTo>
                  <a:lnTo>
                    <a:pt x="171157" y="231457"/>
                  </a:lnTo>
                  <a:lnTo>
                    <a:pt x="172974" y="235077"/>
                  </a:lnTo>
                  <a:lnTo>
                    <a:pt x="159346" y="256413"/>
                  </a:lnTo>
                  <a:lnTo>
                    <a:pt x="156210" y="261175"/>
                  </a:lnTo>
                  <a:lnTo>
                    <a:pt x="155448" y="266890"/>
                  </a:lnTo>
                  <a:lnTo>
                    <a:pt x="156210" y="270510"/>
                  </a:lnTo>
                  <a:lnTo>
                    <a:pt x="157924" y="273939"/>
                  </a:lnTo>
                  <a:lnTo>
                    <a:pt x="160591" y="277177"/>
                  </a:lnTo>
                  <a:lnTo>
                    <a:pt x="168300" y="285750"/>
                  </a:lnTo>
                  <a:lnTo>
                    <a:pt x="171157" y="288607"/>
                  </a:lnTo>
                  <a:lnTo>
                    <a:pt x="172974" y="292227"/>
                  </a:lnTo>
                  <a:lnTo>
                    <a:pt x="159346" y="313563"/>
                  </a:lnTo>
                  <a:lnTo>
                    <a:pt x="156210" y="318325"/>
                  </a:lnTo>
                  <a:lnTo>
                    <a:pt x="155448" y="324040"/>
                  </a:lnTo>
                  <a:lnTo>
                    <a:pt x="156210" y="327660"/>
                  </a:lnTo>
                  <a:lnTo>
                    <a:pt x="157924" y="331089"/>
                  </a:lnTo>
                  <a:lnTo>
                    <a:pt x="160591" y="334327"/>
                  </a:lnTo>
                  <a:lnTo>
                    <a:pt x="168300" y="342900"/>
                  </a:lnTo>
                  <a:lnTo>
                    <a:pt x="171157" y="345757"/>
                  </a:lnTo>
                  <a:lnTo>
                    <a:pt x="172974" y="349377"/>
                  </a:lnTo>
                  <a:lnTo>
                    <a:pt x="159346" y="370713"/>
                  </a:lnTo>
                  <a:lnTo>
                    <a:pt x="156210" y="375475"/>
                  </a:lnTo>
                  <a:lnTo>
                    <a:pt x="155448" y="381190"/>
                  </a:lnTo>
                  <a:lnTo>
                    <a:pt x="156210" y="384810"/>
                  </a:lnTo>
                  <a:lnTo>
                    <a:pt x="157924" y="388239"/>
                  </a:lnTo>
                  <a:lnTo>
                    <a:pt x="160591" y="391477"/>
                  </a:lnTo>
                  <a:lnTo>
                    <a:pt x="168300" y="400050"/>
                  </a:lnTo>
                  <a:lnTo>
                    <a:pt x="172300" y="400050"/>
                  </a:lnTo>
                  <a:lnTo>
                    <a:pt x="169252" y="396049"/>
                  </a:lnTo>
                  <a:lnTo>
                    <a:pt x="167538" y="392518"/>
                  </a:lnTo>
                  <a:lnTo>
                    <a:pt x="167157" y="389470"/>
                  </a:lnTo>
                  <a:lnTo>
                    <a:pt x="168109" y="384327"/>
                  </a:lnTo>
                  <a:lnTo>
                    <a:pt x="171069" y="379945"/>
                  </a:lnTo>
                  <a:lnTo>
                    <a:pt x="176022" y="376326"/>
                  </a:lnTo>
                  <a:lnTo>
                    <a:pt x="181546" y="372135"/>
                  </a:lnTo>
                  <a:lnTo>
                    <a:pt x="184683" y="367284"/>
                  </a:lnTo>
                  <a:lnTo>
                    <a:pt x="185445" y="361759"/>
                  </a:lnTo>
                  <a:lnTo>
                    <a:pt x="184683" y="358140"/>
                  </a:lnTo>
                  <a:lnTo>
                    <a:pt x="182968" y="354711"/>
                  </a:lnTo>
                  <a:lnTo>
                    <a:pt x="180301" y="351472"/>
                  </a:lnTo>
                  <a:lnTo>
                    <a:pt x="172300" y="342900"/>
                  </a:lnTo>
                  <a:lnTo>
                    <a:pt x="169252" y="338899"/>
                  </a:lnTo>
                  <a:lnTo>
                    <a:pt x="167538" y="335368"/>
                  </a:lnTo>
                  <a:lnTo>
                    <a:pt x="167157" y="332320"/>
                  </a:lnTo>
                  <a:lnTo>
                    <a:pt x="168109" y="327177"/>
                  </a:lnTo>
                  <a:lnTo>
                    <a:pt x="171069" y="322795"/>
                  </a:lnTo>
                  <a:lnTo>
                    <a:pt x="176022" y="319176"/>
                  </a:lnTo>
                  <a:lnTo>
                    <a:pt x="181546" y="314985"/>
                  </a:lnTo>
                  <a:lnTo>
                    <a:pt x="184683" y="310134"/>
                  </a:lnTo>
                  <a:lnTo>
                    <a:pt x="185445" y="304609"/>
                  </a:lnTo>
                  <a:lnTo>
                    <a:pt x="184683" y="300990"/>
                  </a:lnTo>
                  <a:lnTo>
                    <a:pt x="182968" y="297561"/>
                  </a:lnTo>
                  <a:lnTo>
                    <a:pt x="180301" y="294322"/>
                  </a:lnTo>
                  <a:lnTo>
                    <a:pt x="172300" y="285750"/>
                  </a:lnTo>
                  <a:lnTo>
                    <a:pt x="169252" y="281749"/>
                  </a:lnTo>
                  <a:lnTo>
                    <a:pt x="167538" y="278218"/>
                  </a:lnTo>
                  <a:lnTo>
                    <a:pt x="167157" y="275170"/>
                  </a:lnTo>
                  <a:lnTo>
                    <a:pt x="168109" y="270027"/>
                  </a:lnTo>
                  <a:lnTo>
                    <a:pt x="171069" y="265645"/>
                  </a:lnTo>
                  <a:lnTo>
                    <a:pt x="176022" y="262026"/>
                  </a:lnTo>
                  <a:lnTo>
                    <a:pt x="181546" y="257835"/>
                  </a:lnTo>
                  <a:lnTo>
                    <a:pt x="184683" y="252984"/>
                  </a:lnTo>
                  <a:lnTo>
                    <a:pt x="185445" y="247459"/>
                  </a:lnTo>
                  <a:lnTo>
                    <a:pt x="184683" y="243840"/>
                  </a:lnTo>
                  <a:lnTo>
                    <a:pt x="182968" y="240411"/>
                  </a:lnTo>
                  <a:lnTo>
                    <a:pt x="180301" y="237172"/>
                  </a:lnTo>
                  <a:lnTo>
                    <a:pt x="172300" y="228600"/>
                  </a:lnTo>
                  <a:lnTo>
                    <a:pt x="169252" y="224599"/>
                  </a:lnTo>
                  <a:lnTo>
                    <a:pt x="167538" y="221068"/>
                  </a:lnTo>
                  <a:lnTo>
                    <a:pt x="167157" y="218020"/>
                  </a:lnTo>
                  <a:lnTo>
                    <a:pt x="168109" y="212877"/>
                  </a:lnTo>
                  <a:lnTo>
                    <a:pt x="171069" y="208495"/>
                  </a:lnTo>
                  <a:lnTo>
                    <a:pt x="176022" y="204876"/>
                  </a:lnTo>
                  <a:lnTo>
                    <a:pt x="181546" y="200685"/>
                  </a:lnTo>
                  <a:lnTo>
                    <a:pt x="184683" y="195834"/>
                  </a:lnTo>
                  <a:lnTo>
                    <a:pt x="185445" y="190309"/>
                  </a:lnTo>
                  <a:close/>
                </a:path>
                <a:path w="300990" h="400050">
                  <a:moveTo>
                    <a:pt x="300888" y="0"/>
                  </a:moveTo>
                  <a:lnTo>
                    <a:pt x="290893" y="0"/>
                  </a:lnTo>
                  <a:lnTo>
                    <a:pt x="290893" y="360045"/>
                  </a:lnTo>
                  <a:lnTo>
                    <a:pt x="300888" y="360045"/>
                  </a:lnTo>
                  <a:lnTo>
                    <a:pt x="3008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>
              <a:extLst>
                <a:ext uri="{FF2B5EF4-FFF2-40B4-BE49-F238E27FC236}">
                  <a16:creationId xmlns:a16="http://schemas.microsoft.com/office/drawing/2014/main" id="{C116600C-65ED-2B4F-CFF8-4326F73AAD6A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9446" y="7502421"/>
              <a:ext cx="111140" cy="116776"/>
            </a:xfrm>
            <a:prstGeom prst="rect">
              <a:avLst/>
            </a:prstGeom>
          </p:spPr>
        </p:pic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364B3F92-88F4-3DD1-D424-C18D828133AD}"/>
                </a:ext>
              </a:extLst>
            </p:cNvPr>
            <p:cNvSpPr/>
            <p:nvPr/>
          </p:nvSpPr>
          <p:spPr>
            <a:xfrm>
              <a:off x="1465964" y="7388121"/>
              <a:ext cx="74295" cy="59690"/>
            </a:xfrm>
            <a:custGeom>
              <a:avLst/>
              <a:gdLst/>
              <a:ahLst/>
              <a:cxnLst/>
              <a:rect l="l" t="t" r="r" b="b"/>
              <a:pathLst>
                <a:path w="74294" h="59690">
                  <a:moveTo>
                    <a:pt x="25145" y="59626"/>
                  </a:moveTo>
                  <a:lnTo>
                    <a:pt x="0" y="38195"/>
                  </a:lnTo>
                  <a:lnTo>
                    <a:pt x="1446" y="30997"/>
                  </a:lnTo>
                  <a:lnTo>
                    <a:pt x="31432" y="3476"/>
                  </a:lnTo>
                  <a:lnTo>
                    <a:pt x="55530" y="0"/>
                  </a:lnTo>
                  <a:lnTo>
                    <a:pt x="62007" y="1714"/>
                  </a:lnTo>
                  <a:lnTo>
                    <a:pt x="66579" y="5333"/>
                  </a:lnTo>
                  <a:lnTo>
                    <a:pt x="71532" y="8572"/>
                  </a:lnTo>
                  <a:lnTo>
                    <a:pt x="74104" y="13811"/>
                  </a:lnTo>
                  <a:lnTo>
                    <a:pt x="74294" y="21050"/>
                  </a:lnTo>
                  <a:lnTo>
                    <a:pt x="72848" y="28622"/>
                  </a:lnTo>
                  <a:lnTo>
                    <a:pt x="41933" y="56411"/>
                  </a:lnTo>
                  <a:lnTo>
                    <a:pt x="33629" y="58679"/>
                  </a:lnTo>
                  <a:lnTo>
                    <a:pt x="25145" y="596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>
              <a:extLst>
                <a:ext uri="{FF2B5EF4-FFF2-40B4-BE49-F238E27FC236}">
                  <a16:creationId xmlns:a16="http://schemas.microsoft.com/office/drawing/2014/main" id="{F171D554-3D92-F4A6-5111-53835A519EA9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6686" y="7336876"/>
              <a:ext cx="130301" cy="281177"/>
            </a:xfrm>
            <a:prstGeom prst="rect">
              <a:avLst/>
            </a:prstGeom>
          </p:spPr>
        </p:pic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D779D171-2181-EE02-243A-3F6FDEB313D3}"/>
                </a:ext>
              </a:extLst>
            </p:cNvPr>
            <p:cNvSpPr/>
            <p:nvPr/>
          </p:nvSpPr>
          <p:spPr>
            <a:xfrm>
              <a:off x="1895322" y="7302408"/>
              <a:ext cx="1056640" cy="287655"/>
            </a:xfrm>
            <a:custGeom>
              <a:avLst/>
              <a:gdLst/>
              <a:ahLst/>
              <a:cxnLst/>
              <a:rect l="l" t="t" r="r" b="b"/>
              <a:pathLst>
                <a:path w="1056639" h="287654">
                  <a:moveTo>
                    <a:pt x="1043673" y="1333"/>
                  </a:moveTo>
                  <a:lnTo>
                    <a:pt x="925156" y="1333"/>
                  </a:lnTo>
                  <a:lnTo>
                    <a:pt x="920127" y="0"/>
                  </a:lnTo>
                  <a:lnTo>
                    <a:pt x="911745" y="190"/>
                  </a:lnTo>
                  <a:lnTo>
                    <a:pt x="903808" y="1143"/>
                  </a:lnTo>
                  <a:lnTo>
                    <a:pt x="903160" y="1333"/>
                  </a:lnTo>
                  <a:lnTo>
                    <a:pt x="888580" y="1333"/>
                  </a:lnTo>
                  <a:lnTo>
                    <a:pt x="888580" y="7048"/>
                  </a:lnTo>
                  <a:lnTo>
                    <a:pt x="888377" y="7150"/>
                  </a:lnTo>
                  <a:lnTo>
                    <a:pt x="880884" y="12192"/>
                  </a:lnTo>
                  <a:lnTo>
                    <a:pt x="879538" y="13360"/>
                  </a:lnTo>
                  <a:lnTo>
                    <a:pt x="879538" y="58483"/>
                  </a:lnTo>
                  <a:lnTo>
                    <a:pt x="874598" y="58483"/>
                  </a:lnTo>
                  <a:lnTo>
                    <a:pt x="874598" y="55956"/>
                  </a:lnTo>
                  <a:lnTo>
                    <a:pt x="876592" y="57531"/>
                  </a:lnTo>
                  <a:lnTo>
                    <a:pt x="879538" y="58483"/>
                  </a:lnTo>
                  <a:lnTo>
                    <a:pt x="879538" y="13360"/>
                  </a:lnTo>
                  <a:lnTo>
                    <a:pt x="874179" y="17995"/>
                  </a:lnTo>
                  <a:lnTo>
                    <a:pt x="869238" y="24257"/>
                  </a:lnTo>
                  <a:lnTo>
                    <a:pt x="866038" y="30988"/>
                  </a:lnTo>
                  <a:lnTo>
                    <a:pt x="864590" y="38188"/>
                  </a:lnTo>
                  <a:lnTo>
                    <a:pt x="864679" y="41338"/>
                  </a:lnTo>
                  <a:lnTo>
                    <a:pt x="864590" y="41338"/>
                  </a:lnTo>
                  <a:lnTo>
                    <a:pt x="864590" y="229933"/>
                  </a:lnTo>
                  <a:lnTo>
                    <a:pt x="710768" y="229933"/>
                  </a:lnTo>
                  <a:lnTo>
                    <a:pt x="710768" y="178498"/>
                  </a:lnTo>
                  <a:lnTo>
                    <a:pt x="864590" y="178498"/>
                  </a:lnTo>
                  <a:lnTo>
                    <a:pt x="864590" y="172783"/>
                  </a:lnTo>
                  <a:lnTo>
                    <a:pt x="710768" y="172783"/>
                  </a:lnTo>
                  <a:lnTo>
                    <a:pt x="710768" y="121348"/>
                  </a:lnTo>
                  <a:lnTo>
                    <a:pt x="864590" y="121348"/>
                  </a:lnTo>
                  <a:lnTo>
                    <a:pt x="864590" y="115633"/>
                  </a:lnTo>
                  <a:lnTo>
                    <a:pt x="710768" y="115633"/>
                  </a:lnTo>
                  <a:lnTo>
                    <a:pt x="710768" y="84531"/>
                  </a:lnTo>
                  <a:lnTo>
                    <a:pt x="712762" y="86106"/>
                  </a:lnTo>
                  <a:lnTo>
                    <a:pt x="718667" y="88011"/>
                  </a:lnTo>
                  <a:lnTo>
                    <a:pt x="758774" y="76479"/>
                  </a:lnTo>
                  <a:lnTo>
                    <a:pt x="770420" y="64198"/>
                  </a:lnTo>
                  <a:lnTo>
                    <a:pt x="864590" y="64198"/>
                  </a:lnTo>
                  <a:lnTo>
                    <a:pt x="864590" y="58483"/>
                  </a:lnTo>
                  <a:lnTo>
                    <a:pt x="773010" y="58483"/>
                  </a:lnTo>
                  <a:lnTo>
                    <a:pt x="773607" y="57188"/>
                  </a:lnTo>
                  <a:lnTo>
                    <a:pt x="775055" y="49618"/>
                  </a:lnTo>
                  <a:lnTo>
                    <a:pt x="774865" y="42379"/>
                  </a:lnTo>
                  <a:lnTo>
                    <a:pt x="772299" y="37147"/>
                  </a:lnTo>
                  <a:lnTo>
                    <a:pt x="767346" y="33909"/>
                  </a:lnTo>
                  <a:lnTo>
                    <a:pt x="762774" y="30289"/>
                  </a:lnTo>
                  <a:lnTo>
                    <a:pt x="756297" y="28575"/>
                  </a:lnTo>
                  <a:lnTo>
                    <a:pt x="747915" y="28765"/>
                  </a:lnTo>
                  <a:lnTo>
                    <a:pt x="739990" y="29718"/>
                  </a:lnTo>
                  <a:lnTo>
                    <a:pt x="705408" y="52832"/>
                  </a:lnTo>
                  <a:lnTo>
                    <a:pt x="702716" y="58483"/>
                  </a:lnTo>
                  <a:lnTo>
                    <a:pt x="701268" y="58483"/>
                  </a:lnTo>
                  <a:lnTo>
                    <a:pt x="701268" y="64198"/>
                  </a:lnTo>
                  <a:lnTo>
                    <a:pt x="700760" y="66763"/>
                  </a:lnTo>
                  <a:lnTo>
                    <a:pt x="700849" y="69913"/>
                  </a:lnTo>
                  <a:lnTo>
                    <a:pt x="700760" y="115633"/>
                  </a:lnTo>
                  <a:lnTo>
                    <a:pt x="700760" y="121348"/>
                  </a:lnTo>
                  <a:lnTo>
                    <a:pt x="700760" y="172783"/>
                  </a:lnTo>
                  <a:lnTo>
                    <a:pt x="700760" y="178498"/>
                  </a:lnTo>
                  <a:lnTo>
                    <a:pt x="700760" y="229933"/>
                  </a:lnTo>
                  <a:lnTo>
                    <a:pt x="527596" y="229933"/>
                  </a:lnTo>
                  <a:lnTo>
                    <a:pt x="527596" y="178498"/>
                  </a:lnTo>
                  <a:lnTo>
                    <a:pt x="700760" y="178498"/>
                  </a:lnTo>
                  <a:lnTo>
                    <a:pt x="700760" y="172783"/>
                  </a:lnTo>
                  <a:lnTo>
                    <a:pt x="527596" y="172783"/>
                  </a:lnTo>
                  <a:lnTo>
                    <a:pt x="527596" y="121348"/>
                  </a:lnTo>
                  <a:lnTo>
                    <a:pt x="700760" y="121348"/>
                  </a:lnTo>
                  <a:lnTo>
                    <a:pt x="700760" y="115633"/>
                  </a:lnTo>
                  <a:lnTo>
                    <a:pt x="551916" y="115633"/>
                  </a:lnTo>
                  <a:lnTo>
                    <a:pt x="559523" y="113550"/>
                  </a:lnTo>
                  <a:lnTo>
                    <a:pt x="567651" y="109969"/>
                  </a:lnTo>
                  <a:lnTo>
                    <a:pt x="591896" y="78193"/>
                  </a:lnTo>
                  <a:lnTo>
                    <a:pt x="591705" y="70954"/>
                  </a:lnTo>
                  <a:lnTo>
                    <a:pt x="589127" y="65722"/>
                  </a:lnTo>
                  <a:lnTo>
                    <a:pt x="586790" y="64198"/>
                  </a:lnTo>
                  <a:lnTo>
                    <a:pt x="701268" y="64198"/>
                  </a:lnTo>
                  <a:lnTo>
                    <a:pt x="701268" y="58483"/>
                  </a:lnTo>
                  <a:lnTo>
                    <a:pt x="578154" y="58483"/>
                  </a:lnTo>
                  <a:lnTo>
                    <a:pt x="573125" y="57150"/>
                  </a:lnTo>
                  <a:lnTo>
                    <a:pt x="564743" y="57340"/>
                  </a:lnTo>
                  <a:lnTo>
                    <a:pt x="556818" y="58293"/>
                  </a:lnTo>
                  <a:lnTo>
                    <a:pt x="556171" y="58483"/>
                  </a:lnTo>
                  <a:lnTo>
                    <a:pt x="541591" y="58483"/>
                  </a:lnTo>
                  <a:lnTo>
                    <a:pt x="541591" y="64198"/>
                  </a:lnTo>
                  <a:lnTo>
                    <a:pt x="541388" y="64300"/>
                  </a:lnTo>
                  <a:lnTo>
                    <a:pt x="533882" y="69342"/>
                  </a:lnTo>
                  <a:lnTo>
                    <a:pt x="532549" y="70510"/>
                  </a:lnTo>
                  <a:lnTo>
                    <a:pt x="532549" y="115633"/>
                  </a:lnTo>
                  <a:lnTo>
                    <a:pt x="527596" y="115633"/>
                  </a:lnTo>
                  <a:lnTo>
                    <a:pt x="527596" y="113093"/>
                  </a:lnTo>
                  <a:lnTo>
                    <a:pt x="529602" y="114681"/>
                  </a:lnTo>
                  <a:lnTo>
                    <a:pt x="532549" y="115633"/>
                  </a:lnTo>
                  <a:lnTo>
                    <a:pt x="532549" y="70510"/>
                  </a:lnTo>
                  <a:lnTo>
                    <a:pt x="527189" y="75145"/>
                  </a:lnTo>
                  <a:lnTo>
                    <a:pt x="522236" y="81407"/>
                  </a:lnTo>
                  <a:lnTo>
                    <a:pt x="519049" y="88138"/>
                  </a:lnTo>
                  <a:lnTo>
                    <a:pt x="517601" y="95338"/>
                  </a:lnTo>
                  <a:lnTo>
                    <a:pt x="517690" y="98488"/>
                  </a:lnTo>
                  <a:lnTo>
                    <a:pt x="517601" y="98488"/>
                  </a:lnTo>
                  <a:lnTo>
                    <a:pt x="517601" y="229933"/>
                  </a:lnTo>
                  <a:lnTo>
                    <a:pt x="335178" y="229933"/>
                  </a:lnTo>
                  <a:lnTo>
                    <a:pt x="370522" y="207073"/>
                  </a:lnTo>
                  <a:lnTo>
                    <a:pt x="375158" y="192493"/>
                  </a:lnTo>
                  <a:lnTo>
                    <a:pt x="374967" y="185254"/>
                  </a:lnTo>
                  <a:lnTo>
                    <a:pt x="374878" y="185077"/>
                  </a:lnTo>
                  <a:lnTo>
                    <a:pt x="374878" y="178498"/>
                  </a:lnTo>
                  <a:lnTo>
                    <a:pt x="517601" y="178498"/>
                  </a:lnTo>
                  <a:lnTo>
                    <a:pt x="517601" y="172783"/>
                  </a:lnTo>
                  <a:lnTo>
                    <a:pt x="374878" y="172783"/>
                  </a:lnTo>
                  <a:lnTo>
                    <a:pt x="374878" y="121348"/>
                  </a:lnTo>
                  <a:lnTo>
                    <a:pt x="517601" y="121348"/>
                  </a:lnTo>
                  <a:lnTo>
                    <a:pt x="517601" y="115633"/>
                  </a:lnTo>
                  <a:lnTo>
                    <a:pt x="374878" y="115633"/>
                  </a:lnTo>
                  <a:lnTo>
                    <a:pt x="374878" y="64198"/>
                  </a:lnTo>
                  <a:lnTo>
                    <a:pt x="541591" y="64198"/>
                  </a:lnTo>
                  <a:lnTo>
                    <a:pt x="541591" y="58483"/>
                  </a:lnTo>
                  <a:lnTo>
                    <a:pt x="374878" y="58483"/>
                  </a:lnTo>
                  <a:lnTo>
                    <a:pt x="374878" y="7048"/>
                  </a:lnTo>
                  <a:lnTo>
                    <a:pt x="888580" y="7048"/>
                  </a:lnTo>
                  <a:lnTo>
                    <a:pt x="888580" y="1333"/>
                  </a:lnTo>
                  <a:lnTo>
                    <a:pt x="374878" y="1333"/>
                  </a:lnTo>
                  <a:lnTo>
                    <a:pt x="364871" y="1333"/>
                  </a:lnTo>
                  <a:lnTo>
                    <a:pt x="364871" y="172783"/>
                  </a:lnTo>
                  <a:lnTo>
                    <a:pt x="361429" y="172783"/>
                  </a:lnTo>
                  <a:lnTo>
                    <a:pt x="356400" y="171450"/>
                  </a:lnTo>
                  <a:lnTo>
                    <a:pt x="348018" y="171640"/>
                  </a:lnTo>
                  <a:lnTo>
                    <a:pt x="340080" y="172593"/>
                  </a:lnTo>
                  <a:lnTo>
                    <a:pt x="339432" y="172783"/>
                  </a:lnTo>
                  <a:lnTo>
                    <a:pt x="324853" y="172783"/>
                  </a:lnTo>
                  <a:lnTo>
                    <a:pt x="324853" y="178498"/>
                  </a:lnTo>
                  <a:lnTo>
                    <a:pt x="324650" y="178600"/>
                  </a:lnTo>
                  <a:lnTo>
                    <a:pt x="317157" y="183642"/>
                  </a:lnTo>
                  <a:lnTo>
                    <a:pt x="310451" y="189445"/>
                  </a:lnTo>
                  <a:lnTo>
                    <a:pt x="305511" y="195707"/>
                  </a:lnTo>
                  <a:lnTo>
                    <a:pt x="302310" y="202438"/>
                  </a:lnTo>
                  <a:lnTo>
                    <a:pt x="300863" y="209638"/>
                  </a:lnTo>
                  <a:lnTo>
                    <a:pt x="301053" y="216115"/>
                  </a:lnTo>
                  <a:lnTo>
                    <a:pt x="303530" y="221361"/>
                  </a:lnTo>
                  <a:lnTo>
                    <a:pt x="308292" y="225361"/>
                  </a:lnTo>
                  <a:lnTo>
                    <a:pt x="312864" y="228981"/>
                  </a:lnTo>
                  <a:lnTo>
                    <a:pt x="315810" y="229933"/>
                  </a:lnTo>
                  <a:lnTo>
                    <a:pt x="94145" y="229933"/>
                  </a:lnTo>
                  <a:lnTo>
                    <a:pt x="94145" y="178498"/>
                  </a:lnTo>
                  <a:lnTo>
                    <a:pt x="324853" y="178498"/>
                  </a:lnTo>
                  <a:lnTo>
                    <a:pt x="324853" y="172783"/>
                  </a:lnTo>
                  <a:lnTo>
                    <a:pt x="94145" y="172783"/>
                  </a:lnTo>
                  <a:lnTo>
                    <a:pt x="94145" y="121348"/>
                  </a:lnTo>
                  <a:lnTo>
                    <a:pt x="364871" y="121348"/>
                  </a:lnTo>
                  <a:lnTo>
                    <a:pt x="364871" y="115633"/>
                  </a:lnTo>
                  <a:lnTo>
                    <a:pt x="118452" y="115633"/>
                  </a:lnTo>
                  <a:lnTo>
                    <a:pt x="126072" y="113550"/>
                  </a:lnTo>
                  <a:lnTo>
                    <a:pt x="134200" y="109969"/>
                  </a:lnTo>
                  <a:lnTo>
                    <a:pt x="158432" y="78193"/>
                  </a:lnTo>
                  <a:lnTo>
                    <a:pt x="158242" y="70954"/>
                  </a:lnTo>
                  <a:lnTo>
                    <a:pt x="155676" y="65722"/>
                  </a:lnTo>
                  <a:lnTo>
                    <a:pt x="153339" y="64198"/>
                  </a:lnTo>
                  <a:lnTo>
                    <a:pt x="364871" y="64198"/>
                  </a:lnTo>
                  <a:lnTo>
                    <a:pt x="364871" y="58483"/>
                  </a:lnTo>
                  <a:lnTo>
                    <a:pt x="144703" y="58483"/>
                  </a:lnTo>
                  <a:lnTo>
                    <a:pt x="139674" y="57150"/>
                  </a:lnTo>
                  <a:lnTo>
                    <a:pt x="131292" y="57340"/>
                  </a:lnTo>
                  <a:lnTo>
                    <a:pt x="123355" y="58293"/>
                  </a:lnTo>
                  <a:lnTo>
                    <a:pt x="122707" y="58483"/>
                  </a:lnTo>
                  <a:lnTo>
                    <a:pt x="108127" y="58483"/>
                  </a:lnTo>
                  <a:lnTo>
                    <a:pt x="108127" y="64198"/>
                  </a:lnTo>
                  <a:lnTo>
                    <a:pt x="107924" y="64300"/>
                  </a:lnTo>
                  <a:lnTo>
                    <a:pt x="100431" y="69342"/>
                  </a:lnTo>
                  <a:lnTo>
                    <a:pt x="99085" y="70510"/>
                  </a:lnTo>
                  <a:lnTo>
                    <a:pt x="99085" y="115633"/>
                  </a:lnTo>
                  <a:lnTo>
                    <a:pt x="94145" y="115633"/>
                  </a:lnTo>
                  <a:lnTo>
                    <a:pt x="94145" y="113106"/>
                  </a:lnTo>
                  <a:lnTo>
                    <a:pt x="96139" y="114681"/>
                  </a:lnTo>
                  <a:lnTo>
                    <a:pt x="99085" y="115633"/>
                  </a:lnTo>
                  <a:lnTo>
                    <a:pt x="99085" y="70510"/>
                  </a:lnTo>
                  <a:lnTo>
                    <a:pt x="93726" y="75145"/>
                  </a:lnTo>
                  <a:lnTo>
                    <a:pt x="88785" y="81407"/>
                  </a:lnTo>
                  <a:lnTo>
                    <a:pt x="85585" y="88138"/>
                  </a:lnTo>
                  <a:lnTo>
                    <a:pt x="84137" y="95338"/>
                  </a:lnTo>
                  <a:lnTo>
                    <a:pt x="84226" y="98488"/>
                  </a:lnTo>
                  <a:lnTo>
                    <a:pt x="84137" y="98488"/>
                  </a:lnTo>
                  <a:lnTo>
                    <a:pt x="84137" y="229933"/>
                  </a:lnTo>
                  <a:lnTo>
                    <a:pt x="12700" y="229933"/>
                  </a:lnTo>
                  <a:lnTo>
                    <a:pt x="12700" y="178498"/>
                  </a:lnTo>
                  <a:lnTo>
                    <a:pt x="84137" y="178498"/>
                  </a:lnTo>
                  <a:lnTo>
                    <a:pt x="84137" y="172783"/>
                  </a:lnTo>
                  <a:lnTo>
                    <a:pt x="12700" y="172783"/>
                  </a:lnTo>
                  <a:lnTo>
                    <a:pt x="12700" y="121348"/>
                  </a:lnTo>
                  <a:lnTo>
                    <a:pt x="84137" y="121348"/>
                  </a:lnTo>
                  <a:lnTo>
                    <a:pt x="84137" y="115633"/>
                  </a:lnTo>
                  <a:lnTo>
                    <a:pt x="12700" y="115633"/>
                  </a:lnTo>
                  <a:lnTo>
                    <a:pt x="12700" y="64198"/>
                  </a:lnTo>
                  <a:lnTo>
                    <a:pt x="108127" y="64198"/>
                  </a:lnTo>
                  <a:lnTo>
                    <a:pt x="108127" y="58483"/>
                  </a:lnTo>
                  <a:lnTo>
                    <a:pt x="12700" y="58483"/>
                  </a:lnTo>
                  <a:lnTo>
                    <a:pt x="12700" y="7048"/>
                  </a:lnTo>
                  <a:lnTo>
                    <a:pt x="364871" y="7048"/>
                  </a:lnTo>
                  <a:lnTo>
                    <a:pt x="364871" y="1333"/>
                  </a:lnTo>
                  <a:lnTo>
                    <a:pt x="0" y="1333"/>
                  </a:lnTo>
                  <a:lnTo>
                    <a:pt x="0" y="7048"/>
                  </a:lnTo>
                  <a:lnTo>
                    <a:pt x="4127" y="7048"/>
                  </a:lnTo>
                  <a:lnTo>
                    <a:pt x="4127" y="58483"/>
                  </a:lnTo>
                  <a:lnTo>
                    <a:pt x="0" y="58483"/>
                  </a:lnTo>
                  <a:lnTo>
                    <a:pt x="0" y="64198"/>
                  </a:lnTo>
                  <a:lnTo>
                    <a:pt x="4127" y="64198"/>
                  </a:lnTo>
                  <a:lnTo>
                    <a:pt x="4127" y="115633"/>
                  </a:lnTo>
                  <a:lnTo>
                    <a:pt x="0" y="115633"/>
                  </a:lnTo>
                  <a:lnTo>
                    <a:pt x="0" y="121348"/>
                  </a:lnTo>
                  <a:lnTo>
                    <a:pt x="4127" y="121348"/>
                  </a:lnTo>
                  <a:lnTo>
                    <a:pt x="4127" y="172783"/>
                  </a:lnTo>
                  <a:lnTo>
                    <a:pt x="0" y="172783"/>
                  </a:lnTo>
                  <a:lnTo>
                    <a:pt x="0" y="178498"/>
                  </a:lnTo>
                  <a:lnTo>
                    <a:pt x="4127" y="178498"/>
                  </a:lnTo>
                  <a:lnTo>
                    <a:pt x="4127" y="229933"/>
                  </a:lnTo>
                  <a:lnTo>
                    <a:pt x="0" y="229933"/>
                  </a:lnTo>
                  <a:lnTo>
                    <a:pt x="0" y="235648"/>
                  </a:lnTo>
                  <a:lnTo>
                    <a:pt x="4127" y="235648"/>
                  </a:lnTo>
                  <a:lnTo>
                    <a:pt x="12700" y="235648"/>
                  </a:lnTo>
                  <a:lnTo>
                    <a:pt x="84137" y="235648"/>
                  </a:lnTo>
                  <a:lnTo>
                    <a:pt x="84137" y="287083"/>
                  </a:lnTo>
                  <a:lnTo>
                    <a:pt x="94145" y="287083"/>
                  </a:lnTo>
                  <a:lnTo>
                    <a:pt x="94145" y="235648"/>
                  </a:lnTo>
                  <a:lnTo>
                    <a:pt x="517601" y="235648"/>
                  </a:lnTo>
                  <a:lnTo>
                    <a:pt x="517601" y="287083"/>
                  </a:lnTo>
                  <a:lnTo>
                    <a:pt x="527596" y="287083"/>
                  </a:lnTo>
                  <a:lnTo>
                    <a:pt x="527596" y="235648"/>
                  </a:lnTo>
                  <a:lnTo>
                    <a:pt x="700760" y="235648"/>
                  </a:lnTo>
                  <a:lnTo>
                    <a:pt x="700760" y="258508"/>
                  </a:lnTo>
                  <a:lnTo>
                    <a:pt x="710768" y="258508"/>
                  </a:lnTo>
                  <a:lnTo>
                    <a:pt x="710768" y="235648"/>
                  </a:lnTo>
                  <a:lnTo>
                    <a:pt x="1043673" y="235648"/>
                  </a:lnTo>
                  <a:lnTo>
                    <a:pt x="1043673" y="229933"/>
                  </a:lnTo>
                  <a:lnTo>
                    <a:pt x="874598" y="229933"/>
                  </a:lnTo>
                  <a:lnTo>
                    <a:pt x="874598" y="178498"/>
                  </a:lnTo>
                  <a:lnTo>
                    <a:pt x="1043673" y="178498"/>
                  </a:lnTo>
                  <a:lnTo>
                    <a:pt x="1043673" y="172783"/>
                  </a:lnTo>
                  <a:lnTo>
                    <a:pt x="874598" y="172783"/>
                  </a:lnTo>
                  <a:lnTo>
                    <a:pt x="874598" y="121348"/>
                  </a:lnTo>
                  <a:lnTo>
                    <a:pt x="1043673" y="121348"/>
                  </a:lnTo>
                  <a:lnTo>
                    <a:pt x="1043673" y="115633"/>
                  </a:lnTo>
                  <a:lnTo>
                    <a:pt x="874598" y="115633"/>
                  </a:lnTo>
                  <a:lnTo>
                    <a:pt x="874598" y="64198"/>
                  </a:lnTo>
                  <a:lnTo>
                    <a:pt x="1043673" y="64198"/>
                  </a:lnTo>
                  <a:lnTo>
                    <a:pt x="1043673" y="58483"/>
                  </a:lnTo>
                  <a:lnTo>
                    <a:pt x="898906" y="58483"/>
                  </a:lnTo>
                  <a:lnTo>
                    <a:pt x="906526" y="56400"/>
                  </a:lnTo>
                  <a:lnTo>
                    <a:pt x="914654" y="52819"/>
                  </a:lnTo>
                  <a:lnTo>
                    <a:pt x="938885" y="21043"/>
                  </a:lnTo>
                  <a:lnTo>
                    <a:pt x="938695" y="13804"/>
                  </a:lnTo>
                  <a:lnTo>
                    <a:pt x="936129" y="8572"/>
                  </a:lnTo>
                  <a:lnTo>
                    <a:pt x="933792" y="7048"/>
                  </a:lnTo>
                  <a:lnTo>
                    <a:pt x="1043673" y="7048"/>
                  </a:lnTo>
                  <a:lnTo>
                    <a:pt x="1043673" y="1333"/>
                  </a:lnTo>
                  <a:close/>
                </a:path>
                <a:path w="1056639" h="287654">
                  <a:moveTo>
                    <a:pt x="1056373" y="3619"/>
                  </a:moveTo>
                  <a:lnTo>
                    <a:pt x="1047800" y="3619"/>
                  </a:lnTo>
                  <a:lnTo>
                    <a:pt x="1047800" y="235648"/>
                  </a:lnTo>
                  <a:lnTo>
                    <a:pt x="1056373" y="235648"/>
                  </a:lnTo>
                  <a:lnTo>
                    <a:pt x="1056373" y="36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80ADA37B-521A-E12A-929F-9BC2E418010B}"/>
                </a:ext>
              </a:extLst>
            </p:cNvPr>
            <p:cNvSpPr/>
            <p:nvPr/>
          </p:nvSpPr>
          <p:spPr>
            <a:xfrm>
              <a:off x="2412925" y="7218004"/>
              <a:ext cx="421640" cy="28575"/>
            </a:xfrm>
            <a:custGeom>
              <a:avLst/>
              <a:gdLst/>
              <a:ahLst/>
              <a:cxnLst/>
              <a:rect l="l" t="t" r="r" b="b"/>
              <a:pathLst>
                <a:path w="421639" h="28575">
                  <a:moveTo>
                    <a:pt x="0" y="28574"/>
                  </a:moveTo>
                  <a:lnTo>
                    <a:pt x="0" y="0"/>
                  </a:lnTo>
                  <a:lnTo>
                    <a:pt x="148003" y="0"/>
                  </a:lnTo>
                </a:path>
                <a:path w="421639" h="28575">
                  <a:moveTo>
                    <a:pt x="273288" y="0"/>
                  </a:moveTo>
                  <a:lnTo>
                    <a:pt x="421292" y="0"/>
                  </a:lnTo>
                  <a:lnTo>
                    <a:pt x="421292" y="2857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21D8E0BA-3E25-8CFB-953A-A5A576919272}"/>
                </a:ext>
              </a:extLst>
            </p:cNvPr>
            <p:cNvSpPr/>
            <p:nvPr/>
          </p:nvSpPr>
          <p:spPr>
            <a:xfrm>
              <a:off x="2589491" y="7183726"/>
              <a:ext cx="1421765" cy="491490"/>
            </a:xfrm>
            <a:custGeom>
              <a:avLst/>
              <a:gdLst/>
              <a:ahLst/>
              <a:cxnLst/>
              <a:rect l="l" t="t" r="r" b="b"/>
              <a:pathLst>
                <a:path w="1421764" h="491490">
                  <a:moveTo>
                    <a:pt x="55626" y="20955"/>
                  </a:moveTo>
                  <a:lnTo>
                    <a:pt x="35153" y="0"/>
                  </a:lnTo>
                  <a:lnTo>
                    <a:pt x="31153" y="0"/>
                  </a:lnTo>
                  <a:lnTo>
                    <a:pt x="27241" y="1524"/>
                  </a:lnTo>
                  <a:lnTo>
                    <a:pt x="23431" y="4572"/>
                  </a:lnTo>
                  <a:lnTo>
                    <a:pt x="19621" y="7429"/>
                  </a:lnTo>
                  <a:lnTo>
                    <a:pt x="17437" y="11137"/>
                  </a:lnTo>
                  <a:lnTo>
                    <a:pt x="16865" y="15709"/>
                  </a:lnTo>
                  <a:lnTo>
                    <a:pt x="17627" y="19710"/>
                  </a:lnTo>
                  <a:lnTo>
                    <a:pt x="20485" y="21717"/>
                  </a:lnTo>
                  <a:lnTo>
                    <a:pt x="25438" y="21717"/>
                  </a:lnTo>
                  <a:lnTo>
                    <a:pt x="29248" y="20193"/>
                  </a:lnTo>
                  <a:lnTo>
                    <a:pt x="30670" y="17526"/>
                  </a:lnTo>
                  <a:lnTo>
                    <a:pt x="29718" y="13716"/>
                  </a:lnTo>
                  <a:lnTo>
                    <a:pt x="27724" y="8572"/>
                  </a:lnTo>
                  <a:lnTo>
                    <a:pt x="28295" y="5524"/>
                  </a:lnTo>
                  <a:lnTo>
                    <a:pt x="30581" y="4089"/>
                  </a:lnTo>
                  <a:lnTo>
                    <a:pt x="34582" y="4279"/>
                  </a:lnTo>
                  <a:lnTo>
                    <a:pt x="40487" y="5613"/>
                  </a:lnTo>
                  <a:lnTo>
                    <a:pt x="43243" y="8470"/>
                  </a:lnTo>
                  <a:lnTo>
                    <a:pt x="42862" y="12852"/>
                  </a:lnTo>
                  <a:lnTo>
                    <a:pt x="42672" y="20662"/>
                  </a:lnTo>
                  <a:lnTo>
                    <a:pt x="40487" y="25717"/>
                  </a:lnTo>
                  <a:lnTo>
                    <a:pt x="32105" y="30289"/>
                  </a:lnTo>
                  <a:lnTo>
                    <a:pt x="26581" y="31330"/>
                  </a:lnTo>
                  <a:lnTo>
                    <a:pt x="19723" y="31140"/>
                  </a:lnTo>
                  <a:lnTo>
                    <a:pt x="18580" y="36576"/>
                  </a:lnTo>
                  <a:lnTo>
                    <a:pt x="32486" y="48666"/>
                  </a:lnTo>
                  <a:lnTo>
                    <a:pt x="31242" y="53619"/>
                  </a:lnTo>
                  <a:lnTo>
                    <a:pt x="25908" y="63715"/>
                  </a:lnTo>
                  <a:lnTo>
                    <a:pt x="22009" y="66484"/>
                  </a:lnTo>
                  <a:lnTo>
                    <a:pt x="16865" y="66865"/>
                  </a:lnTo>
                  <a:lnTo>
                    <a:pt x="14389" y="66675"/>
                  </a:lnTo>
                  <a:lnTo>
                    <a:pt x="12293" y="65722"/>
                  </a:lnTo>
                  <a:lnTo>
                    <a:pt x="10579" y="64008"/>
                  </a:lnTo>
                  <a:lnTo>
                    <a:pt x="10769" y="61912"/>
                  </a:lnTo>
                  <a:lnTo>
                    <a:pt x="11722" y="60388"/>
                  </a:lnTo>
                  <a:lnTo>
                    <a:pt x="13436" y="59436"/>
                  </a:lnTo>
                  <a:lnTo>
                    <a:pt x="16002" y="54864"/>
                  </a:lnTo>
                  <a:lnTo>
                    <a:pt x="15240" y="50863"/>
                  </a:lnTo>
                  <a:lnTo>
                    <a:pt x="12674" y="48666"/>
                  </a:lnTo>
                  <a:lnTo>
                    <a:pt x="8293" y="48285"/>
                  </a:lnTo>
                  <a:lnTo>
                    <a:pt x="2768" y="49047"/>
                  </a:lnTo>
                  <a:lnTo>
                    <a:pt x="0" y="52578"/>
                  </a:lnTo>
                  <a:lnTo>
                    <a:pt x="0" y="58864"/>
                  </a:lnTo>
                  <a:lnTo>
                    <a:pt x="381" y="63436"/>
                  </a:lnTo>
                  <a:lnTo>
                    <a:pt x="2959" y="66675"/>
                  </a:lnTo>
                  <a:lnTo>
                    <a:pt x="7721" y="68580"/>
                  </a:lnTo>
                  <a:lnTo>
                    <a:pt x="20866" y="71437"/>
                  </a:lnTo>
                  <a:lnTo>
                    <a:pt x="26771" y="71247"/>
                  </a:lnTo>
                  <a:lnTo>
                    <a:pt x="32296" y="69049"/>
                  </a:lnTo>
                  <a:lnTo>
                    <a:pt x="37439" y="64858"/>
                  </a:lnTo>
                  <a:lnTo>
                    <a:pt x="42583" y="60858"/>
                  </a:lnTo>
                  <a:lnTo>
                    <a:pt x="45529" y="55714"/>
                  </a:lnTo>
                  <a:lnTo>
                    <a:pt x="46291" y="49428"/>
                  </a:lnTo>
                  <a:lnTo>
                    <a:pt x="46672" y="44665"/>
                  </a:lnTo>
                  <a:lnTo>
                    <a:pt x="43726" y="40284"/>
                  </a:lnTo>
                  <a:lnTo>
                    <a:pt x="37439" y="36283"/>
                  </a:lnTo>
                  <a:lnTo>
                    <a:pt x="37439" y="35712"/>
                  </a:lnTo>
                  <a:lnTo>
                    <a:pt x="41821" y="33997"/>
                  </a:lnTo>
                  <a:lnTo>
                    <a:pt x="45910" y="31521"/>
                  </a:lnTo>
                  <a:lnTo>
                    <a:pt x="49720" y="28282"/>
                  </a:lnTo>
                  <a:lnTo>
                    <a:pt x="53721" y="25044"/>
                  </a:lnTo>
                  <a:lnTo>
                    <a:pt x="55626" y="20955"/>
                  </a:lnTo>
                  <a:close/>
                </a:path>
                <a:path w="1421764" h="491490">
                  <a:moveTo>
                    <a:pt x="1421422" y="120015"/>
                  </a:moveTo>
                  <a:lnTo>
                    <a:pt x="693445" y="120015"/>
                  </a:lnTo>
                  <a:lnTo>
                    <a:pt x="694817" y="113728"/>
                  </a:lnTo>
                  <a:lnTo>
                    <a:pt x="695579" y="104965"/>
                  </a:lnTo>
                  <a:lnTo>
                    <a:pt x="692696" y="98005"/>
                  </a:lnTo>
                  <a:lnTo>
                    <a:pt x="692619" y="97815"/>
                  </a:lnTo>
                  <a:lnTo>
                    <a:pt x="687095" y="93243"/>
                  </a:lnTo>
                  <a:lnTo>
                    <a:pt x="687095" y="102577"/>
                  </a:lnTo>
                  <a:lnTo>
                    <a:pt x="687095" y="106197"/>
                  </a:lnTo>
                  <a:lnTo>
                    <a:pt x="685101" y="110388"/>
                  </a:lnTo>
                  <a:lnTo>
                    <a:pt x="681101" y="115150"/>
                  </a:lnTo>
                  <a:lnTo>
                    <a:pt x="675487" y="120015"/>
                  </a:lnTo>
                  <a:lnTo>
                    <a:pt x="668896" y="120015"/>
                  </a:lnTo>
                  <a:lnTo>
                    <a:pt x="668896" y="125730"/>
                  </a:lnTo>
                  <a:lnTo>
                    <a:pt x="638238" y="141058"/>
                  </a:lnTo>
                  <a:lnTo>
                    <a:pt x="634238" y="140868"/>
                  </a:lnTo>
                  <a:lnTo>
                    <a:pt x="630516" y="140525"/>
                  </a:lnTo>
                  <a:lnTo>
                    <a:pt x="630516" y="131445"/>
                  </a:lnTo>
                  <a:lnTo>
                    <a:pt x="629539" y="131445"/>
                  </a:lnTo>
                  <a:lnTo>
                    <a:pt x="629729" y="130657"/>
                  </a:lnTo>
                  <a:lnTo>
                    <a:pt x="632625" y="125730"/>
                  </a:lnTo>
                  <a:lnTo>
                    <a:pt x="668896" y="125730"/>
                  </a:lnTo>
                  <a:lnTo>
                    <a:pt x="668896" y="120015"/>
                  </a:lnTo>
                  <a:lnTo>
                    <a:pt x="637806" y="120015"/>
                  </a:lnTo>
                  <a:lnTo>
                    <a:pt x="648716" y="111150"/>
                  </a:lnTo>
                  <a:lnTo>
                    <a:pt x="654519" y="107442"/>
                  </a:lnTo>
                  <a:lnTo>
                    <a:pt x="661949" y="103441"/>
                  </a:lnTo>
                  <a:lnTo>
                    <a:pt x="669569" y="99631"/>
                  </a:lnTo>
                  <a:lnTo>
                    <a:pt x="676236" y="98005"/>
                  </a:lnTo>
                  <a:lnTo>
                    <a:pt x="681951" y="98577"/>
                  </a:lnTo>
                  <a:lnTo>
                    <a:pt x="684809" y="98958"/>
                  </a:lnTo>
                  <a:lnTo>
                    <a:pt x="686523" y="100291"/>
                  </a:lnTo>
                  <a:lnTo>
                    <a:pt x="687095" y="102577"/>
                  </a:lnTo>
                  <a:lnTo>
                    <a:pt x="687095" y="93243"/>
                  </a:lnTo>
                  <a:lnTo>
                    <a:pt x="685952" y="92290"/>
                  </a:lnTo>
                  <a:lnTo>
                    <a:pt x="680808" y="89433"/>
                  </a:lnTo>
                  <a:lnTo>
                    <a:pt x="675005" y="88290"/>
                  </a:lnTo>
                  <a:lnTo>
                    <a:pt x="668528" y="88861"/>
                  </a:lnTo>
                  <a:lnTo>
                    <a:pt x="630504" y="105473"/>
                  </a:lnTo>
                  <a:lnTo>
                    <a:pt x="621995" y="120015"/>
                  </a:lnTo>
                  <a:lnTo>
                    <a:pt x="620801" y="120015"/>
                  </a:lnTo>
                  <a:lnTo>
                    <a:pt x="620801" y="125730"/>
                  </a:lnTo>
                  <a:lnTo>
                    <a:pt x="619848" y="134493"/>
                  </a:lnTo>
                  <a:lnTo>
                    <a:pt x="620522" y="136118"/>
                  </a:lnTo>
                  <a:lnTo>
                    <a:pt x="620522" y="291465"/>
                  </a:lnTo>
                  <a:lnTo>
                    <a:pt x="503021" y="291465"/>
                  </a:lnTo>
                  <a:lnTo>
                    <a:pt x="505739" y="287274"/>
                  </a:lnTo>
                  <a:lnTo>
                    <a:pt x="506501" y="281749"/>
                  </a:lnTo>
                  <a:lnTo>
                    <a:pt x="505739" y="278130"/>
                  </a:lnTo>
                  <a:lnTo>
                    <a:pt x="504024" y="274701"/>
                  </a:lnTo>
                  <a:lnTo>
                    <a:pt x="501357" y="271462"/>
                  </a:lnTo>
                  <a:lnTo>
                    <a:pt x="493356" y="262890"/>
                  </a:lnTo>
                  <a:lnTo>
                    <a:pt x="490308" y="258889"/>
                  </a:lnTo>
                  <a:lnTo>
                    <a:pt x="488594" y="255358"/>
                  </a:lnTo>
                  <a:lnTo>
                    <a:pt x="488213" y="252310"/>
                  </a:lnTo>
                  <a:lnTo>
                    <a:pt x="489165" y="247167"/>
                  </a:lnTo>
                  <a:lnTo>
                    <a:pt x="492125" y="242785"/>
                  </a:lnTo>
                  <a:lnTo>
                    <a:pt x="495884" y="240030"/>
                  </a:lnTo>
                  <a:lnTo>
                    <a:pt x="620522" y="240030"/>
                  </a:lnTo>
                  <a:lnTo>
                    <a:pt x="620522" y="234315"/>
                  </a:lnTo>
                  <a:lnTo>
                    <a:pt x="503021" y="234315"/>
                  </a:lnTo>
                  <a:lnTo>
                    <a:pt x="505739" y="230124"/>
                  </a:lnTo>
                  <a:lnTo>
                    <a:pt x="506501" y="224599"/>
                  </a:lnTo>
                  <a:lnTo>
                    <a:pt x="505739" y="220980"/>
                  </a:lnTo>
                  <a:lnTo>
                    <a:pt x="504024" y="217551"/>
                  </a:lnTo>
                  <a:lnTo>
                    <a:pt x="501357" y="214312"/>
                  </a:lnTo>
                  <a:lnTo>
                    <a:pt x="493356" y="205740"/>
                  </a:lnTo>
                  <a:lnTo>
                    <a:pt x="490308" y="201739"/>
                  </a:lnTo>
                  <a:lnTo>
                    <a:pt x="488594" y="198208"/>
                  </a:lnTo>
                  <a:lnTo>
                    <a:pt x="488213" y="195160"/>
                  </a:lnTo>
                  <a:lnTo>
                    <a:pt x="489165" y="190017"/>
                  </a:lnTo>
                  <a:lnTo>
                    <a:pt x="492125" y="185635"/>
                  </a:lnTo>
                  <a:lnTo>
                    <a:pt x="495884" y="182880"/>
                  </a:lnTo>
                  <a:lnTo>
                    <a:pt x="620522" y="182880"/>
                  </a:lnTo>
                  <a:lnTo>
                    <a:pt x="620522" y="177165"/>
                  </a:lnTo>
                  <a:lnTo>
                    <a:pt x="503021" y="177165"/>
                  </a:lnTo>
                  <a:lnTo>
                    <a:pt x="505739" y="172974"/>
                  </a:lnTo>
                  <a:lnTo>
                    <a:pt x="506501" y="167449"/>
                  </a:lnTo>
                  <a:lnTo>
                    <a:pt x="505739" y="163830"/>
                  </a:lnTo>
                  <a:lnTo>
                    <a:pt x="504024" y="160401"/>
                  </a:lnTo>
                  <a:lnTo>
                    <a:pt x="501357" y="157162"/>
                  </a:lnTo>
                  <a:lnTo>
                    <a:pt x="493356" y="148590"/>
                  </a:lnTo>
                  <a:lnTo>
                    <a:pt x="490308" y="144589"/>
                  </a:lnTo>
                  <a:lnTo>
                    <a:pt x="488594" y="141058"/>
                  </a:lnTo>
                  <a:lnTo>
                    <a:pt x="488213" y="138010"/>
                  </a:lnTo>
                  <a:lnTo>
                    <a:pt x="489165" y="132867"/>
                  </a:lnTo>
                  <a:lnTo>
                    <a:pt x="492125" y="128485"/>
                  </a:lnTo>
                  <a:lnTo>
                    <a:pt x="495884" y="125730"/>
                  </a:lnTo>
                  <a:lnTo>
                    <a:pt x="620801" y="125730"/>
                  </a:lnTo>
                  <a:lnTo>
                    <a:pt x="620801" y="120015"/>
                  </a:lnTo>
                  <a:lnTo>
                    <a:pt x="503021" y="120015"/>
                  </a:lnTo>
                  <a:lnTo>
                    <a:pt x="505739" y="115824"/>
                  </a:lnTo>
                  <a:lnTo>
                    <a:pt x="506501" y="110299"/>
                  </a:lnTo>
                  <a:lnTo>
                    <a:pt x="505739" y="106680"/>
                  </a:lnTo>
                  <a:lnTo>
                    <a:pt x="504024" y="103251"/>
                  </a:lnTo>
                  <a:lnTo>
                    <a:pt x="501357" y="100012"/>
                  </a:lnTo>
                  <a:lnTo>
                    <a:pt x="493356" y="91440"/>
                  </a:lnTo>
                  <a:lnTo>
                    <a:pt x="489356" y="91440"/>
                  </a:lnTo>
                  <a:lnTo>
                    <a:pt x="492213" y="94297"/>
                  </a:lnTo>
                  <a:lnTo>
                    <a:pt x="494030" y="97917"/>
                  </a:lnTo>
                  <a:lnTo>
                    <a:pt x="480402" y="119253"/>
                  </a:lnTo>
                  <a:lnTo>
                    <a:pt x="479894" y="120015"/>
                  </a:lnTo>
                  <a:lnTo>
                    <a:pt x="349504" y="120015"/>
                  </a:lnTo>
                  <a:lnTo>
                    <a:pt x="349504" y="125730"/>
                  </a:lnTo>
                  <a:lnTo>
                    <a:pt x="477037" y="125730"/>
                  </a:lnTo>
                  <a:lnTo>
                    <a:pt x="476504" y="129730"/>
                  </a:lnTo>
                  <a:lnTo>
                    <a:pt x="492213" y="151447"/>
                  </a:lnTo>
                  <a:lnTo>
                    <a:pt x="494030" y="155067"/>
                  </a:lnTo>
                  <a:lnTo>
                    <a:pt x="480402" y="176403"/>
                  </a:lnTo>
                  <a:lnTo>
                    <a:pt x="479894" y="177165"/>
                  </a:lnTo>
                  <a:lnTo>
                    <a:pt x="349504" y="177165"/>
                  </a:lnTo>
                  <a:lnTo>
                    <a:pt x="349504" y="182880"/>
                  </a:lnTo>
                  <a:lnTo>
                    <a:pt x="477037" y="182880"/>
                  </a:lnTo>
                  <a:lnTo>
                    <a:pt x="476504" y="186880"/>
                  </a:lnTo>
                  <a:lnTo>
                    <a:pt x="492213" y="208597"/>
                  </a:lnTo>
                  <a:lnTo>
                    <a:pt x="494030" y="212217"/>
                  </a:lnTo>
                  <a:lnTo>
                    <a:pt x="480402" y="233553"/>
                  </a:lnTo>
                  <a:lnTo>
                    <a:pt x="479894" y="234315"/>
                  </a:lnTo>
                  <a:lnTo>
                    <a:pt x="349504" y="234315"/>
                  </a:lnTo>
                  <a:lnTo>
                    <a:pt x="349504" y="240030"/>
                  </a:lnTo>
                  <a:lnTo>
                    <a:pt x="477037" y="240030"/>
                  </a:lnTo>
                  <a:lnTo>
                    <a:pt x="476504" y="244030"/>
                  </a:lnTo>
                  <a:lnTo>
                    <a:pt x="492213" y="265747"/>
                  </a:lnTo>
                  <a:lnTo>
                    <a:pt x="494030" y="269367"/>
                  </a:lnTo>
                  <a:lnTo>
                    <a:pt x="480402" y="290703"/>
                  </a:lnTo>
                  <a:lnTo>
                    <a:pt x="479894" y="291465"/>
                  </a:lnTo>
                  <a:lnTo>
                    <a:pt x="349504" y="291465"/>
                  </a:lnTo>
                  <a:lnTo>
                    <a:pt x="349504" y="297180"/>
                  </a:lnTo>
                  <a:lnTo>
                    <a:pt x="477037" y="297180"/>
                  </a:lnTo>
                  <a:lnTo>
                    <a:pt x="476504" y="301180"/>
                  </a:lnTo>
                  <a:lnTo>
                    <a:pt x="477266" y="304800"/>
                  </a:lnTo>
                  <a:lnTo>
                    <a:pt x="478980" y="308229"/>
                  </a:lnTo>
                  <a:lnTo>
                    <a:pt x="481647" y="311467"/>
                  </a:lnTo>
                  <a:lnTo>
                    <a:pt x="489356" y="320040"/>
                  </a:lnTo>
                  <a:lnTo>
                    <a:pt x="493356" y="320040"/>
                  </a:lnTo>
                  <a:lnTo>
                    <a:pt x="490308" y="316039"/>
                  </a:lnTo>
                  <a:lnTo>
                    <a:pt x="488594" y="312508"/>
                  </a:lnTo>
                  <a:lnTo>
                    <a:pt x="488213" y="309460"/>
                  </a:lnTo>
                  <a:lnTo>
                    <a:pt x="489165" y="304317"/>
                  </a:lnTo>
                  <a:lnTo>
                    <a:pt x="492125" y="299935"/>
                  </a:lnTo>
                  <a:lnTo>
                    <a:pt x="495884" y="297180"/>
                  </a:lnTo>
                  <a:lnTo>
                    <a:pt x="620522" y="297180"/>
                  </a:lnTo>
                  <a:lnTo>
                    <a:pt x="620522" y="348615"/>
                  </a:lnTo>
                  <a:lnTo>
                    <a:pt x="349504" y="348615"/>
                  </a:lnTo>
                  <a:lnTo>
                    <a:pt x="349504" y="354330"/>
                  </a:lnTo>
                  <a:lnTo>
                    <a:pt x="620522" y="354330"/>
                  </a:lnTo>
                  <a:lnTo>
                    <a:pt x="620522" y="491490"/>
                  </a:lnTo>
                  <a:lnTo>
                    <a:pt x="630516" y="491490"/>
                  </a:lnTo>
                  <a:lnTo>
                    <a:pt x="630516" y="354330"/>
                  </a:lnTo>
                  <a:lnTo>
                    <a:pt x="1421422" y="354330"/>
                  </a:lnTo>
                  <a:lnTo>
                    <a:pt x="1421422" y="348615"/>
                  </a:lnTo>
                  <a:lnTo>
                    <a:pt x="630516" y="348615"/>
                  </a:lnTo>
                  <a:lnTo>
                    <a:pt x="630516" y="297180"/>
                  </a:lnTo>
                  <a:lnTo>
                    <a:pt x="1421422" y="297180"/>
                  </a:lnTo>
                  <a:lnTo>
                    <a:pt x="1421422" y="291465"/>
                  </a:lnTo>
                  <a:lnTo>
                    <a:pt x="630516" y="291465"/>
                  </a:lnTo>
                  <a:lnTo>
                    <a:pt x="630516" y="240030"/>
                  </a:lnTo>
                  <a:lnTo>
                    <a:pt x="1421422" y="240030"/>
                  </a:lnTo>
                  <a:lnTo>
                    <a:pt x="1421422" y="234315"/>
                  </a:lnTo>
                  <a:lnTo>
                    <a:pt x="630516" y="234315"/>
                  </a:lnTo>
                  <a:lnTo>
                    <a:pt x="630516" y="182880"/>
                  </a:lnTo>
                  <a:lnTo>
                    <a:pt x="1421422" y="182880"/>
                  </a:lnTo>
                  <a:lnTo>
                    <a:pt x="1421422" y="177165"/>
                  </a:lnTo>
                  <a:lnTo>
                    <a:pt x="630516" y="177165"/>
                  </a:lnTo>
                  <a:lnTo>
                    <a:pt x="630516" y="147637"/>
                  </a:lnTo>
                  <a:lnTo>
                    <a:pt x="634809" y="150012"/>
                  </a:lnTo>
                  <a:lnTo>
                    <a:pt x="640524" y="151155"/>
                  </a:lnTo>
                  <a:lnTo>
                    <a:pt x="675589" y="141058"/>
                  </a:lnTo>
                  <a:lnTo>
                    <a:pt x="678243" y="139446"/>
                  </a:lnTo>
                  <a:lnTo>
                    <a:pt x="684949" y="133870"/>
                  </a:lnTo>
                  <a:lnTo>
                    <a:pt x="689952" y="127723"/>
                  </a:lnTo>
                  <a:lnTo>
                    <a:pt x="690918" y="125730"/>
                  </a:lnTo>
                  <a:lnTo>
                    <a:pt x="1421422" y="125730"/>
                  </a:lnTo>
                  <a:lnTo>
                    <a:pt x="1421422" y="1200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>
              <a:extLst>
                <a:ext uri="{FF2B5EF4-FFF2-40B4-BE49-F238E27FC236}">
                  <a16:creationId xmlns:a16="http://schemas.microsoft.com/office/drawing/2014/main" id="{BAD27876-26EB-BFE4-70F6-E4BF03D6687D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48865" y="7357736"/>
              <a:ext cx="136207" cy="156305"/>
            </a:xfrm>
            <a:prstGeom prst="rect">
              <a:avLst/>
            </a:prstGeom>
          </p:spPr>
        </p:pic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78499501-F482-3E20-FF5B-D69468FBEEB3}"/>
                </a:ext>
              </a:extLst>
            </p:cNvPr>
            <p:cNvSpPr/>
            <p:nvPr/>
          </p:nvSpPr>
          <p:spPr>
            <a:xfrm>
              <a:off x="3611841" y="7189441"/>
              <a:ext cx="1557655" cy="400050"/>
            </a:xfrm>
            <a:custGeom>
              <a:avLst/>
              <a:gdLst/>
              <a:ahLst/>
              <a:cxnLst/>
              <a:rect l="l" t="t" r="r" b="b"/>
              <a:pathLst>
                <a:path w="1557654" h="400050">
                  <a:moveTo>
                    <a:pt x="75717" y="127825"/>
                  </a:moveTo>
                  <a:lnTo>
                    <a:pt x="72847" y="120865"/>
                  </a:lnTo>
                  <a:lnTo>
                    <a:pt x="72771" y="120675"/>
                  </a:lnTo>
                  <a:lnTo>
                    <a:pt x="67246" y="116103"/>
                  </a:lnTo>
                  <a:lnTo>
                    <a:pt x="67246" y="125437"/>
                  </a:lnTo>
                  <a:lnTo>
                    <a:pt x="67246" y="129057"/>
                  </a:lnTo>
                  <a:lnTo>
                    <a:pt x="65239" y="133248"/>
                  </a:lnTo>
                  <a:lnTo>
                    <a:pt x="34671" y="158305"/>
                  </a:lnTo>
                  <a:lnTo>
                    <a:pt x="18376" y="163918"/>
                  </a:lnTo>
                  <a:lnTo>
                    <a:pt x="14376" y="163728"/>
                  </a:lnTo>
                  <a:lnTo>
                    <a:pt x="10668" y="163385"/>
                  </a:lnTo>
                  <a:lnTo>
                    <a:pt x="10668" y="154305"/>
                  </a:lnTo>
                  <a:lnTo>
                    <a:pt x="9690" y="154305"/>
                  </a:lnTo>
                  <a:lnTo>
                    <a:pt x="42100" y="126301"/>
                  </a:lnTo>
                  <a:lnTo>
                    <a:pt x="56388" y="120865"/>
                  </a:lnTo>
                  <a:lnTo>
                    <a:pt x="62103" y="121437"/>
                  </a:lnTo>
                  <a:lnTo>
                    <a:pt x="64960" y="121818"/>
                  </a:lnTo>
                  <a:lnTo>
                    <a:pt x="66675" y="123151"/>
                  </a:lnTo>
                  <a:lnTo>
                    <a:pt x="67246" y="125437"/>
                  </a:lnTo>
                  <a:lnTo>
                    <a:pt x="67246" y="116103"/>
                  </a:lnTo>
                  <a:lnTo>
                    <a:pt x="66103" y="115150"/>
                  </a:lnTo>
                  <a:lnTo>
                    <a:pt x="60960" y="112293"/>
                  </a:lnTo>
                  <a:lnTo>
                    <a:pt x="55143" y="111150"/>
                  </a:lnTo>
                  <a:lnTo>
                    <a:pt x="48666" y="111721"/>
                  </a:lnTo>
                  <a:lnTo>
                    <a:pt x="10642" y="128333"/>
                  </a:lnTo>
                  <a:lnTo>
                    <a:pt x="0" y="157353"/>
                  </a:lnTo>
                  <a:lnTo>
                    <a:pt x="660" y="158953"/>
                  </a:lnTo>
                  <a:lnTo>
                    <a:pt x="660" y="342900"/>
                  </a:lnTo>
                  <a:lnTo>
                    <a:pt x="10668" y="342900"/>
                  </a:lnTo>
                  <a:lnTo>
                    <a:pt x="10668" y="170497"/>
                  </a:lnTo>
                  <a:lnTo>
                    <a:pt x="14947" y="172872"/>
                  </a:lnTo>
                  <a:lnTo>
                    <a:pt x="20662" y="174015"/>
                  </a:lnTo>
                  <a:lnTo>
                    <a:pt x="26949" y="173443"/>
                  </a:lnTo>
                  <a:lnTo>
                    <a:pt x="35026" y="172529"/>
                  </a:lnTo>
                  <a:lnTo>
                    <a:pt x="42951" y="170370"/>
                  </a:lnTo>
                  <a:lnTo>
                    <a:pt x="50736" y="166966"/>
                  </a:lnTo>
                  <a:lnTo>
                    <a:pt x="55727" y="163918"/>
                  </a:lnTo>
                  <a:lnTo>
                    <a:pt x="58381" y="162306"/>
                  </a:lnTo>
                  <a:lnTo>
                    <a:pt x="65100" y="156730"/>
                  </a:lnTo>
                  <a:lnTo>
                    <a:pt x="70104" y="150583"/>
                  </a:lnTo>
                  <a:lnTo>
                    <a:pt x="73393" y="143865"/>
                  </a:lnTo>
                  <a:lnTo>
                    <a:pt x="74955" y="136588"/>
                  </a:lnTo>
                  <a:lnTo>
                    <a:pt x="75717" y="127825"/>
                  </a:lnTo>
                  <a:close/>
                </a:path>
                <a:path w="1557654" h="400050">
                  <a:moveTo>
                    <a:pt x="1557032" y="114300"/>
                  </a:moveTo>
                  <a:lnTo>
                    <a:pt x="671512" y="114300"/>
                  </a:lnTo>
                  <a:lnTo>
                    <a:pt x="671512" y="0"/>
                  </a:lnTo>
                  <a:lnTo>
                    <a:pt x="661517" y="0"/>
                  </a:lnTo>
                  <a:lnTo>
                    <a:pt x="661517" y="342900"/>
                  </a:lnTo>
                  <a:lnTo>
                    <a:pt x="542925" y="342900"/>
                  </a:lnTo>
                  <a:lnTo>
                    <a:pt x="539877" y="338899"/>
                  </a:lnTo>
                  <a:lnTo>
                    <a:pt x="538162" y="335368"/>
                  </a:lnTo>
                  <a:lnTo>
                    <a:pt x="537781" y="332320"/>
                  </a:lnTo>
                  <a:lnTo>
                    <a:pt x="538734" y="327177"/>
                  </a:lnTo>
                  <a:lnTo>
                    <a:pt x="541693" y="322795"/>
                  </a:lnTo>
                  <a:lnTo>
                    <a:pt x="546646" y="319176"/>
                  </a:lnTo>
                  <a:lnTo>
                    <a:pt x="552170" y="314985"/>
                  </a:lnTo>
                  <a:lnTo>
                    <a:pt x="555307" y="310134"/>
                  </a:lnTo>
                  <a:lnTo>
                    <a:pt x="556069" y="304609"/>
                  </a:lnTo>
                  <a:lnTo>
                    <a:pt x="555307" y="300990"/>
                  </a:lnTo>
                  <a:lnTo>
                    <a:pt x="553593" y="297561"/>
                  </a:lnTo>
                  <a:lnTo>
                    <a:pt x="550926" y="294322"/>
                  </a:lnTo>
                  <a:lnTo>
                    <a:pt x="548259" y="291465"/>
                  </a:lnTo>
                  <a:lnTo>
                    <a:pt x="661517" y="291465"/>
                  </a:lnTo>
                  <a:lnTo>
                    <a:pt x="661517" y="285750"/>
                  </a:lnTo>
                  <a:lnTo>
                    <a:pt x="544360" y="285750"/>
                  </a:lnTo>
                  <a:lnTo>
                    <a:pt x="544360" y="296608"/>
                  </a:lnTo>
                  <a:lnTo>
                    <a:pt x="543407" y="301561"/>
                  </a:lnTo>
                  <a:lnTo>
                    <a:pt x="540448" y="305943"/>
                  </a:lnTo>
                  <a:lnTo>
                    <a:pt x="535495" y="309753"/>
                  </a:lnTo>
                  <a:lnTo>
                    <a:pt x="529971" y="313563"/>
                  </a:lnTo>
                  <a:lnTo>
                    <a:pt x="526834" y="318325"/>
                  </a:lnTo>
                  <a:lnTo>
                    <a:pt x="526072" y="324040"/>
                  </a:lnTo>
                  <a:lnTo>
                    <a:pt x="526834" y="327660"/>
                  </a:lnTo>
                  <a:lnTo>
                    <a:pt x="528548" y="331089"/>
                  </a:lnTo>
                  <a:lnTo>
                    <a:pt x="531215" y="334327"/>
                  </a:lnTo>
                  <a:lnTo>
                    <a:pt x="538924" y="342900"/>
                  </a:lnTo>
                  <a:lnTo>
                    <a:pt x="411772" y="342900"/>
                  </a:lnTo>
                  <a:lnTo>
                    <a:pt x="411772" y="291465"/>
                  </a:lnTo>
                  <a:lnTo>
                    <a:pt x="543204" y="291465"/>
                  </a:lnTo>
                  <a:lnTo>
                    <a:pt x="543598" y="292227"/>
                  </a:lnTo>
                  <a:lnTo>
                    <a:pt x="544360" y="296608"/>
                  </a:lnTo>
                  <a:lnTo>
                    <a:pt x="544360" y="285750"/>
                  </a:lnTo>
                  <a:lnTo>
                    <a:pt x="542925" y="285750"/>
                  </a:lnTo>
                  <a:lnTo>
                    <a:pt x="539877" y="281749"/>
                  </a:lnTo>
                  <a:lnTo>
                    <a:pt x="538162" y="278218"/>
                  </a:lnTo>
                  <a:lnTo>
                    <a:pt x="537781" y="275170"/>
                  </a:lnTo>
                  <a:lnTo>
                    <a:pt x="538734" y="270027"/>
                  </a:lnTo>
                  <a:lnTo>
                    <a:pt x="541693" y="265645"/>
                  </a:lnTo>
                  <a:lnTo>
                    <a:pt x="546646" y="262026"/>
                  </a:lnTo>
                  <a:lnTo>
                    <a:pt x="552170" y="257835"/>
                  </a:lnTo>
                  <a:lnTo>
                    <a:pt x="555307" y="252984"/>
                  </a:lnTo>
                  <a:lnTo>
                    <a:pt x="556069" y="247459"/>
                  </a:lnTo>
                  <a:lnTo>
                    <a:pt x="555307" y="243840"/>
                  </a:lnTo>
                  <a:lnTo>
                    <a:pt x="553593" y="240411"/>
                  </a:lnTo>
                  <a:lnTo>
                    <a:pt x="550926" y="237172"/>
                  </a:lnTo>
                  <a:lnTo>
                    <a:pt x="548259" y="234315"/>
                  </a:lnTo>
                  <a:lnTo>
                    <a:pt x="661517" y="234315"/>
                  </a:lnTo>
                  <a:lnTo>
                    <a:pt x="661517" y="228600"/>
                  </a:lnTo>
                  <a:lnTo>
                    <a:pt x="544360" y="228600"/>
                  </a:lnTo>
                  <a:lnTo>
                    <a:pt x="544360" y="239458"/>
                  </a:lnTo>
                  <a:lnTo>
                    <a:pt x="543407" y="244411"/>
                  </a:lnTo>
                  <a:lnTo>
                    <a:pt x="540448" y="248793"/>
                  </a:lnTo>
                  <a:lnTo>
                    <a:pt x="535495" y="252603"/>
                  </a:lnTo>
                  <a:lnTo>
                    <a:pt x="529971" y="256413"/>
                  </a:lnTo>
                  <a:lnTo>
                    <a:pt x="526834" y="261175"/>
                  </a:lnTo>
                  <a:lnTo>
                    <a:pt x="526072" y="266890"/>
                  </a:lnTo>
                  <a:lnTo>
                    <a:pt x="526834" y="270510"/>
                  </a:lnTo>
                  <a:lnTo>
                    <a:pt x="528548" y="273939"/>
                  </a:lnTo>
                  <a:lnTo>
                    <a:pt x="531215" y="277177"/>
                  </a:lnTo>
                  <a:lnTo>
                    <a:pt x="538924" y="285750"/>
                  </a:lnTo>
                  <a:lnTo>
                    <a:pt x="411772" y="285750"/>
                  </a:lnTo>
                  <a:lnTo>
                    <a:pt x="411772" y="234315"/>
                  </a:lnTo>
                  <a:lnTo>
                    <a:pt x="543204" y="234315"/>
                  </a:lnTo>
                  <a:lnTo>
                    <a:pt x="543598" y="235077"/>
                  </a:lnTo>
                  <a:lnTo>
                    <a:pt x="544360" y="239458"/>
                  </a:lnTo>
                  <a:lnTo>
                    <a:pt x="544360" y="228600"/>
                  </a:lnTo>
                  <a:lnTo>
                    <a:pt x="542925" y="228600"/>
                  </a:lnTo>
                  <a:lnTo>
                    <a:pt x="539877" y="224599"/>
                  </a:lnTo>
                  <a:lnTo>
                    <a:pt x="538162" y="221068"/>
                  </a:lnTo>
                  <a:lnTo>
                    <a:pt x="537781" y="218020"/>
                  </a:lnTo>
                  <a:lnTo>
                    <a:pt x="538734" y="212877"/>
                  </a:lnTo>
                  <a:lnTo>
                    <a:pt x="541693" y="208495"/>
                  </a:lnTo>
                  <a:lnTo>
                    <a:pt x="546646" y="204876"/>
                  </a:lnTo>
                  <a:lnTo>
                    <a:pt x="552170" y="200685"/>
                  </a:lnTo>
                  <a:lnTo>
                    <a:pt x="555307" y="195834"/>
                  </a:lnTo>
                  <a:lnTo>
                    <a:pt x="556069" y="190309"/>
                  </a:lnTo>
                  <a:lnTo>
                    <a:pt x="555307" y="186690"/>
                  </a:lnTo>
                  <a:lnTo>
                    <a:pt x="553593" y="183261"/>
                  </a:lnTo>
                  <a:lnTo>
                    <a:pt x="550926" y="180022"/>
                  </a:lnTo>
                  <a:lnTo>
                    <a:pt x="548259" y="177165"/>
                  </a:lnTo>
                  <a:lnTo>
                    <a:pt x="661517" y="177165"/>
                  </a:lnTo>
                  <a:lnTo>
                    <a:pt x="661517" y="171450"/>
                  </a:lnTo>
                  <a:lnTo>
                    <a:pt x="544360" y="171450"/>
                  </a:lnTo>
                  <a:lnTo>
                    <a:pt x="544360" y="182308"/>
                  </a:lnTo>
                  <a:lnTo>
                    <a:pt x="543407" y="187261"/>
                  </a:lnTo>
                  <a:lnTo>
                    <a:pt x="540448" y="191643"/>
                  </a:lnTo>
                  <a:lnTo>
                    <a:pt x="535495" y="195453"/>
                  </a:lnTo>
                  <a:lnTo>
                    <a:pt x="529971" y="199263"/>
                  </a:lnTo>
                  <a:lnTo>
                    <a:pt x="526834" y="204025"/>
                  </a:lnTo>
                  <a:lnTo>
                    <a:pt x="526072" y="209740"/>
                  </a:lnTo>
                  <a:lnTo>
                    <a:pt x="526834" y="213360"/>
                  </a:lnTo>
                  <a:lnTo>
                    <a:pt x="528548" y="216789"/>
                  </a:lnTo>
                  <a:lnTo>
                    <a:pt x="531215" y="220027"/>
                  </a:lnTo>
                  <a:lnTo>
                    <a:pt x="538924" y="228600"/>
                  </a:lnTo>
                  <a:lnTo>
                    <a:pt x="411772" y="228600"/>
                  </a:lnTo>
                  <a:lnTo>
                    <a:pt x="411772" y="177165"/>
                  </a:lnTo>
                  <a:lnTo>
                    <a:pt x="543204" y="177165"/>
                  </a:lnTo>
                  <a:lnTo>
                    <a:pt x="543598" y="177927"/>
                  </a:lnTo>
                  <a:lnTo>
                    <a:pt x="544360" y="182308"/>
                  </a:lnTo>
                  <a:lnTo>
                    <a:pt x="544360" y="171450"/>
                  </a:lnTo>
                  <a:lnTo>
                    <a:pt x="542925" y="171450"/>
                  </a:lnTo>
                  <a:lnTo>
                    <a:pt x="538924" y="171450"/>
                  </a:lnTo>
                  <a:lnTo>
                    <a:pt x="411772" y="171450"/>
                  </a:lnTo>
                  <a:lnTo>
                    <a:pt x="411772" y="120015"/>
                  </a:lnTo>
                  <a:lnTo>
                    <a:pt x="661517" y="120015"/>
                  </a:lnTo>
                  <a:lnTo>
                    <a:pt x="661517" y="114300"/>
                  </a:lnTo>
                  <a:lnTo>
                    <a:pt x="399072" y="114300"/>
                  </a:lnTo>
                  <a:lnTo>
                    <a:pt x="399072" y="120015"/>
                  </a:lnTo>
                  <a:lnTo>
                    <a:pt x="403199" y="120015"/>
                  </a:lnTo>
                  <a:lnTo>
                    <a:pt x="403199" y="171450"/>
                  </a:lnTo>
                  <a:lnTo>
                    <a:pt x="399072" y="171450"/>
                  </a:lnTo>
                  <a:lnTo>
                    <a:pt x="399072" y="177165"/>
                  </a:lnTo>
                  <a:lnTo>
                    <a:pt x="403199" y="177165"/>
                  </a:lnTo>
                  <a:lnTo>
                    <a:pt x="403199" y="228600"/>
                  </a:lnTo>
                  <a:lnTo>
                    <a:pt x="399072" y="228600"/>
                  </a:lnTo>
                  <a:lnTo>
                    <a:pt x="399072" y="234315"/>
                  </a:lnTo>
                  <a:lnTo>
                    <a:pt x="403199" y="234315"/>
                  </a:lnTo>
                  <a:lnTo>
                    <a:pt x="403199" y="285750"/>
                  </a:lnTo>
                  <a:lnTo>
                    <a:pt x="399072" y="285750"/>
                  </a:lnTo>
                  <a:lnTo>
                    <a:pt x="399072" y="291465"/>
                  </a:lnTo>
                  <a:lnTo>
                    <a:pt x="403199" y="291465"/>
                  </a:lnTo>
                  <a:lnTo>
                    <a:pt x="403199" y="342900"/>
                  </a:lnTo>
                  <a:lnTo>
                    <a:pt x="399072" y="342900"/>
                  </a:lnTo>
                  <a:lnTo>
                    <a:pt x="399072" y="348615"/>
                  </a:lnTo>
                  <a:lnTo>
                    <a:pt x="403199" y="348615"/>
                  </a:lnTo>
                  <a:lnTo>
                    <a:pt x="411772" y="348615"/>
                  </a:lnTo>
                  <a:lnTo>
                    <a:pt x="543204" y="348615"/>
                  </a:lnTo>
                  <a:lnTo>
                    <a:pt x="543598" y="349377"/>
                  </a:lnTo>
                  <a:lnTo>
                    <a:pt x="544360" y="353758"/>
                  </a:lnTo>
                  <a:lnTo>
                    <a:pt x="543407" y="358711"/>
                  </a:lnTo>
                  <a:lnTo>
                    <a:pt x="540448" y="363093"/>
                  </a:lnTo>
                  <a:lnTo>
                    <a:pt x="535495" y="366903"/>
                  </a:lnTo>
                  <a:lnTo>
                    <a:pt x="529971" y="370713"/>
                  </a:lnTo>
                  <a:lnTo>
                    <a:pt x="526834" y="375475"/>
                  </a:lnTo>
                  <a:lnTo>
                    <a:pt x="526072" y="381190"/>
                  </a:lnTo>
                  <a:lnTo>
                    <a:pt x="526834" y="384810"/>
                  </a:lnTo>
                  <a:lnTo>
                    <a:pt x="528548" y="388239"/>
                  </a:lnTo>
                  <a:lnTo>
                    <a:pt x="531215" y="391477"/>
                  </a:lnTo>
                  <a:lnTo>
                    <a:pt x="538924" y="400050"/>
                  </a:lnTo>
                  <a:lnTo>
                    <a:pt x="542925" y="400050"/>
                  </a:lnTo>
                  <a:lnTo>
                    <a:pt x="539877" y="396049"/>
                  </a:lnTo>
                  <a:lnTo>
                    <a:pt x="538162" y="392518"/>
                  </a:lnTo>
                  <a:lnTo>
                    <a:pt x="537781" y="389470"/>
                  </a:lnTo>
                  <a:lnTo>
                    <a:pt x="538734" y="384327"/>
                  </a:lnTo>
                  <a:lnTo>
                    <a:pt x="541693" y="379945"/>
                  </a:lnTo>
                  <a:lnTo>
                    <a:pt x="546646" y="376326"/>
                  </a:lnTo>
                  <a:lnTo>
                    <a:pt x="552170" y="372135"/>
                  </a:lnTo>
                  <a:lnTo>
                    <a:pt x="555307" y="367284"/>
                  </a:lnTo>
                  <a:lnTo>
                    <a:pt x="556069" y="361759"/>
                  </a:lnTo>
                  <a:lnTo>
                    <a:pt x="555307" y="358140"/>
                  </a:lnTo>
                  <a:lnTo>
                    <a:pt x="553593" y="354711"/>
                  </a:lnTo>
                  <a:lnTo>
                    <a:pt x="550926" y="351472"/>
                  </a:lnTo>
                  <a:lnTo>
                    <a:pt x="548259" y="348615"/>
                  </a:lnTo>
                  <a:lnTo>
                    <a:pt x="661517" y="348615"/>
                  </a:lnTo>
                  <a:lnTo>
                    <a:pt x="661517" y="360045"/>
                  </a:lnTo>
                  <a:lnTo>
                    <a:pt x="671512" y="360045"/>
                  </a:lnTo>
                  <a:lnTo>
                    <a:pt x="671512" y="348615"/>
                  </a:lnTo>
                  <a:lnTo>
                    <a:pt x="1557032" y="348615"/>
                  </a:lnTo>
                  <a:lnTo>
                    <a:pt x="1557032" y="342900"/>
                  </a:lnTo>
                  <a:lnTo>
                    <a:pt x="671512" y="342900"/>
                  </a:lnTo>
                  <a:lnTo>
                    <a:pt x="671512" y="291465"/>
                  </a:lnTo>
                  <a:lnTo>
                    <a:pt x="1557032" y="291465"/>
                  </a:lnTo>
                  <a:lnTo>
                    <a:pt x="1557032" y="285750"/>
                  </a:lnTo>
                  <a:lnTo>
                    <a:pt x="671512" y="285750"/>
                  </a:lnTo>
                  <a:lnTo>
                    <a:pt x="671512" y="234315"/>
                  </a:lnTo>
                  <a:lnTo>
                    <a:pt x="1557032" y="234315"/>
                  </a:lnTo>
                  <a:lnTo>
                    <a:pt x="1557032" y="228600"/>
                  </a:lnTo>
                  <a:lnTo>
                    <a:pt x="671512" y="228600"/>
                  </a:lnTo>
                  <a:lnTo>
                    <a:pt x="671512" y="177165"/>
                  </a:lnTo>
                  <a:lnTo>
                    <a:pt x="1557032" y="177165"/>
                  </a:lnTo>
                  <a:lnTo>
                    <a:pt x="1557032" y="171450"/>
                  </a:lnTo>
                  <a:lnTo>
                    <a:pt x="671512" y="171450"/>
                  </a:lnTo>
                  <a:lnTo>
                    <a:pt x="671512" y="120015"/>
                  </a:lnTo>
                  <a:lnTo>
                    <a:pt x="1557032" y="120015"/>
                  </a:lnTo>
                  <a:lnTo>
                    <a:pt x="1557032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>
              <a:extLst>
                <a:ext uri="{FF2B5EF4-FFF2-40B4-BE49-F238E27FC236}">
                  <a16:creationId xmlns:a16="http://schemas.microsoft.com/office/drawing/2014/main" id="{C2ACD1F2-3952-73E5-0838-A92AF37A6828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09354" y="7359546"/>
              <a:ext cx="74294" cy="231076"/>
            </a:xfrm>
            <a:prstGeom prst="rect">
              <a:avLst/>
            </a:prstGeom>
          </p:spPr>
        </p:pic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BFDA41CA-161E-1781-7237-DEB560306798}"/>
                </a:ext>
              </a:extLst>
            </p:cNvPr>
            <p:cNvSpPr/>
            <p:nvPr/>
          </p:nvSpPr>
          <p:spPr>
            <a:xfrm>
              <a:off x="4426077" y="7246591"/>
              <a:ext cx="755650" cy="371475"/>
            </a:xfrm>
            <a:custGeom>
              <a:avLst/>
              <a:gdLst/>
              <a:ahLst/>
              <a:cxnLst/>
              <a:rect l="l" t="t" r="r" b="b"/>
              <a:pathLst>
                <a:path w="755650" h="371475">
                  <a:moveTo>
                    <a:pt x="74295" y="305460"/>
                  </a:moveTo>
                  <a:lnTo>
                    <a:pt x="74104" y="298221"/>
                  </a:lnTo>
                  <a:lnTo>
                    <a:pt x="74015" y="298043"/>
                  </a:lnTo>
                  <a:lnTo>
                    <a:pt x="74015" y="114300"/>
                  </a:lnTo>
                  <a:lnTo>
                    <a:pt x="64008" y="114300"/>
                  </a:lnTo>
                  <a:lnTo>
                    <a:pt x="64008" y="287718"/>
                  </a:lnTo>
                  <a:lnTo>
                    <a:pt x="62014" y="286131"/>
                  </a:lnTo>
                  <a:lnTo>
                    <a:pt x="55537" y="284416"/>
                  </a:lnTo>
                  <a:lnTo>
                    <a:pt x="47155" y="284607"/>
                  </a:lnTo>
                  <a:lnTo>
                    <a:pt x="39217" y="285559"/>
                  </a:lnTo>
                  <a:lnTo>
                    <a:pt x="4648" y="308673"/>
                  </a:lnTo>
                  <a:lnTo>
                    <a:pt x="0" y="322605"/>
                  </a:lnTo>
                  <a:lnTo>
                    <a:pt x="190" y="329082"/>
                  </a:lnTo>
                  <a:lnTo>
                    <a:pt x="25146" y="344043"/>
                  </a:lnTo>
                  <a:lnTo>
                    <a:pt x="33629" y="343090"/>
                  </a:lnTo>
                  <a:lnTo>
                    <a:pt x="69646" y="320040"/>
                  </a:lnTo>
                  <a:lnTo>
                    <a:pt x="72847" y="313029"/>
                  </a:lnTo>
                  <a:lnTo>
                    <a:pt x="74295" y="305460"/>
                  </a:lnTo>
                  <a:close/>
                </a:path>
                <a:path w="755650" h="371475">
                  <a:moveTo>
                    <a:pt x="291020" y="134010"/>
                  </a:moveTo>
                  <a:lnTo>
                    <a:pt x="290830" y="126771"/>
                  </a:lnTo>
                  <a:lnTo>
                    <a:pt x="288264" y="121539"/>
                  </a:lnTo>
                  <a:lnTo>
                    <a:pt x="283311" y="118300"/>
                  </a:lnTo>
                  <a:lnTo>
                    <a:pt x="278739" y="114681"/>
                  </a:lnTo>
                  <a:lnTo>
                    <a:pt x="272262" y="112966"/>
                  </a:lnTo>
                  <a:lnTo>
                    <a:pt x="263880" y="113157"/>
                  </a:lnTo>
                  <a:lnTo>
                    <a:pt x="255943" y="114109"/>
                  </a:lnTo>
                  <a:lnTo>
                    <a:pt x="221373" y="137223"/>
                  </a:lnTo>
                  <a:lnTo>
                    <a:pt x="216725" y="151155"/>
                  </a:lnTo>
                  <a:lnTo>
                    <a:pt x="216814" y="154305"/>
                  </a:lnTo>
                  <a:lnTo>
                    <a:pt x="216725" y="342900"/>
                  </a:lnTo>
                  <a:lnTo>
                    <a:pt x="226733" y="342900"/>
                  </a:lnTo>
                  <a:lnTo>
                    <a:pt x="226733" y="168922"/>
                  </a:lnTo>
                  <a:lnTo>
                    <a:pt x="228727" y="170497"/>
                  </a:lnTo>
                  <a:lnTo>
                    <a:pt x="234632" y="172402"/>
                  </a:lnTo>
                  <a:lnTo>
                    <a:pt x="241871" y="172593"/>
                  </a:lnTo>
                  <a:lnTo>
                    <a:pt x="250355" y="171640"/>
                  </a:lnTo>
                  <a:lnTo>
                    <a:pt x="286385" y="148590"/>
                  </a:lnTo>
                  <a:lnTo>
                    <a:pt x="289572" y="141579"/>
                  </a:lnTo>
                  <a:lnTo>
                    <a:pt x="291020" y="134010"/>
                  </a:lnTo>
                  <a:close/>
                </a:path>
                <a:path w="755650" h="371475">
                  <a:moveTo>
                    <a:pt x="474192" y="162585"/>
                  </a:moveTo>
                  <a:lnTo>
                    <a:pt x="474002" y="155346"/>
                  </a:lnTo>
                  <a:lnTo>
                    <a:pt x="471436" y="150114"/>
                  </a:lnTo>
                  <a:lnTo>
                    <a:pt x="466483" y="146875"/>
                  </a:lnTo>
                  <a:lnTo>
                    <a:pt x="461911" y="143256"/>
                  </a:lnTo>
                  <a:lnTo>
                    <a:pt x="455434" y="141541"/>
                  </a:lnTo>
                  <a:lnTo>
                    <a:pt x="447052" y="141732"/>
                  </a:lnTo>
                  <a:lnTo>
                    <a:pt x="439115" y="142684"/>
                  </a:lnTo>
                  <a:lnTo>
                    <a:pt x="404545" y="165798"/>
                  </a:lnTo>
                  <a:lnTo>
                    <a:pt x="399897" y="179730"/>
                  </a:lnTo>
                  <a:lnTo>
                    <a:pt x="399986" y="182880"/>
                  </a:lnTo>
                  <a:lnTo>
                    <a:pt x="399897" y="371475"/>
                  </a:lnTo>
                  <a:lnTo>
                    <a:pt x="409905" y="371475"/>
                  </a:lnTo>
                  <a:lnTo>
                    <a:pt x="409905" y="197497"/>
                  </a:lnTo>
                  <a:lnTo>
                    <a:pt x="411899" y="199072"/>
                  </a:lnTo>
                  <a:lnTo>
                    <a:pt x="417804" y="200977"/>
                  </a:lnTo>
                  <a:lnTo>
                    <a:pt x="425043" y="201168"/>
                  </a:lnTo>
                  <a:lnTo>
                    <a:pt x="433527" y="200215"/>
                  </a:lnTo>
                  <a:lnTo>
                    <a:pt x="469544" y="177165"/>
                  </a:lnTo>
                  <a:lnTo>
                    <a:pt x="472744" y="170154"/>
                  </a:lnTo>
                  <a:lnTo>
                    <a:pt x="474192" y="162585"/>
                  </a:lnTo>
                  <a:close/>
                </a:path>
                <a:path w="755650" h="371475">
                  <a:moveTo>
                    <a:pt x="638022" y="191160"/>
                  </a:moveTo>
                  <a:lnTo>
                    <a:pt x="637832" y="183921"/>
                  </a:lnTo>
                  <a:lnTo>
                    <a:pt x="637730" y="183718"/>
                  </a:lnTo>
                  <a:lnTo>
                    <a:pt x="637730" y="0"/>
                  </a:lnTo>
                  <a:lnTo>
                    <a:pt x="627735" y="0"/>
                  </a:lnTo>
                  <a:lnTo>
                    <a:pt x="627735" y="173431"/>
                  </a:lnTo>
                  <a:lnTo>
                    <a:pt x="625729" y="171831"/>
                  </a:lnTo>
                  <a:lnTo>
                    <a:pt x="619252" y="170116"/>
                  </a:lnTo>
                  <a:lnTo>
                    <a:pt x="610870" y="170307"/>
                  </a:lnTo>
                  <a:lnTo>
                    <a:pt x="602945" y="171259"/>
                  </a:lnTo>
                  <a:lnTo>
                    <a:pt x="568375" y="194373"/>
                  </a:lnTo>
                  <a:lnTo>
                    <a:pt x="563727" y="208305"/>
                  </a:lnTo>
                  <a:lnTo>
                    <a:pt x="563918" y="214782"/>
                  </a:lnTo>
                  <a:lnTo>
                    <a:pt x="588873" y="229743"/>
                  </a:lnTo>
                  <a:lnTo>
                    <a:pt x="597357" y="228790"/>
                  </a:lnTo>
                  <a:lnTo>
                    <a:pt x="633374" y="205740"/>
                  </a:lnTo>
                  <a:lnTo>
                    <a:pt x="636574" y="198729"/>
                  </a:lnTo>
                  <a:lnTo>
                    <a:pt x="638022" y="191160"/>
                  </a:lnTo>
                  <a:close/>
                </a:path>
                <a:path w="755650" h="371475">
                  <a:moveTo>
                    <a:pt x="755497" y="59436"/>
                  </a:moveTo>
                  <a:lnTo>
                    <a:pt x="746925" y="59436"/>
                  </a:lnTo>
                  <a:lnTo>
                    <a:pt x="746925" y="291465"/>
                  </a:lnTo>
                  <a:lnTo>
                    <a:pt x="755497" y="291465"/>
                  </a:lnTo>
                  <a:lnTo>
                    <a:pt x="755497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2D423188-21C2-0464-0F83-58A644BEC10D}"/>
                </a:ext>
              </a:extLst>
            </p:cNvPr>
            <p:cNvSpPr/>
            <p:nvPr/>
          </p:nvSpPr>
          <p:spPr>
            <a:xfrm>
              <a:off x="4642812" y="7155815"/>
              <a:ext cx="421640" cy="85725"/>
            </a:xfrm>
            <a:custGeom>
              <a:avLst/>
              <a:gdLst/>
              <a:ahLst/>
              <a:cxnLst/>
              <a:rect l="l" t="t" r="r" b="b"/>
              <a:pathLst>
                <a:path w="421639" h="85725">
                  <a:moveTo>
                    <a:pt x="0" y="85724"/>
                  </a:moveTo>
                  <a:lnTo>
                    <a:pt x="0" y="57149"/>
                  </a:lnTo>
                  <a:lnTo>
                    <a:pt x="148003" y="37072"/>
                  </a:lnTo>
                </a:path>
                <a:path w="421639" h="85725">
                  <a:moveTo>
                    <a:pt x="273288" y="20077"/>
                  </a:moveTo>
                  <a:lnTo>
                    <a:pt x="421292" y="0"/>
                  </a:lnTo>
                  <a:lnTo>
                    <a:pt x="421292" y="2857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0F460364-AF8B-1D50-E543-B42F793B6021}"/>
                </a:ext>
              </a:extLst>
            </p:cNvPr>
            <p:cNvSpPr/>
            <p:nvPr/>
          </p:nvSpPr>
          <p:spPr>
            <a:xfrm>
              <a:off x="4819383" y="7150109"/>
              <a:ext cx="1290955" cy="387985"/>
            </a:xfrm>
            <a:custGeom>
              <a:avLst/>
              <a:gdLst/>
              <a:ahLst/>
              <a:cxnLst/>
              <a:rect l="l" t="t" r="r" b="b"/>
              <a:pathLst>
                <a:path w="1290954" h="387984">
                  <a:moveTo>
                    <a:pt x="55626" y="20955"/>
                  </a:moveTo>
                  <a:lnTo>
                    <a:pt x="35153" y="0"/>
                  </a:lnTo>
                  <a:lnTo>
                    <a:pt x="31153" y="0"/>
                  </a:lnTo>
                  <a:lnTo>
                    <a:pt x="27241" y="1524"/>
                  </a:lnTo>
                  <a:lnTo>
                    <a:pt x="23431" y="4572"/>
                  </a:lnTo>
                  <a:lnTo>
                    <a:pt x="19621" y="7429"/>
                  </a:lnTo>
                  <a:lnTo>
                    <a:pt x="17437" y="11137"/>
                  </a:lnTo>
                  <a:lnTo>
                    <a:pt x="16865" y="15709"/>
                  </a:lnTo>
                  <a:lnTo>
                    <a:pt x="17627" y="19710"/>
                  </a:lnTo>
                  <a:lnTo>
                    <a:pt x="20485" y="21717"/>
                  </a:lnTo>
                  <a:lnTo>
                    <a:pt x="25438" y="21717"/>
                  </a:lnTo>
                  <a:lnTo>
                    <a:pt x="29248" y="20193"/>
                  </a:lnTo>
                  <a:lnTo>
                    <a:pt x="30670" y="17526"/>
                  </a:lnTo>
                  <a:lnTo>
                    <a:pt x="29718" y="13716"/>
                  </a:lnTo>
                  <a:lnTo>
                    <a:pt x="27724" y="8572"/>
                  </a:lnTo>
                  <a:lnTo>
                    <a:pt x="28295" y="5524"/>
                  </a:lnTo>
                  <a:lnTo>
                    <a:pt x="30581" y="4089"/>
                  </a:lnTo>
                  <a:lnTo>
                    <a:pt x="34582" y="4279"/>
                  </a:lnTo>
                  <a:lnTo>
                    <a:pt x="40487" y="5613"/>
                  </a:lnTo>
                  <a:lnTo>
                    <a:pt x="43243" y="8470"/>
                  </a:lnTo>
                  <a:lnTo>
                    <a:pt x="42862" y="12852"/>
                  </a:lnTo>
                  <a:lnTo>
                    <a:pt x="42672" y="20662"/>
                  </a:lnTo>
                  <a:lnTo>
                    <a:pt x="40487" y="25717"/>
                  </a:lnTo>
                  <a:lnTo>
                    <a:pt x="32105" y="30289"/>
                  </a:lnTo>
                  <a:lnTo>
                    <a:pt x="26581" y="31330"/>
                  </a:lnTo>
                  <a:lnTo>
                    <a:pt x="19723" y="31140"/>
                  </a:lnTo>
                  <a:lnTo>
                    <a:pt x="18580" y="36576"/>
                  </a:lnTo>
                  <a:lnTo>
                    <a:pt x="32486" y="48666"/>
                  </a:lnTo>
                  <a:lnTo>
                    <a:pt x="31242" y="53619"/>
                  </a:lnTo>
                  <a:lnTo>
                    <a:pt x="25908" y="63715"/>
                  </a:lnTo>
                  <a:lnTo>
                    <a:pt x="22009" y="66484"/>
                  </a:lnTo>
                  <a:lnTo>
                    <a:pt x="16865" y="66865"/>
                  </a:lnTo>
                  <a:lnTo>
                    <a:pt x="14389" y="66675"/>
                  </a:lnTo>
                  <a:lnTo>
                    <a:pt x="12293" y="65722"/>
                  </a:lnTo>
                  <a:lnTo>
                    <a:pt x="10579" y="64008"/>
                  </a:lnTo>
                  <a:lnTo>
                    <a:pt x="10769" y="61912"/>
                  </a:lnTo>
                  <a:lnTo>
                    <a:pt x="11722" y="60388"/>
                  </a:lnTo>
                  <a:lnTo>
                    <a:pt x="13436" y="59436"/>
                  </a:lnTo>
                  <a:lnTo>
                    <a:pt x="16002" y="54864"/>
                  </a:lnTo>
                  <a:lnTo>
                    <a:pt x="15240" y="50863"/>
                  </a:lnTo>
                  <a:lnTo>
                    <a:pt x="12674" y="48666"/>
                  </a:lnTo>
                  <a:lnTo>
                    <a:pt x="8293" y="48285"/>
                  </a:lnTo>
                  <a:lnTo>
                    <a:pt x="2768" y="49047"/>
                  </a:lnTo>
                  <a:lnTo>
                    <a:pt x="0" y="52578"/>
                  </a:lnTo>
                  <a:lnTo>
                    <a:pt x="0" y="58864"/>
                  </a:lnTo>
                  <a:lnTo>
                    <a:pt x="381" y="63436"/>
                  </a:lnTo>
                  <a:lnTo>
                    <a:pt x="2959" y="66675"/>
                  </a:lnTo>
                  <a:lnTo>
                    <a:pt x="7721" y="68580"/>
                  </a:lnTo>
                  <a:lnTo>
                    <a:pt x="20866" y="71437"/>
                  </a:lnTo>
                  <a:lnTo>
                    <a:pt x="26771" y="71247"/>
                  </a:lnTo>
                  <a:lnTo>
                    <a:pt x="32296" y="69049"/>
                  </a:lnTo>
                  <a:lnTo>
                    <a:pt x="37439" y="64858"/>
                  </a:lnTo>
                  <a:lnTo>
                    <a:pt x="42583" y="60858"/>
                  </a:lnTo>
                  <a:lnTo>
                    <a:pt x="45529" y="55714"/>
                  </a:lnTo>
                  <a:lnTo>
                    <a:pt x="46291" y="49428"/>
                  </a:lnTo>
                  <a:lnTo>
                    <a:pt x="46672" y="44665"/>
                  </a:lnTo>
                  <a:lnTo>
                    <a:pt x="43726" y="40284"/>
                  </a:lnTo>
                  <a:lnTo>
                    <a:pt x="37439" y="36283"/>
                  </a:lnTo>
                  <a:lnTo>
                    <a:pt x="37439" y="35712"/>
                  </a:lnTo>
                  <a:lnTo>
                    <a:pt x="41821" y="33997"/>
                  </a:lnTo>
                  <a:lnTo>
                    <a:pt x="45910" y="31521"/>
                  </a:lnTo>
                  <a:lnTo>
                    <a:pt x="49720" y="28282"/>
                  </a:lnTo>
                  <a:lnTo>
                    <a:pt x="53721" y="25044"/>
                  </a:lnTo>
                  <a:lnTo>
                    <a:pt x="55626" y="20955"/>
                  </a:lnTo>
                  <a:close/>
                </a:path>
                <a:path w="1290954" h="387984">
                  <a:moveTo>
                    <a:pt x="1290535" y="382231"/>
                  </a:moveTo>
                  <a:lnTo>
                    <a:pt x="349491" y="382231"/>
                  </a:lnTo>
                  <a:lnTo>
                    <a:pt x="349491" y="387946"/>
                  </a:lnTo>
                  <a:lnTo>
                    <a:pt x="1290535" y="387946"/>
                  </a:lnTo>
                  <a:lnTo>
                    <a:pt x="1290535" y="382231"/>
                  </a:lnTo>
                  <a:close/>
                </a:path>
                <a:path w="1290954" h="387984">
                  <a:moveTo>
                    <a:pt x="1290535" y="325081"/>
                  </a:moveTo>
                  <a:lnTo>
                    <a:pt x="349491" y="325081"/>
                  </a:lnTo>
                  <a:lnTo>
                    <a:pt x="349491" y="330796"/>
                  </a:lnTo>
                  <a:lnTo>
                    <a:pt x="1290535" y="330796"/>
                  </a:lnTo>
                  <a:lnTo>
                    <a:pt x="1290535" y="325081"/>
                  </a:lnTo>
                  <a:close/>
                </a:path>
                <a:path w="1290954" h="387984">
                  <a:moveTo>
                    <a:pt x="1290535" y="267931"/>
                  </a:moveTo>
                  <a:lnTo>
                    <a:pt x="349491" y="267931"/>
                  </a:lnTo>
                  <a:lnTo>
                    <a:pt x="349491" y="273646"/>
                  </a:lnTo>
                  <a:lnTo>
                    <a:pt x="1290535" y="273646"/>
                  </a:lnTo>
                  <a:lnTo>
                    <a:pt x="1290535" y="267931"/>
                  </a:lnTo>
                  <a:close/>
                </a:path>
                <a:path w="1290954" h="387984">
                  <a:moveTo>
                    <a:pt x="1290535" y="210781"/>
                  </a:moveTo>
                  <a:lnTo>
                    <a:pt x="349491" y="210781"/>
                  </a:lnTo>
                  <a:lnTo>
                    <a:pt x="349491" y="216496"/>
                  </a:lnTo>
                  <a:lnTo>
                    <a:pt x="1290535" y="216496"/>
                  </a:lnTo>
                  <a:lnTo>
                    <a:pt x="1290535" y="210781"/>
                  </a:lnTo>
                  <a:close/>
                </a:path>
                <a:path w="1290954" h="387984">
                  <a:moveTo>
                    <a:pt x="1290535" y="153631"/>
                  </a:moveTo>
                  <a:lnTo>
                    <a:pt x="349491" y="153631"/>
                  </a:lnTo>
                  <a:lnTo>
                    <a:pt x="349491" y="159346"/>
                  </a:lnTo>
                  <a:lnTo>
                    <a:pt x="1290535" y="159346"/>
                  </a:lnTo>
                  <a:lnTo>
                    <a:pt x="1290535" y="1536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>
              <a:extLst>
                <a:ext uri="{FF2B5EF4-FFF2-40B4-BE49-F238E27FC236}">
                  <a16:creationId xmlns:a16="http://schemas.microsoft.com/office/drawing/2014/main" id="{18F238F3-0B44-341E-47B4-A1810BC209CD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53023" y="7451176"/>
              <a:ext cx="149732" cy="160591"/>
            </a:xfrm>
            <a:prstGeom prst="rect">
              <a:avLst/>
            </a:prstGeom>
          </p:spPr>
        </p:pic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36596389-BF00-1A2A-BCBC-C4BE34EB8DEC}"/>
                </a:ext>
              </a:extLst>
            </p:cNvPr>
            <p:cNvSpPr/>
            <p:nvPr/>
          </p:nvSpPr>
          <p:spPr>
            <a:xfrm>
              <a:off x="6109919" y="7218016"/>
              <a:ext cx="1158240" cy="400050"/>
            </a:xfrm>
            <a:custGeom>
              <a:avLst/>
              <a:gdLst/>
              <a:ahLst/>
              <a:cxnLst/>
              <a:rect l="l" t="t" r="r" b="b"/>
              <a:pathLst>
                <a:path w="1158240" h="400050">
                  <a:moveTo>
                    <a:pt x="1157973" y="85725"/>
                  </a:moveTo>
                  <a:lnTo>
                    <a:pt x="272453" y="85725"/>
                  </a:lnTo>
                  <a:lnTo>
                    <a:pt x="272453" y="0"/>
                  </a:lnTo>
                  <a:lnTo>
                    <a:pt x="262445" y="0"/>
                  </a:lnTo>
                  <a:lnTo>
                    <a:pt x="262445" y="314325"/>
                  </a:lnTo>
                  <a:lnTo>
                    <a:pt x="153517" y="314325"/>
                  </a:lnTo>
                  <a:lnTo>
                    <a:pt x="156248" y="310134"/>
                  </a:lnTo>
                  <a:lnTo>
                    <a:pt x="157010" y="304609"/>
                  </a:lnTo>
                  <a:lnTo>
                    <a:pt x="156248" y="300990"/>
                  </a:lnTo>
                  <a:lnTo>
                    <a:pt x="154533" y="297561"/>
                  </a:lnTo>
                  <a:lnTo>
                    <a:pt x="151866" y="294322"/>
                  </a:lnTo>
                  <a:lnTo>
                    <a:pt x="145288" y="287274"/>
                  </a:lnTo>
                  <a:lnTo>
                    <a:pt x="145288" y="296608"/>
                  </a:lnTo>
                  <a:lnTo>
                    <a:pt x="144335" y="301561"/>
                  </a:lnTo>
                  <a:lnTo>
                    <a:pt x="141389" y="305943"/>
                  </a:lnTo>
                  <a:lnTo>
                    <a:pt x="136436" y="309753"/>
                  </a:lnTo>
                  <a:lnTo>
                    <a:pt x="130911" y="313563"/>
                  </a:lnTo>
                  <a:lnTo>
                    <a:pt x="130403" y="314325"/>
                  </a:lnTo>
                  <a:lnTo>
                    <a:pt x="12700" y="314325"/>
                  </a:lnTo>
                  <a:lnTo>
                    <a:pt x="12700" y="262890"/>
                  </a:lnTo>
                  <a:lnTo>
                    <a:pt x="127533" y="262890"/>
                  </a:lnTo>
                  <a:lnTo>
                    <a:pt x="127000" y="266890"/>
                  </a:lnTo>
                  <a:lnTo>
                    <a:pt x="127762" y="270510"/>
                  </a:lnTo>
                  <a:lnTo>
                    <a:pt x="129476" y="273939"/>
                  </a:lnTo>
                  <a:lnTo>
                    <a:pt x="132143" y="277177"/>
                  </a:lnTo>
                  <a:lnTo>
                    <a:pt x="139865" y="285750"/>
                  </a:lnTo>
                  <a:lnTo>
                    <a:pt x="142722" y="288607"/>
                  </a:lnTo>
                  <a:lnTo>
                    <a:pt x="144526" y="292227"/>
                  </a:lnTo>
                  <a:lnTo>
                    <a:pt x="145288" y="296608"/>
                  </a:lnTo>
                  <a:lnTo>
                    <a:pt x="145288" y="287274"/>
                  </a:lnTo>
                  <a:lnTo>
                    <a:pt x="143865" y="285750"/>
                  </a:lnTo>
                  <a:lnTo>
                    <a:pt x="140817" y="281749"/>
                  </a:lnTo>
                  <a:lnTo>
                    <a:pt x="139103" y="278218"/>
                  </a:lnTo>
                  <a:lnTo>
                    <a:pt x="138722" y="275170"/>
                  </a:lnTo>
                  <a:lnTo>
                    <a:pt x="139674" y="270027"/>
                  </a:lnTo>
                  <a:lnTo>
                    <a:pt x="142621" y="265645"/>
                  </a:lnTo>
                  <a:lnTo>
                    <a:pt x="146380" y="262890"/>
                  </a:lnTo>
                  <a:lnTo>
                    <a:pt x="262445" y="262890"/>
                  </a:lnTo>
                  <a:lnTo>
                    <a:pt x="262445" y="257175"/>
                  </a:lnTo>
                  <a:lnTo>
                    <a:pt x="153517" y="257175"/>
                  </a:lnTo>
                  <a:lnTo>
                    <a:pt x="156248" y="252984"/>
                  </a:lnTo>
                  <a:lnTo>
                    <a:pt x="157010" y="247459"/>
                  </a:lnTo>
                  <a:lnTo>
                    <a:pt x="156248" y="243840"/>
                  </a:lnTo>
                  <a:lnTo>
                    <a:pt x="154533" y="240411"/>
                  </a:lnTo>
                  <a:lnTo>
                    <a:pt x="151866" y="237172"/>
                  </a:lnTo>
                  <a:lnTo>
                    <a:pt x="145288" y="230124"/>
                  </a:lnTo>
                  <a:lnTo>
                    <a:pt x="145288" y="239458"/>
                  </a:lnTo>
                  <a:lnTo>
                    <a:pt x="144335" y="244411"/>
                  </a:lnTo>
                  <a:lnTo>
                    <a:pt x="141389" y="248793"/>
                  </a:lnTo>
                  <a:lnTo>
                    <a:pt x="136436" y="252603"/>
                  </a:lnTo>
                  <a:lnTo>
                    <a:pt x="130911" y="256413"/>
                  </a:lnTo>
                  <a:lnTo>
                    <a:pt x="130403" y="257175"/>
                  </a:lnTo>
                  <a:lnTo>
                    <a:pt x="12700" y="257175"/>
                  </a:lnTo>
                  <a:lnTo>
                    <a:pt x="12700" y="205740"/>
                  </a:lnTo>
                  <a:lnTo>
                    <a:pt x="127533" y="205740"/>
                  </a:lnTo>
                  <a:lnTo>
                    <a:pt x="127000" y="209740"/>
                  </a:lnTo>
                  <a:lnTo>
                    <a:pt x="127762" y="213360"/>
                  </a:lnTo>
                  <a:lnTo>
                    <a:pt x="129476" y="216789"/>
                  </a:lnTo>
                  <a:lnTo>
                    <a:pt x="132143" y="220027"/>
                  </a:lnTo>
                  <a:lnTo>
                    <a:pt x="139865" y="228600"/>
                  </a:lnTo>
                  <a:lnTo>
                    <a:pt x="142722" y="231457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5288" y="230124"/>
                  </a:lnTo>
                  <a:lnTo>
                    <a:pt x="143865" y="228600"/>
                  </a:lnTo>
                  <a:lnTo>
                    <a:pt x="140817" y="224599"/>
                  </a:lnTo>
                  <a:lnTo>
                    <a:pt x="139103" y="221068"/>
                  </a:lnTo>
                  <a:lnTo>
                    <a:pt x="138722" y="218020"/>
                  </a:lnTo>
                  <a:lnTo>
                    <a:pt x="139674" y="212877"/>
                  </a:lnTo>
                  <a:lnTo>
                    <a:pt x="142621" y="208495"/>
                  </a:lnTo>
                  <a:lnTo>
                    <a:pt x="146380" y="205740"/>
                  </a:lnTo>
                  <a:lnTo>
                    <a:pt x="262445" y="205740"/>
                  </a:lnTo>
                  <a:lnTo>
                    <a:pt x="262445" y="200025"/>
                  </a:lnTo>
                  <a:lnTo>
                    <a:pt x="153517" y="200025"/>
                  </a:lnTo>
                  <a:lnTo>
                    <a:pt x="156248" y="195834"/>
                  </a:lnTo>
                  <a:lnTo>
                    <a:pt x="157010" y="190309"/>
                  </a:lnTo>
                  <a:lnTo>
                    <a:pt x="156248" y="186690"/>
                  </a:lnTo>
                  <a:lnTo>
                    <a:pt x="154533" y="183261"/>
                  </a:lnTo>
                  <a:lnTo>
                    <a:pt x="151866" y="180022"/>
                  </a:lnTo>
                  <a:lnTo>
                    <a:pt x="143865" y="171450"/>
                  </a:lnTo>
                  <a:lnTo>
                    <a:pt x="139865" y="171450"/>
                  </a:lnTo>
                  <a:lnTo>
                    <a:pt x="142722" y="174307"/>
                  </a:lnTo>
                  <a:lnTo>
                    <a:pt x="144526" y="177927"/>
                  </a:lnTo>
                  <a:lnTo>
                    <a:pt x="130911" y="199263"/>
                  </a:lnTo>
                  <a:lnTo>
                    <a:pt x="130403" y="200025"/>
                  </a:lnTo>
                  <a:lnTo>
                    <a:pt x="12700" y="200025"/>
                  </a:lnTo>
                  <a:lnTo>
                    <a:pt x="12700" y="148590"/>
                  </a:lnTo>
                  <a:lnTo>
                    <a:pt x="262445" y="148590"/>
                  </a:lnTo>
                  <a:lnTo>
                    <a:pt x="262445" y="142875"/>
                  </a:lnTo>
                  <a:lnTo>
                    <a:pt x="12700" y="142875"/>
                  </a:lnTo>
                  <a:lnTo>
                    <a:pt x="12700" y="91440"/>
                  </a:lnTo>
                  <a:lnTo>
                    <a:pt x="262445" y="91440"/>
                  </a:lnTo>
                  <a:lnTo>
                    <a:pt x="262445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4127" y="91440"/>
                  </a:lnTo>
                  <a:lnTo>
                    <a:pt x="4127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4127" y="148590"/>
                  </a:lnTo>
                  <a:lnTo>
                    <a:pt x="4127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4127" y="205740"/>
                  </a:lnTo>
                  <a:lnTo>
                    <a:pt x="4127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4127" y="262890"/>
                  </a:lnTo>
                  <a:lnTo>
                    <a:pt x="4127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4127" y="320040"/>
                  </a:lnTo>
                  <a:lnTo>
                    <a:pt x="12700" y="320040"/>
                  </a:lnTo>
                  <a:lnTo>
                    <a:pt x="127533" y="320040"/>
                  </a:lnTo>
                  <a:lnTo>
                    <a:pt x="127000" y="324040"/>
                  </a:lnTo>
                  <a:lnTo>
                    <a:pt x="127762" y="327660"/>
                  </a:lnTo>
                  <a:lnTo>
                    <a:pt x="129476" y="331089"/>
                  </a:lnTo>
                  <a:lnTo>
                    <a:pt x="132143" y="334327"/>
                  </a:lnTo>
                  <a:lnTo>
                    <a:pt x="139865" y="342900"/>
                  </a:lnTo>
                  <a:lnTo>
                    <a:pt x="142722" y="345757"/>
                  </a:lnTo>
                  <a:lnTo>
                    <a:pt x="144526" y="349377"/>
                  </a:lnTo>
                  <a:lnTo>
                    <a:pt x="130911" y="370713"/>
                  </a:lnTo>
                  <a:lnTo>
                    <a:pt x="127762" y="375475"/>
                  </a:lnTo>
                  <a:lnTo>
                    <a:pt x="127000" y="381190"/>
                  </a:lnTo>
                  <a:lnTo>
                    <a:pt x="127762" y="384810"/>
                  </a:lnTo>
                  <a:lnTo>
                    <a:pt x="129476" y="388239"/>
                  </a:lnTo>
                  <a:lnTo>
                    <a:pt x="132143" y="391477"/>
                  </a:lnTo>
                  <a:lnTo>
                    <a:pt x="139865" y="400050"/>
                  </a:lnTo>
                  <a:lnTo>
                    <a:pt x="143865" y="400050"/>
                  </a:lnTo>
                  <a:lnTo>
                    <a:pt x="140817" y="396049"/>
                  </a:lnTo>
                  <a:lnTo>
                    <a:pt x="139103" y="392518"/>
                  </a:lnTo>
                  <a:lnTo>
                    <a:pt x="138722" y="389470"/>
                  </a:lnTo>
                  <a:lnTo>
                    <a:pt x="139674" y="384327"/>
                  </a:lnTo>
                  <a:lnTo>
                    <a:pt x="142621" y="379945"/>
                  </a:lnTo>
                  <a:lnTo>
                    <a:pt x="147574" y="376326"/>
                  </a:lnTo>
                  <a:lnTo>
                    <a:pt x="153098" y="372135"/>
                  </a:lnTo>
                  <a:lnTo>
                    <a:pt x="156248" y="367284"/>
                  </a:lnTo>
                  <a:lnTo>
                    <a:pt x="157010" y="361759"/>
                  </a:lnTo>
                  <a:lnTo>
                    <a:pt x="156248" y="358140"/>
                  </a:lnTo>
                  <a:lnTo>
                    <a:pt x="154533" y="354711"/>
                  </a:lnTo>
                  <a:lnTo>
                    <a:pt x="151866" y="351472"/>
                  </a:lnTo>
                  <a:lnTo>
                    <a:pt x="143865" y="342900"/>
                  </a:lnTo>
                  <a:lnTo>
                    <a:pt x="140817" y="338899"/>
                  </a:lnTo>
                  <a:lnTo>
                    <a:pt x="139103" y="335368"/>
                  </a:lnTo>
                  <a:lnTo>
                    <a:pt x="138722" y="332320"/>
                  </a:lnTo>
                  <a:lnTo>
                    <a:pt x="139674" y="327177"/>
                  </a:lnTo>
                  <a:lnTo>
                    <a:pt x="142621" y="322795"/>
                  </a:lnTo>
                  <a:lnTo>
                    <a:pt x="146380" y="320040"/>
                  </a:lnTo>
                  <a:lnTo>
                    <a:pt x="262445" y="320040"/>
                  </a:lnTo>
                  <a:lnTo>
                    <a:pt x="262445" y="360045"/>
                  </a:lnTo>
                  <a:lnTo>
                    <a:pt x="272453" y="360045"/>
                  </a:lnTo>
                  <a:lnTo>
                    <a:pt x="272453" y="320040"/>
                  </a:lnTo>
                  <a:lnTo>
                    <a:pt x="1157973" y="320040"/>
                  </a:lnTo>
                  <a:lnTo>
                    <a:pt x="1157973" y="314325"/>
                  </a:lnTo>
                  <a:lnTo>
                    <a:pt x="272453" y="314325"/>
                  </a:lnTo>
                  <a:lnTo>
                    <a:pt x="272453" y="262890"/>
                  </a:lnTo>
                  <a:lnTo>
                    <a:pt x="1157973" y="262890"/>
                  </a:lnTo>
                  <a:lnTo>
                    <a:pt x="1157973" y="257175"/>
                  </a:lnTo>
                  <a:lnTo>
                    <a:pt x="272453" y="257175"/>
                  </a:lnTo>
                  <a:lnTo>
                    <a:pt x="272453" y="205740"/>
                  </a:lnTo>
                  <a:lnTo>
                    <a:pt x="1157973" y="205740"/>
                  </a:lnTo>
                  <a:lnTo>
                    <a:pt x="1157973" y="200025"/>
                  </a:lnTo>
                  <a:lnTo>
                    <a:pt x="272453" y="200025"/>
                  </a:lnTo>
                  <a:lnTo>
                    <a:pt x="272453" y="148590"/>
                  </a:lnTo>
                  <a:lnTo>
                    <a:pt x="1157973" y="148590"/>
                  </a:lnTo>
                  <a:lnTo>
                    <a:pt x="1157973" y="142875"/>
                  </a:lnTo>
                  <a:lnTo>
                    <a:pt x="272453" y="142875"/>
                  </a:lnTo>
                  <a:lnTo>
                    <a:pt x="272453" y="91440"/>
                  </a:lnTo>
                  <a:lnTo>
                    <a:pt x="1157973" y="91440"/>
                  </a:lnTo>
                  <a:lnTo>
                    <a:pt x="1157973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>
              <a:extLst>
                <a:ext uri="{FF2B5EF4-FFF2-40B4-BE49-F238E27FC236}">
                  <a16:creationId xmlns:a16="http://schemas.microsoft.com/office/drawing/2014/main" id="{4470CFC9-64DE-81E8-DD02-B56D5E257EFF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91850" y="7388121"/>
              <a:ext cx="111140" cy="231076"/>
            </a:xfrm>
            <a:prstGeom prst="rect">
              <a:avLst/>
            </a:prstGeom>
          </p:spPr>
        </p:pic>
        <p:pic>
          <p:nvPicPr>
            <p:cNvPr id="44" name="object 44">
              <a:extLst>
                <a:ext uri="{FF2B5EF4-FFF2-40B4-BE49-F238E27FC236}">
                  <a16:creationId xmlns:a16="http://schemas.microsoft.com/office/drawing/2014/main" id="{B5DA767B-E129-FA78-1B5F-93C41721BC03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08579" y="7389454"/>
              <a:ext cx="111140" cy="229742"/>
            </a:xfrm>
            <a:prstGeom prst="rect">
              <a:avLst/>
            </a:prstGeom>
          </p:spPr>
        </p:pic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B01AB05C-1E42-EA7E-F016-21BF88DFEEC6}"/>
                </a:ext>
              </a:extLst>
            </p:cNvPr>
            <p:cNvSpPr/>
            <p:nvPr/>
          </p:nvSpPr>
          <p:spPr>
            <a:xfrm>
              <a:off x="6741821" y="7388133"/>
              <a:ext cx="74295" cy="230504"/>
            </a:xfrm>
            <a:custGeom>
              <a:avLst/>
              <a:gdLst/>
              <a:ahLst/>
              <a:cxnLst/>
              <a:rect l="l" t="t" r="r" b="b"/>
              <a:pathLst>
                <a:path w="74295" h="230504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43"/>
                  </a:lnTo>
                  <a:lnTo>
                    <a:pt x="4648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29933"/>
                  </a:lnTo>
                  <a:lnTo>
                    <a:pt x="9994" y="229933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>
              <a:extLst>
                <a:ext uri="{FF2B5EF4-FFF2-40B4-BE49-F238E27FC236}">
                  <a16:creationId xmlns:a16="http://schemas.microsoft.com/office/drawing/2014/main" id="{2B08E4A9-B2EA-099C-913E-C2A431443D57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868989" y="7246579"/>
              <a:ext cx="130301" cy="279463"/>
            </a:xfrm>
            <a:prstGeom prst="rect">
              <a:avLst/>
            </a:prstGeom>
          </p:spPr>
        </p:pic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84A15449-CD0A-17F7-EF28-9DDFC21A2BA7}"/>
                </a:ext>
              </a:extLst>
            </p:cNvPr>
            <p:cNvSpPr/>
            <p:nvPr/>
          </p:nvSpPr>
          <p:spPr>
            <a:xfrm>
              <a:off x="7088823" y="7275166"/>
              <a:ext cx="191770" cy="262890"/>
            </a:xfrm>
            <a:custGeom>
              <a:avLst/>
              <a:gdLst/>
              <a:ahLst/>
              <a:cxnLst/>
              <a:rect l="l" t="t" r="r" b="b"/>
              <a:pathLst>
                <a:path w="191770" h="262890">
                  <a:moveTo>
                    <a:pt x="74295" y="191160"/>
                  </a:moveTo>
                  <a:lnTo>
                    <a:pt x="74104" y="183921"/>
                  </a:lnTo>
                  <a:lnTo>
                    <a:pt x="74002" y="183718"/>
                  </a:lnTo>
                  <a:lnTo>
                    <a:pt x="74002" y="0"/>
                  </a:lnTo>
                  <a:lnTo>
                    <a:pt x="64008" y="0"/>
                  </a:lnTo>
                  <a:lnTo>
                    <a:pt x="64008" y="173431"/>
                  </a:lnTo>
                  <a:lnTo>
                    <a:pt x="62001" y="171831"/>
                  </a:lnTo>
                  <a:lnTo>
                    <a:pt x="55524" y="170116"/>
                  </a:lnTo>
                  <a:lnTo>
                    <a:pt x="47142" y="170307"/>
                  </a:lnTo>
                  <a:lnTo>
                    <a:pt x="39217" y="171259"/>
                  </a:lnTo>
                  <a:lnTo>
                    <a:pt x="4635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69646" y="205740"/>
                  </a:lnTo>
                  <a:lnTo>
                    <a:pt x="72847" y="198729"/>
                  </a:lnTo>
                  <a:lnTo>
                    <a:pt x="74295" y="191160"/>
                  </a:lnTo>
                  <a:close/>
                </a:path>
                <a:path w="191770" h="262890">
                  <a:moveTo>
                    <a:pt x="191770" y="30861"/>
                  </a:moveTo>
                  <a:lnTo>
                    <a:pt x="183197" y="30861"/>
                  </a:lnTo>
                  <a:lnTo>
                    <a:pt x="183197" y="262890"/>
                  </a:lnTo>
                  <a:lnTo>
                    <a:pt x="191770" y="262890"/>
                  </a:lnTo>
                  <a:lnTo>
                    <a:pt x="191770" y="308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DE873FB3-C90D-FFD3-4D57-BF4F1B0BD72E}"/>
                </a:ext>
              </a:extLst>
            </p:cNvPr>
            <p:cNvSpPr/>
            <p:nvPr/>
          </p:nvSpPr>
          <p:spPr>
            <a:xfrm>
              <a:off x="6741826" y="7147223"/>
              <a:ext cx="421640" cy="57150"/>
            </a:xfrm>
            <a:custGeom>
              <a:avLst/>
              <a:gdLst/>
              <a:ahLst/>
              <a:cxnLst/>
              <a:rect l="l" t="t" r="r" b="b"/>
              <a:pathLst>
                <a:path w="421640" h="57150">
                  <a:moveTo>
                    <a:pt x="0" y="57149"/>
                  </a:moveTo>
                  <a:lnTo>
                    <a:pt x="0" y="28574"/>
                  </a:lnTo>
                  <a:lnTo>
                    <a:pt x="148003" y="18536"/>
                  </a:lnTo>
                </a:path>
                <a:path w="421640" h="57150">
                  <a:moveTo>
                    <a:pt x="273288" y="10038"/>
                  </a:moveTo>
                  <a:lnTo>
                    <a:pt x="421292" y="0"/>
                  </a:lnTo>
                  <a:lnTo>
                    <a:pt x="421292" y="2857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8DED549E-7919-9A2E-109A-D3875B2C9185}"/>
                </a:ext>
              </a:extLst>
            </p:cNvPr>
            <p:cNvSpPr/>
            <p:nvPr/>
          </p:nvSpPr>
          <p:spPr>
            <a:xfrm>
              <a:off x="266700" y="7127224"/>
              <a:ext cx="6707505" cy="1006475"/>
            </a:xfrm>
            <a:custGeom>
              <a:avLst/>
              <a:gdLst/>
              <a:ahLst/>
              <a:cxnLst/>
              <a:rect l="l" t="t" r="r" b="b"/>
              <a:pathLst>
                <a:path w="6707505" h="1006475">
                  <a:moveTo>
                    <a:pt x="489775" y="1000302"/>
                  </a:moveTo>
                  <a:lnTo>
                    <a:pt x="0" y="1000302"/>
                  </a:lnTo>
                  <a:lnTo>
                    <a:pt x="0" y="1006017"/>
                  </a:lnTo>
                  <a:lnTo>
                    <a:pt x="489775" y="1006017"/>
                  </a:lnTo>
                  <a:lnTo>
                    <a:pt x="489775" y="1000302"/>
                  </a:lnTo>
                  <a:close/>
                </a:path>
                <a:path w="6707505" h="1006475">
                  <a:moveTo>
                    <a:pt x="489775" y="943152"/>
                  </a:moveTo>
                  <a:lnTo>
                    <a:pt x="0" y="943152"/>
                  </a:lnTo>
                  <a:lnTo>
                    <a:pt x="0" y="948867"/>
                  </a:lnTo>
                  <a:lnTo>
                    <a:pt x="489775" y="948867"/>
                  </a:lnTo>
                  <a:lnTo>
                    <a:pt x="489775" y="943152"/>
                  </a:lnTo>
                  <a:close/>
                </a:path>
                <a:path w="6707505" h="1006475">
                  <a:moveTo>
                    <a:pt x="489775" y="886002"/>
                  </a:moveTo>
                  <a:lnTo>
                    <a:pt x="0" y="886002"/>
                  </a:lnTo>
                  <a:lnTo>
                    <a:pt x="0" y="891717"/>
                  </a:lnTo>
                  <a:lnTo>
                    <a:pt x="489775" y="891717"/>
                  </a:lnTo>
                  <a:lnTo>
                    <a:pt x="489775" y="886002"/>
                  </a:lnTo>
                  <a:close/>
                </a:path>
                <a:path w="6707505" h="1006475">
                  <a:moveTo>
                    <a:pt x="489775" y="828852"/>
                  </a:moveTo>
                  <a:lnTo>
                    <a:pt x="0" y="828852"/>
                  </a:lnTo>
                  <a:lnTo>
                    <a:pt x="0" y="834567"/>
                  </a:lnTo>
                  <a:lnTo>
                    <a:pt x="489775" y="834567"/>
                  </a:lnTo>
                  <a:lnTo>
                    <a:pt x="489775" y="828852"/>
                  </a:lnTo>
                  <a:close/>
                </a:path>
                <a:path w="6707505" h="1006475">
                  <a:moveTo>
                    <a:pt x="489775" y="771702"/>
                  </a:moveTo>
                  <a:lnTo>
                    <a:pt x="0" y="771702"/>
                  </a:lnTo>
                  <a:lnTo>
                    <a:pt x="0" y="777417"/>
                  </a:lnTo>
                  <a:lnTo>
                    <a:pt x="489775" y="777417"/>
                  </a:lnTo>
                  <a:lnTo>
                    <a:pt x="489775" y="771702"/>
                  </a:lnTo>
                  <a:close/>
                </a:path>
                <a:path w="6707505" h="1006475">
                  <a:moveTo>
                    <a:pt x="6707327" y="20955"/>
                  </a:moveTo>
                  <a:lnTo>
                    <a:pt x="6686842" y="0"/>
                  </a:lnTo>
                  <a:lnTo>
                    <a:pt x="6682841" y="0"/>
                  </a:lnTo>
                  <a:lnTo>
                    <a:pt x="6678943" y="1524"/>
                  </a:lnTo>
                  <a:lnTo>
                    <a:pt x="6675133" y="4572"/>
                  </a:lnTo>
                  <a:lnTo>
                    <a:pt x="6671323" y="7429"/>
                  </a:lnTo>
                  <a:lnTo>
                    <a:pt x="6669125" y="11150"/>
                  </a:lnTo>
                  <a:lnTo>
                    <a:pt x="6668554" y="15722"/>
                  </a:lnTo>
                  <a:lnTo>
                    <a:pt x="6669316" y="19723"/>
                  </a:lnTo>
                  <a:lnTo>
                    <a:pt x="6672173" y="21717"/>
                  </a:lnTo>
                  <a:lnTo>
                    <a:pt x="6677126" y="21717"/>
                  </a:lnTo>
                  <a:lnTo>
                    <a:pt x="6680936" y="20193"/>
                  </a:lnTo>
                  <a:lnTo>
                    <a:pt x="6682372" y="17526"/>
                  </a:lnTo>
                  <a:lnTo>
                    <a:pt x="6681419" y="13716"/>
                  </a:lnTo>
                  <a:lnTo>
                    <a:pt x="6679412" y="8572"/>
                  </a:lnTo>
                  <a:lnTo>
                    <a:pt x="6679984" y="5524"/>
                  </a:lnTo>
                  <a:lnTo>
                    <a:pt x="6682270" y="4102"/>
                  </a:lnTo>
                  <a:lnTo>
                    <a:pt x="6686270" y="4292"/>
                  </a:lnTo>
                  <a:lnTo>
                    <a:pt x="6692176" y="5626"/>
                  </a:lnTo>
                  <a:lnTo>
                    <a:pt x="6694945" y="8483"/>
                  </a:lnTo>
                  <a:lnTo>
                    <a:pt x="6694564" y="12865"/>
                  </a:lnTo>
                  <a:lnTo>
                    <a:pt x="6694373" y="20675"/>
                  </a:lnTo>
                  <a:lnTo>
                    <a:pt x="6692176" y="25717"/>
                  </a:lnTo>
                  <a:lnTo>
                    <a:pt x="6683794" y="30289"/>
                  </a:lnTo>
                  <a:lnTo>
                    <a:pt x="6678269" y="31343"/>
                  </a:lnTo>
                  <a:lnTo>
                    <a:pt x="6671411" y="31153"/>
                  </a:lnTo>
                  <a:lnTo>
                    <a:pt x="6670268" y="36576"/>
                  </a:lnTo>
                  <a:lnTo>
                    <a:pt x="6684175" y="48679"/>
                  </a:lnTo>
                  <a:lnTo>
                    <a:pt x="6682943" y="53632"/>
                  </a:lnTo>
                  <a:lnTo>
                    <a:pt x="6677609" y="63728"/>
                  </a:lnTo>
                  <a:lnTo>
                    <a:pt x="6673697" y="66484"/>
                  </a:lnTo>
                  <a:lnTo>
                    <a:pt x="6668554" y="66865"/>
                  </a:lnTo>
                  <a:lnTo>
                    <a:pt x="6666077" y="66675"/>
                  </a:lnTo>
                  <a:lnTo>
                    <a:pt x="6663982" y="65722"/>
                  </a:lnTo>
                  <a:lnTo>
                    <a:pt x="6662267" y="64008"/>
                  </a:lnTo>
                  <a:lnTo>
                    <a:pt x="6662458" y="61912"/>
                  </a:lnTo>
                  <a:lnTo>
                    <a:pt x="6663410" y="60388"/>
                  </a:lnTo>
                  <a:lnTo>
                    <a:pt x="6665125" y="59436"/>
                  </a:lnTo>
                  <a:lnTo>
                    <a:pt x="6667703" y="54864"/>
                  </a:lnTo>
                  <a:lnTo>
                    <a:pt x="6666941" y="50863"/>
                  </a:lnTo>
                  <a:lnTo>
                    <a:pt x="6664363" y="48679"/>
                  </a:lnTo>
                  <a:lnTo>
                    <a:pt x="6659981" y="48298"/>
                  </a:lnTo>
                  <a:lnTo>
                    <a:pt x="6654457" y="49060"/>
                  </a:lnTo>
                  <a:lnTo>
                    <a:pt x="6651701" y="52578"/>
                  </a:lnTo>
                  <a:lnTo>
                    <a:pt x="6651701" y="58864"/>
                  </a:lnTo>
                  <a:lnTo>
                    <a:pt x="6652082" y="63436"/>
                  </a:lnTo>
                  <a:lnTo>
                    <a:pt x="6654647" y="66675"/>
                  </a:lnTo>
                  <a:lnTo>
                    <a:pt x="6659410" y="68580"/>
                  </a:lnTo>
                  <a:lnTo>
                    <a:pt x="6672554" y="71437"/>
                  </a:lnTo>
                  <a:lnTo>
                    <a:pt x="6678460" y="71247"/>
                  </a:lnTo>
                  <a:lnTo>
                    <a:pt x="6683984" y="69062"/>
                  </a:lnTo>
                  <a:lnTo>
                    <a:pt x="6689128" y="64871"/>
                  </a:lnTo>
                  <a:lnTo>
                    <a:pt x="6694271" y="60871"/>
                  </a:lnTo>
                  <a:lnTo>
                    <a:pt x="6697231" y="55727"/>
                  </a:lnTo>
                  <a:lnTo>
                    <a:pt x="6697993" y="49441"/>
                  </a:lnTo>
                  <a:lnTo>
                    <a:pt x="6698374" y="44678"/>
                  </a:lnTo>
                  <a:lnTo>
                    <a:pt x="6695414" y="40297"/>
                  </a:lnTo>
                  <a:lnTo>
                    <a:pt x="6689128" y="36296"/>
                  </a:lnTo>
                  <a:lnTo>
                    <a:pt x="6689128" y="35725"/>
                  </a:lnTo>
                  <a:lnTo>
                    <a:pt x="6693509" y="34010"/>
                  </a:lnTo>
                  <a:lnTo>
                    <a:pt x="6697612" y="31534"/>
                  </a:lnTo>
                  <a:lnTo>
                    <a:pt x="6701422" y="28295"/>
                  </a:lnTo>
                  <a:lnTo>
                    <a:pt x="6705422" y="25057"/>
                  </a:lnTo>
                  <a:lnTo>
                    <a:pt x="6707327" y="20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>
              <a:extLst>
                <a:ext uri="{FF2B5EF4-FFF2-40B4-BE49-F238E27FC236}">
                  <a16:creationId xmlns:a16="http://schemas.microsoft.com/office/drawing/2014/main" id="{E6CD724E-D318-8609-2164-BF963247455D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7975" y="7898923"/>
              <a:ext cx="158876" cy="182879"/>
            </a:xfrm>
            <a:prstGeom prst="rect">
              <a:avLst/>
            </a:prstGeom>
          </p:spPr>
        </p:pic>
        <p:pic>
          <p:nvPicPr>
            <p:cNvPr id="51" name="object 51">
              <a:extLst>
                <a:ext uri="{FF2B5EF4-FFF2-40B4-BE49-F238E27FC236}">
                  <a16:creationId xmlns:a16="http://schemas.microsoft.com/office/drawing/2014/main" id="{E3842F98-DDCE-A8E7-FF46-9230863CB0A0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4002" y="7870348"/>
              <a:ext cx="216598" cy="267461"/>
            </a:xfrm>
            <a:prstGeom prst="rect">
              <a:avLst/>
            </a:prstGeom>
          </p:spPr>
        </p:pic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B2EB37C1-10CF-1D3C-0C05-0B759A90C291}"/>
                </a:ext>
              </a:extLst>
            </p:cNvPr>
            <p:cNvSpPr/>
            <p:nvPr/>
          </p:nvSpPr>
          <p:spPr>
            <a:xfrm>
              <a:off x="756475" y="7841777"/>
              <a:ext cx="1139190" cy="429895"/>
            </a:xfrm>
            <a:custGeom>
              <a:avLst/>
              <a:gdLst/>
              <a:ahLst/>
              <a:cxnLst/>
              <a:rect l="l" t="t" r="r" b="b"/>
              <a:pathLst>
                <a:path w="1139189" h="429895">
                  <a:moveTo>
                    <a:pt x="1138847" y="57150"/>
                  </a:moveTo>
                  <a:lnTo>
                    <a:pt x="492594" y="57150"/>
                  </a:lnTo>
                  <a:lnTo>
                    <a:pt x="492594" y="40005"/>
                  </a:lnTo>
                  <a:lnTo>
                    <a:pt x="482600" y="40005"/>
                  </a:lnTo>
                  <a:lnTo>
                    <a:pt x="482600" y="285750"/>
                  </a:lnTo>
                  <a:lnTo>
                    <a:pt x="339877" y="285750"/>
                  </a:lnTo>
                  <a:lnTo>
                    <a:pt x="339877" y="234315"/>
                  </a:lnTo>
                  <a:lnTo>
                    <a:pt x="482600" y="234315"/>
                  </a:lnTo>
                  <a:lnTo>
                    <a:pt x="482600" y="228600"/>
                  </a:lnTo>
                  <a:lnTo>
                    <a:pt x="339877" y="228600"/>
                  </a:lnTo>
                  <a:lnTo>
                    <a:pt x="339877" y="192709"/>
                  </a:lnTo>
                  <a:lnTo>
                    <a:pt x="340169" y="191173"/>
                  </a:lnTo>
                  <a:lnTo>
                    <a:pt x="339979" y="183934"/>
                  </a:lnTo>
                  <a:lnTo>
                    <a:pt x="339877" y="183730"/>
                  </a:lnTo>
                  <a:lnTo>
                    <a:pt x="339877" y="177165"/>
                  </a:lnTo>
                  <a:lnTo>
                    <a:pt x="482600" y="177165"/>
                  </a:lnTo>
                  <a:lnTo>
                    <a:pt x="482600" y="171450"/>
                  </a:lnTo>
                  <a:lnTo>
                    <a:pt x="339877" y="171450"/>
                  </a:lnTo>
                  <a:lnTo>
                    <a:pt x="339877" y="120015"/>
                  </a:lnTo>
                  <a:lnTo>
                    <a:pt x="482600" y="120015"/>
                  </a:lnTo>
                  <a:lnTo>
                    <a:pt x="482600" y="114300"/>
                  </a:lnTo>
                  <a:lnTo>
                    <a:pt x="339877" y="114300"/>
                  </a:lnTo>
                  <a:lnTo>
                    <a:pt x="339877" y="62865"/>
                  </a:lnTo>
                  <a:lnTo>
                    <a:pt x="482600" y="62865"/>
                  </a:lnTo>
                  <a:lnTo>
                    <a:pt x="482600" y="57150"/>
                  </a:lnTo>
                  <a:lnTo>
                    <a:pt x="339877" y="57150"/>
                  </a:lnTo>
                  <a:lnTo>
                    <a:pt x="339877" y="0"/>
                  </a:lnTo>
                  <a:lnTo>
                    <a:pt x="329882" y="0"/>
                  </a:lnTo>
                  <a:lnTo>
                    <a:pt x="329882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329882" y="62865"/>
                  </a:lnTo>
                  <a:lnTo>
                    <a:pt x="329882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329882" y="120015"/>
                  </a:lnTo>
                  <a:lnTo>
                    <a:pt x="329882" y="171450"/>
                  </a:lnTo>
                  <a:lnTo>
                    <a:pt x="329882" y="212775"/>
                  </a:lnTo>
                  <a:lnTo>
                    <a:pt x="329882" y="228600"/>
                  </a:lnTo>
                  <a:lnTo>
                    <a:pt x="300228" y="228600"/>
                  </a:lnTo>
                  <a:lnTo>
                    <a:pt x="307797" y="226529"/>
                  </a:lnTo>
                  <a:lnTo>
                    <a:pt x="315925" y="222935"/>
                  </a:lnTo>
                  <a:lnTo>
                    <a:pt x="323875" y="218033"/>
                  </a:lnTo>
                  <a:lnTo>
                    <a:pt x="329882" y="212775"/>
                  </a:lnTo>
                  <a:lnTo>
                    <a:pt x="329882" y="171450"/>
                  </a:lnTo>
                  <a:lnTo>
                    <a:pt x="326428" y="171450"/>
                  </a:lnTo>
                  <a:lnTo>
                    <a:pt x="321398" y="170116"/>
                  </a:lnTo>
                  <a:lnTo>
                    <a:pt x="313016" y="170307"/>
                  </a:lnTo>
                  <a:lnTo>
                    <a:pt x="305092" y="171272"/>
                  </a:lnTo>
                  <a:lnTo>
                    <a:pt x="304495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289890" y="177165"/>
                  </a:lnTo>
                  <a:lnTo>
                    <a:pt x="289661" y="177279"/>
                  </a:lnTo>
                  <a:lnTo>
                    <a:pt x="265874" y="208318"/>
                  </a:lnTo>
                  <a:lnTo>
                    <a:pt x="266052" y="214795"/>
                  </a:lnTo>
                  <a:lnTo>
                    <a:pt x="268541" y="220027"/>
                  </a:lnTo>
                  <a:lnTo>
                    <a:pt x="273304" y="224028"/>
                  </a:lnTo>
                  <a:lnTo>
                    <a:pt x="277876" y="227647"/>
                  </a:lnTo>
                  <a:lnTo>
                    <a:pt x="280822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329882" y="234315"/>
                  </a:lnTo>
                  <a:lnTo>
                    <a:pt x="329882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329882" y="291465"/>
                  </a:lnTo>
                  <a:lnTo>
                    <a:pt x="329882" y="339331"/>
                  </a:lnTo>
                  <a:lnTo>
                    <a:pt x="249351" y="339331"/>
                  </a:lnTo>
                  <a:lnTo>
                    <a:pt x="249351" y="346468"/>
                  </a:lnTo>
                  <a:lnTo>
                    <a:pt x="329882" y="346468"/>
                  </a:lnTo>
                  <a:lnTo>
                    <a:pt x="329882" y="373456"/>
                  </a:lnTo>
                  <a:lnTo>
                    <a:pt x="327875" y="371856"/>
                  </a:lnTo>
                  <a:lnTo>
                    <a:pt x="321398" y="370141"/>
                  </a:lnTo>
                  <a:lnTo>
                    <a:pt x="313016" y="370332"/>
                  </a:lnTo>
                  <a:lnTo>
                    <a:pt x="275463" y="388137"/>
                  </a:lnTo>
                  <a:lnTo>
                    <a:pt x="269519" y="396481"/>
                  </a:lnTo>
                  <a:lnTo>
                    <a:pt x="249351" y="396481"/>
                  </a:lnTo>
                  <a:lnTo>
                    <a:pt x="249351" y="403618"/>
                  </a:lnTo>
                  <a:lnTo>
                    <a:pt x="266814" y="403618"/>
                  </a:lnTo>
                  <a:lnTo>
                    <a:pt x="265874" y="408343"/>
                  </a:lnTo>
                  <a:lnTo>
                    <a:pt x="291020" y="429768"/>
                  </a:lnTo>
                  <a:lnTo>
                    <a:pt x="299491" y="428828"/>
                  </a:lnTo>
                  <a:lnTo>
                    <a:pt x="335521" y="405765"/>
                  </a:lnTo>
                  <a:lnTo>
                    <a:pt x="336499" y="403618"/>
                  </a:lnTo>
                  <a:lnTo>
                    <a:pt x="360489" y="403618"/>
                  </a:lnTo>
                  <a:lnTo>
                    <a:pt x="360489" y="396481"/>
                  </a:lnTo>
                  <a:lnTo>
                    <a:pt x="339153" y="396481"/>
                  </a:lnTo>
                  <a:lnTo>
                    <a:pt x="340169" y="391198"/>
                  </a:lnTo>
                  <a:lnTo>
                    <a:pt x="339979" y="383959"/>
                  </a:lnTo>
                  <a:lnTo>
                    <a:pt x="339877" y="383755"/>
                  </a:lnTo>
                  <a:lnTo>
                    <a:pt x="339877" y="346468"/>
                  </a:lnTo>
                  <a:lnTo>
                    <a:pt x="360489" y="346468"/>
                  </a:lnTo>
                  <a:lnTo>
                    <a:pt x="360489" y="339331"/>
                  </a:lnTo>
                  <a:lnTo>
                    <a:pt x="339877" y="339331"/>
                  </a:lnTo>
                  <a:lnTo>
                    <a:pt x="339877" y="291465"/>
                  </a:lnTo>
                  <a:lnTo>
                    <a:pt x="482600" y="291465"/>
                  </a:lnTo>
                  <a:lnTo>
                    <a:pt x="482600" y="400050"/>
                  </a:lnTo>
                  <a:lnTo>
                    <a:pt x="492594" y="400050"/>
                  </a:lnTo>
                  <a:lnTo>
                    <a:pt x="492594" y="291465"/>
                  </a:lnTo>
                  <a:lnTo>
                    <a:pt x="1138847" y="291465"/>
                  </a:lnTo>
                  <a:lnTo>
                    <a:pt x="1138847" y="285750"/>
                  </a:lnTo>
                  <a:lnTo>
                    <a:pt x="492594" y="285750"/>
                  </a:lnTo>
                  <a:lnTo>
                    <a:pt x="492594" y="234315"/>
                  </a:lnTo>
                  <a:lnTo>
                    <a:pt x="1138847" y="234315"/>
                  </a:lnTo>
                  <a:lnTo>
                    <a:pt x="1138847" y="228600"/>
                  </a:lnTo>
                  <a:lnTo>
                    <a:pt x="492594" y="228600"/>
                  </a:lnTo>
                  <a:lnTo>
                    <a:pt x="492594" y="177165"/>
                  </a:lnTo>
                  <a:lnTo>
                    <a:pt x="1138847" y="177165"/>
                  </a:lnTo>
                  <a:lnTo>
                    <a:pt x="1138847" y="171450"/>
                  </a:lnTo>
                  <a:lnTo>
                    <a:pt x="492594" y="171450"/>
                  </a:lnTo>
                  <a:lnTo>
                    <a:pt x="492594" y="120015"/>
                  </a:lnTo>
                  <a:lnTo>
                    <a:pt x="1138847" y="120015"/>
                  </a:lnTo>
                  <a:lnTo>
                    <a:pt x="1138847" y="114300"/>
                  </a:lnTo>
                  <a:lnTo>
                    <a:pt x="492594" y="114300"/>
                  </a:lnTo>
                  <a:lnTo>
                    <a:pt x="492594" y="62865"/>
                  </a:lnTo>
                  <a:lnTo>
                    <a:pt x="1138847" y="62865"/>
                  </a:lnTo>
                  <a:lnTo>
                    <a:pt x="1138847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>
              <a:extLst>
                <a:ext uri="{FF2B5EF4-FFF2-40B4-BE49-F238E27FC236}">
                  <a16:creationId xmlns:a16="http://schemas.microsoft.com/office/drawing/2014/main" id="{7515E602-C87F-47B1-4739-64F6E774293F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83072" y="7840439"/>
              <a:ext cx="130301" cy="231076"/>
            </a:xfrm>
            <a:prstGeom prst="rect">
              <a:avLst/>
            </a:prstGeom>
          </p:spPr>
        </p:pic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704F24A0-782F-9C85-4853-21C248E4D40E}"/>
                </a:ext>
              </a:extLst>
            </p:cNvPr>
            <p:cNvSpPr/>
            <p:nvPr/>
          </p:nvSpPr>
          <p:spPr>
            <a:xfrm>
              <a:off x="1529972" y="7784623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59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>
              <a:extLst>
                <a:ext uri="{FF2B5EF4-FFF2-40B4-BE49-F238E27FC236}">
                  <a16:creationId xmlns:a16="http://schemas.microsoft.com/office/drawing/2014/main" id="{C355BFCC-7748-8316-CD8E-AB02DEC769D2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09957" y="8103520"/>
              <a:ext cx="150629" cy="160591"/>
            </a:xfrm>
            <a:prstGeom prst="rect">
              <a:avLst/>
            </a:prstGeom>
          </p:spPr>
        </p:pic>
        <p:pic>
          <p:nvPicPr>
            <p:cNvPr id="56" name="object 56">
              <a:extLst>
                <a:ext uri="{FF2B5EF4-FFF2-40B4-BE49-F238E27FC236}">
                  <a16:creationId xmlns:a16="http://schemas.microsoft.com/office/drawing/2014/main" id="{14BE1939-842F-81D7-F38F-5D30AD3103ED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09957" y="7903495"/>
              <a:ext cx="130301" cy="160591"/>
            </a:xfrm>
            <a:prstGeom prst="rect">
              <a:avLst/>
            </a:prstGeom>
          </p:spPr>
        </p:pic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D59834B2-B5E4-0F31-C613-931B58026F1B}"/>
                </a:ext>
              </a:extLst>
            </p:cNvPr>
            <p:cNvSpPr/>
            <p:nvPr/>
          </p:nvSpPr>
          <p:spPr>
            <a:xfrm>
              <a:off x="1682693" y="7853203"/>
              <a:ext cx="10160" cy="331470"/>
            </a:xfrm>
            <a:custGeom>
              <a:avLst/>
              <a:gdLst/>
              <a:ahLst/>
              <a:cxnLst/>
              <a:rect l="l" t="t" r="r" b="b"/>
              <a:pathLst>
                <a:path w="10160" h="331470">
                  <a:moveTo>
                    <a:pt x="10001" y="331469"/>
                  </a:moveTo>
                  <a:lnTo>
                    <a:pt x="0" y="331469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314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>
              <a:extLst>
                <a:ext uri="{FF2B5EF4-FFF2-40B4-BE49-F238E27FC236}">
                  <a16:creationId xmlns:a16="http://schemas.microsoft.com/office/drawing/2014/main" id="{CAFFCE0F-6D5F-BB03-FB92-DD737A551935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08398" y="7811864"/>
              <a:ext cx="168917" cy="202501"/>
            </a:xfrm>
            <a:prstGeom prst="rect">
              <a:avLst/>
            </a:prstGeom>
          </p:spPr>
        </p:pic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DEB12C30-3282-3CE4-6A0E-9BB2A8B72412}"/>
                </a:ext>
              </a:extLst>
            </p:cNvPr>
            <p:cNvSpPr/>
            <p:nvPr/>
          </p:nvSpPr>
          <p:spPr>
            <a:xfrm>
              <a:off x="1895322" y="7303741"/>
              <a:ext cx="1043940" cy="882650"/>
            </a:xfrm>
            <a:custGeom>
              <a:avLst/>
              <a:gdLst/>
              <a:ahLst/>
              <a:cxnLst/>
              <a:rect l="l" t="t" r="r" b="b"/>
              <a:pathLst>
                <a:path w="1043939" h="882650">
                  <a:moveTo>
                    <a:pt x="1043673" y="595185"/>
                  </a:moveTo>
                  <a:lnTo>
                    <a:pt x="12700" y="59518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95185"/>
                  </a:lnTo>
                  <a:lnTo>
                    <a:pt x="0" y="595185"/>
                  </a:lnTo>
                  <a:lnTo>
                    <a:pt x="0" y="600900"/>
                  </a:lnTo>
                  <a:lnTo>
                    <a:pt x="4127" y="600900"/>
                  </a:lnTo>
                  <a:lnTo>
                    <a:pt x="4127" y="652335"/>
                  </a:lnTo>
                  <a:lnTo>
                    <a:pt x="0" y="652335"/>
                  </a:lnTo>
                  <a:lnTo>
                    <a:pt x="0" y="658050"/>
                  </a:lnTo>
                  <a:lnTo>
                    <a:pt x="4127" y="658050"/>
                  </a:lnTo>
                  <a:lnTo>
                    <a:pt x="4127" y="709485"/>
                  </a:lnTo>
                  <a:lnTo>
                    <a:pt x="0" y="709485"/>
                  </a:lnTo>
                  <a:lnTo>
                    <a:pt x="0" y="715200"/>
                  </a:lnTo>
                  <a:lnTo>
                    <a:pt x="4127" y="715200"/>
                  </a:lnTo>
                  <a:lnTo>
                    <a:pt x="4127" y="766635"/>
                  </a:lnTo>
                  <a:lnTo>
                    <a:pt x="0" y="766635"/>
                  </a:lnTo>
                  <a:lnTo>
                    <a:pt x="0" y="772350"/>
                  </a:lnTo>
                  <a:lnTo>
                    <a:pt x="4127" y="772350"/>
                  </a:lnTo>
                  <a:lnTo>
                    <a:pt x="4127" y="823785"/>
                  </a:lnTo>
                  <a:lnTo>
                    <a:pt x="0" y="823785"/>
                  </a:lnTo>
                  <a:lnTo>
                    <a:pt x="0" y="829500"/>
                  </a:lnTo>
                  <a:lnTo>
                    <a:pt x="4127" y="829500"/>
                  </a:lnTo>
                  <a:lnTo>
                    <a:pt x="12700" y="829500"/>
                  </a:lnTo>
                  <a:lnTo>
                    <a:pt x="108153" y="829500"/>
                  </a:lnTo>
                  <a:lnTo>
                    <a:pt x="107924" y="829614"/>
                  </a:lnTo>
                  <a:lnTo>
                    <a:pt x="84137" y="860653"/>
                  </a:lnTo>
                  <a:lnTo>
                    <a:pt x="84328" y="867130"/>
                  </a:lnTo>
                  <a:lnTo>
                    <a:pt x="109283" y="882078"/>
                  </a:lnTo>
                  <a:lnTo>
                    <a:pt x="117767" y="881138"/>
                  </a:lnTo>
                  <a:lnTo>
                    <a:pt x="153784" y="858075"/>
                  </a:lnTo>
                  <a:lnTo>
                    <a:pt x="158432" y="843508"/>
                  </a:lnTo>
                  <a:lnTo>
                    <a:pt x="158242" y="836269"/>
                  </a:lnTo>
                  <a:lnTo>
                    <a:pt x="158153" y="836091"/>
                  </a:lnTo>
                  <a:lnTo>
                    <a:pt x="158153" y="829500"/>
                  </a:lnTo>
                  <a:lnTo>
                    <a:pt x="1043673" y="829500"/>
                  </a:lnTo>
                  <a:lnTo>
                    <a:pt x="1043673" y="823785"/>
                  </a:lnTo>
                  <a:lnTo>
                    <a:pt x="158153" y="823785"/>
                  </a:lnTo>
                  <a:lnTo>
                    <a:pt x="158153" y="772350"/>
                  </a:lnTo>
                  <a:lnTo>
                    <a:pt x="1043673" y="772350"/>
                  </a:lnTo>
                  <a:lnTo>
                    <a:pt x="1043673" y="766635"/>
                  </a:lnTo>
                  <a:lnTo>
                    <a:pt x="158153" y="766635"/>
                  </a:lnTo>
                  <a:lnTo>
                    <a:pt x="158153" y="715200"/>
                  </a:lnTo>
                  <a:lnTo>
                    <a:pt x="1043673" y="715200"/>
                  </a:lnTo>
                  <a:lnTo>
                    <a:pt x="1043673" y="709485"/>
                  </a:lnTo>
                  <a:lnTo>
                    <a:pt x="158153" y="709485"/>
                  </a:lnTo>
                  <a:lnTo>
                    <a:pt x="158153" y="658050"/>
                  </a:lnTo>
                  <a:lnTo>
                    <a:pt x="1043673" y="658050"/>
                  </a:lnTo>
                  <a:lnTo>
                    <a:pt x="1043673" y="652335"/>
                  </a:lnTo>
                  <a:lnTo>
                    <a:pt x="158153" y="652335"/>
                  </a:lnTo>
                  <a:lnTo>
                    <a:pt x="148145" y="652335"/>
                  </a:lnTo>
                  <a:lnTo>
                    <a:pt x="148145" y="823785"/>
                  </a:lnTo>
                  <a:lnTo>
                    <a:pt x="144703" y="823785"/>
                  </a:lnTo>
                  <a:lnTo>
                    <a:pt x="139674" y="822452"/>
                  </a:lnTo>
                  <a:lnTo>
                    <a:pt x="131292" y="822642"/>
                  </a:lnTo>
                  <a:lnTo>
                    <a:pt x="123355" y="823607"/>
                  </a:lnTo>
                  <a:lnTo>
                    <a:pt x="122758" y="823785"/>
                  </a:lnTo>
                  <a:lnTo>
                    <a:pt x="12700" y="823785"/>
                  </a:lnTo>
                  <a:lnTo>
                    <a:pt x="12700" y="772350"/>
                  </a:lnTo>
                  <a:lnTo>
                    <a:pt x="148145" y="772350"/>
                  </a:lnTo>
                  <a:lnTo>
                    <a:pt x="148145" y="766635"/>
                  </a:lnTo>
                  <a:lnTo>
                    <a:pt x="12700" y="766635"/>
                  </a:lnTo>
                  <a:lnTo>
                    <a:pt x="12700" y="715200"/>
                  </a:lnTo>
                  <a:lnTo>
                    <a:pt x="148145" y="715200"/>
                  </a:lnTo>
                  <a:lnTo>
                    <a:pt x="148145" y="709485"/>
                  </a:lnTo>
                  <a:lnTo>
                    <a:pt x="12700" y="709485"/>
                  </a:lnTo>
                  <a:lnTo>
                    <a:pt x="12700" y="658050"/>
                  </a:lnTo>
                  <a:lnTo>
                    <a:pt x="148145" y="658050"/>
                  </a:lnTo>
                  <a:lnTo>
                    <a:pt x="148145" y="652335"/>
                  </a:lnTo>
                  <a:lnTo>
                    <a:pt x="12700" y="652335"/>
                  </a:lnTo>
                  <a:lnTo>
                    <a:pt x="12700" y="600900"/>
                  </a:lnTo>
                  <a:lnTo>
                    <a:pt x="1043673" y="600900"/>
                  </a:lnTo>
                  <a:lnTo>
                    <a:pt x="1043673" y="5951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>
              <a:extLst>
                <a:ext uri="{FF2B5EF4-FFF2-40B4-BE49-F238E27FC236}">
                  <a16:creationId xmlns:a16="http://schemas.microsoft.com/office/drawing/2014/main" id="{A684AB93-A4DB-5714-78FC-CADCC9384EF9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179678" y="7810055"/>
              <a:ext cx="111140" cy="288893"/>
            </a:xfrm>
            <a:prstGeom prst="rect">
              <a:avLst/>
            </a:prstGeom>
          </p:spPr>
        </p:pic>
        <p:pic>
          <p:nvPicPr>
            <p:cNvPr id="61" name="object 61">
              <a:extLst>
                <a:ext uri="{FF2B5EF4-FFF2-40B4-BE49-F238E27FC236}">
                  <a16:creationId xmlns:a16="http://schemas.microsoft.com/office/drawing/2014/main" id="{31DC01DD-FB19-B6BB-5DD0-315197DE6801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671161" y="7811864"/>
              <a:ext cx="111140" cy="287083"/>
            </a:xfrm>
            <a:prstGeom prst="rect">
              <a:avLst/>
            </a:prstGeom>
          </p:spPr>
        </p:pic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160740B0-B466-E119-CEEE-FFA7C96CE458}"/>
                </a:ext>
              </a:extLst>
            </p:cNvPr>
            <p:cNvSpPr/>
            <p:nvPr/>
          </p:nvSpPr>
          <p:spPr>
            <a:xfrm>
              <a:off x="2938995" y="7303741"/>
              <a:ext cx="1072515" cy="829944"/>
            </a:xfrm>
            <a:custGeom>
              <a:avLst/>
              <a:gdLst/>
              <a:ahLst/>
              <a:cxnLst/>
              <a:rect l="l" t="t" r="r" b="b"/>
              <a:pathLst>
                <a:path w="1072514" h="829945">
                  <a:moveTo>
                    <a:pt x="1071918" y="595185"/>
                  </a:moveTo>
                  <a:lnTo>
                    <a:pt x="345020" y="595185"/>
                  </a:lnTo>
                  <a:lnTo>
                    <a:pt x="335026" y="595185"/>
                  </a:lnTo>
                  <a:lnTo>
                    <a:pt x="335026" y="600900"/>
                  </a:lnTo>
                  <a:lnTo>
                    <a:pt x="335026" y="766635"/>
                  </a:lnTo>
                  <a:lnTo>
                    <a:pt x="331571" y="766635"/>
                  </a:lnTo>
                  <a:lnTo>
                    <a:pt x="326542" y="765302"/>
                  </a:lnTo>
                  <a:lnTo>
                    <a:pt x="318160" y="765492"/>
                  </a:lnTo>
                  <a:lnTo>
                    <a:pt x="310235" y="766457"/>
                  </a:lnTo>
                  <a:lnTo>
                    <a:pt x="309638" y="766635"/>
                  </a:lnTo>
                  <a:lnTo>
                    <a:pt x="295033" y="766635"/>
                  </a:lnTo>
                  <a:lnTo>
                    <a:pt x="295033" y="772350"/>
                  </a:lnTo>
                  <a:lnTo>
                    <a:pt x="294805" y="772464"/>
                  </a:lnTo>
                  <a:lnTo>
                    <a:pt x="287299" y="777494"/>
                  </a:lnTo>
                  <a:lnTo>
                    <a:pt x="280606" y="783297"/>
                  </a:lnTo>
                  <a:lnTo>
                    <a:pt x="275653" y="789571"/>
                  </a:lnTo>
                  <a:lnTo>
                    <a:pt x="272465" y="796302"/>
                  </a:lnTo>
                  <a:lnTo>
                    <a:pt x="271018" y="803503"/>
                  </a:lnTo>
                  <a:lnTo>
                    <a:pt x="271208" y="809980"/>
                  </a:lnTo>
                  <a:lnTo>
                    <a:pt x="273685" y="815213"/>
                  </a:lnTo>
                  <a:lnTo>
                    <a:pt x="278447" y="819213"/>
                  </a:lnTo>
                  <a:lnTo>
                    <a:pt x="283019" y="822833"/>
                  </a:lnTo>
                  <a:lnTo>
                    <a:pt x="285965" y="823785"/>
                  </a:lnTo>
                  <a:lnTo>
                    <a:pt x="12700" y="823785"/>
                  </a:lnTo>
                  <a:lnTo>
                    <a:pt x="12700" y="772350"/>
                  </a:lnTo>
                  <a:lnTo>
                    <a:pt x="295033" y="772350"/>
                  </a:lnTo>
                  <a:lnTo>
                    <a:pt x="295033" y="766635"/>
                  </a:lnTo>
                  <a:lnTo>
                    <a:pt x="12700" y="766635"/>
                  </a:lnTo>
                  <a:lnTo>
                    <a:pt x="12700" y="715200"/>
                  </a:lnTo>
                  <a:lnTo>
                    <a:pt x="335026" y="715200"/>
                  </a:lnTo>
                  <a:lnTo>
                    <a:pt x="335026" y="709485"/>
                  </a:lnTo>
                  <a:lnTo>
                    <a:pt x="12700" y="709485"/>
                  </a:lnTo>
                  <a:lnTo>
                    <a:pt x="12700" y="658050"/>
                  </a:lnTo>
                  <a:lnTo>
                    <a:pt x="335026" y="658050"/>
                  </a:lnTo>
                  <a:lnTo>
                    <a:pt x="335026" y="652335"/>
                  </a:lnTo>
                  <a:lnTo>
                    <a:pt x="12700" y="652335"/>
                  </a:lnTo>
                  <a:lnTo>
                    <a:pt x="12700" y="600900"/>
                  </a:lnTo>
                  <a:lnTo>
                    <a:pt x="335026" y="600900"/>
                  </a:lnTo>
                  <a:lnTo>
                    <a:pt x="335026" y="595185"/>
                  </a:lnTo>
                  <a:lnTo>
                    <a:pt x="12700" y="59518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95185"/>
                  </a:lnTo>
                  <a:lnTo>
                    <a:pt x="0" y="595185"/>
                  </a:lnTo>
                  <a:lnTo>
                    <a:pt x="0" y="600900"/>
                  </a:lnTo>
                  <a:lnTo>
                    <a:pt x="4127" y="600900"/>
                  </a:lnTo>
                  <a:lnTo>
                    <a:pt x="4127" y="652335"/>
                  </a:lnTo>
                  <a:lnTo>
                    <a:pt x="0" y="652335"/>
                  </a:lnTo>
                  <a:lnTo>
                    <a:pt x="0" y="658050"/>
                  </a:lnTo>
                  <a:lnTo>
                    <a:pt x="4127" y="658050"/>
                  </a:lnTo>
                  <a:lnTo>
                    <a:pt x="4127" y="709485"/>
                  </a:lnTo>
                  <a:lnTo>
                    <a:pt x="0" y="709485"/>
                  </a:lnTo>
                  <a:lnTo>
                    <a:pt x="0" y="715200"/>
                  </a:lnTo>
                  <a:lnTo>
                    <a:pt x="4127" y="715200"/>
                  </a:lnTo>
                  <a:lnTo>
                    <a:pt x="4127" y="766635"/>
                  </a:lnTo>
                  <a:lnTo>
                    <a:pt x="0" y="766635"/>
                  </a:lnTo>
                  <a:lnTo>
                    <a:pt x="0" y="772350"/>
                  </a:lnTo>
                  <a:lnTo>
                    <a:pt x="4127" y="772350"/>
                  </a:lnTo>
                  <a:lnTo>
                    <a:pt x="4127" y="823785"/>
                  </a:lnTo>
                  <a:lnTo>
                    <a:pt x="0" y="823785"/>
                  </a:lnTo>
                  <a:lnTo>
                    <a:pt x="0" y="829500"/>
                  </a:lnTo>
                  <a:lnTo>
                    <a:pt x="4127" y="829500"/>
                  </a:lnTo>
                  <a:lnTo>
                    <a:pt x="12700" y="829500"/>
                  </a:lnTo>
                  <a:lnTo>
                    <a:pt x="1071918" y="829500"/>
                  </a:lnTo>
                  <a:lnTo>
                    <a:pt x="1071918" y="823785"/>
                  </a:lnTo>
                  <a:lnTo>
                    <a:pt x="305384" y="823785"/>
                  </a:lnTo>
                  <a:lnTo>
                    <a:pt x="312953" y="821715"/>
                  </a:lnTo>
                  <a:lnTo>
                    <a:pt x="321068" y="818121"/>
                  </a:lnTo>
                  <a:lnTo>
                    <a:pt x="345313" y="786358"/>
                  </a:lnTo>
                  <a:lnTo>
                    <a:pt x="345122" y="779119"/>
                  </a:lnTo>
                  <a:lnTo>
                    <a:pt x="345020" y="778916"/>
                  </a:lnTo>
                  <a:lnTo>
                    <a:pt x="345020" y="772350"/>
                  </a:lnTo>
                  <a:lnTo>
                    <a:pt x="1071918" y="772350"/>
                  </a:lnTo>
                  <a:lnTo>
                    <a:pt x="1071918" y="766635"/>
                  </a:lnTo>
                  <a:lnTo>
                    <a:pt x="345020" y="766635"/>
                  </a:lnTo>
                  <a:lnTo>
                    <a:pt x="345020" y="715200"/>
                  </a:lnTo>
                  <a:lnTo>
                    <a:pt x="1071918" y="715200"/>
                  </a:lnTo>
                  <a:lnTo>
                    <a:pt x="1071918" y="709485"/>
                  </a:lnTo>
                  <a:lnTo>
                    <a:pt x="345020" y="709485"/>
                  </a:lnTo>
                  <a:lnTo>
                    <a:pt x="345020" y="658050"/>
                  </a:lnTo>
                  <a:lnTo>
                    <a:pt x="1071918" y="658050"/>
                  </a:lnTo>
                  <a:lnTo>
                    <a:pt x="1071918" y="652335"/>
                  </a:lnTo>
                  <a:lnTo>
                    <a:pt x="345020" y="652335"/>
                  </a:lnTo>
                  <a:lnTo>
                    <a:pt x="345020" y="600900"/>
                  </a:lnTo>
                  <a:lnTo>
                    <a:pt x="1071918" y="600900"/>
                  </a:lnTo>
                  <a:lnTo>
                    <a:pt x="1071918" y="5951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>
              <a:extLst>
                <a:ext uri="{FF2B5EF4-FFF2-40B4-BE49-F238E27FC236}">
                  <a16:creationId xmlns:a16="http://schemas.microsoft.com/office/drawing/2014/main" id="{C22D8733-0130-41B6-F9DB-D8393DE9EE34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10227" y="7752905"/>
              <a:ext cx="111140" cy="288893"/>
            </a:xfrm>
            <a:prstGeom prst="rect">
              <a:avLst/>
            </a:prstGeom>
          </p:spPr>
        </p:pic>
        <p:pic>
          <p:nvPicPr>
            <p:cNvPr id="64" name="object 64">
              <a:extLst>
                <a:ext uri="{FF2B5EF4-FFF2-40B4-BE49-F238E27FC236}">
                  <a16:creationId xmlns:a16="http://schemas.microsoft.com/office/drawing/2014/main" id="{0B0390FA-F89B-014C-DFCB-FD78FF02F886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781762" y="7754714"/>
              <a:ext cx="111140" cy="287083"/>
            </a:xfrm>
            <a:prstGeom prst="rect">
              <a:avLst/>
            </a:prstGeom>
          </p:spPr>
        </p:pic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466A9941-30DA-E9DC-947E-276552AAF92C}"/>
                </a:ext>
              </a:extLst>
            </p:cNvPr>
            <p:cNvSpPr/>
            <p:nvPr/>
          </p:nvSpPr>
          <p:spPr>
            <a:xfrm>
              <a:off x="4010914" y="7303741"/>
              <a:ext cx="1158240" cy="829944"/>
            </a:xfrm>
            <a:custGeom>
              <a:avLst/>
              <a:gdLst/>
              <a:ahLst/>
              <a:cxnLst/>
              <a:rect l="l" t="t" r="r" b="b"/>
              <a:pathLst>
                <a:path w="1158239" h="829945">
                  <a:moveTo>
                    <a:pt x="1157960" y="595185"/>
                  </a:moveTo>
                  <a:lnTo>
                    <a:pt x="12700" y="59518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95185"/>
                  </a:lnTo>
                  <a:lnTo>
                    <a:pt x="0" y="595185"/>
                  </a:lnTo>
                  <a:lnTo>
                    <a:pt x="0" y="600900"/>
                  </a:lnTo>
                  <a:lnTo>
                    <a:pt x="4127" y="600900"/>
                  </a:lnTo>
                  <a:lnTo>
                    <a:pt x="4127" y="652335"/>
                  </a:lnTo>
                  <a:lnTo>
                    <a:pt x="0" y="652335"/>
                  </a:lnTo>
                  <a:lnTo>
                    <a:pt x="0" y="658050"/>
                  </a:lnTo>
                  <a:lnTo>
                    <a:pt x="4127" y="658050"/>
                  </a:lnTo>
                  <a:lnTo>
                    <a:pt x="4127" y="709485"/>
                  </a:lnTo>
                  <a:lnTo>
                    <a:pt x="0" y="709485"/>
                  </a:lnTo>
                  <a:lnTo>
                    <a:pt x="0" y="715200"/>
                  </a:lnTo>
                  <a:lnTo>
                    <a:pt x="4127" y="715200"/>
                  </a:lnTo>
                  <a:lnTo>
                    <a:pt x="4127" y="766635"/>
                  </a:lnTo>
                  <a:lnTo>
                    <a:pt x="0" y="766635"/>
                  </a:lnTo>
                  <a:lnTo>
                    <a:pt x="0" y="772350"/>
                  </a:lnTo>
                  <a:lnTo>
                    <a:pt x="4127" y="772350"/>
                  </a:lnTo>
                  <a:lnTo>
                    <a:pt x="4127" y="823785"/>
                  </a:lnTo>
                  <a:lnTo>
                    <a:pt x="0" y="823785"/>
                  </a:lnTo>
                  <a:lnTo>
                    <a:pt x="0" y="829500"/>
                  </a:lnTo>
                  <a:lnTo>
                    <a:pt x="4127" y="829500"/>
                  </a:lnTo>
                  <a:lnTo>
                    <a:pt x="12700" y="829500"/>
                  </a:lnTo>
                  <a:lnTo>
                    <a:pt x="1157960" y="829500"/>
                  </a:lnTo>
                  <a:lnTo>
                    <a:pt x="1157960" y="823785"/>
                  </a:lnTo>
                  <a:lnTo>
                    <a:pt x="12700" y="823785"/>
                  </a:lnTo>
                  <a:lnTo>
                    <a:pt x="12700" y="772350"/>
                  </a:lnTo>
                  <a:lnTo>
                    <a:pt x="1157960" y="772350"/>
                  </a:lnTo>
                  <a:lnTo>
                    <a:pt x="1157960" y="766635"/>
                  </a:lnTo>
                  <a:lnTo>
                    <a:pt x="12700" y="766635"/>
                  </a:lnTo>
                  <a:lnTo>
                    <a:pt x="12700" y="715200"/>
                  </a:lnTo>
                  <a:lnTo>
                    <a:pt x="1157960" y="715200"/>
                  </a:lnTo>
                  <a:lnTo>
                    <a:pt x="1157960" y="709485"/>
                  </a:lnTo>
                  <a:lnTo>
                    <a:pt x="12700" y="709485"/>
                  </a:lnTo>
                  <a:lnTo>
                    <a:pt x="12700" y="658050"/>
                  </a:lnTo>
                  <a:lnTo>
                    <a:pt x="1157960" y="658050"/>
                  </a:lnTo>
                  <a:lnTo>
                    <a:pt x="1157960" y="652335"/>
                  </a:lnTo>
                  <a:lnTo>
                    <a:pt x="12700" y="652335"/>
                  </a:lnTo>
                  <a:lnTo>
                    <a:pt x="12700" y="600900"/>
                  </a:lnTo>
                  <a:lnTo>
                    <a:pt x="1157960" y="600900"/>
                  </a:lnTo>
                  <a:lnTo>
                    <a:pt x="1157960" y="5951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>
              <a:extLst>
                <a:ext uri="{FF2B5EF4-FFF2-40B4-BE49-F238E27FC236}">
                  <a16:creationId xmlns:a16="http://schemas.microsoft.com/office/drawing/2014/main" id="{BBD83065-631E-38C1-847E-1B58530FB338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192836" y="8013223"/>
              <a:ext cx="111140" cy="229742"/>
            </a:xfrm>
            <a:prstGeom prst="rect">
              <a:avLst/>
            </a:prstGeom>
          </p:spPr>
        </p:pic>
        <p:pic>
          <p:nvPicPr>
            <p:cNvPr id="67" name="object 67">
              <a:extLst>
                <a:ext uri="{FF2B5EF4-FFF2-40B4-BE49-F238E27FC236}">
                  <a16:creationId xmlns:a16="http://schemas.microsoft.com/office/drawing/2014/main" id="{171F8517-5643-D32A-BB9F-06F405C29B83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425416" y="7867205"/>
              <a:ext cx="75723" cy="288893"/>
            </a:xfrm>
            <a:prstGeom prst="rect">
              <a:avLst/>
            </a:prstGeom>
          </p:spPr>
        </p:pic>
        <p:pic>
          <p:nvPicPr>
            <p:cNvPr id="68" name="object 68">
              <a:extLst>
                <a:ext uri="{FF2B5EF4-FFF2-40B4-BE49-F238E27FC236}">
                  <a16:creationId xmlns:a16="http://schemas.microsoft.com/office/drawing/2014/main" id="{2585DEDE-4D5A-4295-C8D4-C457613C1FBA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917566" y="7869014"/>
              <a:ext cx="74294" cy="287083"/>
            </a:xfrm>
            <a:prstGeom prst="rect">
              <a:avLst/>
            </a:prstGeom>
          </p:spPr>
        </p:pic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1FD7BEFB-A683-F72D-AFAC-0E8A5BDBD66C}"/>
                </a:ext>
              </a:extLst>
            </p:cNvPr>
            <p:cNvSpPr/>
            <p:nvPr/>
          </p:nvSpPr>
          <p:spPr>
            <a:xfrm>
              <a:off x="5168874" y="7303741"/>
              <a:ext cx="941069" cy="909955"/>
            </a:xfrm>
            <a:custGeom>
              <a:avLst/>
              <a:gdLst/>
              <a:ahLst/>
              <a:cxnLst/>
              <a:rect l="l" t="t" r="r" b="b"/>
              <a:pathLst>
                <a:path w="941070" h="909954">
                  <a:moveTo>
                    <a:pt x="941044" y="595185"/>
                  </a:moveTo>
                  <a:lnTo>
                    <a:pt x="12700" y="59518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95185"/>
                  </a:lnTo>
                  <a:lnTo>
                    <a:pt x="0" y="595185"/>
                  </a:lnTo>
                  <a:lnTo>
                    <a:pt x="0" y="600900"/>
                  </a:lnTo>
                  <a:lnTo>
                    <a:pt x="4127" y="600900"/>
                  </a:lnTo>
                  <a:lnTo>
                    <a:pt x="4127" y="652335"/>
                  </a:lnTo>
                  <a:lnTo>
                    <a:pt x="0" y="652335"/>
                  </a:lnTo>
                  <a:lnTo>
                    <a:pt x="0" y="658050"/>
                  </a:lnTo>
                  <a:lnTo>
                    <a:pt x="4127" y="658050"/>
                  </a:lnTo>
                  <a:lnTo>
                    <a:pt x="4127" y="709485"/>
                  </a:lnTo>
                  <a:lnTo>
                    <a:pt x="0" y="709485"/>
                  </a:lnTo>
                  <a:lnTo>
                    <a:pt x="0" y="715200"/>
                  </a:lnTo>
                  <a:lnTo>
                    <a:pt x="4127" y="715200"/>
                  </a:lnTo>
                  <a:lnTo>
                    <a:pt x="4127" y="766635"/>
                  </a:lnTo>
                  <a:lnTo>
                    <a:pt x="0" y="766635"/>
                  </a:lnTo>
                  <a:lnTo>
                    <a:pt x="0" y="772350"/>
                  </a:lnTo>
                  <a:lnTo>
                    <a:pt x="4127" y="772350"/>
                  </a:lnTo>
                  <a:lnTo>
                    <a:pt x="4127" y="823785"/>
                  </a:lnTo>
                  <a:lnTo>
                    <a:pt x="0" y="823785"/>
                  </a:lnTo>
                  <a:lnTo>
                    <a:pt x="0" y="829500"/>
                  </a:lnTo>
                  <a:lnTo>
                    <a:pt x="4127" y="829500"/>
                  </a:lnTo>
                  <a:lnTo>
                    <a:pt x="12700" y="829500"/>
                  </a:lnTo>
                  <a:lnTo>
                    <a:pt x="140144" y="829500"/>
                  </a:lnTo>
                  <a:lnTo>
                    <a:pt x="140144" y="909510"/>
                  </a:lnTo>
                  <a:lnTo>
                    <a:pt x="150152" y="909510"/>
                  </a:lnTo>
                  <a:lnTo>
                    <a:pt x="150152" y="829500"/>
                  </a:lnTo>
                  <a:lnTo>
                    <a:pt x="356882" y="829500"/>
                  </a:lnTo>
                  <a:lnTo>
                    <a:pt x="356882" y="880935"/>
                  </a:lnTo>
                  <a:lnTo>
                    <a:pt x="366877" y="880935"/>
                  </a:lnTo>
                  <a:lnTo>
                    <a:pt x="366877" y="829500"/>
                  </a:lnTo>
                  <a:lnTo>
                    <a:pt x="941044" y="829500"/>
                  </a:lnTo>
                  <a:lnTo>
                    <a:pt x="941044" y="823785"/>
                  </a:lnTo>
                  <a:lnTo>
                    <a:pt x="366877" y="823785"/>
                  </a:lnTo>
                  <a:lnTo>
                    <a:pt x="366877" y="772350"/>
                  </a:lnTo>
                  <a:lnTo>
                    <a:pt x="941044" y="772350"/>
                  </a:lnTo>
                  <a:lnTo>
                    <a:pt x="941044" y="766635"/>
                  </a:lnTo>
                  <a:lnTo>
                    <a:pt x="366877" y="766635"/>
                  </a:lnTo>
                  <a:lnTo>
                    <a:pt x="366877" y="715200"/>
                  </a:lnTo>
                  <a:lnTo>
                    <a:pt x="941044" y="715200"/>
                  </a:lnTo>
                  <a:lnTo>
                    <a:pt x="941044" y="709485"/>
                  </a:lnTo>
                  <a:lnTo>
                    <a:pt x="366877" y="709485"/>
                  </a:lnTo>
                  <a:lnTo>
                    <a:pt x="366877" y="658050"/>
                  </a:lnTo>
                  <a:lnTo>
                    <a:pt x="941044" y="658050"/>
                  </a:lnTo>
                  <a:lnTo>
                    <a:pt x="941044" y="652335"/>
                  </a:lnTo>
                  <a:lnTo>
                    <a:pt x="366877" y="652335"/>
                  </a:lnTo>
                  <a:lnTo>
                    <a:pt x="366877" y="606615"/>
                  </a:lnTo>
                  <a:lnTo>
                    <a:pt x="356882" y="606615"/>
                  </a:lnTo>
                  <a:lnTo>
                    <a:pt x="356882" y="652335"/>
                  </a:lnTo>
                  <a:lnTo>
                    <a:pt x="356882" y="658050"/>
                  </a:lnTo>
                  <a:lnTo>
                    <a:pt x="356882" y="823785"/>
                  </a:lnTo>
                  <a:lnTo>
                    <a:pt x="150152" y="823785"/>
                  </a:lnTo>
                  <a:lnTo>
                    <a:pt x="150152" y="772350"/>
                  </a:lnTo>
                  <a:lnTo>
                    <a:pt x="356882" y="772350"/>
                  </a:lnTo>
                  <a:lnTo>
                    <a:pt x="356882" y="766635"/>
                  </a:lnTo>
                  <a:lnTo>
                    <a:pt x="150152" y="766635"/>
                  </a:lnTo>
                  <a:lnTo>
                    <a:pt x="150152" y="735533"/>
                  </a:lnTo>
                  <a:lnTo>
                    <a:pt x="152146" y="737108"/>
                  </a:lnTo>
                  <a:lnTo>
                    <a:pt x="158051" y="739013"/>
                  </a:lnTo>
                  <a:lnTo>
                    <a:pt x="198158" y="727494"/>
                  </a:lnTo>
                  <a:lnTo>
                    <a:pt x="209804" y="715200"/>
                  </a:lnTo>
                  <a:lnTo>
                    <a:pt x="356882" y="715200"/>
                  </a:lnTo>
                  <a:lnTo>
                    <a:pt x="356882" y="709485"/>
                  </a:lnTo>
                  <a:lnTo>
                    <a:pt x="212394" y="709485"/>
                  </a:lnTo>
                  <a:lnTo>
                    <a:pt x="212991" y="708202"/>
                  </a:lnTo>
                  <a:lnTo>
                    <a:pt x="214439" y="700633"/>
                  </a:lnTo>
                  <a:lnTo>
                    <a:pt x="214249" y="693394"/>
                  </a:lnTo>
                  <a:lnTo>
                    <a:pt x="211683" y="688149"/>
                  </a:lnTo>
                  <a:lnTo>
                    <a:pt x="206730" y="684911"/>
                  </a:lnTo>
                  <a:lnTo>
                    <a:pt x="202158" y="681291"/>
                  </a:lnTo>
                  <a:lnTo>
                    <a:pt x="195681" y="679577"/>
                  </a:lnTo>
                  <a:lnTo>
                    <a:pt x="187299" y="679767"/>
                  </a:lnTo>
                  <a:lnTo>
                    <a:pt x="179374" y="680732"/>
                  </a:lnTo>
                  <a:lnTo>
                    <a:pt x="144792" y="703846"/>
                  </a:lnTo>
                  <a:lnTo>
                    <a:pt x="142100" y="709485"/>
                  </a:lnTo>
                  <a:lnTo>
                    <a:pt x="140652" y="709485"/>
                  </a:lnTo>
                  <a:lnTo>
                    <a:pt x="140652" y="715200"/>
                  </a:lnTo>
                  <a:lnTo>
                    <a:pt x="140144" y="717778"/>
                  </a:lnTo>
                  <a:lnTo>
                    <a:pt x="140233" y="720915"/>
                  </a:lnTo>
                  <a:lnTo>
                    <a:pt x="140144" y="766635"/>
                  </a:lnTo>
                  <a:lnTo>
                    <a:pt x="140144" y="772350"/>
                  </a:lnTo>
                  <a:lnTo>
                    <a:pt x="140144" y="823785"/>
                  </a:lnTo>
                  <a:lnTo>
                    <a:pt x="12700" y="823785"/>
                  </a:lnTo>
                  <a:lnTo>
                    <a:pt x="12700" y="772350"/>
                  </a:lnTo>
                  <a:lnTo>
                    <a:pt x="140144" y="772350"/>
                  </a:lnTo>
                  <a:lnTo>
                    <a:pt x="140144" y="766635"/>
                  </a:lnTo>
                  <a:lnTo>
                    <a:pt x="12700" y="766635"/>
                  </a:lnTo>
                  <a:lnTo>
                    <a:pt x="12700" y="715200"/>
                  </a:lnTo>
                  <a:lnTo>
                    <a:pt x="140652" y="715200"/>
                  </a:lnTo>
                  <a:lnTo>
                    <a:pt x="140652" y="709485"/>
                  </a:lnTo>
                  <a:lnTo>
                    <a:pt x="12700" y="709485"/>
                  </a:lnTo>
                  <a:lnTo>
                    <a:pt x="12700" y="658050"/>
                  </a:lnTo>
                  <a:lnTo>
                    <a:pt x="356882" y="658050"/>
                  </a:lnTo>
                  <a:lnTo>
                    <a:pt x="356882" y="652335"/>
                  </a:lnTo>
                  <a:lnTo>
                    <a:pt x="12700" y="652335"/>
                  </a:lnTo>
                  <a:lnTo>
                    <a:pt x="12700" y="600900"/>
                  </a:lnTo>
                  <a:lnTo>
                    <a:pt x="941044" y="600900"/>
                  </a:lnTo>
                  <a:lnTo>
                    <a:pt x="941044" y="5951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>
              <a:extLst>
                <a:ext uri="{FF2B5EF4-FFF2-40B4-BE49-F238E27FC236}">
                  <a16:creationId xmlns:a16="http://schemas.microsoft.com/office/drawing/2014/main" id="{9DE9B8F8-C2D6-0701-35E6-BD6AC236F8AC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469752" y="7867205"/>
              <a:ext cx="131063" cy="196881"/>
            </a:xfrm>
            <a:prstGeom prst="rect">
              <a:avLst/>
            </a:prstGeom>
          </p:spPr>
        </p:pic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975C4856-B456-1CCC-54DD-4E3D738F2D87}"/>
                </a:ext>
              </a:extLst>
            </p:cNvPr>
            <p:cNvSpPr/>
            <p:nvPr/>
          </p:nvSpPr>
          <p:spPr>
            <a:xfrm>
              <a:off x="5897283" y="7303741"/>
              <a:ext cx="1370965" cy="881380"/>
            </a:xfrm>
            <a:custGeom>
              <a:avLst/>
              <a:gdLst/>
              <a:ahLst/>
              <a:cxnLst/>
              <a:rect l="l" t="t" r="r" b="b"/>
              <a:pathLst>
                <a:path w="1370965" h="881379">
                  <a:moveTo>
                    <a:pt x="74295" y="586333"/>
                  </a:moveTo>
                  <a:lnTo>
                    <a:pt x="74104" y="579094"/>
                  </a:lnTo>
                  <a:lnTo>
                    <a:pt x="71539" y="573849"/>
                  </a:lnTo>
                  <a:lnTo>
                    <a:pt x="66586" y="570611"/>
                  </a:lnTo>
                  <a:lnTo>
                    <a:pt x="62014" y="566991"/>
                  </a:lnTo>
                  <a:lnTo>
                    <a:pt x="55537" y="565277"/>
                  </a:lnTo>
                  <a:lnTo>
                    <a:pt x="47155" y="565467"/>
                  </a:lnTo>
                  <a:lnTo>
                    <a:pt x="39230" y="566432"/>
                  </a:lnTo>
                  <a:lnTo>
                    <a:pt x="4648" y="589546"/>
                  </a:lnTo>
                  <a:lnTo>
                    <a:pt x="0" y="603478"/>
                  </a:lnTo>
                  <a:lnTo>
                    <a:pt x="88" y="606615"/>
                  </a:lnTo>
                  <a:lnTo>
                    <a:pt x="0" y="689203"/>
                  </a:lnTo>
                  <a:lnTo>
                    <a:pt x="0" y="880935"/>
                  </a:lnTo>
                  <a:lnTo>
                    <a:pt x="10007" y="880935"/>
                  </a:lnTo>
                  <a:lnTo>
                    <a:pt x="10007" y="706958"/>
                  </a:lnTo>
                  <a:lnTo>
                    <a:pt x="12001" y="708533"/>
                  </a:lnTo>
                  <a:lnTo>
                    <a:pt x="17907" y="710438"/>
                  </a:lnTo>
                  <a:lnTo>
                    <a:pt x="58013" y="698919"/>
                  </a:lnTo>
                  <a:lnTo>
                    <a:pt x="74295" y="672058"/>
                  </a:lnTo>
                  <a:lnTo>
                    <a:pt x="74104" y="664819"/>
                  </a:lnTo>
                  <a:lnTo>
                    <a:pt x="71539" y="659574"/>
                  </a:lnTo>
                  <a:lnTo>
                    <a:pt x="66586" y="656336"/>
                  </a:lnTo>
                  <a:lnTo>
                    <a:pt x="62014" y="652716"/>
                  </a:lnTo>
                  <a:lnTo>
                    <a:pt x="55537" y="651002"/>
                  </a:lnTo>
                  <a:lnTo>
                    <a:pt x="47155" y="651192"/>
                  </a:lnTo>
                  <a:lnTo>
                    <a:pt x="39230" y="652157"/>
                  </a:lnTo>
                  <a:lnTo>
                    <a:pt x="31432" y="654481"/>
                  </a:lnTo>
                  <a:lnTo>
                    <a:pt x="23799" y="658164"/>
                  </a:lnTo>
                  <a:lnTo>
                    <a:pt x="16294" y="663194"/>
                  </a:lnTo>
                  <a:lnTo>
                    <a:pt x="10007" y="668655"/>
                  </a:lnTo>
                  <a:lnTo>
                    <a:pt x="10007" y="621233"/>
                  </a:lnTo>
                  <a:lnTo>
                    <a:pt x="12001" y="622808"/>
                  </a:lnTo>
                  <a:lnTo>
                    <a:pt x="17907" y="624713"/>
                  </a:lnTo>
                  <a:lnTo>
                    <a:pt x="25146" y="624903"/>
                  </a:lnTo>
                  <a:lnTo>
                    <a:pt x="33629" y="623963"/>
                  </a:lnTo>
                  <a:lnTo>
                    <a:pt x="69659" y="600900"/>
                  </a:lnTo>
                  <a:lnTo>
                    <a:pt x="72859" y="593902"/>
                  </a:lnTo>
                  <a:lnTo>
                    <a:pt x="74295" y="586333"/>
                  </a:lnTo>
                  <a:close/>
                </a:path>
                <a:path w="1370965" h="881379">
                  <a:moveTo>
                    <a:pt x="1370609" y="595185"/>
                  </a:moveTo>
                  <a:lnTo>
                    <a:pt x="225336" y="595185"/>
                  </a:lnTo>
                  <a:lnTo>
                    <a:pt x="225336" y="0"/>
                  </a:lnTo>
                  <a:lnTo>
                    <a:pt x="216763" y="0"/>
                  </a:lnTo>
                  <a:lnTo>
                    <a:pt x="216763" y="595185"/>
                  </a:lnTo>
                  <a:lnTo>
                    <a:pt x="212636" y="595185"/>
                  </a:lnTo>
                  <a:lnTo>
                    <a:pt x="212636" y="600900"/>
                  </a:lnTo>
                  <a:lnTo>
                    <a:pt x="216763" y="600900"/>
                  </a:lnTo>
                  <a:lnTo>
                    <a:pt x="216763" y="652335"/>
                  </a:lnTo>
                  <a:lnTo>
                    <a:pt x="212636" y="652335"/>
                  </a:lnTo>
                  <a:lnTo>
                    <a:pt x="212636" y="658050"/>
                  </a:lnTo>
                  <a:lnTo>
                    <a:pt x="216763" y="658050"/>
                  </a:lnTo>
                  <a:lnTo>
                    <a:pt x="216763" y="709485"/>
                  </a:lnTo>
                  <a:lnTo>
                    <a:pt x="212636" y="709485"/>
                  </a:lnTo>
                  <a:lnTo>
                    <a:pt x="212636" y="715200"/>
                  </a:lnTo>
                  <a:lnTo>
                    <a:pt x="216763" y="715200"/>
                  </a:lnTo>
                  <a:lnTo>
                    <a:pt x="216763" y="766635"/>
                  </a:lnTo>
                  <a:lnTo>
                    <a:pt x="212636" y="766635"/>
                  </a:lnTo>
                  <a:lnTo>
                    <a:pt x="212636" y="772350"/>
                  </a:lnTo>
                  <a:lnTo>
                    <a:pt x="216763" y="772350"/>
                  </a:lnTo>
                  <a:lnTo>
                    <a:pt x="216763" y="823785"/>
                  </a:lnTo>
                  <a:lnTo>
                    <a:pt x="212636" y="823785"/>
                  </a:lnTo>
                  <a:lnTo>
                    <a:pt x="212636" y="829500"/>
                  </a:lnTo>
                  <a:lnTo>
                    <a:pt x="216763" y="829500"/>
                  </a:lnTo>
                  <a:lnTo>
                    <a:pt x="225336" y="829500"/>
                  </a:lnTo>
                  <a:lnTo>
                    <a:pt x="1370609" y="829500"/>
                  </a:lnTo>
                  <a:lnTo>
                    <a:pt x="1370609" y="823785"/>
                  </a:lnTo>
                  <a:lnTo>
                    <a:pt x="225336" y="823785"/>
                  </a:lnTo>
                  <a:lnTo>
                    <a:pt x="225336" y="772350"/>
                  </a:lnTo>
                  <a:lnTo>
                    <a:pt x="1370609" y="772350"/>
                  </a:lnTo>
                  <a:lnTo>
                    <a:pt x="1370609" y="766635"/>
                  </a:lnTo>
                  <a:lnTo>
                    <a:pt x="225336" y="766635"/>
                  </a:lnTo>
                  <a:lnTo>
                    <a:pt x="225336" y="715200"/>
                  </a:lnTo>
                  <a:lnTo>
                    <a:pt x="1370609" y="715200"/>
                  </a:lnTo>
                  <a:lnTo>
                    <a:pt x="1370609" y="709485"/>
                  </a:lnTo>
                  <a:lnTo>
                    <a:pt x="225336" y="709485"/>
                  </a:lnTo>
                  <a:lnTo>
                    <a:pt x="225336" y="658050"/>
                  </a:lnTo>
                  <a:lnTo>
                    <a:pt x="1370609" y="658050"/>
                  </a:lnTo>
                  <a:lnTo>
                    <a:pt x="1370609" y="652335"/>
                  </a:lnTo>
                  <a:lnTo>
                    <a:pt x="225336" y="652335"/>
                  </a:lnTo>
                  <a:lnTo>
                    <a:pt x="225336" y="600900"/>
                  </a:lnTo>
                  <a:lnTo>
                    <a:pt x="1370609" y="600900"/>
                  </a:lnTo>
                  <a:lnTo>
                    <a:pt x="1370609" y="5951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>
              <a:extLst>
                <a:ext uri="{FF2B5EF4-FFF2-40B4-BE49-F238E27FC236}">
                  <a16:creationId xmlns:a16="http://schemas.microsoft.com/office/drawing/2014/main" id="{94248576-9B09-E916-A4AC-E246967BC0F6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291850" y="8013223"/>
              <a:ext cx="111140" cy="258317"/>
            </a:xfrm>
            <a:prstGeom prst="rect">
              <a:avLst/>
            </a:prstGeom>
          </p:spPr>
        </p:pic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8CD5DDB4-FA8D-DC60-34F1-E49AAEAE53A1}"/>
                </a:ext>
              </a:extLst>
            </p:cNvPr>
            <p:cNvSpPr/>
            <p:nvPr/>
          </p:nvSpPr>
          <p:spPr>
            <a:xfrm>
              <a:off x="6525097" y="7881778"/>
              <a:ext cx="10160" cy="360045"/>
            </a:xfrm>
            <a:custGeom>
              <a:avLst/>
              <a:gdLst/>
              <a:ahLst/>
              <a:cxnLst/>
              <a:rect l="l" t="t" r="r" b="b"/>
              <a:pathLst>
                <a:path w="10159" h="360045">
                  <a:moveTo>
                    <a:pt x="10001" y="360044"/>
                  </a:moveTo>
                  <a:lnTo>
                    <a:pt x="0" y="360044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60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>
              <a:extLst>
                <a:ext uri="{FF2B5EF4-FFF2-40B4-BE49-F238E27FC236}">
                  <a16:creationId xmlns:a16="http://schemas.microsoft.com/office/drawing/2014/main" id="{2DA0930C-AE59-638A-153C-27156462D2B0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524430" y="7838630"/>
              <a:ext cx="75723" cy="234314"/>
            </a:xfrm>
            <a:prstGeom prst="rect">
              <a:avLst/>
            </a:prstGeom>
          </p:spPr>
        </p:pic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9186FFFF-38FC-21A2-4F5D-85C90DCD9534}"/>
                </a:ext>
              </a:extLst>
            </p:cNvPr>
            <p:cNvSpPr/>
            <p:nvPr/>
          </p:nvSpPr>
          <p:spPr>
            <a:xfrm>
              <a:off x="7016581" y="7881778"/>
              <a:ext cx="10160" cy="360045"/>
            </a:xfrm>
            <a:custGeom>
              <a:avLst/>
              <a:gdLst/>
              <a:ahLst/>
              <a:cxnLst/>
              <a:rect l="l" t="t" r="r" b="b"/>
              <a:pathLst>
                <a:path w="10159" h="360045">
                  <a:moveTo>
                    <a:pt x="10001" y="360044"/>
                  </a:moveTo>
                  <a:lnTo>
                    <a:pt x="0" y="360044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60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>
              <a:extLst>
                <a:ext uri="{FF2B5EF4-FFF2-40B4-BE49-F238E27FC236}">
                  <a16:creationId xmlns:a16="http://schemas.microsoft.com/office/drawing/2014/main" id="{CB3E92D8-B3B1-9163-7D46-27BC6AF1EB9A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016581" y="7840439"/>
              <a:ext cx="74294" cy="231076"/>
            </a:xfrm>
            <a:prstGeom prst="rect">
              <a:avLst/>
            </a:prstGeom>
          </p:spPr>
        </p:pic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C2847523-F179-EA16-C5D7-FED3B3F4F39D}"/>
                </a:ext>
              </a:extLst>
            </p:cNvPr>
            <p:cNvSpPr/>
            <p:nvPr/>
          </p:nvSpPr>
          <p:spPr>
            <a:xfrm>
              <a:off x="7272027" y="7303729"/>
              <a:ext cx="8890" cy="829944"/>
            </a:xfrm>
            <a:custGeom>
              <a:avLst/>
              <a:gdLst/>
              <a:ahLst/>
              <a:cxnLst/>
              <a:rect l="l" t="t" r="r" b="b"/>
              <a:pathLst>
                <a:path w="8890" h="829945">
                  <a:moveTo>
                    <a:pt x="8572" y="829508"/>
                  </a:moveTo>
                  <a:lnTo>
                    <a:pt x="0" y="82950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8295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4D33D302-ACAB-801D-1F5C-7C148C9F800F}"/>
                </a:ext>
              </a:extLst>
            </p:cNvPr>
            <p:cNvSpPr/>
            <p:nvPr/>
          </p:nvSpPr>
          <p:spPr>
            <a:xfrm>
              <a:off x="6307538" y="7646637"/>
              <a:ext cx="908050" cy="85725"/>
            </a:xfrm>
            <a:custGeom>
              <a:avLst/>
              <a:gdLst/>
              <a:ahLst/>
              <a:cxnLst/>
              <a:rect l="l" t="t" r="r" b="b"/>
              <a:pathLst>
                <a:path w="908050" h="85725">
                  <a:moveTo>
                    <a:pt x="0" y="85708"/>
                  </a:moveTo>
                  <a:lnTo>
                    <a:pt x="906889" y="81843"/>
                  </a:lnTo>
                </a:path>
                <a:path w="908050" h="85725">
                  <a:moveTo>
                    <a:pt x="1660" y="0"/>
                  </a:moveTo>
                  <a:lnTo>
                    <a:pt x="907719" y="38988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>
            <a:extLst>
              <a:ext uri="{FF2B5EF4-FFF2-40B4-BE49-F238E27FC236}">
                <a16:creationId xmlns:a16="http://schemas.microsoft.com/office/drawing/2014/main" id="{FF327041-60B1-5CA9-18BC-ACE2D0F1EDC4}"/>
              </a:ext>
            </a:extLst>
          </p:cNvPr>
          <p:cNvSpPr txBox="1"/>
          <p:nvPr/>
        </p:nvSpPr>
        <p:spPr>
          <a:xfrm>
            <a:off x="266700" y="7024329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Georgia"/>
              </a:rPr>
              <a:t>24</a:t>
            </a:r>
            <a:endParaRPr sz="750" b="1">
              <a:latin typeface="Bauer Bodoni Std Bold Cond" panose="02070903080706020303" pitchFamily="18" charset="77"/>
              <a:cs typeface="Georgia"/>
            </a:endParaRPr>
          </a:p>
        </p:txBody>
      </p:sp>
      <p:grpSp>
        <p:nvGrpSpPr>
          <p:cNvPr id="80" name="object 80">
            <a:extLst>
              <a:ext uri="{FF2B5EF4-FFF2-40B4-BE49-F238E27FC236}">
                <a16:creationId xmlns:a16="http://schemas.microsoft.com/office/drawing/2014/main" id="{BA0B08EF-29B4-A9AB-BEB2-F9EA994C5127}"/>
              </a:ext>
            </a:extLst>
          </p:cNvPr>
          <p:cNvGrpSpPr/>
          <p:nvPr/>
        </p:nvGrpSpPr>
        <p:grpSpPr>
          <a:xfrm>
            <a:off x="179387" y="8499853"/>
            <a:ext cx="4945380" cy="1061720"/>
            <a:chOff x="179387" y="8499853"/>
            <a:chExt cx="4945380" cy="1061720"/>
          </a:xfrm>
        </p:grpSpPr>
        <p:sp>
          <p:nvSpPr>
            <p:cNvPr id="81" name="object 81">
              <a:extLst>
                <a:ext uri="{FF2B5EF4-FFF2-40B4-BE49-F238E27FC236}">
                  <a16:creationId xmlns:a16="http://schemas.microsoft.com/office/drawing/2014/main" id="{2C9A0F54-2E30-0200-5C88-4582C67D9ED5}"/>
                </a:ext>
              </a:extLst>
            </p:cNvPr>
            <p:cNvSpPr/>
            <p:nvPr/>
          </p:nvSpPr>
          <p:spPr>
            <a:xfrm>
              <a:off x="179387" y="8539096"/>
              <a:ext cx="577215" cy="1022350"/>
            </a:xfrm>
            <a:custGeom>
              <a:avLst/>
              <a:gdLst/>
              <a:ahLst/>
              <a:cxnLst/>
              <a:rect l="l" t="t" r="r" b="b"/>
              <a:pathLst>
                <a:path w="577215" h="1022350">
                  <a:moveTo>
                    <a:pt x="68859" y="75946"/>
                  </a:moveTo>
                  <a:lnTo>
                    <a:pt x="46570" y="113118"/>
                  </a:lnTo>
                  <a:lnTo>
                    <a:pt x="28994" y="150406"/>
                  </a:lnTo>
                  <a:lnTo>
                    <a:pt x="14046" y="198056"/>
                  </a:lnTo>
                  <a:lnTo>
                    <a:pt x="7048" y="241198"/>
                  </a:lnTo>
                  <a:lnTo>
                    <a:pt x="6286" y="261213"/>
                  </a:lnTo>
                  <a:lnTo>
                    <a:pt x="7175" y="280974"/>
                  </a:lnTo>
                  <a:lnTo>
                    <a:pt x="8991" y="300659"/>
                  </a:lnTo>
                  <a:lnTo>
                    <a:pt x="11747" y="320268"/>
                  </a:lnTo>
                  <a:lnTo>
                    <a:pt x="15430" y="339813"/>
                  </a:lnTo>
                  <a:lnTo>
                    <a:pt x="35039" y="424751"/>
                  </a:lnTo>
                  <a:lnTo>
                    <a:pt x="37287" y="435838"/>
                  </a:lnTo>
                  <a:lnTo>
                    <a:pt x="39039" y="446328"/>
                  </a:lnTo>
                  <a:lnTo>
                    <a:pt x="40284" y="456222"/>
                  </a:lnTo>
                  <a:lnTo>
                    <a:pt x="41148" y="470700"/>
                  </a:lnTo>
                  <a:lnTo>
                    <a:pt x="40284" y="482523"/>
                  </a:lnTo>
                  <a:lnTo>
                    <a:pt x="23406" y="524256"/>
                  </a:lnTo>
                  <a:lnTo>
                    <a:pt x="0" y="547522"/>
                  </a:lnTo>
                  <a:lnTo>
                    <a:pt x="0" y="551078"/>
                  </a:lnTo>
                  <a:lnTo>
                    <a:pt x="29425" y="585343"/>
                  </a:lnTo>
                  <a:lnTo>
                    <a:pt x="40957" y="623760"/>
                  </a:lnTo>
                  <a:lnTo>
                    <a:pt x="41148" y="630262"/>
                  </a:lnTo>
                  <a:lnTo>
                    <a:pt x="40474" y="642721"/>
                  </a:lnTo>
                  <a:lnTo>
                    <a:pt x="38785" y="656488"/>
                  </a:lnTo>
                  <a:lnTo>
                    <a:pt x="36055" y="671537"/>
                  </a:lnTo>
                  <a:lnTo>
                    <a:pt x="15430" y="760857"/>
                  </a:lnTo>
                  <a:lnTo>
                    <a:pt x="11747" y="780503"/>
                  </a:lnTo>
                  <a:lnTo>
                    <a:pt x="8991" y="800150"/>
                  </a:lnTo>
                  <a:lnTo>
                    <a:pt x="7175" y="819810"/>
                  </a:lnTo>
                  <a:lnTo>
                    <a:pt x="6286" y="839457"/>
                  </a:lnTo>
                  <a:lnTo>
                    <a:pt x="7048" y="859459"/>
                  </a:lnTo>
                  <a:lnTo>
                    <a:pt x="14046" y="902449"/>
                  </a:lnTo>
                  <a:lnTo>
                    <a:pt x="28676" y="949109"/>
                  </a:lnTo>
                  <a:lnTo>
                    <a:pt x="52959" y="997572"/>
                  </a:lnTo>
                  <a:lnTo>
                    <a:pt x="68859" y="1022350"/>
                  </a:lnTo>
                  <a:lnTo>
                    <a:pt x="68859" y="1019098"/>
                  </a:lnTo>
                  <a:lnTo>
                    <a:pt x="60032" y="1003033"/>
                  </a:lnTo>
                  <a:lnTo>
                    <a:pt x="52146" y="987044"/>
                  </a:lnTo>
                  <a:lnTo>
                    <a:pt x="34353" y="939088"/>
                  </a:lnTo>
                  <a:lnTo>
                    <a:pt x="29425" y="885850"/>
                  </a:lnTo>
                  <a:lnTo>
                    <a:pt x="30886" y="867879"/>
                  </a:lnTo>
                  <a:lnTo>
                    <a:pt x="33286" y="849718"/>
                  </a:lnTo>
                  <a:lnTo>
                    <a:pt x="36601" y="831380"/>
                  </a:lnTo>
                  <a:lnTo>
                    <a:pt x="40855" y="812863"/>
                  </a:lnTo>
                  <a:lnTo>
                    <a:pt x="59143" y="741362"/>
                  </a:lnTo>
                  <a:lnTo>
                    <a:pt x="63068" y="724547"/>
                  </a:lnTo>
                  <a:lnTo>
                    <a:pt x="66001" y="708710"/>
                  </a:lnTo>
                  <a:lnTo>
                    <a:pt x="67932" y="693826"/>
                  </a:lnTo>
                  <a:lnTo>
                    <a:pt x="68859" y="679894"/>
                  </a:lnTo>
                  <a:lnTo>
                    <a:pt x="67983" y="656907"/>
                  </a:lnTo>
                  <a:lnTo>
                    <a:pt x="60121" y="618350"/>
                  </a:lnTo>
                  <a:lnTo>
                    <a:pt x="40284" y="584161"/>
                  </a:lnTo>
                  <a:lnTo>
                    <a:pt x="2286" y="549300"/>
                  </a:lnTo>
                  <a:lnTo>
                    <a:pt x="13335" y="541223"/>
                  </a:lnTo>
                  <a:lnTo>
                    <a:pt x="45237" y="509803"/>
                  </a:lnTo>
                  <a:lnTo>
                    <a:pt x="65074" y="464273"/>
                  </a:lnTo>
                  <a:lnTo>
                    <a:pt x="68859" y="421068"/>
                  </a:lnTo>
                  <a:lnTo>
                    <a:pt x="67932" y="407009"/>
                  </a:lnTo>
                  <a:lnTo>
                    <a:pt x="66001" y="392036"/>
                  </a:lnTo>
                  <a:lnTo>
                    <a:pt x="63068" y="376135"/>
                  </a:lnTo>
                  <a:lnTo>
                    <a:pt x="59143" y="359308"/>
                  </a:lnTo>
                  <a:lnTo>
                    <a:pt x="40284" y="285737"/>
                  </a:lnTo>
                  <a:lnTo>
                    <a:pt x="36283" y="267690"/>
                  </a:lnTo>
                  <a:lnTo>
                    <a:pt x="33147" y="249910"/>
                  </a:lnTo>
                  <a:lnTo>
                    <a:pt x="30848" y="232384"/>
                  </a:lnTo>
                  <a:lnTo>
                    <a:pt x="29425" y="215112"/>
                  </a:lnTo>
                  <a:lnTo>
                    <a:pt x="29502" y="196570"/>
                  </a:lnTo>
                  <a:lnTo>
                    <a:pt x="39141" y="145389"/>
                  </a:lnTo>
                  <a:lnTo>
                    <a:pt x="60426" y="95491"/>
                  </a:lnTo>
                  <a:lnTo>
                    <a:pt x="68859" y="79489"/>
                  </a:lnTo>
                  <a:lnTo>
                    <a:pt x="68859" y="75946"/>
                  </a:lnTo>
                  <a:close/>
                </a:path>
                <a:path w="577215" h="1022350">
                  <a:moveTo>
                    <a:pt x="577088" y="75057"/>
                  </a:moveTo>
                  <a:lnTo>
                    <a:pt x="239356" y="75057"/>
                  </a:lnTo>
                  <a:lnTo>
                    <a:pt x="240309" y="67348"/>
                  </a:lnTo>
                  <a:lnTo>
                    <a:pt x="239776" y="60363"/>
                  </a:lnTo>
                  <a:lnTo>
                    <a:pt x="230314" y="23126"/>
                  </a:lnTo>
                  <a:lnTo>
                    <a:pt x="230314" y="45250"/>
                  </a:lnTo>
                  <a:lnTo>
                    <a:pt x="230314" y="49060"/>
                  </a:lnTo>
                  <a:lnTo>
                    <a:pt x="229793" y="58813"/>
                  </a:lnTo>
                  <a:lnTo>
                    <a:pt x="227952" y="68351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85"/>
                  </a:lnTo>
                  <a:lnTo>
                    <a:pt x="192087" y="95161"/>
                  </a:lnTo>
                  <a:lnTo>
                    <a:pt x="191731" y="87922"/>
                  </a:lnTo>
                  <a:lnTo>
                    <a:pt x="191808" y="86779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63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50"/>
                  </a:lnTo>
                  <a:lnTo>
                    <a:pt x="230314" y="23126"/>
                  </a:lnTo>
                  <a:lnTo>
                    <a:pt x="230238" y="22910"/>
                  </a:lnTo>
                  <a:lnTo>
                    <a:pt x="227507" y="16383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29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54"/>
                  </a:lnTo>
                  <a:lnTo>
                    <a:pt x="129311" y="212382"/>
                  </a:lnTo>
                  <a:lnTo>
                    <a:pt x="128587" y="228511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21"/>
                  </a:lnTo>
                  <a:lnTo>
                    <a:pt x="186258" y="109982"/>
                  </a:lnTo>
                  <a:lnTo>
                    <a:pt x="189166" y="122491"/>
                  </a:lnTo>
                  <a:lnTo>
                    <a:pt x="189166" y="34429"/>
                  </a:lnTo>
                  <a:lnTo>
                    <a:pt x="186639" y="42722"/>
                  </a:lnTo>
                  <a:lnTo>
                    <a:pt x="184226" y="53136"/>
                  </a:lnTo>
                  <a:lnTo>
                    <a:pt x="182778" y="62865"/>
                  </a:lnTo>
                  <a:lnTo>
                    <a:pt x="182676" y="64985"/>
                  </a:lnTo>
                  <a:lnTo>
                    <a:pt x="182549" y="67348"/>
                  </a:lnTo>
                  <a:lnTo>
                    <a:pt x="182486" y="68351"/>
                  </a:lnTo>
                  <a:lnTo>
                    <a:pt x="182308" y="71920"/>
                  </a:lnTo>
                  <a:lnTo>
                    <a:pt x="182346" y="73063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021461"/>
                  </a:lnTo>
                  <a:lnTo>
                    <a:pt x="94449" y="1021461"/>
                  </a:lnTo>
                  <a:lnTo>
                    <a:pt x="94449" y="309372"/>
                  </a:lnTo>
                  <a:lnTo>
                    <a:pt x="225856" y="309372"/>
                  </a:lnTo>
                  <a:lnTo>
                    <a:pt x="231686" y="335953"/>
                  </a:lnTo>
                  <a:lnTo>
                    <a:pt x="233641" y="344716"/>
                  </a:lnTo>
                  <a:lnTo>
                    <a:pt x="233756" y="345859"/>
                  </a:lnTo>
                  <a:lnTo>
                    <a:pt x="234213" y="350240"/>
                  </a:lnTo>
                  <a:lnTo>
                    <a:pt x="234162" y="351675"/>
                  </a:lnTo>
                  <a:lnTo>
                    <a:pt x="234022" y="355384"/>
                  </a:lnTo>
                  <a:lnTo>
                    <a:pt x="233921" y="355955"/>
                  </a:lnTo>
                  <a:lnTo>
                    <a:pt x="231813" y="368439"/>
                  </a:lnTo>
                  <a:lnTo>
                    <a:pt x="225742" y="378460"/>
                  </a:lnTo>
                  <a:lnTo>
                    <a:pt x="215811" y="385445"/>
                  </a:lnTo>
                  <a:lnTo>
                    <a:pt x="202018" y="389394"/>
                  </a:lnTo>
                  <a:lnTo>
                    <a:pt x="189445" y="387680"/>
                  </a:lnTo>
                  <a:lnTo>
                    <a:pt x="184683" y="385965"/>
                  </a:lnTo>
                  <a:lnTo>
                    <a:pt x="181914" y="383197"/>
                  </a:lnTo>
                  <a:lnTo>
                    <a:pt x="181165" y="379387"/>
                  </a:lnTo>
                  <a:lnTo>
                    <a:pt x="185166" y="380339"/>
                  </a:lnTo>
                  <a:lnTo>
                    <a:pt x="188899" y="379387"/>
                  </a:lnTo>
                  <a:lnTo>
                    <a:pt x="190017" y="379107"/>
                  </a:lnTo>
                  <a:lnTo>
                    <a:pt x="195732" y="375678"/>
                  </a:lnTo>
                  <a:lnTo>
                    <a:pt x="201447" y="372440"/>
                  </a:lnTo>
                  <a:lnTo>
                    <a:pt x="204406" y="366433"/>
                  </a:lnTo>
                  <a:lnTo>
                    <a:pt x="204419" y="365391"/>
                  </a:lnTo>
                  <a:lnTo>
                    <a:pt x="204584" y="358152"/>
                  </a:lnTo>
                  <a:lnTo>
                    <a:pt x="204457" y="355384"/>
                  </a:lnTo>
                  <a:lnTo>
                    <a:pt x="204203" y="351193"/>
                  </a:lnTo>
                  <a:lnTo>
                    <a:pt x="201739" y="345859"/>
                  </a:lnTo>
                  <a:lnTo>
                    <a:pt x="197167" y="341668"/>
                  </a:lnTo>
                  <a:lnTo>
                    <a:pt x="192595" y="337286"/>
                  </a:lnTo>
                  <a:lnTo>
                    <a:pt x="187261" y="335381"/>
                  </a:lnTo>
                  <a:lnTo>
                    <a:pt x="181165" y="335953"/>
                  </a:lnTo>
                  <a:lnTo>
                    <a:pt x="174307" y="337096"/>
                  </a:lnTo>
                  <a:lnTo>
                    <a:pt x="168871" y="340436"/>
                  </a:lnTo>
                  <a:lnTo>
                    <a:pt x="164934" y="345859"/>
                  </a:lnTo>
                  <a:lnTo>
                    <a:pt x="161061" y="351675"/>
                  </a:lnTo>
                  <a:lnTo>
                    <a:pt x="159346" y="358152"/>
                  </a:lnTo>
                  <a:lnTo>
                    <a:pt x="159727" y="365391"/>
                  </a:lnTo>
                  <a:lnTo>
                    <a:pt x="188226" y="395960"/>
                  </a:lnTo>
                  <a:lnTo>
                    <a:pt x="194868" y="397103"/>
                  </a:lnTo>
                  <a:lnTo>
                    <a:pt x="202590" y="397103"/>
                  </a:lnTo>
                  <a:lnTo>
                    <a:pt x="219290" y="392607"/>
                  </a:lnTo>
                  <a:lnTo>
                    <a:pt x="223939" y="389394"/>
                  </a:lnTo>
                  <a:lnTo>
                    <a:pt x="231381" y="384251"/>
                  </a:lnTo>
                  <a:lnTo>
                    <a:pt x="238861" y="372033"/>
                  </a:lnTo>
                  <a:lnTo>
                    <a:pt x="241744" y="355955"/>
                  </a:lnTo>
                  <a:lnTo>
                    <a:pt x="241706" y="355384"/>
                  </a:lnTo>
                  <a:lnTo>
                    <a:pt x="241173" y="345389"/>
                  </a:lnTo>
                  <a:lnTo>
                    <a:pt x="233819" y="309372"/>
                  </a:lnTo>
                  <a:lnTo>
                    <a:pt x="577088" y="309372"/>
                  </a:lnTo>
                  <a:lnTo>
                    <a:pt x="577088" y="303657"/>
                  </a:lnTo>
                  <a:lnTo>
                    <a:pt x="232651" y="303657"/>
                  </a:lnTo>
                  <a:lnTo>
                    <a:pt x="232371" y="302234"/>
                  </a:lnTo>
                  <a:lnTo>
                    <a:pt x="231736" y="299097"/>
                  </a:lnTo>
                  <a:lnTo>
                    <a:pt x="262699" y="270751"/>
                  </a:lnTo>
                  <a:lnTo>
                    <a:pt x="268071" y="252222"/>
                  </a:lnTo>
                  <a:lnTo>
                    <a:pt x="577088" y="252222"/>
                  </a:lnTo>
                  <a:lnTo>
                    <a:pt x="577088" y="246507"/>
                  </a:lnTo>
                  <a:lnTo>
                    <a:pt x="268554" y="246507"/>
                  </a:lnTo>
                  <a:lnTo>
                    <a:pt x="268579" y="246214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89"/>
                  </a:lnTo>
                  <a:lnTo>
                    <a:pt x="251358" y="266090"/>
                  </a:lnTo>
                  <a:lnTo>
                    <a:pt x="247091" y="276517"/>
                  </a:lnTo>
                  <a:lnTo>
                    <a:pt x="240080" y="285229"/>
                  </a:lnTo>
                  <a:lnTo>
                    <a:pt x="230314" y="292239"/>
                  </a:lnTo>
                  <a:lnTo>
                    <a:pt x="224612" y="264210"/>
                  </a:lnTo>
                  <a:lnTo>
                    <a:pt x="224612" y="303657"/>
                  </a:lnTo>
                  <a:lnTo>
                    <a:pt x="215011" y="303657"/>
                  </a:lnTo>
                  <a:lnTo>
                    <a:pt x="224307" y="302234"/>
                  </a:lnTo>
                  <a:lnTo>
                    <a:pt x="224612" y="303657"/>
                  </a:lnTo>
                  <a:lnTo>
                    <a:pt x="224612" y="264210"/>
                  </a:lnTo>
                  <a:lnTo>
                    <a:pt x="223164" y="257098"/>
                  </a:lnTo>
                  <a:lnTo>
                    <a:pt x="223164" y="294525"/>
                  </a:lnTo>
                  <a:lnTo>
                    <a:pt x="208305" y="297383"/>
                  </a:lnTo>
                  <a:lnTo>
                    <a:pt x="195910" y="296811"/>
                  </a:lnTo>
                  <a:lnTo>
                    <a:pt x="189128" y="295287"/>
                  </a:lnTo>
                  <a:lnTo>
                    <a:pt x="189128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40"/>
                  </a:lnTo>
                  <a:lnTo>
                    <a:pt x="152590" y="283095"/>
                  </a:lnTo>
                  <a:lnTo>
                    <a:pt x="163601" y="292519"/>
                  </a:lnTo>
                  <a:lnTo>
                    <a:pt x="175806" y="299377"/>
                  </a:lnTo>
                  <a:lnTo>
                    <a:pt x="189128" y="303657"/>
                  </a:lnTo>
                  <a:lnTo>
                    <a:pt x="189128" y="295287"/>
                  </a:lnTo>
                  <a:lnTo>
                    <a:pt x="184442" y="294233"/>
                  </a:lnTo>
                  <a:lnTo>
                    <a:pt x="173913" y="289661"/>
                  </a:lnTo>
                  <a:lnTo>
                    <a:pt x="164299" y="283095"/>
                  </a:lnTo>
                  <a:lnTo>
                    <a:pt x="156375" y="274891"/>
                  </a:lnTo>
                  <a:lnTo>
                    <a:pt x="150583" y="265163"/>
                  </a:lnTo>
                  <a:lnTo>
                    <a:pt x="150495" y="264871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66" y="252222"/>
                  </a:lnTo>
                  <a:lnTo>
                    <a:pt x="176110" y="257175"/>
                  </a:lnTo>
                  <a:lnTo>
                    <a:pt x="179730" y="263093"/>
                  </a:lnTo>
                  <a:lnTo>
                    <a:pt x="184175" y="268262"/>
                  </a:lnTo>
                  <a:lnTo>
                    <a:pt x="189230" y="272656"/>
                  </a:lnTo>
                  <a:lnTo>
                    <a:pt x="194894" y="276263"/>
                  </a:lnTo>
                  <a:lnTo>
                    <a:pt x="201168" y="279095"/>
                  </a:lnTo>
                  <a:lnTo>
                    <a:pt x="204304" y="276809"/>
                  </a:lnTo>
                  <a:lnTo>
                    <a:pt x="202590" y="274523"/>
                  </a:lnTo>
                  <a:lnTo>
                    <a:pt x="195376" y="270395"/>
                  </a:lnTo>
                  <a:lnTo>
                    <a:pt x="190017" y="264871"/>
                  </a:lnTo>
                  <a:lnTo>
                    <a:pt x="186512" y="257962"/>
                  </a:lnTo>
                  <a:lnTo>
                    <a:pt x="185369" y="252222"/>
                  </a:lnTo>
                  <a:lnTo>
                    <a:pt x="214884" y="252222"/>
                  </a:lnTo>
                  <a:lnTo>
                    <a:pt x="223164" y="294525"/>
                  </a:lnTo>
                  <a:lnTo>
                    <a:pt x="223164" y="257098"/>
                  </a:lnTo>
                  <a:lnTo>
                    <a:pt x="222173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401"/>
                  </a:lnTo>
                  <a:lnTo>
                    <a:pt x="215163" y="217652"/>
                  </a:lnTo>
                  <a:lnTo>
                    <a:pt x="222681" y="218401"/>
                  </a:lnTo>
                  <a:lnTo>
                    <a:pt x="251612" y="246214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23"/>
                  </a:lnTo>
                  <a:lnTo>
                    <a:pt x="239598" y="195072"/>
                  </a:lnTo>
                  <a:lnTo>
                    <a:pt x="577088" y="195072"/>
                  </a:lnTo>
                  <a:lnTo>
                    <a:pt x="57708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17"/>
                  </a:lnTo>
                  <a:lnTo>
                    <a:pt x="187159" y="235940"/>
                  </a:lnTo>
                  <a:lnTo>
                    <a:pt x="191731" y="230225"/>
                  </a:lnTo>
                  <a:lnTo>
                    <a:pt x="196113" y="224510"/>
                  </a:lnTo>
                  <a:lnTo>
                    <a:pt x="201637" y="220611"/>
                  </a:lnTo>
                  <a:lnTo>
                    <a:pt x="208292" y="218516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04" y="153377"/>
                  </a:lnTo>
                  <a:lnTo>
                    <a:pt x="202704" y="189357"/>
                  </a:lnTo>
                  <a:lnTo>
                    <a:pt x="199237" y="189357"/>
                  </a:lnTo>
                  <a:lnTo>
                    <a:pt x="199237" y="195072"/>
                  </a:lnTo>
                  <a:lnTo>
                    <a:pt x="197129" y="196075"/>
                  </a:lnTo>
                  <a:lnTo>
                    <a:pt x="172262" y="229933"/>
                  </a:lnTo>
                  <a:lnTo>
                    <a:pt x="172237" y="230225"/>
                  </a:lnTo>
                  <a:lnTo>
                    <a:pt x="171450" y="237083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62" y="246507"/>
                  </a:lnTo>
                  <a:lnTo>
                    <a:pt x="145440" y="241084"/>
                  </a:lnTo>
                  <a:lnTo>
                    <a:pt x="146900" y="228333"/>
                  </a:lnTo>
                  <a:lnTo>
                    <a:pt x="147015" y="227939"/>
                  </a:lnTo>
                  <a:lnTo>
                    <a:pt x="150152" y="216369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37" y="195072"/>
                  </a:lnTo>
                  <a:lnTo>
                    <a:pt x="199237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77"/>
                  </a:lnTo>
                  <a:lnTo>
                    <a:pt x="187248" y="166776"/>
                  </a:lnTo>
                  <a:lnTo>
                    <a:pt x="196596" y="158496"/>
                  </a:lnTo>
                  <a:lnTo>
                    <a:pt x="202704" y="189357"/>
                  </a:lnTo>
                  <a:lnTo>
                    <a:pt x="202704" y="153377"/>
                  </a:lnTo>
                  <a:lnTo>
                    <a:pt x="202590" y="152781"/>
                  </a:lnTo>
                  <a:lnTo>
                    <a:pt x="214972" y="137922"/>
                  </a:lnTo>
                  <a:lnTo>
                    <a:pt x="577088" y="137922"/>
                  </a:lnTo>
                  <a:lnTo>
                    <a:pt x="577088" y="132207"/>
                  </a:lnTo>
                  <a:lnTo>
                    <a:pt x="219354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906"/>
                  </a:lnTo>
                  <a:lnTo>
                    <a:pt x="238658" y="80772"/>
                  </a:lnTo>
                  <a:lnTo>
                    <a:pt x="577088" y="80772"/>
                  </a:lnTo>
                  <a:lnTo>
                    <a:pt x="57708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>
              <a:extLst>
                <a:ext uri="{FF2B5EF4-FFF2-40B4-BE49-F238E27FC236}">
                  <a16:creationId xmlns:a16="http://schemas.microsoft.com/office/drawing/2014/main" id="{6FC3D345-B4F6-F37F-C3EF-561981497E7B}"/>
                </a:ext>
              </a:extLst>
            </p:cNvPr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05142" y="8528428"/>
              <a:ext cx="216598" cy="267461"/>
            </a:xfrm>
            <a:prstGeom prst="rect">
              <a:avLst/>
            </a:prstGeom>
          </p:spPr>
        </p:pic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65B41ABD-F2E0-2FB0-945F-7CCB9C6CD1B6}"/>
                </a:ext>
              </a:extLst>
            </p:cNvPr>
            <p:cNvSpPr/>
            <p:nvPr/>
          </p:nvSpPr>
          <p:spPr>
            <a:xfrm>
              <a:off x="756475" y="8527856"/>
              <a:ext cx="1132205" cy="415290"/>
            </a:xfrm>
            <a:custGeom>
              <a:avLst/>
              <a:gdLst/>
              <a:ahLst/>
              <a:cxnLst/>
              <a:rect l="l" t="t" r="r" b="b"/>
              <a:pathLst>
                <a:path w="1132205" h="415290">
                  <a:moveTo>
                    <a:pt x="362458" y="28867"/>
                  </a:moveTo>
                  <a:lnTo>
                    <a:pt x="267017" y="0"/>
                  </a:lnTo>
                  <a:lnTo>
                    <a:pt x="267017" y="7429"/>
                  </a:lnTo>
                  <a:lnTo>
                    <a:pt x="337883" y="28575"/>
                  </a:lnTo>
                  <a:lnTo>
                    <a:pt x="337883" y="28867"/>
                  </a:lnTo>
                  <a:lnTo>
                    <a:pt x="267017" y="50012"/>
                  </a:lnTo>
                  <a:lnTo>
                    <a:pt x="267017" y="57721"/>
                  </a:lnTo>
                  <a:lnTo>
                    <a:pt x="362458" y="28867"/>
                  </a:lnTo>
                  <a:close/>
                </a:path>
                <a:path w="1132205" h="415290">
                  <a:moveTo>
                    <a:pt x="383082" y="368477"/>
                  </a:moveTo>
                  <a:lnTo>
                    <a:pt x="358762" y="368477"/>
                  </a:lnTo>
                  <a:lnTo>
                    <a:pt x="357809" y="364413"/>
                  </a:lnTo>
                  <a:lnTo>
                    <a:pt x="354164" y="358051"/>
                  </a:lnTo>
                  <a:lnTo>
                    <a:pt x="348665" y="352983"/>
                  </a:lnTo>
                  <a:lnTo>
                    <a:pt x="341312" y="349186"/>
                  </a:lnTo>
                  <a:lnTo>
                    <a:pt x="335788" y="347294"/>
                  </a:lnTo>
                  <a:lnTo>
                    <a:pt x="333451" y="346481"/>
                  </a:lnTo>
                  <a:lnTo>
                    <a:pt x="331774" y="346075"/>
                  </a:lnTo>
                  <a:lnTo>
                    <a:pt x="331774" y="389382"/>
                  </a:lnTo>
                  <a:lnTo>
                    <a:pt x="327596" y="395668"/>
                  </a:lnTo>
                  <a:lnTo>
                    <a:pt x="318452" y="396062"/>
                  </a:lnTo>
                  <a:lnTo>
                    <a:pt x="312343" y="396811"/>
                  </a:lnTo>
                  <a:lnTo>
                    <a:pt x="307022" y="394525"/>
                  </a:lnTo>
                  <a:lnTo>
                    <a:pt x="302450" y="389204"/>
                  </a:lnTo>
                  <a:lnTo>
                    <a:pt x="297878" y="383489"/>
                  </a:lnTo>
                  <a:lnTo>
                    <a:pt x="295198" y="376059"/>
                  </a:lnTo>
                  <a:lnTo>
                    <a:pt x="295160" y="375627"/>
                  </a:lnTo>
                  <a:lnTo>
                    <a:pt x="330898" y="375627"/>
                  </a:lnTo>
                  <a:lnTo>
                    <a:pt x="331025" y="377202"/>
                  </a:lnTo>
                  <a:lnTo>
                    <a:pt x="331774" y="389382"/>
                  </a:lnTo>
                  <a:lnTo>
                    <a:pt x="331774" y="346075"/>
                  </a:lnTo>
                  <a:lnTo>
                    <a:pt x="330327" y="345719"/>
                  </a:lnTo>
                  <a:lnTo>
                    <a:pt x="330327" y="368477"/>
                  </a:lnTo>
                  <a:lnTo>
                    <a:pt x="294576" y="368477"/>
                  </a:lnTo>
                  <a:lnTo>
                    <a:pt x="294449" y="366903"/>
                  </a:lnTo>
                  <a:lnTo>
                    <a:pt x="294055" y="360438"/>
                  </a:lnTo>
                  <a:lnTo>
                    <a:pt x="294093" y="360235"/>
                  </a:lnTo>
                  <a:lnTo>
                    <a:pt x="294830" y="355866"/>
                  </a:lnTo>
                  <a:lnTo>
                    <a:pt x="313118" y="347294"/>
                  </a:lnTo>
                  <a:lnTo>
                    <a:pt x="318452" y="349580"/>
                  </a:lnTo>
                  <a:lnTo>
                    <a:pt x="327596" y="360235"/>
                  </a:lnTo>
                  <a:lnTo>
                    <a:pt x="327660" y="360438"/>
                  </a:lnTo>
                  <a:lnTo>
                    <a:pt x="330263" y="367665"/>
                  </a:lnTo>
                  <a:lnTo>
                    <a:pt x="330327" y="368477"/>
                  </a:lnTo>
                  <a:lnTo>
                    <a:pt x="330327" y="345719"/>
                  </a:lnTo>
                  <a:lnTo>
                    <a:pt x="325882" y="344614"/>
                  </a:lnTo>
                  <a:lnTo>
                    <a:pt x="318592" y="343623"/>
                  </a:lnTo>
                  <a:lnTo>
                    <a:pt x="311594" y="343471"/>
                  </a:lnTo>
                  <a:lnTo>
                    <a:pt x="304838" y="343623"/>
                  </a:lnTo>
                  <a:lnTo>
                    <a:pt x="267335" y="364413"/>
                  </a:lnTo>
                  <a:lnTo>
                    <a:pt x="266547" y="368477"/>
                  </a:lnTo>
                  <a:lnTo>
                    <a:pt x="246189" y="368477"/>
                  </a:lnTo>
                  <a:lnTo>
                    <a:pt x="246189" y="375627"/>
                  </a:lnTo>
                  <a:lnTo>
                    <a:pt x="266687" y="375627"/>
                  </a:lnTo>
                  <a:lnTo>
                    <a:pt x="267614" y="379691"/>
                  </a:lnTo>
                  <a:lnTo>
                    <a:pt x="306298" y="400481"/>
                  </a:lnTo>
                  <a:lnTo>
                    <a:pt x="313309" y="400634"/>
                  </a:lnTo>
                  <a:lnTo>
                    <a:pt x="320268" y="400481"/>
                  </a:lnTo>
                  <a:lnTo>
                    <a:pt x="327444" y="399491"/>
                  </a:lnTo>
                  <a:lnTo>
                    <a:pt x="334835" y="397624"/>
                  </a:lnTo>
                  <a:lnTo>
                    <a:pt x="337108" y="396811"/>
                  </a:lnTo>
                  <a:lnTo>
                    <a:pt x="342455" y="394919"/>
                  </a:lnTo>
                  <a:lnTo>
                    <a:pt x="349516" y="391121"/>
                  </a:lnTo>
                  <a:lnTo>
                    <a:pt x="354736" y="386054"/>
                  </a:lnTo>
                  <a:lnTo>
                    <a:pt x="358089" y="379691"/>
                  </a:lnTo>
                  <a:lnTo>
                    <a:pt x="358889" y="375627"/>
                  </a:lnTo>
                  <a:lnTo>
                    <a:pt x="383082" y="375627"/>
                  </a:lnTo>
                  <a:lnTo>
                    <a:pt x="383082" y="368477"/>
                  </a:lnTo>
                  <a:close/>
                </a:path>
                <a:path w="1132205" h="415290">
                  <a:moveTo>
                    <a:pt x="1132141" y="200596"/>
                  </a:moveTo>
                  <a:lnTo>
                    <a:pt x="155752" y="200596"/>
                  </a:lnTo>
                  <a:lnTo>
                    <a:pt x="154520" y="198132"/>
                  </a:lnTo>
                  <a:lnTo>
                    <a:pt x="151853" y="194881"/>
                  </a:lnTo>
                  <a:lnTo>
                    <a:pt x="143852" y="186309"/>
                  </a:lnTo>
                  <a:lnTo>
                    <a:pt x="139852" y="186309"/>
                  </a:lnTo>
                  <a:lnTo>
                    <a:pt x="142709" y="189166"/>
                  </a:lnTo>
                  <a:lnTo>
                    <a:pt x="144526" y="192786"/>
                  </a:lnTo>
                  <a:lnTo>
                    <a:pt x="145288" y="197167"/>
                  </a:lnTo>
                  <a:lnTo>
                    <a:pt x="144614" y="200596"/>
                  </a:lnTo>
                  <a:lnTo>
                    <a:pt x="0" y="200596"/>
                  </a:lnTo>
                  <a:lnTo>
                    <a:pt x="0" y="206311"/>
                  </a:lnTo>
                  <a:lnTo>
                    <a:pt x="141503" y="206311"/>
                  </a:lnTo>
                  <a:lnTo>
                    <a:pt x="141376" y="206502"/>
                  </a:lnTo>
                  <a:lnTo>
                    <a:pt x="136423" y="210312"/>
                  </a:lnTo>
                  <a:lnTo>
                    <a:pt x="130898" y="214134"/>
                  </a:lnTo>
                  <a:lnTo>
                    <a:pt x="127749" y="218884"/>
                  </a:lnTo>
                  <a:lnTo>
                    <a:pt x="127000" y="224599"/>
                  </a:lnTo>
                  <a:lnTo>
                    <a:pt x="127749" y="228219"/>
                  </a:lnTo>
                  <a:lnTo>
                    <a:pt x="129463" y="231648"/>
                  </a:lnTo>
                  <a:lnTo>
                    <a:pt x="132143" y="234886"/>
                  </a:lnTo>
                  <a:lnTo>
                    <a:pt x="139852" y="243459"/>
                  </a:lnTo>
                  <a:lnTo>
                    <a:pt x="142709" y="246316"/>
                  </a:lnTo>
                  <a:lnTo>
                    <a:pt x="144526" y="249936"/>
                  </a:lnTo>
                  <a:lnTo>
                    <a:pt x="145288" y="254317"/>
                  </a:lnTo>
                  <a:lnTo>
                    <a:pt x="144614" y="257746"/>
                  </a:lnTo>
                  <a:lnTo>
                    <a:pt x="0" y="257746"/>
                  </a:lnTo>
                  <a:lnTo>
                    <a:pt x="0" y="263461"/>
                  </a:lnTo>
                  <a:lnTo>
                    <a:pt x="141503" y="263461"/>
                  </a:lnTo>
                  <a:lnTo>
                    <a:pt x="141376" y="263652"/>
                  </a:lnTo>
                  <a:lnTo>
                    <a:pt x="136423" y="267462"/>
                  </a:lnTo>
                  <a:lnTo>
                    <a:pt x="130898" y="271284"/>
                  </a:lnTo>
                  <a:lnTo>
                    <a:pt x="127749" y="276034"/>
                  </a:lnTo>
                  <a:lnTo>
                    <a:pt x="127000" y="281749"/>
                  </a:lnTo>
                  <a:lnTo>
                    <a:pt x="127749" y="285369"/>
                  </a:lnTo>
                  <a:lnTo>
                    <a:pt x="129463" y="288798"/>
                  </a:lnTo>
                  <a:lnTo>
                    <a:pt x="132143" y="292036"/>
                  </a:lnTo>
                  <a:lnTo>
                    <a:pt x="139852" y="300609"/>
                  </a:lnTo>
                  <a:lnTo>
                    <a:pt x="142709" y="303466"/>
                  </a:lnTo>
                  <a:lnTo>
                    <a:pt x="144526" y="307086"/>
                  </a:lnTo>
                  <a:lnTo>
                    <a:pt x="145288" y="311467"/>
                  </a:lnTo>
                  <a:lnTo>
                    <a:pt x="144614" y="314896"/>
                  </a:lnTo>
                  <a:lnTo>
                    <a:pt x="0" y="314896"/>
                  </a:lnTo>
                  <a:lnTo>
                    <a:pt x="0" y="320611"/>
                  </a:lnTo>
                  <a:lnTo>
                    <a:pt x="141503" y="320611"/>
                  </a:lnTo>
                  <a:lnTo>
                    <a:pt x="141376" y="320802"/>
                  </a:lnTo>
                  <a:lnTo>
                    <a:pt x="136423" y="324612"/>
                  </a:lnTo>
                  <a:lnTo>
                    <a:pt x="130898" y="328434"/>
                  </a:lnTo>
                  <a:lnTo>
                    <a:pt x="127749" y="333184"/>
                  </a:lnTo>
                  <a:lnTo>
                    <a:pt x="127000" y="338899"/>
                  </a:lnTo>
                  <a:lnTo>
                    <a:pt x="127749" y="342519"/>
                  </a:lnTo>
                  <a:lnTo>
                    <a:pt x="129463" y="345948"/>
                  </a:lnTo>
                  <a:lnTo>
                    <a:pt x="132143" y="349186"/>
                  </a:lnTo>
                  <a:lnTo>
                    <a:pt x="139852" y="357759"/>
                  </a:lnTo>
                  <a:lnTo>
                    <a:pt x="142709" y="360616"/>
                  </a:lnTo>
                  <a:lnTo>
                    <a:pt x="144526" y="364236"/>
                  </a:lnTo>
                  <a:lnTo>
                    <a:pt x="130898" y="385584"/>
                  </a:lnTo>
                  <a:lnTo>
                    <a:pt x="127749" y="390334"/>
                  </a:lnTo>
                  <a:lnTo>
                    <a:pt x="127000" y="396049"/>
                  </a:lnTo>
                  <a:lnTo>
                    <a:pt x="127749" y="399669"/>
                  </a:lnTo>
                  <a:lnTo>
                    <a:pt x="129463" y="403098"/>
                  </a:lnTo>
                  <a:lnTo>
                    <a:pt x="132143" y="406336"/>
                  </a:lnTo>
                  <a:lnTo>
                    <a:pt x="139852" y="414909"/>
                  </a:lnTo>
                  <a:lnTo>
                    <a:pt x="143852" y="414909"/>
                  </a:lnTo>
                  <a:lnTo>
                    <a:pt x="140804" y="410908"/>
                  </a:lnTo>
                  <a:lnTo>
                    <a:pt x="139090" y="407390"/>
                  </a:lnTo>
                  <a:lnTo>
                    <a:pt x="138709" y="404342"/>
                  </a:lnTo>
                  <a:lnTo>
                    <a:pt x="139661" y="399199"/>
                  </a:lnTo>
                  <a:lnTo>
                    <a:pt x="142608" y="394817"/>
                  </a:lnTo>
                  <a:lnTo>
                    <a:pt x="147574" y="391198"/>
                  </a:lnTo>
                  <a:lnTo>
                    <a:pt x="153098" y="387007"/>
                  </a:lnTo>
                  <a:lnTo>
                    <a:pt x="156235" y="382155"/>
                  </a:lnTo>
                  <a:lnTo>
                    <a:pt x="156997" y="376618"/>
                  </a:lnTo>
                  <a:lnTo>
                    <a:pt x="156235" y="373011"/>
                  </a:lnTo>
                  <a:lnTo>
                    <a:pt x="154520" y="369582"/>
                  </a:lnTo>
                  <a:lnTo>
                    <a:pt x="151853" y="366331"/>
                  </a:lnTo>
                  <a:lnTo>
                    <a:pt x="143852" y="357759"/>
                  </a:lnTo>
                  <a:lnTo>
                    <a:pt x="140804" y="353758"/>
                  </a:lnTo>
                  <a:lnTo>
                    <a:pt x="139090" y="350240"/>
                  </a:lnTo>
                  <a:lnTo>
                    <a:pt x="138709" y="347192"/>
                  </a:lnTo>
                  <a:lnTo>
                    <a:pt x="139661" y="342049"/>
                  </a:lnTo>
                  <a:lnTo>
                    <a:pt x="142608" y="337667"/>
                  </a:lnTo>
                  <a:lnTo>
                    <a:pt x="147574" y="334048"/>
                  </a:lnTo>
                  <a:lnTo>
                    <a:pt x="153098" y="329857"/>
                  </a:lnTo>
                  <a:lnTo>
                    <a:pt x="156235" y="325005"/>
                  </a:lnTo>
                  <a:lnTo>
                    <a:pt x="156832" y="320611"/>
                  </a:lnTo>
                  <a:lnTo>
                    <a:pt x="1132141" y="320611"/>
                  </a:lnTo>
                  <a:lnTo>
                    <a:pt x="1132141" y="314896"/>
                  </a:lnTo>
                  <a:lnTo>
                    <a:pt x="155752" y="314896"/>
                  </a:lnTo>
                  <a:lnTo>
                    <a:pt x="154520" y="312432"/>
                  </a:lnTo>
                  <a:lnTo>
                    <a:pt x="151853" y="309181"/>
                  </a:lnTo>
                  <a:lnTo>
                    <a:pt x="143852" y="300609"/>
                  </a:lnTo>
                  <a:lnTo>
                    <a:pt x="140804" y="296608"/>
                  </a:lnTo>
                  <a:lnTo>
                    <a:pt x="139090" y="293090"/>
                  </a:lnTo>
                  <a:lnTo>
                    <a:pt x="138709" y="290042"/>
                  </a:lnTo>
                  <a:lnTo>
                    <a:pt x="139661" y="284899"/>
                  </a:lnTo>
                  <a:lnTo>
                    <a:pt x="142608" y="280517"/>
                  </a:lnTo>
                  <a:lnTo>
                    <a:pt x="147574" y="276898"/>
                  </a:lnTo>
                  <a:lnTo>
                    <a:pt x="153098" y="272707"/>
                  </a:lnTo>
                  <a:lnTo>
                    <a:pt x="156235" y="267855"/>
                  </a:lnTo>
                  <a:lnTo>
                    <a:pt x="156832" y="263461"/>
                  </a:lnTo>
                  <a:lnTo>
                    <a:pt x="1132141" y="263461"/>
                  </a:lnTo>
                  <a:lnTo>
                    <a:pt x="1132141" y="257746"/>
                  </a:lnTo>
                  <a:lnTo>
                    <a:pt x="155752" y="257746"/>
                  </a:lnTo>
                  <a:lnTo>
                    <a:pt x="154520" y="255282"/>
                  </a:lnTo>
                  <a:lnTo>
                    <a:pt x="151853" y="252031"/>
                  </a:lnTo>
                  <a:lnTo>
                    <a:pt x="143852" y="243459"/>
                  </a:lnTo>
                  <a:lnTo>
                    <a:pt x="140804" y="239458"/>
                  </a:lnTo>
                  <a:lnTo>
                    <a:pt x="139090" y="235940"/>
                  </a:lnTo>
                  <a:lnTo>
                    <a:pt x="138709" y="232892"/>
                  </a:lnTo>
                  <a:lnTo>
                    <a:pt x="139661" y="227749"/>
                  </a:lnTo>
                  <a:lnTo>
                    <a:pt x="142608" y="223367"/>
                  </a:lnTo>
                  <a:lnTo>
                    <a:pt x="147574" y="219748"/>
                  </a:lnTo>
                  <a:lnTo>
                    <a:pt x="153098" y="215557"/>
                  </a:lnTo>
                  <a:lnTo>
                    <a:pt x="156235" y="210705"/>
                  </a:lnTo>
                  <a:lnTo>
                    <a:pt x="156832" y="206311"/>
                  </a:lnTo>
                  <a:lnTo>
                    <a:pt x="1132141" y="206311"/>
                  </a:lnTo>
                  <a:lnTo>
                    <a:pt x="1132141" y="200596"/>
                  </a:lnTo>
                  <a:close/>
                </a:path>
                <a:path w="1132205" h="415290">
                  <a:moveTo>
                    <a:pt x="1132141" y="143446"/>
                  </a:moveTo>
                  <a:lnTo>
                    <a:pt x="0" y="143446"/>
                  </a:lnTo>
                  <a:lnTo>
                    <a:pt x="0" y="149161"/>
                  </a:lnTo>
                  <a:lnTo>
                    <a:pt x="1132141" y="149161"/>
                  </a:lnTo>
                  <a:lnTo>
                    <a:pt x="1132141" y="143446"/>
                  </a:lnTo>
                  <a:close/>
                </a:path>
                <a:path w="1132205" h="415290">
                  <a:moveTo>
                    <a:pt x="1132141" y="86296"/>
                  </a:moveTo>
                  <a:lnTo>
                    <a:pt x="0" y="86296"/>
                  </a:lnTo>
                  <a:lnTo>
                    <a:pt x="0" y="92011"/>
                  </a:lnTo>
                  <a:lnTo>
                    <a:pt x="1132141" y="92011"/>
                  </a:lnTo>
                  <a:lnTo>
                    <a:pt x="1132141" y="862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>
              <a:extLst>
                <a:ext uri="{FF2B5EF4-FFF2-40B4-BE49-F238E27FC236}">
                  <a16:creationId xmlns:a16="http://schemas.microsoft.com/office/drawing/2014/main" id="{5EFCE5A9-79E0-E05D-61A0-C232E0A6BF27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66343" y="8675875"/>
              <a:ext cx="149732" cy="166877"/>
            </a:xfrm>
            <a:prstGeom prst="rect">
              <a:avLst/>
            </a:prstGeom>
          </p:spPr>
        </p:pic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AB82ABFD-F63E-A50E-8A7D-2D7898979B98}"/>
                </a:ext>
              </a:extLst>
            </p:cNvPr>
            <p:cNvSpPr/>
            <p:nvPr/>
          </p:nvSpPr>
          <p:spPr>
            <a:xfrm>
              <a:off x="1120127" y="8870007"/>
              <a:ext cx="432434" cy="287655"/>
            </a:xfrm>
            <a:custGeom>
              <a:avLst/>
              <a:gdLst/>
              <a:ahLst/>
              <a:cxnLst/>
              <a:rect l="l" t="t" r="r" b="b"/>
              <a:pathLst>
                <a:path w="432434" h="287654">
                  <a:moveTo>
                    <a:pt x="214426" y="26327"/>
                  </a:moveTo>
                  <a:lnTo>
                    <a:pt x="193090" y="26327"/>
                  </a:lnTo>
                  <a:lnTo>
                    <a:pt x="194106" y="21043"/>
                  </a:lnTo>
                  <a:lnTo>
                    <a:pt x="193916" y="13804"/>
                  </a:lnTo>
                  <a:lnTo>
                    <a:pt x="191338" y="8572"/>
                  </a:lnTo>
                  <a:lnTo>
                    <a:pt x="186385" y="5321"/>
                  </a:lnTo>
                  <a:lnTo>
                    <a:pt x="181813" y="1714"/>
                  </a:lnTo>
                  <a:lnTo>
                    <a:pt x="175336" y="0"/>
                  </a:lnTo>
                  <a:lnTo>
                    <a:pt x="166954" y="177"/>
                  </a:lnTo>
                  <a:lnTo>
                    <a:pt x="159029" y="1143"/>
                  </a:lnTo>
                  <a:lnTo>
                    <a:pt x="124447" y="24257"/>
                  </a:lnTo>
                  <a:lnTo>
                    <a:pt x="123456" y="26327"/>
                  </a:lnTo>
                  <a:lnTo>
                    <a:pt x="111137" y="26327"/>
                  </a:lnTo>
                  <a:lnTo>
                    <a:pt x="103289" y="26327"/>
                  </a:lnTo>
                  <a:lnTo>
                    <a:pt x="89801" y="26327"/>
                  </a:lnTo>
                  <a:lnTo>
                    <a:pt x="90817" y="21043"/>
                  </a:lnTo>
                  <a:lnTo>
                    <a:pt x="90627" y="13804"/>
                  </a:lnTo>
                  <a:lnTo>
                    <a:pt x="88049" y="8572"/>
                  </a:lnTo>
                  <a:lnTo>
                    <a:pt x="83096" y="5321"/>
                  </a:lnTo>
                  <a:lnTo>
                    <a:pt x="78524" y="1714"/>
                  </a:lnTo>
                  <a:lnTo>
                    <a:pt x="72047" y="0"/>
                  </a:lnTo>
                  <a:lnTo>
                    <a:pt x="63665" y="177"/>
                  </a:lnTo>
                  <a:lnTo>
                    <a:pt x="55740" y="1143"/>
                  </a:lnTo>
                  <a:lnTo>
                    <a:pt x="21158" y="24257"/>
                  </a:lnTo>
                  <a:lnTo>
                    <a:pt x="20167" y="26327"/>
                  </a:lnTo>
                  <a:lnTo>
                    <a:pt x="0" y="26327"/>
                  </a:lnTo>
                  <a:lnTo>
                    <a:pt x="0" y="33477"/>
                  </a:lnTo>
                  <a:lnTo>
                    <a:pt x="17449" y="33477"/>
                  </a:lnTo>
                  <a:lnTo>
                    <a:pt x="16522" y="38188"/>
                  </a:lnTo>
                  <a:lnTo>
                    <a:pt x="16598" y="41325"/>
                  </a:lnTo>
                  <a:lnTo>
                    <a:pt x="16522" y="201345"/>
                  </a:lnTo>
                  <a:lnTo>
                    <a:pt x="26517" y="201345"/>
                  </a:lnTo>
                  <a:lnTo>
                    <a:pt x="26517" y="55930"/>
                  </a:lnTo>
                  <a:lnTo>
                    <a:pt x="28524" y="57518"/>
                  </a:lnTo>
                  <a:lnTo>
                    <a:pt x="34417" y="59436"/>
                  </a:lnTo>
                  <a:lnTo>
                    <a:pt x="41668" y="59613"/>
                  </a:lnTo>
                  <a:lnTo>
                    <a:pt x="50139" y="58674"/>
                  </a:lnTo>
                  <a:lnTo>
                    <a:pt x="86169" y="35610"/>
                  </a:lnTo>
                  <a:lnTo>
                    <a:pt x="87134" y="33477"/>
                  </a:lnTo>
                  <a:lnTo>
                    <a:pt x="103289" y="33477"/>
                  </a:lnTo>
                  <a:lnTo>
                    <a:pt x="111137" y="33477"/>
                  </a:lnTo>
                  <a:lnTo>
                    <a:pt x="120751" y="33477"/>
                  </a:lnTo>
                  <a:lnTo>
                    <a:pt x="119811" y="38188"/>
                  </a:lnTo>
                  <a:lnTo>
                    <a:pt x="119900" y="41325"/>
                  </a:lnTo>
                  <a:lnTo>
                    <a:pt x="119811" y="201345"/>
                  </a:lnTo>
                  <a:lnTo>
                    <a:pt x="129806" y="201345"/>
                  </a:lnTo>
                  <a:lnTo>
                    <a:pt x="129806" y="55930"/>
                  </a:lnTo>
                  <a:lnTo>
                    <a:pt x="131813" y="57518"/>
                  </a:lnTo>
                  <a:lnTo>
                    <a:pt x="137718" y="59436"/>
                  </a:lnTo>
                  <a:lnTo>
                    <a:pt x="144957" y="59613"/>
                  </a:lnTo>
                  <a:lnTo>
                    <a:pt x="153441" y="58674"/>
                  </a:lnTo>
                  <a:lnTo>
                    <a:pt x="189458" y="35610"/>
                  </a:lnTo>
                  <a:lnTo>
                    <a:pt x="190423" y="33477"/>
                  </a:lnTo>
                  <a:lnTo>
                    <a:pt x="214426" y="33477"/>
                  </a:lnTo>
                  <a:lnTo>
                    <a:pt x="214426" y="26327"/>
                  </a:lnTo>
                  <a:close/>
                </a:path>
                <a:path w="432434" h="287654">
                  <a:moveTo>
                    <a:pt x="424268" y="258787"/>
                  </a:moveTo>
                  <a:lnTo>
                    <a:pt x="328828" y="229920"/>
                  </a:lnTo>
                  <a:lnTo>
                    <a:pt x="328828" y="237350"/>
                  </a:lnTo>
                  <a:lnTo>
                    <a:pt x="399694" y="258495"/>
                  </a:lnTo>
                  <a:lnTo>
                    <a:pt x="399694" y="258787"/>
                  </a:lnTo>
                  <a:lnTo>
                    <a:pt x="328828" y="279933"/>
                  </a:lnTo>
                  <a:lnTo>
                    <a:pt x="328828" y="287642"/>
                  </a:lnTo>
                  <a:lnTo>
                    <a:pt x="424268" y="258787"/>
                  </a:lnTo>
                  <a:close/>
                </a:path>
                <a:path w="432434" h="287654">
                  <a:moveTo>
                    <a:pt x="432015" y="26327"/>
                  </a:moveTo>
                  <a:lnTo>
                    <a:pt x="410679" y="26327"/>
                  </a:lnTo>
                  <a:lnTo>
                    <a:pt x="411695" y="21043"/>
                  </a:lnTo>
                  <a:lnTo>
                    <a:pt x="411505" y="13804"/>
                  </a:lnTo>
                  <a:lnTo>
                    <a:pt x="408927" y="8572"/>
                  </a:lnTo>
                  <a:lnTo>
                    <a:pt x="403974" y="5321"/>
                  </a:lnTo>
                  <a:lnTo>
                    <a:pt x="399402" y="1714"/>
                  </a:lnTo>
                  <a:lnTo>
                    <a:pt x="392925" y="0"/>
                  </a:lnTo>
                  <a:lnTo>
                    <a:pt x="384543" y="177"/>
                  </a:lnTo>
                  <a:lnTo>
                    <a:pt x="376618" y="1143"/>
                  </a:lnTo>
                  <a:lnTo>
                    <a:pt x="342036" y="24257"/>
                  </a:lnTo>
                  <a:lnTo>
                    <a:pt x="341045" y="26327"/>
                  </a:lnTo>
                  <a:lnTo>
                    <a:pt x="320878" y="26327"/>
                  </a:lnTo>
                  <a:lnTo>
                    <a:pt x="320878" y="33477"/>
                  </a:lnTo>
                  <a:lnTo>
                    <a:pt x="338340" y="33477"/>
                  </a:lnTo>
                  <a:lnTo>
                    <a:pt x="337400" y="38188"/>
                  </a:lnTo>
                  <a:lnTo>
                    <a:pt x="337489" y="41325"/>
                  </a:lnTo>
                  <a:lnTo>
                    <a:pt x="337400" y="201345"/>
                  </a:lnTo>
                  <a:lnTo>
                    <a:pt x="347395" y="201345"/>
                  </a:lnTo>
                  <a:lnTo>
                    <a:pt x="347395" y="55930"/>
                  </a:lnTo>
                  <a:lnTo>
                    <a:pt x="349402" y="57518"/>
                  </a:lnTo>
                  <a:lnTo>
                    <a:pt x="355307" y="59436"/>
                  </a:lnTo>
                  <a:lnTo>
                    <a:pt x="362546" y="59613"/>
                  </a:lnTo>
                  <a:lnTo>
                    <a:pt x="371030" y="58674"/>
                  </a:lnTo>
                  <a:lnTo>
                    <a:pt x="407047" y="35610"/>
                  </a:lnTo>
                  <a:lnTo>
                    <a:pt x="408012" y="33477"/>
                  </a:lnTo>
                  <a:lnTo>
                    <a:pt x="432015" y="33477"/>
                  </a:lnTo>
                  <a:lnTo>
                    <a:pt x="432015" y="263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>
              <a:extLst>
                <a:ext uri="{FF2B5EF4-FFF2-40B4-BE49-F238E27FC236}">
                  <a16:creationId xmlns:a16="http://schemas.microsoft.com/office/drawing/2014/main" id="{FE8E113F-5520-7EDC-32A5-35374D39C4C5}"/>
                </a:ext>
              </a:extLst>
            </p:cNvPr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658605" y="8869994"/>
              <a:ext cx="111140" cy="201358"/>
            </a:xfrm>
            <a:prstGeom prst="rect">
              <a:avLst/>
            </a:prstGeom>
          </p:spPr>
        </p:pic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780A8F4B-16F6-FFBD-F6ED-BF949FF5BCF6}"/>
                </a:ext>
              </a:extLst>
            </p:cNvPr>
            <p:cNvSpPr/>
            <p:nvPr/>
          </p:nvSpPr>
          <p:spPr>
            <a:xfrm>
              <a:off x="1888617" y="8499853"/>
              <a:ext cx="1064895" cy="401320"/>
            </a:xfrm>
            <a:custGeom>
              <a:avLst/>
              <a:gdLst/>
              <a:ahLst/>
              <a:cxnLst/>
              <a:rect l="l" t="t" r="r" b="b"/>
              <a:pathLst>
                <a:path w="1064895" h="401320">
                  <a:moveTo>
                    <a:pt x="1064704" y="114300"/>
                  </a:moveTo>
                  <a:lnTo>
                    <a:pt x="272440" y="114300"/>
                  </a:lnTo>
                  <a:lnTo>
                    <a:pt x="272440" y="0"/>
                  </a:lnTo>
                  <a:lnTo>
                    <a:pt x="262445" y="0"/>
                  </a:lnTo>
                  <a:lnTo>
                    <a:pt x="262445" y="342900"/>
                  </a:lnTo>
                  <a:lnTo>
                    <a:pt x="258940" y="342900"/>
                  </a:lnTo>
                  <a:lnTo>
                    <a:pt x="253961" y="341579"/>
                  </a:lnTo>
                  <a:lnTo>
                    <a:pt x="245579" y="341757"/>
                  </a:lnTo>
                  <a:lnTo>
                    <a:pt x="237655" y="342722"/>
                  </a:lnTo>
                  <a:lnTo>
                    <a:pt x="237058" y="342900"/>
                  </a:lnTo>
                  <a:lnTo>
                    <a:pt x="143852" y="342900"/>
                  </a:lnTo>
                  <a:lnTo>
                    <a:pt x="140804" y="338899"/>
                  </a:lnTo>
                  <a:lnTo>
                    <a:pt x="139090" y="335381"/>
                  </a:lnTo>
                  <a:lnTo>
                    <a:pt x="138709" y="332333"/>
                  </a:lnTo>
                  <a:lnTo>
                    <a:pt x="139661" y="327190"/>
                  </a:lnTo>
                  <a:lnTo>
                    <a:pt x="142621" y="322808"/>
                  </a:lnTo>
                  <a:lnTo>
                    <a:pt x="147574" y="319189"/>
                  </a:lnTo>
                  <a:lnTo>
                    <a:pt x="153098" y="314998"/>
                  </a:lnTo>
                  <a:lnTo>
                    <a:pt x="156235" y="310146"/>
                  </a:lnTo>
                  <a:lnTo>
                    <a:pt x="156997" y="304609"/>
                  </a:lnTo>
                  <a:lnTo>
                    <a:pt x="156235" y="301002"/>
                  </a:lnTo>
                  <a:lnTo>
                    <a:pt x="154520" y="297573"/>
                  </a:lnTo>
                  <a:lnTo>
                    <a:pt x="151853" y="294322"/>
                  </a:lnTo>
                  <a:lnTo>
                    <a:pt x="149186" y="291465"/>
                  </a:lnTo>
                  <a:lnTo>
                    <a:pt x="262445" y="291465"/>
                  </a:lnTo>
                  <a:lnTo>
                    <a:pt x="262445" y="285750"/>
                  </a:lnTo>
                  <a:lnTo>
                    <a:pt x="145288" y="285750"/>
                  </a:lnTo>
                  <a:lnTo>
                    <a:pt x="145288" y="296608"/>
                  </a:lnTo>
                  <a:lnTo>
                    <a:pt x="144335" y="301574"/>
                  </a:lnTo>
                  <a:lnTo>
                    <a:pt x="141376" y="305943"/>
                  </a:lnTo>
                  <a:lnTo>
                    <a:pt x="136423" y="309753"/>
                  </a:lnTo>
                  <a:lnTo>
                    <a:pt x="130898" y="313575"/>
                  </a:lnTo>
                  <a:lnTo>
                    <a:pt x="127762" y="318325"/>
                  </a:lnTo>
                  <a:lnTo>
                    <a:pt x="127000" y="324040"/>
                  </a:lnTo>
                  <a:lnTo>
                    <a:pt x="127762" y="327660"/>
                  </a:lnTo>
                  <a:lnTo>
                    <a:pt x="129476" y="331089"/>
                  </a:lnTo>
                  <a:lnTo>
                    <a:pt x="132143" y="334327"/>
                  </a:lnTo>
                  <a:lnTo>
                    <a:pt x="139852" y="342900"/>
                  </a:lnTo>
                  <a:lnTo>
                    <a:pt x="12700" y="342900"/>
                  </a:lnTo>
                  <a:lnTo>
                    <a:pt x="12700" y="291465"/>
                  </a:lnTo>
                  <a:lnTo>
                    <a:pt x="144132" y="291465"/>
                  </a:lnTo>
                  <a:lnTo>
                    <a:pt x="144526" y="292227"/>
                  </a:lnTo>
                  <a:lnTo>
                    <a:pt x="145288" y="296608"/>
                  </a:lnTo>
                  <a:lnTo>
                    <a:pt x="145288" y="285750"/>
                  </a:lnTo>
                  <a:lnTo>
                    <a:pt x="143852" y="285750"/>
                  </a:lnTo>
                  <a:lnTo>
                    <a:pt x="140804" y="281749"/>
                  </a:lnTo>
                  <a:lnTo>
                    <a:pt x="139090" y="278231"/>
                  </a:lnTo>
                  <a:lnTo>
                    <a:pt x="138709" y="275183"/>
                  </a:lnTo>
                  <a:lnTo>
                    <a:pt x="139661" y="270040"/>
                  </a:lnTo>
                  <a:lnTo>
                    <a:pt x="142621" y="265658"/>
                  </a:lnTo>
                  <a:lnTo>
                    <a:pt x="147574" y="262039"/>
                  </a:lnTo>
                  <a:lnTo>
                    <a:pt x="153098" y="257848"/>
                  </a:lnTo>
                  <a:lnTo>
                    <a:pt x="156235" y="252996"/>
                  </a:lnTo>
                  <a:lnTo>
                    <a:pt x="156997" y="247459"/>
                  </a:lnTo>
                  <a:lnTo>
                    <a:pt x="156235" y="243852"/>
                  </a:lnTo>
                  <a:lnTo>
                    <a:pt x="154520" y="240423"/>
                  </a:lnTo>
                  <a:lnTo>
                    <a:pt x="151853" y="237172"/>
                  </a:lnTo>
                  <a:lnTo>
                    <a:pt x="149186" y="234315"/>
                  </a:lnTo>
                  <a:lnTo>
                    <a:pt x="262445" y="234315"/>
                  </a:lnTo>
                  <a:lnTo>
                    <a:pt x="262445" y="228600"/>
                  </a:lnTo>
                  <a:lnTo>
                    <a:pt x="145288" y="228600"/>
                  </a:lnTo>
                  <a:lnTo>
                    <a:pt x="145288" y="239458"/>
                  </a:lnTo>
                  <a:lnTo>
                    <a:pt x="144335" y="244424"/>
                  </a:lnTo>
                  <a:lnTo>
                    <a:pt x="141376" y="248793"/>
                  </a:lnTo>
                  <a:lnTo>
                    <a:pt x="136423" y="252603"/>
                  </a:lnTo>
                  <a:lnTo>
                    <a:pt x="130898" y="256425"/>
                  </a:lnTo>
                  <a:lnTo>
                    <a:pt x="127762" y="261175"/>
                  </a:lnTo>
                  <a:lnTo>
                    <a:pt x="127000" y="266890"/>
                  </a:lnTo>
                  <a:lnTo>
                    <a:pt x="127762" y="270510"/>
                  </a:lnTo>
                  <a:lnTo>
                    <a:pt x="129476" y="273939"/>
                  </a:lnTo>
                  <a:lnTo>
                    <a:pt x="132143" y="277177"/>
                  </a:lnTo>
                  <a:lnTo>
                    <a:pt x="139852" y="285750"/>
                  </a:lnTo>
                  <a:lnTo>
                    <a:pt x="12700" y="285750"/>
                  </a:lnTo>
                  <a:lnTo>
                    <a:pt x="12700" y="234315"/>
                  </a:lnTo>
                  <a:lnTo>
                    <a:pt x="144132" y="234315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5288" y="228600"/>
                  </a:lnTo>
                  <a:lnTo>
                    <a:pt x="143852" y="228600"/>
                  </a:lnTo>
                  <a:lnTo>
                    <a:pt x="140804" y="224599"/>
                  </a:lnTo>
                  <a:lnTo>
                    <a:pt x="139090" y="221081"/>
                  </a:lnTo>
                  <a:lnTo>
                    <a:pt x="138709" y="218033"/>
                  </a:lnTo>
                  <a:lnTo>
                    <a:pt x="139661" y="212890"/>
                  </a:lnTo>
                  <a:lnTo>
                    <a:pt x="142621" y="208508"/>
                  </a:lnTo>
                  <a:lnTo>
                    <a:pt x="147574" y="204889"/>
                  </a:lnTo>
                  <a:lnTo>
                    <a:pt x="153098" y="200698"/>
                  </a:lnTo>
                  <a:lnTo>
                    <a:pt x="156235" y="195846"/>
                  </a:lnTo>
                  <a:lnTo>
                    <a:pt x="156997" y="190309"/>
                  </a:lnTo>
                  <a:lnTo>
                    <a:pt x="156235" y="186702"/>
                  </a:lnTo>
                  <a:lnTo>
                    <a:pt x="154520" y="183273"/>
                  </a:lnTo>
                  <a:lnTo>
                    <a:pt x="151853" y="180022"/>
                  </a:lnTo>
                  <a:lnTo>
                    <a:pt x="149186" y="177165"/>
                  </a:lnTo>
                  <a:lnTo>
                    <a:pt x="262445" y="177165"/>
                  </a:lnTo>
                  <a:lnTo>
                    <a:pt x="262445" y="171450"/>
                  </a:lnTo>
                  <a:lnTo>
                    <a:pt x="145288" y="171450"/>
                  </a:lnTo>
                  <a:lnTo>
                    <a:pt x="145288" y="182308"/>
                  </a:lnTo>
                  <a:lnTo>
                    <a:pt x="144335" y="187274"/>
                  </a:lnTo>
                  <a:lnTo>
                    <a:pt x="141376" y="191643"/>
                  </a:lnTo>
                  <a:lnTo>
                    <a:pt x="136423" y="195453"/>
                  </a:lnTo>
                  <a:lnTo>
                    <a:pt x="130898" y="199275"/>
                  </a:lnTo>
                  <a:lnTo>
                    <a:pt x="127762" y="204025"/>
                  </a:lnTo>
                  <a:lnTo>
                    <a:pt x="127000" y="209740"/>
                  </a:lnTo>
                  <a:lnTo>
                    <a:pt x="127762" y="213360"/>
                  </a:lnTo>
                  <a:lnTo>
                    <a:pt x="129476" y="216789"/>
                  </a:lnTo>
                  <a:lnTo>
                    <a:pt x="132143" y="220027"/>
                  </a:lnTo>
                  <a:lnTo>
                    <a:pt x="139852" y="228600"/>
                  </a:lnTo>
                  <a:lnTo>
                    <a:pt x="12700" y="228600"/>
                  </a:lnTo>
                  <a:lnTo>
                    <a:pt x="12700" y="177165"/>
                  </a:lnTo>
                  <a:lnTo>
                    <a:pt x="144132" y="177165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5288" y="171450"/>
                  </a:lnTo>
                  <a:lnTo>
                    <a:pt x="143852" y="171450"/>
                  </a:lnTo>
                  <a:lnTo>
                    <a:pt x="139852" y="171450"/>
                  </a:lnTo>
                  <a:lnTo>
                    <a:pt x="12700" y="171450"/>
                  </a:lnTo>
                  <a:lnTo>
                    <a:pt x="12700" y="120015"/>
                  </a:lnTo>
                  <a:lnTo>
                    <a:pt x="262445" y="120015"/>
                  </a:lnTo>
                  <a:lnTo>
                    <a:pt x="2624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4127" y="120015"/>
                  </a:lnTo>
                  <a:lnTo>
                    <a:pt x="412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4127" y="177165"/>
                  </a:lnTo>
                  <a:lnTo>
                    <a:pt x="412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4127" y="234315"/>
                  </a:lnTo>
                  <a:lnTo>
                    <a:pt x="4127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4127" y="291465"/>
                  </a:lnTo>
                  <a:lnTo>
                    <a:pt x="4127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4127" y="348615"/>
                  </a:lnTo>
                  <a:lnTo>
                    <a:pt x="12700" y="348615"/>
                  </a:lnTo>
                  <a:lnTo>
                    <a:pt x="144132" y="348615"/>
                  </a:lnTo>
                  <a:lnTo>
                    <a:pt x="144526" y="349377"/>
                  </a:lnTo>
                  <a:lnTo>
                    <a:pt x="145288" y="353758"/>
                  </a:lnTo>
                  <a:lnTo>
                    <a:pt x="144335" y="358724"/>
                  </a:lnTo>
                  <a:lnTo>
                    <a:pt x="141376" y="363093"/>
                  </a:lnTo>
                  <a:lnTo>
                    <a:pt x="136423" y="366903"/>
                  </a:lnTo>
                  <a:lnTo>
                    <a:pt x="130898" y="370725"/>
                  </a:lnTo>
                  <a:lnTo>
                    <a:pt x="127762" y="375475"/>
                  </a:lnTo>
                  <a:lnTo>
                    <a:pt x="127000" y="381190"/>
                  </a:lnTo>
                  <a:lnTo>
                    <a:pt x="127762" y="384810"/>
                  </a:lnTo>
                  <a:lnTo>
                    <a:pt x="129476" y="388239"/>
                  </a:lnTo>
                  <a:lnTo>
                    <a:pt x="132143" y="391477"/>
                  </a:lnTo>
                  <a:lnTo>
                    <a:pt x="139852" y="400050"/>
                  </a:lnTo>
                  <a:lnTo>
                    <a:pt x="143852" y="400050"/>
                  </a:lnTo>
                  <a:lnTo>
                    <a:pt x="140804" y="396049"/>
                  </a:lnTo>
                  <a:lnTo>
                    <a:pt x="139090" y="392531"/>
                  </a:lnTo>
                  <a:lnTo>
                    <a:pt x="138709" y="389483"/>
                  </a:lnTo>
                  <a:lnTo>
                    <a:pt x="139661" y="384340"/>
                  </a:lnTo>
                  <a:lnTo>
                    <a:pt x="142621" y="379958"/>
                  </a:lnTo>
                  <a:lnTo>
                    <a:pt x="147574" y="376339"/>
                  </a:lnTo>
                  <a:lnTo>
                    <a:pt x="153098" y="372148"/>
                  </a:lnTo>
                  <a:lnTo>
                    <a:pt x="156235" y="367296"/>
                  </a:lnTo>
                  <a:lnTo>
                    <a:pt x="156997" y="361759"/>
                  </a:lnTo>
                  <a:lnTo>
                    <a:pt x="156235" y="358152"/>
                  </a:lnTo>
                  <a:lnTo>
                    <a:pt x="154520" y="354723"/>
                  </a:lnTo>
                  <a:lnTo>
                    <a:pt x="151853" y="351472"/>
                  </a:lnTo>
                  <a:lnTo>
                    <a:pt x="149186" y="348615"/>
                  </a:lnTo>
                  <a:lnTo>
                    <a:pt x="222453" y="348615"/>
                  </a:lnTo>
                  <a:lnTo>
                    <a:pt x="198437" y="379768"/>
                  </a:lnTo>
                  <a:lnTo>
                    <a:pt x="198628" y="386245"/>
                  </a:lnTo>
                  <a:lnTo>
                    <a:pt x="223583" y="401193"/>
                  </a:lnTo>
                  <a:lnTo>
                    <a:pt x="232067" y="400253"/>
                  </a:lnTo>
                  <a:lnTo>
                    <a:pt x="268084" y="377190"/>
                  </a:lnTo>
                  <a:lnTo>
                    <a:pt x="272732" y="362623"/>
                  </a:lnTo>
                  <a:lnTo>
                    <a:pt x="272542" y="355384"/>
                  </a:lnTo>
                  <a:lnTo>
                    <a:pt x="272440" y="355180"/>
                  </a:lnTo>
                  <a:lnTo>
                    <a:pt x="272440" y="348615"/>
                  </a:lnTo>
                  <a:lnTo>
                    <a:pt x="1064704" y="348615"/>
                  </a:lnTo>
                  <a:lnTo>
                    <a:pt x="1064704" y="342900"/>
                  </a:lnTo>
                  <a:lnTo>
                    <a:pt x="272440" y="342900"/>
                  </a:lnTo>
                  <a:lnTo>
                    <a:pt x="272440" y="291465"/>
                  </a:lnTo>
                  <a:lnTo>
                    <a:pt x="1064704" y="291465"/>
                  </a:lnTo>
                  <a:lnTo>
                    <a:pt x="1064704" y="285750"/>
                  </a:lnTo>
                  <a:lnTo>
                    <a:pt x="272440" y="285750"/>
                  </a:lnTo>
                  <a:lnTo>
                    <a:pt x="272440" y="234315"/>
                  </a:lnTo>
                  <a:lnTo>
                    <a:pt x="1064704" y="234315"/>
                  </a:lnTo>
                  <a:lnTo>
                    <a:pt x="1064704" y="228600"/>
                  </a:lnTo>
                  <a:lnTo>
                    <a:pt x="272440" y="228600"/>
                  </a:lnTo>
                  <a:lnTo>
                    <a:pt x="272440" y="177165"/>
                  </a:lnTo>
                  <a:lnTo>
                    <a:pt x="1064704" y="177165"/>
                  </a:lnTo>
                  <a:lnTo>
                    <a:pt x="1064704" y="171450"/>
                  </a:lnTo>
                  <a:lnTo>
                    <a:pt x="272440" y="171450"/>
                  </a:lnTo>
                  <a:lnTo>
                    <a:pt x="272440" y="120015"/>
                  </a:lnTo>
                  <a:lnTo>
                    <a:pt x="1064704" y="120015"/>
                  </a:lnTo>
                  <a:lnTo>
                    <a:pt x="1064704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>
              <a:extLst>
                <a:ext uri="{FF2B5EF4-FFF2-40B4-BE49-F238E27FC236}">
                  <a16:creationId xmlns:a16="http://schemas.microsoft.com/office/drawing/2014/main" id="{D4549B61-A49B-368B-762D-3DE5701851E0}"/>
                </a:ext>
              </a:extLst>
            </p:cNvPr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087059" y="8669969"/>
              <a:ext cx="74294" cy="116776"/>
            </a:xfrm>
            <a:prstGeom prst="rect">
              <a:avLst/>
            </a:prstGeom>
          </p:spPr>
        </p:pic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9E95F9FB-7415-A383-97AB-9021B7A30358}"/>
                </a:ext>
              </a:extLst>
            </p:cNvPr>
            <p:cNvSpPr/>
            <p:nvPr/>
          </p:nvSpPr>
          <p:spPr>
            <a:xfrm>
              <a:off x="2304643" y="8557003"/>
              <a:ext cx="661670" cy="344170"/>
            </a:xfrm>
            <a:custGeom>
              <a:avLst/>
              <a:gdLst/>
              <a:ahLst/>
              <a:cxnLst/>
              <a:rect l="l" t="t" r="r" b="b"/>
              <a:pathLst>
                <a:path w="661669" h="344170">
                  <a:moveTo>
                    <a:pt x="74295" y="191173"/>
                  </a:moveTo>
                  <a:lnTo>
                    <a:pt x="74104" y="183934"/>
                  </a:lnTo>
                  <a:lnTo>
                    <a:pt x="74015" y="183756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73418"/>
                  </a:lnTo>
                  <a:lnTo>
                    <a:pt x="62014" y="171843"/>
                  </a:lnTo>
                  <a:lnTo>
                    <a:pt x="55537" y="170129"/>
                  </a:lnTo>
                  <a:lnTo>
                    <a:pt x="47155" y="170307"/>
                  </a:lnTo>
                  <a:lnTo>
                    <a:pt x="39217" y="171272"/>
                  </a:lnTo>
                  <a:lnTo>
                    <a:pt x="4648" y="194386"/>
                  </a:lnTo>
                  <a:lnTo>
                    <a:pt x="0" y="208318"/>
                  </a:lnTo>
                  <a:lnTo>
                    <a:pt x="190" y="214795"/>
                  </a:lnTo>
                  <a:lnTo>
                    <a:pt x="25146" y="229743"/>
                  </a:lnTo>
                  <a:lnTo>
                    <a:pt x="33629" y="228803"/>
                  </a:lnTo>
                  <a:lnTo>
                    <a:pt x="69646" y="205740"/>
                  </a:lnTo>
                  <a:lnTo>
                    <a:pt x="72847" y="198742"/>
                  </a:lnTo>
                  <a:lnTo>
                    <a:pt x="74295" y="191173"/>
                  </a:lnTo>
                  <a:close/>
                </a:path>
                <a:path w="661669" h="344170">
                  <a:moveTo>
                    <a:pt x="291884" y="248323"/>
                  </a:moveTo>
                  <a:lnTo>
                    <a:pt x="291693" y="241084"/>
                  </a:lnTo>
                  <a:lnTo>
                    <a:pt x="291604" y="240906"/>
                  </a:lnTo>
                  <a:lnTo>
                    <a:pt x="291604" y="57150"/>
                  </a:lnTo>
                  <a:lnTo>
                    <a:pt x="281597" y="57150"/>
                  </a:lnTo>
                  <a:lnTo>
                    <a:pt x="281597" y="230568"/>
                  </a:lnTo>
                  <a:lnTo>
                    <a:pt x="279603" y="228993"/>
                  </a:lnTo>
                  <a:lnTo>
                    <a:pt x="273126" y="227279"/>
                  </a:lnTo>
                  <a:lnTo>
                    <a:pt x="264744" y="227457"/>
                  </a:lnTo>
                  <a:lnTo>
                    <a:pt x="256806" y="228422"/>
                  </a:lnTo>
                  <a:lnTo>
                    <a:pt x="222237" y="251536"/>
                  </a:lnTo>
                  <a:lnTo>
                    <a:pt x="217589" y="265468"/>
                  </a:lnTo>
                  <a:lnTo>
                    <a:pt x="217779" y="271945"/>
                  </a:lnTo>
                  <a:lnTo>
                    <a:pt x="242735" y="286893"/>
                  </a:lnTo>
                  <a:lnTo>
                    <a:pt x="251218" y="285953"/>
                  </a:lnTo>
                  <a:lnTo>
                    <a:pt x="287248" y="262890"/>
                  </a:lnTo>
                  <a:lnTo>
                    <a:pt x="290436" y="255892"/>
                  </a:lnTo>
                  <a:lnTo>
                    <a:pt x="291884" y="248323"/>
                  </a:lnTo>
                  <a:close/>
                </a:path>
                <a:path w="661669" h="344170">
                  <a:moveTo>
                    <a:pt x="509473" y="305473"/>
                  </a:moveTo>
                  <a:lnTo>
                    <a:pt x="509282" y="298234"/>
                  </a:lnTo>
                  <a:lnTo>
                    <a:pt x="509193" y="298056"/>
                  </a:lnTo>
                  <a:lnTo>
                    <a:pt x="509193" y="114300"/>
                  </a:lnTo>
                  <a:lnTo>
                    <a:pt x="499186" y="114300"/>
                  </a:lnTo>
                  <a:lnTo>
                    <a:pt x="499186" y="287718"/>
                  </a:lnTo>
                  <a:lnTo>
                    <a:pt x="497192" y="286143"/>
                  </a:lnTo>
                  <a:lnTo>
                    <a:pt x="490715" y="284429"/>
                  </a:lnTo>
                  <a:lnTo>
                    <a:pt x="482333" y="284607"/>
                  </a:lnTo>
                  <a:lnTo>
                    <a:pt x="474408" y="285572"/>
                  </a:lnTo>
                  <a:lnTo>
                    <a:pt x="439826" y="308686"/>
                  </a:lnTo>
                  <a:lnTo>
                    <a:pt x="435178" y="322618"/>
                  </a:lnTo>
                  <a:lnTo>
                    <a:pt x="435368" y="329095"/>
                  </a:lnTo>
                  <a:lnTo>
                    <a:pt x="460324" y="344043"/>
                  </a:lnTo>
                  <a:lnTo>
                    <a:pt x="468807" y="343103"/>
                  </a:lnTo>
                  <a:lnTo>
                    <a:pt x="504837" y="320040"/>
                  </a:lnTo>
                  <a:lnTo>
                    <a:pt x="508025" y="313042"/>
                  </a:lnTo>
                  <a:lnTo>
                    <a:pt x="509473" y="305473"/>
                  </a:lnTo>
                  <a:close/>
                </a:path>
                <a:path w="661669" h="344170">
                  <a:moveTo>
                    <a:pt x="661377" y="59436"/>
                  </a:moveTo>
                  <a:lnTo>
                    <a:pt x="652805" y="59436"/>
                  </a:lnTo>
                  <a:lnTo>
                    <a:pt x="652805" y="291465"/>
                  </a:lnTo>
                  <a:lnTo>
                    <a:pt x="661377" y="291465"/>
                  </a:lnTo>
                  <a:lnTo>
                    <a:pt x="661377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>
              <a:extLst>
                <a:ext uri="{FF2B5EF4-FFF2-40B4-BE49-F238E27FC236}">
                  <a16:creationId xmlns:a16="http://schemas.microsoft.com/office/drawing/2014/main" id="{CB75A430-C05D-F5FE-6D09-B4237F500420}"/>
                </a:ext>
              </a:extLst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052197" y="8977055"/>
              <a:ext cx="102298" cy="99440"/>
            </a:xfrm>
            <a:prstGeom prst="rect">
              <a:avLst/>
            </a:prstGeom>
          </p:spPr>
        </p:pic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0304E688-3CF7-2F55-D6D7-172C7C2160A7}"/>
                </a:ext>
              </a:extLst>
            </p:cNvPr>
            <p:cNvSpPr/>
            <p:nvPr/>
          </p:nvSpPr>
          <p:spPr>
            <a:xfrm>
              <a:off x="2953321" y="8499853"/>
              <a:ext cx="1084580" cy="414655"/>
            </a:xfrm>
            <a:custGeom>
              <a:avLst/>
              <a:gdLst/>
              <a:ahLst/>
              <a:cxnLst/>
              <a:rect l="l" t="t" r="r" b="b"/>
              <a:pathLst>
                <a:path w="1084579" h="414654">
                  <a:moveTo>
                    <a:pt x="1084110" y="114300"/>
                  </a:moveTo>
                  <a:lnTo>
                    <a:pt x="707631" y="114300"/>
                  </a:lnTo>
                  <a:lnTo>
                    <a:pt x="707631" y="28575"/>
                  </a:lnTo>
                  <a:lnTo>
                    <a:pt x="699071" y="28575"/>
                  </a:lnTo>
                  <a:lnTo>
                    <a:pt x="699071" y="360045"/>
                  </a:lnTo>
                  <a:lnTo>
                    <a:pt x="698207" y="361861"/>
                  </a:lnTo>
                  <a:lnTo>
                    <a:pt x="667626" y="386918"/>
                  </a:lnTo>
                  <a:lnTo>
                    <a:pt x="651344" y="392531"/>
                  </a:lnTo>
                  <a:lnTo>
                    <a:pt x="647344" y="392341"/>
                  </a:lnTo>
                  <a:lnTo>
                    <a:pt x="643343" y="391960"/>
                  </a:lnTo>
                  <a:lnTo>
                    <a:pt x="641438" y="390245"/>
                  </a:lnTo>
                  <a:lnTo>
                    <a:pt x="641629" y="387197"/>
                  </a:lnTo>
                  <a:lnTo>
                    <a:pt x="667626" y="358902"/>
                  </a:lnTo>
                  <a:lnTo>
                    <a:pt x="697636" y="360045"/>
                  </a:lnTo>
                  <a:lnTo>
                    <a:pt x="699071" y="360045"/>
                  </a:lnTo>
                  <a:lnTo>
                    <a:pt x="699071" y="28575"/>
                  </a:lnTo>
                  <a:lnTo>
                    <a:pt x="697636" y="28575"/>
                  </a:lnTo>
                  <a:lnTo>
                    <a:pt x="697636" y="114300"/>
                  </a:lnTo>
                  <a:lnTo>
                    <a:pt x="697636" y="120015"/>
                  </a:lnTo>
                  <a:lnTo>
                    <a:pt x="697636" y="342900"/>
                  </a:lnTo>
                  <a:lnTo>
                    <a:pt x="697496" y="342900"/>
                  </a:lnTo>
                  <a:lnTo>
                    <a:pt x="693915" y="340906"/>
                  </a:lnTo>
                  <a:lnTo>
                    <a:pt x="688111" y="339763"/>
                  </a:lnTo>
                  <a:lnTo>
                    <a:pt x="681634" y="340334"/>
                  </a:lnTo>
                  <a:lnTo>
                    <a:pt x="673455" y="341249"/>
                  </a:lnTo>
                  <a:lnTo>
                    <a:pt x="667346" y="342900"/>
                  </a:lnTo>
                  <a:lnTo>
                    <a:pt x="574586" y="342900"/>
                  </a:lnTo>
                  <a:lnTo>
                    <a:pt x="574852" y="341477"/>
                  </a:lnTo>
                  <a:lnTo>
                    <a:pt x="577811" y="337096"/>
                  </a:lnTo>
                  <a:lnTo>
                    <a:pt x="582764" y="333476"/>
                  </a:lnTo>
                  <a:lnTo>
                    <a:pt x="588289" y="329285"/>
                  </a:lnTo>
                  <a:lnTo>
                    <a:pt x="591426" y="324434"/>
                  </a:lnTo>
                  <a:lnTo>
                    <a:pt x="592188" y="318897"/>
                  </a:lnTo>
                  <a:lnTo>
                    <a:pt x="591426" y="315290"/>
                  </a:lnTo>
                  <a:lnTo>
                    <a:pt x="589711" y="311861"/>
                  </a:lnTo>
                  <a:lnTo>
                    <a:pt x="587044" y="308610"/>
                  </a:lnTo>
                  <a:lnTo>
                    <a:pt x="580478" y="301586"/>
                  </a:lnTo>
                  <a:lnTo>
                    <a:pt x="580478" y="310896"/>
                  </a:lnTo>
                  <a:lnTo>
                    <a:pt x="579526" y="315861"/>
                  </a:lnTo>
                  <a:lnTo>
                    <a:pt x="576567" y="320230"/>
                  </a:lnTo>
                  <a:lnTo>
                    <a:pt x="571614" y="324040"/>
                  </a:lnTo>
                  <a:lnTo>
                    <a:pt x="566089" y="327863"/>
                  </a:lnTo>
                  <a:lnTo>
                    <a:pt x="562952" y="332613"/>
                  </a:lnTo>
                  <a:lnTo>
                    <a:pt x="562190" y="338328"/>
                  </a:lnTo>
                  <a:lnTo>
                    <a:pt x="562952" y="341947"/>
                  </a:lnTo>
                  <a:lnTo>
                    <a:pt x="563422" y="342900"/>
                  </a:lnTo>
                  <a:lnTo>
                    <a:pt x="272453" y="342900"/>
                  </a:lnTo>
                  <a:lnTo>
                    <a:pt x="272453" y="291465"/>
                  </a:lnTo>
                  <a:lnTo>
                    <a:pt x="567334" y="291465"/>
                  </a:lnTo>
                  <a:lnTo>
                    <a:pt x="575043" y="300037"/>
                  </a:lnTo>
                  <a:lnTo>
                    <a:pt x="577900" y="302895"/>
                  </a:lnTo>
                  <a:lnTo>
                    <a:pt x="579716" y="306514"/>
                  </a:lnTo>
                  <a:lnTo>
                    <a:pt x="580478" y="310896"/>
                  </a:lnTo>
                  <a:lnTo>
                    <a:pt x="580478" y="301586"/>
                  </a:lnTo>
                  <a:lnTo>
                    <a:pt x="579043" y="300037"/>
                  </a:lnTo>
                  <a:lnTo>
                    <a:pt x="575995" y="296037"/>
                  </a:lnTo>
                  <a:lnTo>
                    <a:pt x="574281" y="292519"/>
                  </a:lnTo>
                  <a:lnTo>
                    <a:pt x="574141" y="291465"/>
                  </a:lnTo>
                  <a:lnTo>
                    <a:pt x="697636" y="291465"/>
                  </a:lnTo>
                  <a:lnTo>
                    <a:pt x="697636" y="285750"/>
                  </a:lnTo>
                  <a:lnTo>
                    <a:pt x="574586" y="285750"/>
                  </a:lnTo>
                  <a:lnTo>
                    <a:pt x="574852" y="284327"/>
                  </a:lnTo>
                  <a:lnTo>
                    <a:pt x="577811" y="279946"/>
                  </a:lnTo>
                  <a:lnTo>
                    <a:pt x="582764" y="276326"/>
                  </a:lnTo>
                  <a:lnTo>
                    <a:pt x="588289" y="272135"/>
                  </a:lnTo>
                  <a:lnTo>
                    <a:pt x="591426" y="267284"/>
                  </a:lnTo>
                  <a:lnTo>
                    <a:pt x="592188" y="261747"/>
                  </a:lnTo>
                  <a:lnTo>
                    <a:pt x="591426" y="258140"/>
                  </a:lnTo>
                  <a:lnTo>
                    <a:pt x="589711" y="254711"/>
                  </a:lnTo>
                  <a:lnTo>
                    <a:pt x="587044" y="251460"/>
                  </a:lnTo>
                  <a:lnTo>
                    <a:pt x="580478" y="244436"/>
                  </a:lnTo>
                  <a:lnTo>
                    <a:pt x="580478" y="253746"/>
                  </a:lnTo>
                  <a:lnTo>
                    <a:pt x="579526" y="258711"/>
                  </a:lnTo>
                  <a:lnTo>
                    <a:pt x="576567" y="263080"/>
                  </a:lnTo>
                  <a:lnTo>
                    <a:pt x="571614" y="266890"/>
                  </a:lnTo>
                  <a:lnTo>
                    <a:pt x="566089" y="270713"/>
                  </a:lnTo>
                  <a:lnTo>
                    <a:pt x="562952" y="275463"/>
                  </a:lnTo>
                  <a:lnTo>
                    <a:pt x="562190" y="281178"/>
                  </a:lnTo>
                  <a:lnTo>
                    <a:pt x="562952" y="284797"/>
                  </a:lnTo>
                  <a:lnTo>
                    <a:pt x="563422" y="285750"/>
                  </a:lnTo>
                  <a:lnTo>
                    <a:pt x="272453" y="285750"/>
                  </a:lnTo>
                  <a:lnTo>
                    <a:pt x="272453" y="280771"/>
                  </a:lnTo>
                  <a:lnTo>
                    <a:pt x="272732" y="279463"/>
                  </a:lnTo>
                  <a:lnTo>
                    <a:pt x="273494" y="270713"/>
                  </a:lnTo>
                  <a:lnTo>
                    <a:pt x="272453" y="268198"/>
                  </a:lnTo>
                  <a:lnTo>
                    <a:pt x="272453" y="234315"/>
                  </a:lnTo>
                  <a:lnTo>
                    <a:pt x="567334" y="234315"/>
                  </a:lnTo>
                  <a:lnTo>
                    <a:pt x="575043" y="242887"/>
                  </a:lnTo>
                  <a:lnTo>
                    <a:pt x="577900" y="245745"/>
                  </a:lnTo>
                  <a:lnTo>
                    <a:pt x="579716" y="249364"/>
                  </a:lnTo>
                  <a:lnTo>
                    <a:pt x="580478" y="253746"/>
                  </a:lnTo>
                  <a:lnTo>
                    <a:pt x="580478" y="244436"/>
                  </a:lnTo>
                  <a:lnTo>
                    <a:pt x="579043" y="242887"/>
                  </a:lnTo>
                  <a:lnTo>
                    <a:pt x="575995" y="238887"/>
                  </a:lnTo>
                  <a:lnTo>
                    <a:pt x="574281" y="235369"/>
                  </a:lnTo>
                  <a:lnTo>
                    <a:pt x="574141" y="234315"/>
                  </a:lnTo>
                  <a:lnTo>
                    <a:pt x="697636" y="234315"/>
                  </a:lnTo>
                  <a:lnTo>
                    <a:pt x="697636" y="228600"/>
                  </a:lnTo>
                  <a:lnTo>
                    <a:pt x="574586" y="228600"/>
                  </a:lnTo>
                  <a:lnTo>
                    <a:pt x="574852" y="227177"/>
                  </a:lnTo>
                  <a:lnTo>
                    <a:pt x="577811" y="222796"/>
                  </a:lnTo>
                  <a:lnTo>
                    <a:pt x="582764" y="219176"/>
                  </a:lnTo>
                  <a:lnTo>
                    <a:pt x="588289" y="214985"/>
                  </a:lnTo>
                  <a:lnTo>
                    <a:pt x="591426" y="210134"/>
                  </a:lnTo>
                  <a:lnTo>
                    <a:pt x="592188" y="204597"/>
                  </a:lnTo>
                  <a:lnTo>
                    <a:pt x="591426" y="200990"/>
                  </a:lnTo>
                  <a:lnTo>
                    <a:pt x="589711" y="197561"/>
                  </a:lnTo>
                  <a:lnTo>
                    <a:pt x="587044" y="194310"/>
                  </a:lnTo>
                  <a:lnTo>
                    <a:pt x="579043" y="185737"/>
                  </a:lnTo>
                  <a:lnTo>
                    <a:pt x="575043" y="185737"/>
                  </a:lnTo>
                  <a:lnTo>
                    <a:pt x="577900" y="188595"/>
                  </a:lnTo>
                  <a:lnTo>
                    <a:pt x="579716" y="192214"/>
                  </a:lnTo>
                  <a:lnTo>
                    <a:pt x="566089" y="213563"/>
                  </a:lnTo>
                  <a:lnTo>
                    <a:pt x="562952" y="218313"/>
                  </a:lnTo>
                  <a:lnTo>
                    <a:pt x="562190" y="224028"/>
                  </a:lnTo>
                  <a:lnTo>
                    <a:pt x="562952" y="227647"/>
                  </a:lnTo>
                  <a:lnTo>
                    <a:pt x="563422" y="228600"/>
                  </a:lnTo>
                  <a:lnTo>
                    <a:pt x="272453" y="228600"/>
                  </a:lnTo>
                  <a:lnTo>
                    <a:pt x="272453" y="195046"/>
                  </a:lnTo>
                  <a:lnTo>
                    <a:pt x="272732" y="193738"/>
                  </a:lnTo>
                  <a:lnTo>
                    <a:pt x="273494" y="184988"/>
                  </a:lnTo>
                  <a:lnTo>
                    <a:pt x="272453" y="182473"/>
                  </a:lnTo>
                  <a:lnTo>
                    <a:pt x="272453" y="177165"/>
                  </a:lnTo>
                  <a:lnTo>
                    <a:pt x="697636" y="177165"/>
                  </a:lnTo>
                  <a:lnTo>
                    <a:pt x="697636" y="171450"/>
                  </a:lnTo>
                  <a:lnTo>
                    <a:pt x="272453" y="171450"/>
                  </a:lnTo>
                  <a:lnTo>
                    <a:pt x="272453" y="120015"/>
                  </a:lnTo>
                  <a:lnTo>
                    <a:pt x="697636" y="120015"/>
                  </a:lnTo>
                  <a:lnTo>
                    <a:pt x="697636" y="114300"/>
                  </a:lnTo>
                  <a:lnTo>
                    <a:pt x="272453" y="114300"/>
                  </a:lnTo>
                  <a:lnTo>
                    <a:pt x="272453" y="0"/>
                  </a:lnTo>
                  <a:lnTo>
                    <a:pt x="263880" y="0"/>
                  </a:lnTo>
                  <a:lnTo>
                    <a:pt x="263880" y="360045"/>
                  </a:lnTo>
                  <a:lnTo>
                    <a:pt x="263017" y="361861"/>
                  </a:lnTo>
                  <a:lnTo>
                    <a:pt x="232448" y="386918"/>
                  </a:lnTo>
                  <a:lnTo>
                    <a:pt x="216154" y="392531"/>
                  </a:lnTo>
                  <a:lnTo>
                    <a:pt x="212153" y="392341"/>
                  </a:lnTo>
                  <a:lnTo>
                    <a:pt x="208153" y="391960"/>
                  </a:lnTo>
                  <a:lnTo>
                    <a:pt x="206248" y="390245"/>
                  </a:lnTo>
                  <a:lnTo>
                    <a:pt x="206438" y="387197"/>
                  </a:lnTo>
                  <a:lnTo>
                    <a:pt x="206514" y="386918"/>
                  </a:lnTo>
                  <a:lnTo>
                    <a:pt x="207657" y="382130"/>
                  </a:lnTo>
                  <a:lnTo>
                    <a:pt x="239877" y="354901"/>
                  </a:lnTo>
                  <a:lnTo>
                    <a:pt x="254165" y="349478"/>
                  </a:lnTo>
                  <a:lnTo>
                    <a:pt x="259880" y="350050"/>
                  </a:lnTo>
                  <a:lnTo>
                    <a:pt x="262445" y="350393"/>
                  </a:lnTo>
                  <a:lnTo>
                    <a:pt x="262445" y="360045"/>
                  </a:lnTo>
                  <a:lnTo>
                    <a:pt x="263880" y="360045"/>
                  </a:lnTo>
                  <a:lnTo>
                    <a:pt x="263880" y="0"/>
                  </a:lnTo>
                  <a:lnTo>
                    <a:pt x="262445" y="0"/>
                  </a:lnTo>
                  <a:lnTo>
                    <a:pt x="2624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262445" y="120015"/>
                  </a:lnTo>
                  <a:lnTo>
                    <a:pt x="262445" y="171450"/>
                  </a:lnTo>
                  <a:lnTo>
                    <a:pt x="262445" y="342900"/>
                  </a:lnTo>
                  <a:lnTo>
                    <a:pt x="262318" y="342900"/>
                  </a:lnTo>
                  <a:lnTo>
                    <a:pt x="258737" y="340906"/>
                  </a:lnTo>
                  <a:lnTo>
                    <a:pt x="252920" y="339763"/>
                  </a:lnTo>
                  <a:lnTo>
                    <a:pt x="246443" y="340334"/>
                  </a:lnTo>
                  <a:lnTo>
                    <a:pt x="238264" y="341249"/>
                  </a:lnTo>
                  <a:lnTo>
                    <a:pt x="232168" y="342900"/>
                  </a:lnTo>
                  <a:lnTo>
                    <a:pt x="143865" y="342900"/>
                  </a:lnTo>
                  <a:lnTo>
                    <a:pt x="140817" y="338899"/>
                  </a:lnTo>
                  <a:lnTo>
                    <a:pt x="139103" y="335381"/>
                  </a:lnTo>
                  <a:lnTo>
                    <a:pt x="138722" y="332333"/>
                  </a:lnTo>
                  <a:lnTo>
                    <a:pt x="139674" y="327190"/>
                  </a:lnTo>
                  <a:lnTo>
                    <a:pt x="142621" y="322808"/>
                  </a:lnTo>
                  <a:lnTo>
                    <a:pt x="147574" y="319189"/>
                  </a:lnTo>
                  <a:lnTo>
                    <a:pt x="153098" y="314998"/>
                  </a:lnTo>
                  <a:lnTo>
                    <a:pt x="156248" y="310146"/>
                  </a:lnTo>
                  <a:lnTo>
                    <a:pt x="157010" y="304609"/>
                  </a:lnTo>
                  <a:lnTo>
                    <a:pt x="156248" y="301002"/>
                  </a:lnTo>
                  <a:lnTo>
                    <a:pt x="154533" y="297573"/>
                  </a:lnTo>
                  <a:lnTo>
                    <a:pt x="151866" y="294322"/>
                  </a:lnTo>
                  <a:lnTo>
                    <a:pt x="149199" y="291465"/>
                  </a:lnTo>
                  <a:lnTo>
                    <a:pt x="198729" y="291465"/>
                  </a:lnTo>
                  <a:lnTo>
                    <a:pt x="197777" y="300228"/>
                  </a:lnTo>
                  <a:lnTo>
                    <a:pt x="200723" y="307378"/>
                  </a:lnTo>
                  <a:lnTo>
                    <a:pt x="207581" y="312902"/>
                  </a:lnTo>
                  <a:lnTo>
                    <a:pt x="212725" y="315760"/>
                  </a:lnTo>
                  <a:lnTo>
                    <a:pt x="218440" y="316903"/>
                  </a:lnTo>
                  <a:lnTo>
                    <a:pt x="224726" y="316331"/>
                  </a:lnTo>
                  <a:lnTo>
                    <a:pt x="232803" y="315417"/>
                  </a:lnTo>
                  <a:lnTo>
                    <a:pt x="240728" y="313258"/>
                  </a:lnTo>
                  <a:lnTo>
                    <a:pt x="248513" y="309854"/>
                  </a:lnTo>
                  <a:lnTo>
                    <a:pt x="253504" y="306806"/>
                  </a:lnTo>
                  <a:lnTo>
                    <a:pt x="256159" y="305193"/>
                  </a:lnTo>
                  <a:lnTo>
                    <a:pt x="262445" y="299986"/>
                  </a:lnTo>
                  <a:lnTo>
                    <a:pt x="262445" y="276821"/>
                  </a:lnTo>
                  <a:lnTo>
                    <a:pt x="259016" y="280898"/>
                  </a:lnTo>
                  <a:lnTo>
                    <a:pt x="253428" y="285750"/>
                  </a:lnTo>
                  <a:lnTo>
                    <a:pt x="246837" y="285750"/>
                  </a:lnTo>
                  <a:lnTo>
                    <a:pt x="246837" y="291465"/>
                  </a:lnTo>
                  <a:lnTo>
                    <a:pt x="243878" y="294043"/>
                  </a:lnTo>
                  <a:lnTo>
                    <a:pt x="238163" y="298043"/>
                  </a:lnTo>
                  <a:lnTo>
                    <a:pt x="232448" y="301193"/>
                  </a:lnTo>
                  <a:lnTo>
                    <a:pt x="221018" y="305765"/>
                  </a:lnTo>
                  <a:lnTo>
                    <a:pt x="216154" y="306806"/>
                  </a:lnTo>
                  <a:lnTo>
                    <a:pt x="212153" y="306616"/>
                  </a:lnTo>
                  <a:lnTo>
                    <a:pt x="208153" y="306235"/>
                  </a:lnTo>
                  <a:lnTo>
                    <a:pt x="206248" y="304520"/>
                  </a:lnTo>
                  <a:lnTo>
                    <a:pt x="206438" y="301472"/>
                  </a:lnTo>
                  <a:lnTo>
                    <a:pt x="206514" y="301193"/>
                  </a:lnTo>
                  <a:lnTo>
                    <a:pt x="207657" y="296405"/>
                  </a:lnTo>
                  <a:lnTo>
                    <a:pt x="210566" y="291465"/>
                  </a:lnTo>
                  <a:lnTo>
                    <a:pt x="246837" y="291465"/>
                  </a:lnTo>
                  <a:lnTo>
                    <a:pt x="246837" y="285750"/>
                  </a:lnTo>
                  <a:lnTo>
                    <a:pt x="215747" y="285750"/>
                  </a:lnTo>
                  <a:lnTo>
                    <a:pt x="226631" y="276898"/>
                  </a:lnTo>
                  <a:lnTo>
                    <a:pt x="232448" y="273177"/>
                  </a:lnTo>
                  <a:lnTo>
                    <a:pt x="239877" y="269176"/>
                  </a:lnTo>
                  <a:lnTo>
                    <a:pt x="247497" y="265366"/>
                  </a:lnTo>
                  <a:lnTo>
                    <a:pt x="254165" y="263753"/>
                  </a:lnTo>
                  <a:lnTo>
                    <a:pt x="259880" y="264325"/>
                  </a:lnTo>
                  <a:lnTo>
                    <a:pt x="262445" y="264668"/>
                  </a:lnTo>
                  <a:lnTo>
                    <a:pt x="262445" y="257251"/>
                  </a:lnTo>
                  <a:lnTo>
                    <a:pt x="258737" y="255181"/>
                  </a:lnTo>
                  <a:lnTo>
                    <a:pt x="252920" y="254038"/>
                  </a:lnTo>
                  <a:lnTo>
                    <a:pt x="246443" y="254609"/>
                  </a:lnTo>
                  <a:lnTo>
                    <a:pt x="208419" y="271221"/>
                  </a:lnTo>
                  <a:lnTo>
                    <a:pt x="199923" y="285750"/>
                  </a:lnTo>
                  <a:lnTo>
                    <a:pt x="143865" y="285750"/>
                  </a:lnTo>
                  <a:lnTo>
                    <a:pt x="140817" y="281749"/>
                  </a:lnTo>
                  <a:lnTo>
                    <a:pt x="139103" y="278231"/>
                  </a:lnTo>
                  <a:lnTo>
                    <a:pt x="138722" y="275183"/>
                  </a:lnTo>
                  <a:lnTo>
                    <a:pt x="139674" y="270040"/>
                  </a:lnTo>
                  <a:lnTo>
                    <a:pt x="142621" y="265658"/>
                  </a:lnTo>
                  <a:lnTo>
                    <a:pt x="147574" y="262039"/>
                  </a:lnTo>
                  <a:lnTo>
                    <a:pt x="153098" y="257848"/>
                  </a:lnTo>
                  <a:lnTo>
                    <a:pt x="156248" y="252996"/>
                  </a:lnTo>
                  <a:lnTo>
                    <a:pt x="157010" y="247459"/>
                  </a:lnTo>
                  <a:lnTo>
                    <a:pt x="156248" y="243852"/>
                  </a:lnTo>
                  <a:lnTo>
                    <a:pt x="154533" y="240423"/>
                  </a:lnTo>
                  <a:lnTo>
                    <a:pt x="151866" y="237172"/>
                  </a:lnTo>
                  <a:lnTo>
                    <a:pt x="149199" y="234315"/>
                  </a:lnTo>
                  <a:lnTo>
                    <a:pt x="262445" y="234315"/>
                  </a:lnTo>
                  <a:lnTo>
                    <a:pt x="262445" y="228600"/>
                  </a:lnTo>
                  <a:lnTo>
                    <a:pt x="236804" y="228600"/>
                  </a:lnTo>
                  <a:lnTo>
                    <a:pt x="240728" y="227533"/>
                  </a:lnTo>
                  <a:lnTo>
                    <a:pt x="248513" y="224129"/>
                  </a:lnTo>
                  <a:lnTo>
                    <a:pt x="253504" y="221081"/>
                  </a:lnTo>
                  <a:lnTo>
                    <a:pt x="256159" y="219468"/>
                  </a:lnTo>
                  <a:lnTo>
                    <a:pt x="262445" y="214261"/>
                  </a:lnTo>
                  <a:lnTo>
                    <a:pt x="262445" y="191096"/>
                  </a:lnTo>
                  <a:lnTo>
                    <a:pt x="259016" y="195173"/>
                  </a:lnTo>
                  <a:lnTo>
                    <a:pt x="243878" y="208318"/>
                  </a:lnTo>
                  <a:lnTo>
                    <a:pt x="238163" y="212318"/>
                  </a:lnTo>
                  <a:lnTo>
                    <a:pt x="232448" y="215468"/>
                  </a:lnTo>
                  <a:lnTo>
                    <a:pt x="221018" y="220040"/>
                  </a:lnTo>
                  <a:lnTo>
                    <a:pt x="216154" y="221081"/>
                  </a:lnTo>
                  <a:lnTo>
                    <a:pt x="212153" y="220891"/>
                  </a:lnTo>
                  <a:lnTo>
                    <a:pt x="208153" y="220510"/>
                  </a:lnTo>
                  <a:lnTo>
                    <a:pt x="206248" y="218795"/>
                  </a:lnTo>
                  <a:lnTo>
                    <a:pt x="206438" y="215747"/>
                  </a:lnTo>
                  <a:lnTo>
                    <a:pt x="206514" y="215468"/>
                  </a:lnTo>
                  <a:lnTo>
                    <a:pt x="207657" y="210680"/>
                  </a:lnTo>
                  <a:lnTo>
                    <a:pt x="239877" y="183451"/>
                  </a:lnTo>
                  <a:lnTo>
                    <a:pt x="254165" y="178028"/>
                  </a:lnTo>
                  <a:lnTo>
                    <a:pt x="259880" y="178600"/>
                  </a:lnTo>
                  <a:lnTo>
                    <a:pt x="262445" y="178943"/>
                  </a:lnTo>
                  <a:lnTo>
                    <a:pt x="262445" y="171450"/>
                  </a:lnTo>
                  <a:lnTo>
                    <a:pt x="262318" y="171450"/>
                  </a:lnTo>
                  <a:lnTo>
                    <a:pt x="258737" y="169456"/>
                  </a:lnTo>
                  <a:lnTo>
                    <a:pt x="252920" y="168313"/>
                  </a:lnTo>
                  <a:lnTo>
                    <a:pt x="246443" y="168884"/>
                  </a:lnTo>
                  <a:lnTo>
                    <a:pt x="238264" y="169799"/>
                  </a:lnTo>
                  <a:lnTo>
                    <a:pt x="232168" y="171450"/>
                  </a:lnTo>
                  <a:lnTo>
                    <a:pt x="219633" y="171450"/>
                  </a:lnTo>
                  <a:lnTo>
                    <a:pt x="219633" y="177165"/>
                  </a:lnTo>
                  <a:lnTo>
                    <a:pt x="215011" y="180022"/>
                  </a:lnTo>
                  <a:lnTo>
                    <a:pt x="208419" y="185496"/>
                  </a:lnTo>
                  <a:lnTo>
                    <a:pt x="203517" y="191604"/>
                  </a:lnTo>
                  <a:lnTo>
                    <a:pt x="200279" y="198348"/>
                  </a:lnTo>
                  <a:lnTo>
                    <a:pt x="198729" y="205752"/>
                  </a:lnTo>
                  <a:lnTo>
                    <a:pt x="197777" y="214503"/>
                  </a:lnTo>
                  <a:lnTo>
                    <a:pt x="200723" y="221653"/>
                  </a:lnTo>
                  <a:lnTo>
                    <a:pt x="207581" y="227177"/>
                  </a:lnTo>
                  <a:lnTo>
                    <a:pt x="210134" y="228600"/>
                  </a:lnTo>
                  <a:lnTo>
                    <a:pt x="143865" y="228600"/>
                  </a:lnTo>
                  <a:lnTo>
                    <a:pt x="140817" y="224599"/>
                  </a:lnTo>
                  <a:lnTo>
                    <a:pt x="139103" y="221081"/>
                  </a:lnTo>
                  <a:lnTo>
                    <a:pt x="138722" y="218033"/>
                  </a:lnTo>
                  <a:lnTo>
                    <a:pt x="139674" y="212890"/>
                  </a:lnTo>
                  <a:lnTo>
                    <a:pt x="142621" y="208508"/>
                  </a:lnTo>
                  <a:lnTo>
                    <a:pt x="147574" y="204889"/>
                  </a:lnTo>
                  <a:lnTo>
                    <a:pt x="153098" y="200698"/>
                  </a:lnTo>
                  <a:lnTo>
                    <a:pt x="156248" y="195846"/>
                  </a:lnTo>
                  <a:lnTo>
                    <a:pt x="157010" y="190309"/>
                  </a:lnTo>
                  <a:lnTo>
                    <a:pt x="156248" y="186702"/>
                  </a:lnTo>
                  <a:lnTo>
                    <a:pt x="154533" y="183273"/>
                  </a:lnTo>
                  <a:lnTo>
                    <a:pt x="151866" y="180022"/>
                  </a:lnTo>
                  <a:lnTo>
                    <a:pt x="149199" y="177165"/>
                  </a:lnTo>
                  <a:lnTo>
                    <a:pt x="219633" y="177165"/>
                  </a:lnTo>
                  <a:lnTo>
                    <a:pt x="219633" y="171450"/>
                  </a:lnTo>
                  <a:lnTo>
                    <a:pt x="143865" y="171450"/>
                  </a:lnTo>
                  <a:lnTo>
                    <a:pt x="139865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144145" y="177165"/>
                  </a:lnTo>
                  <a:lnTo>
                    <a:pt x="144526" y="177927"/>
                  </a:lnTo>
                  <a:lnTo>
                    <a:pt x="130911" y="199275"/>
                  </a:lnTo>
                  <a:lnTo>
                    <a:pt x="127762" y="204025"/>
                  </a:lnTo>
                  <a:lnTo>
                    <a:pt x="127000" y="209740"/>
                  </a:lnTo>
                  <a:lnTo>
                    <a:pt x="127762" y="213360"/>
                  </a:lnTo>
                  <a:lnTo>
                    <a:pt x="129476" y="216789"/>
                  </a:lnTo>
                  <a:lnTo>
                    <a:pt x="132143" y="220027"/>
                  </a:lnTo>
                  <a:lnTo>
                    <a:pt x="139865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144145" y="234315"/>
                  </a:lnTo>
                  <a:lnTo>
                    <a:pt x="144526" y="235077"/>
                  </a:lnTo>
                  <a:lnTo>
                    <a:pt x="130911" y="256425"/>
                  </a:lnTo>
                  <a:lnTo>
                    <a:pt x="127762" y="261175"/>
                  </a:lnTo>
                  <a:lnTo>
                    <a:pt x="127000" y="266890"/>
                  </a:lnTo>
                  <a:lnTo>
                    <a:pt x="127762" y="270510"/>
                  </a:lnTo>
                  <a:lnTo>
                    <a:pt x="129476" y="273939"/>
                  </a:lnTo>
                  <a:lnTo>
                    <a:pt x="132143" y="277177"/>
                  </a:lnTo>
                  <a:lnTo>
                    <a:pt x="139865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144145" y="291465"/>
                  </a:lnTo>
                  <a:lnTo>
                    <a:pt x="144526" y="292227"/>
                  </a:lnTo>
                  <a:lnTo>
                    <a:pt x="130911" y="313575"/>
                  </a:lnTo>
                  <a:lnTo>
                    <a:pt x="127762" y="318325"/>
                  </a:lnTo>
                  <a:lnTo>
                    <a:pt x="127000" y="324040"/>
                  </a:lnTo>
                  <a:lnTo>
                    <a:pt x="127762" y="327660"/>
                  </a:lnTo>
                  <a:lnTo>
                    <a:pt x="129476" y="331089"/>
                  </a:lnTo>
                  <a:lnTo>
                    <a:pt x="132143" y="334327"/>
                  </a:lnTo>
                  <a:lnTo>
                    <a:pt x="139865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144145" y="348615"/>
                  </a:lnTo>
                  <a:lnTo>
                    <a:pt x="144526" y="349377"/>
                  </a:lnTo>
                  <a:lnTo>
                    <a:pt x="130911" y="370725"/>
                  </a:lnTo>
                  <a:lnTo>
                    <a:pt x="127762" y="375475"/>
                  </a:lnTo>
                  <a:lnTo>
                    <a:pt x="127000" y="381190"/>
                  </a:lnTo>
                  <a:lnTo>
                    <a:pt x="127762" y="384810"/>
                  </a:lnTo>
                  <a:lnTo>
                    <a:pt x="129476" y="388239"/>
                  </a:lnTo>
                  <a:lnTo>
                    <a:pt x="132143" y="391477"/>
                  </a:lnTo>
                  <a:lnTo>
                    <a:pt x="139865" y="400050"/>
                  </a:lnTo>
                  <a:lnTo>
                    <a:pt x="143865" y="400050"/>
                  </a:lnTo>
                  <a:lnTo>
                    <a:pt x="140817" y="396049"/>
                  </a:lnTo>
                  <a:lnTo>
                    <a:pt x="139103" y="392531"/>
                  </a:lnTo>
                  <a:lnTo>
                    <a:pt x="138722" y="389483"/>
                  </a:lnTo>
                  <a:lnTo>
                    <a:pt x="139674" y="384340"/>
                  </a:lnTo>
                  <a:lnTo>
                    <a:pt x="142621" y="379958"/>
                  </a:lnTo>
                  <a:lnTo>
                    <a:pt x="147574" y="376339"/>
                  </a:lnTo>
                  <a:lnTo>
                    <a:pt x="153098" y="372148"/>
                  </a:lnTo>
                  <a:lnTo>
                    <a:pt x="156248" y="367296"/>
                  </a:lnTo>
                  <a:lnTo>
                    <a:pt x="157010" y="361759"/>
                  </a:lnTo>
                  <a:lnTo>
                    <a:pt x="156248" y="358152"/>
                  </a:lnTo>
                  <a:lnTo>
                    <a:pt x="154533" y="354723"/>
                  </a:lnTo>
                  <a:lnTo>
                    <a:pt x="151866" y="351472"/>
                  </a:lnTo>
                  <a:lnTo>
                    <a:pt x="149199" y="348615"/>
                  </a:lnTo>
                  <a:lnTo>
                    <a:pt x="219633" y="348615"/>
                  </a:lnTo>
                  <a:lnTo>
                    <a:pt x="197777" y="385953"/>
                  </a:lnTo>
                  <a:lnTo>
                    <a:pt x="200723" y="393103"/>
                  </a:lnTo>
                  <a:lnTo>
                    <a:pt x="207581" y="398627"/>
                  </a:lnTo>
                  <a:lnTo>
                    <a:pt x="212725" y="401485"/>
                  </a:lnTo>
                  <a:lnTo>
                    <a:pt x="218440" y="402628"/>
                  </a:lnTo>
                  <a:lnTo>
                    <a:pt x="224726" y="402056"/>
                  </a:lnTo>
                  <a:lnTo>
                    <a:pt x="232803" y="401142"/>
                  </a:lnTo>
                  <a:lnTo>
                    <a:pt x="240728" y="398983"/>
                  </a:lnTo>
                  <a:lnTo>
                    <a:pt x="248513" y="395579"/>
                  </a:lnTo>
                  <a:lnTo>
                    <a:pt x="253504" y="392531"/>
                  </a:lnTo>
                  <a:lnTo>
                    <a:pt x="256159" y="390918"/>
                  </a:lnTo>
                  <a:lnTo>
                    <a:pt x="273494" y="356438"/>
                  </a:lnTo>
                  <a:lnTo>
                    <a:pt x="272453" y="353923"/>
                  </a:lnTo>
                  <a:lnTo>
                    <a:pt x="272453" y="348615"/>
                  </a:lnTo>
                  <a:lnTo>
                    <a:pt x="567334" y="348615"/>
                  </a:lnTo>
                  <a:lnTo>
                    <a:pt x="575043" y="357187"/>
                  </a:lnTo>
                  <a:lnTo>
                    <a:pt x="577900" y="360045"/>
                  </a:lnTo>
                  <a:lnTo>
                    <a:pt x="579716" y="363664"/>
                  </a:lnTo>
                  <a:lnTo>
                    <a:pt x="580478" y="368046"/>
                  </a:lnTo>
                  <a:lnTo>
                    <a:pt x="579526" y="373011"/>
                  </a:lnTo>
                  <a:lnTo>
                    <a:pt x="576567" y="377380"/>
                  </a:lnTo>
                  <a:lnTo>
                    <a:pt x="571614" y="381190"/>
                  </a:lnTo>
                  <a:lnTo>
                    <a:pt x="566089" y="385013"/>
                  </a:lnTo>
                  <a:lnTo>
                    <a:pt x="562952" y="389763"/>
                  </a:lnTo>
                  <a:lnTo>
                    <a:pt x="562190" y="395478"/>
                  </a:lnTo>
                  <a:lnTo>
                    <a:pt x="562952" y="399097"/>
                  </a:lnTo>
                  <a:lnTo>
                    <a:pt x="564667" y="402526"/>
                  </a:lnTo>
                  <a:lnTo>
                    <a:pt x="567334" y="405765"/>
                  </a:lnTo>
                  <a:lnTo>
                    <a:pt x="575043" y="414337"/>
                  </a:lnTo>
                  <a:lnTo>
                    <a:pt x="579043" y="414337"/>
                  </a:lnTo>
                  <a:lnTo>
                    <a:pt x="575995" y="410337"/>
                  </a:lnTo>
                  <a:lnTo>
                    <a:pt x="574281" y="406819"/>
                  </a:lnTo>
                  <a:lnTo>
                    <a:pt x="573900" y="403771"/>
                  </a:lnTo>
                  <a:lnTo>
                    <a:pt x="574852" y="398627"/>
                  </a:lnTo>
                  <a:lnTo>
                    <a:pt x="577811" y="394246"/>
                  </a:lnTo>
                  <a:lnTo>
                    <a:pt x="582764" y="390626"/>
                  </a:lnTo>
                  <a:lnTo>
                    <a:pt x="588289" y="386435"/>
                  </a:lnTo>
                  <a:lnTo>
                    <a:pt x="591426" y="381584"/>
                  </a:lnTo>
                  <a:lnTo>
                    <a:pt x="592188" y="376047"/>
                  </a:lnTo>
                  <a:lnTo>
                    <a:pt x="591426" y="372440"/>
                  </a:lnTo>
                  <a:lnTo>
                    <a:pt x="589711" y="369011"/>
                  </a:lnTo>
                  <a:lnTo>
                    <a:pt x="587044" y="365760"/>
                  </a:lnTo>
                  <a:lnTo>
                    <a:pt x="579043" y="357187"/>
                  </a:lnTo>
                  <a:lnTo>
                    <a:pt x="575995" y="353187"/>
                  </a:lnTo>
                  <a:lnTo>
                    <a:pt x="574281" y="349669"/>
                  </a:lnTo>
                  <a:lnTo>
                    <a:pt x="574141" y="348615"/>
                  </a:lnTo>
                  <a:lnTo>
                    <a:pt x="654812" y="348615"/>
                  </a:lnTo>
                  <a:lnTo>
                    <a:pt x="650201" y="351472"/>
                  </a:lnTo>
                  <a:lnTo>
                    <a:pt x="643610" y="356946"/>
                  </a:lnTo>
                  <a:lnTo>
                    <a:pt x="638695" y="363054"/>
                  </a:lnTo>
                  <a:lnTo>
                    <a:pt x="635457" y="369798"/>
                  </a:lnTo>
                  <a:lnTo>
                    <a:pt x="633907" y="377202"/>
                  </a:lnTo>
                  <a:lnTo>
                    <a:pt x="632955" y="385953"/>
                  </a:lnTo>
                  <a:lnTo>
                    <a:pt x="635914" y="393103"/>
                  </a:lnTo>
                  <a:lnTo>
                    <a:pt x="642772" y="398627"/>
                  </a:lnTo>
                  <a:lnTo>
                    <a:pt x="647915" y="401485"/>
                  </a:lnTo>
                  <a:lnTo>
                    <a:pt x="653630" y="402628"/>
                  </a:lnTo>
                  <a:lnTo>
                    <a:pt x="659917" y="402056"/>
                  </a:lnTo>
                  <a:lnTo>
                    <a:pt x="667981" y="401142"/>
                  </a:lnTo>
                  <a:lnTo>
                    <a:pt x="675919" y="398983"/>
                  </a:lnTo>
                  <a:lnTo>
                    <a:pt x="683704" y="395579"/>
                  </a:lnTo>
                  <a:lnTo>
                    <a:pt x="688695" y="392531"/>
                  </a:lnTo>
                  <a:lnTo>
                    <a:pt x="691349" y="390918"/>
                  </a:lnTo>
                  <a:lnTo>
                    <a:pt x="708685" y="356438"/>
                  </a:lnTo>
                  <a:lnTo>
                    <a:pt x="707631" y="353898"/>
                  </a:lnTo>
                  <a:lnTo>
                    <a:pt x="707631" y="348615"/>
                  </a:lnTo>
                  <a:lnTo>
                    <a:pt x="1084110" y="348615"/>
                  </a:lnTo>
                  <a:lnTo>
                    <a:pt x="1084110" y="342900"/>
                  </a:lnTo>
                  <a:lnTo>
                    <a:pt x="707631" y="342900"/>
                  </a:lnTo>
                  <a:lnTo>
                    <a:pt x="707631" y="291465"/>
                  </a:lnTo>
                  <a:lnTo>
                    <a:pt x="1084110" y="291465"/>
                  </a:lnTo>
                  <a:lnTo>
                    <a:pt x="1084110" y="285750"/>
                  </a:lnTo>
                  <a:lnTo>
                    <a:pt x="707631" y="285750"/>
                  </a:lnTo>
                  <a:lnTo>
                    <a:pt x="707631" y="234315"/>
                  </a:lnTo>
                  <a:lnTo>
                    <a:pt x="1084110" y="234315"/>
                  </a:lnTo>
                  <a:lnTo>
                    <a:pt x="1084110" y="228600"/>
                  </a:lnTo>
                  <a:lnTo>
                    <a:pt x="707631" y="228600"/>
                  </a:lnTo>
                  <a:lnTo>
                    <a:pt x="707631" y="177165"/>
                  </a:lnTo>
                  <a:lnTo>
                    <a:pt x="1084110" y="177165"/>
                  </a:lnTo>
                  <a:lnTo>
                    <a:pt x="1084110" y="171450"/>
                  </a:lnTo>
                  <a:lnTo>
                    <a:pt x="707631" y="171450"/>
                  </a:lnTo>
                  <a:lnTo>
                    <a:pt x="707631" y="120015"/>
                  </a:lnTo>
                  <a:lnTo>
                    <a:pt x="1084110" y="120015"/>
                  </a:lnTo>
                  <a:lnTo>
                    <a:pt x="1084110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>
              <a:extLst>
                <a:ext uri="{FF2B5EF4-FFF2-40B4-BE49-F238E27FC236}">
                  <a16:creationId xmlns:a16="http://schemas.microsoft.com/office/drawing/2014/main" id="{4A01ADDA-D49C-3691-9992-BFFD691850B0}"/>
                </a:ext>
              </a:extLst>
            </p:cNvPr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586284" y="8696735"/>
              <a:ext cx="75723" cy="120014"/>
            </a:xfrm>
            <a:prstGeom prst="rect">
              <a:avLst/>
            </a:prstGeom>
          </p:spPr>
        </p:pic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16225621-AF10-6B52-D048-30AEDF060144}"/>
                </a:ext>
              </a:extLst>
            </p:cNvPr>
            <p:cNvSpPr/>
            <p:nvPr/>
          </p:nvSpPr>
          <p:spPr>
            <a:xfrm>
              <a:off x="4022128" y="8499853"/>
              <a:ext cx="1102360" cy="443230"/>
            </a:xfrm>
            <a:custGeom>
              <a:avLst/>
              <a:gdLst/>
              <a:ahLst/>
              <a:cxnLst/>
              <a:rect l="l" t="t" r="r" b="b"/>
              <a:pathLst>
                <a:path w="1102360" h="443229">
                  <a:moveTo>
                    <a:pt x="9994" y="116586"/>
                  </a:moveTo>
                  <a:lnTo>
                    <a:pt x="0" y="116586"/>
                  </a:lnTo>
                  <a:lnTo>
                    <a:pt x="0" y="348615"/>
                  </a:lnTo>
                  <a:lnTo>
                    <a:pt x="9994" y="348615"/>
                  </a:lnTo>
                  <a:lnTo>
                    <a:pt x="9994" y="116586"/>
                  </a:lnTo>
                  <a:close/>
                </a:path>
                <a:path w="1102360" h="443229">
                  <a:moveTo>
                    <a:pt x="1089304" y="114300"/>
                  </a:moveTo>
                  <a:lnTo>
                    <a:pt x="936320" y="114300"/>
                  </a:lnTo>
                  <a:lnTo>
                    <a:pt x="931341" y="112979"/>
                  </a:lnTo>
                  <a:lnTo>
                    <a:pt x="922959" y="113157"/>
                  </a:lnTo>
                  <a:lnTo>
                    <a:pt x="915022" y="114122"/>
                  </a:lnTo>
                  <a:lnTo>
                    <a:pt x="914425" y="114300"/>
                  </a:lnTo>
                  <a:lnTo>
                    <a:pt x="899820" y="114300"/>
                  </a:lnTo>
                  <a:lnTo>
                    <a:pt x="899820" y="120015"/>
                  </a:lnTo>
                  <a:lnTo>
                    <a:pt x="899591" y="120129"/>
                  </a:lnTo>
                  <a:lnTo>
                    <a:pt x="892098" y="125158"/>
                  </a:lnTo>
                  <a:lnTo>
                    <a:pt x="890727" y="126352"/>
                  </a:lnTo>
                  <a:lnTo>
                    <a:pt x="890727" y="171450"/>
                  </a:lnTo>
                  <a:lnTo>
                    <a:pt x="885812" y="171450"/>
                  </a:lnTo>
                  <a:lnTo>
                    <a:pt x="885812" y="168922"/>
                  </a:lnTo>
                  <a:lnTo>
                    <a:pt x="887806" y="170497"/>
                  </a:lnTo>
                  <a:lnTo>
                    <a:pt x="890727" y="171450"/>
                  </a:lnTo>
                  <a:lnTo>
                    <a:pt x="890727" y="126352"/>
                  </a:lnTo>
                  <a:lnTo>
                    <a:pt x="885393" y="130975"/>
                  </a:lnTo>
                  <a:lnTo>
                    <a:pt x="880452" y="137236"/>
                  </a:lnTo>
                  <a:lnTo>
                    <a:pt x="877252" y="143967"/>
                  </a:lnTo>
                  <a:lnTo>
                    <a:pt x="875804" y="151168"/>
                  </a:lnTo>
                  <a:lnTo>
                    <a:pt x="875893" y="154305"/>
                  </a:lnTo>
                  <a:lnTo>
                    <a:pt x="875804" y="154305"/>
                  </a:lnTo>
                  <a:lnTo>
                    <a:pt x="875804" y="342900"/>
                  </a:lnTo>
                  <a:lnTo>
                    <a:pt x="730465" y="342900"/>
                  </a:lnTo>
                  <a:lnTo>
                    <a:pt x="731062" y="341617"/>
                  </a:lnTo>
                  <a:lnTo>
                    <a:pt x="732510" y="334048"/>
                  </a:lnTo>
                  <a:lnTo>
                    <a:pt x="732320" y="326809"/>
                  </a:lnTo>
                  <a:lnTo>
                    <a:pt x="732231" y="326631"/>
                  </a:lnTo>
                  <a:lnTo>
                    <a:pt x="732231" y="291465"/>
                  </a:lnTo>
                  <a:lnTo>
                    <a:pt x="875804" y="291465"/>
                  </a:lnTo>
                  <a:lnTo>
                    <a:pt x="875804" y="285750"/>
                  </a:lnTo>
                  <a:lnTo>
                    <a:pt x="732231" y="285750"/>
                  </a:lnTo>
                  <a:lnTo>
                    <a:pt x="732231" y="234315"/>
                  </a:lnTo>
                  <a:lnTo>
                    <a:pt x="875804" y="234315"/>
                  </a:lnTo>
                  <a:lnTo>
                    <a:pt x="875804" y="228600"/>
                  </a:lnTo>
                  <a:lnTo>
                    <a:pt x="732231" y="228600"/>
                  </a:lnTo>
                  <a:lnTo>
                    <a:pt x="732231" y="192646"/>
                  </a:lnTo>
                  <a:lnTo>
                    <a:pt x="732510" y="191173"/>
                  </a:lnTo>
                  <a:lnTo>
                    <a:pt x="732320" y="183934"/>
                  </a:lnTo>
                  <a:lnTo>
                    <a:pt x="732231" y="183756"/>
                  </a:lnTo>
                  <a:lnTo>
                    <a:pt x="732231" y="177165"/>
                  </a:lnTo>
                  <a:lnTo>
                    <a:pt x="875804" y="177165"/>
                  </a:lnTo>
                  <a:lnTo>
                    <a:pt x="875804" y="171450"/>
                  </a:lnTo>
                  <a:lnTo>
                    <a:pt x="732231" y="171450"/>
                  </a:lnTo>
                  <a:lnTo>
                    <a:pt x="732231" y="120015"/>
                  </a:lnTo>
                  <a:lnTo>
                    <a:pt x="899820" y="120015"/>
                  </a:lnTo>
                  <a:lnTo>
                    <a:pt x="899820" y="114300"/>
                  </a:lnTo>
                  <a:lnTo>
                    <a:pt x="732231" y="114300"/>
                  </a:lnTo>
                  <a:lnTo>
                    <a:pt x="732231" y="0"/>
                  </a:lnTo>
                  <a:lnTo>
                    <a:pt x="722223" y="0"/>
                  </a:lnTo>
                  <a:lnTo>
                    <a:pt x="722223" y="114300"/>
                  </a:lnTo>
                  <a:lnTo>
                    <a:pt x="722223" y="120015"/>
                  </a:lnTo>
                  <a:lnTo>
                    <a:pt x="722223" y="316293"/>
                  </a:lnTo>
                  <a:lnTo>
                    <a:pt x="720229" y="314718"/>
                  </a:lnTo>
                  <a:lnTo>
                    <a:pt x="713752" y="313004"/>
                  </a:lnTo>
                  <a:lnTo>
                    <a:pt x="705370" y="313182"/>
                  </a:lnTo>
                  <a:lnTo>
                    <a:pt x="697433" y="314147"/>
                  </a:lnTo>
                  <a:lnTo>
                    <a:pt x="662863" y="337261"/>
                  </a:lnTo>
                  <a:lnTo>
                    <a:pt x="660171" y="342900"/>
                  </a:lnTo>
                  <a:lnTo>
                    <a:pt x="514629" y="342900"/>
                  </a:lnTo>
                  <a:lnTo>
                    <a:pt x="514629" y="291465"/>
                  </a:lnTo>
                  <a:lnTo>
                    <a:pt x="722223" y="291465"/>
                  </a:lnTo>
                  <a:lnTo>
                    <a:pt x="722223" y="285750"/>
                  </a:lnTo>
                  <a:lnTo>
                    <a:pt x="514629" y="285750"/>
                  </a:lnTo>
                  <a:lnTo>
                    <a:pt x="514629" y="249859"/>
                  </a:lnTo>
                  <a:lnTo>
                    <a:pt x="514921" y="248323"/>
                  </a:lnTo>
                  <a:lnTo>
                    <a:pt x="514731" y="241084"/>
                  </a:lnTo>
                  <a:lnTo>
                    <a:pt x="514629" y="240880"/>
                  </a:lnTo>
                  <a:lnTo>
                    <a:pt x="514629" y="234315"/>
                  </a:lnTo>
                  <a:lnTo>
                    <a:pt x="722223" y="234315"/>
                  </a:lnTo>
                  <a:lnTo>
                    <a:pt x="722223" y="228600"/>
                  </a:lnTo>
                  <a:lnTo>
                    <a:pt x="692581" y="228600"/>
                  </a:lnTo>
                  <a:lnTo>
                    <a:pt x="700151" y="226529"/>
                  </a:lnTo>
                  <a:lnTo>
                    <a:pt x="708279" y="222948"/>
                  </a:lnTo>
                  <a:lnTo>
                    <a:pt x="716229" y="218033"/>
                  </a:lnTo>
                  <a:lnTo>
                    <a:pt x="722223" y="212801"/>
                  </a:lnTo>
                  <a:lnTo>
                    <a:pt x="722223" y="171450"/>
                  </a:lnTo>
                  <a:lnTo>
                    <a:pt x="718731" y="171450"/>
                  </a:lnTo>
                  <a:lnTo>
                    <a:pt x="713752" y="170129"/>
                  </a:lnTo>
                  <a:lnTo>
                    <a:pt x="705370" y="170307"/>
                  </a:lnTo>
                  <a:lnTo>
                    <a:pt x="697433" y="171272"/>
                  </a:lnTo>
                  <a:lnTo>
                    <a:pt x="696836" y="171450"/>
                  </a:lnTo>
                  <a:lnTo>
                    <a:pt x="682231" y="171450"/>
                  </a:lnTo>
                  <a:lnTo>
                    <a:pt x="682231" y="177165"/>
                  </a:lnTo>
                  <a:lnTo>
                    <a:pt x="682002" y="177279"/>
                  </a:lnTo>
                  <a:lnTo>
                    <a:pt x="674509" y="182308"/>
                  </a:lnTo>
                  <a:lnTo>
                    <a:pt x="667804" y="188125"/>
                  </a:lnTo>
                  <a:lnTo>
                    <a:pt x="662863" y="194386"/>
                  </a:lnTo>
                  <a:lnTo>
                    <a:pt x="659663" y="201117"/>
                  </a:lnTo>
                  <a:lnTo>
                    <a:pt x="658215" y="208318"/>
                  </a:lnTo>
                  <a:lnTo>
                    <a:pt x="658406" y="214795"/>
                  </a:lnTo>
                  <a:lnTo>
                    <a:pt x="660882" y="220027"/>
                  </a:lnTo>
                  <a:lnTo>
                    <a:pt x="665645" y="224028"/>
                  </a:lnTo>
                  <a:lnTo>
                    <a:pt x="670217" y="227647"/>
                  </a:lnTo>
                  <a:lnTo>
                    <a:pt x="673138" y="228600"/>
                  </a:lnTo>
                  <a:lnTo>
                    <a:pt x="514629" y="228600"/>
                  </a:lnTo>
                  <a:lnTo>
                    <a:pt x="514629" y="177165"/>
                  </a:lnTo>
                  <a:lnTo>
                    <a:pt x="682231" y="177165"/>
                  </a:lnTo>
                  <a:lnTo>
                    <a:pt x="682231" y="171450"/>
                  </a:lnTo>
                  <a:lnTo>
                    <a:pt x="514629" y="171450"/>
                  </a:lnTo>
                  <a:lnTo>
                    <a:pt x="514629" y="120015"/>
                  </a:lnTo>
                  <a:lnTo>
                    <a:pt x="722223" y="120015"/>
                  </a:lnTo>
                  <a:lnTo>
                    <a:pt x="722223" y="114300"/>
                  </a:lnTo>
                  <a:lnTo>
                    <a:pt x="514629" y="114300"/>
                  </a:lnTo>
                  <a:lnTo>
                    <a:pt x="514629" y="57150"/>
                  </a:lnTo>
                  <a:lnTo>
                    <a:pt x="504634" y="57150"/>
                  </a:lnTo>
                  <a:lnTo>
                    <a:pt x="504634" y="342900"/>
                  </a:lnTo>
                  <a:lnTo>
                    <a:pt x="397941" y="342900"/>
                  </a:lnTo>
                  <a:lnTo>
                    <a:pt x="396709" y="340436"/>
                  </a:lnTo>
                  <a:lnTo>
                    <a:pt x="394042" y="337185"/>
                  </a:lnTo>
                  <a:lnTo>
                    <a:pt x="387477" y="330161"/>
                  </a:lnTo>
                  <a:lnTo>
                    <a:pt x="387477" y="339471"/>
                  </a:lnTo>
                  <a:lnTo>
                    <a:pt x="386816" y="342900"/>
                  </a:lnTo>
                  <a:lnTo>
                    <a:pt x="285991" y="342900"/>
                  </a:lnTo>
                  <a:lnTo>
                    <a:pt x="286588" y="341617"/>
                  </a:lnTo>
                  <a:lnTo>
                    <a:pt x="288036" y="334048"/>
                  </a:lnTo>
                  <a:lnTo>
                    <a:pt x="287845" y="326809"/>
                  </a:lnTo>
                  <a:lnTo>
                    <a:pt x="287743" y="326605"/>
                  </a:lnTo>
                  <a:lnTo>
                    <a:pt x="287743" y="291465"/>
                  </a:lnTo>
                  <a:lnTo>
                    <a:pt x="383692" y="291465"/>
                  </a:lnTo>
                  <a:lnTo>
                    <a:pt x="383565" y="291655"/>
                  </a:lnTo>
                  <a:lnTo>
                    <a:pt x="378612" y="295465"/>
                  </a:lnTo>
                  <a:lnTo>
                    <a:pt x="373087" y="299288"/>
                  </a:lnTo>
                  <a:lnTo>
                    <a:pt x="369951" y="304038"/>
                  </a:lnTo>
                  <a:lnTo>
                    <a:pt x="369189" y="309753"/>
                  </a:lnTo>
                  <a:lnTo>
                    <a:pt x="369951" y="313372"/>
                  </a:lnTo>
                  <a:lnTo>
                    <a:pt x="371665" y="316801"/>
                  </a:lnTo>
                  <a:lnTo>
                    <a:pt x="374332" y="320040"/>
                  </a:lnTo>
                  <a:lnTo>
                    <a:pt x="382041" y="328612"/>
                  </a:lnTo>
                  <a:lnTo>
                    <a:pt x="384898" y="331470"/>
                  </a:lnTo>
                  <a:lnTo>
                    <a:pt x="386715" y="335089"/>
                  </a:lnTo>
                  <a:lnTo>
                    <a:pt x="387477" y="339471"/>
                  </a:lnTo>
                  <a:lnTo>
                    <a:pt x="387477" y="330161"/>
                  </a:lnTo>
                  <a:lnTo>
                    <a:pt x="386041" y="328612"/>
                  </a:lnTo>
                  <a:lnTo>
                    <a:pt x="382993" y="324612"/>
                  </a:lnTo>
                  <a:lnTo>
                    <a:pt x="381279" y="321094"/>
                  </a:lnTo>
                  <a:lnTo>
                    <a:pt x="380898" y="318046"/>
                  </a:lnTo>
                  <a:lnTo>
                    <a:pt x="381850" y="312902"/>
                  </a:lnTo>
                  <a:lnTo>
                    <a:pt x="384810" y="308521"/>
                  </a:lnTo>
                  <a:lnTo>
                    <a:pt x="389763" y="304901"/>
                  </a:lnTo>
                  <a:lnTo>
                    <a:pt x="395287" y="300710"/>
                  </a:lnTo>
                  <a:lnTo>
                    <a:pt x="398424" y="295859"/>
                  </a:lnTo>
                  <a:lnTo>
                    <a:pt x="399021" y="291465"/>
                  </a:lnTo>
                  <a:lnTo>
                    <a:pt x="504634" y="291465"/>
                  </a:lnTo>
                  <a:lnTo>
                    <a:pt x="504634" y="285750"/>
                  </a:lnTo>
                  <a:lnTo>
                    <a:pt x="474992" y="285750"/>
                  </a:lnTo>
                  <a:lnTo>
                    <a:pt x="482561" y="283679"/>
                  </a:lnTo>
                  <a:lnTo>
                    <a:pt x="490689" y="280098"/>
                  </a:lnTo>
                  <a:lnTo>
                    <a:pt x="498627" y="275183"/>
                  </a:lnTo>
                  <a:lnTo>
                    <a:pt x="504634" y="269951"/>
                  </a:lnTo>
                  <a:lnTo>
                    <a:pt x="504634" y="228600"/>
                  </a:lnTo>
                  <a:lnTo>
                    <a:pt x="501129" y="228600"/>
                  </a:lnTo>
                  <a:lnTo>
                    <a:pt x="496150" y="227279"/>
                  </a:lnTo>
                  <a:lnTo>
                    <a:pt x="487768" y="227457"/>
                  </a:lnTo>
                  <a:lnTo>
                    <a:pt x="479844" y="228422"/>
                  </a:lnTo>
                  <a:lnTo>
                    <a:pt x="479247" y="228600"/>
                  </a:lnTo>
                  <a:lnTo>
                    <a:pt x="464642" y="228600"/>
                  </a:lnTo>
                  <a:lnTo>
                    <a:pt x="464642" y="234315"/>
                  </a:lnTo>
                  <a:lnTo>
                    <a:pt x="464413" y="234429"/>
                  </a:lnTo>
                  <a:lnTo>
                    <a:pt x="456907" y="239458"/>
                  </a:lnTo>
                  <a:lnTo>
                    <a:pt x="450215" y="245275"/>
                  </a:lnTo>
                  <a:lnTo>
                    <a:pt x="445274" y="251536"/>
                  </a:lnTo>
                  <a:lnTo>
                    <a:pt x="442074" y="258267"/>
                  </a:lnTo>
                  <a:lnTo>
                    <a:pt x="440626" y="265468"/>
                  </a:lnTo>
                  <a:lnTo>
                    <a:pt x="440817" y="271945"/>
                  </a:lnTo>
                  <a:lnTo>
                    <a:pt x="443293" y="277177"/>
                  </a:lnTo>
                  <a:lnTo>
                    <a:pt x="448056" y="281178"/>
                  </a:lnTo>
                  <a:lnTo>
                    <a:pt x="452628" y="284797"/>
                  </a:lnTo>
                  <a:lnTo>
                    <a:pt x="455549" y="285750"/>
                  </a:lnTo>
                  <a:lnTo>
                    <a:pt x="397941" y="285750"/>
                  </a:lnTo>
                  <a:lnTo>
                    <a:pt x="396709" y="283286"/>
                  </a:lnTo>
                  <a:lnTo>
                    <a:pt x="394042" y="280035"/>
                  </a:lnTo>
                  <a:lnTo>
                    <a:pt x="387477" y="273011"/>
                  </a:lnTo>
                  <a:lnTo>
                    <a:pt x="387477" y="282321"/>
                  </a:lnTo>
                  <a:lnTo>
                    <a:pt x="386816" y="285750"/>
                  </a:lnTo>
                  <a:lnTo>
                    <a:pt x="287743" y="285750"/>
                  </a:lnTo>
                  <a:lnTo>
                    <a:pt x="287743" y="234315"/>
                  </a:lnTo>
                  <a:lnTo>
                    <a:pt x="383692" y="234315"/>
                  </a:lnTo>
                  <a:lnTo>
                    <a:pt x="383565" y="234505"/>
                  </a:lnTo>
                  <a:lnTo>
                    <a:pt x="378612" y="238315"/>
                  </a:lnTo>
                  <a:lnTo>
                    <a:pt x="373087" y="242138"/>
                  </a:lnTo>
                  <a:lnTo>
                    <a:pt x="369951" y="246888"/>
                  </a:lnTo>
                  <a:lnTo>
                    <a:pt x="369189" y="252603"/>
                  </a:lnTo>
                  <a:lnTo>
                    <a:pt x="369951" y="256222"/>
                  </a:lnTo>
                  <a:lnTo>
                    <a:pt x="371665" y="259651"/>
                  </a:lnTo>
                  <a:lnTo>
                    <a:pt x="374332" y="262890"/>
                  </a:lnTo>
                  <a:lnTo>
                    <a:pt x="382041" y="271462"/>
                  </a:lnTo>
                  <a:lnTo>
                    <a:pt x="384898" y="274320"/>
                  </a:lnTo>
                  <a:lnTo>
                    <a:pt x="386715" y="277939"/>
                  </a:lnTo>
                  <a:lnTo>
                    <a:pt x="387477" y="282321"/>
                  </a:lnTo>
                  <a:lnTo>
                    <a:pt x="387477" y="273011"/>
                  </a:lnTo>
                  <a:lnTo>
                    <a:pt x="386041" y="271462"/>
                  </a:lnTo>
                  <a:lnTo>
                    <a:pt x="382993" y="267462"/>
                  </a:lnTo>
                  <a:lnTo>
                    <a:pt x="381279" y="263944"/>
                  </a:lnTo>
                  <a:lnTo>
                    <a:pt x="380898" y="260896"/>
                  </a:lnTo>
                  <a:lnTo>
                    <a:pt x="381850" y="255752"/>
                  </a:lnTo>
                  <a:lnTo>
                    <a:pt x="384810" y="251371"/>
                  </a:lnTo>
                  <a:lnTo>
                    <a:pt x="389763" y="247751"/>
                  </a:lnTo>
                  <a:lnTo>
                    <a:pt x="395287" y="243560"/>
                  </a:lnTo>
                  <a:lnTo>
                    <a:pt x="398424" y="238709"/>
                  </a:lnTo>
                  <a:lnTo>
                    <a:pt x="399021" y="234315"/>
                  </a:lnTo>
                  <a:lnTo>
                    <a:pt x="464642" y="234315"/>
                  </a:lnTo>
                  <a:lnTo>
                    <a:pt x="464642" y="228600"/>
                  </a:lnTo>
                  <a:lnTo>
                    <a:pt x="397941" y="228600"/>
                  </a:lnTo>
                  <a:lnTo>
                    <a:pt x="396709" y="226136"/>
                  </a:lnTo>
                  <a:lnTo>
                    <a:pt x="394042" y="222885"/>
                  </a:lnTo>
                  <a:lnTo>
                    <a:pt x="386041" y="214312"/>
                  </a:lnTo>
                  <a:lnTo>
                    <a:pt x="382041" y="214312"/>
                  </a:lnTo>
                  <a:lnTo>
                    <a:pt x="384898" y="217170"/>
                  </a:lnTo>
                  <a:lnTo>
                    <a:pt x="386715" y="220789"/>
                  </a:lnTo>
                  <a:lnTo>
                    <a:pt x="387477" y="225171"/>
                  </a:lnTo>
                  <a:lnTo>
                    <a:pt x="386816" y="228600"/>
                  </a:lnTo>
                  <a:lnTo>
                    <a:pt x="287743" y="228600"/>
                  </a:lnTo>
                  <a:lnTo>
                    <a:pt x="287743" y="192709"/>
                  </a:lnTo>
                  <a:lnTo>
                    <a:pt x="288036" y="191173"/>
                  </a:lnTo>
                  <a:lnTo>
                    <a:pt x="287845" y="183934"/>
                  </a:lnTo>
                  <a:lnTo>
                    <a:pt x="287743" y="183730"/>
                  </a:lnTo>
                  <a:lnTo>
                    <a:pt x="287743" y="177165"/>
                  </a:lnTo>
                  <a:lnTo>
                    <a:pt x="504634" y="177165"/>
                  </a:lnTo>
                  <a:lnTo>
                    <a:pt x="504634" y="171450"/>
                  </a:lnTo>
                  <a:lnTo>
                    <a:pt x="287743" y="171450"/>
                  </a:lnTo>
                  <a:lnTo>
                    <a:pt x="287743" y="120015"/>
                  </a:lnTo>
                  <a:lnTo>
                    <a:pt x="504634" y="120015"/>
                  </a:lnTo>
                  <a:lnTo>
                    <a:pt x="504634" y="114300"/>
                  </a:lnTo>
                  <a:lnTo>
                    <a:pt x="287743" y="114300"/>
                  </a:lnTo>
                  <a:lnTo>
                    <a:pt x="287743" y="0"/>
                  </a:lnTo>
                  <a:lnTo>
                    <a:pt x="277749" y="0"/>
                  </a:lnTo>
                  <a:lnTo>
                    <a:pt x="277749" y="316306"/>
                  </a:lnTo>
                  <a:lnTo>
                    <a:pt x="275742" y="314718"/>
                  </a:lnTo>
                  <a:lnTo>
                    <a:pt x="269265" y="313004"/>
                  </a:lnTo>
                  <a:lnTo>
                    <a:pt x="260883" y="313182"/>
                  </a:lnTo>
                  <a:lnTo>
                    <a:pt x="252958" y="314147"/>
                  </a:lnTo>
                  <a:lnTo>
                    <a:pt x="218389" y="337261"/>
                  </a:lnTo>
                  <a:lnTo>
                    <a:pt x="215696" y="342900"/>
                  </a:lnTo>
                  <a:lnTo>
                    <a:pt x="171056" y="342900"/>
                  </a:lnTo>
                  <a:lnTo>
                    <a:pt x="169824" y="340436"/>
                  </a:lnTo>
                  <a:lnTo>
                    <a:pt x="167157" y="337185"/>
                  </a:lnTo>
                  <a:lnTo>
                    <a:pt x="160591" y="330161"/>
                  </a:lnTo>
                  <a:lnTo>
                    <a:pt x="160591" y="339471"/>
                  </a:lnTo>
                  <a:lnTo>
                    <a:pt x="159931" y="342900"/>
                  </a:lnTo>
                  <a:lnTo>
                    <a:pt x="28003" y="342900"/>
                  </a:lnTo>
                  <a:lnTo>
                    <a:pt x="28003" y="291465"/>
                  </a:lnTo>
                  <a:lnTo>
                    <a:pt x="156806" y="291465"/>
                  </a:lnTo>
                  <a:lnTo>
                    <a:pt x="156679" y="291655"/>
                  </a:lnTo>
                  <a:lnTo>
                    <a:pt x="151726" y="295465"/>
                  </a:lnTo>
                  <a:lnTo>
                    <a:pt x="146202" y="299288"/>
                  </a:lnTo>
                  <a:lnTo>
                    <a:pt x="143065" y="304038"/>
                  </a:lnTo>
                  <a:lnTo>
                    <a:pt x="142303" y="309753"/>
                  </a:lnTo>
                  <a:lnTo>
                    <a:pt x="143065" y="313372"/>
                  </a:lnTo>
                  <a:lnTo>
                    <a:pt x="144780" y="316801"/>
                  </a:lnTo>
                  <a:lnTo>
                    <a:pt x="147447" y="320040"/>
                  </a:lnTo>
                  <a:lnTo>
                    <a:pt x="155155" y="328612"/>
                  </a:lnTo>
                  <a:lnTo>
                    <a:pt x="158013" y="331470"/>
                  </a:lnTo>
                  <a:lnTo>
                    <a:pt x="159829" y="335089"/>
                  </a:lnTo>
                  <a:lnTo>
                    <a:pt x="160591" y="339471"/>
                  </a:lnTo>
                  <a:lnTo>
                    <a:pt x="160591" y="330161"/>
                  </a:lnTo>
                  <a:lnTo>
                    <a:pt x="159156" y="328612"/>
                  </a:lnTo>
                  <a:lnTo>
                    <a:pt x="156108" y="324612"/>
                  </a:lnTo>
                  <a:lnTo>
                    <a:pt x="154393" y="321094"/>
                  </a:lnTo>
                  <a:lnTo>
                    <a:pt x="154012" y="318046"/>
                  </a:lnTo>
                  <a:lnTo>
                    <a:pt x="154965" y="312902"/>
                  </a:lnTo>
                  <a:lnTo>
                    <a:pt x="157924" y="308521"/>
                  </a:lnTo>
                  <a:lnTo>
                    <a:pt x="162877" y="304901"/>
                  </a:lnTo>
                  <a:lnTo>
                    <a:pt x="168402" y="300710"/>
                  </a:lnTo>
                  <a:lnTo>
                    <a:pt x="171538" y="295859"/>
                  </a:lnTo>
                  <a:lnTo>
                    <a:pt x="172135" y="291465"/>
                  </a:lnTo>
                  <a:lnTo>
                    <a:pt x="277749" y="291465"/>
                  </a:lnTo>
                  <a:lnTo>
                    <a:pt x="277749" y="285750"/>
                  </a:lnTo>
                  <a:lnTo>
                    <a:pt x="171056" y="285750"/>
                  </a:lnTo>
                  <a:lnTo>
                    <a:pt x="169824" y="283286"/>
                  </a:lnTo>
                  <a:lnTo>
                    <a:pt x="167157" y="280035"/>
                  </a:lnTo>
                  <a:lnTo>
                    <a:pt x="160591" y="273011"/>
                  </a:lnTo>
                  <a:lnTo>
                    <a:pt x="160591" y="282321"/>
                  </a:lnTo>
                  <a:lnTo>
                    <a:pt x="159931" y="285750"/>
                  </a:lnTo>
                  <a:lnTo>
                    <a:pt x="28003" y="285750"/>
                  </a:lnTo>
                  <a:lnTo>
                    <a:pt x="28003" y="234315"/>
                  </a:lnTo>
                  <a:lnTo>
                    <a:pt x="156806" y="234315"/>
                  </a:lnTo>
                  <a:lnTo>
                    <a:pt x="156679" y="234505"/>
                  </a:lnTo>
                  <a:lnTo>
                    <a:pt x="151726" y="238315"/>
                  </a:lnTo>
                  <a:lnTo>
                    <a:pt x="146202" y="242138"/>
                  </a:lnTo>
                  <a:lnTo>
                    <a:pt x="143065" y="246888"/>
                  </a:lnTo>
                  <a:lnTo>
                    <a:pt x="142303" y="252603"/>
                  </a:lnTo>
                  <a:lnTo>
                    <a:pt x="143065" y="256222"/>
                  </a:lnTo>
                  <a:lnTo>
                    <a:pt x="144780" y="259651"/>
                  </a:lnTo>
                  <a:lnTo>
                    <a:pt x="147447" y="262890"/>
                  </a:lnTo>
                  <a:lnTo>
                    <a:pt x="155155" y="271462"/>
                  </a:lnTo>
                  <a:lnTo>
                    <a:pt x="158013" y="274320"/>
                  </a:lnTo>
                  <a:lnTo>
                    <a:pt x="159829" y="277939"/>
                  </a:lnTo>
                  <a:lnTo>
                    <a:pt x="160591" y="282321"/>
                  </a:lnTo>
                  <a:lnTo>
                    <a:pt x="160591" y="273011"/>
                  </a:lnTo>
                  <a:lnTo>
                    <a:pt x="159156" y="271462"/>
                  </a:lnTo>
                  <a:lnTo>
                    <a:pt x="156108" y="267462"/>
                  </a:lnTo>
                  <a:lnTo>
                    <a:pt x="154393" y="263944"/>
                  </a:lnTo>
                  <a:lnTo>
                    <a:pt x="154012" y="260896"/>
                  </a:lnTo>
                  <a:lnTo>
                    <a:pt x="154965" y="255752"/>
                  </a:lnTo>
                  <a:lnTo>
                    <a:pt x="157924" y="251371"/>
                  </a:lnTo>
                  <a:lnTo>
                    <a:pt x="162877" y="247751"/>
                  </a:lnTo>
                  <a:lnTo>
                    <a:pt x="168402" y="243560"/>
                  </a:lnTo>
                  <a:lnTo>
                    <a:pt x="171538" y="238709"/>
                  </a:lnTo>
                  <a:lnTo>
                    <a:pt x="172135" y="234315"/>
                  </a:lnTo>
                  <a:lnTo>
                    <a:pt x="277749" y="234315"/>
                  </a:lnTo>
                  <a:lnTo>
                    <a:pt x="277749" y="228600"/>
                  </a:lnTo>
                  <a:lnTo>
                    <a:pt x="248107" y="228600"/>
                  </a:lnTo>
                  <a:lnTo>
                    <a:pt x="255676" y="226529"/>
                  </a:lnTo>
                  <a:lnTo>
                    <a:pt x="263804" y="222948"/>
                  </a:lnTo>
                  <a:lnTo>
                    <a:pt x="271741" y="218033"/>
                  </a:lnTo>
                  <a:lnTo>
                    <a:pt x="277749" y="212801"/>
                  </a:lnTo>
                  <a:lnTo>
                    <a:pt x="277749" y="171450"/>
                  </a:lnTo>
                  <a:lnTo>
                    <a:pt x="274243" y="171450"/>
                  </a:lnTo>
                  <a:lnTo>
                    <a:pt x="269265" y="170129"/>
                  </a:lnTo>
                  <a:lnTo>
                    <a:pt x="260883" y="170307"/>
                  </a:lnTo>
                  <a:lnTo>
                    <a:pt x="252958" y="171272"/>
                  </a:lnTo>
                  <a:lnTo>
                    <a:pt x="252361" y="171450"/>
                  </a:lnTo>
                  <a:lnTo>
                    <a:pt x="237756" y="171450"/>
                  </a:lnTo>
                  <a:lnTo>
                    <a:pt x="237756" y="177165"/>
                  </a:lnTo>
                  <a:lnTo>
                    <a:pt x="237528" y="177279"/>
                  </a:lnTo>
                  <a:lnTo>
                    <a:pt x="230022" y="182308"/>
                  </a:lnTo>
                  <a:lnTo>
                    <a:pt x="223329" y="188125"/>
                  </a:lnTo>
                  <a:lnTo>
                    <a:pt x="218389" y="194386"/>
                  </a:lnTo>
                  <a:lnTo>
                    <a:pt x="215188" y="201117"/>
                  </a:lnTo>
                  <a:lnTo>
                    <a:pt x="213741" y="208318"/>
                  </a:lnTo>
                  <a:lnTo>
                    <a:pt x="213931" y="214795"/>
                  </a:lnTo>
                  <a:lnTo>
                    <a:pt x="216408" y="220027"/>
                  </a:lnTo>
                  <a:lnTo>
                    <a:pt x="221170" y="224028"/>
                  </a:lnTo>
                  <a:lnTo>
                    <a:pt x="225742" y="227647"/>
                  </a:lnTo>
                  <a:lnTo>
                    <a:pt x="228663" y="228600"/>
                  </a:lnTo>
                  <a:lnTo>
                    <a:pt x="171056" y="228600"/>
                  </a:lnTo>
                  <a:lnTo>
                    <a:pt x="169824" y="226136"/>
                  </a:lnTo>
                  <a:lnTo>
                    <a:pt x="167157" y="222885"/>
                  </a:lnTo>
                  <a:lnTo>
                    <a:pt x="160591" y="215861"/>
                  </a:lnTo>
                  <a:lnTo>
                    <a:pt x="160591" y="225171"/>
                  </a:lnTo>
                  <a:lnTo>
                    <a:pt x="159931" y="228600"/>
                  </a:lnTo>
                  <a:lnTo>
                    <a:pt x="28003" y="228600"/>
                  </a:lnTo>
                  <a:lnTo>
                    <a:pt x="28003" y="177165"/>
                  </a:lnTo>
                  <a:lnTo>
                    <a:pt x="156806" y="177165"/>
                  </a:lnTo>
                  <a:lnTo>
                    <a:pt x="156679" y="177355"/>
                  </a:lnTo>
                  <a:lnTo>
                    <a:pt x="151726" y="181165"/>
                  </a:lnTo>
                  <a:lnTo>
                    <a:pt x="146202" y="184988"/>
                  </a:lnTo>
                  <a:lnTo>
                    <a:pt x="143065" y="189738"/>
                  </a:lnTo>
                  <a:lnTo>
                    <a:pt x="142303" y="195453"/>
                  </a:lnTo>
                  <a:lnTo>
                    <a:pt x="143065" y="199072"/>
                  </a:lnTo>
                  <a:lnTo>
                    <a:pt x="144780" y="202501"/>
                  </a:lnTo>
                  <a:lnTo>
                    <a:pt x="147447" y="205740"/>
                  </a:lnTo>
                  <a:lnTo>
                    <a:pt x="155155" y="214312"/>
                  </a:lnTo>
                  <a:lnTo>
                    <a:pt x="158013" y="217170"/>
                  </a:lnTo>
                  <a:lnTo>
                    <a:pt x="159829" y="220789"/>
                  </a:lnTo>
                  <a:lnTo>
                    <a:pt x="160591" y="225171"/>
                  </a:lnTo>
                  <a:lnTo>
                    <a:pt x="160591" y="215861"/>
                  </a:lnTo>
                  <a:lnTo>
                    <a:pt x="159156" y="214312"/>
                  </a:lnTo>
                  <a:lnTo>
                    <a:pt x="156108" y="210312"/>
                  </a:lnTo>
                  <a:lnTo>
                    <a:pt x="154393" y="206794"/>
                  </a:lnTo>
                  <a:lnTo>
                    <a:pt x="154012" y="203746"/>
                  </a:lnTo>
                  <a:lnTo>
                    <a:pt x="154965" y="198602"/>
                  </a:lnTo>
                  <a:lnTo>
                    <a:pt x="157924" y="194221"/>
                  </a:lnTo>
                  <a:lnTo>
                    <a:pt x="162877" y="190601"/>
                  </a:lnTo>
                  <a:lnTo>
                    <a:pt x="168402" y="186410"/>
                  </a:lnTo>
                  <a:lnTo>
                    <a:pt x="171538" y="181559"/>
                  </a:lnTo>
                  <a:lnTo>
                    <a:pt x="172135" y="177165"/>
                  </a:lnTo>
                  <a:lnTo>
                    <a:pt x="237756" y="177165"/>
                  </a:lnTo>
                  <a:lnTo>
                    <a:pt x="237756" y="171450"/>
                  </a:lnTo>
                  <a:lnTo>
                    <a:pt x="171056" y="171450"/>
                  </a:lnTo>
                  <a:lnTo>
                    <a:pt x="169824" y="168986"/>
                  </a:lnTo>
                  <a:lnTo>
                    <a:pt x="167157" y="165735"/>
                  </a:lnTo>
                  <a:lnTo>
                    <a:pt x="159156" y="157162"/>
                  </a:lnTo>
                  <a:lnTo>
                    <a:pt x="155155" y="157162"/>
                  </a:lnTo>
                  <a:lnTo>
                    <a:pt x="158013" y="160020"/>
                  </a:lnTo>
                  <a:lnTo>
                    <a:pt x="159829" y="163639"/>
                  </a:lnTo>
                  <a:lnTo>
                    <a:pt x="160591" y="168021"/>
                  </a:lnTo>
                  <a:lnTo>
                    <a:pt x="159931" y="171450"/>
                  </a:lnTo>
                  <a:lnTo>
                    <a:pt x="28003" y="171450"/>
                  </a:lnTo>
                  <a:lnTo>
                    <a:pt x="28003" y="120015"/>
                  </a:lnTo>
                  <a:lnTo>
                    <a:pt x="277749" y="120015"/>
                  </a:lnTo>
                  <a:lnTo>
                    <a:pt x="277749" y="114300"/>
                  </a:lnTo>
                  <a:lnTo>
                    <a:pt x="15303" y="114300"/>
                  </a:lnTo>
                  <a:lnTo>
                    <a:pt x="15303" y="120015"/>
                  </a:lnTo>
                  <a:lnTo>
                    <a:pt x="17995" y="120015"/>
                  </a:lnTo>
                  <a:lnTo>
                    <a:pt x="17995" y="171450"/>
                  </a:lnTo>
                  <a:lnTo>
                    <a:pt x="15303" y="171450"/>
                  </a:lnTo>
                  <a:lnTo>
                    <a:pt x="15303" y="177165"/>
                  </a:lnTo>
                  <a:lnTo>
                    <a:pt x="17995" y="177165"/>
                  </a:lnTo>
                  <a:lnTo>
                    <a:pt x="17995" y="228600"/>
                  </a:lnTo>
                  <a:lnTo>
                    <a:pt x="15303" y="228600"/>
                  </a:lnTo>
                  <a:lnTo>
                    <a:pt x="15303" y="234315"/>
                  </a:lnTo>
                  <a:lnTo>
                    <a:pt x="17995" y="234315"/>
                  </a:lnTo>
                  <a:lnTo>
                    <a:pt x="17995" y="285750"/>
                  </a:lnTo>
                  <a:lnTo>
                    <a:pt x="15303" y="285750"/>
                  </a:lnTo>
                  <a:lnTo>
                    <a:pt x="15303" y="291465"/>
                  </a:lnTo>
                  <a:lnTo>
                    <a:pt x="17995" y="291465"/>
                  </a:lnTo>
                  <a:lnTo>
                    <a:pt x="17995" y="342900"/>
                  </a:lnTo>
                  <a:lnTo>
                    <a:pt x="15303" y="342900"/>
                  </a:lnTo>
                  <a:lnTo>
                    <a:pt x="15303" y="348615"/>
                  </a:lnTo>
                  <a:lnTo>
                    <a:pt x="17995" y="348615"/>
                  </a:lnTo>
                  <a:lnTo>
                    <a:pt x="28003" y="348615"/>
                  </a:lnTo>
                  <a:lnTo>
                    <a:pt x="156806" y="348615"/>
                  </a:lnTo>
                  <a:lnTo>
                    <a:pt x="156679" y="348805"/>
                  </a:lnTo>
                  <a:lnTo>
                    <a:pt x="151726" y="352615"/>
                  </a:lnTo>
                  <a:lnTo>
                    <a:pt x="146202" y="356438"/>
                  </a:lnTo>
                  <a:lnTo>
                    <a:pt x="143065" y="361188"/>
                  </a:lnTo>
                  <a:lnTo>
                    <a:pt x="142303" y="366903"/>
                  </a:lnTo>
                  <a:lnTo>
                    <a:pt x="143065" y="370522"/>
                  </a:lnTo>
                  <a:lnTo>
                    <a:pt x="144780" y="373951"/>
                  </a:lnTo>
                  <a:lnTo>
                    <a:pt x="147447" y="377190"/>
                  </a:lnTo>
                  <a:lnTo>
                    <a:pt x="155155" y="385762"/>
                  </a:lnTo>
                  <a:lnTo>
                    <a:pt x="159156" y="385762"/>
                  </a:lnTo>
                  <a:lnTo>
                    <a:pt x="156108" y="381762"/>
                  </a:lnTo>
                  <a:lnTo>
                    <a:pt x="154393" y="378244"/>
                  </a:lnTo>
                  <a:lnTo>
                    <a:pt x="154012" y="375196"/>
                  </a:lnTo>
                  <a:lnTo>
                    <a:pt x="154965" y="370052"/>
                  </a:lnTo>
                  <a:lnTo>
                    <a:pt x="157924" y="365671"/>
                  </a:lnTo>
                  <a:lnTo>
                    <a:pt x="162877" y="362051"/>
                  </a:lnTo>
                  <a:lnTo>
                    <a:pt x="168402" y="357860"/>
                  </a:lnTo>
                  <a:lnTo>
                    <a:pt x="171538" y="353009"/>
                  </a:lnTo>
                  <a:lnTo>
                    <a:pt x="172135" y="348615"/>
                  </a:lnTo>
                  <a:lnTo>
                    <a:pt x="214249" y="348615"/>
                  </a:lnTo>
                  <a:lnTo>
                    <a:pt x="213741" y="351193"/>
                  </a:lnTo>
                  <a:lnTo>
                    <a:pt x="213931" y="357670"/>
                  </a:lnTo>
                  <a:lnTo>
                    <a:pt x="216408" y="362902"/>
                  </a:lnTo>
                  <a:lnTo>
                    <a:pt x="221170" y="366903"/>
                  </a:lnTo>
                  <a:lnTo>
                    <a:pt x="225742" y="370522"/>
                  </a:lnTo>
                  <a:lnTo>
                    <a:pt x="231648" y="372440"/>
                  </a:lnTo>
                  <a:lnTo>
                    <a:pt x="238887" y="372618"/>
                  </a:lnTo>
                  <a:lnTo>
                    <a:pt x="247370" y="371678"/>
                  </a:lnTo>
                  <a:lnTo>
                    <a:pt x="283387" y="348615"/>
                  </a:lnTo>
                  <a:lnTo>
                    <a:pt x="383692" y="348615"/>
                  </a:lnTo>
                  <a:lnTo>
                    <a:pt x="383565" y="348805"/>
                  </a:lnTo>
                  <a:lnTo>
                    <a:pt x="378612" y="352615"/>
                  </a:lnTo>
                  <a:lnTo>
                    <a:pt x="373087" y="356438"/>
                  </a:lnTo>
                  <a:lnTo>
                    <a:pt x="369951" y="361188"/>
                  </a:lnTo>
                  <a:lnTo>
                    <a:pt x="369189" y="366903"/>
                  </a:lnTo>
                  <a:lnTo>
                    <a:pt x="369951" y="370522"/>
                  </a:lnTo>
                  <a:lnTo>
                    <a:pt x="371665" y="373951"/>
                  </a:lnTo>
                  <a:lnTo>
                    <a:pt x="374332" y="377190"/>
                  </a:lnTo>
                  <a:lnTo>
                    <a:pt x="382041" y="385762"/>
                  </a:lnTo>
                  <a:lnTo>
                    <a:pt x="384898" y="388620"/>
                  </a:lnTo>
                  <a:lnTo>
                    <a:pt x="386715" y="392239"/>
                  </a:lnTo>
                  <a:lnTo>
                    <a:pt x="373087" y="413588"/>
                  </a:lnTo>
                  <a:lnTo>
                    <a:pt x="369951" y="418338"/>
                  </a:lnTo>
                  <a:lnTo>
                    <a:pt x="369189" y="424053"/>
                  </a:lnTo>
                  <a:lnTo>
                    <a:pt x="369951" y="427672"/>
                  </a:lnTo>
                  <a:lnTo>
                    <a:pt x="371665" y="431101"/>
                  </a:lnTo>
                  <a:lnTo>
                    <a:pt x="374332" y="434340"/>
                  </a:lnTo>
                  <a:lnTo>
                    <a:pt x="382041" y="442912"/>
                  </a:lnTo>
                  <a:lnTo>
                    <a:pt x="386041" y="442912"/>
                  </a:lnTo>
                  <a:lnTo>
                    <a:pt x="382993" y="438912"/>
                  </a:lnTo>
                  <a:lnTo>
                    <a:pt x="381279" y="435394"/>
                  </a:lnTo>
                  <a:lnTo>
                    <a:pt x="380898" y="432346"/>
                  </a:lnTo>
                  <a:lnTo>
                    <a:pt x="381850" y="427202"/>
                  </a:lnTo>
                  <a:lnTo>
                    <a:pt x="384810" y="422821"/>
                  </a:lnTo>
                  <a:lnTo>
                    <a:pt x="389763" y="419201"/>
                  </a:lnTo>
                  <a:lnTo>
                    <a:pt x="395287" y="415010"/>
                  </a:lnTo>
                  <a:lnTo>
                    <a:pt x="398424" y="410159"/>
                  </a:lnTo>
                  <a:lnTo>
                    <a:pt x="399186" y="404622"/>
                  </a:lnTo>
                  <a:lnTo>
                    <a:pt x="398424" y="401015"/>
                  </a:lnTo>
                  <a:lnTo>
                    <a:pt x="396709" y="397586"/>
                  </a:lnTo>
                  <a:lnTo>
                    <a:pt x="394042" y="394335"/>
                  </a:lnTo>
                  <a:lnTo>
                    <a:pt x="386041" y="385762"/>
                  </a:lnTo>
                  <a:lnTo>
                    <a:pt x="382993" y="381762"/>
                  </a:lnTo>
                  <a:lnTo>
                    <a:pt x="381279" y="378244"/>
                  </a:lnTo>
                  <a:lnTo>
                    <a:pt x="380898" y="375196"/>
                  </a:lnTo>
                  <a:lnTo>
                    <a:pt x="381850" y="370052"/>
                  </a:lnTo>
                  <a:lnTo>
                    <a:pt x="384810" y="365671"/>
                  </a:lnTo>
                  <a:lnTo>
                    <a:pt x="389763" y="362051"/>
                  </a:lnTo>
                  <a:lnTo>
                    <a:pt x="395287" y="357860"/>
                  </a:lnTo>
                  <a:lnTo>
                    <a:pt x="398424" y="353009"/>
                  </a:lnTo>
                  <a:lnTo>
                    <a:pt x="399021" y="348615"/>
                  </a:lnTo>
                  <a:lnTo>
                    <a:pt x="504634" y="348615"/>
                  </a:lnTo>
                  <a:lnTo>
                    <a:pt x="504634" y="373456"/>
                  </a:lnTo>
                  <a:lnTo>
                    <a:pt x="502627" y="371868"/>
                  </a:lnTo>
                  <a:lnTo>
                    <a:pt x="496150" y="370154"/>
                  </a:lnTo>
                  <a:lnTo>
                    <a:pt x="456907" y="382333"/>
                  </a:lnTo>
                  <a:lnTo>
                    <a:pt x="444284" y="396481"/>
                  </a:lnTo>
                  <a:lnTo>
                    <a:pt x="424103" y="396481"/>
                  </a:lnTo>
                  <a:lnTo>
                    <a:pt x="424103" y="403631"/>
                  </a:lnTo>
                  <a:lnTo>
                    <a:pt x="441566" y="403631"/>
                  </a:lnTo>
                  <a:lnTo>
                    <a:pt x="440626" y="408343"/>
                  </a:lnTo>
                  <a:lnTo>
                    <a:pt x="465772" y="429768"/>
                  </a:lnTo>
                  <a:lnTo>
                    <a:pt x="474256" y="428828"/>
                  </a:lnTo>
                  <a:lnTo>
                    <a:pt x="510273" y="405765"/>
                  </a:lnTo>
                  <a:lnTo>
                    <a:pt x="511238" y="403631"/>
                  </a:lnTo>
                  <a:lnTo>
                    <a:pt x="535254" y="403631"/>
                  </a:lnTo>
                  <a:lnTo>
                    <a:pt x="535254" y="396481"/>
                  </a:lnTo>
                  <a:lnTo>
                    <a:pt x="513905" y="396481"/>
                  </a:lnTo>
                  <a:lnTo>
                    <a:pt x="514921" y="391198"/>
                  </a:lnTo>
                  <a:lnTo>
                    <a:pt x="514731" y="383959"/>
                  </a:lnTo>
                  <a:lnTo>
                    <a:pt x="514629" y="383755"/>
                  </a:lnTo>
                  <a:lnTo>
                    <a:pt x="514629" y="348615"/>
                  </a:lnTo>
                  <a:lnTo>
                    <a:pt x="658723" y="348615"/>
                  </a:lnTo>
                  <a:lnTo>
                    <a:pt x="658215" y="351193"/>
                  </a:lnTo>
                  <a:lnTo>
                    <a:pt x="658406" y="357670"/>
                  </a:lnTo>
                  <a:lnTo>
                    <a:pt x="683361" y="372618"/>
                  </a:lnTo>
                  <a:lnTo>
                    <a:pt x="691845" y="371678"/>
                  </a:lnTo>
                  <a:lnTo>
                    <a:pt x="727875" y="348615"/>
                  </a:lnTo>
                  <a:lnTo>
                    <a:pt x="1089304" y="348615"/>
                  </a:lnTo>
                  <a:lnTo>
                    <a:pt x="1089304" y="342900"/>
                  </a:lnTo>
                  <a:lnTo>
                    <a:pt x="885812" y="342900"/>
                  </a:lnTo>
                  <a:lnTo>
                    <a:pt x="885812" y="291465"/>
                  </a:lnTo>
                  <a:lnTo>
                    <a:pt x="1089304" y="291465"/>
                  </a:lnTo>
                  <a:lnTo>
                    <a:pt x="1089304" y="285750"/>
                  </a:lnTo>
                  <a:lnTo>
                    <a:pt x="885812" y="285750"/>
                  </a:lnTo>
                  <a:lnTo>
                    <a:pt x="885812" y="234315"/>
                  </a:lnTo>
                  <a:lnTo>
                    <a:pt x="1089304" y="234315"/>
                  </a:lnTo>
                  <a:lnTo>
                    <a:pt x="1089304" y="228600"/>
                  </a:lnTo>
                  <a:lnTo>
                    <a:pt x="885812" y="228600"/>
                  </a:lnTo>
                  <a:lnTo>
                    <a:pt x="885812" y="177165"/>
                  </a:lnTo>
                  <a:lnTo>
                    <a:pt x="1089304" y="177165"/>
                  </a:lnTo>
                  <a:lnTo>
                    <a:pt x="1089304" y="171450"/>
                  </a:lnTo>
                  <a:lnTo>
                    <a:pt x="910170" y="171450"/>
                  </a:lnTo>
                  <a:lnTo>
                    <a:pt x="917740" y="169379"/>
                  </a:lnTo>
                  <a:lnTo>
                    <a:pt x="948651" y="141592"/>
                  </a:lnTo>
                  <a:lnTo>
                    <a:pt x="950099" y="134023"/>
                  </a:lnTo>
                  <a:lnTo>
                    <a:pt x="949909" y="126784"/>
                  </a:lnTo>
                  <a:lnTo>
                    <a:pt x="947343" y="121551"/>
                  </a:lnTo>
                  <a:lnTo>
                    <a:pt x="944994" y="120015"/>
                  </a:lnTo>
                  <a:lnTo>
                    <a:pt x="1089304" y="120015"/>
                  </a:lnTo>
                  <a:lnTo>
                    <a:pt x="1089304" y="114300"/>
                  </a:lnTo>
                  <a:close/>
                </a:path>
                <a:path w="1102360" h="443229">
                  <a:moveTo>
                    <a:pt x="1102004" y="116586"/>
                  </a:moveTo>
                  <a:lnTo>
                    <a:pt x="1093431" y="116586"/>
                  </a:lnTo>
                  <a:lnTo>
                    <a:pt x="1093431" y="348615"/>
                  </a:lnTo>
                  <a:lnTo>
                    <a:pt x="1102004" y="348615"/>
                  </a:lnTo>
                  <a:lnTo>
                    <a:pt x="1102004" y="1165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>
              <a:extLst>
                <a:ext uri="{FF2B5EF4-FFF2-40B4-BE49-F238E27FC236}">
                  <a16:creationId xmlns:a16="http://schemas.microsoft.com/office/drawing/2014/main" id="{F89AB45C-B468-3BA2-C5BC-F0565BF3B4C3}"/>
                </a:ext>
              </a:extLst>
            </p:cNvPr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201585" y="8942194"/>
              <a:ext cx="179355" cy="133921"/>
            </a:xfrm>
            <a:prstGeom prst="rect">
              <a:avLst/>
            </a:prstGeom>
          </p:spPr>
        </p:pic>
      </p:grpSp>
      <p:sp>
        <p:nvSpPr>
          <p:cNvPr id="95" name="object 95">
            <a:extLst>
              <a:ext uri="{FF2B5EF4-FFF2-40B4-BE49-F238E27FC236}">
                <a16:creationId xmlns:a16="http://schemas.microsoft.com/office/drawing/2014/main" id="{A239237D-9F5A-A972-EEE4-668B436DE263}"/>
              </a:ext>
            </a:extLst>
          </p:cNvPr>
          <p:cNvSpPr txBox="1"/>
          <p:nvPr/>
        </p:nvSpPr>
        <p:spPr>
          <a:xfrm>
            <a:off x="266700" y="8334753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45" dirty="0">
                <a:latin typeface="Bauer Bodoni Std Bold Cond" panose="02070903080706020303" pitchFamily="18" charset="77"/>
                <a:cs typeface="Georgia"/>
              </a:rPr>
              <a:t>30</a:t>
            </a:r>
            <a:endParaRPr sz="750" b="1">
              <a:latin typeface="Bauer Bodoni Std Bold Cond" panose="02070903080706020303" pitchFamily="18" charset="77"/>
              <a:cs typeface="Georgia"/>
            </a:endParaRPr>
          </a:p>
        </p:txBody>
      </p:sp>
      <p:sp>
        <p:nvSpPr>
          <p:cNvPr id="96" name="object 96">
            <a:extLst>
              <a:ext uri="{FF2B5EF4-FFF2-40B4-BE49-F238E27FC236}">
                <a16:creationId xmlns:a16="http://schemas.microsoft.com/office/drawing/2014/main" id="{6DB4A019-0833-7C81-7F0B-D4E0585C8D6F}"/>
              </a:ext>
            </a:extLst>
          </p:cNvPr>
          <p:cNvSpPr txBox="1"/>
          <p:nvPr/>
        </p:nvSpPr>
        <p:spPr>
          <a:xfrm>
            <a:off x="4223174" y="8315703"/>
            <a:ext cx="43688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Bauer Bodoni Std Bold Cond" panose="02070903080706020303" pitchFamily="18" charset="77"/>
                <a:cs typeface="Georgia"/>
              </a:rPr>
              <a:t>a</a:t>
            </a:r>
            <a:r>
              <a:rPr sz="900" b="1" spc="-10" dirty="0">
                <a:latin typeface="Bauer Bodoni Std Bold Cond" panose="02070903080706020303" pitchFamily="18" charset="77"/>
                <a:cs typeface="Georgia"/>
              </a:rPr>
              <a:t> </a:t>
            </a:r>
            <a:r>
              <a:rPr sz="900" b="1" spc="-20" dirty="0">
                <a:latin typeface="Bauer Bodoni Std Bold Cond" panose="02070903080706020303" pitchFamily="18" charset="77"/>
                <a:cs typeface="Georgia"/>
              </a:rPr>
              <a:t>tempo</a:t>
            </a:r>
            <a:endParaRPr sz="900" b="1" dirty="0">
              <a:latin typeface="Bauer Bodoni Std Bold Cond" panose="02070903080706020303" pitchFamily="18" charset="77"/>
              <a:cs typeface="Georgia"/>
            </a:endParaRPr>
          </a:p>
        </p:txBody>
      </p:sp>
      <p:grpSp>
        <p:nvGrpSpPr>
          <p:cNvPr id="97" name="object 97">
            <a:extLst>
              <a:ext uri="{FF2B5EF4-FFF2-40B4-BE49-F238E27FC236}">
                <a16:creationId xmlns:a16="http://schemas.microsoft.com/office/drawing/2014/main" id="{8CC5AF83-4C04-1297-4B84-B53AB3D2024E}"/>
              </a:ext>
            </a:extLst>
          </p:cNvPr>
          <p:cNvGrpSpPr/>
          <p:nvPr/>
        </p:nvGrpSpPr>
        <p:grpSpPr>
          <a:xfrm>
            <a:off x="266700" y="8471278"/>
            <a:ext cx="7014845" cy="1376680"/>
            <a:chOff x="266700" y="8471278"/>
            <a:chExt cx="7014845" cy="1376680"/>
          </a:xfrm>
        </p:grpSpPr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4B7C2B32-8129-09E3-EB85-94726BBDBFBC}"/>
                </a:ext>
              </a:extLst>
            </p:cNvPr>
            <p:cNvSpPr/>
            <p:nvPr/>
          </p:nvSpPr>
          <p:spPr>
            <a:xfrm>
              <a:off x="5111432" y="8553866"/>
              <a:ext cx="1087120" cy="418465"/>
            </a:xfrm>
            <a:custGeom>
              <a:avLst/>
              <a:gdLst/>
              <a:ahLst/>
              <a:cxnLst/>
              <a:rect l="l" t="t" r="r" b="b"/>
              <a:pathLst>
                <a:path w="1087120" h="418465">
                  <a:moveTo>
                    <a:pt x="1074000" y="60286"/>
                  </a:moveTo>
                  <a:lnTo>
                    <a:pt x="715848" y="60286"/>
                  </a:lnTo>
                  <a:lnTo>
                    <a:pt x="717207" y="54000"/>
                  </a:lnTo>
                  <a:lnTo>
                    <a:pt x="717969" y="45250"/>
                  </a:lnTo>
                  <a:lnTo>
                    <a:pt x="715098" y="38290"/>
                  </a:lnTo>
                  <a:lnTo>
                    <a:pt x="715022" y="38100"/>
                  </a:lnTo>
                  <a:lnTo>
                    <a:pt x="709498" y="33528"/>
                  </a:lnTo>
                  <a:lnTo>
                    <a:pt x="709498" y="42862"/>
                  </a:lnTo>
                  <a:lnTo>
                    <a:pt x="709498" y="46482"/>
                  </a:lnTo>
                  <a:lnTo>
                    <a:pt x="707491" y="50673"/>
                  </a:lnTo>
                  <a:lnTo>
                    <a:pt x="703491" y="55435"/>
                  </a:lnTo>
                  <a:lnTo>
                    <a:pt x="697903" y="60286"/>
                  </a:lnTo>
                  <a:lnTo>
                    <a:pt x="691311" y="60286"/>
                  </a:lnTo>
                  <a:lnTo>
                    <a:pt x="691311" y="66001"/>
                  </a:lnTo>
                  <a:lnTo>
                    <a:pt x="660628" y="81343"/>
                  </a:lnTo>
                  <a:lnTo>
                    <a:pt x="656628" y="81153"/>
                  </a:lnTo>
                  <a:lnTo>
                    <a:pt x="652919" y="80810"/>
                  </a:lnTo>
                  <a:lnTo>
                    <a:pt x="652919" y="71716"/>
                  </a:lnTo>
                  <a:lnTo>
                    <a:pt x="651941" y="71716"/>
                  </a:lnTo>
                  <a:lnTo>
                    <a:pt x="652132" y="70942"/>
                  </a:lnTo>
                  <a:lnTo>
                    <a:pt x="655040" y="66001"/>
                  </a:lnTo>
                  <a:lnTo>
                    <a:pt x="691311" y="66001"/>
                  </a:lnTo>
                  <a:lnTo>
                    <a:pt x="691311" y="60286"/>
                  </a:lnTo>
                  <a:lnTo>
                    <a:pt x="660222" y="60286"/>
                  </a:lnTo>
                  <a:lnTo>
                    <a:pt x="671106" y="51435"/>
                  </a:lnTo>
                  <a:lnTo>
                    <a:pt x="676922" y="47713"/>
                  </a:lnTo>
                  <a:lnTo>
                    <a:pt x="684352" y="43713"/>
                  </a:lnTo>
                  <a:lnTo>
                    <a:pt x="691972" y="39903"/>
                  </a:lnTo>
                  <a:lnTo>
                    <a:pt x="698639" y="38290"/>
                  </a:lnTo>
                  <a:lnTo>
                    <a:pt x="704354" y="38862"/>
                  </a:lnTo>
                  <a:lnTo>
                    <a:pt x="707212" y="39243"/>
                  </a:lnTo>
                  <a:lnTo>
                    <a:pt x="708926" y="40576"/>
                  </a:lnTo>
                  <a:lnTo>
                    <a:pt x="709498" y="42862"/>
                  </a:lnTo>
                  <a:lnTo>
                    <a:pt x="709498" y="33528"/>
                  </a:lnTo>
                  <a:lnTo>
                    <a:pt x="708355" y="32575"/>
                  </a:lnTo>
                  <a:lnTo>
                    <a:pt x="703211" y="29718"/>
                  </a:lnTo>
                  <a:lnTo>
                    <a:pt x="697395" y="28575"/>
                  </a:lnTo>
                  <a:lnTo>
                    <a:pt x="690918" y="29146"/>
                  </a:lnTo>
                  <a:lnTo>
                    <a:pt x="652894" y="45758"/>
                  </a:lnTo>
                  <a:lnTo>
                    <a:pt x="644398" y="60286"/>
                  </a:lnTo>
                  <a:lnTo>
                    <a:pt x="643204" y="60286"/>
                  </a:lnTo>
                  <a:lnTo>
                    <a:pt x="643204" y="66001"/>
                  </a:lnTo>
                  <a:lnTo>
                    <a:pt x="642251" y="74764"/>
                  </a:lnTo>
                  <a:lnTo>
                    <a:pt x="642912" y="76377"/>
                  </a:lnTo>
                  <a:lnTo>
                    <a:pt x="642912" y="117436"/>
                  </a:lnTo>
                  <a:lnTo>
                    <a:pt x="642912" y="123151"/>
                  </a:lnTo>
                  <a:lnTo>
                    <a:pt x="642912" y="154432"/>
                  </a:lnTo>
                  <a:lnTo>
                    <a:pt x="642251" y="160489"/>
                  </a:lnTo>
                  <a:lnTo>
                    <a:pt x="642912" y="162102"/>
                  </a:lnTo>
                  <a:lnTo>
                    <a:pt x="642912" y="288886"/>
                  </a:lnTo>
                  <a:lnTo>
                    <a:pt x="435330" y="288886"/>
                  </a:lnTo>
                  <a:lnTo>
                    <a:pt x="435330" y="237451"/>
                  </a:lnTo>
                  <a:lnTo>
                    <a:pt x="642912" y="237451"/>
                  </a:lnTo>
                  <a:lnTo>
                    <a:pt x="642912" y="231736"/>
                  </a:lnTo>
                  <a:lnTo>
                    <a:pt x="463689" y="231736"/>
                  </a:lnTo>
                  <a:lnTo>
                    <a:pt x="467614" y="230670"/>
                  </a:lnTo>
                  <a:lnTo>
                    <a:pt x="475399" y="227266"/>
                  </a:lnTo>
                  <a:lnTo>
                    <a:pt x="480390" y="224218"/>
                  </a:lnTo>
                  <a:lnTo>
                    <a:pt x="483044" y="222605"/>
                  </a:lnTo>
                  <a:lnTo>
                    <a:pt x="489762" y="217030"/>
                  </a:lnTo>
                  <a:lnTo>
                    <a:pt x="494766" y="210883"/>
                  </a:lnTo>
                  <a:lnTo>
                    <a:pt x="498043" y="204165"/>
                  </a:lnTo>
                  <a:lnTo>
                    <a:pt x="499618" y="196875"/>
                  </a:lnTo>
                  <a:lnTo>
                    <a:pt x="500380" y="188125"/>
                  </a:lnTo>
                  <a:lnTo>
                    <a:pt x="497509" y="181165"/>
                  </a:lnTo>
                  <a:lnTo>
                    <a:pt x="497433" y="180975"/>
                  </a:lnTo>
                  <a:lnTo>
                    <a:pt x="496620" y="180301"/>
                  </a:lnTo>
                  <a:lnTo>
                    <a:pt x="642912" y="180301"/>
                  </a:lnTo>
                  <a:lnTo>
                    <a:pt x="642912" y="174586"/>
                  </a:lnTo>
                  <a:lnTo>
                    <a:pt x="491909" y="174586"/>
                  </a:lnTo>
                  <a:lnTo>
                    <a:pt x="491909" y="185737"/>
                  </a:lnTo>
                  <a:lnTo>
                    <a:pt x="491909" y="189357"/>
                  </a:lnTo>
                  <a:lnTo>
                    <a:pt x="459333" y="218605"/>
                  </a:lnTo>
                  <a:lnTo>
                    <a:pt x="443039" y="224218"/>
                  </a:lnTo>
                  <a:lnTo>
                    <a:pt x="439039" y="224028"/>
                  </a:lnTo>
                  <a:lnTo>
                    <a:pt x="437019" y="223850"/>
                  </a:lnTo>
                  <a:lnTo>
                    <a:pt x="437019" y="231736"/>
                  </a:lnTo>
                  <a:lnTo>
                    <a:pt x="435330" y="231736"/>
                  </a:lnTo>
                  <a:lnTo>
                    <a:pt x="435330" y="230797"/>
                  </a:lnTo>
                  <a:lnTo>
                    <a:pt x="437019" y="231736"/>
                  </a:lnTo>
                  <a:lnTo>
                    <a:pt x="437019" y="223850"/>
                  </a:lnTo>
                  <a:lnTo>
                    <a:pt x="435330" y="223685"/>
                  </a:lnTo>
                  <a:lnTo>
                    <a:pt x="435330" y="214591"/>
                  </a:lnTo>
                  <a:lnTo>
                    <a:pt x="434352" y="214591"/>
                  </a:lnTo>
                  <a:lnTo>
                    <a:pt x="466763" y="186588"/>
                  </a:lnTo>
                  <a:lnTo>
                    <a:pt x="481050" y="181165"/>
                  </a:lnTo>
                  <a:lnTo>
                    <a:pt x="486765" y="181737"/>
                  </a:lnTo>
                  <a:lnTo>
                    <a:pt x="489623" y="182118"/>
                  </a:lnTo>
                  <a:lnTo>
                    <a:pt x="491337" y="183451"/>
                  </a:lnTo>
                  <a:lnTo>
                    <a:pt x="491909" y="185737"/>
                  </a:lnTo>
                  <a:lnTo>
                    <a:pt x="491909" y="174586"/>
                  </a:lnTo>
                  <a:lnTo>
                    <a:pt x="489204" y="174586"/>
                  </a:lnTo>
                  <a:lnTo>
                    <a:pt x="485622" y="172593"/>
                  </a:lnTo>
                  <a:lnTo>
                    <a:pt x="479806" y="171450"/>
                  </a:lnTo>
                  <a:lnTo>
                    <a:pt x="473329" y="172021"/>
                  </a:lnTo>
                  <a:lnTo>
                    <a:pt x="465150" y="172935"/>
                  </a:lnTo>
                  <a:lnTo>
                    <a:pt x="459054" y="174586"/>
                  </a:lnTo>
                  <a:lnTo>
                    <a:pt x="446519" y="174586"/>
                  </a:lnTo>
                  <a:lnTo>
                    <a:pt x="446519" y="180301"/>
                  </a:lnTo>
                  <a:lnTo>
                    <a:pt x="441896" y="183159"/>
                  </a:lnTo>
                  <a:lnTo>
                    <a:pt x="435305" y="188633"/>
                  </a:lnTo>
                  <a:lnTo>
                    <a:pt x="430403" y="194741"/>
                  </a:lnTo>
                  <a:lnTo>
                    <a:pt x="427164" y="201485"/>
                  </a:lnTo>
                  <a:lnTo>
                    <a:pt x="425615" y="208889"/>
                  </a:lnTo>
                  <a:lnTo>
                    <a:pt x="424662" y="217639"/>
                  </a:lnTo>
                  <a:lnTo>
                    <a:pt x="425323" y="219252"/>
                  </a:lnTo>
                  <a:lnTo>
                    <a:pt x="425323" y="231736"/>
                  </a:lnTo>
                  <a:lnTo>
                    <a:pt x="425323" y="237451"/>
                  </a:lnTo>
                  <a:lnTo>
                    <a:pt x="425323" y="288886"/>
                  </a:lnTo>
                  <a:lnTo>
                    <a:pt x="208445" y="288886"/>
                  </a:lnTo>
                  <a:lnTo>
                    <a:pt x="208445" y="237451"/>
                  </a:lnTo>
                  <a:lnTo>
                    <a:pt x="425323" y="237451"/>
                  </a:lnTo>
                  <a:lnTo>
                    <a:pt x="425323" y="231736"/>
                  </a:lnTo>
                  <a:lnTo>
                    <a:pt x="370751" y="231736"/>
                  </a:lnTo>
                  <a:lnTo>
                    <a:pt x="367703" y="227736"/>
                  </a:lnTo>
                  <a:lnTo>
                    <a:pt x="365988" y="224218"/>
                  </a:lnTo>
                  <a:lnTo>
                    <a:pt x="365607" y="221170"/>
                  </a:lnTo>
                  <a:lnTo>
                    <a:pt x="366560" y="216027"/>
                  </a:lnTo>
                  <a:lnTo>
                    <a:pt x="369506" y="211645"/>
                  </a:lnTo>
                  <a:lnTo>
                    <a:pt x="374459" y="208026"/>
                  </a:lnTo>
                  <a:lnTo>
                    <a:pt x="379984" y="203835"/>
                  </a:lnTo>
                  <a:lnTo>
                    <a:pt x="383133" y="198983"/>
                  </a:lnTo>
                  <a:lnTo>
                    <a:pt x="383895" y="193446"/>
                  </a:lnTo>
                  <a:lnTo>
                    <a:pt x="383133" y="189839"/>
                  </a:lnTo>
                  <a:lnTo>
                    <a:pt x="381419" y="186410"/>
                  </a:lnTo>
                  <a:lnTo>
                    <a:pt x="378752" y="183159"/>
                  </a:lnTo>
                  <a:lnTo>
                    <a:pt x="376085" y="180301"/>
                  </a:lnTo>
                  <a:lnTo>
                    <a:pt x="446519" y="180301"/>
                  </a:lnTo>
                  <a:lnTo>
                    <a:pt x="446519" y="174586"/>
                  </a:lnTo>
                  <a:lnTo>
                    <a:pt x="372173" y="174586"/>
                  </a:lnTo>
                  <a:lnTo>
                    <a:pt x="372173" y="185445"/>
                  </a:lnTo>
                  <a:lnTo>
                    <a:pt x="371221" y="190411"/>
                  </a:lnTo>
                  <a:lnTo>
                    <a:pt x="368274" y="194779"/>
                  </a:lnTo>
                  <a:lnTo>
                    <a:pt x="363321" y="198589"/>
                  </a:lnTo>
                  <a:lnTo>
                    <a:pt x="357797" y="202412"/>
                  </a:lnTo>
                  <a:lnTo>
                    <a:pt x="354647" y="207162"/>
                  </a:lnTo>
                  <a:lnTo>
                    <a:pt x="353885" y="212877"/>
                  </a:lnTo>
                  <a:lnTo>
                    <a:pt x="354647" y="216496"/>
                  </a:lnTo>
                  <a:lnTo>
                    <a:pt x="356362" y="219925"/>
                  </a:lnTo>
                  <a:lnTo>
                    <a:pt x="359029" y="223164"/>
                  </a:lnTo>
                  <a:lnTo>
                    <a:pt x="366750" y="231736"/>
                  </a:lnTo>
                  <a:lnTo>
                    <a:pt x="208445" y="231736"/>
                  </a:lnTo>
                  <a:lnTo>
                    <a:pt x="208445" y="180301"/>
                  </a:lnTo>
                  <a:lnTo>
                    <a:pt x="371030" y="180301"/>
                  </a:lnTo>
                  <a:lnTo>
                    <a:pt x="371411" y="181063"/>
                  </a:lnTo>
                  <a:lnTo>
                    <a:pt x="372173" y="185445"/>
                  </a:lnTo>
                  <a:lnTo>
                    <a:pt x="372173" y="174586"/>
                  </a:lnTo>
                  <a:lnTo>
                    <a:pt x="370751" y="174586"/>
                  </a:lnTo>
                  <a:lnTo>
                    <a:pt x="366750" y="174586"/>
                  </a:lnTo>
                  <a:lnTo>
                    <a:pt x="236804" y="174586"/>
                  </a:lnTo>
                  <a:lnTo>
                    <a:pt x="240728" y="173520"/>
                  </a:lnTo>
                  <a:lnTo>
                    <a:pt x="248513" y="170116"/>
                  </a:lnTo>
                  <a:lnTo>
                    <a:pt x="253504" y="167068"/>
                  </a:lnTo>
                  <a:lnTo>
                    <a:pt x="256159" y="165455"/>
                  </a:lnTo>
                  <a:lnTo>
                    <a:pt x="273494" y="130975"/>
                  </a:lnTo>
                  <a:lnTo>
                    <a:pt x="270624" y="124015"/>
                  </a:lnTo>
                  <a:lnTo>
                    <a:pt x="270548" y="123825"/>
                  </a:lnTo>
                  <a:lnTo>
                    <a:pt x="269735" y="123151"/>
                  </a:lnTo>
                  <a:lnTo>
                    <a:pt x="642912" y="123151"/>
                  </a:lnTo>
                  <a:lnTo>
                    <a:pt x="642912" y="117436"/>
                  </a:lnTo>
                  <a:lnTo>
                    <a:pt x="265023" y="117436"/>
                  </a:lnTo>
                  <a:lnTo>
                    <a:pt x="265023" y="128587"/>
                  </a:lnTo>
                  <a:lnTo>
                    <a:pt x="265023" y="132207"/>
                  </a:lnTo>
                  <a:lnTo>
                    <a:pt x="232448" y="161455"/>
                  </a:lnTo>
                  <a:lnTo>
                    <a:pt x="216154" y="167068"/>
                  </a:lnTo>
                  <a:lnTo>
                    <a:pt x="212153" y="166878"/>
                  </a:lnTo>
                  <a:lnTo>
                    <a:pt x="210134" y="166700"/>
                  </a:lnTo>
                  <a:lnTo>
                    <a:pt x="210134" y="174586"/>
                  </a:lnTo>
                  <a:lnTo>
                    <a:pt x="208445" y="174586"/>
                  </a:lnTo>
                  <a:lnTo>
                    <a:pt x="208445" y="173647"/>
                  </a:lnTo>
                  <a:lnTo>
                    <a:pt x="210134" y="174586"/>
                  </a:lnTo>
                  <a:lnTo>
                    <a:pt x="210134" y="166700"/>
                  </a:lnTo>
                  <a:lnTo>
                    <a:pt x="208445" y="166535"/>
                  </a:lnTo>
                  <a:lnTo>
                    <a:pt x="208445" y="155333"/>
                  </a:lnTo>
                  <a:lnTo>
                    <a:pt x="239877" y="129438"/>
                  </a:lnTo>
                  <a:lnTo>
                    <a:pt x="254165" y="124015"/>
                  </a:lnTo>
                  <a:lnTo>
                    <a:pt x="259880" y="124587"/>
                  </a:lnTo>
                  <a:lnTo>
                    <a:pt x="262737" y="124968"/>
                  </a:lnTo>
                  <a:lnTo>
                    <a:pt x="264452" y="126301"/>
                  </a:lnTo>
                  <a:lnTo>
                    <a:pt x="265023" y="128587"/>
                  </a:lnTo>
                  <a:lnTo>
                    <a:pt x="265023" y="117436"/>
                  </a:lnTo>
                  <a:lnTo>
                    <a:pt x="262318" y="117436"/>
                  </a:lnTo>
                  <a:lnTo>
                    <a:pt x="258737" y="115443"/>
                  </a:lnTo>
                  <a:lnTo>
                    <a:pt x="252920" y="114300"/>
                  </a:lnTo>
                  <a:lnTo>
                    <a:pt x="246443" y="114871"/>
                  </a:lnTo>
                  <a:lnTo>
                    <a:pt x="238264" y="115785"/>
                  </a:lnTo>
                  <a:lnTo>
                    <a:pt x="232168" y="117436"/>
                  </a:lnTo>
                  <a:lnTo>
                    <a:pt x="219633" y="117436"/>
                  </a:lnTo>
                  <a:lnTo>
                    <a:pt x="219633" y="123151"/>
                  </a:lnTo>
                  <a:lnTo>
                    <a:pt x="215011" y="126009"/>
                  </a:lnTo>
                  <a:lnTo>
                    <a:pt x="208445" y="131470"/>
                  </a:lnTo>
                  <a:lnTo>
                    <a:pt x="208445" y="123151"/>
                  </a:lnTo>
                  <a:lnTo>
                    <a:pt x="219633" y="123151"/>
                  </a:lnTo>
                  <a:lnTo>
                    <a:pt x="219633" y="117436"/>
                  </a:lnTo>
                  <a:lnTo>
                    <a:pt x="208445" y="117436"/>
                  </a:lnTo>
                  <a:lnTo>
                    <a:pt x="208445" y="66001"/>
                  </a:lnTo>
                  <a:lnTo>
                    <a:pt x="643204" y="66001"/>
                  </a:lnTo>
                  <a:lnTo>
                    <a:pt x="643204" y="60286"/>
                  </a:lnTo>
                  <a:lnTo>
                    <a:pt x="236804" y="60286"/>
                  </a:lnTo>
                  <a:lnTo>
                    <a:pt x="240728" y="59220"/>
                  </a:lnTo>
                  <a:lnTo>
                    <a:pt x="248513" y="55816"/>
                  </a:lnTo>
                  <a:lnTo>
                    <a:pt x="253504" y="52768"/>
                  </a:lnTo>
                  <a:lnTo>
                    <a:pt x="256159" y="51155"/>
                  </a:lnTo>
                  <a:lnTo>
                    <a:pt x="262877" y="45580"/>
                  </a:lnTo>
                  <a:lnTo>
                    <a:pt x="267881" y="39433"/>
                  </a:lnTo>
                  <a:lnTo>
                    <a:pt x="271157" y="32715"/>
                  </a:lnTo>
                  <a:lnTo>
                    <a:pt x="272732" y="25425"/>
                  </a:lnTo>
                  <a:lnTo>
                    <a:pt x="273494" y="16675"/>
                  </a:lnTo>
                  <a:lnTo>
                    <a:pt x="270624" y="9715"/>
                  </a:lnTo>
                  <a:lnTo>
                    <a:pt x="270548" y="9525"/>
                  </a:lnTo>
                  <a:lnTo>
                    <a:pt x="265023" y="4953"/>
                  </a:lnTo>
                  <a:lnTo>
                    <a:pt x="265023" y="14287"/>
                  </a:lnTo>
                  <a:lnTo>
                    <a:pt x="265023" y="17907"/>
                  </a:lnTo>
                  <a:lnTo>
                    <a:pt x="232448" y="47155"/>
                  </a:lnTo>
                  <a:lnTo>
                    <a:pt x="216154" y="52768"/>
                  </a:lnTo>
                  <a:lnTo>
                    <a:pt x="212153" y="52578"/>
                  </a:lnTo>
                  <a:lnTo>
                    <a:pt x="210134" y="52400"/>
                  </a:lnTo>
                  <a:lnTo>
                    <a:pt x="210134" y="60286"/>
                  </a:lnTo>
                  <a:lnTo>
                    <a:pt x="208445" y="60286"/>
                  </a:lnTo>
                  <a:lnTo>
                    <a:pt x="208445" y="59347"/>
                  </a:lnTo>
                  <a:lnTo>
                    <a:pt x="210134" y="60286"/>
                  </a:lnTo>
                  <a:lnTo>
                    <a:pt x="210134" y="52400"/>
                  </a:lnTo>
                  <a:lnTo>
                    <a:pt x="208445" y="52235"/>
                  </a:lnTo>
                  <a:lnTo>
                    <a:pt x="208445" y="43141"/>
                  </a:lnTo>
                  <a:lnTo>
                    <a:pt x="207467" y="43141"/>
                  </a:lnTo>
                  <a:lnTo>
                    <a:pt x="239877" y="15138"/>
                  </a:lnTo>
                  <a:lnTo>
                    <a:pt x="254165" y="9715"/>
                  </a:lnTo>
                  <a:lnTo>
                    <a:pt x="259880" y="10287"/>
                  </a:lnTo>
                  <a:lnTo>
                    <a:pt x="262737" y="10668"/>
                  </a:lnTo>
                  <a:lnTo>
                    <a:pt x="264452" y="12001"/>
                  </a:lnTo>
                  <a:lnTo>
                    <a:pt x="265023" y="14287"/>
                  </a:lnTo>
                  <a:lnTo>
                    <a:pt x="265023" y="4953"/>
                  </a:lnTo>
                  <a:lnTo>
                    <a:pt x="263880" y="4000"/>
                  </a:lnTo>
                  <a:lnTo>
                    <a:pt x="258737" y="1143"/>
                  </a:lnTo>
                  <a:lnTo>
                    <a:pt x="252920" y="0"/>
                  </a:lnTo>
                  <a:lnTo>
                    <a:pt x="246443" y="571"/>
                  </a:lnTo>
                  <a:lnTo>
                    <a:pt x="208419" y="17183"/>
                  </a:lnTo>
                  <a:lnTo>
                    <a:pt x="197777" y="46189"/>
                  </a:lnTo>
                  <a:lnTo>
                    <a:pt x="198437" y="47802"/>
                  </a:lnTo>
                  <a:lnTo>
                    <a:pt x="198437" y="60286"/>
                  </a:lnTo>
                  <a:lnTo>
                    <a:pt x="198437" y="66001"/>
                  </a:lnTo>
                  <a:lnTo>
                    <a:pt x="198437" y="117436"/>
                  </a:lnTo>
                  <a:lnTo>
                    <a:pt x="198437" y="123151"/>
                  </a:lnTo>
                  <a:lnTo>
                    <a:pt x="198437" y="154432"/>
                  </a:lnTo>
                  <a:lnTo>
                    <a:pt x="197777" y="160489"/>
                  </a:lnTo>
                  <a:lnTo>
                    <a:pt x="198437" y="162102"/>
                  </a:lnTo>
                  <a:lnTo>
                    <a:pt x="198437" y="174586"/>
                  </a:lnTo>
                  <a:lnTo>
                    <a:pt x="143865" y="174586"/>
                  </a:lnTo>
                  <a:lnTo>
                    <a:pt x="140817" y="170586"/>
                  </a:lnTo>
                  <a:lnTo>
                    <a:pt x="139103" y="167068"/>
                  </a:lnTo>
                  <a:lnTo>
                    <a:pt x="138722" y="164020"/>
                  </a:lnTo>
                  <a:lnTo>
                    <a:pt x="139674" y="158877"/>
                  </a:lnTo>
                  <a:lnTo>
                    <a:pt x="142621" y="154495"/>
                  </a:lnTo>
                  <a:lnTo>
                    <a:pt x="147574" y="150876"/>
                  </a:lnTo>
                  <a:lnTo>
                    <a:pt x="153098" y="146685"/>
                  </a:lnTo>
                  <a:lnTo>
                    <a:pt x="156248" y="141833"/>
                  </a:lnTo>
                  <a:lnTo>
                    <a:pt x="157010" y="136296"/>
                  </a:lnTo>
                  <a:lnTo>
                    <a:pt x="156248" y="132689"/>
                  </a:lnTo>
                  <a:lnTo>
                    <a:pt x="154533" y="129260"/>
                  </a:lnTo>
                  <a:lnTo>
                    <a:pt x="151866" y="126009"/>
                  </a:lnTo>
                  <a:lnTo>
                    <a:pt x="149199" y="123151"/>
                  </a:lnTo>
                  <a:lnTo>
                    <a:pt x="198437" y="123151"/>
                  </a:lnTo>
                  <a:lnTo>
                    <a:pt x="198437" y="117436"/>
                  </a:lnTo>
                  <a:lnTo>
                    <a:pt x="143865" y="117436"/>
                  </a:lnTo>
                  <a:lnTo>
                    <a:pt x="140817" y="113436"/>
                  </a:lnTo>
                  <a:lnTo>
                    <a:pt x="139103" y="109918"/>
                  </a:lnTo>
                  <a:lnTo>
                    <a:pt x="138722" y="106870"/>
                  </a:lnTo>
                  <a:lnTo>
                    <a:pt x="139674" y="101727"/>
                  </a:lnTo>
                  <a:lnTo>
                    <a:pt x="142621" y="97345"/>
                  </a:lnTo>
                  <a:lnTo>
                    <a:pt x="147574" y="93726"/>
                  </a:lnTo>
                  <a:lnTo>
                    <a:pt x="153098" y="89535"/>
                  </a:lnTo>
                  <a:lnTo>
                    <a:pt x="156248" y="84683"/>
                  </a:lnTo>
                  <a:lnTo>
                    <a:pt x="157010" y="79146"/>
                  </a:lnTo>
                  <a:lnTo>
                    <a:pt x="156248" y="75539"/>
                  </a:lnTo>
                  <a:lnTo>
                    <a:pt x="154533" y="72110"/>
                  </a:lnTo>
                  <a:lnTo>
                    <a:pt x="151866" y="68859"/>
                  </a:lnTo>
                  <a:lnTo>
                    <a:pt x="149199" y="66001"/>
                  </a:lnTo>
                  <a:lnTo>
                    <a:pt x="198437" y="66001"/>
                  </a:lnTo>
                  <a:lnTo>
                    <a:pt x="198437" y="60286"/>
                  </a:lnTo>
                  <a:lnTo>
                    <a:pt x="143865" y="60286"/>
                  </a:lnTo>
                  <a:lnTo>
                    <a:pt x="140817" y="56286"/>
                  </a:lnTo>
                  <a:lnTo>
                    <a:pt x="139103" y="52768"/>
                  </a:lnTo>
                  <a:lnTo>
                    <a:pt x="138722" y="49720"/>
                  </a:lnTo>
                  <a:lnTo>
                    <a:pt x="139674" y="44577"/>
                  </a:lnTo>
                  <a:lnTo>
                    <a:pt x="142621" y="40195"/>
                  </a:lnTo>
                  <a:lnTo>
                    <a:pt x="147574" y="36576"/>
                  </a:lnTo>
                  <a:lnTo>
                    <a:pt x="153098" y="32385"/>
                  </a:lnTo>
                  <a:lnTo>
                    <a:pt x="156248" y="27533"/>
                  </a:lnTo>
                  <a:lnTo>
                    <a:pt x="157010" y="21996"/>
                  </a:lnTo>
                  <a:lnTo>
                    <a:pt x="156248" y="18389"/>
                  </a:lnTo>
                  <a:lnTo>
                    <a:pt x="154533" y="14960"/>
                  </a:lnTo>
                  <a:lnTo>
                    <a:pt x="151866" y="11709"/>
                  </a:lnTo>
                  <a:lnTo>
                    <a:pt x="143865" y="3136"/>
                  </a:lnTo>
                  <a:lnTo>
                    <a:pt x="139865" y="3136"/>
                  </a:lnTo>
                  <a:lnTo>
                    <a:pt x="142722" y="5994"/>
                  </a:lnTo>
                  <a:lnTo>
                    <a:pt x="144526" y="9613"/>
                  </a:lnTo>
                  <a:lnTo>
                    <a:pt x="130911" y="30962"/>
                  </a:lnTo>
                  <a:lnTo>
                    <a:pt x="127762" y="35712"/>
                  </a:lnTo>
                  <a:lnTo>
                    <a:pt x="127000" y="41427"/>
                  </a:lnTo>
                  <a:lnTo>
                    <a:pt x="127762" y="45046"/>
                  </a:lnTo>
                  <a:lnTo>
                    <a:pt x="129476" y="48475"/>
                  </a:lnTo>
                  <a:lnTo>
                    <a:pt x="132143" y="51714"/>
                  </a:lnTo>
                  <a:lnTo>
                    <a:pt x="139865" y="60286"/>
                  </a:lnTo>
                  <a:lnTo>
                    <a:pt x="0" y="60286"/>
                  </a:lnTo>
                  <a:lnTo>
                    <a:pt x="0" y="66001"/>
                  </a:lnTo>
                  <a:lnTo>
                    <a:pt x="144145" y="66001"/>
                  </a:lnTo>
                  <a:lnTo>
                    <a:pt x="144526" y="66763"/>
                  </a:lnTo>
                  <a:lnTo>
                    <a:pt x="130911" y="88112"/>
                  </a:lnTo>
                  <a:lnTo>
                    <a:pt x="127762" y="92862"/>
                  </a:lnTo>
                  <a:lnTo>
                    <a:pt x="127000" y="98577"/>
                  </a:lnTo>
                  <a:lnTo>
                    <a:pt x="127762" y="102196"/>
                  </a:lnTo>
                  <a:lnTo>
                    <a:pt x="129476" y="105625"/>
                  </a:lnTo>
                  <a:lnTo>
                    <a:pt x="132143" y="108864"/>
                  </a:lnTo>
                  <a:lnTo>
                    <a:pt x="139865" y="117436"/>
                  </a:lnTo>
                  <a:lnTo>
                    <a:pt x="0" y="117436"/>
                  </a:lnTo>
                  <a:lnTo>
                    <a:pt x="0" y="123151"/>
                  </a:lnTo>
                  <a:lnTo>
                    <a:pt x="144145" y="123151"/>
                  </a:lnTo>
                  <a:lnTo>
                    <a:pt x="144526" y="123913"/>
                  </a:lnTo>
                  <a:lnTo>
                    <a:pt x="130911" y="145262"/>
                  </a:lnTo>
                  <a:lnTo>
                    <a:pt x="127762" y="150012"/>
                  </a:lnTo>
                  <a:lnTo>
                    <a:pt x="127000" y="155727"/>
                  </a:lnTo>
                  <a:lnTo>
                    <a:pt x="127762" y="159346"/>
                  </a:lnTo>
                  <a:lnTo>
                    <a:pt x="129476" y="162775"/>
                  </a:lnTo>
                  <a:lnTo>
                    <a:pt x="132143" y="166014"/>
                  </a:lnTo>
                  <a:lnTo>
                    <a:pt x="139865" y="174586"/>
                  </a:lnTo>
                  <a:lnTo>
                    <a:pt x="0" y="174586"/>
                  </a:lnTo>
                  <a:lnTo>
                    <a:pt x="0" y="180301"/>
                  </a:lnTo>
                  <a:lnTo>
                    <a:pt x="198437" y="180301"/>
                  </a:lnTo>
                  <a:lnTo>
                    <a:pt x="198437" y="231736"/>
                  </a:lnTo>
                  <a:lnTo>
                    <a:pt x="0" y="231736"/>
                  </a:lnTo>
                  <a:lnTo>
                    <a:pt x="0" y="237451"/>
                  </a:lnTo>
                  <a:lnTo>
                    <a:pt x="198437" y="237451"/>
                  </a:lnTo>
                  <a:lnTo>
                    <a:pt x="198437" y="288886"/>
                  </a:lnTo>
                  <a:lnTo>
                    <a:pt x="0" y="288886"/>
                  </a:lnTo>
                  <a:lnTo>
                    <a:pt x="0" y="294601"/>
                  </a:lnTo>
                  <a:lnTo>
                    <a:pt x="198437" y="294601"/>
                  </a:lnTo>
                  <a:lnTo>
                    <a:pt x="198437" y="389242"/>
                  </a:lnTo>
                  <a:lnTo>
                    <a:pt x="208445" y="389242"/>
                  </a:lnTo>
                  <a:lnTo>
                    <a:pt x="208445" y="294601"/>
                  </a:lnTo>
                  <a:lnTo>
                    <a:pt x="425323" y="294601"/>
                  </a:lnTo>
                  <a:lnTo>
                    <a:pt x="425323" y="417817"/>
                  </a:lnTo>
                  <a:lnTo>
                    <a:pt x="435330" y="417817"/>
                  </a:lnTo>
                  <a:lnTo>
                    <a:pt x="435330" y="294601"/>
                  </a:lnTo>
                  <a:lnTo>
                    <a:pt x="642912" y="294601"/>
                  </a:lnTo>
                  <a:lnTo>
                    <a:pt x="642912" y="389267"/>
                  </a:lnTo>
                  <a:lnTo>
                    <a:pt x="652919" y="389267"/>
                  </a:lnTo>
                  <a:lnTo>
                    <a:pt x="652919" y="294601"/>
                  </a:lnTo>
                  <a:lnTo>
                    <a:pt x="860513" y="294601"/>
                  </a:lnTo>
                  <a:lnTo>
                    <a:pt x="860513" y="417842"/>
                  </a:lnTo>
                  <a:lnTo>
                    <a:pt x="870508" y="417842"/>
                  </a:lnTo>
                  <a:lnTo>
                    <a:pt x="870508" y="294601"/>
                  </a:lnTo>
                  <a:lnTo>
                    <a:pt x="1074000" y="294601"/>
                  </a:lnTo>
                  <a:lnTo>
                    <a:pt x="1074000" y="288886"/>
                  </a:lnTo>
                  <a:lnTo>
                    <a:pt x="870508" y="288886"/>
                  </a:lnTo>
                  <a:lnTo>
                    <a:pt x="870508" y="237451"/>
                  </a:lnTo>
                  <a:lnTo>
                    <a:pt x="1074000" y="237451"/>
                  </a:lnTo>
                  <a:lnTo>
                    <a:pt x="1074000" y="231736"/>
                  </a:lnTo>
                  <a:lnTo>
                    <a:pt x="898880" y="231736"/>
                  </a:lnTo>
                  <a:lnTo>
                    <a:pt x="902804" y="230670"/>
                  </a:lnTo>
                  <a:lnTo>
                    <a:pt x="910590" y="227266"/>
                  </a:lnTo>
                  <a:lnTo>
                    <a:pt x="915568" y="224218"/>
                  </a:lnTo>
                  <a:lnTo>
                    <a:pt x="918235" y="222605"/>
                  </a:lnTo>
                  <a:lnTo>
                    <a:pt x="935570" y="188125"/>
                  </a:lnTo>
                  <a:lnTo>
                    <a:pt x="932688" y="181165"/>
                  </a:lnTo>
                  <a:lnTo>
                    <a:pt x="932611" y="180975"/>
                  </a:lnTo>
                  <a:lnTo>
                    <a:pt x="931799" y="180301"/>
                  </a:lnTo>
                  <a:lnTo>
                    <a:pt x="1074000" y="180301"/>
                  </a:lnTo>
                  <a:lnTo>
                    <a:pt x="1074000" y="174586"/>
                  </a:lnTo>
                  <a:lnTo>
                    <a:pt x="927087" y="174586"/>
                  </a:lnTo>
                  <a:lnTo>
                    <a:pt x="927087" y="185737"/>
                  </a:lnTo>
                  <a:lnTo>
                    <a:pt x="927087" y="189357"/>
                  </a:lnTo>
                  <a:lnTo>
                    <a:pt x="894511" y="218605"/>
                  </a:lnTo>
                  <a:lnTo>
                    <a:pt x="878230" y="224218"/>
                  </a:lnTo>
                  <a:lnTo>
                    <a:pt x="874229" y="224028"/>
                  </a:lnTo>
                  <a:lnTo>
                    <a:pt x="872210" y="223850"/>
                  </a:lnTo>
                  <a:lnTo>
                    <a:pt x="872210" y="231736"/>
                  </a:lnTo>
                  <a:lnTo>
                    <a:pt x="870508" y="231736"/>
                  </a:lnTo>
                  <a:lnTo>
                    <a:pt x="870508" y="230797"/>
                  </a:lnTo>
                  <a:lnTo>
                    <a:pt x="872210" y="231736"/>
                  </a:lnTo>
                  <a:lnTo>
                    <a:pt x="872210" y="223850"/>
                  </a:lnTo>
                  <a:lnTo>
                    <a:pt x="870508" y="223685"/>
                  </a:lnTo>
                  <a:lnTo>
                    <a:pt x="870508" y="214591"/>
                  </a:lnTo>
                  <a:lnTo>
                    <a:pt x="869530" y="214591"/>
                  </a:lnTo>
                  <a:lnTo>
                    <a:pt x="901941" y="186588"/>
                  </a:lnTo>
                  <a:lnTo>
                    <a:pt x="916228" y="181165"/>
                  </a:lnTo>
                  <a:lnTo>
                    <a:pt x="921943" y="181737"/>
                  </a:lnTo>
                  <a:lnTo>
                    <a:pt x="924801" y="182118"/>
                  </a:lnTo>
                  <a:lnTo>
                    <a:pt x="926515" y="183451"/>
                  </a:lnTo>
                  <a:lnTo>
                    <a:pt x="927087" y="185737"/>
                  </a:lnTo>
                  <a:lnTo>
                    <a:pt x="927087" y="174586"/>
                  </a:lnTo>
                  <a:lnTo>
                    <a:pt x="924382" y="174586"/>
                  </a:lnTo>
                  <a:lnTo>
                    <a:pt x="920800" y="172593"/>
                  </a:lnTo>
                  <a:lnTo>
                    <a:pt x="914996" y="171450"/>
                  </a:lnTo>
                  <a:lnTo>
                    <a:pt x="908519" y="172021"/>
                  </a:lnTo>
                  <a:lnTo>
                    <a:pt x="900328" y="172935"/>
                  </a:lnTo>
                  <a:lnTo>
                    <a:pt x="894232" y="174586"/>
                  </a:lnTo>
                  <a:lnTo>
                    <a:pt x="881697" y="174586"/>
                  </a:lnTo>
                  <a:lnTo>
                    <a:pt x="881697" y="180301"/>
                  </a:lnTo>
                  <a:lnTo>
                    <a:pt x="877087" y="183159"/>
                  </a:lnTo>
                  <a:lnTo>
                    <a:pt x="870496" y="188633"/>
                  </a:lnTo>
                  <a:lnTo>
                    <a:pt x="865581" y="194741"/>
                  </a:lnTo>
                  <a:lnTo>
                    <a:pt x="862342" y="201485"/>
                  </a:lnTo>
                  <a:lnTo>
                    <a:pt x="860793" y="208889"/>
                  </a:lnTo>
                  <a:lnTo>
                    <a:pt x="859840" y="217639"/>
                  </a:lnTo>
                  <a:lnTo>
                    <a:pt x="860513" y="219278"/>
                  </a:lnTo>
                  <a:lnTo>
                    <a:pt x="860513" y="231736"/>
                  </a:lnTo>
                  <a:lnTo>
                    <a:pt x="860513" y="237451"/>
                  </a:lnTo>
                  <a:lnTo>
                    <a:pt x="860513" y="288886"/>
                  </a:lnTo>
                  <a:lnTo>
                    <a:pt x="652919" y="288886"/>
                  </a:lnTo>
                  <a:lnTo>
                    <a:pt x="652919" y="237451"/>
                  </a:lnTo>
                  <a:lnTo>
                    <a:pt x="860513" y="237451"/>
                  </a:lnTo>
                  <a:lnTo>
                    <a:pt x="860513" y="231736"/>
                  </a:lnTo>
                  <a:lnTo>
                    <a:pt x="652919" y="231736"/>
                  </a:lnTo>
                  <a:lnTo>
                    <a:pt x="652919" y="180301"/>
                  </a:lnTo>
                  <a:lnTo>
                    <a:pt x="881697" y="180301"/>
                  </a:lnTo>
                  <a:lnTo>
                    <a:pt x="881697" y="174586"/>
                  </a:lnTo>
                  <a:lnTo>
                    <a:pt x="681278" y="174586"/>
                  </a:lnTo>
                  <a:lnTo>
                    <a:pt x="685203" y="173520"/>
                  </a:lnTo>
                  <a:lnTo>
                    <a:pt x="692988" y="170116"/>
                  </a:lnTo>
                  <a:lnTo>
                    <a:pt x="697979" y="167068"/>
                  </a:lnTo>
                  <a:lnTo>
                    <a:pt x="700633" y="165455"/>
                  </a:lnTo>
                  <a:lnTo>
                    <a:pt x="707351" y="159880"/>
                  </a:lnTo>
                  <a:lnTo>
                    <a:pt x="712355" y="153733"/>
                  </a:lnTo>
                  <a:lnTo>
                    <a:pt x="715645" y="147015"/>
                  </a:lnTo>
                  <a:lnTo>
                    <a:pt x="717207" y="139725"/>
                  </a:lnTo>
                  <a:lnTo>
                    <a:pt x="717969" y="130975"/>
                  </a:lnTo>
                  <a:lnTo>
                    <a:pt x="715098" y="124015"/>
                  </a:lnTo>
                  <a:lnTo>
                    <a:pt x="715022" y="123825"/>
                  </a:lnTo>
                  <a:lnTo>
                    <a:pt x="714209" y="123151"/>
                  </a:lnTo>
                  <a:lnTo>
                    <a:pt x="1074000" y="123151"/>
                  </a:lnTo>
                  <a:lnTo>
                    <a:pt x="1074000" y="117436"/>
                  </a:lnTo>
                  <a:lnTo>
                    <a:pt x="709498" y="117436"/>
                  </a:lnTo>
                  <a:lnTo>
                    <a:pt x="709498" y="128587"/>
                  </a:lnTo>
                  <a:lnTo>
                    <a:pt x="709498" y="132207"/>
                  </a:lnTo>
                  <a:lnTo>
                    <a:pt x="676922" y="161455"/>
                  </a:lnTo>
                  <a:lnTo>
                    <a:pt x="660628" y="167068"/>
                  </a:lnTo>
                  <a:lnTo>
                    <a:pt x="656628" y="166878"/>
                  </a:lnTo>
                  <a:lnTo>
                    <a:pt x="654608" y="166700"/>
                  </a:lnTo>
                  <a:lnTo>
                    <a:pt x="654608" y="174586"/>
                  </a:lnTo>
                  <a:lnTo>
                    <a:pt x="652919" y="174586"/>
                  </a:lnTo>
                  <a:lnTo>
                    <a:pt x="652919" y="173647"/>
                  </a:lnTo>
                  <a:lnTo>
                    <a:pt x="654608" y="174586"/>
                  </a:lnTo>
                  <a:lnTo>
                    <a:pt x="654608" y="166700"/>
                  </a:lnTo>
                  <a:lnTo>
                    <a:pt x="652919" y="166535"/>
                  </a:lnTo>
                  <a:lnTo>
                    <a:pt x="652919" y="155333"/>
                  </a:lnTo>
                  <a:lnTo>
                    <a:pt x="684352" y="129438"/>
                  </a:lnTo>
                  <a:lnTo>
                    <a:pt x="698639" y="124015"/>
                  </a:lnTo>
                  <a:lnTo>
                    <a:pt x="704354" y="124587"/>
                  </a:lnTo>
                  <a:lnTo>
                    <a:pt x="707212" y="124968"/>
                  </a:lnTo>
                  <a:lnTo>
                    <a:pt x="708926" y="126301"/>
                  </a:lnTo>
                  <a:lnTo>
                    <a:pt x="709498" y="128587"/>
                  </a:lnTo>
                  <a:lnTo>
                    <a:pt x="709498" y="117436"/>
                  </a:lnTo>
                  <a:lnTo>
                    <a:pt x="706793" y="117436"/>
                  </a:lnTo>
                  <a:lnTo>
                    <a:pt x="703211" y="115443"/>
                  </a:lnTo>
                  <a:lnTo>
                    <a:pt x="697395" y="114300"/>
                  </a:lnTo>
                  <a:lnTo>
                    <a:pt x="690918" y="114871"/>
                  </a:lnTo>
                  <a:lnTo>
                    <a:pt x="682739" y="115785"/>
                  </a:lnTo>
                  <a:lnTo>
                    <a:pt x="676643" y="117436"/>
                  </a:lnTo>
                  <a:lnTo>
                    <a:pt x="664108" y="117436"/>
                  </a:lnTo>
                  <a:lnTo>
                    <a:pt x="664108" y="123151"/>
                  </a:lnTo>
                  <a:lnTo>
                    <a:pt x="659485" y="126009"/>
                  </a:lnTo>
                  <a:lnTo>
                    <a:pt x="652919" y="131470"/>
                  </a:lnTo>
                  <a:lnTo>
                    <a:pt x="652919" y="123151"/>
                  </a:lnTo>
                  <a:lnTo>
                    <a:pt x="664108" y="123151"/>
                  </a:lnTo>
                  <a:lnTo>
                    <a:pt x="664108" y="117436"/>
                  </a:lnTo>
                  <a:lnTo>
                    <a:pt x="652919" y="117436"/>
                  </a:lnTo>
                  <a:lnTo>
                    <a:pt x="652919" y="87922"/>
                  </a:lnTo>
                  <a:lnTo>
                    <a:pt x="657199" y="90297"/>
                  </a:lnTo>
                  <a:lnTo>
                    <a:pt x="662914" y="91440"/>
                  </a:lnTo>
                  <a:lnTo>
                    <a:pt x="697979" y="81343"/>
                  </a:lnTo>
                  <a:lnTo>
                    <a:pt x="700633" y="79730"/>
                  </a:lnTo>
                  <a:lnTo>
                    <a:pt x="707351" y="74155"/>
                  </a:lnTo>
                  <a:lnTo>
                    <a:pt x="712355" y="68008"/>
                  </a:lnTo>
                  <a:lnTo>
                    <a:pt x="713333" y="66001"/>
                  </a:lnTo>
                  <a:lnTo>
                    <a:pt x="1074000" y="66001"/>
                  </a:lnTo>
                  <a:lnTo>
                    <a:pt x="1074000" y="60286"/>
                  </a:lnTo>
                  <a:close/>
                </a:path>
                <a:path w="1087120" h="418465">
                  <a:moveTo>
                    <a:pt x="1086700" y="62572"/>
                  </a:moveTo>
                  <a:lnTo>
                    <a:pt x="1078128" y="62572"/>
                  </a:lnTo>
                  <a:lnTo>
                    <a:pt x="1078128" y="294601"/>
                  </a:lnTo>
                  <a:lnTo>
                    <a:pt x="1086700" y="294601"/>
                  </a:lnTo>
                  <a:lnTo>
                    <a:pt x="1086700" y="62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>
              <a:extLst>
                <a:ext uri="{FF2B5EF4-FFF2-40B4-BE49-F238E27FC236}">
                  <a16:creationId xmlns:a16="http://schemas.microsoft.com/office/drawing/2014/main" id="{D6AA1FDB-2290-B594-F7BE-19182D610778}"/>
                </a:ext>
              </a:extLst>
            </p:cNvPr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309878" y="8835045"/>
              <a:ext cx="226885" cy="136634"/>
            </a:xfrm>
            <a:prstGeom prst="rect">
              <a:avLst/>
            </a:prstGeom>
          </p:spPr>
        </p:pic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20E90BEE-06DD-1ABC-03BC-22C20C9B1314}"/>
                </a:ext>
              </a:extLst>
            </p:cNvPr>
            <p:cNvSpPr/>
            <p:nvPr/>
          </p:nvSpPr>
          <p:spPr>
            <a:xfrm>
              <a:off x="5754344" y="8527107"/>
              <a:ext cx="1514475" cy="445134"/>
            </a:xfrm>
            <a:custGeom>
              <a:avLst/>
              <a:gdLst/>
              <a:ahLst/>
              <a:cxnLst/>
              <a:rect l="l" t="t" r="r" b="b"/>
              <a:pathLst>
                <a:path w="1514475" h="445134">
                  <a:moveTo>
                    <a:pt x="163195" y="365417"/>
                  </a:moveTo>
                  <a:lnTo>
                    <a:pt x="54406" y="351129"/>
                  </a:lnTo>
                  <a:lnTo>
                    <a:pt x="54406" y="379945"/>
                  </a:lnTo>
                  <a:lnTo>
                    <a:pt x="163195" y="394233"/>
                  </a:lnTo>
                  <a:lnTo>
                    <a:pt x="163195" y="365417"/>
                  </a:lnTo>
                  <a:close/>
                </a:path>
                <a:path w="1514475" h="445134">
                  <a:moveTo>
                    <a:pt x="163195" y="322186"/>
                  </a:moveTo>
                  <a:lnTo>
                    <a:pt x="54406" y="307898"/>
                  </a:lnTo>
                  <a:lnTo>
                    <a:pt x="54406" y="336715"/>
                  </a:lnTo>
                  <a:lnTo>
                    <a:pt x="163195" y="351002"/>
                  </a:lnTo>
                  <a:lnTo>
                    <a:pt x="163195" y="322186"/>
                  </a:lnTo>
                  <a:close/>
                </a:path>
                <a:path w="1514475" h="445134">
                  <a:moveTo>
                    <a:pt x="217601" y="415785"/>
                  </a:moveTo>
                  <a:lnTo>
                    <a:pt x="0" y="387210"/>
                  </a:lnTo>
                  <a:lnTo>
                    <a:pt x="0" y="416026"/>
                  </a:lnTo>
                  <a:lnTo>
                    <a:pt x="217601" y="444601"/>
                  </a:lnTo>
                  <a:lnTo>
                    <a:pt x="217601" y="415785"/>
                  </a:lnTo>
                  <a:close/>
                </a:path>
                <a:path w="1514475" h="445134">
                  <a:moveTo>
                    <a:pt x="1514386" y="87045"/>
                  </a:moveTo>
                  <a:lnTo>
                    <a:pt x="639533" y="87045"/>
                  </a:lnTo>
                  <a:lnTo>
                    <a:pt x="639533" y="55943"/>
                  </a:lnTo>
                  <a:lnTo>
                    <a:pt x="641527" y="57518"/>
                  </a:lnTo>
                  <a:lnTo>
                    <a:pt x="647433" y="59436"/>
                  </a:lnTo>
                  <a:lnTo>
                    <a:pt x="687539" y="47904"/>
                  </a:lnTo>
                  <a:lnTo>
                    <a:pt x="700151" y="33477"/>
                  </a:lnTo>
                  <a:lnTo>
                    <a:pt x="724154" y="33477"/>
                  </a:lnTo>
                  <a:lnTo>
                    <a:pt x="724154" y="26327"/>
                  </a:lnTo>
                  <a:lnTo>
                    <a:pt x="702805" y="26327"/>
                  </a:lnTo>
                  <a:lnTo>
                    <a:pt x="703821" y="21043"/>
                  </a:lnTo>
                  <a:lnTo>
                    <a:pt x="703630" y="13804"/>
                  </a:lnTo>
                  <a:lnTo>
                    <a:pt x="701065" y="8572"/>
                  </a:lnTo>
                  <a:lnTo>
                    <a:pt x="696112" y="5321"/>
                  </a:lnTo>
                  <a:lnTo>
                    <a:pt x="691540" y="1714"/>
                  </a:lnTo>
                  <a:lnTo>
                    <a:pt x="685063" y="0"/>
                  </a:lnTo>
                  <a:lnTo>
                    <a:pt x="676681" y="177"/>
                  </a:lnTo>
                  <a:lnTo>
                    <a:pt x="668756" y="1143"/>
                  </a:lnTo>
                  <a:lnTo>
                    <a:pt x="634174" y="24257"/>
                  </a:lnTo>
                  <a:lnTo>
                    <a:pt x="633183" y="26327"/>
                  </a:lnTo>
                  <a:lnTo>
                    <a:pt x="613016" y="26327"/>
                  </a:lnTo>
                  <a:lnTo>
                    <a:pt x="613016" y="33477"/>
                  </a:lnTo>
                  <a:lnTo>
                    <a:pt x="630466" y="33477"/>
                  </a:lnTo>
                  <a:lnTo>
                    <a:pt x="629526" y="38188"/>
                  </a:lnTo>
                  <a:lnTo>
                    <a:pt x="629615" y="41325"/>
                  </a:lnTo>
                  <a:lnTo>
                    <a:pt x="629526" y="87045"/>
                  </a:lnTo>
                  <a:lnTo>
                    <a:pt x="629526" y="92760"/>
                  </a:lnTo>
                  <a:lnTo>
                    <a:pt x="629526" y="144195"/>
                  </a:lnTo>
                  <a:lnTo>
                    <a:pt x="629526" y="149910"/>
                  </a:lnTo>
                  <a:lnTo>
                    <a:pt x="629526" y="201345"/>
                  </a:lnTo>
                  <a:lnTo>
                    <a:pt x="584619" y="201345"/>
                  </a:lnTo>
                  <a:lnTo>
                    <a:pt x="587336" y="197167"/>
                  </a:lnTo>
                  <a:lnTo>
                    <a:pt x="588098" y="191630"/>
                  </a:lnTo>
                  <a:lnTo>
                    <a:pt x="587336" y="188023"/>
                  </a:lnTo>
                  <a:lnTo>
                    <a:pt x="585622" y="184594"/>
                  </a:lnTo>
                  <a:lnTo>
                    <a:pt x="582955" y="181343"/>
                  </a:lnTo>
                  <a:lnTo>
                    <a:pt x="574954" y="172770"/>
                  </a:lnTo>
                  <a:lnTo>
                    <a:pt x="571906" y="168770"/>
                  </a:lnTo>
                  <a:lnTo>
                    <a:pt x="570191" y="165252"/>
                  </a:lnTo>
                  <a:lnTo>
                    <a:pt x="569810" y="162204"/>
                  </a:lnTo>
                  <a:lnTo>
                    <a:pt x="570763" y="157060"/>
                  </a:lnTo>
                  <a:lnTo>
                    <a:pt x="573709" y="152679"/>
                  </a:lnTo>
                  <a:lnTo>
                    <a:pt x="577494" y="149910"/>
                  </a:lnTo>
                  <a:lnTo>
                    <a:pt x="629526" y="149910"/>
                  </a:lnTo>
                  <a:lnTo>
                    <a:pt x="629526" y="144195"/>
                  </a:lnTo>
                  <a:lnTo>
                    <a:pt x="584619" y="144195"/>
                  </a:lnTo>
                  <a:lnTo>
                    <a:pt x="587336" y="140017"/>
                  </a:lnTo>
                  <a:lnTo>
                    <a:pt x="588098" y="134480"/>
                  </a:lnTo>
                  <a:lnTo>
                    <a:pt x="587336" y="130873"/>
                  </a:lnTo>
                  <a:lnTo>
                    <a:pt x="585622" y="127444"/>
                  </a:lnTo>
                  <a:lnTo>
                    <a:pt x="582955" y="124193"/>
                  </a:lnTo>
                  <a:lnTo>
                    <a:pt x="574954" y="115620"/>
                  </a:lnTo>
                  <a:lnTo>
                    <a:pt x="571906" y="111620"/>
                  </a:lnTo>
                  <a:lnTo>
                    <a:pt x="570191" y="108102"/>
                  </a:lnTo>
                  <a:lnTo>
                    <a:pt x="569810" y="105054"/>
                  </a:lnTo>
                  <a:lnTo>
                    <a:pt x="570763" y="99910"/>
                  </a:lnTo>
                  <a:lnTo>
                    <a:pt x="573709" y="95529"/>
                  </a:lnTo>
                  <a:lnTo>
                    <a:pt x="577494" y="92760"/>
                  </a:lnTo>
                  <a:lnTo>
                    <a:pt x="629526" y="92760"/>
                  </a:lnTo>
                  <a:lnTo>
                    <a:pt x="629526" y="87045"/>
                  </a:lnTo>
                  <a:lnTo>
                    <a:pt x="584619" y="87045"/>
                  </a:lnTo>
                  <a:lnTo>
                    <a:pt x="587336" y="82867"/>
                  </a:lnTo>
                  <a:lnTo>
                    <a:pt x="588098" y="77330"/>
                  </a:lnTo>
                  <a:lnTo>
                    <a:pt x="587336" y="73723"/>
                  </a:lnTo>
                  <a:lnTo>
                    <a:pt x="585622" y="70294"/>
                  </a:lnTo>
                  <a:lnTo>
                    <a:pt x="582955" y="67043"/>
                  </a:lnTo>
                  <a:lnTo>
                    <a:pt x="574954" y="58470"/>
                  </a:lnTo>
                  <a:lnTo>
                    <a:pt x="571906" y="54470"/>
                  </a:lnTo>
                  <a:lnTo>
                    <a:pt x="570191" y="50952"/>
                  </a:lnTo>
                  <a:lnTo>
                    <a:pt x="569810" y="47904"/>
                  </a:lnTo>
                  <a:lnTo>
                    <a:pt x="570763" y="42760"/>
                  </a:lnTo>
                  <a:lnTo>
                    <a:pt x="573709" y="38379"/>
                  </a:lnTo>
                  <a:lnTo>
                    <a:pt x="578662" y="34759"/>
                  </a:lnTo>
                  <a:lnTo>
                    <a:pt x="584187" y="30568"/>
                  </a:lnTo>
                  <a:lnTo>
                    <a:pt x="587336" y="25717"/>
                  </a:lnTo>
                  <a:lnTo>
                    <a:pt x="588098" y="20180"/>
                  </a:lnTo>
                  <a:lnTo>
                    <a:pt x="587336" y="16573"/>
                  </a:lnTo>
                  <a:lnTo>
                    <a:pt x="585622" y="13144"/>
                  </a:lnTo>
                  <a:lnTo>
                    <a:pt x="582955" y="9893"/>
                  </a:lnTo>
                  <a:lnTo>
                    <a:pt x="574954" y="1320"/>
                  </a:lnTo>
                  <a:lnTo>
                    <a:pt x="570953" y="1320"/>
                  </a:lnTo>
                  <a:lnTo>
                    <a:pt x="573811" y="4178"/>
                  </a:lnTo>
                  <a:lnTo>
                    <a:pt x="575614" y="7797"/>
                  </a:lnTo>
                  <a:lnTo>
                    <a:pt x="562000" y="29146"/>
                  </a:lnTo>
                  <a:lnTo>
                    <a:pt x="558850" y="33896"/>
                  </a:lnTo>
                  <a:lnTo>
                    <a:pt x="558088" y="39611"/>
                  </a:lnTo>
                  <a:lnTo>
                    <a:pt x="558850" y="43230"/>
                  </a:lnTo>
                  <a:lnTo>
                    <a:pt x="560565" y="46659"/>
                  </a:lnTo>
                  <a:lnTo>
                    <a:pt x="563232" y="49898"/>
                  </a:lnTo>
                  <a:lnTo>
                    <a:pt x="570953" y="58470"/>
                  </a:lnTo>
                  <a:lnTo>
                    <a:pt x="573811" y="61328"/>
                  </a:lnTo>
                  <a:lnTo>
                    <a:pt x="575614" y="64947"/>
                  </a:lnTo>
                  <a:lnTo>
                    <a:pt x="562000" y="86296"/>
                  </a:lnTo>
                  <a:lnTo>
                    <a:pt x="561492" y="87045"/>
                  </a:lnTo>
                  <a:lnTo>
                    <a:pt x="431088" y="87045"/>
                  </a:lnTo>
                  <a:lnTo>
                    <a:pt x="431088" y="92760"/>
                  </a:lnTo>
                  <a:lnTo>
                    <a:pt x="558622" y="92760"/>
                  </a:lnTo>
                  <a:lnTo>
                    <a:pt x="558088" y="96761"/>
                  </a:lnTo>
                  <a:lnTo>
                    <a:pt x="573811" y="118478"/>
                  </a:lnTo>
                  <a:lnTo>
                    <a:pt x="575614" y="122097"/>
                  </a:lnTo>
                  <a:lnTo>
                    <a:pt x="562000" y="143446"/>
                  </a:lnTo>
                  <a:lnTo>
                    <a:pt x="561492" y="144195"/>
                  </a:lnTo>
                  <a:lnTo>
                    <a:pt x="431088" y="144195"/>
                  </a:lnTo>
                  <a:lnTo>
                    <a:pt x="431088" y="149910"/>
                  </a:lnTo>
                  <a:lnTo>
                    <a:pt x="558622" y="149910"/>
                  </a:lnTo>
                  <a:lnTo>
                    <a:pt x="558088" y="153911"/>
                  </a:lnTo>
                  <a:lnTo>
                    <a:pt x="573811" y="175628"/>
                  </a:lnTo>
                  <a:lnTo>
                    <a:pt x="575614" y="179247"/>
                  </a:lnTo>
                  <a:lnTo>
                    <a:pt x="562000" y="200596"/>
                  </a:lnTo>
                  <a:lnTo>
                    <a:pt x="561492" y="201345"/>
                  </a:lnTo>
                  <a:lnTo>
                    <a:pt x="431088" y="201345"/>
                  </a:lnTo>
                  <a:lnTo>
                    <a:pt x="431088" y="207060"/>
                  </a:lnTo>
                  <a:lnTo>
                    <a:pt x="558622" y="207060"/>
                  </a:lnTo>
                  <a:lnTo>
                    <a:pt x="558088" y="211061"/>
                  </a:lnTo>
                  <a:lnTo>
                    <a:pt x="558850" y="214680"/>
                  </a:lnTo>
                  <a:lnTo>
                    <a:pt x="560565" y="218109"/>
                  </a:lnTo>
                  <a:lnTo>
                    <a:pt x="563232" y="221348"/>
                  </a:lnTo>
                  <a:lnTo>
                    <a:pt x="570953" y="229920"/>
                  </a:lnTo>
                  <a:lnTo>
                    <a:pt x="574954" y="229920"/>
                  </a:lnTo>
                  <a:lnTo>
                    <a:pt x="571906" y="225920"/>
                  </a:lnTo>
                  <a:lnTo>
                    <a:pt x="570191" y="222402"/>
                  </a:lnTo>
                  <a:lnTo>
                    <a:pt x="569810" y="219354"/>
                  </a:lnTo>
                  <a:lnTo>
                    <a:pt x="570763" y="214210"/>
                  </a:lnTo>
                  <a:lnTo>
                    <a:pt x="573709" y="209829"/>
                  </a:lnTo>
                  <a:lnTo>
                    <a:pt x="577494" y="207060"/>
                  </a:lnTo>
                  <a:lnTo>
                    <a:pt x="629526" y="207060"/>
                  </a:lnTo>
                  <a:lnTo>
                    <a:pt x="629526" y="258495"/>
                  </a:lnTo>
                  <a:lnTo>
                    <a:pt x="431088" y="258495"/>
                  </a:lnTo>
                  <a:lnTo>
                    <a:pt x="431088" y="264210"/>
                  </a:lnTo>
                  <a:lnTo>
                    <a:pt x="629526" y="264210"/>
                  </a:lnTo>
                  <a:lnTo>
                    <a:pt x="629526" y="315645"/>
                  </a:lnTo>
                  <a:lnTo>
                    <a:pt x="431088" y="315645"/>
                  </a:lnTo>
                  <a:lnTo>
                    <a:pt x="431088" y="321360"/>
                  </a:lnTo>
                  <a:lnTo>
                    <a:pt x="629526" y="321360"/>
                  </a:lnTo>
                  <a:lnTo>
                    <a:pt x="629526" y="401370"/>
                  </a:lnTo>
                  <a:lnTo>
                    <a:pt x="639533" y="401370"/>
                  </a:lnTo>
                  <a:lnTo>
                    <a:pt x="639533" y="321360"/>
                  </a:lnTo>
                  <a:lnTo>
                    <a:pt x="1514386" y="321360"/>
                  </a:lnTo>
                  <a:lnTo>
                    <a:pt x="1514386" y="315645"/>
                  </a:lnTo>
                  <a:lnTo>
                    <a:pt x="639533" y="315645"/>
                  </a:lnTo>
                  <a:lnTo>
                    <a:pt x="639533" y="264210"/>
                  </a:lnTo>
                  <a:lnTo>
                    <a:pt x="1514386" y="264210"/>
                  </a:lnTo>
                  <a:lnTo>
                    <a:pt x="1514386" y="258495"/>
                  </a:lnTo>
                  <a:lnTo>
                    <a:pt x="639533" y="258495"/>
                  </a:lnTo>
                  <a:lnTo>
                    <a:pt x="639533" y="207060"/>
                  </a:lnTo>
                  <a:lnTo>
                    <a:pt x="1514386" y="207060"/>
                  </a:lnTo>
                  <a:lnTo>
                    <a:pt x="1514386" y="201345"/>
                  </a:lnTo>
                  <a:lnTo>
                    <a:pt x="639533" y="201345"/>
                  </a:lnTo>
                  <a:lnTo>
                    <a:pt x="639533" y="149910"/>
                  </a:lnTo>
                  <a:lnTo>
                    <a:pt x="1514386" y="149910"/>
                  </a:lnTo>
                  <a:lnTo>
                    <a:pt x="1514386" y="144195"/>
                  </a:lnTo>
                  <a:lnTo>
                    <a:pt x="639533" y="144195"/>
                  </a:lnTo>
                  <a:lnTo>
                    <a:pt x="639533" y="92760"/>
                  </a:lnTo>
                  <a:lnTo>
                    <a:pt x="1514386" y="92760"/>
                  </a:lnTo>
                  <a:lnTo>
                    <a:pt x="1514386" y="870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>
              <a:extLst>
                <a:ext uri="{FF2B5EF4-FFF2-40B4-BE49-F238E27FC236}">
                  <a16:creationId xmlns:a16="http://schemas.microsoft.com/office/drawing/2014/main" id="{BE5E7F5B-2655-682F-3EF2-3273B2989833}"/>
                </a:ext>
              </a:extLst>
            </p:cNvPr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383882" y="8641394"/>
              <a:ext cx="74294" cy="116776"/>
            </a:xfrm>
            <a:prstGeom prst="rect">
              <a:avLst/>
            </a:prstGeom>
          </p:spPr>
        </p:pic>
        <p:sp>
          <p:nvSpPr>
            <p:cNvPr id="102" name="object 102">
              <a:extLst>
                <a:ext uri="{FF2B5EF4-FFF2-40B4-BE49-F238E27FC236}">
                  <a16:creationId xmlns:a16="http://schemas.microsoft.com/office/drawing/2014/main" id="{6C1A3267-BC2B-177C-6FC9-9E67D05BF24B}"/>
                </a:ext>
              </a:extLst>
            </p:cNvPr>
            <p:cNvSpPr/>
            <p:nvPr/>
          </p:nvSpPr>
          <p:spPr>
            <a:xfrm>
              <a:off x="6539319" y="8571290"/>
              <a:ext cx="81915" cy="386080"/>
            </a:xfrm>
            <a:custGeom>
              <a:avLst/>
              <a:gdLst/>
              <a:ahLst/>
              <a:cxnLst/>
              <a:rect l="l" t="t" r="r" b="b"/>
              <a:pathLst>
                <a:path w="81915" h="386079">
                  <a:moveTo>
                    <a:pt x="30010" y="18859"/>
                  </a:moveTo>
                  <a:lnTo>
                    <a:pt x="29248" y="15252"/>
                  </a:lnTo>
                  <a:lnTo>
                    <a:pt x="27533" y="11823"/>
                  </a:lnTo>
                  <a:lnTo>
                    <a:pt x="24866" y="8572"/>
                  </a:lnTo>
                  <a:lnTo>
                    <a:pt x="16865" y="0"/>
                  </a:lnTo>
                  <a:lnTo>
                    <a:pt x="12865" y="0"/>
                  </a:lnTo>
                  <a:lnTo>
                    <a:pt x="15722" y="2857"/>
                  </a:lnTo>
                  <a:lnTo>
                    <a:pt x="17526" y="6477"/>
                  </a:lnTo>
                  <a:lnTo>
                    <a:pt x="3911" y="27825"/>
                  </a:lnTo>
                  <a:lnTo>
                    <a:pt x="762" y="32575"/>
                  </a:lnTo>
                  <a:lnTo>
                    <a:pt x="0" y="38290"/>
                  </a:lnTo>
                  <a:lnTo>
                    <a:pt x="762" y="41910"/>
                  </a:lnTo>
                  <a:lnTo>
                    <a:pt x="2476" y="45339"/>
                  </a:lnTo>
                  <a:lnTo>
                    <a:pt x="5143" y="48577"/>
                  </a:lnTo>
                  <a:lnTo>
                    <a:pt x="12865" y="57150"/>
                  </a:lnTo>
                  <a:lnTo>
                    <a:pt x="15722" y="60007"/>
                  </a:lnTo>
                  <a:lnTo>
                    <a:pt x="17526" y="63627"/>
                  </a:lnTo>
                  <a:lnTo>
                    <a:pt x="3911" y="84975"/>
                  </a:lnTo>
                  <a:lnTo>
                    <a:pt x="762" y="89725"/>
                  </a:lnTo>
                  <a:lnTo>
                    <a:pt x="0" y="95440"/>
                  </a:lnTo>
                  <a:lnTo>
                    <a:pt x="762" y="99060"/>
                  </a:lnTo>
                  <a:lnTo>
                    <a:pt x="2476" y="102489"/>
                  </a:lnTo>
                  <a:lnTo>
                    <a:pt x="5143" y="105727"/>
                  </a:lnTo>
                  <a:lnTo>
                    <a:pt x="12865" y="114300"/>
                  </a:lnTo>
                  <a:lnTo>
                    <a:pt x="15722" y="117157"/>
                  </a:lnTo>
                  <a:lnTo>
                    <a:pt x="17526" y="120777"/>
                  </a:lnTo>
                  <a:lnTo>
                    <a:pt x="3911" y="142125"/>
                  </a:lnTo>
                  <a:lnTo>
                    <a:pt x="762" y="146875"/>
                  </a:lnTo>
                  <a:lnTo>
                    <a:pt x="0" y="152590"/>
                  </a:lnTo>
                  <a:lnTo>
                    <a:pt x="762" y="156210"/>
                  </a:lnTo>
                  <a:lnTo>
                    <a:pt x="2476" y="159639"/>
                  </a:lnTo>
                  <a:lnTo>
                    <a:pt x="5143" y="162877"/>
                  </a:lnTo>
                  <a:lnTo>
                    <a:pt x="12865" y="171450"/>
                  </a:lnTo>
                  <a:lnTo>
                    <a:pt x="15722" y="174307"/>
                  </a:lnTo>
                  <a:lnTo>
                    <a:pt x="17526" y="177927"/>
                  </a:lnTo>
                  <a:lnTo>
                    <a:pt x="3911" y="199275"/>
                  </a:lnTo>
                  <a:lnTo>
                    <a:pt x="762" y="204025"/>
                  </a:lnTo>
                  <a:lnTo>
                    <a:pt x="0" y="209740"/>
                  </a:lnTo>
                  <a:lnTo>
                    <a:pt x="762" y="213360"/>
                  </a:lnTo>
                  <a:lnTo>
                    <a:pt x="2476" y="216789"/>
                  </a:lnTo>
                  <a:lnTo>
                    <a:pt x="5143" y="220027"/>
                  </a:lnTo>
                  <a:lnTo>
                    <a:pt x="12865" y="228600"/>
                  </a:lnTo>
                  <a:lnTo>
                    <a:pt x="16865" y="228600"/>
                  </a:lnTo>
                  <a:lnTo>
                    <a:pt x="13817" y="224599"/>
                  </a:lnTo>
                  <a:lnTo>
                    <a:pt x="12103" y="221081"/>
                  </a:lnTo>
                  <a:lnTo>
                    <a:pt x="11722" y="218033"/>
                  </a:lnTo>
                  <a:lnTo>
                    <a:pt x="12674" y="212890"/>
                  </a:lnTo>
                  <a:lnTo>
                    <a:pt x="15621" y="208508"/>
                  </a:lnTo>
                  <a:lnTo>
                    <a:pt x="20574" y="204889"/>
                  </a:lnTo>
                  <a:lnTo>
                    <a:pt x="26098" y="200698"/>
                  </a:lnTo>
                  <a:lnTo>
                    <a:pt x="29248" y="195846"/>
                  </a:lnTo>
                  <a:lnTo>
                    <a:pt x="30010" y="190309"/>
                  </a:lnTo>
                  <a:lnTo>
                    <a:pt x="29248" y="186702"/>
                  </a:lnTo>
                  <a:lnTo>
                    <a:pt x="27533" y="183273"/>
                  </a:lnTo>
                  <a:lnTo>
                    <a:pt x="24866" y="180022"/>
                  </a:lnTo>
                  <a:lnTo>
                    <a:pt x="16865" y="171450"/>
                  </a:lnTo>
                  <a:lnTo>
                    <a:pt x="13817" y="167449"/>
                  </a:lnTo>
                  <a:lnTo>
                    <a:pt x="12103" y="163931"/>
                  </a:lnTo>
                  <a:lnTo>
                    <a:pt x="11722" y="160883"/>
                  </a:lnTo>
                  <a:lnTo>
                    <a:pt x="12674" y="155740"/>
                  </a:lnTo>
                  <a:lnTo>
                    <a:pt x="15621" y="151358"/>
                  </a:lnTo>
                  <a:lnTo>
                    <a:pt x="20574" y="147739"/>
                  </a:lnTo>
                  <a:lnTo>
                    <a:pt x="26098" y="143548"/>
                  </a:lnTo>
                  <a:lnTo>
                    <a:pt x="29248" y="138696"/>
                  </a:lnTo>
                  <a:lnTo>
                    <a:pt x="30010" y="133159"/>
                  </a:lnTo>
                  <a:lnTo>
                    <a:pt x="29248" y="129552"/>
                  </a:lnTo>
                  <a:lnTo>
                    <a:pt x="27533" y="126123"/>
                  </a:lnTo>
                  <a:lnTo>
                    <a:pt x="24866" y="122872"/>
                  </a:lnTo>
                  <a:lnTo>
                    <a:pt x="16865" y="114300"/>
                  </a:lnTo>
                  <a:lnTo>
                    <a:pt x="13817" y="110299"/>
                  </a:lnTo>
                  <a:lnTo>
                    <a:pt x="12103" y="106781"/>
                  </a:lnTo>
                  <a:lnTo>
                    <a:pt x="11722" y="103733"/>
                  </a:lnTo>
                  <a:lnTo>
                    <a:pt x="12674" y="98590"/>
                  </a:lnTo>
                  <a:lnTo>
                    <a:pt x="15621" y="94208"/>
                  </a:lnTo>
                  <a:lnTo>
                    <a:pt x="20574" y="90589"/>
                  </a:lnTo>
                  <a:lnTo>
                    <a:pt x="26098" y="86398"/>
                  </a:lnTo>
                  <a:lnTo>
                    <a:pt x="29248" y="81546"/>
                  </a:lnTo>
                  <a:lnTo>
                    <a:pt x="30010" y="76009"/>
                  </a:lnTo>
                  <a:lnTo>
                    <a:pt x="29248" y="72402"/>
                  </a:lnTo>
                  <a:lnTo>
                    <a:pt x="27533" y="68973"/>
                  </a:lnTo>
                  <a:lnTo>
                    <a:pt x="24866" y="65722"/>
                  </a:lnTo>
                  <a:lnTo>
                    <a:pt x="16865" y="57150"/>
                  </a:lnTo>
                  <a:lnTo>
                    <a:pt x="13817" y="53149"/>
                  </a:lnTo>
                  <a:lnTo>
                    <a:pt x="12103" y="49631"/>
                  </a:lnTo>
                  <a:lnTo>
                    <a:pt x="11722" y="46583"/>
                  </a:lnTo>
                  <a:lnTo>
                    <a:pt x="12674" y="41440"/>
                  </a:lnTo>
                  <a:lnTo>
                    <a:pt x="15621" y="37058"/>
                  </a:lnTo>
                  <a:lnTo>
                    <a:pt x="20574" y="33439"/>
                  </a:lnTo>
                  <a:lnTo>
                    <a:pt x="26098" y="29248"/>
                  </a:lnTo>
                  <a:lnTo>
                    <a:pt x="29248" y="24396"/>
                  </a:lnTo>
                  <a:lnTo>
                    <a:pt x="30010" y="18859"/>
                  </a:lnTo>
                  <a:close/>
                </a:path>
                <a:path w="81915" h="386079">
                  <a:moveTo>
                    <a:pt x="81445" y="54292"/>
                  </a:moveTo>
                  <a:lnTo>
                    <a:pt x="71437" y="54292"/>
                  </a:lnTo>
                  <a:lnTo>
                    <a:pt x="71437" y="385762"/>
                  </a:lnTo>
                  <a:lnTo>
                    <a:pt x="81445" y="385762"/>
                  </a:lnTo>
                  <a:lnTo>
                    <a:pt x="81445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>
              <a:extLst>
                <a:ext uri="{FF2B5EF4-FFF2-40B4-BE49-F238E27FC236}">
                  <a16:creationId xmlns:a16="http://schemas.microsoft.com/office/drawing/2014/main" id="{CFA68EE1-0EAB-A312-EBAC-0BB862E3A8C1}"/>
                </a:ext>
              </a:extLst>
            </p:cNvPr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610767" y="8584244"/>
              <a:ext cx="74294" cy="116776"/>
            </a:xfrm>
            <a:prstGeom prst="rect">
              <a:avLst/>
            </a:prstGeom>
          </p:spPr>
        </p:pic>
        <p:sp>
          <p:nvSpPr>
            <p:cNvPr id="104" name="object 104">
              <a:extLst>
                <a:ext uri="{FF2B5EF4-FFF2-40B4-BE49-F238E27FC236}">
                  <a16:creationId xmlns:a16="http://schemas.microsoft.com/office/drawing/2014/main" id="{36B4C25B-567B-DD34-8B81-F8C190BD8E4F}"/>
                </a:ext>
              </a:extLst>
            </p:cNvPr>
            <p:cNvSpPr/>
            <p:nvPr/>
          </p:nvSpPr>
          <p:spPr>
            <a:xfrm>
              <a:off x="6610756" y="8471278"/>
              <a:ext cx="539115" cy="471805"/>
            </a:xfrm>
            <a:custGeom>
              <a:avLst/>
              <a:gdLst/>
              <a:ahLst/>
              <a:cxnLst/>
              <a:rect l="l" t="t" r="r" b="b"/>
              <a:pathLst>
                <a:path w="539115" h="471804">
                  <a:moveTo>
                    <a:pt x="74295" y="276898"/>
                  </a:moveTo>
                  <a:lnTo>
                    <a:pt x="74104" y="269659"/>
                  </a:lnTo>
                  <a:lnTo>
                    <a:pt x="71539" y="264426"/>
                  </a:lnTo>
                  <a:lnTo>
                    <a:pt x="66586" y="261175"/>
                  </a:lnTo>
                  <a:lnTo>
                    <a:pt x="62014" y="257568"/>
                  </a:lnTo>
                  <a:lnTo>
                    <a:pt x="55537" y="255854"/>
                  </a:lnTo>
                  <a:lnTo>
                    <a:pt x="47155" y="256032"/>
                  </a:lnTo>
                  <a:lnTo>
                    <a:pt x="39230" y="256997"/>
                  </a:lnTo>
                  <a:lnTo>
                    <a:pt x="4648" y="280111"/>
                  </a:lnTo>
                  <a:lnTo>
                    <a:pt x="0" y="294043"/>
                  </a:lnTo>
                  <a:lnTo>
                    <a:pt x="190" y="300520"/>
                  </a:lnTo>
                  <a:lnTo>
                    <a:pt x="25146" y="315468"/>
                  </a:lnTo>
                  <a:lnTo>
                    <a:pt x="33629" y="314528"/>
                  </a:lnTo>
                  <a:lnTo>
                    <a:pt x="69659" y="291465"/>
                  </a:lnTo>
                  <a:lnTo>
                    <a:pt x="72847" y="284467"/>
                  </a:lnTo>
                  <a:lnTo>
                    <a:pt x="74295" y="276898"/>
                  </a:lnTo>
                  <a:close/>
                </a:path>
                <a:path w="539115" h="471804">
                  <a:moveTo>
                    <a:pt x="176161" y="176022"/>
                  </a:moveTo>
                  <a:lnTo>
                    <a:pt x="175399" y="172415"/>
                  </a:lnTo>
                  <a:lnTo>
                    <a:pt x="173685" y="168986"/>
                  </a:lnTo>
                  <a:lnTo>
                    <a:pt x="171018" y="165735"/>
                  </a:lnTo>
                  <a:lnTo>
                    <a:pt x="163017" y="157162"/>
                  </a:lnTo>
                  <a:lnTo>
                    <a:pt x="159016" y="157162"/>
                  </a:lnTo>
                  <a:lnTo>
                    <a:pt x="161874" y="160020"/>
                  </a:lnTo>
                  <a:lnTo>
                    <a:pt x="163690" y="163639"/>
                  </a:lnTo>
                  <a:lnTo>
                    <a:pt x="150063" y="184988"/>
                  </a:lnTo>
                  <a:lnTo>
                    <a:pt x="146926" y="189738"/>
                  </a:lnTo>
                  <a:lnTo>
                    <a:pt x="146164" y="195453"/>
                  </a:lnTo>
                  <a:lnTo>
                    <a:pt x="146926" y="199072"/>
                  </a:lnTo>
                  <a:lnTo>
                    <a:pt x="148640" y="202501"/>
                  </a:lnTo>
                  <a:lnTo>
                    <a:pt x="151307" y="205740"/>
                  </a:lnTo>
                  <a:lnTo>
                    <a:pt x="159016" y="214312"/>
                  </a:lnTo>
                  <a:lnTo>
                    <a:pt x="161874" y="217170"/>
                  </a:lnTo>
                  <a:lnTo>
                    <a:pt x="163690" y="220789"/>
                  </a:lnTo>
                  <a:lnTo>
                    <a:pt x="150063" y="242138"/>
                  </a:lnTo>
                  <a:lnTo>
                    <a:pt x="146926" y="246888"/>
                  </a:lnTo>
                  <a:lnTo>
                    <a:pt x="146164" y="252603"/>
                  </a:lnTo>
                  <a:lnTo>
                    <a:pt x="146926" y="256222"/>
                  </a:lnTo>
                  <a:lnTo>
                    <a:pt x="148640" y="259651"/>
                  </a:lnTo>
                  <a:lnTo>
                    <a:pt x="151307" y="262890"/>
                  </a:lnTo>
                  <a:lnTo>
                    <a:pt x="159016" y="271462"/>
                  </a:lnTo>
                  <a:lnTo>
                    <a:pt x="161874" y="274320"/>
                  </a:lnTo>
                  <a:lnTo>
                    <a:pt x="163690" y="277939"/>
                  </a:lnTo>
                  <a:lnTo>
                    <a:pt x="150063" y="299288"/>
                  </a:lnTo>
                  <a:lnTo>
                    <a:pt x="146926" y="304038"/>
                  </a:lnTo>
                  <a:lnTo>
                    <a:pt x="146164" y="309753"/>
                  </a:lnTo>
                  <a:lnTo>
                    <a:pt x="146926" y="313372"/>
                  </a:lnTo>
                  <a:lnTo>
                    <a:pt x="148640" y="316801"/>
                  </a:lnTo>
                  <a:lnTo>
                    <a:pt x="151307" y="320040"/>
                  </a:lnTo>
                  <a:lnTo>
                    <a:pt x="159016" y="328612"/>
                  </a:lnTo>
                  <a:lnTo>
                    <a:pt x="161874" y="331470"/>
                  </a:lnTo>
                  <a:lnTo>
                    <a:pt x="163690" y="335089"/>
                  </a:lnTo>
                  <a:lnTo>
                    <a:pt x="150063" y="356438"/>
                  </a:lnTo>
                  <a:lnTo>
                    <a:pt x="146926" y="361188"/>
                  </a:lnTo>
                  <a:lnTo>
                    <a:pt x="146164" y="366903"/>
                  </a:lnTo>
                  <a:lnTo>
                    <a:pt x="146926" y="370522"/>
                  </a:lnTo>
                  <a:lnTo>
                    <a:pt x="148640" y="373951"/>
                  </a:lnTo>
                  <a:lnTo>
                    <a:pt x="151307" y="377190"/>
                  </a:lnTo>
                  <a:lnTo>
                    <a:pt x="159016" y="385762"/>
                  </a:lnTo>
                  <a:lnTo>
                    <a:pt x="161874" y="388620"/>
                  </a:lnTo>
                  <a:lnTo>
                    <a:pt x="163690" y="392239"/>
                  </a:lnTo>
                  <a:lnTo>
                    <a:pt x="150063" y="413588"/>
                  </a:lnTo>
                  <a:lnTo>
                    <a:pt x="146926" y="418338"/>
                  </a:lnTo>
                  <a:lnTo>
                    <a:pt x="146164" y="424053"/>
                  </a:lnTo>
                  <a:lnTo>
                    <a:pt x="146926" y="427672"/>
                  </a:lnTo>
                  <a:lnTo>
                    <a:pt x="148640" y="431101"/>
                  </a:lnTo>
                  <a:lnTo>
                    <a:pt x="151307" y="434340"/>
                  </a:lnTo>
                  <a:lnTo>
                    <a:pt x="159016" y="442912"/>
                  </a:lnTo>
                  <a:lnTo>
                    <a:pt x="163017" y="442912"/>
                  </a:lnTo>
                  <a:lnTo>
                    <a:pt x="159969" y="438912"/>
                  </a:lnTo>
                  <a:lnTo>
                    <a:pt x="158254" y="435394"/>
                  </a:lnTo>
                  <a:lnTo>
                    <a:pt x="157873" y="432346"/>
                  </a:lnTo>
                  <a:lnTo>
                    <a:pt x="158826" y="427202"/>
                  </a:lnTo>
                  <a:lnTo>
                    <a:pt x="161785" y="422821"/>
                  </a:lnTo>
                  <a:lnTo>
                    <a:pt x="166738" y="419201"/>
                  </a:lnTo>
                  <a:lnTo>
                    <a:pt x="172262" y="415010"/>
                  </a:lnTo>
                  <a:lnTo>
                    <a:pt x="175399" y="410159"/>
                  </a:lnTo>
                  <a:lnTo>
                    <a:pt x="176161" y="404622"/>
                  </a:lnTo>
                  <a:lnTo>
                    <a:pt x="175399" y="401015"/>
                  </a:lnTo>
                  <a:lnTo>
                    <a:pt x="173685" y="397586"/>
                  </a:lnTo>
                  <a:lnTo>
                    <a:pt x="171018" y="394335"/>
                  </a:lnTo>
                  <a:lnTo>
                    <a:pt x="163017" y="385762"/>
                  </a:lnTo>
                  <a:lnTo>
                    <a:pt x="159969" y="381762"/>
                  </a:lnTo>
                  <a:lnTo>
                    <a:pt x="158254" y="378244"/>
                  </a:lnTo>
                  <a:lnTo>
                    <a:pt x="157873" y="375196"/>
                  </a:lnTo>
                  <a:lnTo>
                    <a:pt x="158826" y="370052"/>
                  </a:lnTo>
                  <a:lnTo>
                    <a:pt x="161785" y="365671"/>
                  </a:lnTo>
                  <a:lnTo>
                    <a:pt x="166738" y="362051"/>
                  </a:lnTo>
                  <a:lnTo>
                    <a:pt x="172262" y="357860"/>
                  </a:lnTo>
                  <a:lnTo>
                    <a:pt x="175399" y="353009"/>
                  </a:lnTo>
                  <a:lnTo>
                    <a:pt x="176161" y="347472"/>
                  </a:lnTo>
                  <a:lnTo>
                    <a:pt x="175399" y="343865"/>
                  </a:lnTo>
                  <a:lnTo>
                    <a:pt x="173685" y="340436"/>
                  </a:lnTo>
                  <a:lnTo>
                    <a:pt x="171018" y="337185"/>
                  </a:lnTo>
                  <a:lnTo>
                    <a:pt x="163017" y="328612"/>
                  </a:lnTo>
                  <a:lnTo>
                    <a:pt x="159969" y="324612"/>
                  </a:lnTo>
                  <a:lnTo>
                    <a:pt x="158254" y="321094"/>
                  </a:lnTo>
                  <a:lnTo>
                    <a:pt x="157873" y="318046"/>
                  </a:lnTo>
                  <a:lnTo>
                    <a:pt x="158826" y="312902"/>
                  </a:lnTo>
                  <a:lnTo>
                    <a:pt x="161785" y="308521"/>
                  </a:lnTo>
                  <a:lnTo>
                    <a:pt x="166738" y="304901"/>
                  </a:lnTo>
                  <a:lnTo>
                    <a:pt x="172262" y="300710"/>
                  </a:lnTo>
                  <a:lnTo>
                    <a:pt x="175399" y="295859"/>
                  </a:lnTo>
                  <a:lnTo>
                    <a:pt x="176161" y="290322"/>
                  </a:lnTo>
                  <a:lnTo>
                    <a:pt x="175399" y="286715"/>
                  </a:lnTo>
                  <a:lnTo>
                    <a:pt x="173685" y="283286"/>
                  </a:lnTo>
                  <a:lnTo>
                    <a:pt x="171018" y="280035"/>
                  </a:lnTo>
                  <a:lnTo>
                    <a:pt x="163017" y="271462"/>
                  </a:lnTo>
                  <a:lnTo>
                    <a:pt x="159969" y="267462"/>
                  </a:lnTo>
                  <a:lnTo>
                    <a:pt x="158254" y="263944"/>
                  </a:lnTo>
                  <a:lnTo>
                    <a:pt x="157873" y="260896"/>
                  </a:lnTo>
                  <a:lnTo>
                    <a:pt x="158826" y="255752"/>
                  </a:lnTo>
                  <a:lnTo>
                    <a:pt x="161785" y="251371"/>
                  </a:lnTo>
                  <a:lnTo>
                    <a:pt x="166738" y="247751"/>
                  </a:lnTo>
                  <a:lnTo>
                    <a:pt x="172262" y="243560"/>
                  </a:lnTo>
                  <a:lnTo>
                    <a:pt x="175399" y="238709"/>
                  </a:lnTo>
                  <a:lnTo>
                    <a:pt x="176161" y="233172"/>
                  </a:lnTo>
                  <a:lnTo>
                    <a:pt x="175399" y="229565"/>
                  </a:lnTo>
                  <a:lnTo>
                    <a:pt x="173685" y="226136"/>
                  </a:lnTo>
                  <a:lnTo>
                    <a:pt x="171018" y="222885"/>
                  </a:lnTo>
                  <a:lnTo>
                    <a:pt x="163017" y="214312"/>
                  </a:lnTo>
                  <a:lnTo>
                    <a:pt x="159969" y="210312"/>
                  </a:lnTo>
                  <a:lnTo>
                    <a:pt x="158254" y="206794"/>
                  </a:lnTo>
                  <a:lnTo>
                    <a:pt x="157873" y="203746"/>
                  </a:lnTo>
                  <a:lnTo>
                    <a:pt x="158826" y="198602"/>
                  </a:lnTo>
                  <a:lnTo>
                    <a:pt x="161785" y="194221"/>
                  </a:lnTo>
                  <a:lnTo>
                    <a:pt x="166738" y="190601"/>
                  </a:lnTo>
                  <a:lnTo>
                    <a:pt x="172262" y="186410"/>
                  </a:lnTo>
                  <a:lnTo>
                    <a:pt x="175399" y="181559"/>
                  </a:lnTo>
                  <a:lnTo>
                    <a:pt x="176161" y="176022"/>
                  </a:lnTo>
                  <a:close/>
                </a:path>
                <a:path w="539115" h="471804">
                  <a:moveTo>
                    <a:pt x="291896" y="191173"/>
                  </a:moveTo>
                  <a:lnTo>
                    <a:pt x="291706" y="183934"/>
                  </a:lnTo>
                  <a:lnTo>
                    <a:pt x="291604" y="183730"/>
                  </a:lnTo>
                  <a:lnTo>
                    <a:pt x="291604" y="0"/>
                  </a:lnTo>
                  <a:lnTo>
                    <a:pt x="281609" y="0"/>
                  </a:lnTo>
                  <a:lnTo>
                    <a:pt x="281609" y="173431"/>
                  </a:lnTo>
                  <a:lnTo>
                    <a:pt x="279603" y="171843"/>
                  </a:lnTo>
                  <a:lnTo>
                    <a:pt x="273126" y="170129"/>
                  </a:lnTo>
                  <a:lnTo>
                    <a:pt x="264744" y="170307"/>
                  </a:lnTo>
                  <a:lnTo>
                    <a:pt x="256819" y="171272"/>
                  </a:lnTo>
                  <a:lnTo>
                    <a:pt x="222237" y="194386"/>
                  </a:lnTo>
                  <a:lnTo>
                    <a:pt x="217601" y="208318"/>
                  </a:lnTo>
                  <a:lnTo>
                    <a:pt x="217792" y="214795"/>
                  </a:lnTo>
                  <a:lnTo>
                    <a:pt x="242747" y="229743"/>
                  </a:lnTo>
                  <a:lnTo>
                    <a:pt x="251231" y="228803"/>
                  </a:lnTo>
                  <a:lnTo>
                    <a:pt x="259524" y="226529"/>
                  </a:lnTo>
                  <a:lnTo>
                    <a:pt x="267652" y="222948"/>
                  </a:lnTo>
                  <a:lnTo>
                    <a:pt x="275602" y="218033"/>
                  </a:lnTo>
                  <a:lnTo>
                    <a:pt x="281609" y="212788"/>
                  </a:lnTo>
                  <a:lnTo>
                    <a:pt x="281609" y="259156"/>
                  </a:lnTo>
                  <a:lnTo>
                    <a:pt x="279603" y="257568"/>
                  </a:lnTo>
                  <a:lnTo>
                    <a:pt x="273126" y="255854"/>
                  </a:lnTo>
                  <a:lnTo>
                    <a:pt x="264744" y="256032"/>
                  </a:lnTo>
                  <a:lnTo>
                    <a:pt x="227190" y="273850"/>
                  </a:lnTo>
                  <a:lnTo>
                    <a:pt x="217601" y="294043"/>
                  </a:lnTo>
                  <a:lnTo>
                    <a:pt x="217792" y="300520"/>
                  </a:lnTo>
                  <a:lnTo>
                    <a:pt x="242747" y="315468"/>
                  </a:lnTo>
                  <a:lnTo>
                    <a:pt x="251231" y="314528"/>
                  </a:lnTo>
                  <a:lnTo>
                    <a:pt x="259524" y="312254"/>
                  </a:lnTo>
                  <a:lnTo>
                    <a:pt x="267652" y="308673"/>
                  </a:lnTo>
                  <a:lnTo>
                    <a:pt x="275602" y="303758"/>
                  </a:lnTo>
                  <a:lnTo>
                    <a:pt x="281609" y="298513"/>
                  </a:lnTo>
                  <a:lnTo>
                    <a:pt x="281609" y="373456"/>
                  </a:lnTo>
                  <a:lnTo>
                    <a:pt x="279603" y="371868"/>
                  </a:lnTo>
                  <a:lnTo>
                    <a:pt x="273126" y="370154"/>
                  </a:lnTo>
                  <a:lnTo>
                    <a:pt x="264744" y="370332"/>
                  </a:lnTo>
                  <a:lnTo>
                    <a:pt x="227190" y="388150"/>
                  </a:lnTo>
                  <a:lnTo>
                    <a:pt x="217601" y="408343"/>
                  </a:lnTo>
                  <a:lnTo>
                    <a:pt x="217792" y="414820"/>
                  </a:lnTo>
                  <a:lnTo>
                    <a:pt x="242747" y="429768"/>
                  </a:lnTo>
                  <a:lnTo>
                    <a:pt x="251231" y="428828"/>
                  </a:lnTo>
                  <a:lnTo>
                    <a:pt x="287248" y="405765"/>
                  </a:lnTo>
                  <a:lnTo>
                    <a:pt x="291896" y="391198"/>
                  </a:lnTo>
                  <a:lnTo>
                    <a:pt x="291706" y="383959"/>
                  </a:lnTo>
                  <a:lnTo>
                    <a:pt x="291604" y="383755"/>
                  </a:lnTo>
                  <a:lnTo>
                    <a:pt x="291604" y="278434"/>
                  </a:lnTo>
                  <a:lnTo>
                    <a:pt x="291896" y="276898"/>
                  </a:lnTo>
                  <a:lnTo>
                    <a:pt x="291706" y="269659"/>
                  </a:lnTo>
                  <a:lnTo>
                    <a:pt x="291604" y="269455"/>
                  </a:lnTo>
                  <a:lnTo>
                    <a:pt x="291604" y="192709"/>
                  </a:lnTo>
                  <a:lnTo>
                    <a:pt x="291896" y="191173"/>
                  </a:lnTo>
                  <a:close/>
                </a:path>
                <a:path w="539115" h="471804">
                  <a:moveTo>
                    <a:pt x="403047" y="204597"/>
                  </a:moveTo>
                  <a:lnTo>
                    <a:pt x="402285" y="200990"/>
                  </a:lnTo>
                  <a:lnTo>
                    <a:pt x="400570" y="197561"/>
                  </a:lnTo>
                  <a:lnTo>
                    <a:pt x="397903" y="194310"/>
                  </a:lnTo>
                  <a:lnTo>
                    <a:pt x="389902" y="185737"/>
                  </a:lnTo>
                  <a:lnTo>
                    <a:pt x="385902" y="185737"/>
                  </a:lnTo>
                  <a:lnTo>
                    <a:pt x="388759" y="188595"/>
                  </a:lnTo>
                  <a:lnTo>
                    <a:pt x="390575" y="192214"/>
                  </a:lnTo>
                  <a:lnTo>
                    <a:pt x="376948" y="213563"/>
                  </a:lnTo>
                  <a:lnTo>
                    <a:pt x="373811" y="218313"/>
                  </a:lnTo>
                  <a:lnTo>
                    <a:pt x="373049" y="224028"/>
                  </a:lnTo>
                  <a:lnTo>
                    <a:pt x="373811" y="227647"/>
                  </a:lnTo>
                  <a:lnTo>
                    <a:pt x="375526" y="231076"/>
                  </a:lnTo>
                  <a:lnTo>
                    <a:pt x="378193" y="234315"/>
                  </a:lnTo>
                  <a:lnTo>
                    <a:pt x="385902" y="242887"/>
                  </a:lnTo>
                  <a:lnTo>
                    <a:pt x="388759" y="245745"/>
                  </a:lnTo>
                  <a:lnTo>
                    <a:pt x="390575" y="249364"/>
                  </a:lnTo>
                  <a:lnTo>
                    <a:pt x="376948" y="270713"/>
                  </a:lnTo>
                  <a:lnTo>
                    <a:pt x="373811" y="275463"/>
                  </a:lnTo>
                  <a:lnTo>
                    <a:pt x="373049" y="281178"/>
                  </a:lnTo>
                  <a:lnTo>
                    <a:pt x="373811" y="284797"/>
                  </a:lnTo>
                  <a:lnTo>
                    <a:pt x="375526" y="288226"/>
                  </a:lnTo>
                  <a:lnTo>
                    <a:pt x="378193" y="291465"/>
                  </a:lnTo>
                  <a:lnTo>
                    <a:pt x="385902" y="300037"/>
                  </a:lnTo>
                  <a:lnTo>
                    <a:pt x="388759" y="302895"/>
                  </a:lnTo>
                  <a:lnTo>
                    <a:pt x="390575" y="306514"/>
                  </a:lnTo>
                  <a:lnTo>
                    <a:pt x="376948" y="327863"/>
                  </a:lnTo>
                  <a:lnTo>
                    <a:pt x="373811" y="332613"/>
                  </a:lnTo>
                  <a:lnTo>
                    <a:pt x="373049" y="338328"/>
                  </a:lnTo>
                  <a:lnTo>
                    <a:pt x="373811" y="341947"/>
                  </a:lnTo>
                  <a:lnTo>
                    <a:pt x="375526" y="345376"/>
                  </a:lnTo>
                  <a:lnTo>
                    <a:pt x="378193" y="348615"/>
                  </a:lnTo>
                  <a:lnTo>
                    <a:pt x="385902" y="357187"/>
                  </a:lnTo>
                  <a:lnTo>
                    <a:pt x="388759" y="360045"/>
                  </a:lnTo>
                  <a:lnTo>
                    <a:pt x="390575" y="363664"/>
                  </a:lnTo>
                  <a:lnTo>
                    <a:pt x="376948" y="385013"/>
                  </a:lnTo>
                  <a:lnTo>
                    <a:pt x="373811" y="389763"/>
                  </a:lnTo>
                  <a:lnTo>
                    <a:pt x="373049" y="395478"/>
                  </a:lnTo>
                  <a:lnTo>
                    <a:pt x="373811" y="399097"/>
                  </a:lnTo>
                  <a:lnTo>
                    <a:pt x="375526" y="402526"/>
                  </a:lnTo>
                  <a:lnTo>
                    <a:pt x="378193" y="405765"/>
                  </a:lnTo>
                  <a:lnTo>
                    <a:pt x="385902" y="414337"/>
                  </a:lnTo>
                  <a:lnTo>
                    <a:pt x="388759" y="417195"/>
                  </a:lnTo>
                  <a:lnTo>
                    <a:pt x="390575" y="420814"/>
                  </a:lnTo>
                  <a:lnTo>
                    <a:pt x="376948" y="442163"/>
                  </a:lnTo>
                  <a:lnTo>
                    <a:pt x="373811" y="446913"/>
                  </a:lnTo>
                  <a:lnTo>
                    <a:pt x="373049" y="452628"/>
                  </a:lnTo>
                  <a:lnTo>
                    <a:pt x="373811" y="456247"/>
                  </a:lnTo>
                  <a:lnTo>
                    <a:pt x="375526" y="459676"/>
                  </a:lnTo>
                  <a:lnTo>
                    <a:pt x="378193" y="462915"/>
                  </a:lnTo>
                  <a:lnTo>
                    <a:pt x="385902" y="471487"/>
                  </a:lnTo>
                  <a:lnTo>
                    <a:pt x="389902" y="471487"/>
                  </a:lnTo>
                  <a:lnTo>
                    <a:pt x="386854" y="467487"/>
                  </a:lnTo>
                  <a:lnTo>
                    <a:pt x="385140" y="463969"/>
                  </a:lnTo>
                  <a:lnTo>
                    <a:pt x="384759" y="460921"/>
                  </a:lnTo>
                  <a:lnTo>
                    <a:pt x="385711" y="455777"/>
                  </a:lnTo>
                  <a:lnTo>
                    <a:pt x="388670" y="451396"/>
                  </a:lnTo>
                  <a:lnTo>
                    <a:pt x="393623" y="447776"/>
                  </a:lnTo>
                  <a:lnTo>
                    <a:pt x="399148" y="443585"/>
                  </a:lnTo>
                  <a:lnTo>
                    <a:pt x="402285" y="438734"/>
                  </a:lnTo>
                  <a:lnTo>
                    <a:pt x="403047" y="433197"/>
                  </a:lnTo>
                  <a:lnTo>
                    <a:pt x="402285" y="429590"/>
                  </a:lnTo>
                  <a:lnTo>
                    <a:pt x="400570" y="426161"/>
                  </a:lnTo>
                  <a:lnTo>
                    <a:pt x="397903" y="422910"/>
                  </a:lnTo>
                  <a:lnTo>
                    <a:pt x="389902" y="414337"/>
                  </a:lnTo>
                  <a:lnTo>
                    <a:pt x="386854" y="410337"/>
                  </a:lnTo>
                  <a:lnTo>
                    <a:pt x="385140" y="406819"/>
                  </a:lnTo>
                  <a:lnTo>
                    <a:pt x="384759" y="403771"/>
                  </a:lnTo>
                  <a:lnTo>
                    <a:pt x="385711" y="398627"/>
                  </a:lnTo>
                  <a:lnTo>
                    <a:pt x="388670" y="394246"/>
                  </a:lnTo>
                  <a:lnTo>
                    <a:pt x="393623" y="390626"/>
                  </a:lnTo>
                  <a:lnTo>
                    <a:pt x="399148" y="386435"/>
                  </a:lnTo>
                  <a:lnTo>
                    <a:pt x="402285" y="381584"/>
                  </a:lnTo>
                  <a:lnTo>
                    <a:pt x="403047" y="376047"/>
                  </a:lnTo>
                  <a:lnTo>
                    <a:pt x="402285" y="372440"/>
                  </a:lnTo>
                  <a:lnTo>
                    <a:pt x="400570" y="369011"/>
                  </a:lnTo>
                  <a:lnTo>
                    <a:pt x="397903" y="365760"/>
                  </a:lnTo>
                  <a:lnTo>
                    <a:pt x="389902" y="357187"/>
                  </a:lnTo>
                  <a:lnTo>
                    <a:pt x="386854" y="353187"/>
                  </a:lnTo>
                  <a:lnTo>
                    <a:pt x="385140" y="349669"/>
                  </a:lnTo>
                  <a:lnTo>
                    <a:pt x="384759" y="346621"/>
                  </a:lnTo>
                  <a:lnTo>
                    <a:pt x="385711" y="341477"/>
                  </a:lnTo>
                  <a:lnTo>
                    <a:pt x="388670" y="337096"/>
                  </a:lnTo>
                  <a:lnTo>
                    <a:pt x="393623" y="333476"/>
                  </a:lnTo>
                  <a:lnTo>
                    <a:pt x="399148" y="329285"/>
                  </a:lnTo>
                  <a:lnTo>
                    <a:pt x="402285" y="324434"/>
                  </a:lnTo>
                  <a:lnTo>
                    <a:pt x="403047" y="318897"/>
                  </a:lnTo>
                  <a:lnTo>
                    <a:pt x="402285" y="315290"/>
                  </a:lnTo>
                  <a:lnTo>
                    <a:pt x="400570" y="311861"/>
                  </a:lnTo>
                  <a:lnTo>
                    <a:pt x="397903" y="308610"/>
                  </a:lnTo>
                  <a:lnTo>
                    <a:pt x="389902" y="300037"/>
                  </a:lnTo>
                  <a:lnTo>
                    <a:pt x="386854" y="296037"/>
                  </a:lnTo>
                  <a:lnTo>
                    <a:pt x="385140" y="292519"/>
                  </a:lnTo>
                  <a:lnTo>
                    <a:pt x="384759" y="289471"/>
                  </a:lnTo>
                  <a:lnTo>
                    <a:pt x="385711" y="284327"/>
                  </a:lnTo>
                  <a:lnTo>
                    <a:pt x="388670" y="279946"/>
                  </a:lnTo>
                  <a:lnTo>
                    <a:pt x="393623" y="276326"/>
                  </a:lnTo>
                  <a:lnTo>
                    <a:pt x="399148" y="272135"/>
                  </a:lnTo>
                  <a:lnTo>
                    <a:pt x="402285" y="267284"/>
                  </a:lnTo>
                  <a:lnTo>
                    <a:pt x="403047" y="261747"/>
                  </a:lnTo>
                  <a:lnTo>
                    <a:pt x="402285" y="258140"/>
                  </a:lnTo>
                  <a:lnTo>
                    <a:pt x="400570" y="254711"/>
                  </a:lnTo>
                  <a:lnTo>
                    <a:pt x="397903" y="251460"/>
                  </a:lnTo>
                  <a:lnTo>
                    <a:pt x="389902" y="242887"/>
                  </a:lnTo>
                  <a:lnTo>
                    <a:pt x="386854" y="238887"/>
                  </a:lnTo>
                  <a:lnTo>
                    <a:pt x="385140" y="235369"/>
                  </a:lnTo>
                  <a:lnTo>
                    <a:pt x="384759" y="232321"/>
                  </a:lnTo>
                  <a:lnTo>
                    <a:pt x="385711" y="227177"/>
                  </a:lnTo>
                  <a:lnTo>
                    <a:pt x="388670" y="222796"/>
                  </a:lnTo>
                  <a:lnTo>
                    <a:pt x="393623" y="219176"/>
                  </a:lnTo>
                  <a:lnTo>
                    <a:pt x="399148" y="214985"/>
                  </a:lnTo>
                  <a:lnTo>
                    <a:pt x="402285" y="210134"/>
                  </a:lnTo>
                  <a:lnTo>
                    <a:pt x="403047" y="204597"/>
                  </a:lnTo>
                  <a:close/>
                </a:path>
                <a:path w="539115" h="471804">
                  <a:moveTo>
                    <a:pt x="539102" y="425056"/>
                  </a:moveTo>
                  <a:lnTo>
                    <a:pt x="517766" y="425056"/>
                  </a:lnTo>
                  <a:lnTo>
                    <a:pt x="518782" y="419773"/>
                  </a:lnTo>
                  <a:lnTo>
                    <a:pt x="518591" y="412534"/>
                  </a:lnTo>
                  <a:lnTo>
                    <a:pt x="518490" y="412330"/>
                  </a:lnTo>
                  <a:lnTo>
                    <a:pt x="518490" y="28575"/>
                  </a:lnTo>
                  <a:lnTo>
                    <a:pt x="508495" y="28575"/>
                  </a:lnTo>
                  <a:lnTo>
                    <a:pt x="508495" y="402031"/>
                  </a:lnTo>
                  <a:lnTo>
                    <a:pt x="506488" y="400443"/>
                  </a:lnTo>
                  <a:lnTo>
                    <a:pt x="500011" y="398729"/>
                  </a:lnTo>
                  <a:lnTo>
                    <a:pt x="460768" y="410908"/>
                  </a:lnTo>
                  <a:lnTo>
                    <a:pt x="448132" y="425056"/>
                  </a:lnTo>
                  <a:lnTo>
                    <a:pt x="427964" y="425056"/>
                  </a:lnTo>
                  <a:lnTo>
                    <a:pt x="427964" y="432206"/>
                  </a:lnTo>
                  <a:lnTo>
                    <a:pt x="445414" y="432206"/>
                  </a:lnTo>
                  <a:lnTo>
                    <a:pt x="444487" y="436918"/>
                  </a:lnTo>
                  <a:lnTo>
                    <a:pt x="469633" y="458343"/>
                  </a:lnTo>
                  <a:lnTo>
                    <a:pt x="478116" y="457403"/>
                  </a:lnTo>
                  <a:lnTo>
                    <a:pt x="514134" y="434340"/>
                  </a:lnTo>
                  <a:lnTo>
                    <a:pt x="515099" y="432206"/>
                  </a:lnTo>
                  <a:lnTo>
                    <a:pt x="539102" y="432206"/>
                  </a:lnTo>
                  <a:lnTo>
                    <a:pt x="539102" y="4250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>
              <a:extLst>
                <a:ext uri="{FF2B5EF4-FFF2-40B4-BE49-F238E27FC236}">
                  <a16:creationId xmlns:a16="http://schemas.microsoft.com/office/drawing/2014/main" id="{2FE7B0BA-D381-DF50-1B04-91530FB28B0B}"/>
                </a:ext>
              </a:extLst>
            </p:cNvPr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055244" y="8669969"/>
              <a:ext cx="74294" cy="116776"/>
            </a:xfrm>
            <a:prstGeom prst="rect">
              <a:avLst/>
            </a:prstGeom>
          </p:spPr>
        </p:pic>
        <p:sp>
          <p:nvSpPr>
            <p:cNvPr id="106" name="object 106">
              <a:extLst>
                <a:ext uri="{FF2B5EF4-FFF2-40B4-BE49-F238E27FC236}">
                  <a16:creationId xmlns:a16="http://schemas.microsoft.com/office/drawing/2014/main" id="{09416E29-1107-FAD3-8AAD-6E1F8D0333C0}"/>
                </a:ext>
              </a:extLst>
            </p:cNvPr>
            <p:cNvSpPr/>
            <p:nvPr/>
          </p:nvSpPr>
          <p:spPr>
            <a:xfrm>
              <a:off x="266700" y="8616439"/>
              <a:ext cx="7014845" cy="949960"/>
            </a:xfrm>
            <a:custGeom>
              <a:avLst/>
              <a:gdLst/>
              <a:ahLst/>
              <a:cxnLst/>
              <a:rect l="l" t="t" r="r" b="b"/>
              <a:pathLst>
                <a:path w="7014845" h="949959">
                  <a:moveTo>
                    <a:pt x="489775" y="944118"/>
                  </a:moveTo>
                  <a:lnTo>
                    <a:pt x="0" y="944118"/>
                  </a:lnTo>
                  <a:lnTo>
                    <a:pt x="0" y="949833"/>
                  </a:lnTo>
                  <a:lnTo>
                    <a:pt x="489775" y="949833"/>
                  </a:lnTo>
                  <a:lnTo>
                    <a:pt x="489775" y="944118"/>
                  </a:lnTo>
                  <a:close/>
                </a:path>
                <a:path w="7014845" h="949959">
                  <a:moveTo>
                    <a:pt x="489775" y="886968"/>
                  </a:moveTo>
                  <a:lnTo>
                    <a:pt x="0" y="886968"/>
                  </a:lnTo>
                  <a:lnTo>
                    <a:pt x="0" y="892683"/>
                  </a:lnTo>
                  <a:lnTo>
                    <a:pt x="489775" y="892683"/>
                  </a:lnTo>
                  <a:lnTo>
                    <a:pt x="489775" y="886968"/>
                  </a:lnTo>
                  <a:close/>
                </a:path>
                <a:path w="7014845" h="949959">
                  <a:moveTo>
                    <a:pt x="489775" y="829818"/>
                  </a:moveTo>
                  <a:lnTo>
                    <a:pt x="0" y="829818"/>
                  </a:lnTo>
                  <a:lnTo>
                    <a:pt x="0" y="835533"/>
                  </a:lnTo>
                  <a:lnTo>
                    <a:pt x="489775" y="835533"/>
                  </a:lnTo>
                  <a:lnTo>
                    <a:pt x="489775" y="829818"/>
                  </a:lnTo>
                  <a:close/>
                </a:path>
                <a:path w="7014845" h="949959">
                  <a:moveTo>
                    <a:pt x="489775" y="772668"/>
                  </a:moveTo>
                  <a:lnTo>
                    <a:pt x="0" y="772668"/>
                  </a:lnTo>
                  <a:lnTo>
                    <a:pt x="0" y="778383"/>
                  </a:lnTo>
                  <a:lnTo>
                    <a:pt x="489775" y="778383"/>
                  </a:lnTo>
                  <a:lnTo>
                    <a:pt x="489775" y="772668"/>
                  </a:lnTo>
                  <a:close/>
                </a:path>
                <a:path w="7014845" h="949959">
                  <a:moveTo>
                    <a:pt x="489775" y="715518"/>
                  </a:moveTo>
                  <a:lnTo>
                    <a:pt x="0" y="715518"/>
                  </a:lnTo>
                  <a:lnTo>
                    <a:pt x="0" y="721233"/>
                  </a:lnTo>
                  <a:lnTo>
                    <a:pt x="489775" y="721233"/>
                  </a:lnTo>
                  <a:lnTo>
                    <a:pt x="489775" y="715518"/>
                  </a:lnTo>
                  <a:close/>
                </a:path>
                <a:path w="7014845" h="949959">
                  <a:moveTo>
                    <a:pt x="7014731" y="0"/>
                  </a:moveTo>
                  <a:lnTo>
                    <a:pt x="7006158" y="0"/>
                  </a:lnTo>
                  <a:lnTo>
                    <a:pt x="7006158" y="232029"/>
                  </a:lnTo>
                  <a:lnTo>
                    <a:pt x="7014731" y="232029"/>
                  </a:lnTo>
                  <a:lnTo>
                    <a:pt x="70147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>
              <a:extLst>
                <a:ext uri="{FF2B5EF4-FFF2-40B4-BE49-F238E27FC236}">
                  <a16:creationId xmlns:a16="http://schemas.microsoft.com/office/drawing/2014/main" id="{C839F0F4-4A1D-94C5-882D-E7A2FF8E6A47}"/>
                </a:ext>
              </a:extLst>
            </p:cNvPr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07975" y="9331957"/>
              <a:ext cx="158876" cy="182879"/>
            </a:xfrm>
            <a:prstGeom prst="rect">
              <a:avLst/>
            </a:prstGeom>
          </p:spPr>
        </p:pic>
        <p:pic>
          <p:nvPicPr>
            <p:cNvPr id="108" name="object 108">
              <a:extLst>
                <a:ext uri="{FF2B5EF4-FFF2-40B4-BE49-F238E27FC236}">
                  <a16:creationId xmlns:a16="http://schemas.microsoft.com/office/drawing/2014/main" id="{11838424-FADA-A11A-2171-13BA2F347732}"/>
                </a:ext>
              </a:extLst>
            </p:cNvPr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24002" y="9303382"/>
              <a:ext cx="216598" cy="267461"/>
            </a:xfrm>
            <a:prstGeom prst="rect">
              <a:avLst/>
            </a:prstGeom>
          </p:spPr>
        </p:pic>
        <p:sp>
          <p:nvSpPr>
            <p:cNvPr id="109" name="object 109">
              <a:extLst>
                <a:ext uri="{FF2B5EF4-FFF2-40B4-BE49-F238E27FC236}">
                  <a16:creationId xmlns:a16="http://schemas.microsoft.com/office/drawing/2014/main" id="{23C783D9-1DA4-A866-B3EA-5FABB29C9052}"/>
                </a:ext>
              </a:extLst>
            </p:cNvPr>
            <p:cNvSpPr/>
            <p:nvPr/>
          </p:nvSpPr>
          <p:spPr>
            <a:xfrm>
              <a:off x="756475" y="9331957"/>
              <a:ext cx="1132205" cy="487045"/>
            </a:xfrm>
            <a:custGeom>
              <a:avLst/>
              <a:gdLst/>
              <a:ahLst/>
              <a:cxnLst/>
              <a:rect l="l" t="t" r="r" b="b"/>
              <a:pathLst>
                <a:path w="1132205" h="487045">
                  <a:moveTo>
                    <a:pt x="1132141" y="57150"/>
                  </a:moveTo>
                  <a:lnTo>
                    <a:pt x="493458" y="57150"/>
                  </a:lnTo>
                  <a:lnTo>
                    <a:pt x="493458" y="11430"/>
                  </a:lnTo>
                  <a:lnTo>
                    <a:pt x="483463" y="11430"/>
                  </a:lnTo>
                  <a:lnTo>
                    <a:pt x="483463" y="228600"/>
                  </a:lnTo>
                  <a:lnTo>
                    <a:pt x="339877" y="228600"/>
                  </a:lnTo>
                  <a:lnTo>
                    <a:pt x="339877" y="177165"/>
                  </a:lnTo>
                  <a:lnTo>
                    <a:pt x="483463" y="177165"/>
                  </a:lnTo>
                  <a:lnTo>
                    <a:pt x="483463" y="171450"/>
                  </a:lnTo>
                  <a:lnTo>
                    <a:pt x="339877" y="171450"/>
                  </a:lnTo>
                  <a:lnTo>
                    <a:pt x="339877" y="120015"/>
                  </a:lnTo>
                  <a:lnTo>
                    <a:pt x="483463" y="120015"/>
                  </a:lnTo>
                  <a:lnTo>
                    <a:pt x="483463" y="114300"/>
                  </a:lnTo>
                  <a:lnTo>
                    <a:pt x="339877" y="114300"/>
                  </a:lnTo>
                  <a:lnTo>
                    <a:pt x="339877" y="62865"/>
                  </a:lnTo>
                  <a:lnTo>
                    <a:pt x="483463" y="62865"/>
                  </a:lnTo>
                  <a:lnTo>
                    <a:pt x="483463" y="57150"/>
                  </a:lnTo>
                  <a:lnTo>
                    <a:pt x="339877" y="57150"/>
                  </a:lnTo>
                  <a:lnTo>
                    <a:pt x="329882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329882" y="62865"/>
                  </a:lnTo>
                  <a:lnTo>
                    <a:pt x="329882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329882" y="120015"/>
                  </a:lnTo>
                  <a:lnTo>
                    <a:pt x="329882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329882" y="177165"/>
                  </a:lnTo>
                  <a:lnTo>
                    <a:pt x="329882" y="228600"/>
                  </a:lnTo>
                  <a:lnTo>
                    <a:pt x="329882" y="269938"/>
                  </a:lnTo>
                  <a:lnTo>
                    <a:pt x="329882" y="282181"/>
                  </a:lnTo>
                  <a:lnTo>
                    <a:pt x="311188" y="282181"/>
                  </a:lnTo>
                  <a:lnTo>
                    <a:pt x="315925" y="280098"/>
                  </a:lnTo>
                  <a:lnTo>
                    <a:pt x="323875" y="275183"/>
                  </a:lnTo>
                  <a:lnTo>
                    <a:pt x="329882" y="269938"/>
                  </a:lnTo>
                  <a:lnTo>
                    <a:pt x="329882" y="228600"/>
                  </a:lnTo>
                  <a:lnTo>
                    <a:pt x="326377" y="228600"/>
                  </a:lnTo>
                  <a:lnTo>
                    <a:pt x="321398" y="227279"/>
                  </a:lnTo>
                  <a:lnTo>
                    <a:pt x="313016" y="227457"/>
                  </a:lnTo>
                  <a:lnTo>
                    <a:pt x="305092" y="228422"/>
                  </a:lnTo>
                  <a:lnTo>
                    <a:pt x="304495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289890" y="234315"/>
                  </a:lnTo>
                  <a:lnTo>
                    <a:pt x="289661" y="234429"/>
                  </a:lnTo>
                  <a:lnTo>
                    <a:pt x="265874" y="265468"/>
                  </a:lnTo>
                  <a:lnTo>
                    <a:pt x="266052" y="271945"/>
                  </a:lnTo>
                  <a:lnTo>
                    <a:pt x="268541" y="277177"/>
                  </a:lnTo>
                  <a:lnTo>
                    <a:pt x="273304" y="281178"/>
                  </a:lnTo>
                  <a:lnTo>
                    <a:pt x="274561" y="282181"/>
                  </a:lnTo>
                  <a:lnTo>
                    <a:pt x="249351" y="282181"/>
                  </a:lnTo>
                  <a:lnTo>
                    <a:pt x="249351" y="289331"/>
                  </a:lnTo>
                  <a:lnTo>
                    <a:pt x="329882" y="289331"/>
                  </a:lnTo>
                  <a:lnTo>
                    <a:pt x="329882" y="339331"/>
                  </a:lnTo>
                  <a:lnTo>
                    <a:pt x="249351" y="339331"/>
                  </a:lnTo>
                  <a:lnTo>
                    <a:pt x="249351" y="346481"/>
                  </a:lnTo>
                  <a:lnTo>
                    <a:pt x="329882" y="346481"/>
                  </a:lnTo>
                  <a:lnTo>
                    <a:pt x="329882" y="396481"/>
                  </a:lnTo>
                  <a:lnTo>
                    <a:pt x="249351" y="396481"/>
                  </a:lnTo>
                  <a:lnTo>
                    <a:pt x="249351" y="403631"/>
                  </a:lnTo>
                  <a:lnTo>
                    <a:pt x="329882" y="403631"/>
                  </a:lnTo>
                  <a:lnTo>
                    <a:pt x="329882" y="430606"/>
                  </a:lnTo>
                  <a:lnTo>
                    <a:pt x="327875" y="429018"/>
                  </a:lnTo>
                  <a:lnTo>
                    <a:pt x="321398" y="427304"/>
                  </a:lnTo>
                  <a:lnTo>
                    <a:pt x="313016" y="427482"/>
                  </a:lnTo>
                  <a:lnTo>
                    <a:pt x="275463" y="445300"/>
                  </a:lnTo>
                  <a:lnTo>
                    <a:pt x="269519" y="453631"/>
                  </a:lnTo>
                  <a:lnTo>
                    <a:pt x="249351" y="453631"/>
                  </a:lnTo>
                  <a:lnTo>
                    <a:pt x="249351" y="460781"/>
                  </a:lnTo>
                  <a:lnTo>
                    <a:pt x="266801" y="460781"/>
                  </a:lnTo>
                  <a:lnTo>
                    <a:pt x="265874" y="465493"/>
                  </a:lnTo>
                  <a:lnTo>
                    <a:pt x="291020" y="486918"/>
                  </a:lnTo>
                  <a:lnTo>
                    <a:pt x="299491" y="485978"/>
                  </a:lnTo>
                  <a:lnTo>
                    <a:pt x="335521" y="462915"/>
                  </a:lnTo>
                  <a:lnTo>
                    <a:pt x="336486" y="460781"/>
                  </a:lnTo>
                  <a:lnTo>
                    <a:pt x="360489" y="460781"/>
                  </a:lnTo>
                  <a:lnTo>
                    <a:pt x="360489" y="453631"/>
                  </a:lnTo>
                  <a:lnTo>
                    <a:pt x="339153" y="453631"/>
                  </a:lnTo>
                  <a:lnTo>
                    <a:pt x="340169" y="448348"/>
                  </a:lnTo>
                  <a:lnTo>
                    <a:pt x="339979" y="441109"/>
                  </a:lnTo>
                  <a:lnTo>
                    <a:pt x="339877" y="440905"/>
                  </a:lnTo>
                  <a:lnTo>
                    <a:pt x="339877" y="403631"/>
                  </a:lnTo>
                  <a:lnTo>
                    <a:pt x="360489" y="403631"/>
                  </a:lnTo>
                  <a:lnTo>
                    <a:pt x="360489" y="396481"/>
                  </a:lnTo>
                  <a:lnTo>
                    <a:pt x="339877" y="396481"/>
                  </a:lnTo>
                  <a:lnTo>
                    <a:pt x="339877" y="346481"/>
                  </a:lnTo>
                  <a:lnTo>
                    <a:pt x="360489" y="346481"/>
                  </a:lnTo>
                  <a:lnTo>
                    <a:pt x="360489" y="339331"/>
                  </a:lnTo>
                  <a:lnTo>
                    <a:pt x="339877" y="339331"/>
                  </a:lnTo>
                  <a:lnTo>
                    <a:pt x="339877" y="289331"/>
                  </a:lnTo>
                  <a:lnTo>
                    <a:pt x="360489" y="289331"/>
                  </a:lnTo>
                  <a:lnTo>
                    <a:pt x="360489" y="282181"/>
                  </a:lnTo>
                  <a:lnTo>
                    <a:pt x="339877" y="282181"/>
                  </a:lnTo>
                  <a:lnTo>
                    <a:pt x="339877" y="249859"/>
                  </a:lnTo>
                  <a:lnTo>
                    <a:pt x="340169" y="248323"/>
                  </a:lnTo>
                  <a:lnTo>
                    <a:pt x="339979" y="241084"/>
                  </a:lnTo>
                  <a:lnTo>
                    <a:pt x="339877" y="240880"/>
                  </a:lnTo>
                  <a:lnTo>
                    <a:pt x="339877" y="234315"/>
                  </a:lnTo>
                  <a:lnTo>
                    <a:pt x="483463" y="234315"/>
                  </a:lnTo>
                  <a:lnTo>
                    <a:pt x="483463" y="342900"/>
                  </a:lnTo>
                  <a:lnTo>
                    <a:pt x="493458" y="342900"/>
                  </a:lnTo>
                  <a:lnTo>
                    <a:pt x="493458" y="234315"/>
                  </a:lnTo>
                  <a:lnTo>
                    <a:pt x="1132141" y="234315"/>
                  </a:lnTo>
                  <a:lnTo>
                    <a:pt x="1132141" y="228600"/>
                  </a:lnTo>
                  <a:lnTo>
                    <a:pt x="493458" y="228600"/>
                  </a:lnTo>
                  <a:lnTo>
                    <a:pt x="493458" y="177165"/>
                  </a:lnTo>
                  <a:lnTo>
                    <a:pt x="1132141" y="177165"/>
                  </a:lnTo>
                  <a:lnTo>
                    <a:pt x="1132141" y="171450"/>
                  </a:lnTo>
                  <a:lnTo>
                    <a:pt x="493458" y="171450"/>
                  </a:lnTo>
                  <a:lnTo>
                    <a:pt x="493458" y="120015"/>
                  </a:lnTo>
                  <a:lnTo>
                    <a:pt x="1132141" y="120015"/>
                  </a:lnTo>
                  <a:lnTo>
                    <a:pt x="1132141" y="114300"/>
                  </a:lnTo>
                  <a:lnTo>
                    <a:pt x="493458" y="114300"/>
                  </a:lnTo>
                  <a:lnTo>
                    <a:pt x="493458" y="62865"/>
                  </a:lnTo>
                  <a:lnTo>
                    <a:pt x="1132141" y="62865"/>
                  </a:lnTo>
                  <a:lnTo>
                    <a:pt x="1132141" y="57150"/>
                  </a:lnTo>
                  <a:close/>
                </a:path>
                <a:path w="1132205" h="487045">
                  <a:moveTo>
                    <a:pt x="1132141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132141" y="5715"/>
                  </a:lnTo>
                  <a:lnTo>
                    <a:pt x="11321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>
              <a:extLst>
                <a:ext uri="{FF2B5EF4-FFF2-40B4-BE49-F238E27FC236}">
                  <a16:creationId xmlns:a16="http://schemas.microsoft.com/office/drawing/2014/main" id="{DCBFF58F-C9D1-5790-54C8-CA60E024EB46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183934" y="9250804"/>
              <a:ext cx="131063" cy="169449"/>
            </a:xfrm>
            <a:prstGeom prst="rect">
              <a:avLst/>
            </a:prstGeom>
          </p:spPr>
        </p:pic>
        <p:sp>
          <p:nvSpPr>
            <p:cNvPr id="111" name="object 111">
              <a:extLst>
                <a:ext uri="{FF2B5EF4-FFF2-40B4-BE49-F238E27FC236}">
                  <a16:creationId xmlns:a16="http://schemas.microsoft.com/office/drawing/2014/main" id="{1A4D6857-67C4-BF42-8DF5-9451CA1D97ED}"/>
                </a:ext>
              </a:extLst>
            </p:cNvPr>
            <p:cNvSpPr/>
            <p:nvPr/>
          </p:nvSpPr>
          <p:spPr>
            <a:xfrm>
              <a:off x="1239266" y="9343387"/>
              <a:ext cx="446405" cy="331470"/>
            </a:xfrm>
            <a:custGeom>
              <a:avLst/>
              <a:gdLst/>
              <a:ahLst/>
              <a:cxnLst/>
              <a:rect l="l" t="t" r="r" b="b"/>
              <a:pathLst>
                <a:path w="446405" h="331470">
                  <a:moveTo>
                    <a:pt x="75730" y="116408"/>
                  </a:moveTo>
                  <a:lnTo>
                    <a:pt x="72847" y="109448"/>
                  </a:lnTo>
                  <a:lnTo>
                    <a:pt x="72771" y="109258"/>
                  </a:lnTo>
                  <a:lnTo>
                    <a:pt x="67246" y="104686"/>
                  </a:lnTo>
                  <a:lnTo>
                    <a:pt x="67246" y="114020"/>
                  </a:lnTo>
                  <a:lnTo>
                    <a:pt x="67246" y="117640"/>
                  </a:lnTo>
                  <a:lnTo>
                    <a:pt x="65252" y="121831"/>
                  </a:lnTo>
                  <a:lnTo>
                    <a:pt x="34671" y="146888"/>
                  </a:lnTo>
                  <a:lnTo>
                    <a:pt x="18389" y="152501"/>
                  </a:lnTo>
                  <a:lnTo>
                    <a:pt x="14389" y="152311"/>
                  </a:lnTo>
                  <a:lnTo>
                    <a:pt x="10388" y="151930"/>
                  </a:lnTo>
                  <a:lnTo>
                    <a:pt x="8483" y="150215"/>
                  </a:lnTo>
                  <a:lnTo>
                    <a:pt x="8674" y="147167"/>
                  </a:lnTo>
                  <a:lnTo>
                    <a:pt x="34671" y="118872"/>
                  </a:lnTo>
                  <a:lnTo>
                    <a:pt x="56388" y="109448"/>
                  </a:lnTo>
                  <a:lnTo>
                    <a:pt x="62103" y="110020"/>
                  </a:lnTo>
                  <a:lnTo>
                    <a:pt x="64960" y="110401"/>
                  </a:lnTo>
                  <a:lnTo>
                    <a:pt x="66675" y="111734"/>
                  </a:lnTo>
                  <a:lnTo>
                    <a:pt x="67246" y="114020"/>
                  </a:lnTo>
                  <a:lnTo>
                    <a:pt x="67246" y="104686"/>
                  </a:lnTo>
                  <a:lnTo>
                    <a:pt x="66103" y="103733"/>
                  </a:lnTo>
                  <a:lnTo>
                    <a:pt x="60960" y="100876"/>
                  </a:lnTo>
                  <a:lnTo>
                    <a:pt x="55156" y="99733"/>
                  </a:lnTo>
                  <a:lnTo>
                    <a:pt x="48679" y="100304"/>
                  </a:lnTo>
                  <a:lnTo>
                    <a:pt x="10655" y="116916"/>
                  </a:lnTo>
                  <a:lnTo>
                    <a:pt x="0" y="145923"/>
                  </a:lnTo>
                  <a:lnTo>
                    <a:pt x="2959" y="153073"/>
                  </a:lnTo>
                  <a:lnTo>
                    <a:pt x="9817" y="158597"/>
                  </a:lnTo>
                  <a:lnTo>
                    <a:pt x="14960" y="161455"/>
                  </a:lnTo>
                  <a:lnTo>
                    <a:pt x="20675" y="162598"/>
                  </a:lnTo>
                  <a:lnTo>
                    <a:pt x="26962" y="162026"/>
                  </a:lnTo>
                  <a:lnTo>
                    <a:pt x="35026" y="161112"/>
                  </a:lnTo>
                  <a:lnTo>
                    <a:pt x="42964" y="158953"/>
                  </a:lnTo>
                  <a:lnTo>
                    <a:pt x="50749" y="155549"/>
                  </a:lnTo>
                  <a:lnTo>
                    <a:pt x="55740" y="152501"/>
                  </a:lnTo>
                  <a:lnTo>
                    <a:pt x="58394" y="150888"/>
                  </a:lnTo>
                  <a:lnTo>
                    <a:pt x="65100" y="145313"/>
                  </a:lnTo>
                  <a:lnTo>
                    <a:pt x="70104" y="139166"/>
                  </a:lnTo>
                  <a:lnTo>
                    <a:pt x="73393" y="132448"/>
                  </a:lnTo>
                  <a:lnTo>
                    <a:pt x="74968" y="125158"/>
                  </a:lnTo>
                  <a:lnTo>
                    <a:pt x="75730" y="116408"/>
                  </a:lnTo>
                  <a:close/>
                </a:path>
                <a:path w="446405" h="331470">
                  <a:moveTo>
                    <a:pt x="445858" y="0"/>
                  </a:moveTo>
                  <a:lnTo>
                    <a:pt x="435851" y="0"/>
                  </a:lnTo>
                  <a:lnTo>
                    <a:pt x="435851" y="331470"/>
                  </a:lnTo>
                  <a:lnTo>
                    <a:pt x="445858" y="331470"/>
                  </a:lnTo>
                  <a:lnTo>
                    <a:pt x="4458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>
              <a:extLst>
                <a:ext uri="{FF2B5EF4-FFF2-40B4-BE49-F238E27FC236}">
                  <a16:creationId xmlns:a16="http://schemas.microsoft.com/office/drawing/2014/main" id="{E137C240-D858-6BE1-DC9C-4701762F8281}"/>
                </a:ext>
              </a:extLst>
            </p:cNvPr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675123" y="9302048"/>
              <a:ext cx="74294" cy="116776"/>
            </a:xfrm>
            <a:prstGeom prst="rect">
              <a:avLst/>
            </a:prstGeom>
          </p:spPr>
        </p:pic>
        <p:sp>
          <p:nvSpPr>
            <p:cNvPr id="113" name="object 113">
              <a:extLst>
                <a:ext uri="{FF2B5EF4-FFF2-40B4-BE49-F238E27FC236}">
                  <a16:creationId xmlns:a16="http://schemas.microsoft.com/office/drawing/2014/main" id="{5DD37806-61F3-1717-362F-D08FF2EC1BCD}"/>
                </a:ext>
              </a:extLst>
            </p:cNvPr>
            <p:cNvSpPr/>
            <p:nvPr/>
          </p:nvSpPr>
          <p:spPr>
            <a:xfrm>
              <a:off x="1675117" y="8614165"/>
              <a:ext cx="1278255" cy="1119505"/>
            </a:xfrm>
            <a:custGeom>
              <a:avLst/>
              <a:gdLst/>
              <a:ahLst/>
              <a:cxnLst/>
              <a:rect l="l" t="t" r="r" b="b"/>
              <a:pathLst>
                <a:path w="1278255" h="1119504">
                  <a:moveTo>
                    <a:pt x="74295" y="851814"/>
                  </a:moveTo>
                  <a:lnTo>
                    <a:pt x="74104" y="844575"/>
                  </a:lnTo>
                  <a:lnTo>
                    <a:pt x="71539" y="839343"/>
                  </a:lnTo>
                  <a:lnTo>
                    <a:pt x="66586" y="836091"/>
                  </a:lnTo>
                  <a:lnTo>
                    <a:pt x="62014" y="832485"/>
                  </a:lnTo>
                  <a:lnTo>
                    <a:pt x="55537" y="830770"/>
                  </a:lnTo>
                  <a:lnTo>
                    <a:pt x="47155" y="830948"/>
                  </a:lnTo>
                  <a:lnTo>
                    <a:pt x="39217" y="831913"/>
                  </a:lnTo>
                  <a:lnTo>
                    <a:pt x="4648" y="855027"/>
                  </a:lnTo>
                  <a:lnTo>
                    <a:pt x="0" y="868959"/>
                  </a:lnTo>
                  <a:lnTo>
                    <a:pt x="190" y="875436"/>
                  </a:lnTo>
                  <a:lnTo>
                    <a:pt x="25146" y="890384"/>
                  </a:lnTo>
                  <a:lnTo>
                    <a:pt x="33629" y="889444"/>
                  </a:lnTo>
                  <a:lnTo>
                    <a:pt x="69646" y="866381"/>
                  </a:lnTo>
                  <a:lnTo>
                    <a:pt x="72847" y="859383"/>
                  </a:lnTo>
                  <a:lnTo>
                    <a:pt x="74295" y="851814"/>
                  </a:lnTo>
                  <a:close/>
                </a:path>
                <a:path w="1278255" h="1119504">
                  <a:moveTo>
                    <a:pt x="1278204" y="717791"/>
                  </a:moveTo>
                  <a:lnTo>
                    <a:pt x="639533" y="717791"/>
                  </a:lnTo>
                  <a:lnTo>
                    <a:pt x="639533" y="672071"/>
                  </a:lnTo>
                  <a:lnTo>
                    <a:pt x="629526" y="672071"/>
                  </a:lnTo>
                  <a:lnTo>
                    <a:pt x="629526" y="946391"/>
                  </a:lnTo>
                  <a:lnTo>
                    <a:pt x="485940" y="946391"/>
                  </a:lnTo>
                  <a:lnTo>
                    <a:pt x="485940" y="894956"/>
                  </a:lnTo>
                  <a:lnTo>
                    <a:pt x="629526" y="894956"/>
                  </a:lnTo>
                  <a:lnTo>
                    <a:pt x="629526" y="889241"/>
                  </a:lnTo>
                  <a:lnTo>
                    <a:pt x="485940" y="889241"/>
                  </a:lnTo>
                  <a:lnTo>
                    <a:pt x="485940" y="881926"/>
                  </a:lnTo>
                  <a:lnTo>
                    <a:pt x="486232" y="880389"/>
                  </a:lnTo>
                  <a:lnTo>
                    <a:pt x="486041" y="873150"/>
                  </a:lnTo>
                  <a:lnTo>
                    <a:pt x="485940" y="872947"/>
                  </a:lnTo>
                  <a:lnTo>
                    <a:pt x="485940" y="837806"/>
                  </a:lnTo>
                  <a:lnTo>
                    <a:pt x="629526" y="837806"/>
                  </a:lnTo>
                  <a:lnTo>
                    <a:pt x="629526" y="832091"/>
                  </a:lnTo>
                  <a:lnTo>
                    <a:pt x="485940" y="832091"/>
                  </a:lnTo>
                  <a:lnTo>
                    <a:pt x="485940" y="780656"/>
                  </a:lnTo>
                  <a:lnTo>
                    <a:pt x="629526" y="780656"/>
                  </a:lnTo>
                  <a:lnTo>
                    <a:pt x="629526" y="774941"/>
                  </a:lnTo>
                  <a:lnTo>
                    <a:pt x="485940" y="774941"/>
                  </a:lnTo>
                  <a:lnTo>
                    <a:pt x="485940" y="723506"/>
                  </a:lnTo>
                  <a:lnTo>
                    <a:pt x="629526" y="723506"/>
                  </a:lnTo>
                  <a:lnTo>
                    <a:pt x="629526" y="717791"/>
                  </a:lnTo>
                  <a:lnTo>
                    <a:pt x="485940" y="717791"/>
                  </a:lnTo>
                  <a:lnTo>
                    <a:pt x="485940" y="689216"/>
                  </a:lnTo>
                  <a:lnTo>
                    <a:pt x="475945" y="689216"/>
                  </a:lnTo>
                  <a:lnTo>
                    <a:pt x="475945" y="946391"/>
                  </a:lnTo>
                  <a:lnTo>
                    <a:pt x="226199" y="946391"/>
                  </a:lnTo>
                  <a:lnTo>
                    <a:pt x="226199" y="894956"/>
                  </a:lnTo>
                  <a:lnTo>
                    <a:pt x="412445" y="894956"/>
                  </a:lnTo>
                  <a:lnTo>
                    <a:pt x="411937" y="897534"/>
                  </a:lnTo>
                  <a:lnTo>
                    <a:pt x="412127" y="904011"/>
                  </a:lnTo>
                  <a:lnTo>
                    <a:pt x="437083" y="918959"/>
                  </a:lnTo>
                  <a:lnTo>
                    <a:pt x="445566" y="918019"/>
                  </a:lnTo>
                  <a:lnTo>
                    <a:pt x="453872" y="915746"/>
                  </a:lnTo>
                  <a:lnTo>
                    <a:pt x="462000" y="912164"/>
                  </a:lnTo>
                  <a:lnTo>
                    <a:pt x="469938" y="907249"/>
                  </a:lnTo>
                  <a:lnTo>
                    <a:pt x="475945" y="902017"/>
                  </a:lnTo>
                  <a:lnTo>
                    <a:pt x="475945" y="862647"/>
                  </a:lnTo>
                  <a:lnTo>
                    <a:pt x="473938" y="861060"/>
                  </a:lnTo>
                  <a:lnTo>
                    <a:pt x="467461" y="859345"/>
                  </a:lnTo>
                  <a:lnTo>
                    <a:pt x="459079" y="859523"/>
                  </a:lnTo>
                  <a:lnTo>
                    <a:pt x="421525" y="877341"/>
                  </a:lnTo>
                  <a:lnTo>
                    <a:pt x="413893" y="889241"/>
                  </a:lnTo>
                  <a:lnTo>
                    <a:pt x="226199" y="889241"/>
                  </a:lnTo>
                  <a:lnTo>
                    <a:pt x="226199" y="837806"/>
                  </a:lnTo>
                  <a:lnTo>
                    <a:pt x="475945" y="837806"/>
                  </a:lnTo>
                  <a:lnTo>
                    <a:pt x="475945" y="832091"/>
                  </a:lnTo>
                  <a:lnTo>
                    <a:pt x="226199" y="832091"/>
                  </a:lnTo>
                  <a:lnTo>
                    <a:pt x="226199" y="780656"/>
                  </a:lnTo>
                  <a:lnTo>
                    <a:pt x="475945" y="780656"/>
                  </a:lnTo>
                  <a:lnTo>
                    <a:pt x="475945" y="774941"/>
                  </a:lnTo>
                  <a:lnTo>
                    <a:pt x="226199" y="774941"/>
                  </a:lnTo>
                  <a:lnTo>
                    <a:pt x="226199" y="723506"/>
                  </a:lnTo>
                  <a:lnTo>
                    <a:pt x="475945" y="723506"/>
                  </a:lnTo>
                  <a:lnTo>
                    <a:pt x="475945" y="717791"/>
                  </a:lnTo>
                  <a:lnTo>
                    <a:pt x="226199" y="717791"/>
                  </a:lnTo>
                  <a:lnTo>
                    <a:pt x="226199" y="0"/>
                  </a:lnTo>
                  <a:lnTo>
                    <a:pt x="217627" y="0"/>
                  </a:lnTo>
                  <a:lnTo>
                    <a:pt x="217627" y="717791"/>
                  </a:lnTo>
                  <a:lnTo>
                    <a:pt x="213499" y="717791"/>
                  </a:lnTo>
                  <a:lnTo>
                    <a:pt x="213499" y="723506"/>
                  </a:lnTo>
                  <a:lnTo>
                    <a:pt x="217627" y="723506"/>
                  </a:lnTo>
                  <a:lnTo>
                    <a:pt x="217627" y="774941"/>
                  </a:lnTo>
                  <a:lnTo>
                    <a:pt x="213499" y="774941"/>
                  </a:lnTo>
                  <a:lnTo>
                    <a:pt x="213499" y="780656"/>
                  </a:lnTo>
                  <a:lnTo>
                    <a:pt x="217627" y="780656"/>
                  </a:lnTo>
                  <a:lnTo>
                    <a:pt x="217627" y="832091"/>
                  </a:lnTo>
                  <a:lnTo>
                    <a:pt x="213499" y="832091"/>
                  </a:lnTo>
                  <a:lnTo>
                    <a:pt x="213499" y="837806"/>
                  </a:lnTo>
                  <a:lnTo>
                    <a:pt x="217627" y="837806"/>
                  </a:lnTo>
                  <a:lnTo>
                    <a:pt x="217627" y="889241"/>
                  </a:lnTo>
                  <a:lnTo>
                    <a:pt x="213499" y="889241"/>
                  </a:lnTo>
                  <a:lnTo>
                    <a:pt x="213499" y="894956"/>
                  </a:lnTo>
                  <a:lnTo>
                    <a:pt x="217627" y="894956"/>
                  </a:lnTo>
                  <a:lnTo>
                    <a:pt x="217627" y="946391"/>
                  </a:lnTo>
                  <a:lnTo>
                    <a:pt x="213499" y="946391"/>
                  </a:lnTo>
                  <a:lnTo>
                    <a:pt x="213499" y="952106"/>
                  </a:lnTo>
                  <a:lnTo>
                    <a:pt x="217627" y="952106"/>
                  </a:lnTo>
                  <a:lnTo>
                    <a:pt x="226199" y="952106"/>
                  </a:lnTo>
                  <a:lnTo>
                    <a:pt x="475945" y="952106"/>
                  </a:lnTo>
                  <a:lnTo>
                    <a:pt x="475945" y="999972"/>
                  </a:lnTo>
                  <a:lnTo>
                    <a:pt x="395414" y="999972"/>
                  </a:lnTo>
                  <a:lnTo>
                    <a:pt x="395414" y="1007122"/>
                  </a:lnTo>
                  <a:lnTo>
                    <a:pt x="475945" y="1007122"/>
                  </a:lnTo>
                  <a:lnTo>
                    <a:pt x="475945" y="1057122"/>
                  </a:lnTo>
                  <a:lnTo>
                    <a:pt x="395414" y="1057122"/>
                  </a:lnTo>
                  <a:lnTo>
                    <a:pt x="395414" y="1064272"/>
                  </a:lnTo>
                  <a:lnTo>
                    <a:pt x="440385" y="1064272"/>
                  </a:lnTo>
                  <a:lnTo>
                    <a:pt x="435724" y="1066520"/>
                  </a:lnTo>
                  <a:lnTo>
                    <a:pt x="411937" y="1097559"/>
                  </a:lnTo>
                  <a:lnTo>
                    <a:pt x="412127" y="1104036"/>
                  </a:lnTo>
                  <a:lnTo>
                    <a:pt x="437083" y="1118984"/>
                  </a:lnTo>
                  <a:lnTo>
                    <a:pt x="445566" y="1118044"/>
                  </a:lnTo>
                  <a:lnTo>
                    <a:pt x="481584" y="1094981"/>
                  </a:lnTo>
                  <a:lnTo>
                    <a:pt x="486232" y="1080414"/>
                  </a:lnTo>
                  <a:lnTo>
                    <a:pt x="486041" y="1073175"/>
                  </a:lnTo>
                  <a:lnTo>
                    <a:pt x="485940" y="1072972"/>
                  </a:lnTo>
                  <a:lnTo>
                    <a:pt x="485940" y="1064272"/>
                  </a:lnTo>
                  <a:lnTo>
                    <a:pt x="506564" y="1064272"/>
                  </a:lnTo>
                  <a:lnTo>
                    <a:pt x="506564" y="1057122"/>
                  </a:lnTo>
                  <a:lnTo>
                    <a:pt x="485940" y="1057122"/>
                  </a:lnTo>
                  <a:lnTo>
                    <a:pt x="485940" y="1007122"/>
                  </a:lnTo>
                  <a:lnTo>
                    <a:pt x="506564" y="1007122"/>
                  </a:lnTo>
                  <a:lnTo>
                    <a:pt x="506564" y="999972"/>
                  </a:lnTo>
                  <a:lnTo>
                    <a:pt x="485940" y="999972"/>
                  </a:lnTo>
                  <a:lnTo>
                    <a:pt x="485940" y="952106"/>
                  </a:lnTo>
                  <a:lnTo>
                    <a:pt x="629526" y="952106"/>
                  </a:lnTo>
                  <a:lnTo>
                    <a:pt x="629526" y="974966"/>
                  </a:lnTo>
                  <a:lnTo>
                    <a:pt x="639533" y="974966"/>
                  </a:lnTo>
                  <a:lnTo>
                    <a:pt x="639533" y="952106"/>
                  </a:lnTo>
                  <a:lnTo>
                    <a:pt x="1278204" y="952106"/>
                  </a:lnTo>
                  <a:lnTo>
                    <a:pt x="1278204" y="946391"/>
                  </a:lnTo>
                  <a:lnTo>
                    <a:pt x="639533" y="946391"/>
                  </a:lnTo>
                  <a:lnTo>
                    <a:pt x="639533" y="894956"/>
                  </a:lnTo>
                  <a:lnTo>
                    <a:pt x="1278204" y="894956"/>
                  </a:lnTo>
                  <a:lnTo>
                    <a:pt x="1278204" y="889241"/>
                  </a:lnTo>
                  <a:lnTo>
                    <a:pt x="639533" y="889241"/>
                  </a:lnTo>
                  <a:lnTo>
                    <a:pt x="639533" y="837806"/>
                  </a:lnTo>
                  <a:lnTo>
                    <a:pt x="1278204" y="837806"/>
                  </a:lnTo>
                  <a:lnTo>
                    <a:pt x="1278204" y="832091"/>
                  </a:lnTo>
                  <a:lnTo>
                    <a:pt x="639533" y="832091"/>
                  </a:lnTo>
                  <a:lnTo>
                    <a:pt x="639533" y="780656"/>
                  </a:lnTo>
                  <a:lnTo>
                    <a:pt x="1278204" y="780656"/>
                  </a:lnTo>
                  <a:lnTo>
                    <a:pt x="1278204" y="774941"/>
                  </a:lnTo>
                  <a:lnTo>
                    <a:pt x="639533" y="774941"/>
                  </a:lnTo>
                  <a:lnTo>
                    <a:pt x="639533" y="723506"/>
                  </a:lnTo>
                  <a:lnTo>
                    <a:pt x="1278204" y="723506"/>
                  </a:lnTo>
                  <a:lnTo>
                    <a:pt x="1278204" y="7177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>
              <a:extLst>
                <a:ext uri="{FF2B5EF4-FFF2-40B4-BE49-F238E27FC236}">
                  <a16:creationId xmlns:a16="http://schemas.microsoft.com/office/drawing/2014/main" id="{49EEFDE1-7613-B9FA-FDF0-F2580E628A2E}"/>
                </a:ext>
              </a:extLst>
            </p:cNvPr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288132" y="9243089"/>
              <a:ext cx="111140" cy="177164"/>
            </a:xfrm>
            <a:prstGeom prst="rect">
              <a:avLst/>
            </a:prstGeom>
          </p:spPr>
        </p:pic>
        <p:sp>
          <p:nvSpPr>
            <p:cNvPr id="115" name="object 115">
              <a:extLst>
                <a:ext uri="{FF2B5EF4-FFF2-40B4-BE49-F238E27FC236}">
                  <a16:creationId xmlns:a16="http://schemas.microsoft.com/office/drawing/2014/main" id="{886CD383-7DB1-DB56-9D09-6AD9DB4ABF5C}"/>
                </a:ext>
              </a:extLst>
            </p:cNvPr>
            <p:cNvSpPr/>
            <p:nvPr/>
          </p:nvSpPr>
          <p:spPr>
            <a:xfrm>
              <a:off x="2739833" y="9286237"/>
              <a:ext cx="10160" cy="302895"/>
            </a:xfrm>
            <a:custGeom>
              <a:avLst/>
              <a:gdLst/>
              <a:ahLst/>
              <a:cxnLst/>
              <a:rect l="l" t="t" r="r" b="b"/>
              <a:pathLst>
                <a:path w="10160" h="302895">
                  <a:moveTo>
                    <a:pt x="10001" y="302895"/>
                  </a:moveTo>
                  <a:lnTo>
                    <a:pt x="0" y="30289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02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>
              <a:extLst>
                <a:ext uri="{FF2B5EF4-FFF2-40B4-BE49-F238E27FC236}">
                  <a16:creationId xmlns:a16="http://schemas.microsoft.com/office/drawing/2014/main" id="{F7F6DC04-3022-FA60-60D5-A36DADE2534C}"/>
                </a:ext>
              </a:extLst>
            </p:cNvPr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723315" y="9244898"/>
              <a:ext cx="111140" cy="173926"/>
            </a:xfrm>
            <a:prstGeom prst="rect">
              <a:avLst/>
            </a:prstGeom>
          </p:spPr>
        </p:pic>
        <p:sp>
          <p:nvSpPr>
            <p:cNvPr id="117" name="object 117">
              <a:extLst>
                <a:ext uri="{FF2B5EF4-FFF2-40B4-BE49-F238E27FC236}">
                  <a16:creationId xmlns:a16="http://schemas.microsoft.com/office/drawing/2014/main" id="{2399D14D-6396-CD29-C62B-14A34A0F185F}"/>
                </a:ext>
              </a:extLst>
            </p:cNvPr>
            <p:cNvSpPr/>
            <p:nvPr/>
          </p:nvSpPr>
          <p:spPr>
            <a:xfrm>
              <a:off x="2953321" y="8614165"/>
              <a:ext cx="1084580" cy="1233805"/>
            </a:xfrm>
            <a:custGeom>
              <a:avLst/>
              <a:gdLst/>
              <a:ahLst/>
              <a:cxnLst/>
              <a:rect l="l" t="t" r="r" b="b"/>
              <a:pathLst>
                <a:path w="1084579" h="1233804">
                  <a:moveTo>
                    <a:pt x="1084110" y="717791"/>
                  </a:moveTo>
                  <a:lnTo>
                    <a:pt x="426034" y="717791"/>
                  </a:lnTo>
                  <a:lnTo>
                    <a:pt x="426034" y="700646"/>
                  </a:lnTo>
                  <a:lnTo>
                    <a:pt x="416026" y="700646"/>
                  </a:lnTo>
                  <a:lnTo>
                    <a:pt x="416026" y="946391"/>
                  </a:lnTo>
                  <a:lnTo>
                    <a:pt x="272453" y="946391"/>
                  </a:lnTo>
                  <a:lnTo>
                    <a:pt x="272453" y="894956"/>
                  </a:lnTo>
                  <a:lnTo>
                    <a:pt x="416026" y="894956"/>
                  </a:lnTo>
                  <a:lnTo>
                    <a:pt x="416026" y="889241"/>
                  </a:lnTo>
                  <a:lnTo>
                    <a:pt x="272453" y="889241"/>
                  </a:lnTo>
                  <a:lnTo>
                    <a:pt x="272453" y="837806"/>
                  </a:lnTo>
                  <a:lnTo>
                    <a:pt x="416026" y="837806"/>
                  </a:lnTo>
                  <a:lnTo>
                    <a:pt x="416026" y="832091"/>
                  </a:lnTo>
                  <a:lnTo>
                    <a:pt x="272453" y="832091"/>
                  </a:lnTo>
                  <a:lnTo>
                    <a:pt x="272453" y="803516"/>
                  </a:lnTo>
                  <a:lnTo>
                    <a:pt x="262445" y="803516"/>
                  </a:lnTo>
                  <a:lnTo>
                    <a:pt x="262445" y="946391"/>
                  </a:lnTo>
                  <a:lnTo>
                    <a:pt x="12700" y="946391"/>
                  </a:lnTo>
                  <a:lnTo>
                    <a:pt x="12700" y="894956"/>
                  </a:lnTo>
                  <a:lnTo>
                    <a:pt x="262445" y="894956"/>
                  </a:lnTo>
                  <a:lnTo>
                    <a:pt x="262445" y="889241"/>
                  </a:lnTo>
                  <a:lnTo>
                    <a:pt x="12700" y="889241"/>
                  </a:lnTo>
                  <a:lnTo>
                    <a:pt x="12700" y="837806"/>
                  </a:lnTo>
                  <a:lnTo>
                    <a:pt x="262445" y="837806"/>
                  </a:lnTo>
                  <a:lnTo>
                    <a:pt x="262445" y="832091"/>
                  </a:lnTo>
                  <a:lnTo>
                    <a:pt x="12700" y="832091"/>
                  </a:lnTo>
                  <a:lnTo>
                    <a:pt x="12700" y="780656"/>
                  </a:lnTo>
                  <a:lnTo>
                    <a:pt x="416026" y="780656"/>
                  </a:lnTo>
                  <a:lnTo>
                    <a:pt x="416026" y="774941"/>
                  </a:lnTo>
                  <a:lnTo>
                    <a:pt x="12700" y="774941"/>
                  </a:lnTo>
                  <a:lnTo>
                    <a:pt x="12700" y="723506"/>
                  </a:lnTo>
                  <a:lnTo>
                    <a:pt x="416026" y="723506"/>
                  </a:lnTo>
                  <a:lnTo>
                    <a:pt x="416026" y="717791"/>
                  </a:lnTo>
                  <a:lnTo>
                    <a:pt x="12700" y="717791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717791"/>
                  </a:lnTo>
                  <a:lnTo>
                    <a:pt x="0" y="717791"/>
                  </a:lnTo>
                  <a:lnTo>
                    <a:pt x="0" y="723506"/>
                  </a:lnTo>
                  <a:lnTo>
                    <a:pt x="4127" y="723506"/>
                  </a:lnTo>
                  <a:lnTo>
                    <a:pt x="4127" y="774941"/>
                  </a:lnTo>
                  <a:lnTo>
                    <a:pt x="0" y="774941"/>
                  </a:lnTo>
                  <a:lnTo>
                    <a:pt x="0" y="780656"/>
                  </a:lnTo>
                  <a:lnTo>
                    <a:pt x="4127" y="780656"/>
                  </a:lnTo>
                  <a:lnTo>
                    <a:pt x="4127" y="832091"/>
                  </a:lnTo>
                  <a:lnTo>
                    <a:pt x="0" y="832091"/>
                  </a:lnTo>
                  <a:lnTo>
                    <a:pt x="0" y="837806"/>
                  </a:lnTo>
                  <a:lnTo>
                    <a:pt x="4127" y="837806"/>
                  </a:lnTo>
                  <a:lnTo>
                    <a:pt x="4127" y="889241"/>
                  </a:lnTo>
                  <a:lnTo>
                    <a:pt x="0" y="889241"/>
                  </a:lnTo>
                  <a:lnTo>
                    <a:pt x="0" y="894956"/>
                  </a:lnTo>
                  <a:lnTo>
                    <a:pt x="4127" y="894956"/>
                  </a:lnTo>
                  <a:lnTo>
                    <a:pt x="4127" y="946391"/>
                  </a:lnTo>
                  <a:lnTo>
                    <a:pt x="0" y="946391"/>
                  </a:lnTo>
                  <a:lnTo>
                    <a:pt x="0" y="952106"/>
                  </a:lnTo>
                  <a:lnTo>
                    <a:pt x="4127" y="952106"/>
                  </a:lnTo>
                  <a:lnTo>
                    <a:pt x="12700" y="952106"/>
                  </a:lnTo>
                  <a:lnTo>
                    <a:pt x="262445" y="952106"/>
                  </a:lnTo>
                  <a:lnTo>
                    <a:pt x="262445" y="976934"/>
                  </a:lnTo>
                  <a:lnTo>
                    <a:pt x="260451" y="975360"/>
                  </a:lnTo>
                  <a:lnTo>
                    <a:pt x="253974" y="973645"/>
                  </a:lnTo>
                  <a:lnTo>
                    <a:pt x="245592" y="973823"/>
                  </a:lnTo>
                  <a:lnTo>
                    <a:pt x="208026" y="991641"/>
                  </a:lnTo>
                  <a:lnTo>
                    <a:pt x="202095" y="999972"/>
                  </a:lnTo>
                  <a:lnTo>
                    <a:pt x="181927" y="999972"/>
                  </a:lnTo>
                  <a:lnTo>
                    <a:pt x="181927" y="1007122"/>
                  </a:lnTo>
                  <a:lnTo>
                    <a:pt x="199377" y="1007122"/>
                  </a:lnTo>
                  <a:lnTo>
                    <a:pt x="198437" y="1011834"/>
                  </a:lnTo>
                  <a:lnTo>
                    <a:pt x="223583" y="1033259"/>
                  </a:lnTo>
                  <a:lnTo>
                    <a:pt x="232067" y="1032319"/>
                  </a:lnTo>
                  <a:lnTo>
                    <a:pt x="240372" y="1030046"/>
                  </a:lnTo>
                  <a:lnTo>
                    <a:pt x="248500" y="1026464"/>
                  </a:lnTo>
                  <a:lnTo>
                    <a:pt x="256451" y="1021549"/>
                  </a:lnTo>
                  <a:lnTo>
                    <a:pt x="262445" y="1016317"/>
                  </a:lnTo>
                  <a:lnTo>
                    <a:pt x="262445" y="1057122"/>
                  </a:lnTo>
                  <a:lnTo>
                    <a:pt x="181927" y="1057122"/>
                  </a:lnTo>
                  <a:lnTo>
                    <a:pt x="181927" y="1064272"/>
                  </a:lnTo>
                  <a:lnTo>
                    <a:pt x="262445" y="1064272"/>
                  </a:lnTo>
                  <a:lnTo>
                    <a:pt x="262445" y="1114272"/>
                  </a:lnTo>
                  <a:lnTo>
                    <a:pt x="181927" y="1114272"/>
                  </a:lnTo>
                  <a:lnTo>
                    <a:pt x="181927" y="1121422"/>
                  </a:lnTo>
                  <a:lnTo>
                    <a:pt x="262445" y="1121422"/>
                  </a:lnTo>
                  <a:lnTo>
                    <a:pt x="262445" y="1171422"/>
                  </a:lnTo>
                  <a:lnTo>
                    <a:pt x="181927" y="1171422"/>
                  </a:lnTo>
                  <a:lnTo>
                    <a:pt x="181927" y="1178572"/>
                  </a:lnTo>
                  <a:lnTo>
                    <a:pt x="226885" y="1178572"/>
                  </a:lnTo>
                  <a:lnTo>
                    <a:pt x="222224" y="1180820"/>
                  </a:lnTo>
                  <a:lnTo>
                    <a:pt x="198437" y="1211859"/>
                  </a:lnTo>
                  <a:lnTo>
                    <a:pt x="198628" y="1218336"/>
                  </a:lnTo>
                  <a:lnTo>
                    <a:pt x="223583" y="1233284"/>
                  </a:lnTo>
                  <a:lnTo>
                    <a:pt x="232067" y="1232344"/>
                  </a:lnTo>
                  <a:lnTo>
                    <a:pt x="268097" y="1209281"/>
                  </a:lnTo>
                  <a:lnTo>
                    <a:pt x="272732" y="1194714"/>
                  </a:lnTo>
                  <a:lnTo>
                    <a:pt x="272542" y="1187475"/>
                  </a:lnTo>
                  <a:lnTo>
                    <a:pt x="272453" y="1187297"/>
                  </a:lnTo>
                  <a:lnTo>
                    <a:pt x="272453" y="1178572"/>
                  </a:lnTo>
                  <a:lnTo>
                    <a:pt x="293065" y="1178572"/>
                  </a:lnTo>
                  <a:lnTo>
                    <a:pt x="293065" y="1171422"/>
                  </a:lnTo>
                  <a:lnTo>
                    <a:pt x="272453" y="1171422"/>
                  </a:lnTo>
                  <a:lnTo>
                    <a:pt x="272453" y="1121422"/>
                  </a:lnTo>
                  <a:lnTo>
                    <a:pt x="293065" y="1121422"/>
                  </a:lnTo>
                  <a:lnTo>
                    <a:pt x="293065" y="1114272"/>
                  </a:lnTo>
                  <a:lnTo>
                    <a:pt x="272453" y="1114272"/>
                  </a:lnTo>
                  <a:lnTo>
                    <a:pt x="272453" y="1064272"/>
                  </a:lnTo>
                  <a:lnTo>
                    <a:pt x="293065" y="1064272"/>
                  </a:lnTo>
                  <a:lnTo>
                    <a:pt x="293065" y="1057122"/>
                  </a:lnTo>
                  <a:lnTo>
                    <a:pt x="272453" y="1057122"/>
                  </a:lnTo>
                  <a:lnTo>
                    <a:pt x="272453" y="1007122"/>
                  </a:lnTo>
                  <a:lnTo>
                    <a:pt x="293065" y="1007122"/>
                  </a:lnTo>
                  <a:lnTo>
                    <a:pt x="293065" y="999972"/>
                  </a:lnTo>
                  <a:lnTo>
                    <a:pt x="272453" y="999972"/>
                  </a:lnTo>
                  <a:lnTo>
                    <a:pt x="272453" y="996162"/>
                  </a:lnTo>
                  <a:lnTo>
                    <a:pt x="272732" y="994689"/>
                  </a:lnTo>
                  <a:lnTo>
                    <a:pt x="272542" y="987450"/>
                  </a:lnTo>
                  <a:lnTo>
                    <a:pt x="272453" y="987272"/>
                  </a:lnTo>
                  <a:lnTo>
                    <a:pt x="272453" y="952106"/>
                  </a:lnTo>
                  <a:lnTo>
                    <a:pt x="416026" y="952106"/>
                  </a:lnTo>
                  <a:lnTo>
                    <a:pt x="416026" y="1003541"/>
                  </a:lnTo>
                  <a:lnTo>
                    <a:pt x="426034" y="1003541"/>
                  </a:lnTo>
                  <a:lnTo>
                    <a:pt x="426034" y="952106"/>
                  </a:lnTo>
                  <a:lnTo>
                    <a:pt x="1084110" y="952106"/>
                  </a:lnTo>
                  <a:lnTo>
                    <a:pt x="1084110" y="946391"/>
                  </a:lnTo>
                  <a:lnTo>
                    <a:pt x="426034" y="946391"/>
                  </a:lnTo>
                  <a:lnTo>
                    <a:pt x="426034" y="894956"/>
                  </a:lnTo>
                  <a:lnTo>
                    <a:pt x="1084110" y="894956"/>
                  </a:lnTo>
                  <a:lnTo>
                    <a:pt x="1084110" y="889241"/>
                  </a:lnTo>
                  <a:lnTo>
                    <a:pt x="426034" y="889241"/>
                  </a:lnTo>
                  <a:lnTo>
                    <a:pt x="426034" y="837806"/>
                  </a:lnTo>
                  <a:lnTo>
                    <a:pt x="1084110" y="837806"/>
                  </a:lnTo>
                  <a:lnTo>
                    <a:pt x="1084110" y="832091"/>
                  </a:lnTo>
                  <a:lnTo>
                    <a:pt x="426034" y="832091"/>
                  </a:lnTo>
                  <a:lnTo>
                    <a:pt x="426034" y="780656"/>
                  </a:lnTo>
                  <a:lnTo>
                    <a:pt x="1084110" y="780656"/>
                  </a:lnTo>
                  <a:lnTo>
                    <a:pt x="1084110" y="774941"/>
                  </a:lnTo>
                  <a:lnTo>
                    <a:pt x="426034" y="774941"/>
                  </a:lnTo>
                  <a:lnTo>
                    <a:pt x="426034" y="723506"/>
                  </a:lnTo>
                  <a:lnTo>
                    <a:pt x="1084110" y="723506"/>
                  </a:lnTo>
                  <a:lnTo>
                    <a:pt x="1084110" y="7177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>
              <a:extLst>
                <a:ext uri="{FF2B5EF4-FFF2-40B4-BE49-F238E27FC236}">
                  <a16:creationId xmlns:a16="http://schemas.microsoft.com/office/drawing/2014/main" id="{F6F8A69F-3281-6121-124C-523EBE918B73}"/>
                </a:ext>
              </a:extLst>
            </p:cNvPr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369360" y="9273473"/>
              <a:ext cx="74294" cy="173926"/>
            </a:xfrm>
            <a:prstGeom prst="rect">
              <a:avLst/>
            </a:prstGeom>
          </p:spPr>
        </p:pic>
        <p:sp>
          <p:nvSpPr>
            <p:cNvPr id="119" name="object 119">
              <a:extLst>
                <a:ext uri="{FF2B5EF4-FFF2-40B4-BE49-F238E27FC236}">
                  <a16:creationId xmlns:a16="http://schemas.microsoft.com/office/drawing/2014/main" id="{9DB51BAF-CC6A-DDEA-031E-417CAAD9520E}"/>
                </a:ext>
              </a:extLst>
            </p:cNvPr>
            <p:cNvSpPr/>
            <p:nvPr/>
          </p:nvSpPr>
          <p:spPr>
            <a:xfrm>
              <a:off x="3570427" y="9314812"/>
              <a:ext cx="244475" cy="475615"/>
            </a:xfrm>
            <a:custGeom>
              <a:avLst/>
              <a:gdLst/>
              <a:ahLst/>
              <a:cxnLst/>
              <a:rect l="l" t="t" r="r" b="b"/>
              <a:pathLst>
                <a:path w="244475" h="475615">
                  <a:moveTo>
                    <a:pt x="111137" y="299326"/>
                  </a:moveTo>
                  <a:lnTo>
                    <a:pt x="90525" y="299326"/>
                  </a:lnTo>
                  <a:lnTo>
                    <a:pt x="90525" y="238429"/>
                  </a:lnTo>
                  <a:lnTo>
                    <a:pt x="90817" y="236893"/>
                  </a:lnTo>
                  <a:lnTo>
                    <a:pt x="90627" y="229654"/>
                  </a:lnTo>
                  <a:lnTo>
                    <a:pt x="90525" y="229450"/>
                  </a:lnTo>
                  <a:lnTo>
                    <a:pt x="90525" y="45720"/>
                  </a:lnTo>
                  <a:lnTo>
                    <a:pt x="80530" y="45720"/>
                  </a:lnTo>
                  <a:lnTo>
                    <a:pt x="80530" y="219151"/>
                  </a:lnTo>
                  <a:lnTo>
                    <a:pt x="78524" y="217563"/>
                  </a:lnTo>
                  <a:lnTo>
                    <a:pt x="72047" y="215849"/>
                  </a:lnTo>
                  <a:lnTo>
                    <a:pt x="32804" y="228028"/>
                  </a:lnTo>
                  <a:lnTo>
                    <a:pt x="16522" y="254038"/>
                  </a:lnTo>
                  <a:lnTo>
                    <a:pt x="16713" y="260515"/>
                  </a:lnTo>
                  <a:lnTo>
                    <a:pt x="41668" y="275463"/>
                  </a:lnTo>
                  <a:lnTo>
                    <a:pt x="50152" y="274523"/>
                  </a:lnTo>
                  <a:lnTo>
                    <a:pt x="58445" y="272249"/>
                  </a:lnTo>
                  <a:lnTo>
                    <a:pt x="66573" y="268668"/>
                  </a:lnTo>
                  <a:lnTo>
                    <a:pt x="74523" y="263753"/>
                  </a:lnTo>
                  <a:lnTo>
                    <a:pt x="80530" y="258508"/>
                  </a:lnTo>
                  <a:lnTo>
                    <a:pt x="80530" y="299326"/>
                  </a:lnTo>
                  <a:lnTo>
                    <a:pt x="0" y="299326"/>
                  </a:lnTo>
                  <a:lnTo>
                    <a:pt x="0" y="306476"/>
                  </a:lnTo>
                  <a:lnTo>
                    <a:pt x="80530" y="306476"/>
                  </a:lnTo>
                  <a:lnTo>
                    <a:pt x="80530" y="356476"/>
                  </a:lnTo>
                  <a:lnTo>
                    <a:pt x="0" y="356476"/>
                  </a:lnTo>
                  <a:lnTo>
                    <a:pt x="0" y="363626"/>
                  </a:lnTo>
                  <a:lnTo>
                    <a:pt x="80530" y="363626"/>
                  </a:lnTo>
                  <a:lnTo>
                    <a:pt x="80530" y="413626"/>
                  </a:lnTo>
                  <a:lnTo>
                    <a:pt x="0" y="413626"/>
                  </a:lnTo>
                  <a:lnTo>
                    <a:pt x="0" y="420776"/>
                  </a:lnTo>
                  <a:lnTo>
                    <a:pt x="44970" y="420776"/>
                  </a:lnTo>
                  <a:lnTo>
                    <a:pt x="40309" y="423024"/>
                  </a:lnTo>
                  <a:lnTo>
                    <a:pt x="16522" y="454063"/>
                  </a:lnTo>
                  <a:lnTo>
                    <a:pt x="16713" y="460540"/>
                  </a:lnTo>
                  <a:lnTo>
                    <a:pt x="41668" y="475488"/>
                  </a:lnTo>
                  <a:lnTo>
                    <a:pt x="50152" y="474548"/>
                  </a:lnTo>
                  <a:lnTo>
                    <a:pt x="86169" y="451485"/>
                  </a:lnTo>
                  <a:lnTo>
                    <a:pt x="90817" y="436918"/>
                  </a:lnTo>
                  <a:lnTo>
                    <a:pt x="90627" y="429679"/>
                  </a:lnTo>
                  <a:lnTo>
                    <a:pt x="90525" y="429475"/>
                  </a:lnTo>
                  <a:lnTo>
                    <a:pt x="90525" y="420776"/>
                  </a:lnTo>
                  <a:lnTo>
                    <a:pt x="111137" y="420776"/>
                  </a:lnTo>
                  <a:lnTo>
                    <a:pt x="111137" y="413626"/>
                  </a:lnTo>
                  <a:lnTo>
                    <a:pt x="90525" y="413626"/>
                  </a:lnTo>
                  <a:lnTo>
                    <a:pt x="90525" y="363626"/>
                  </a:lnTo>
                  <a:lnTo>
                    <a:pt x="111137" y="363626"/>
                  </a:lnTo>
                  <a:lnTo>
                    <a:pt x="111137" y="356476"/>
                  </a:lnTo>
                  <a:lnTo>
                    <a:pt x="90525" y="356476"/>
                  </a:lnTo>
                  <a:lnTo>
                    <a:pt x="90525" y="306476"/>
                  </a:lnTo>
                  <a:lnTo>
                    <a:pt x="111137" y="306476"/>
                  </a:lnTo>
                  <a:lnTo>
                    <a:pt x="111137" y="299326"/>
                  </a:lnTo>
                  <a:close/>
                </a:path>
                <a:path w="244475" h="475615">
                  <a:moveTo>
                    <a:pt x="244106" y="0"/>
                  </a:moveTo>
                  <a:lnTo>
                    <a:pt x="234111" y="0"/>
                  </a:lnTo>
                  <a:lnTo>
                    <a:pt x="234111" y="302895"/>
                  </a:lnTo>
                  <a:lnTo>
                    <a:pt x="244106" y="302895"/>
                  </a:lnTo>
                  <a:lnTo>
                    <a:pt x="2441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>
              <a:extLst>
                <a:ext uri="{FF2B5EF4-FFF2-40B4-BE49-F238E27FC236}">
                  <a16:creationId xmlns:a16="http://schemas.microsoft.com/office/drawing/2014/main" id="{B51A9B86-68B9-DF32-586C-980A36079704}"/>
                </a:ext>
              </a:extLst>
            </p:cNvPr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804542" y="9273473"/>
              <a:ext cx="74294" cy="173926"/>
            </a:xfrm>
            <a:prstGeom prst="rect">
              <a:avLst/>
            </a:prstGeom>
          </p:spPr>
        </p:pic>
        <p:sp>
          <p:nvSpPr>
            <p:cNvPr id="121" name="object 121">
              <a:extLst>
                <a:ext uri="{FF2B5EF4-FFF2-40B4-BE49-F238E27FC236}">
                  <a16:creationId xmlns:a16="http://schemas.microsoft.com/office/drawing/2014/main" id="{ACBD4C37-D94A-B676-D2C2-01F98CE57B37}"/>
                </a:ext>
              </a:extLst>
            </p:cNvPr>
            <p:cNvSpPr/>
            <p:nvPr/>
          </p:nvSpPr>
          <p:spPr>
            <a:xfrm>
              <a:off x="4022128" y="8614165"/>
              <a:ext cx="2163445" cy="1205230"/>
            </a:xfrm>
            <a:custGeom>
              <a:avLst/>
              <a:gdLst/>
              <a:ahLst/>
              <a:cxnLst/>
              <a:rect l="l" t="t" r="r" b="b"/>
              <a:pathLst>
                <a:path w="2163445" h="1205229">
                  <a:moveTo>
                    <a:pt x="9994" y="0"/>
                  </a:moveTo>
                  <a:lnTo>
                    <a:pt x="0" y="0"/>
                  </a:lnTo>
                  <a:lnTo>
                    <a:pt x="0" y="952106"/>
                  </a:lnTo>
                  <a:lnTo>
                    <a:pt x="9994" y="952106"/>
                  </a:lnTo>
                  <a:lnTo>
                    <a:pt x="9994" y="0"/>
                  </a:lnTo>
                  <a:close/>
                </a:path>
                <a:path w="2163445" h="1205229">
                  <a:moveTo>
                    <a:pt x="2163305" y="717791"/>
                  </a:moveTo>
                  <a:lnTo>
                    <a:pt x="1524635" y="717791"/>
                  </a:lnTo>
                  <a:lnTo>
                    <a:pt x="1524635" y="614921"/>
                  </a:lnTo>
                  <a:lnTo>
                    <a:pt x="1514627" y="614921"/>
                  </a:lnTo>
                  <a:lnTo>
                    <a:pt x="1514627" y="946391"/>
                  </a:lnTo>
                  <a:lnTo>
                    <a:pt x="1361757" y="946391"/>
                  </a:lnTo>
                  <a:lnTo>
                    <a:pt x="1361757" y="894956"/>
                  </a:lnTo>
                  <a:lnTo>
                    <a:pt x="1514627" y="894956"/>
                  </a:lnTo>
                  <a:lnTo>
                    <a:pt x="1514627" y="889241"/>
                  </a:lnTo>
                  <a:lnTo>
                    <a:pt x="1361757" y="889241"/>
                  </a:lnTo>
                  <a:lnTo>
                    <a:pt x="1361757" y="837806"/>
                  </a:lnTo>
                  <a:lnTo>
                    <a:pt x="1514627" y="837806"/>
                  </a:lnTo>
                  <a:lnTo>
                    <a:pt x="1514627" y="832091"/>
                  </a:lnTo>
                  <a:lnTo>
                    <a:pt x="1361757" y="832091"/>
                  </a:lnTo>
                  <a:lnTo>
                    <a:pt x="1361757" y="780656"/>
                  </a:lnTo>
                  <a:lnTo>
                    <a:pt x="1443723" y="780656"/>
                  </a:lnTo>
                  <a:lnTo>
                    <a:pt x="1443189" y="784656"/>
                  </a:lnTo>
                  <a:lnTo>
                    <a:pt x="1443951" y="788276"/>
                  </a:lnTo>
                  <a:lnTo>
                    <a:pt x="1445666" y="791705"/>
                  </a:lnTo>
                  <a:lnTo>
                    <a:pt x="1448333" y="794943"/>
                  </a:lnTo>
                  <a:lnTo>
                    <a:pt x="1456055" y="803516"/>
                  </a:lnTo>
                  <a:lnTo>
                    <a:pt x="1460055" y="803516"/>
                  </a:lnTo>
                  <a:lnTo>
                    <a:pt x="1457007" y="799515"/>
                  </a:lnTo>
                  <a:lnTo>
                    <a:pt x="1455293" y="795997"/>
                  </a:lnTo>
                  <a:lnTo>
                    <a:pt x="1454912" y="792949"/>
                  </a:lnTo>
                  <a:lnTo>
                    <a:pt x="1455864" y="787806"/>
                  </a:lnTo>
                  <a:lnTo>
                    <a:pt x="1458810" y="783424"/>
                  </a:lnTo>
                  <a:lnTo>
                    <a:pt x="1462595" y="780656"/>
                  </a:lnTo>
                  <a:lnTo>
                    <a:pt x="1514627" y="780656"/>
                  </a:lnTo>
                  <a:lnTo>
                    <a:pt x="1514627" y="774941"/>
                  </a:lnTo>
                  <a:lnTo>
                    <a:pt x="1469720" y="774941"/>
                  </a:lnTo>
                  <a:lnTo>
                    <a:pt x="1472438" y="770763"/>
                  </a:lnTo>
                  <a:lnTo>
                    <a:pt x="1473200" y="765225"/>
                  </a:lnTo>
                  <a:lnTo>
                    <a:pt x="1472438" y="761619"/>
                  </a:lnTo>
                  <a:lnTo>
                    <a:pt x="1470723" y="758190"/>
                  </a:lnTo>
                  <a:lnTo>
                    <a:pt x="1468056" y="754938"/>
                  </a:lnTo>
                  <a:lnTo>
                    <a:pt x="1461477" y="747890"/>
                  </a:lnTo>
                  <a:lnTo>
                    <a:pt x="1461477" y="757224"/>
                  </a:lnTo>
                  <a:lnTo>
                    <a:pt x="1460525" y="762190"/>
                  </a:lnTo>
                  <a:lnTo>
                    <a:pt x="1457579" y="766559"/>
                  </a:lnTo>
                  <a:lnTo>
                    <a:pt x="1452626" y="770369"/>
                  </a:lnTo>
                  <a:lnTo>
                    <a:pt x="1447101" y="774192"/>
                  </a:lnTo>
                  <a:lnTo>
                    <a:pt x="1446593" y="774941"/>
                  </a:lnTo>
                  <a:lnTo>
                    <a:pt x="1361757" y="774941"/>
                  </a:lnTo>
                  <a:lnTo>
                    <a:pt x="1351749" y="774941"/>
                  </a:lnTo>
                  <a:lnTo>
                    <a:pt x="1351749" y="780656"/>
                  </a:lnTo>
                  <a:lnTo>
                    <a:pt x="1351749" y="999972"/>
                  </a:lnTo>
                  <a:lnTo>
                    <a:pt x="1333068" y="999972"/>
                  </a:lnTo>
                  <a:lnTo>
                    <a:pt x="1337805" y="997889"/>
                  </a:lnTo>
                  <a:lnTo>
                    <a:pt x="1345755" y="992974"/>
                  </a:lnTo>
                  <a:lnTo>
                    <a:pt x="1351749" y="987742"/>
                  </a:lnTo>
                  <a:lnTo>
                    <a:pt x="1351749" y="946391"/>
                  </a:lnTo>
                  <a:lnTo>
                    <a:pt x="1348257" y="946391"/>
                  </a:lnTo>
                  <a:lnTo>
                    <a:pt x="1343279" y="945070"/>
                  </a:lnTo>
                  <a:lnTo>
                    <a:pt x="1334897" y="945248"/>
                  </a:lnTo>
                  <a:lnTo>
                    <a:pt x="1326959" y="946213"/>
                  </a:lnTo>
                  <a:lnTo>
                    <a:pt x="1326362" y="946391"/>
                  </a:lnTo>
                  <a:lnTo>
                    <a:pt x="1102004" y="946391"/>
                  </a:lnTo>
                  <a:lnTo>
                    <a:pt x="1102004" y="894956"/>
                  </a:lnTo>
                  <a:lnTo>
                    <a:pt x="1351749" y="894956"/>
                  </a:lnTo>
                  <a:lnTo>
                    <a:pt x="1351749" y="889241"/>
                  </a:lnTo>
                  <a:lnTo>
                    <a:pt x="1102004" y="889241"/>
                  </a:lnTo>
                  <a:lnTo>
                    <a:pt x="1102004" y="837806"/>
                  </a:lnTo>
                  <a:lnTo>
                    <a:pt x="1351749" y="837806"/>
                  </a:lnTo>
                  <a:lnTo>
                    <a:pt x="1351749" y="832091"/>
                  </a:lnTo>
                  <a:lnTo>
                    <a:pt x="1102004" y="832091"/>
                  </a:lnTo>
                  <a:lnTo>
                    <a:pt x="1102004" y="780656"/>
                  </a:lnTo>
                  <a:lnTo>
                    <a:pt x="1351749" y="780656"/>
                  </a:lnTo>
                  <a:lnTo>
                    <a:pt x="1351749" y="774941"/>
                  </a:lnTo>
                  <a:lnTo>
                    <a:pt x="1102004" y="774941"/>
                  </a:lnTo>
                  <a:lnTo>
                    <a:pt x="1102004" y="723506"/>
                  </a:lnTo>
                  <a:lnTo>
                    <a:pt x="1443723" y="723506"/>
                  </a:lnTo>
                  <a:lnTo>
                    <a:pt x="1443189" y="727506"/>
                  </a:lnTo>
                  <a:lnTo>
                    <a:pt x="1443951" y="731126"/>
                  </a:lnTo>
                  <a:lnTo>
                    <a:pt x="1445666" y="734555"/>
                  </a:lnTo>
                  <a:lnTo>
                    <a:pt x="1448333" y="737793"/>
                  </a:lnTo>
                  <a:lnTo>
                    <a:pt x="1456055" y="746366"/>
                  </a:lnTo>
                  <a:lnTo>
                    <a:pt x="1458912" y="749223"/>
                  </a:lnTo>
                  <a:lnTo>
                    <a:pt x="1460715" y="752843"/>
                  </a:lnTo>
                  <a:lnTo>
                    <a:pt x="1461477" y="757224"/>
                  </a:lnTo>
                  <a:lnTo>
                    <a:pt x="1461477" y="747890"/>
                  </a:lnTo>
                  <a:lnTo>
                    <a:pt x="1460055" y="746366"/>
                  </a:lnTo>
                  <a:lnTo>
                    <a:pt x="1457007" y="742365"/>
                  </a:lnTo>
                  <a:lnTo>
                    <a:pt x="1455293" y="738847"/>
                  </a:lnTo>
                  <a:lnTo>
                    <a:pt x="1454912" y="735799"/>
                  </a:lnTo>
                  <a:lnTo>
                    <a:pt x="1455864" y="730656"/>
                  </a:lnTo>
                  <a:lnTo>
                    <a:pt x="1458810" y="726274"/>
                  </a:lnTo>
                  <a:lnTo>
                    <a:pt x="1462595" y="723506"/>
                  </a:lnTo>
                  <a:lnTo>
                    <a:pt x="1514627" y="723506"/>
                  </a:lnTo>
                  <a:lnTo>
                    <a:pt x="1514627" y="717791"/>
                  </a:lnTo>
                  <a:lnTo>
                    <a:pt x="1469720" y="717791"/>
                  </a:lnTo>
                  <a:lnTo>
                    <a:pt x="1472438" y="713613"/>
                  </a:lnTo>
                  <a:lnTo>
                    <a:pt x="1473200" y="708075"/>
                  </a:lnTo>
                  <a:lnTo>
                    <a:pt x="1472438" y="704469"/>
                  </a:lnTo>
                  <a:lnTo>
                    <a:pt x="1470723" y="701040"/>
                  </a:lnTo>
                  <a:lnTo>
                    <a:pt x="1468056" y="697788"/>
                  </a:lnTo>
                  <a:lnTo>
                    <a:pt x="1460055" y="689216"/>
                  </a:lnTo>
                  <a:lnTo>
                    <a:pt x="1457007" y="685215"/>
                  </a:lnTo>
                  <a:lnTo>
                    <a:pt x="1455293" y="681697"/>
                  </a:lnTo>
                  <a:lnTo>
                    <a:pt x="1454912" y="678649"/>
                  </a:lnTo>
                  <a:lnTo>
                    <a:pt x="1455864" y="673506"/>
                  </a:lnTo>
                  <a:lnTo>
                    <a:pt x="1458810" y="669124"/>
                  </a:lnTo>
                  <a:lnTo>
                    <a:pt x="1463763" y="665505"/>
                  </a:lnTo>
                  <a:lnTo>
                    <a:pt x="1469288" y="661314"/>
                  </a:lnTo>
                  <a:lnTo>
                    <a:pt x="1472438" y="656463"/>
                  </a:lnTo>
                  <a:lnTo>
                    <a:pt x="1473200" y="650925"/>
                  </a:lnTo>
                  <a:lnTo>
                    <a:pt x="1472438" y="647319"/>
                  </a:lnTo>
                  <a:lnTo>
                    <a:pt x="1470723" y="643890"/>
                  </a:lnTo>
                  <a:lnTo>
                    <a:pt x="1468056" y="640638"/>
                  </a:lnTo>
                  <a:lnTo>
                    <a:pt x="1460055" y="632066"/>
                  </a:lnTo>
                  <a:lnTo>
                    <a:pt x="1457007" y="628065"/>
                  </a:lnTo>
                  <a:lnTo>
                    <a:pt x="1455293" y="624547"/>
                  </a:lnTo>
                  <a:lnTo>
                    <a:pt x="1454912" y="621499"/>
                  </a:lnTo>
                  <a:lnTo>
                    <a:pt x="1455864" y="616356"/>
                  </a:lnTo>
                  <a:lnTo>
                    <a:pt x="1458810" y="611974"/>
                  </a:lnTo>
                  <a:lnTo>
                    <a:pt x="1463763" y="608355"/>
                  </a:lnTo>
                  <a:lnTo>
                    <a:pt x="1469288" y="604164"/>
                  </a:lnTo>
                  <a:lnTo>
                    <a:pt x="1472438" y="599313"/>
                  </a:lnTo>
                  <a:lnTo>
                    <a:pt x="1473200" y="593775"/>
                  </a:lnTo>
                  <a:lnTo>
                    <a:pt x="1472438" y="590169"/>
                  </a:lnTo>
                  <a:lnTo>
                    <a:pt x="1470723" y="586740"/>
                  </a:lnTo>
                  <a:lnTo>
                    <a:pt x="1468056" y="583488"/>
                  </a:lnTo>
                  <a:lnTo>
                    <a:pt x="1460055" y="574916"/>
                  </a:lnTo>
                  <a:lnTo>
                    <a:pt x="1456055" y="574916"/>
                  </a:lnTo>
                  <a:lnTo>
                    <a:pt x="1458912" y="577773"/>
                  </a:lnTo>
                  <a:lnTo>
                    <a:pt x="1460715" y="581393"/>
                  </a:lnTo>
                  <a:lnTo>
                    <a:pt x="1447101" y="602742"/>
                  </a:lnTo>
                  <a:lnTo>
                    <a:pt x="1443951" y="607491"/>
                  </a:lnTo>
                  <a:lnTo>
                    <a:pt x="1443189" y="613206"/>
                  </a:lnTo>
                  <a:lnTo>
                    <a:pt x="1443951" y="616826"/>
                  </a:lnTo>
                  <a:lnTo>
                    <a:pt x="1445666" y="620255"/>
                  </a:lnTo>
                  <a:lnTo>
                    <a:pt x="1448333" y="623493"/>
                  </a:lnTo>
                  <a:lnTo>
                    <a:pt x="1456055" y="632066"/>
                  </a:lnTo>
                  <a:lnTo>
                    <a:pt x="1458912" y="634923"/>
                  </a:lnTo>
                  <a:lnTo>
                    <a:pt x="1460715" y="638543"/>
                  </a:lnTo>
                  <a:lnTo>
                    <a:pt x="1447101" y="659892"/>
                  </a:lnTo>
                  <a:lnTo>
                    <a:pt x="1443951" y="664641"/>
                  </a:lnTo>
                  <a:lnTo>
                    <a:pt x="1443189" y="670356"/>
                  </a:lnTo>
                  <a:lnTo>
                    <a:pt x="1443951" y="673976"/>
                  </a:lnTo>
                  <a:lnTo>
                    <a:pt x="1445666" y="677405"/>
                  </a:lnTo>
                  <a:lnTo>
                    <a:pt x="1448333" y="680643"/>
                  </a:lnTo>
                  <a:lnTo>
                    <a:pt x="1456055" y="689216"/>
                  </a:lnTo>
                  <a:lnTo>
                    <a:pt x="1458912" y="692073"/>
                  </a:lnTo>
                  <a:lnTo>
                    <a:pt x="1460715" y="695693"/>
                  </a:lnTo>
                  <a:lnTo>
                    <a:pt x="1447101" y="717042"/>
                  </a:lnTo>
                  <a:lnTo>
                    <a:pt x="1446593" y="717791"/>
                  </a:lnTo>
                  <a:lnTo>
                    <a:pt x="1102004" y="717791"/>
                  </a:lnTo>
                  <a:lnTo>
                    <a:pt x="1102004" y="0"/>
                  </a:lnTo>
                  <a:lnTo>
                    <a:pt x="1093431" y="0"/>
                  </a:lnTo>
                  <a:lnTo>
                    <a:pt x="1093431" y="946391"/>
                  </a:lnTo>
                  <a:lnTo>
                    <a:pt x="1089304" y="946391"/>
                  </a:lnTo>
                  <a:lnTo>
                    <a:pt x="949820" y="946391"/>
                  </a:lnTo>
                  <a:lnTo>
                    <a:pt x="949820" y="939012"/>
                  </a:lnTo>
                  <a:lnTo>
                    <a:pt x="950099" y="937539"/>
                  </a:lnTo>
                  <a:lnTo>
                    <a:pt x="949909" y="930300"/>
                  </a:lnTo>
                  <a:lnTo>
                    <a:pt x="949820" y="930122"/>
                  </a:lnTo>
                  <a:lnTo>
                    <a:pt x="949820" y="894956"/>
                  </a:lnTo>
                  <a:lnTo>
                    <a:pt x="1089304" y="894956"/>
                  </a:lnTo>
                  <a:lnTo>
                    <a:pt x="1093431" y="894956"/>
                  </a:lnTo>
                  <a:lnTo>
                    <a:pt x="1093431" y="889241"/>
                  </a:lnTo>
                  <a:lnTo>
                    <a:pt x="1089304" y="889241"/>
                  </a:lnTo>
                  <a:lnTo>
                    <a:pt x="949820" y="889241"/>
                  </a:lnTo>
                  <a:lnTo>
                    <a:pt x="949820" y="837806"/>
                  </a:lnTo>
                  <a:lnTo>
                    <a:pt x="1089304" y="837806"/>
                  </a:lnTo>
                  <a:lnTo>
                    <a:pt x="1093431" y="837806"/>
                  </a:lnTo>
                  <a:lnTo>
                    <a:pt x="1093431" y="832091"/>
                  </a:lnTo>
                  <a:lnTo>
                    <a:pt x="1089304" y="832091"/>
                  </a:lnTo>
                  <a:lnTo>
                    <a:pt x="949820" y="832091"/>
                  </a:lnTo>
                  <a:lnTo>
                    <a:pt x="949820" y="780656"/>
                  </a:lnTo>
                  <a:lnTo>
                    <a:pt x="1089304" y="780656"/>
                  </a:lnTo>
                  <a:lnTo>
                    <a:pt x="1093431" y="780656"/>
                  </a:lnTo>
                  <a:lnTo>
                    <a:pt x="1093431" y="774941"/>
                  </a:lnTo>
                  <a:lnTo>
                    <a:pt x="1089304" y="774941"/>
                  </a:lnTo>
                  <a:lnTo>
                    <a:pt x="949820" y="774941"/>
                  </a:lnTo>
                  <a:lnTo>
                    <a:pt x="949820" y="746366"/>
                  </a:lnTo>
                  <a:lnTo>
                    <a:pt x="939812" y="746366"/>
                  </a:lnTo>
                  <a:lnTo>
                    <a:pt x="939812" y="774941"/>
                  </a:lnTo>
                  <a:lnTo>
                    <a:pt x="939812" y="780656"/>
                  </a:lnTo>
                  <a:lnTo>
                    <a:pt x="939812" y="919784"/>
                  </a:lnTo>
                  <a:lnTo>
                    <a:pt x="937818" y="918210"/>
                  </a:lnTo>
                  <a:lnTo>
                    <a:pt x="931341" y="916495"/>
                  </a:lnTo>
                  <a:lnTo>
                    <a:pt x="922959" y="916673"/>
                  </a:lnTo>
                  <a:lnTo>
                    <a:pt x="915022" y="917638"/>
                  </a:lnTo>
                  <a:lnTo>
                    <a:pt x="880452" y="940752"/>
                  </a:lnTo>
                  <a:lnTo>
                    <a:pt x="877760" y="946391"/>
                  </a:lnTo>
                  <a:lnTo>
                    <a:pt x="450621" y="946391"/>
                  </a:lnTo>
                  <a:lnTo>
                    <a:pt x="450621" y="894956"/>
                  </a:lnTo>
                  <a:lnTo>
                    <a:pt x="939812" y="894956"/>
                  </a:lnTo>
                  <a:lnTo>
                    <a:pt x="939812" y="889241"/>
                  </a:lnTo>
                  <a:lnTo>
                    <a:pt x="450621" y="889241"/>
                  </a:lnTo>
                  <a:lnTo>
                    <a:pt x="450621" y="837806"/>
                  </a:lnTo>
                  <a:lnTo>
                    <a:pt x="939812" y="837806"/>
                  </a:lnTo>
                  <a:lnTo>
                    <a:pt x="939812" y="832091"/>
                  </a:lnTo>
                  <a:lnTo>
                    <a:pt x="478993" y="832091"/>
                  </a:lnTo>
                  <a:lnTo>
                    <a:pt x="482917" y="831024"/>
                  </a:lnTo>
                  <a:lnTo>
                    <a:pt x="490702" y="827620"/>
                  </a:lnTo>
                  <a:lnTo>
                    <a:pt x="495693" y="824572"/>
                  </a:lnTo>
                  <a:lnTo>
                    <a:pt x="498348" y="822960"/>
                  </a:lnTo>
                  <a:lnTo>
                    <a:pt x="505066" y="817384"/>
                  </a:lnTo>
                  <a:lnTo>
                    <a:pt x="510057" y="811237"/>
                  </a:lnTo>
                  <a:lnTo>
                    <a:pt x="513346" y="804519"/>
                  </a:lnTo>
                  <a:lnTo>
                    <a:pt x="514921" y="797229"/>
                  </a:lnTo>
                  <a:lnTo>
                    <a:pt x="515683" y="788479"/>
                  </a:lnTo>
                  <a:lnTo>
                    <a:pt x="512813" y="781519"/>
                  </a:lnTo>
                  <a:lnTo>
                    <a:pt x="512724" y="781329"/>
                  </a:lnTo>
                  <a:lnTo>
                    <a:pt x="511911" y="780656"/>
                  </a:lnTo>
                  <a:lnTo>
                    <a:pt x="939812" y="780656"/>
                  </a:lnTo>
                  <a:lnTo>
                    <a:pt x="939812" y="774941"/>
                  </a:lnTo>
                  <a:lnTo>
                    <a:pt x="507199" y="774941"/>
                  </a:lnTo>
                  <a:lnTo>
                    <a:pt x="507199" y="786091"/>
                  </a:lnTo>
                  <a:lnTo>
                    <a:pt x="507199" y="789711"/>
                  </a:lnTo>
                  <a:lnTo>
                    <a:pt x="474624" y="818959"/>
                  </a:lnTo>
                  <a:lnTo>
                    <a:pt x="458343" y="824572"/>
                  </a:lnTo>
                  <a:lnTo>
                    <a:pt x="454342" y="824382"/>
                  </a:lnTo>
                  <a:lnTo>
                    <a:pt x="452323" y="824204"/>
                  </a:lnTo>
                  <a:lnTo>
                    <a:pt x="452323" y="832091"/>
                  </a:lnTo>
                  <a:lnTo>
                    <a:pt x="450621" y="832091"/>
                  </a:lnTo>
                  <a:lnTo>
                    <a:pt x="450621" y="831151"/>
                  </a:lnTo>
                  <a:lnTo>
                    <a:pt x="452323" y="832091"/>
                  </a:lnTo>
                  <a:lnTo>
                    <a:pt x="452323" y="824204"/>
                  </a:lnTo>
                  <a:lnTo>
                    <a:pt x="450621" y="824039"/>
                  </a:lnTo>
                  <a:lnTo>
                    <a:pt x="450621" y="812850"/>
                  </a:lnTo>
                  <a:lnTo>
                    <a:pt x="482053" y="786942"/>
                  </a:lnTo>
                  <a:lnTo>
                    <a:pt x="496341" y="781519"/>
                  </a:lnTo>
                  <a:lnTo>
                    <a:pt x="502056" y="782091"/>
                  </a:lnTo>
                  <a:lnTo>
                    <a:pt x="504913" y="782472"/>
                  </a:lnTo>
                  <a:lnTo>
                    <a:pt x="506628" y="783805"/>
                  </a:lnTo>
                  <a:lnTo>
                    <a:pt x="507199" y="786091"/>
                  </a:lnTo>
                  <a:lnTo>
                    <a:pt x="507199" y="774941"/>
                  </a:lnTo>
                  <a:lnTo>
                    <a:pt x="504494" y="774941"/>
                  </a:lnTo>
                  <a:lnTo>
                    <a:pt x="500913" y="772947"/>
                  </a:lnTo>
                  <a:lnTo>
                    <a:pt x="495109" y="771804"/>
                  </a:lnTo>
                  <a:lnTo>
                    <a:pt x="488632" y="772375"/>
                  </a:lnTo>
                  <a:lnTo>
                    <a:pt x="480453" y="773290"/>
                  </a:lnTo>
                  <a:lnTo>
                    <a:pt x="474357" y="774941"/>
                  </a:lnTo>
                  <a:lnTo>
                    <a:pt x="461810" y="774941"/>
                  </a:lnTo>
                  <a:lnTo>
                    <a:pt x="461810" y="780656"/>
                  </a:lnTo>
                  <a:lnTo>
                    <a:pt x="457200" y="783513"/>
                  </a:lnTo>
                  <a:lnTo>
                    <a:pt x="450621" y="788987"/>
                  </a:lnTo>
                  <a:lnTo>
                    <a:pt x="450621" y="780656"/>
                  </a:lnTo>
                  <a:lnTo>
                    <a:pt x="461810" y="780656"/>
                  </a:lnTo>
                  <a:lnTo>
                    <a:pt x="461810" y="774941"/>
                  </a:lnTo>
                  <a:lnTo>
                    <a:pt x="450621" y="774941"/>
                  </a:lnTo>
                  <a:lnTo>
                    <a:pt x="450621" y="745426"/>
                  </a:lnTo>
                  <a:lnTo>
                    <a:pt x="454914" y="747801"/>
                  </a:lnTo>
                  <a:lnTo>
                    <a:pt x="460629" y="748944"/>
                  </a:lnTo>
                  <a:lnTo>
                    <a:pt x="495693" y="738847"/>
                  </a:lnTo>
                  <a:lnTo>
                    <a:pt x="498348" y="737235"/>
                  </a:lnTo>
                  <a:lnTo>
                    <a:pt x="505066" y="731659"/>
                  </a:lnTo>
                  <a:lnTo>
                    <a:pt x="510057" y="725512"/>
                  </a:lnTo>
                  <a:lnTo>
                    <a:pt x="511035" y="723506"/>
                  </a:lnTo>
                  <a:lnTo>
                    <a:pt x="1089304" y="723506"/>
                  </a:lnTo>
                  <a:lnTo>
                    <a:pt x="1093431" y="723506"/>
                  </a:lnTo>
                  <a:lnTo>
                    <a:pt x="1093431" y="717791"/>
                  </a:lnTo>
                  <a:lnTo>
                    <a:pt x="1089304" y="717791"/>
                  </a:lnTo>
                  <a:lnTo>
                    <a:pt x="513562" y="717791"/>
                  </a:lnTo>
                  <a:lnTo>
                    <a:pt x="514921" y="711504"/>
                  </a:lnTo>
                  <a:lnTo>
                    <a:pt x="515683" y="702754"/>
                  </a:lnTo>
                  <a:lnTo>
                    <a:pt x="512813" y="695794"/>
                  </a:lnTo>
                  <a:lnTo>
                    <a:pt x="512724" y="695604"/>
                  </a:lnTo>
                  <a:lnTo>
                    <a:pt x="507199" y="691032"/>
                  </a:lnTo>
                  <a:lnTo>
                    <a:pt x="507199" y="700366"/>
                  </a:lnTo>
                  <a:lnTo>
                    <a:pt x="507199" y="703986"/>
                  </a:lnTo>
                  <a:lnTo>
                    <a:pt x="505206" y="708177"/>
                  </a:lnTo>
                  <a:lnTo>
                    <a:pt x="501205" y="712939"/>
                  </a:lnTo>
                  <a:lnTo>
                    <a:pt x="495604" y="717791"/>
                  </a:lnTo>
                  <a:lnTo>
                    <a:pt x="489013" y="717791"/>
                  </a:lnTo>
                  <a:lnTo>
                    <a:pt x="489013" y="723506"/>
                  </a:lnTo>
                  <a:lnTo>
                    <a:pt x="458343" y="738847"/>
                  </a:lnTo>
                  <a:lnTo>
                    <a:pt x="454342" y="738657"/>
                  </a:lnTo>
                  <a:lnTo>
                    <a:pt x="450621" y="738314"/>
                  </a:lnTo>
                  <a:lnTo>
                    <a:pt x="450621" y="729221"/>
                  </a:lnTo>
                  <a:lnTo>
                    <a:pt x="449656" y="729221"/>
                  </a:lnTo>
                  <a:lnTo>
                    <a:pt x="449846" y="728446"/>
                  </a:lnTo>
                  <a:lnTo>
                    <a:pt x="452742" y="723506"/>
                  </a:lnTo>
                  <a:lnTo>
                    <a:pt x="489013" y="723506"/>
                  </a:lnTo>
                  <a:lnTo>
                    <a:pt x="489013" y="717791"/>
                  </a:lnTo>
                  <a:lnTo>
                    <a:pt x="457936" y="717791"/>
                  </a:lnTo>
                  <a:lnTo>
                    <a:pt x="468820" y="708939"/>
                  </a:lnTo>
                  <a:lnTo>
                    <a:pt x="474624" y="705218"/>
                  </a:lnTo>
                  <a:lnTo>
                    <a:pt x="482053" y="701217"/>
                  </a:lnTo>
                  <a:lnTo>
                    <a:pt x="489673" y="697407"/>
                  </a:lnTo>
                  <a:lnTo>
                    <a:pt x="496341" y="695794"/>
                  </a:lnTo>
                  <a:lnTo>
                    <a:pt x="502056" y="696366"/>
                  </a:lnTo>
                  <a:lnTo>
                    <a:pt x="504913" y="696747"/>
                  </a:lnTo>
                  <a:lnTo>
                    <a:pt x="506628" y="698080"/>
                  </a:lnTo>
                  <a:lnTo>
                    <a:pt x="507199" y="700366"/>
                  </a:lnTo>
                  <a:lnTo>
                    <a:pt x="507199" y="691032"/>
                  </a:lnTo>
                  <a:lnTo>
                    <a:pt x="506056" y="690079"/>
                  </a:lnTo>
                  <a:lnTo>
                    <a:pt x="500913" y="687222"/>
                  </a:lnTo>
                  <a:lnTo>
                    <a:pt x="495109" y="686079"/>
                  </a:lnTo>
                  <a:lnTo>
                    <a:pt x="488632" y="686650"/>
                  </a:lnTo>
                  <a:lnTo>
                    <a:pt x="450608" y="703262"/>
                  </a:lnTo>
                  <a:lnTo>
                    <a:pt x="442112" y="717791"/>
                  </a:lnTo>
                  <a:lnTo>
                    <a:pt x="440905" y="717791"/>
                  </a:lnTo>
                  <a:lnTo>
                    <a:pt x="440905" y="723506"/>
                  </a:lnTo>
                  <a:lnTo>
                    <a:pt x="439953" y="732269"/>
                  </a:lnTo>
                  <a:lnTo>
                    <a:pt x="440626" y="733907"/>
                  </a:lnTo>
                  <a:lnTo>
                    <a:pt x="440626" y="774941"/>
                  </a:lnTo>
                  <a:lnTo>
                    <a:pt x="440626" y="780656"/>
                  </a:lnTo>
                  <a:lnTo>
                    <a:pt x="440626" y="811822"/>
                  </a:lnTo>
                  <a:lnTo>
                    <a:pt x="439953" y="817994"/>
                  </a:lnTo>
                  <a:lnTo>
                    <a:pt x="440626" y="819632"/>
                  </a:lnTo>
                  <a:lnTo>
                    <a:pt x="440626" y="946391"/>
                  </a:lnTo>
                  <a:lnTo>
                    <a:pt x="287743" y="946391"/>
                  </a:lnTo>
                  <a:lnTo>
                    <a:pt x="287743" y="910501"/>
                  </a:lnTo>
                  <a:lnTo>
                    <a:pt x="288036" y="908964"/>
                  </a:lnTo>
                  <a:lnTo>
                    <a:pt x="287845" y="901725"/>
                  </a:lnTo>
                  <a:lnTo>
                    <a:pt x="287743" y="901522"/>
                  </a:lnTo>
                  <a:lnTo>
                    <a:pt x="287743" y="894956"/>
                  </a:lnTo>
                  <a:lnTo>
                    <a:pt x="440626" y="894956"/>
                  </a:lnTo>
                  <a:lnTo>
                    <a:pt x="440626" y="889241"/>
                  </a:lnTo>
                  <a:lnTo>
                    <a:pt x="287743" y="889241"/>
                  </a:lnTo>
                  <a:lnTo>
                    <a:pt x="287743" y="837806"/>
                  </a:lnTo>
                  <a:lnTo>
                    <a:pt x="440626" y="837806"/>
                  </a:lnTo>
                  <a:lnTo>
                    <a:pt x="440626" y="832091"/>
                  </a:lnTo>
                  <a:lnTo>
                    <a:pt x="287743" y="832091"/>
                  </a:lnTo>
                  <a:lnTo>
                    <a:pt x="287743" y="780656"/>
                  </a:lnTo>
                  <a:lnTo>
                    <a:pt x="440626" y="780656"/>
                  </a:lnTo>
                  <a:lnTo>
                    <a:pt x="440626" y="774941"/>
                  </a:lnTo>
                  <a:lnTo>
                    <a:pt x="287743" y="774941"/>
                  </a:lnTo>
                  <a:lnTo>
                    <a:pt x="287743" y="723506"/>
                  </a:lnTo>
                  <a:lnTo>
                    <a:pt x="440905" y="723506"/>
                  </a:lnTo>
                  <a:lnTo>
                    <a:pt x="440905" y="717791"/>
                  </a:lnTo>
                  <a:lnTo>
                    <a:pt x="287743" y="717791"/>
                  </a:lnTo>
                  <a:lnTo>
                    <a:pt x="277749" y="717791"/>
                  </a:lnTo>
                  <a:lnTo>
                    <a:pt x="277749" y="723506"/>
                  </a:lnTo>
                  <a:lnTo>
                    <a:pt x="277749" y="946391"/>
                  </a:lnTo>
                  <a:lnTo>
                    <a:pt x="248107" y="946391"/>
                  </a:lnTo>
                  <a:lnTo>
                    <a:pt x="255676" y="944321"/>
                  </a:lnTo>
                  <a:lnTo>
                    <a:pt x="263804" y="940739"/>
                  </a:lnTo>
                  <a:lnTo>
                    <a:pt x="271741" y="935824"/>
                  </a:lnTo>
                  <a:lnTo>
                    <a:pt x="277749" y="930592"/>
                  </a:lnTo>
                  <a:lnTo>
                    <a:pt x="277749" y="889241"/>
                  </a:lnTo>
                  <a:lnTo>
                    <a:pt x="274243" y="889241"/>
                  </a:lnTo>
                  <a:lnTo>
                    <a:pt x="269265" y="887920"/>
                  </a:lnTo>
                  <a:lnTo>
                    <a:pt x="260883" y="888098"/>
                  </a:lnTo>
                  <a:lnTo>
                    <a:pt x="252958" y="889063"/>
                  </a:lnTo>
                  <a:lnTo>
                    <a:pt x="252361" y="889241"/>
                  </a:lnTo>
                  <a:lnTo>
                    <a:pt x="237756" y="889241"/>
                  </a:lnTo>
                  <a:lnTo>
                    <a:pt x="237756" y="894956"/>
                  </a:lnTo>
                  <a:lnTo>
                    <a:pt x="237528" y="895070"/>
                  </a:lnTo>
                  <a:lnTo>
                    <a:pt x="230022" y="900099"/>
                  </a:lnTo>
                  <a:lnTo>
                    <a:pt x="223329" y="905916"/>
                  </a:lnTo>
                  <a:lnTo>
                    <a:pt x="218389" y="912177"/>
                  </a:lnTo>
                  <a:lnTo>
                    <a:pt x="215188" y="918908"/>
                  </a:lnTo>
                  <a:lnTo>
                    <a:pt x="213741" y="926109"/>
                  </a:lnTo>
                  <a:lnTo>
                    <a:pt x="213931" y="932586"/>
                  </a:lnTo>
                  <a:lnTo>
                    <a:pt x="216408" y="937818"/>
                  </a:lnTo>
                  <a:lnTo>
                    <a:pt x="221170" y="941819"/>
                  </a:lnTo>
                  <a:lnTo>
                    <a:pt x="225742" y="945438"/>
                  </a:lnTo>
                  <a:lnTo>
                    <a:pt x="228663" y="946391"/>
                  </a:lnTo>
                  <a:lnTo>
                    <a:pt x="28003" y="946391"/>
                  </a:lnTo>
                  <a:lnTo>
                    <a:pt x="28003" y="894956"/>
                  </a:lnTo>
                  <a:lnTo>
                    <a:pt x="237756" y="894956"/>
                  </a:lnTo>
                  <a:lnTo>
                    <a:pt x="237756" y="889241"/>
                  </a:lnTo>
                  <a:lnTo>
                    <a:pt x="28003" y="889241"/>
                  </a:lnTo>
                  <a:lnTo>
                    <a:pt x="28003" y="837806"/>
                  </a:lnTo>
                  <a:lnTo>
                    <a:pt x="277749" y="837806"/>
                  </a:lnTo>
                  <a:lnTo>
                    <a:pt x="277749" y="832091"/>
                  </a:lnTo>
                  <a:lnTo>
                    <a:pt x="28003" y="832091"/>
                  </a:lnTo>
                  <a:lnTo>
                    <a:pt x="28003" y="780656"/>
                  </a:lnTo>
                  <a:lnTo>
                    <a:pt x="277749" y="780656"/>
                  </a:lnTo>
                  <a:lnTo>
                    <a:pt x="277749" y="774941"/>
                  </a:lnTo>
                  <a:lnTo>
                    <a:pt x="28003" y="774941"/>
                  </a:lnTo>
                  <a:lnTo>
                    <a:pt x="28003" y="723506"/>
                  </a:lnTo>
                  <a:lnTo>
                    <a:pt x="277749" y="723506"/>
                  </a:lnTo>
                  <a:lnTo>
                    <a:pt x="277749" y="717791"/>
                  </a:lnTo>
                  <a:lnTo>
                    <a:pt x="28003" y="717791"/>
                  </a:lnTo>
                  <a:lnTo>
                    <a:pt x="28003" y="0"/>
                  </a:lnTo>
                  <a:lnTo>
                    <a:pt x="17995" y="0"/>
                  </a:lnTo>
                  <a:lnTo>
                    <a:pt x="17995" y="717791"/>
                  </a:lnTo>
                  <a:lnTo>
                    <a:pt x="15303" y="717791"/>
                  </a:lnTo>
                  <a:lnTo>
                    <a:pt x="15303" y="723506"/>
                  </a:lnTo>
                  <a:lnTo>
                    <a:pt x="17995" y="723506"/>
                  </a:lnTo>
                  <a:lnTo>
                    <a:pt x="17995" y="774941"/>
                  </a:lnTo>
                  <a:lnTo>
                    <a:pt x="15303" y="774941"/>
                  </a:lnTo>
                  <a:lnTo>
                    <a:pt x="15303" y="780656"/>
                  </a:lnTo>
                  <a:lnTo>
                    <a:pt x="17995" y="780656"/>
                  </a:lnTo>
                  <a:lnTo>
                    <a:pt x="17995" y="832091"/>
                  </a:lnTo>
                  <a:lnTo>
                    <a:pt x="15303" y="832091"/>
                  </a:lnTo>
                  <a:lnTo>
                    <a:pt x="15303" y="837806"/>
                  </a:lnTo>
                  <a:lnTo>
                    <a:pt x="17995" y="837806"/>
                  </a:lnTo>
                  <a:lnTo>
                    <a:pt x="17995" y="889241"/>
                  </a:lnTo>
                  <a:lnTo>
                    <a:pt x="15303" y="889241"/>
                  </a:lnTo>
                  <a:lnTo>
                    <a:pt x="15303" y="894956"/>
                  </a:lnTo>
                  <a:lnTo>
                    <a:pt x="17995" y="894956"/>
                  </a:lnTo>
                  <a:lnTo>
                    <a:pt x="17995" y="946391"/>
                  </a:lnTo>
                  <a:lnTo>
                    <a:pt x="15303" y="946391"/>
                  </a:lnTo>
                  <a:lnTo>
                    <a:pt x="15303" y="952106"/>
                  </a:lnTo>
                  <a:lnTo>
                    <a:pt x="17995" y="952106"/>
                  </a:lnTo>
                  <a:lnTo>
                    <a:pt x="28003" y="952106"/>
                  </a:lnTo>
                  <a:lnTo>
                    <a:pt x="277749" y="952106"/>
                  </a:lnTo>
                  <a:lnTo>
                    <a:pt x="277749" y="999972"/>
                  </a:lnTo>
                  <a:lnTo>
                    <a:pt x="197218" y="999972"/>
                  </a:lnTo>
                  <a:lnTo>
                    <a:pt x="197218" y="1007122"/>
                  </a:lnTo>
                  <a:lnTo>
                    <a:pt x="277749" y="1007122"/>
                  </a:lnTo>
                  <a:lnTo>
                    <a:pt x="277749" y="1057122"/>
                  </a:lnTo>
                  <a:lnTo>
                    <a:pt x="197218" y="1057122"/>
                  </a:lnTo>
                  <a:lnTo>
                    <a:pt x="197218" y="1064272"/>
                  </a:lnTo>
                  <a:lnTo>
                    <a:pt x="277749" y="1064272"/>
                  </a:lnTo>
                  <a:lnTo>
                    <a:pt x="277749" y="1091247"/>
                  </a:lnTo>
                  <a:lnTo>
                    <a:pt x="275742" y="1089660"/>
                  </a:lnTo>
                  <a:lnTo>
                    <a:pt x="269265" y="1087945"/>
                  </a:lnTo>
                  <a:lnTo>
                    <a:pt x="260883" y="1088123"/>
                  </a:lnTo>
                  <a:lnTo>
                    <a:pt x="223329" y="1105941"/>
                  </a:lnTo>
                  <a:lnTo>
                    <a:pt x="217398" y="1114272"/>
                  </a:lnTo>
                  <a:lnTo>
                    <a:pt x="197218" y="1114272"/>
                  </a:lnTo>
                  <a:lnTo>
                    <a:pt x="197218" y="1121422"/>
                  </a:lnTo>
                  <a:lnTo>
                    <a:pt x="214680" y="1121422"/>
                  </a:lnTo>
                  <a:lnTo>
                    <a:pt x="213741" y="1126134"/>
                  </a:lnTo>
                  <a:lnTo>
                    <a:pt x="238887" y="1147559"/>
                  </a:lnTo>
                  <a:lnTo>
                    <a:pt x="247370" y="1146619"/>
                  </a:lnTo>
                  <a:lnTo>
                    <a:pt x="283387" y="1123556"/>
                  </a:lnTo>
                  <a:lnTo>
                    <a:pt x="284353" y="1121422"/>
                  </a:lnTo>
                  <a:lnTo>
                    <a:pt x="308368" y="1121422"/>
                  </a:lnTo>
                  <a:lnTo>
                    <a:pt x="308368" y="1114272"/>
                  </a:lnTo>
                  <a:lnTo>
                    <a:pt x="287020" y="1114272"/>
                  </a:lnTo>
                  <a:lnTo>
                    <a:pt x="288036" y="1108989"/>
                  </a:lnTo>
                  <a:lnTo>
                    <a:pt x="287845" y="1101750"/>
                  </a:lnTo>
                  <a:lnTo>
                    <a:pt x="287743" y="1101547"/>
                  </a:lnTo>
                  <a:lnTo>
                    <a:pt x="287743" y="1064272"/>
                  </a:lnTo>
                  <a:lnTo>
                    <a:pt x="308368" y="1064272"/>
                  </a:lnTo>
                  <a:lnTo>
                    <a:pt x="308368" y="1057122"/>
                  </a:lnTo>
                  <a:lnTo>
                    <a:pt x="287743" y="1057122"/>
                  </a:lnTo>
                  <a:lnTo>
                    <a:pt x="287743" y="1007122"/>
                  </a:lnTo>
                  <a:lnTo>
                    <a:pt x="308368" y="1007122"/>
                  </a:lnTo>
                  <a:lnTo>
                    <a:pt x="308368" y="999972"/>
                  </a:lnTo>
                  <a:lnTo>
                    <a:pt x="287743" y="999972"/>
                  </a:lnTo>
                  <a:lnTo>
                    <a:pt x="287743" y="952106"/>
                  </a:lnTo>
                  <a:lnTo>
                    <a:pt x="440626" y="952106"/>
                  </a:lnTo>
                  <a:lnTo>
                    <a:pt x="440626" y="1003541"/>
                  </a:lnTo>
                  <a:lnTo>
                    <a:pt x="450621" y="1003541"/>
                  </a:lnTo>
                  <a:lnTo>
                    <a:pt x="450621" y="952106"/>
                  </a:lnTo>
                  <a:lnTo>
                    <a:pt x="876312" y="952106"/>
                  </a:lnTo>
                  <a:lnTo>
                    <a:pt x="875804" y="954684"/>
                  </a:lnTo>
                  <a:lnTo>
                    <a:pt x="875995" y="961161"/>
                  </a:lnTo>
                  <a:lnTo>
                    <a:pt x="900950" y="976109"/>
                  </a:lnTo>
                  <a:lnTo>
                    <a:pt x="909434" y="975169"/>
                  </a:lnTo>
                  <a:lnTo>
                    <a:pt x="917740" y="972896"/>
                  </a:lnTo>
                  <a:lnTo>
                    <a:pt x="925868" y="969314"/>
                  </a:lnTo>
                  <a:lnTo>
                    <a:pt x="933818" y="964399"/>
                  </a:lnTo>
                  <a:lnTo>
                    <a:pt x="939812" y="959167"/>
                  </a:lnTo>
                  <a:lnTo>
                    <a:pt x="939812" y="999972"/>
                  </a:lnTo>
                  <a:lnTo>
                    <a:pt x="859294" y="999972"/>
                  </a:lnTo>
                  <a:lnTo>
                    <a:pt x="859294" y="1007122"/>
                  </a:lnTo>
                  <a:lnTo>
                    <a:pt x="939812" y="1007122"/>
                  </a:lnTo>
                  <a:lnTo>
                    <a:pt x="939812" y="1057122"/>
                  </a:lnTo>
                  <a:lnTo>
                    <a:pt x="859294" y="1057122"/>
                  </a:lnTo>
                  <a:lnTo>
                    <a:pt x="859294" y="1064272"/>
                  </a:lnTo>
                  <a:lnTo>
                    <a:pt x="939812" y="1064272"/>
                  </a:lnTo>
                  <a:lnTo>
                    <a:pt x="939812" y="1114272"/>
                  </a:lnTo>
                  <a:lnTo>
                    <a:pt x="859294" y="1114272"/>
                  </a:lnTo>
                  <a:lnTo>
                    <a:pt x="859294" y="1121422"/>
                  </a:lnTo>
                  <a:lnTo>
                    <a:pt x="904252" y="1121422"/>
                  </a:lnTo>
                  <a:lnTo>
                    <a:pt x="899591" y="1123670"/>
                  </a:lnTo>
                  <a:lnTo>
                    <a:pt x="875804" y="1154709"/>
                  </a:lnTo>
                  <a:lnTo>
                    <a:pt x="875995" y="1161186"/>
                  </a:lnTo>
                  <a:lnTo>
                    <a:pt x="900950" y="1176134"/>
                  </a:lnTo>
                  <a:lnTo>
                    <a:pt x="909434" y="1175194"/>
                  </a:lnTo>
                  <a:lnTo>
                    <a:pt x="945464" y="1152131"/>
                  </a:lnTo>
                  <a:lnTo>
                    <a:pt x="950099" y="1137564"/>
                  </a:lnTo>
                  <a:lnTo>
                    <a:pt x="949909" y="1130325"/>
                  </a:lnTo>
                  <a:lnTo>
                    <a:pt x="949820" y="1130147"/>
                  </a:lnTo>
                  <a:lnTo>
                    <a:pt x="949820" y="1121422"/>
                  </a:lnTo>
                  <a:lnTo>
                    <a:pt x="970432" y="1121422"/>
                  </a:lnTo>
                  <a:lnTo>
                    <a:pt x="970432" y="1114272"/>
                  </a:lnTo>
                  <a:lnTo>
                    <a:pt x="949820" y="1114272"/>
                  </a:lnTo>
                  <a:lnTo>
                    <a:pt x="949820" y="1064272"/>
                  </a:lnTo>
                  <a:lnTo>
                    <a:pt x="970432" y="1064272"/>
                  </a:lnTo>
                  <a:lnTo>
                    <a:pt x="970432" y="1057122"/>
                  </a:lnTo>
                  <a:lnTo>
                    <a:pt x="949820" y="1057122"/>
                  </a:lnTo>
                  <a:lnTo>
                    <a:pt x="949820" y="1007122"/>
                  </a:lnTo>
                  <a:lnTo>
                    <a:pt x="970432" y="1007122"/>
                  </a:lnTo>
                  <a:lnTo>
                    <a:pt x="970432" y="999972"/>
                  </a:lnTo>
                  <a:lnTo>
                    <a:pt x="949820" y="999972"/>
                  </a:lnTo>
                  <a:lnTo>
                    <a:pt x="949820" y="952106"/>
                  </a:lnTo>
                  <a:lnTo>
                    <a:pt x="1089304" y="952106"/>
                  </a:lnTo>
                  <a:lnTo>
                    <a:pt x="1093431" y="952106"/>
                  </a:lnTo>
                  <a:lnTo>
                    <a:pt x="1102004" y="952106"/>
                  </a:lnTo>
                  <a:lnTo>
                    <a:pt x="1311757" y="952106"/>
                  </a:lnTo>
                  <a:lnTo>
                    <a:pt x="1311529" y="952220"/>
                  </a:lnTo>
                  <a:lnTo>
                    <a:pt x="1287741" y="983259"/>
                  </a:lnTo>
                  <a:lnTo>
                    <a:pt x="1287932" y="989736"/>
                  </a:lnTo>
                  <a:lnTo>
                    <a:pt x="1290408" y="994968"/>
                  </a:lnTo>
                  <a:lnTo>
                    <a:pt x="1295171" y="998969"/>
                  </a:lnTo>
                  <a:lnTo>
                    <a:pt x="1296428" y="999972"/>
                  </a:lnTo>
                  <a:lnTo>
                    <a:pt x="1271231" y="999972"/>
                  </a:lnTo>
                  <a:lnTo>
                    <a:pt x="1271231" y="1007122"/>
                  </a:lnTo>
                  <a:lnTo>
                    <a:pt x="1351749" y="1007122"/>
                  </a:lnTo>
                  <a:lnTo>
                    <a:pt x="1351749" y="1057122"/>
                  </a:lnTo>
                  <a:lnTo>
                    <a:pt x="1271231" y="1057122"/>
                  </a:lnTo>
                  <a:lnTo>
                    <a:pt x="1271231" y="1064272"/>
                  </a:lnTo>
                  <a:lnTo>
                    <a:pt x="1351749" y="1064272"/>
                  </a:lnTo>
                  <a:lnTo>
                    <a:pt x="1351749" y="1114272"/>
                  </a:lnTo>
                  <a:lnTo>
                    <a:pt x="1271231" y="1114272"/>
                  </a:lnTo>
                  <a:lnTo>
                    <a:pt x="1271231" y="1121422"/>
                  </a:lnTo>
                  <a:lnTo>
                    <a:pt x="1351749" y="1121422"/>
                  </a:lnTo>
                  <a:lnTo>
                    <a:pt x="1351749" y="1148384"/>
                  </a:lnTo>
                  <a:lnTo>
                    <a:pt x="1349756" y="1146810"/>
                  </a:lnTo>
                  <a:lnTo>
                    <a:pt x="1343279" y="1145095"/>
                  </a:lnTo>
                  <a:lnTo>
                    <a:pt x="1334897" y="1145273"/>
                  </a:lnTo>
                  <a:lnTo>
                    <a:pt x="1297330" y="1163091"/>
                  </a:lnTo>
                  <a:lnTo>
                    <a:pt x="1291399" y="1171422"/>
                  </a:lnTo>
                  <a:lnTo>
                    <a:pt x="1271231" y="1171422"/>
                  </a:lnTo>
                  <a:lnTo>
                    <a:pt x="1271231" y="1178572"/>
                  </a:lnTo>
                  <a:lnTo>
                    <a:pt x="1288681" y="1178572"/>
                  </a:lnTo>
                  <a:lnTo>
                    <a:pt x="1287741" y="1183284"/>
                  </a:lnTo>
                  <a:lnTo>
                    <a:pt x="1312887" y="1204709"/>
                  </a:lnTo>
                  <a:lnTo>
                    <a:pt x="1321371" y="1203769"/>
                  </a:lnTo>
                  <a:lnTo>
                    <a:pt x="1357401" y="1180706"/>
                  </a:lnTo>
                  <a:lnTo>
                    <a:pt x="1358366" y="1178572"/>
                  </a:lnTo>
                  <a:lnTo>
                    <a:pt x="1382369" y="1178572"/>
                  </a:lnTo>
                  <a:lnTo>
                    <a:pt x="1382369" y="1171422"/>
                  </a:lnTo>
                  <a:lnTo>
                    <a:pt x="1361020" y="1171422"/>
                  </a:lnTo>
                  <a:lnTo>
                    <a:pt x="1362036" y="1166139"/>
                  </a:lnTo>
                  <a:lnTo>
                    <a:pt x="1361846" y="1158900"/>
                  </a:lnTo>
                  <a:lnTo>
                    <a:pt x="1361757" y="1158722"/>
                  </a:lnTo>
                  <a:lnTo>
                    <a:pt x="1361757" y="1121422"/>
                  </a:lnTo>
                  <a:lnTo>
                    <a:pt x="1382369" y="1121422"/>
                  </a:lnTo>
                  <a:lnTo>
                    <a:pt x="1382369" y="1114272"/>
                  </a:lnTo>
                  <a:lnTo>
                    <a:pt x="1361757" y="1114272"/>
                  </a:lnTo>
                  <a:lnTo>
                    <a:pt x="1361757" y="1064272"/>
                  </a:lnTo>
                  <a:lnTo>
                    <a:pt x="1382369" y="1064272"/>
                  </a:lnTo>
                  <a:lnTo>
                    <a:pt x="1382369" y="1057122"/>
                  </a:lnTo>
                  <a:lnTo>
                    <a:pt x="1361757" y="1057122"/>
                  </a:lnTo>
                  <a:lnTo>
                    <a:pt x="1361757" y="1007122"/>
                  </a:lnTo>
                  <a:lnTo>
                    <a:pt x="1382369" y="1007122"/>
                  </a:lnTo>
                  <a:lnTo>
                    <a:pt x="1382369" y="999972"/>
                  </a:lnTo>
                  <a:lnTo>
                    <a:pt x="1361757" y="999972"/>
                  </a:lnTo>
                  <a:lnTo>
                    <a:pt x="1361757" y="967587"/>
                  </a:lnTo>
                  <a:lnTo>
                    <a:pt x="1362036" y="966114"/>
                  </a:lnTo>
                  <a:lnTo>
                    <a:pt x="1361846" y="958875"/>
                  </a:lnTo>
                  <a:lnTo>
                    <a:pt x="1361757" y="958697"/>
                  </a:lnTo>
                  <a:lnTo>
                    <a:pt x="1361757" y="952106"/>
                  </a:lnTo>
                  <a:lnTo>
                    <a:pt x="1514627" y="952106"/>
                  </a:lnTo>
                  <a:lnTo>
                    <a:pt x="1514627" y="974966"/>
                  </a:lnTo>
                  <a:lnTo>
                    <a:pt x="1524635" y="974966"/>
                  </a:lnTo>
                  <a:lnTo>
                    <a:pt x="1524635" y="952106"/>
                  </a:lnTo>
                  <a:lnTo>
                    <a:pt x="2163305" y="952106"/>
                  </a:lnTo>
                  <a:lnTo>
                    <a:pt x="2163305" y="946391"/>
                  </a:lnTo>
                  <a:lnTo>
                    <a:pt x="1524635" y="946391"/>
                  </a:lnTo>
                  <a:lnTo>
                    <a:pt x="1524635" y="894956"/>
                  </a:lnTo>
                  <a:lnTo>
                    <a:pt x="2163305" y="894956"/>
                  </a:lnTo>
                  <a:lnTo>
                    <a:pt x="2163305" y="889241"/>
                  </a:lnTo>
                  <a:lnTo>
                    <a:pt x="1524635" y="889241"/>
                  </a:lnTo>
                  <a:lnTo>
                    <a:pt x="1524635" y="837806"/>
                  </a:lnTo>
                  <a:lnTo>
                    <a:pt x="2163305" y="837806"/>
                  </a:lnTo>
                  <a:lnTo>
                    <a:pt x="2163305" y="832091"/>
                  </a:lnTo>
                  <a:lnTo>
                    <a:pt x="1524635" y="832091"/>
                  </a:lnTo>
                  <a:lnTo>
                    <a:pt x="1524635" y="780656"/>
                  </a:lnTo>
                  <a:lnTo>
                    <a:pt x="2163305" y="780656"/>
                  </a:lnTo>
                  <a:lnTo>
                    <a:pt x="2163305" y="774941"/>
                  </a:lnTo>
                  <a:lnTo>
                    <a:pt x="1524635" y="774941"/>
                  </a:lnTo>
                  <a:lnTo>
                    <a:pt x="1524635" y="723506"/>
                  </a:lnTo>
                  <a:lnTo>
                    <a:pt x="2163305" y="723506"/>
                  </a:lnTo>
                  <a:lnTo>
                    <a:pt x="2163305" y="7177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>
              <a:extLst>
                <a:ext uri="{FF2B5EF4-FFF2-40B4-BE49-F238E27FC236}">
                  <a16:creationId xmlns:a16="http://schemas.microsoft.com/office/drawing/2014/main" id="{6AB4DACC-1DBC-14D4-55E4-A82818B6F7A4}"/>
                </a:ext>
              </a:extLst>
            </p:cNvPr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520245" y="9185939"/>
              <a:ext cx="111140" cy="120014"/>
            </a:xfrm>
            <a:prstGeom prst="rect">
              <a:avLst/>
            </a:prstGeom>
          </p:spPr>
        </p:pic>
        <p:sp>
          <p:nvSpPr>
            <p:cNvPr id="123" name="object 123">
              <a:extLst>
                <a:ext uri="{FF2B5EF4-FFF2-40B4-BE49-F238E27FC236}">
                  <a16:creationId xmlns:a16="http://schemas.microsoft.com/office/drawing/2014/main" id="{F34B3781-3747-25F8-022A-8AD33496B605}"/>
                </a:ext>
              </a:extLst>
            </p:cNvPr>
            <p:cNvSpPr/>
            <p:nvPr/>
          </p:nvSpPr>
          <p:spPr>
            <a:xfrm>
              <a:off x="5536095" y="9189082"/>
              <a:ext cx="446405" cy="400050"/>
            </a:xfrm>
            <a:custGeom>
              <a:avLst/>
              <a:gdLst/>
              <a:ahLst/>
              <a:cxnLst/>
              <a:rect l="l" t="t" r="r" b="b"/>
              <a:pathLst>
                <a:path w="446404" h="400050">
                  <a:moveTo>
                    <a:pt x="75717" y="184988"/>
                  </a:moveTo>
                  <a:lnTo>
                    <a:pt x="72847" y="178028"/>
                  </a:lnTo>
                  <a:lnTo>
                    <a:pt x="72771" y="177838"/>
                  </a:lnTo>
                  <a:lnTo>
                    <a:pt x="67246" y="173266"/>
                  </a:lnTo>
                  <a:lnTo>
                    <a:pt x="67246" y="182600"/>
                  </a:lnTo>
                  <a:lnTo>
                    <a:pt x="67246" y="186220"/>
                  </a:lnTo>
                  <a:lnTo>
                    <a:pt x="65239" y="190411"/>
                  </a:lnTo>
                  <a:lnTo>
                    <a:pt x="34671" y="215468"/>
                  </a:lnTo>
                  <a:lnTo>
                    <a:pt x="18376" y="221081"/>
                  </a:lnTo>
                  <a:lnTo>
                    <a:pt x="14376" y="220891"/>
                  </a:lnTo>
                  <a:lnTo>
                    <a:pt x="10375" y="220510"/>
                  </a:lnTo>
                  <a:lnTo>
                    <a:pt x="8470" y="218795"/>
                  </a:lnTo>
                  <a:lnTo>
                    <a:pt x="8661" y="215747"/>
                  </a:lnTo>
                  <a:lnTo>
                    <a:pt x="8737" y="215468"/>
                  </a:lnTo>
                  <a:lnTo>
                    <a:pt x="9880" y="210680"/>
                  </a:lnTo>
                  <a:lnTo>
                    <a:pt x="42100" y="183451"/>
                  </a:lnTo>
                  <a:lnTo>
                    <a:pt x="56388" y="178028"/>
                  </a:lnTo>
                  <a:lnTo>
                    <a:pt x="62103" y="178600"/>
                  </a:lnTo>
                  <a:lnTo>
                    <a:pt x="64960" y="178981"/>
                  </a:lnTo>
                  <a:lnTo>
                    <a:pt x="66675" y="180314"/>
                  </a:lnTo>
                  <a:lnTo>
                    <a:pt x="67246" y="182600"/>
                  </a:lnTo>
                  <a:lnTo>
                    <a:pt x="67246" y="173266"/>
                  </a:lnTo>
                  <a:lnTo>
                    <a:pt x="66103" y="172313"/>
                  </a:lnTo>
                  <a:lnTo>
                    <a:pt x="60960" y="169456"/>
                  </a:lnTo>
                  <a:lnTo>
                    <a:pt x="55143" y="168313"/>
                  </a:lnTo>
                  <a:lnTo>
                    <a:pt x="48666" y="168884"/>
                  </a:lnTo>
                  <a:lnTo>
                    <a:pt x="10642" y="185496"/>
                  </a:lnTo>
                  <a:lnTo>
                    <a:pt x="0" y="214503"/>
                  </a:lnTo>
                  <a:lnTo>
                    <a:pt x="2946" y="221653"/>
                  </a:lnTo>
                  <a:lnTo>
                    <a:pt x="9804" y="227177"/>
                  </a:lnTo>
                  <a:lnTo>
                    <a:pt x="14947" y="230035"/>
                  </a:lnTo>
                  <a:lnTo>
                    <a:pt x="20662" y="231178"/>
                  </a:lnTo>
                  <a:lnTo>
                    <a:pt x="26949" y="230606"/>
                  </a:lnTo>
                  <a:lnTo>
                    <a:pt x="35026" y="229692"/>
                  </a:lnTo>
                  <a:lnTo>
                    <a:pt x="42951" y="227533"/>
                  </a:lnTo>
                  <a:lnTo>
                    <a:pt x="50736" y="224129"/>
                  </a:lnTo>
                  <a:lnTo>
                    <a:pt x="55727" y="221081"/>
                  </a:lnTo>
                  <a:lnTo>
                    <a:pt x="58381" y="219468"/>
                  </a:lnTo>
                  <a:lnTo>
                    <a:pt x="65100" y="213893"/>
                  </a:lnTo>
                  <a:lnTo>
                    <a:pt x="70104" y="207746"/>
                  </a:lnTo>
                  <a:lnTo>
                    <a:pt x="73380" y="201028"/>
                  </a:lnTo>
                  <a:lnTo>
                    <a:pt x="74955" y="193738"/>
                  </a:lnTo>
                  <a:lnTo>
                    <a:pt x="75717" y="184988"/>
                  </a:lnTo>
                  <a:close/>
                </a:path>
                <a:path w="446404" h="400050">
                  <a:moveTo>
                    <a:pt x="394411" y="18859"/>
                  </a:moveTo>
                  <a:lnTo>
                    <a:pt x="393649" y="15252"/>
                  </a:lnTo>
                  <a:lnTo>
                    <a:pt x="391934" y="11823"/>
                  </a:lnTo>
                  <a:lnTo>
                    <a:pt x="389267" y="8572"/>
                  </a:lnTo>
                  <a:lnTo>
                    <a:pt x="381266" y="0"/>
                  </a:lnTo>
                  <a:lnTo>
                    <a:pt x="377266" y="0"/>
                  </a:lnTo>
                  <a:lnTo>
                    <a:pt x="380123" y="2857"/>
                  </a:lnTo>
                  <a:lnTo>
                    <a:pt x="381939" y="6477"/>
                  </a:lnTo>
                  <a:lnTo>
                    <a:pt x="368312" y="27825"/>
                  </a:lnTo>
                  <a:lnTo>
                    <a:pt x="365175" y="32575"/>
                  </a:lnTo>
                  <a:lnTo>
                    <a:pt x="364413" y="38290"/>
                  </a:lnTo>
                  <a:lnTo>
                    <a:pt x="365175" y="41910"/>
                  </a:lnTo>
                  <a:lnTo>
                    <a:pt x="366890" y="45339"/>
                  </a:lnTo>
                  <a:lnTo>
                    <a:pt x="369557" y="48577"/>
                  </a:lnTo>
                  <a:lnTo>
                    <a:pt x="377266" y="57150"/>
                  </a:lnTo>
                  <a:lnTo>
                    <a:pt x="380123" y="60007"/>
                  </a:lnTo>
                  <a:lnTo>
                    <a:pt x="381939" y="63627"/>
                  </a:lnTo>
                  <a:lnTo>
                    <a:pt x="368312" y="84975"/>
                  </a:lnTo>
                  <a:lnTo>
                    <a:pt x="365175" y="89725"/>
                  </a:lnTo>
                  <a:lnTo>
                    <a:pt x="364413" y="95440"/>
                  </a:lnTo>
                  <a:lnTo>
                    <a:pt x="365175" y="99060"/>
                  </a:lnTo>
                  <a:lnTo>
                    <a:pt x="366890" y="102489"/>
                  </a:lnTo>
                  <a:lnTo>
                    <a:pt x="369557" y="105727"/>
                  </a:lnTo>
                  <a:lnTo>
                    <a:pt x="377266" y="114300"/>
                  </a:lnTo>
                  <a:lnTo>
                    <a:pt x="380123" y="117157"/>
                  </a:lnTo>
                  <a:lnTo>
                    <a:pt x="381939" y="120777"/>
                  </a:lnTo>
                  <a:lnTo>
                    <a:pt x="368312" y="142125"/>
                  </a:lnTo>
                  <a:lnTo>
                    <a:pt x="365175" y="146875"/>
                  </a:lnTo>
                  <a:lnTo>
                    <a:pt x="364413" y="152590"/>
                  </a:lnTo>
                  <a:lnTo>
                    <a:pt x="365175" y="156210"/>
                  </a:lnTo>
                  <a:lnTo>
                    <a:pt x="366890" y="159639"/>
                  </a:lnTo>
                  <a:lnTo>
                    <a:pt x="369557" y="162877"/>
                  </a:lnTo>
                  <a:lnTo>
                    <a:pt x="377266" y="171450"/>
                  </a:lnTo>
                  <a:lnTo>
                    <a:pt x="380123" y="174307"/>
                  </a:lnTo>
                  <a:lnTo>
                    <a:pt x="381939" y="177927"/>
                  </a:lnTo>
                  <a:lnTo>
                    <a:pt x="368312" y="199275"/>
                  </a:lnTo>
                  <a:lnTo>
                    <a:pt x="365175" y="204025"/>
                  </a:lnTo>
                  <a:lnTo>
                    <a:pt x="364413" y="209740"/>
                  </a:lnTo>
                  <a:lnTo>
                    <a:pt x="365175" y="213360"/>
                  </a:lnTo>
                  <a:lnTo>
                    <a:pt x="366890" y="216789"/>
                  </a:lnTo>
                  <a:lnTo>
                    <a:pt x="369557" y="220027"/>
                  </a:lnTo>
                  <a:lnTo>
                    <a:pt x="377266" y="228600"/>
                  </a:lnTo>
                  <a:lnTo>
                    <a:pt x="381266" y="228600"/>
                  </a:lnTo>
                  <a:lnTo>
                    <a:pt x="378218" y="224599"/>
                  </a:lnTo>
                  <a:lnTo>
                    <a:pt x="376504" y="221081"/>
                  </a:lnTo>
                  <a:lnTo>
                    <a:pt x="376123" y="218033"/>
                  </a:lnTo>
                  <a:lnTo>
                    <a:pt x="377075" y="212890"/>
                  </a:lnTo>
                  <a:lnTo>
                    <a:pt x="380034" y="208508"/>
                  </a:lnTo>
                  <a:lnTo>
                    <a:pt x="384987" y="204889"/>
                  </a:lnTo>
                  <a:lnTo>
                    <a:pt x="390512" y="200698"/>
                  </a:lnTo>
                  <a:lnTo>
                    <a:pt x="393649" y="195846"/>
                  </a:lnTo>
                  <a:lnTo>
                    <a:pt x="394411" y="190309"/>
                  </a:lnTo>
                  <a:lnTo>
                    <a:pt x="393649" y="186702"/>
                  </a:lnTo>
                  <a:lnTo>
                    <a:pt x="391934" y="183273"/>
                  </a:lnTo>
                  <a:lnTo>
                    <a:pt x="389267" y="180022"/>
                  </a:lnTo>
                  <a:lnTo>
                    <a:pt x="381266" y="171450"/>
                  </a:lnTo>
                  <a:lnTo>
                    <a:pt x="378218" y="167449"/>
                  </a:lnTo>
                  <a:lnTo>
                    <a:pt x="376504" y="163931"/>
                  </a:lnTo>
                  <a:lnTo>
                    <a:pt x="376123" y="160883"/>
                  </a:lnTo>
                  <a:lnTo>
                    <a:pt x="377075" y="155740"/>
                  </a:lnTo>
                  <a:lnTo>
                    <a:pt x="380034" y="151358"/>
                  </a:lnTo>
                  <a:lnTo>
                    <a:pt x="384987" y="147739"/>
                  </a:lnTo>
                  <a:lnTo>
                    <a:pt x="390512" y="143548"/>
                  </a:lnTo>
                  <a:lnTo>
                    <a:pt x="393649" y="138696"/>
                  </a:lnTo>
                  <a:lnTo>
                    <a:pt x="394411" y="133159"/>
                  </a:lnTo>
                  <a:lnTo>
                    <a:pt x="393649" y="129552"/>
                  </a:lnTo>
                  <a:lnTo>
                    <a:pt x="391934" y="126123"/>
                  </a:lnTo>
                  <a:lnTo>
                    <a:pt x="389267" y="122872"/>
                  </a:lnTo>
                  <a:lnTo>
                    <a:pt x="381266" y="114300"/>
                  </a:lnTo>
                  <a:lnTo>
                    <a:pt x="378218" y="110299"/>
                  </a:lnTo>
                  <a:lnTo>
                    <a:pt x="376504" y="106781"/>
                  </a:lnTo>
                  <a:lnTo>
                    <a:pt x="376123" y="103733"/>
                  </a:lnTo>
                  <a:lnTo>
                    <a:pt x="377075" y="98590"/>
                  </a:lnTo>
                  <a:lnTo>
                    <a:pt x="380034" y="94208"/>
                  </a:lnTo>
                  <a:lnTo>
                    <a:pt x="384987" y="90589"/>
                  </a:lnTo>
                  <a:lnTo>
                    <a:pt x="390512" y="86398"/>
                  </a:lnTo>
                  <a:lnTo>
                    <a:pt x="393649" y="81546"/>
                  </a:lnTo>
                  <a:lnTo>
                    <a:pt x="394411" y="76009"/>
                  </a:lnTo>
                  <a:lnTo>
                    <a:pt x="393649" y="72402"/>
                  </a:lnTo>
                  <a:lnTo>
                    <a:pt x="391934" y="68973"/>
                  </a:lnTo>
                  <a:lnTo>
                    <a:pt x="389267" y="65722"/>
                  </a:lnTo>
                  <a:lnTo>
                    <a:pt x="381266" y="57150"/>
                  </a:lnTo>
                  <a:lnTo>
                    <a:pt x="378218" y="53149"/>
                  </a:lnTo>
                  <a:lnTo>
                    <a:pt x="376504" y="49631"/>
                  </a:lnTo>
                  <a:lnTo>
                    <a:pt x="376123" y="46583"/>
                  </a:lnTo>
                  <a:lnTo>
                    <a:pt x="377075" y="41440"/>
                  </a:lnTo>
                  <a:lnTo>
                    <a:pt x="380034" y="37058"/>
                  </a:lnTo>
                  <a:lnTo>
                    <a:pt x="384987" y="33439"/>
                  </a:lnTo>
                  <a:lnTo>
                    <a:pt x="390512" y="29248"/>
                  </a:lnTo>
                  <a:lnTo>
                    <a:pt x="393649" y="24396"/>
                  </a:lnTo>
                  <a:lnTo>
                    <a:pt x="394411" y="18859"/>
                  </a:lnTo>
                  <a:close/>
                </a:path>
                <a:path w="446404" h="400050">
                  <a:moveTo>
                    <a:pt x="445846" y="40005"/>
                  </a:moveTo>
                  <a:lnTo>
                    <a:pt x="435851" y="40005"/>
                  </a:lnTo>
                  <a:lnTo>
                    <a:pt x="435851" y="400050"/>
                  </a:lnTo>
                  <a:lnTo>
                    <a:pt x="445846" y="400050"/>
                  </a:lnTo>
                  <a:lnTo>
                    <a:pt x="445846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>
              <a:extLst>
                <a:ext uri="{FF2B5EF4-FFF2-40B4-BE49-F238E27FC236}">
                  <a16:creationId xmlns:a16="http://schemas.microsoft.com/office/drawing/2014/main" id="{B0B49E46-9D1E-8C24-99FD-057EFF590C7D}"/>
                </a:ext>
              </a:extLst>
            </p:cNvPr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955428" y="9187748"/>
              <a:ext cx="111140" cy="116776"/>
            </a:xfrm>
            <a:prstGeom prst="rect">
              <a:avLst/>
            </a:prstGeom>
          </p:spPr>
        </p:pic>
        <p:sp>
          <p:nvSpPr>
            <p:cNvPr id="125" name="object 125">
              <a:extLst>
                <a:ext uri="{FF2B5EF4-FFF2-40B4-BE49-F238E27FC236}">
                  <a16:creationId xmlns:a16="http://schemas.microsoft.com/office/drawing/2014/main" id="{150336FA-8436-A1EB-1790-139D7E2570A8}"/>
                </a:ext>
              </a:extLst>
            </p:cNvPr>
            <p:cNvSpPr/>
            <p:nvPr/>
          </p:nvSpPr>
          <p:spPr>
            <a:xfrm>
              <a:off x="5971946" y="8614165"/>
              <a:ext cx="1297305" cy="1119505"/>
            </a:xfrm>
            <a:custGeom>
              <a:avLst/>
              <a:gdLst/>
              <a:ahLst/>
              <a:cxnLst/>
              <a:rect l="l" t="t" r="r" b="b"/>
              <a:pathLst>
                <a:path w="1297304" h="1119504">
                  <a:moveTo>
                    <a:pt x="74295" y="766089"/>
                  </a:moveTo>
                  <a:lnTo>
                    <a:pt x="74104" y="758850"/>
                  </a:lnTo>
                  <a:lnTo>
                    <a:pt x="71526" y="753618"/>
                  </a:lnTo>
                  <a:lnTo>
                    <a:pt x="66573" y="750366"/>
                  </a:lnTo>
                  <a:lnTo>
                    <a:pt x="62001" y="746760"/>
                  </a:lnTo>
                  <a:lnTo>
                    <a:pt x="55524" y="745045"/>
                  </a:lnTo>
                  <a:lnTo>
                    <a:pt x="47142" y="745223"/>
                  </a:lnTo>
                  <a:lnTo>
                    <a:pt x="39217" y="746188"/>
                  </a:lnTo>
                  <a:lnTo>
                    <a:pt x="4635" y="769302"/>
                  </a:lnTo>
                  <a:lnTo>
                    <a:pt x="0" y="783234"/>
                  </a:lnTo>
                  <a:lnTo>
                    <a:pt x="190" y="789711"/>
                  </a:lnTo>
                  <a:lnTo>
                    <a:pt x="25146" y="804659"/>
                  </a:lnTo>
                  <a:lnTo>
                    <a:pt x="33616" y="803719"/>
                  </a:lnTo>
                  <a:lnTo>
                    <a:pt x="69646" y="780656"/>
                  </a:lnTo>
                  <a:lnTo>
                    <a:pt x="72847" y="773658"/>
                  </a:lnTo>
                  <a:lnTo>
                    <a:pt x="74295" y="766089"/>
                  </a:lnTo>
                  <a:close/>
                </a:path>
                <a:path w="1297304" h="1119504">
                  <a:moveTo>
                    <a:pt x="1296784" y="717791"/>
                  </a:moveTo>
                  <a:lnTo>
                    <a:pt x="648817" y="717791"/>
                  </a:lnTo>
                  <a:lnTo>
                    <a:pt x="648817" y="643496"/>
                  </a:lnTo>
                  <a:lnTo>
                    <a:pt x="638810" y="643496"/>
                  </a:lnTo>
                  <a:lnTo>
                    <a:pt x="638810" y="946391"/>
                  </a:lnTo>
                  <a:lnTo>
                    <a:pt x="485940" y="946391"/>
                  </a:lnTo>
                  <a:lnTo>
                    <a:pt x="485940" y="894956"/>
                  </a:lnTo>
                  <a:lnTo>
                    <a:pt x="638810" y="894956"/>
                  </a:lnTo>
                  <a:lnTo>
                    <a:pt x="638810" y="889241"/>
                  </a:lnTo>
                  <a:lnTo>
                    <a:pt x="485940" y="889241"/>
                  </a:lnTo>
                  <a:lnTo>
                    <a:pt x="485940" y="881862"/>
                  </a:lnTo>
                  <a:lnTo>
                    <a:pt x="486219" y="880389"/>
                  </a:lnTo>
                  <a:lnTo>
                    <a:pt x="486029" y="873150"/>
                  </a:lnTo>
                  <a:lnTo>
                    <a:pt x="485940" y="872972"/>
                  </a:lnTo>
                  <a:lnTo>
                    <a:pt x="485940" y="837806"/>
                  </a:lnTo>
                  <a:lnTo>
                    <a:pt x="638810" y="837806"/>
                  </a:lnTo>
                  <a:lnTo>
                    <a:pt x="638810" y="832091"/>
                  </a:lnTo>
                  <a:lnTo>
                    <a:pt x="485940" y="832091"/>
                  </a:lnTo>
                  <a:lnTo>
                    <a:pt x="485940" y="780656"/>
                  </a:lnTo>
                  <a:lnTo>
                    <a:pt x="581888" y="780656"/>
                  </a:lnTo>
                  <a:lnTo>
                    <a:pt x="581761" y="780846"/>
                  </a:lnTo>
                  <a:lnTo>
                    <a:pt x="576808" y="784656"/>
                  </a:lnTo>
                  <a:lnTo>
                    <a:pt x="571284" y="788479"/>
                  </a:lnTo>
                  <a:lnTo>
                    <a:pt x="568134" y="793229"/>
                  </a:lnTo>
                  <a:lnTo>
                    <a:pt x="567372" y="798944"/>
                  </a:lnTo>
                  <a:lnTo>
                    <a:pt x="568134" y="802563"/>
                  </a:lnTo>
                  <a:lnTo>
                    <a:pt x="569849" y="805992"/>
                  </a:lnTo>
                  <a:lnTo>
                    <a:pt x="572516" y="809231"/>
                  </a:lnTo>
                  <a:lnTo>
                    <a:pt x="580237" y="817803"/>
                  </a:lnTo>
                  <a:lnTo>
                    <a:pt x="584238" y="817803"/>
                  </a:lnTo>
                  <a:lnTo>
                    <a:pt x="581190" y="813803"/>
                  </a:lnTo>
                  <a:lnTo>
                    <a:pt x="579475" y="810285"/>
                  </a:lnTo>
                  <a:lnTo>
                    <a:pt x="579094" y="807237"/>
                  </a:lnTo>
                  <a:lnTo>
                    <a:pt x="580047" y="802093"/>
                  </a:lnTo>
                  <a:lnTo>
                    <a:pt x="582993" y="797712"/>
                  </a:lnTo>
                  <a:lnTo>
                    <a:pt x="587946" y="794092"/>
                  </a:lnTo>
                  <a:lnTo>
                    <a:pt x="593471" y="789901"/>
                  </a:lnTo>
                  <a:lnTo>
                    <a:pt x="596620" y="785050"/>
                  </a:lnTo>
                  <a:lnTo>
                    <a:pt x="597217" y="780656"/>
                  </a:lnTo>
                  <a:lnTo>
                    <a:pt x="638810" y="780656"/>
                  </a:lnTo>
                  <a:lnTo>
                    <a:pt x="638810" y="774941"/>
                  </a:lnTo>
                  <a:lnTo>
                    <a:pt x="596138" y="774941"/>
                  </a:lnTo>
                  <a:lnTo>
                    <a:pt x="594906" y="772477"/>
                  </a:lnTo>
                  <a:lnTo>
                    <a:pt x="592239" y="769226"/>
                  </a:lnTo>
                  <a:lnTo>
                    <a:pt x="585660" y="762177"/>
                  </a:lnTo>
                  <a:lnTo>
                    <a:pt x="585660" y="771512"/>
                  </a:lnTo>
                  <a:lnTo>
                    <a:pt x="585000" y="774941"/>
                  </a:lnTo>
                  <a:lnTo>
                    <a:pt x="485940" y="774941"/>
                  </a:lnTo>
                  <a:lnTo>
                    <a:pt x="485940" y="723506"/>
                  </a:lnTo>
                  <a:lnTo>
                    <a:pt x="581888" y="723506"/>
                  </a:lnTo>
                  <a:lnTo>
                    <a:pt x="581761" y="723696"/>
                  </a:lnTo>
                  <a:lnTo>
                    <a:pt x="576808" y="727506"/>
                  </a:lnTo>
                  <a:lnTo>
                    <a:pt x="571284" y="731329"/>
                  </a:lnTo>
                  <a:lnTo>
                    <a:pt x="568134" y="736079"/>
                  </a:lnTo>
                  <a:lnTo>
                    <a:pt x="567372" y="741794"/>
                  </a:lnTo>
                  <a:lnTo>
                    <a:pt x="568134" y="745413"/>
                  </a:lnTo>
                  <a:lnTo>
                    <a:pt x="569849" y="748842"/>
                  </a:lnTo>
                  <a:lnTo>
                    <a:pt x="572516" y="752081"/>
                  </a:lnTo>
                  <a:lnTo>
                    <a:pt x="580237" y="760653"/>
                  </a:lnTo>
                  <a:lnTo>
                    <a:pt x="583095" y="763511"/>
                  </a:lnTo>
                  <a:lnTo>
                    <a:pt x="584898" y="767130"/>
                  </a:lnTo>
                  <a:lnTo>
                    <a:pt x="585660" y="771512"/>
                  </a:lnTo>
                  <a:lnTo>
                    <a:pt x="585660" y="762177"/>
                  </a:lnTo>
                  <a:lnTo>
                    <a:pt x="584238" y="760653"/>
                  </a:lnTo>
                  <a:lnTo>
                    <a:pt x="581190" y="756653"/>
                  </a:lnTo>
                  <a:lnTo>
                    <a:pt x="579475" y="753135"/>
                  </a:lnTo>
                  <a:lnTo>
                    <a:pt x="579094" y="750087"/>
                  </a:lnTo>
                  <a:lnTo>
                    <a:pt x="580047" y="744943"/>
                  </a:lnTo>
                  <a:lnTo>
                    <a:pt x="582993" y="740562"/>
                  </a:lnTo>
                  <a:lnTo>
                    <a:pt x="587946" y="736942"/>
                  </a:lnTo>
                  <a:lnTo>
                    <a:pt x="593471" y="732751"/>
                  </a:lnTo>
                  <a:lnTo>
                    <a:pt x="596620" y="727900"/>
                  </a:lnTo>
                  <a:lnTo>
                    <a:pt x="597217" y="723506"/>
                  </a:lnTo>
                  <a:lnTo>
                    <a:pt x="638810" y="723506"/>
                  </a:lnTo>
                  <a:lnTo>
                    <a:pt x="638810" y="717791"/>
                  </a:lnTo>
                  <a:lnTo>
                    <a:pt x="596138" y="717791"/>
                  </a:lnTo>
                  <a:lnTo>
                    <a:pt x="594906" y="715327"/>
                  </a:lnTo>
                  <a:lnTo>
                    <a:pt x="592239" y="712076"/>
                  </a:lnTo>
                  <a:lnTo>
                    <a:pt x="584238" y="703503"/>
                  </a:lnTo>
                  <a:lnTo>
                    <a:pt x="581190" y="699503"/>
                  </a:lnTo>
                  <a:lnTo>
                    <a:pt x="579475" y="695985"/>
                  </a:lnTo>
                  <a:lnTo>
                    <a:pt x="579094" y="692937"/>
                  </a:lnTo>
                  <a:lnTo>
                    <a:pt x="580047" y="687793"/>
                  </a:lnTo>
                  <a:lnTo>
                    <a:pt x="582993" y="683412"/>
                  </a:lnTo>
                  <a:lnTo>
                    <a:pt x="587946" y="679792"/>
                  </a:lnTo>
                  <a:lnTo>
                    <a:pt x="593471" y="675601"/>
                  </a:lnTo>
                  <a:lnTo>
                    <a:pt x="596620" y="670750"/>
                  </a:lnTo>
                  <a:lnTo>
                    <a:pt x="597382" y="665213"/>
                  </a:lnTo>
                  <a:lnTo>
                    <a:pt x="596620" y="661606"/>
                  </a:lnTo>
                  <a:lnTo>
                    <a:pt x="594906" y="658177"/>
                  </a:lnTo>
                  <a:lnTo>
                    <a:pt x="592239" y="654926"/>
                  </a:lnTo>
                  <a:lnTo>
                    <a:pt x="584238" y="646353"/>
                  </a:lnTo>
                  <a:lnTo>
                    <a:pt x="581190" y="642353"/>
                  </a:lnTo>
                  <a:lnTo>
                    <a:pt x="579475" y="638835"/>
                  </a:lnTo>
                  <a:lnTo>
                    <a:pt x="579094" y="635787"/>
                  </a:lnTo>
                  <a:lnTo>
                    <a:pt x="580047" y="630643"/>
                  </a:lnTo>
                  <a:lnTo>
                    <a:pt x="582993" y="626262"/>
                  </a:lnTo>
                  <a:lnTo>
                    <a:pt x="587946" y="622642"/>
                  </a:lnTo>
                  <a:lnTo>
                    <a:pt x="593471" y="618451"/>
                  </a:lnTo>
                  <a:lnTo>
                    <a:pt x="596620" y="613600"/>
                  </a:lnTo>
                  <a:lnTo>
                    <a:pt x="597382" y="608063"/>
                  </a:lnTo>
                  <a:lnTo>
                    <a:pt x="596620" y="604456"/>
                  </a:lnTo>
                  <a:lnTo>
                    <a:pt x="594906" y="601027"/>
                  </a:lnTo>
                  <a:lnTo>
                    <a:pt x="592239" y="597776"/>
                  </a:lnTo>
                  <a:lnTo>
                    <a:pt x="584238" y="589203"/>
                  </a:lnTo>
                  <a:lnTo>
                    <a:pt x="580237" y="589203"/>
                  </a:lnTo>
                  <a:lnTo>
                    <a:pt x="583095" y="592061"/>
                  </a:lnTo>
                  <a:lnTo>
                    <a:pt x="584898" y="595680"/>
                  </a:lnTo>
                  <a:lnTo>
                    <a:pt x="571284" y="617029"/>
                  </a:lnTo>
                  <a:lnTo>
                    <a:pt x="568134" y="621779"/>
                  </a:lnTo>
                  <a:lnTo>
                    <a:pt x="567372" y="627494"/>
                  </a:lnTo>
                  <a:lnTo>
                    <a:pt x="568134" y="631113"/>
                  </a:lnTo>
                  <a:lnTo>
                    <a:pt x="569849" y="634542"/>
                  </a:lnTo>
                  <a:lnTo>
                    <a:pt x="572516" y="637781"/>
                  </a:lnTo>
                  <a:lnTo>
                    <a:pt x="580237" y="646353"/>
                  </a:lnTo>
                  <a:lnTo>
                    <a:pt x="583095" y="649211"/>
                  </a:lnTo>
                  <a:lnTo>
                    <a:pt x="584898" y="652830"/>
                  </a:lnTo>
                  <a:lnTo>
                    <a:pt x="571284" y="674179"/>
                  </a:lnTo>
                  <a:lnTo>
                    <a:pt x="568134" y="678929"/>
                  </a:lnTo>
                  <a:lnTo>
                    <a:pt x="567372" y="684644"/>
                  </a:lnTo>
                  <a:lnTo>
                    <a:pt x="568134" y="688263"/>
                  </a:lnTo>
                  <a:lnTo>
                    <a:pt x="569849" y="691692"/>
                  </a:lnTo>
                  <a:lnTo>
                    <a:pt x="572516" y="694931"/>
                  </a:lnTo>
                  <a:lnTo>
                    <a:pt x="580237" y="703503"/>
                  </a:lnTo>
                  <a:lnTo>
                    <a:pt x="583095" y="706361"/>
                  </a:lnTo>
                  <a:lnTo>
                    <a:pt x="584898" y="709980"/>
                  </a:lnTo>
                  <a:lnTo>
                    <a:pt x="585660" y="714362"/>
                  </a:lnTo>
                  <a:lnTo>
                    <a:pt x="585000" y="717791"/>
                  </a:lnTo>
                  <a:lnTo>
                    <a:pt x="485940" y="717791"/>
                  </a:lnTo>
                  <a:lnTo>
                    <a:pt x="485940" y="689216"/>
                  </a:lnTo>
                  <a:lnTo>
                    <a:pt x="475932" y="689216"/>
                  </a:lnTo>
                  <a:lnTo>
                    <a:pt x="475932" y="946391"/>
                  </a:lnTo>
                  <a:lnTo>
                    <a:pt x="226187" y="946391"/>
                  </a:lnTo>
                  <a:lnTo>
                    <a:pt x="226187" y="894956"/>
                  </a:lnTo>
                  <a:lnTo>
                    <a:pt x="412432" y="894956"/>
                  </a:lnTo>
                  <a:lnTo>
                    <a:pt x="411924" y="897534"/>
                  </a:lnTo>
                  <a:lnTo>
                    <a:pt x="412115" y="904011"/>
                  </a:lnTo>
                  <a:lnTo>
                    <a:pt x="437070" y="918959"/>
                  </a:lnTo>
                  <a:lnTo>
                    <a:pt x="445554" y="918019"/>
                  </a:lnTo>
                  <a:lnTo>
                    <a:pt x="453859" y="915746"/>
                  </a:lnTo>
                  <a:lnTo>
                    <a:pt x="461987" y="912164"/>
                  </a:lnTo>
                  <a:lnTo>
                    <a:pt x="469938" y="907249"/>
                  </a:lnTo>
                  <a:lnTo>
                    <a:pt x="475932" y="902017"/>
                  </a:lnTo>
                  <a:lnTo>
                    <a:pt x="475932" y="862634"/>
                  </a:lnTo>
                  <a:lnTo>
                    <a:pt x="473938" y="861060"/>
                  </a:lnTo>
                  <a:lnTo>
                    <a:pt x="467461" y="859345"/>
                  </a:lnTo>
                  <a:lnTo>
                    <a:pt x="459079" y="859523"/>
                  </a:lnTo>
                  <a:lnTo>
                    <a:pt x="421525" y="877341"/>
                  </a:lnTo>
                  <a:lnTo>
                    <a:pt x="413880" y="889241"/>
                  </a:lnTo>
                  <a:lnTo>
                    <a:pt x="226187" y="889241"/>
                  </a:lnTo>
                  <a:lnTo>
                    <a:pt x="226187" y="837806"/>
                  </a:lnTo>
                  <a:lnTo>
                    <a:pt x="475932" y="837806"/>
                  </a:lnTo>
                  <a:lnTo>
                    <a:pt x="475932" y="832091"/>
                  </a:lnTo>
                  <a:lnTo>
                    <a:pt x="226187" y="832091"/>
                  </a:lnTo>
                  <a:lnTo>
                    <a:pt x="226187" y="780656"/>
                  </a:lnTo>
                  <a:lnTo>
                    <a:pt x="475932" y="780656"/>
                  </a:lnTo>
                  <a:lnTo>
                    <a:pt x="475932" y="774941"/>
                  </a:lnTo>
                  <a:lnTo>
                    <a:pt x="226187" y="774941"/>
                  </a:lnTo>
                  <a:lnTo>
                    <a:pt x="226187" y="723506"/>
                  </a:lnTo>
                  <a:lnTo>
                    <a:pt x="475932" y="723506"/>
                  </a:lnTo>
                  <a:lnTo>
                    <a:pt x="475932" y="717791"/>
                  </a:lnTo>
                  <a:lnTo>
                    <a:pt x="226187" y="717791"/>
                  </a:lnTo>
                  <a:lnTo>
                    <a:pt x="226187" y="0"/>
                  </a:lnTo>
                  <a:lnTo>
                    <a:pt x="217614" y="0"/>
                  </a:lnTo>
                  <a:lnTo>
                    <a:pt x="217614" y="717791"/>
                  </a:lnTo>
                  <a:lnTo>
                    <a:pt x="213487" y="717791"/>
                  </a:lnTo>
                  <a:lnTo>
                    <a:pt x="213487" y="723506"/>
                  </a:lnTo>
                  <a:lnTo>
                    <a:pt x="217614" y="723506"/>
                  </a:lnTo>
                  <a:lnTo>
                    <a:pt x="217614" y="774941"/>
                  </a:lnTo>
                  <a:lnTo>
                    <a:pt x="213487" y="774941"/>
                  </a:lnTo>
                  <a:lnTo>
                    <a:pt x="213487" y="780656"/>
                  </a:lnTo>
                  <a:lnTo>
                    <a:pt x="217614" y="780656"/>
                  </a:lnTo>
                  <a:lnTo>
                    <a:pt x="217614" y="832091"/>
                  </a:lnTo>
                  <a:lnTo>
                    <a:pt x="213487" y="832091"/>
                  </a:lnTo>
                  <a:lnTo>
                    <a:pt x="213487" y="837806"/>
                  </a:lnTo>
                  <a:lnTo>
                    <a:pt x="217614" y="837806"/>
                  </a:lnTo>
                  <a:lnTo>
                    <a:pt x="217614" y="889241"/>
                  </a:lnTo>
                  <a:lnTo>
                    <a:pt x="213487" y="889241"/>
                  </a:lnTo>
                  <a:lnTo>
                    <a:pt x="213487" y="894956"/>
                  </a:lnTo>
                  <a:lnTo>
                    <a:pt x="217614" y="894956"/>
                  </a:lnTo>
                  <a:lnTo>
                    <a:pt x="217614" y="946391"/>
                  </a:lnTo>
                  <a:lnTo>
                    <a:pt x="213487" y="946391"/>
                  </a:lnTo>
                  <a:lnTo>
                    <a:pt x="213487" y="952106"/>
                  </a:lnTo>
                  <a:lnTo>
                    <a:pt x="217614" y="952106"/>
                  </a:lnTo>
                  <a:lnTo>
                    <a:pt x="226187" y="952106"/>
                  </a:lnTo>
                  <a:lnTo>
                    <a:pt x="475932" y="952106"/>
                  </a:lnTo>
                  <a:lnTo>
                    <a:pt x="475932" y="999972"/>
                  </a:lnTo>
                  <a:lnTo>
                    <a:pt x="395414" y="999972"/>
                  </a:lnTo>
                  <a:lnTo>
                    <a:pt x="395414" y="1007122"/>
                  </a:lnTo>
                  <a:lnTo>
                    <a:pt x="475932" y="1007122"/>
                  </a:lnTo>
                  <a:lnTo>
                    <a:pt x="475932" y="1057122"/>
                  </a:lnTo>
                  <a:lnTo>
                    <a:pt x="395414" y="1057122"/>
                  </a:lnTo>
                  <a:lnTo>
                    <a:pt x="395414" y="1064272"/>
                  </a:lnTo>
                  <a:lnTo>
                    <a:pt x="440372" y="1064272"/>
                  </a:lnTo>
                  <a:lnTo>
                    <a:pt x="435724" y="1066520"/>
                  </a:lnTo>
                  <a:lnTo>
                    <a:pt x="411924" y="1097559"/>
                  </a:lnTo>
                  <a:lnTo>
                    <a:pt x="412115" y="1104036"/>
                  </a:lnTo>
                  <a:lnTo>
                    <a:pt x="437070" y="1118984"/>
                  </a:lnTo>
                  <a:lnTo>
                    <a:pt x="445554" y="1118044"/>
                  </a:lnTo>
                  <a:lnTo>
                    <a:pt x="481584" y="1094981"/>
                  </a:lnTo>
                  <a:lnTo>
                    <a:pt x="486219" y="1080414"/>
                  </a:lnTo>
                  <a:lnTo>
                    <a:pt x="486029" y="1073175"/>
                  </a:lnTo>
                  <a:lnTo>
                    <a:pt x="485940" y="1072997"/>
                  </a:lnTo>
                  <a:lnTo>
                    <a:pt x="485940" y="1064272"/>
                  </a:lnTo>
                  <a:lnTo>
                    <a:pt x="506552" y="1064272"/>
                  </a:lnTo>
                  <a:lnTo>
                    <a:pt x="506552" y="1057122"/>
                  </a:lnTo>
                  <a:lnTo>
                    <a:pt x="485940" y="1057122"/>
                  </a:lnTo>
                  <a:lnTo>
                    <a:pt x="485940" y="1007122"/>
                  </a:lnTo>
                  <a:lnTo>
                    <a:pt x="506552" y="1007122"/>
                  </a:lnTo>
                  <a:lnTo>
                    <a:pt x="506552" y="999972"/>
                  </a:lnTo>
                  <a:lnTo>
                    <a:pt x="485940" y="999972"/>
                  </a:lnTo>
                  <a:lnTo>
                    <a:pt x="485940" y="952106"/>
                  </a:lnTo>
                  <a:lnTo>
                    <a:pt x="638810" y="952106"/>
                  </a:lnTo>
                  <a:lnTo>
                    <a:pt x="638810" y="974966"/>
                  </a:lnTo>
                  <a:lnTo>
                    <a:pt x="648817" y="974966"/>
                  </a:lnTo>
                  <a:lnTo>
                    <a:pt x="648817" y="952106"/>
                  </a:lnTo>
                  <a:lnTo>
                    <a:pt x="1296784" y="952106"/>
                  </a:lnTo>
                  <a:lnTo>
                    <a:pt x="1296784" y="946391"/>
                  </a:lnTo>
                  <a:lnTo>
                    <a:pt x="648817" y="946391"/>
                  </a:lnTo>
                  <a:lnTo>
                    <a:pt x="648817" y="894956"/>
                  </a:lnTo>
                  <a:lnTo>
                    <a:pt x="1296784" y="894956"/>
                  </a:lnTo>
                  <a:lnTo>
                    <a:pt x="1296784" y="889241"/>
                  </a:lnTo>
                  <a:lnTo>
                    <a:pt x="648817" y="889241"/>
                  </a:lnTo>
                  <a:lnTo>
                    <a:pt x="648817" y="837806"/>
                  </a:lnTo>
                  <a:lnTo>
                    <a:pt x="1296784" y="837806"/>
                  </a:lnTo>
                  <a:lnTo>
                    <a:pt x="1296784" y="832091"/>
                  </a:lnTo>
                  <a:lnTo>
                    <a:pt x="648817" y="832091"/>
                  </a:lnTo>
                  <a:lnTo>
                    <a:pt x="648817" y="780656"/>
                  </a:lnTo>
                  <a:lnTo>
                    <a:pt x="1296784" y="780656"/>
                  </a:lnTo>
                  <a:lnTo>
                    <a:pt x="1296784" y="774941"/>
                  </a:lnTo>
                  <a:lnTo>
                    <a:pt x="648817" y="774941"/>
                  </a:lnTo>
                  <a:lnTo>
                    <a:pt x="648817" y="723506"/>
                  </a:lnTo>
                  <a:lnTo>
                    <a:pt x="1296784" y="723506"/>
                  </a:lnTo>
                  <a:lnTo>
                    <a:pt x="1296784" y="7177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>
              <a:extLst>
                <a:ext uri="{FF2B5EF4-FFF2-40B4-BE49-F238E27FC236}">
                  <a16:creationId xmlns:a16="http://schemas.microsoft.com/office/drawing/2014/main" id="{6BB5F219-69A4-CE27-6FCA-1A9EE213021E}"/>
                </a:ext>
              </a:extLst>
            </p:cNvPr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594249" y="9214514"/>
              <a:ext cx="111140" cy="120014"/>
            </a:xfrm>
            <a:prstGeom prst="rect">
              <a:avLst/>
            </a:prstGeom>
          </p:spPr>
        </p:pic>
        <p:sp>
          <p:nvSpPr>
            <p:cNvPr id="127" name="object 127">
              <a:extLst>
                <a:ext uri="{FF2B5EF4-FFF2-40B4-BE49-F238E27FC236}">
                  <a16:creationId xmlns:a16="http://schemas.microsoft.com/office/drawing/2014/main" id="{C793F525-771B-7BE4-6059-DCCD54BE4409}"/>
                </a:ext>
              </a:extLst>
            </p:cNvPr>
            <p:cNvSpPr/>
            <p:nvPr/>
          </p:nvSpPr>
          <p:spPr>
            <a:xfrm>
              <a:off x="6610096" y="9203369"/>
              <a:ext cx="455295" cy="386080"/>
            </a:xfrm>
            <a:custGeom>
              <a:avLst/>
              <a:gdLst/>
              <a:ahLst/>
              <a:cxnLst/>
              <a:rect l="l" t="t" r="r" b="b"/>
              <a:pathLst>
                <a:path w="455295" h="386079">
                  <a:moveTo>
                    <a:pt x="75717" y="170700"/>
                  </a:moveTo>
                  <a:lnTo>
                    <a:pt x="72847" y="163741"/>
                  </a:lnTo>
                  <a:lnTo>
                    <a:pt x="72771" y="163550"/>
                  </a:lnTo>
                  <a:lnTo>
                    <a:pt x="67246" y="158978"/>
                  </a:lnTo>
                  <a:lnTo>
                    <a:pt x="67246" y="168313"/>
                  </a:lnTo>
                  <a:lnTo>
                    <a:pt x="67246" y="171932"/>
                  </a:lnTo>
                  <a:lnTo>
                    <a:pt x="65239" y="176123"/>
                  </a:lnTo>
                  <a:lnTo>
                    <a:pt x="34671" y="201180"/>
                  </a:lnTo>
                  <a:lnTo>
                    <a:pt x="18376" y="206794"/>
                  </a:lnTo>
                  <a:lnTo>
                    <a:pt x="14376" y="206603"/>
                  </a:lnTo>
                  <a:lnTo>
                    <a:pt x="10375" y="206222"/>
                  </a:lnTo>
                  <a:lnTo>
                    <a:pt x="8470" y="204508"/>
                  </a:lnTo>
                  <a:lnTo>
                    <a:pt x="8661" y="201460"/>
                  </a:lnTo>
                  <a:lnTo>
                    <a:pt x="8737" y="201180"/>
                  </a:lnTo>
                  <a:lnTo>
                    <a:pt x="9880" y="196392"/>
                  </a:lnTo>
                  <a:lnTo>
                    <a:pt x="42100" y="169164"/>
                  </a:lnTo>
                  <a:lnTo>
                    <a:pt x="56388" y="163741"/>
                  </a:lnTo>
                  <a:lnTo>
                    <a:pt x="62103" y="164312"/>
                  </a:lnTo>
                  <a:lnTo>
                    <a:pt x="64960" y="164693"/>
                  </a:lnTo>
                  <a:lnTo>
                    <a:pt x="66675" y="166027"/>
                  </a:lnTo>
                  <a:lnTo>
                    <a:pt x="67246" y="168313"/>
                  </a:lnTo>
                  <a:lnTo>
                    <a:pt x="67246" y="158978"/>
                  </a:lnTo>
                  <a:lnTo>
                    <a:pt x="66103" y="158026"/>
                  </a:lnTo>
                  <a:lnTo>
                    <a:pt x="60960" y="155168"/>
                  </a:lnTo>
                  <a:lnTo>
                    <a:pt x="55143" y="154025"/>
                  </a:lnTo>
                  <a:lnTo>
                    <a:pt x="48666" y="154597"/>
                  </a:lnTo>
                  <a:lnTo>
                    <a:pt x="10642" y="171208"/>
                  </a:lnTo>
                  <a:lnTo>
                    <a:pt x="0" y="200215"/>
                  </a:lnTo>
                  <a:lnTo>
                    <a:pt x="2946" y="207365"/>
                  </a:lnTo>
                  <a:lnTo>
                    <a:pt x="9804" y="212890"/>
                  </a:lnTo>
                  <a:lnTo>
                    <a:pt x="14947" y="215747"/>
                  </a:lnTo>
                  <a:lnTo>
                    <a:pt x="20662" y="216890"/>
                  </a:lnTo>
                  <a:lnTo>
                    <a:pt x="26949" y="216319"/>
                  </a:lnTo>
                  <a:lnTo>
                    <a:pt x="35026" y="215404"/>
                  </a:lnTo>
                  <a:lnTo>
                    <a:pt x="42951" y="213245"/>
                  </a:lnTo>
                  <a:lnTo>
                    <a:pt x="50749" y="209842"/>
                  </a:lnTo>
                  <a:lnTo>
                    <a:pt x="55727" y="206794"/>
                  </a:lnTo>
                  <a:lnTo>
                    <a:pt x="58381" y="205181"/>
                  </a:lnTo>
                  <a:lnTo>
                    <a:pt x="65100" y="199605"/>
                  </a:lnTo>
                  <a:lnTo>
                    <a:pt x="70104" y="193459"/>
                  </a:lnTo>
                  <a:lnTo>
                    <a:pt x="73393" y="186740"/>
                  </a:lnTo>
                  <a:lnTo>
                    <a:pt x="74955" y="179451"/>
                  </a:lnTo>
                  <a:lnTo>
                    <a:pt x="75717" y="170700"/>
                  </a:lnTo>
                  <a:close/>
                </a:path>
                <a:path w="455295" h="386079">
                  <a:moveTo>
                    <a:pt x="403707" y="18859"/>
                  </a:moveTo>
                  <a:lnTo>
                    <a:pt x="402945" y="15252"/>
                  </a:lnTo>
                  <a:lnTo>
                    <a:pt x="401231" y="11823"/>
                  </a:lnTo>
                  <a:lnTo>
                    <a:pt x="398564" y="8572"/>
                  </a:lnTo>
                  <a:lnTo>
                    <a:pt x="390563" y="0"/>
                  </a:lnTo>
                  <a:lnTo>
                    <a:pt x="386562" y="0"/>
                  </a:lnTo>
                  <a:lnTo>
                    <a:pt x="389420" y="2857"/>
                  </a:lnTo>
                  <a:lnTo>
                    <a:pt x="391236" y="6477"/>
                  </a:lnTo>
                  <a:lnTo>
                    <a:pt x="377609" y="27825"/>
                  </a:lnTo>
                  <a:lnTo>
                    <a:pt x="374472" y="32575"/>
                  </a:lnTo>
                  <a:lnTo>
                    <a:pt x="373710" y="38290"/>
                  </a:lnTo>
                  <a:lnTo>
                    <a:pt x="374472" y="41910"/>
                  </a:lnTo>
                  <a:lnTo>
                    <a:pt x="376186" y="45339"/>
                  </a:lnTo>
                  <a:lnTo>
                    <a:pt x="378853" y="48577"/>
                  </a:lnTo>
                  <a:lnTo>
                    <a:pt x="386562" y="57150"/>
                  </a:lnTo>
                  <a:lnTo>
                    <a:pt x="389420" y="60007"/>
                  </a:lnTo>
                  <a:lnTo>
                    <a:pt x="391236" y="63627"/>
                  </a:lnTo>
                  <a:lnTo>
                    <a:pt x="377609" y="84975"/>
                  </a:lnTo>
                  <a:lnTo>
                    <a:pt x="374472" y="89725"/>
                  </a:lnTo>
                  <a:lnTo>
                    <a:pt x="373710" y="95440"/>
                  </a:lnTo>
                  <a:lnTo>
                    <a:pt x="374472" y="99060"/>
                  </a:lnTo>
                  <a:lnTo>
                    <a:pt x="376186" y="102489"/>
                  </a:lnTo>
                  <a:lnTo>
                    <a:pt x="378853" y="105727"/>
                  </a:lnTo>
                  <a:lnTo>
                    <a:pt x="386562" y="114300"/>
                  </a:lnTo>
                  <a:lnTo>
                    <a:pt x="389420" y="117157"/>
                  </a:lnTo>
                  <a:lnTo>
                    <a:pt x="391236" y="120777"/>
                  </a:lnTo>
                  <a:lnTo>
                    <a:pt x="377609" y="142125"/>
                  </a:lnTo>
                  <a:lnTo>
                    <a:pt x="374472" y="146875"/>
                  </a:lnTo>
                  <a:lnTo>
                    <a:pt x="373710" y="152590"/>
                  </a:lnTo>
                  <a:lnTo>
                    <a:pt x="374472" y="156210"/>
                  </a:lnTo>
                  <a:lnTo>
                    <a:pt x="376186" y="159639"/>
                  </a:lnTo>
                  <a:lnTo>
                    <a:pt x="378853" y="162877"/>
                  </a:lnTo>
                  <a:lnTo>
                    <a:pt x="386562" y="171450"/>
                  </a:lnTo>
                  <a:lnTo>
                    <a:pt x="389420" y="174307"/>
                  </a:lnTo>
                  <a:lnTo>
                    <a:pt x="391236" y="177927"/>
                  </a:lnTo>
                  <a:lnTo>
                    <a:pt x="377609" y="199275"/>
                  </a:lnTo>
                  <a:lnTo>
                    <a:pt x="374472" y="204025"/>
                  </a:lnTo>
                  <a:lnTo>
                    <a:pt x="373710" y="209740"/>
                  </a:lnTo>
                  <a:lnTo>
                    <a:pt x="374472" y="213360"/>
                  </a:lnTo>
                  <a:lnTo>
                    <a:pt x="376186" y="216789"/>
                  </a:lnTo>
                  <a:lnTo>
                    <a:pt x="378853" y="220027"/>
                  </a:lnTo>
                  <a:lnTo>
                    <a:pt x="386562" y="228600"/>
                  </a:lnTo>
                  <a:lnTo>
                    <a:pt x="390563" y="228600"/>
                  </a:lnTo>
                  <a:lnTo>
                    <a:pt x="387515" y="224599"/>
                  </a:lnTo>
                  <a:lnTo>
                    <a:pt x="385800" y="221081"/>
                  </a:lnTo>
                  <a:lnTo>
                    <a:pt x="385419" y="218033"/>
                  </a:lnTo>
                  <a:lnTo>
                    <a:pt x="386372" y="212890"/>
                  </a:lnTo>
                  <a:lnTo>
                    <a:pt x="389331" y="208508"/>
                  </a:lnTo>
                  <a:lnTo>
                    <a:pt x="394284" y="204889"/>
                  </a:lnTo>
                  <a:lnTo>
                    <a:pt x="399808" y="200698"/>
                  </a:lnTo>
                  <a:lnTo>
                    <a:pt x="402945" y="195846"/>
                  </a:lnTo>
                  <a:lnTo>
                    <a:pt x="403707" y="190309"/>
                  </a:lnTo>
                  <a:lnTo>
                    <a:pt x="402945" y="186702"/>
                  </a:lnTo>
                  <a:lnTo>
                    <a:pt x="401231" y="183273"/>
                  </a:lnTo>
                  <a:lnTo>
                    <a:pt x="398564" y="180022"/>
                  </a:lnTo>
                  <a:lnTo>
                    <a:pt x="390563" y="171450"/>
                  </a:lnTo>
                  <a:lnTo>
                    <a:pt x="387515" y="167449"/>
                  </a:lnTo>
                  <a:lnTo>
                    <a:pt x="385800" y="163931"/>
                  </a:lnTo>
                  <a:lnTo>
                    <a:pt x="385419" y="160883"/>
                  </a:lnTo>
                  <a:lnTo>
                    <a:pt x="386372" y="155740"/>
                  </a:lnTo>
                  <a:lnTo>
                    <a:pt x="389331" y="151358"/>
                  </a:lnTo>
                  <a:lnTo>
                    <a:pt x="394284" y="147739"/>
                  </a:lnTo>
                  <a:lnTo>
                    <a:pt x="399808" y="143548"/>
                  </a:lnTo>
                  <a:lnTo>
                    <a:pt x="402945" y="138696"/>
                  </a:lnTo>
                  <a:lnTo>
                    <a:pt x="403707" y="133159"/>
                  </a:lnTo>
                  <a:lnTo>
                    <a:pt x="402945" y="129552"/>
                  </a:lnTo>
                  <a:lnTo>
                    <a:pt x="401231" y="126123"/>
                  </a:lnTo>
                  <a:lnTo>
                    <a:pt x="398564" y="122872"/>
                  </a:lnTo>
                  <a:lnTo>
                    <a:pt x="390563" y="114300"/>
                  </a:lnTo>
                  <a:lnTo>
                    <a:pt x="387515" y="110299"/>
                  </a:lnTo>
                  <a:lnTo>
                    <a:pt x="385800" y="106781"/>
                  </a:lnTo>
                  <a:lnTo>
                    <a:pt x="385419" y="103733"/>
                  </a:lnTo>
                  <a:lnTo>
                    <a:pt x="386372" y="98590"/>
                  </a:lnTo>
                  <a:lnTo>
                    <a:pt x="389331" y="94208"/>
                  </a:lnTo>
                  <a:lnTo>
                    <a:pt x="394284" y="90589"/>
                  </a:lnTo>
                  <a:lnTo>
                    <a:pt x="399808" y="86398"/>
                  </a:lnTo>
                  <a:lnTo>
                    <a:pt x="402945" y="81546"/>
                  </a:lnTo>
                  <a:lnTo>
                    <a:pt x="403707" y="76009"/>
                  </a:lnTo>
                  <a:lnTo>
                    <a:pt x="402945" y="72402"/>
                  </a:lnTo>
                  <a:lnTo>
                    <a:pt x="401231" y="68973"/>
                  </a:lnTo>
                  <a:lnTo>
                    <a:pt x="398564" y="65722"/>
                  </a:lnTo>
                  <a:lnTo>
                    <a:pt x="390563" y="57150"/>
                  </a:lnTo>
                  <a:lnTo>
                    <a:pt x="387515" y="53149"/>
                  </a:lnTo>
                  <a:lnTo>
                    <a:pt x="385800" y="49631"/>
                  </a:lnTo>
                  <a:lnTo>
                    <a:pt x="385419" y="46583"/>
                  </a:lnTo>
                  <a:lnTo>
                    <a:pt x="386372" y="41440"/>
                  </a:lnTo>
                  <a:lnTo>
                    <a:pt x="389331" y="37058"/>
                  </a:lnTo>
                  <a:lnTo>
                    <a:pt x="394284" y="33439"/>
                  </a:lnTo>
                  <a:lnTo>
                    <a:pt x="399808" y="29248"/>
                  </a:lnTo>
                  <a:lnTo>
                    <a:pt x="402945" y="24396"/>
                  </a:lnTo>
                  <a:lnTo>
                    <a:pt x="403707" y="18859"/>
                  </a:lnTo>
                  <a:close/>
                </a:path>
                <a:path w="455295" h="386079">
                  <a:moveTo>
                    <a:pt x="455142" y="54292"/>
                  </a:moveTo>
                  <a:lnTo>
                    <a:pt x="445147" y="54292"/>
                  </a:lnTo>
                  <a:lnTo>
                    <a:pt x="445147" y="385762"/>
                  </a:lnTo>
                  <a:lnTo>
                    <a:pt x="455142" y="385762"/>
                  </a:lnTo>
                  <a:lnTo>
                    <a:pt x="455142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>
              <a:extLst>
                <a:ext uri="{FF2B5EF4-FFF2-40B4-BE49-F238E27FC236}">
                  <a16:creationId xmlns:a16="http://schemas.microsoft.com/office/drawing/2014/main" id="{29E554B7-DC9B-DDB4-7359-C3ADE3C7030C}"/>
                </a:ext>
              </a:extLst>
            </p:cNvPr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038726" y="9216323"/>
              <a:ext cx="111140" cy="116776"/>
            </a:xfrm>
            <a:prstGeom prst="rect">
              <a:avLst/>
            </a:prstGeom>
          </p:spPr>
        </p:pic>
        <p:sp>
          <p:nvSpPr>
            <p:cNvPr id="129" name="object 129">
              <a:extLst>
                <a:ext uri="{FF2B5EF4-FFF2-40B4-BE49-F238E27FC236}">
                  <a16:creationId xmlns:a16="http://schemas.microsoft.com/office/drawing/2014/main" id="{5D294449-AADA-6F14-D60B-E7C68ACB33CC}"/>
                </a:ext>
              </a:extLst>
            </p:cNvPr>
            <p:cNvSpPr/>
            <p:nvPr/>
          </p:nvSpPr>
          <p:spPr>
            <a:xfrm>
              <a:off x="7055243" y="8614165"/>
              <a:ext cx="226695" cy="952500"/>
            </a:xfrm>
            <a:custGeom>
              <a:avLst/>
              <a:gdLst/>
              <a:ahLst/>
              <a:cxnLst/>
              <a:rect l="l" t="t" r="r" b="b"/>
              <a:pathLst>
                <a:path w="226695" h="952500">
                  <a:moveTo>
                    <a:pt x="74295" y="766089"/>
                  </a:moveTo>
                  <a:lnTo>
                    <a:pt x="74104" y="758850"/>
                  </a:lnTo>
                  <a:lnTo>
                    <a:pt x="71526" y="753618"/>
                  </a:lnTo>
                  <a:lnTo>
                    <a:pt x="66573" y="750366"/>
                  </a:lnTo>
                  <a:lnTo>
                    <a:pt x="62001" y="746760"/>
                  </a:lnTo>
                  <a:lnTo>
                    <a:pt x="55524" y="745045"/>
                  </a:lnTo>
                  <a:lnTo>
                    <a:pt x="47142" y="745223"/>
                  </a:lnTo>
                  <a:lnTo>
                    <a:pt x="39217" y="746188"/>
                  </a:lnTo>
                  <a:lnTo>
                    <a:pt x="4635" y="769302"/>
                  </a:lnTo>
                  <a:lnTo>
                    <a:pt x="0" y="783234"/>
                  </a:lnTo>
                  <a:lnTo>
                    <a:pt x="190" y="789711"/>
                  </a:lnTo>
                  <a:lnTo>
                    <a:pt x="25146" y="804659"/>
                  </a:lnTo>
                  <a:lnTo>
                    <a:pt x="33629" y="803719"/>
                  </a:lnTo>
                  <a:lnTo>
                    <a:pt x="69646" y="780656"/>
                  </a:lnTo>
                  <a:lnTo>
                    <a:pt x="72847" y="773658"/>
                  </a:lnTo>
                  <a:lnTo>
                    <a:pt x="74295" y="766089"/>
                  </a:lnTo>
                  <a:close/>
                </a:path>
                <a:path w="226695" h="952500">
                  <a:moveTo>
                    <a:pt x="226187" y="0"/>
                  </a:moveTo>
                  <a:lnTo>
                    <a:pt x="217614" y="0"/>
                  </a:lnTo>
                  <a:lnTo>
                    <a:pt x="217614" y="952106"/>
                  </a:lnTo>
                  <a:lnTo>
                    <a:pt x="226187" y="952106"/>
                  </a:lnTo>
                  <a:lnTo>
                    <a:pt x="2261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>
              <a:extLst>
                <a:ext uri="{FF2B5EF4-FFF2-40B4-BE49-F238E27FC236}">
                  <a16:creationId xmlns:a16="http://schemas.microsoft.com/office/drawing/2014/main" id="{6737435C-F38F-7EF8-D828-A36FAD3EAB28}"/>
                </a:ext>
              </a:extLst>
            </p:cNvPr>
            <p:cNvSpPr/>
            <p:nvPr/>
          </p:nvSpPr>
          <p:spPr>
            <a:xfrm>
              <a:off x="964434" y="8974621"/>
              <a:ext cx="984885" cy="85725"/>
            </a:xfrm>
            <a:custGeom>
              <a:avLst/>
              <a:gdLst/>
              <a:ahLst/>
              <a:cxnLst/>
              <a:rect l="l" t="t" r="r" b="b"/>
              <a:pathLst>
                <a:path w="984885" h="85725">
                  <a:moveTo>
                    <a:pt x="0" y="85711"/>
                  </a:moveTo>
                  <a:lnTo>
                    <a:pt x="984500" y="60417"/>
                  </a:lnTo>
                </a:path>
                <a:path w="984885" h="85725">
                  <a:moveTo>
                    <a:pt x="1530" y="0"/>
                  </a:moveTo>
                  <a:lnTo>
                    <a:pt x="984500" y="6041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>
            <a:extLst>
              <a:ext uri="{FF2B5EF4-FFF2-40B4-BE49-F238E27FC236}">
                <a16:creationId xmlns:a16="http://schemas.microsoft.com/office/drawing/2014/main" id="{672BAA40-96BE-E8E0-30E3-429702389C96}"/>
              </a:ext>
            </a:extLst>
          </p:cNvPr>
          <p:cNvSpPr txBox="1"/>
          <p:nvPr/>
        </p:nvSpPr>
        <p:spPr>
          <a:xfrm>
            <a:off x="2074359" y="8382378"/>
            <a:ext cx="16700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0" dirty="0">
                <a:latin typeface="Bauer Bodoni Std" panose="02070603080706020303" pitchFamily="18" charset="77"/>
                <a:cs typeface="Georgia"/>
              </a:rPr>
              <a:t>rit.</a:t>
            </a:r>
            <a:endParaRPr sz="800" dirty="0">
              <a:latin typeface="Bauer Bodoni Std" panose="02070603080706020303" pitchFamily="18" charset="77"/>
              <a:cs typeface="Georgia"/>
            </a:endParaRPr>
          </a:p>
        </p:txBody>
      </p:sp>
      <p:grpSp>
        <p:nvGrpSpPr>
          <p:cNvPr id="132" name="object 132">
            <a:extLst>
              <a:ext uri="{FF2B5EF4-FFF2-40B4-BE49-F238E27FC236}">
                <a16:creationId xmlns:a16="http://schemas.microsoft.com/office/drawing/2014/main" id="{44368403-8DEA-39E3-AD23-91A1F4E38910}"/>
              </a:ext>
            </a:extLst>
          </p:cNvPr>
          <p:cNvGrpSpPr/>
          <p:nvPr/>
        </p:nvGrpSpPr>
        <p:grpSpPr>
          <a:xfrm>
            <a:off x="2278886" y="8496678"/>
            <a:ext cx="1714500" cy="549275"/>
            <a:chOff x="2278886" y="8496678"/>
            <a:chExt cx="1714500" cy="549275"/>
          </a:xfrm>
        </p:grpSpPr>
        <p:sp>
          <p:nvSpPr>
            <p:cNvPr id="133" name="object 133">
              <a:extLst>
                <a:ext uri="{FF2B5EF4-FFF2-40B4-BE49-F238E27FC236}">
                  <a16:creationId xmlns:a16="http://schemas.microsoft.com/office/drawing/2014/main" id="{1771C280-D729-BE65-9093-274AFB940494}"/>
                </a:ext>
              </a:extLst>
            </p:cNvPr>
            <p:cNvSpPr/>
            <p:nvPr/>
          </p:nvSpPr>
          <p:spPr>
            <a:xfrm>
              <a:off x="2278886" y="8499853"/>
              <a:ext cx="1638300" cy="0"/>
            </a:xfrm>
            <a:custGeom>
              <a:avLst/>
              <a:gdLst/>
              <a:ahLst/>
              <a:cxnLst/>
              <a:rect l="l" t="t" r="r" b="b"/>
              <a:pathLst>
                <a:path w="1638300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>
              <a:extLst>
                <a:ext uri="{FF2B5EF4-FFF2-40B4-BE49-F238E27FC236}">
                  <a16:creationId xmlns:a16="http://schemas.microsoft.com/office/drawing/2014/main" id="{FDAD6631-8D09-F483-074D-E654906E4F38}"/>
                </a:ext>
              </a:extLst>
            </p:cNvPr>
            <p:cNvSpPr/>
            <p:nvPr/>
          </p:nvSpPr>
          <p:spPr>
            <a:xfrm>
              <a:off x="3151768" y="8957053"/>
              <a:ext cx="838835" cy="85725"/>
            </a:xfrm>
            <a:custGeom>
              <a:avLst/>
              <a:gdLst/>
              <a:ahLst/>
              <a:cxnLst/>
              <a:rect l="l" t="t" r="r" b="b"/>
              <a:pathLst>
                <a:path w="838835" h="85725">
                  <a:moveTo>
                    <a:pt x="0" y="42862"/>
                  </a:moveTo>
                  <a:lnTo>
                    <a:pt x="838390" y="85725"/>
                  </a:lnTo>
                </a:path>
                <a:path w="838835" h="85725">
                  <a:moveTo>
                    <a:pt x="0" y="42862"/>
                  </a:moveTo>
                  <a:lnTo>
                    <a:pt x="83839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5">
            <a:extLst>
              <a:ext uri="{FF2B5EF4-FFF2-40B4-BE49-F238E27FC236}">
                <a16:creationId xmlns:a16="http://schemas.microsoft.com/office/drawing/2014/main" id="{765E3660-A8EC-F68D-F6F8-C03AF2562951}"/>
              </a:ext>
            </a:extLst>
          </p:cNvPr>
          <p:cNvSpPr txBox="1"/>
          <p:nvPr/>
        </p:nvSpPr>
        <p:spPr>
          <a:xfrm>
            <a:off x="266700" y="1369988"/>
            <a:ext cx="61595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000" b="1" dirty="0">
                <a:latin typeface="Bauer Bodoni Std" panose="02070603080706020303" pitchFamily="18" charset="77"/>
                <a:cs typeface="Georgia"/>
              </a:rPr>
              <a:t>Thema I</a:t>
            </a:r>
            <a:endParaRPr sz="1000" b="1" dirty="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136" name="object 5">
            <a:extLst>
              <a:ext uri="{FF2B5EF4-FFF2-40B4-BE49-F238E27FC236}">
                <a16:creationId xmlns:a16="http://schemas.microsoft.com/office/drawing/2014/main" id="{514D3EF2-04B8-1837-5CA2-F00451677F31}"/>
              </a:ext>
            </a:extLst>
          </p:cNvPr>
          <p:cNvSpPr txBox="1"/>
          <p:nvPr/>
        </p:nvSpPr>
        <p:spPr>
          <a:xfrm>
            <a:off x="5219700" y="4276327"/>
            <a:ext cx="61595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000" b="1" dirty="0">
                <a:latin typeface="Bauer Bodoni Std" panose="02070603080706020303" pitchFamily="18" charset="77"/>
                <a:cs typeface="Georgia"/>
              </a:rPr>
              <a:t>Thema II</a:t>
            </a:r>
            <a:endParaRPr sz="1000" b="1" dirty="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137" name="object 5">
            <a:extLst>
              <a:ext uri="{FF2B5EF4-FFF2-40B4-BE49-F238E27FC236}">
                <a16:creationId xmlns:a16="http://schemas.microsoft.com/office/drawing/2014/main" id="{4AB8A9BA-74E2-0E41-E818-D5EBBB495FBA}"/>
              </a:ext>
            </a:extLst>
          </p:cNvPr>
          <p:cNvSpPr txBox="1"/>
          <p:nvPr/>
        </p:nvSpPr>
        <p:spPr>
          <a:xfrm>
            <a:off x="4006850" y="8227988"/>
            <a:ext cx="9144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000" b="1" dirty="0">
                <a:latin typeface="Bauer Bodoni Std" panose="02070603080706020303" pitchFamily="18" charset="77"/>
                <a:cs typeface="Georgia"/>
              </a:rPr>
              <a:t>Thema I Var. I</a:t>
            </a:r>
            <a:endParaRPr sz="1000" b="1" dirty="0">
              <a:latin typeface="Bauer Bodoni Std" panose="02070603080706020303" pitchFamily="18" charset="77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801512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C88D5-0DB7-5D3F-C1CE-59D573B8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2CA6BFA-DCE1-8DD7-299C-1B0A6264906F}"/>
              </a:ext>
            </a:extLst>
          </p:cNvPr>
          <p:cNvSpPr txBox="1"/>
          <p:nvPr/>
        </p:nvSpPr>
        <p:spPr>
          <a:xfrm>
            <a:off x="7013899" y="215900"/>
            <a:ext cx="101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Bauer Bodoni Std Black" panose="02070903080706020303" pitchFamily="18" charset="77"/>
                <a:cs typeface="Georgia"/>
              </a:rPr>
              <a:t>2</a:t>
            </a:r>
            <a:endParaRPr sz="1200" dirty="0">
              <a:latin typeface="Bauer Bodoni Std Black" panose="02070903080706020303" pitchFamily="18" charset="77"/>
              <a:cs typeface="Georgia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77AECDD-F464-E5B3-8A67-3ADBE56593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87" y="343852"/>
            <a:ext cx="7088512" cy="138850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22480A8D-A4AC-0356-64A4-FA0453D22E15}"/>
              </a:ext>
            </a:extLst>
          </p:cNvPr>
          <p:cNvSpPr txBox="1"/>
          <p:nvPr/>
        </p:nvSpPr>
        <p:spPr>
          <a:xfrm>
            <a:off x="266700" y="355917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Georgia"/>
              </a:rPr>
              <a:t>36</a:t>
            </a:r>
            <a:endParaRPr sz="750" b="1">
              <a:latin typeface="Bauer Bodoni Std Bold Cond" panose="02070903080706020303" pitchFamily="18" charset="77"/>
              <a:cs typeface="Georgi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0BEED5E-FD93-3DFE-558D-233BFFEC1B91}"/>
              </a:ext>
            </a:extLst>
          </p:cNvPr>
          <p:cNvSpPr/>
          <p:nvPr/>
        </p:nvSpPr>
        <p:spPr>
          <a:xfrm>
            <a:off x="7270598" y="635326"/>
            <a:ext cx="10160" cy="766445"/>
          </a:xfrm>
          <a:custGeom>
            <a:avLst/>
            <a:gdLst/>
            <a:ahLst/>
            <a:cxnLst/>
            <a:rect l="l" t="t" r="r" b="b"/>
            <a:pathLst>
              <a:path w="10159" h="766444">
                <a:moveTo>
                  <a:pt x="9994" y="0"/>
                </a:moveTo>
                <a:lnTo>
                  <a:pt x="0" y="0"/>
                </a:lnTo>
                <a:lnTo>
                  <a:pt x="0" y="2286"/>
                </a:lnTo>
                <a:lnTo>
                  <a:pt x="0" y="234315"/>
                </a:lnTo>
                <a:lnTo>
                  <a:pt x="0" y="766140"/>
                </a:lnTo>
                <a:lnTo>
                  <a:pt x="9994" y="766140"/>
                </a:lnTo>
                <a:lnTo>
                  <a:pt x="9994" y="234315"/>
                </a:lnTo>
                <a:lnTo>
                  <a:pt x="9994" y="2286"/>
                </a:lnTo>
                <a:lnTo>
                  <a:pt x="99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4CD008DE-AB76-31A5-DD2F-CDA4C91D69AC}"/>
              </a:ext>
            </a:extLst>
          </p:cNvPr>
          <p:cNvGrpSpPr/>
          <p:nvPr/>
        </p:nvGrpSpPr>
        <p:grpSpPr>
          <a:xfrm>
            <a:off x="179387" y="2103790"/>
            <a:ext cx="7101840" cy="1262380"/>
            <a:chOff x="179387" y="2103790"/>
            <a:chExt cx="7101840" cy="1262380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5C317F2-8EC2-EC3D-89F0-73201C4861CB}"/>
                </a:ext>
              </a:extLst>
            </p:cNvPr>
            <p:cNvSpPr/>
            <p:nvPr/>
          </p:nvSpPr>
          <p:spPr>
            <a:xfrm>
              <a:off x="179387" y="2205262"/>
              <a:ext cx="577215" cy="988694"/>
            </a:xfrm>
            <a:custGeom>
              <a:avLst/>
              <a:gdLst/>
              <a:ahLst/>
              <a:cxnLst/>
              <a:rect l="l" t="t" r="r" b="b"/>
              <a:pathLst>
                <a:path w="577215" h="988694">
                  <a:moveTo>
                    <a:pt x="68859" y="75907"/>
                  </a:moveTo>
                  <a:lnTo>
                    <a:pt x="46570" y="111760"/>
                  </a:lnTo>
                  <a:lnTo>
                    <a:pt x="28994" y="147713"/>
                  </a:lnTo>
                  <a:lnTo>
                    <a:pt x="14046" y="193662"/>
                  </a:lnTo>
                  <a:lnTo>
                    <a:pt x="7048" y="235267"/>
                  </a:lnTo>
                  <a:lnTo>
                    <a:pt x="6286" y="254571"/>
                  </a:lnTo>
                  <a:lnTo>
                    <a:pt x="7175" y="273621"/>
                  </a:lnTo>
                  <a:lnTo>
                    <a:pt x="8991" y="292608"/>
                  </a:lnTo>
                  <a:lnTo>
                    <a:pt x="11747" y="311518"/>
                  </a:lnTo>
                  <a:lnTo>
                    <a:pt x="15430" y="330365"/>
                  </a:lnTo>
                  <a:lnTo>
                    <a:pt x="35039" y="412292"/>
                  </a:lnTo>
                  <a:lnTo>
                    <a:pt x="37287" y="422973"/>
                  </a:lnTo>
                  <a:lnTo>
                    <a:pt x="39039" y="433095"/>
                  </a:lnTo>
                  <a:lnTo>
                    <a:pt x="40284" y="442633"/>
                  </a:lnTo>
                  <a:lnTo>
                    <a:pt x="41148" y="456603"/>
                  </a:lnTo>
                  <a:lnTo>
                    <a:pt x="40284" y="467995"/>
                  </a:lnTo>
                  <a:lnTo>
                    <a:pt x="23406" y="508241"/>
                  </a:lnTo>
                  <a:lnTo>
                    <a:pt x="0" y="530682"/>
                  </a:lnTo>
                  <a:lnTo>
                    <a:pt x="0" y="534098"/>
                  </a:lnTo>
                  <a:lnTo>
                    <a:pt x="29425" y="567156"/>
                  </a:lnTo>
                  <a:lnTo>
                    <a:pt x="40957" y="604202"/>
                  </a:lnTo>
                  <a:lnTo>
                    <a:pt x="41148" y="610463"/>
                  </a:lnTo>
                  <a:lnTo>
                    <a:pt x="40474" y="622490"/>
                  </a:lnTo>
                  <a:lnTo>
                    <a:pt x="38785" y="635762"/>
                  </a:lnTo>
                  <a:lnTo>
                    <a:pt x="36055" y="650278"/>
                  </a:lnTo>
                  <a:lnTo>
                    <a:pt x="15430" y="736422"/>
                  </a:lnTo>
                  <a:lnTo>
                    <a:pt x="11747" y="755370"/>
                  </a:lnTo>
                  <a:lnTo>
                    <a:pt x="8991" y="774319"/>
                  </a:lnTo>
                  <a:lnTo>
                    <a:pt x="7175" y="793267"/>
                  </a:lnTo>
                  <a:lnTo>
                    <a:pt x="6286" y="812215"/>
                  </a:lnTo>
                  <a:lnTo>
                    <a:pt x="7048" y="831494"/>
                  </a:lnTo>
                  <a:lnTo>
                    <a:pt x="14046" y="872959"/>
                  </a:lnTo>
                  <a:lnTo>
                    <a:pt x="28676" y="917968"/>
                  </a:lnTo>
                  <a:lnTo>
                    <a:pt x="52959" y="964692"/>
                  </a:lnTo>
                  <a:lnTo>
                    <a:pt x="68859" y="988593"/>
                  </a:lnTo>
                  <a:lnTo>
                    <a:pt x="68859" y="985456"/>
                  </a:lnTo>
                  <a:lnTo>
                    <a:pt x="60032" y="969962"/>
                  </a:lnTo>
                  <a:lnTo>
                    <a:pt x="52146" y="954544"/>
                  </a:lnTo>
                  <a:lnTo>
                    <a:pt x="34353" y="908291"/>
                  </a:lnTo>
                  <a:lnTo>
                    <a:pt x="29425" y="856945"/>
                  </a:lnTo>
                  <a:lnTo>
                    <a:pt x="30886" y="839622"/>
                  </a:lnTo>
                  <a:lnTo>
                    <a:pt x="33286" y="822109"/>
                  </a:lnTo>
                  <a:lnTo>
                    <a:pt x="36601" y="804430"/>
                  </a:lnTo>
                  <a:lnTo>
                    <a:pt x="40855" y="786561"/>
                  </a:lnTo>
                  <a:lnTo>
                    <a:pt x="59143" y="717613"/>
                  </a:lnTo>
                  <a:lnTo>
                    <a:pt x="63068" y="701408"/>
                  </a:lnTo>
                  <a:lnTo>
                    <a:pt x="66001" y="686117"/>
                  </a:lnTo>
                  <a:lnTo>
                    <a:pt x="67932" y="671766"/>
                  </a:lnTo>
                  <a:lnTo>
                    <a:pt x="68859" y="658342"/>
                  </a:lnTo>
                  <a:lnTo>
                    <a:pt x="67983" y="636168"/>
                  </a:lnTo>
                  <a:lnTo>
                    <a:pt x="53149" y="583971"/>
                  </a:lnTo>
                  <a:lnTo>
                    <a:pt x="23355" y="549059"/>
                  </a:lnTo>
                  <a:lnTo>
                    <a:pt x="2286" y="532396"/>
                  </a:lnTo>
                  <a:lnTo>
                    <a:pt x="13335" y="524611"/>
                  </a:lnTo>
                  <a:lnTo>
                    <a:pt x="45237" y="494309"/>
                  </a:lnTo>
                  <a:lnTo>
                    <a:pt x="65074" y="450405"/>
                  </a:lnTo>
                  <a:lnTo>
                    <a:pt x="68859" y="408724"/>
                  </a:lnTo>
                  <a:lnTo>
                    <a:pt x="67932" y="395173"/>
                  </a:lnTo>
                  <a:lnTo>
                    <a:pt x="66001" y="380733"/>
                  </a:lnTo>
                  <a:lnTo>
                    <a:pt x="63068" y="365391"/>
                  </a:lnTo>
                  <a:lnTo>
                    <a:pt x="59143" y="349173"/>
                  </a:lnTo>
                  <a:lnTo>
                    <a:pt x="40284" y="278218"/>
                  </a:lnTo>
                  <a:lnTo>
                    <a:pt x="36283" y="260819"/>
                  </a:lnTo>
                  <a:lnTo>
                    <a:pt x="33147" y="243674"/>
                  </a:lnTo>
                  <a:lnTo>
                    <a:pt x="30848" y="226771"/>
                  </a:lnTo>
                  <a:lnTo>
                    <a:pt x="29425" y="210121"/>
                  </a:lnTo>
                  <a:lnTo>
                    <a:pt x="29502" y="192239"/>
                  </a:lnTo>
                  <a:lnTo>
                    <a:pt x="39141" y="142875"/>
                  </a:lnTo>
                  <a:lnTo>
                    <a:pt x="60426" y="94754"/>
                  </a:lnTo>
                  <a:lnTo>
                    <a:pt x="68859" y="79324"/>
                  </a:lnTo>
                  <a:lnTo>
                    <a:pt x="68859" y="75907"/>
                  </a:lnTo>
                  <a:close/>
                </a:path>
                <a:path w="577215" h="988694">
                  <a:moveTo>
                    <a:pt x="57708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26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26"/>
                  </a:lnTo>
                  <a:lnTo>
                    <a:pt x="230238" y="22910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987742"/>
                  </a:lnTo>
                  <a:lnTo>
                    <a:pt x="94449" y="987742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77088" y="309372"/>
                  </a:lnTo>
                  <a:lnTo>
                    <a:pt x="57708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77088" y="252222"/>
                  </a:lnTo>
                  <a:lnTo>
                    <a:pt x="57708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29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56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77088" y="195072"/>
                  </a:lnTo>
                  <a:lnTo>
                    <a:pt x="57708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37" y="189357"/>
                  </a:lnTo>
                  <a:lnTo>
                    <a:pt x="199237" y="195072"/>
                  </a:lnTo>
                  <a:lnTo>
                    <a:pt x="197129" y="196075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37" y="195072"/>
                  </a:lnTo>
                  <a:lnTo>
                    <a:pt x="199237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77088" y="137922"/>
                  </a:lnTo>
                  <a:lnTo>
                    <a:pt x="57708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77088" y="80772"/>
                  </a:lnTo>
                  <a:lnTo>
                    <a:pt x="57708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CD6FF43F-184D-9961-1A2F-2A34AAC828F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142" y="2194585"/>
              <a:ext cx="216598" cy="267461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29EFD3D-2CB6-9357-F915-20FC3D3B7B1A}"/>
                </a:ext>
              </a:extLst>
            </p:cNvPr>
            <p:cNvSpPr/>
            <p:nvPr/>
          </p:nvSpPr>
          <p:spPr>
            <a:xfrm>
              <a:off x="756475" y="2223169"/>
              <a:ext cx="885190" cy="342900"/>
            </a:xfrm>
            <a:custGeom>
              <a:avLst/>
              <a:gdLst/>
              <a:ahLst/>
              <a:cxnLst/>
              <a:rect l="l" t="t" r="r" b="b"/>
              <a:pathLst>
                <a:path w="885189" h="342900">
                  <a:moveTo>
                    <a:pt x="330708" y="324891"/>
                  </a:moveTo>
                  <a:lnTo>
                    <a:pt x="329946" y="318414"/>
                  </a:lnTo>
                  <a:lnTo>
                    <a:pt x="326326" y="314896"/>
                  </a:lnTo>
                  <a:lnTo>
                    <a:pt x="319849" y="314325"/>
                  </a:lnTo>
                  <a:lnTo>
                    <a:pt x="313182" y="314896"/>
                  </a:lnTo>
                  <a:lnTo>
                    <a:pt x="309562" y="318414"/>
                  </a:lnTo>
                  <a:lnTo>
                    <a:pt x="308991" y="324891"/>
                  </a:lnTo>
                  <a:lnTo>
                    <a:pt x="309562" y="331368"/>
                  </a:lnTo>
                  <a:lnTo>
                    <a:pt x="313182" y="335089"/>
                  </a:lnTo>
                  <a:lnTo>
                    <a:pt x="319849" y="336042"/>
                  </a:lnTo>
                  <a:lnTo>
                    <a:pt x="326326" y="335089"/>
                  </a:lnTo>
                  <a:lnTo>
                    <a:pt x="329946" y="331368"/>
                  </a:lnTo>
                  <a:lnTo>
                    <a:pt x="330708" y="324891"/>
                  </a:lnTo>
                  <a:close/>
                </a:path>
                <a:path w="885189" h="342900">
                  <a:moveTo>
                    <a:pt x="726719" y="17424"/>
                  </a:moveTo>
                  <a:lnTo>
                    <a:pt x="725957" y="10947"/>
                  </a:lnTo>
                  <a:lnTo>
                    <a:pt x="722337" y="7429"/>
                  </a:lnTo>
                  <a:lnTo>
                    <a:pt x="715860" y="6858"/>
                  </a:lnTo>
                  <a:lnTo>
                    <a:pt x="709193" y="7429"/>
                  </a:lnTo>
                  <a:lnTo>
                    <a:pt x="705573" y="10947"/>
                  </a:lnTo>
                  <a:lnTo>
                    <a:pt x="705002" y="17424"/>
                  </a:lnTo>
                  <a:lnTo>
                    <a:pt x="705573" y="23901"/>
                  </a:lnTo>
                  <a:lnTo>
                    <a:pt x="709193" y="27622"/>
                  </a:lnTo>
                  <a:lnTo>
                    <a:pt x="715860" y="28575"/>
                  </a:lnTo>
                  <a:lnTo>
                    <a:pt x="722337" y="27622"/>
                  </a:lnTo>
                  <a:lnTo>
                    <a:pt x="725957" y="23901"/>
                  </a:lnTo>
                  <a:lnTo>
                    <a:pt x="726719" y="17424"/>
                  </a:lnTo>
                  <a:close/>
                </a:path>
                <a:path w="885189" h="342900">
                  <a:moveTo>
                    <a:pt x="872045" y="57150"/>
                  </a:moveTo>
                  <a:lnTo>
                    <a:pt x="738695" y="57150"/>
                  </a:lnTo>
                  <a:lnTo>
                    <a:pt x="733666" y="55816"/>
                  </a:lnTo>
                  <a:lnTo>
                    <a:pt x="725284" y="56007"/>
                  </a:lnTo>
                  <a:lnTo>
                    <a:pt x="717359" y="56972"/>
                  </a:lnTo>
                  <a:lnTo>
                    <a:pt x="716762" y="57150"/>
                  </a:lnTo>
                  <a:lnTo>
                    <a:pt x="702132" y="57150"/>
                  </a:lnTo>
                  <a:lnTo>
                    <a:pt x="702132" y="62865"/>
                  </a:lnTo>
                  <a:lnTo>
                    <a:pt x="702132" y="120015"/>
                  </a:lnTo>
                  <a:lnTo>
                    <a:pt x="701929" y="120116"/>
                  </a:lnTo>
                  <a:lnTo>
                    <a:pt x="694423" y="125158"/>
                  </a:lnTo>
                  <a:lnTo>
                    <a:pt x="693089" y="126326"/>
                  </a:lnTo>
                  <a:lnTo>
                    <a:pt x="693089" y="171450"/>
                  </a:lnTo>
                  <a:lnTo>
                    <a:pt x="688136" y="171450"/>
                  </a:lnTo>
                  <a:lnTo>
                    <a:pt x="688136" y="168910"/>
                  </a:lnTo>
                  <a:lnTo>
                    <a:pt x="690143" y="170497"/>
                  </a:lnTo>
                  <a:lnTo>
                    <a:pt x="693089" y="171450"/>
                  </a:lnTo>
                  <a:lnTo>
                    <a:pt x="693089" y="126326"/>
                  </a:lnTo>
                  <a:lnTo>
                    <a:pt x="688136" y="130619"/>
                  </a:lnTo>
                  <a:lnTo>
                    <a:pt x="688136" y="120015"/>
                  </a:lnTo>
                  <a:lnTo>
                    <a:pt x="702132" y="120015"/>
                  </a:lnTo>
                  <a:lnTo>
                    <a:pt x="702132" y="62865"/>
                  </a:lnTo>
                  <a:lnTo>
                    <a:pt x="701929" y="62966"/>
                  </a:lnTo>
                  <a:lnTo>
                    <a:pt x="694423" y="68008"/>
                  </a:lnTo>
                  <a:lnTo>
                    <a:pt x="693089" y="69176"/>
                  </a:lnTo>
                  <a:lnTo>
                    <a:pt x="693089" y="114300"/>
                  </a:lnTo>
                  <a:lnTo>
                    <a:pt x="688136" y="114300"/>
                  </a:lnTo>
                  <a:lnTo>
                    <a:pt x="688136" y="111760"/>
                  </a:lnTo>
                  <a:lnTo>
                    <a:pt x="690143" y="113347"/>
                  </a:lnTo>
                  <a:lnTo>
                    <a:pt x="693089" y="114300"/>
                  </a:lnTo>
                  <a:lnTo>
                    <a:pt x="693089" y="69176"/>
                  </a:lnTo>
                  <a:lnTo>
                    <a:pt x="687730" y="73812"/>
                  </a:lnTo>
                  <a:lnTo>
                    <a:pt x="682777" y="80073"/>
                  </a:lnTo>
                  <a:lnTo>
                    <a:pt x="679589" y="86817"/>
                  </a:lnTo>
                  <a:lnTo>
                    <a:pt x="678141" y="94005"/>
                  </a:lnTo>
                  <a:lnTo>
                    <a:pt x="678230" y="97155"/>
                  </a:lnTo>
                  <a:lnTo>
                    <a:pt x="678141" y="97155"/>
                  </a:lnTo>
                  <a:lnTo>
                    <a:pt x="678141" y="285750"/>
                  </a:lnTo>
                  <a:lnTo>
                    <a:pt x="490143" y="285750"/>
                  </a:lnTo>
                  <a:lnTo>
                    <a:pt x="490143" y="234315"/>
                  </a:lnTo>
                  <a:lnTo>
                    <a:pt x="678141" y="234315"/>
                  </a:lnTo>
                  <a:lnTo>
                    <a:pt x="678141" y="228600"/>
                  </a:lnTo>
                  <a:lnTo>
                    <a:pt x="490143" y="228600"/>
                  </a:lnTo>
                  <a:lnTo>
                    <a:pt x="490143" y="177165"/>
                  </a:lnTo>
                  <a:lnTo>
                    <a:pt x="678141" y="177165"/>
                  </a:lnTo>
                  <a:lnTo>
                    <a:pt x="678141" y="171450"/>
                  </a:lnTo>
                  <a:lnTo>
                    <a:pt x="514464" y="171450"/>
                  </a:lnTo>
                  <a:lnTo>
                    <a:pt x="522071" y="169379"/>
                  </a:lnTo>
                  <a:lnTo>
                    <a:pt x="530199" y="165785"/>
                  </a:lnTo>
                  <a:lnTo>
                    <a:pt x="554431" y="134010"/>
                  </a:lnTo>
                  <a:lnTo>
                    <a:pt x="554240" y="126771"/>
                  </a:lnTo>
                  <a:lnTo>
                    <a:pt x="551675" y="121539"/>
                  </a:lnTo>
                  <a:lnTo>
                    <a:pt x="549338" y="120015"/>
                  </a:lnTo>
                  <a:lnTo>
                    <a:pt x="678141" y="120015"/>
                  </a:lnTo>
                  <a:lnTo>
                    <a:pt x="678141" y="114300"/>
                  </a:lnTo>
                  <a:lnTo>
                    <a:pt x="540702" y="114300"/>
                  </a:lnTo>
                  <a:lnTo>
                    <a:pt x="535673" y="112966"/>
                  </a:lnTo>
                  <a:lnTo>
                    <a:pt x="527291" y="113157"/>
                  </a:lnTo>
                  <a:lnTo>
                    <a:pt x="519353" y="114122"/>
                  </a:lnTo>
                  <a:lnTo>
                    <a:pt x="518756" y="114300"/>
                  </a:lnTo>
                  <a:lnTo>
                    <a:pt x="504126" y="114300"/>
                  </a:lnTo>
                  <a:lnTo>
                    <a:pt x="504126" y="120015"/>
                  </a:lnTo>
                  <a:lnTo>
                    <a:pt x="503923" y="120116"/>
                  </a:lnTo>
                  <a:lnTo>
                    <a:pt x="496430" y="125158"/>
                  </a:lnTo>
                  <a:lnTo>
                    <a:pt x="495084" y="126326"/>
                  </a:lnTo>
                  <a:lnTo>
                    <a:pt x="495084" y="171450"/>
                  </a:lnTo>
                  <a:lnTo>
                    <a:pt x="490143" y="171450"/>
                  </a:lnTo>
                  <a:lnTo>
                    <a:pt x="490143" y="168922"/>
                  </a:lnTo>
                  <a:lnTo>
                    <a:pt x="492137" y="170497"/>
                  </a:lnTo>
                  <a:lnTo>
                    <a:pt x="495084" y="171450"/>
                  </a:lnTo>
                  <a:lnTo>
                    <a:pt x="495084" y="126326"/>
                  </a:lnTo>
                  <a:lnTo>
                    <a:pt x="489724" y="130962"/>
                  </a:lnTo>
                  <a:lnTo>
                    <a:pt x="484784" y="137223"/>
                  </a:lnTo>
                  <a:lnTo>
                    <a:pt x="481584" y="143967"/>
                  </a:lnTo>
                  <a:lnTo>
                    <a:pt x="480136" y="151155"/>
                  </a:lnTo>
                  <a:lnTo>
                    <a:pt x="480225" y="154305"/>
                  </a:lnTo>
                  <a:lnTo>
                    <a:pt x="480136" y="154305"/>
                  </a:lnTo>
                  <a:lnTo>
                    <a:pt x="480136" y="285750"/>
                  </a:lnTo>
                  <a:lnTo>
                    <a:pt x="316458" y="285750"/>
                  </a:lnTo>
                  <a:lnTo>
                    <a:pt x="351790" y="262890"/>
                  </a:lnTo>
                  <a:lnTo>
                    <a:pt x="356425" y="248310"/>
                  </a:lnTo>
                  <a:lnTo>
                    <a:pt x="356235" y="241071"/>
                  </a:lnTo>
                  <a:lnTo>
                    <a:pt x="356146" y="240893"/>
                  </a:lnTo>
                  <a:lnTo>
                    <a:pt x="356146" y="234315"/>
                  </a:lnTo>
                  <a:lnTo>
                    <a:pt x="480136" y="234315"/>
                  </a:lnTo>
                  <a:lnTo>
                    <a:pt x="480136" y="228600"/>
                  </a:lnTo>
                  <a:lnTo>
                    <a:pt x="356146" y="228600"/>
                  </a:lnTo>
                  <a:lnTo>
                    <a:pt x="356146" y="192633"/>
                  </a:lnTo>
                  <a:lnTo>
                    <a:pt x="356425" y="191160"/>
                  </a:lnTo>
                  <a:lnTo>
                    <a:pt x="356235" y="183921"/>
                  </a:lnTo>
                  <a:lnTo>
                    <a:pt x="356146" y="183743"/>
                  </a:lnTo>
                  <a:lnTo>
                    <a:pt x="356146" y="177165"/>
                  </a:lnTo>
                  <a:lnTo>
                    <a:pt x="480136" y="177165"/>
                  </a:lnTo>
                  <a:lnTo>
                    <a:pt x="480136" y="171450"/>
                  </a:lnTo>
                  <a:lnTo>
                    <a:pt x="356146" y="171450"/>
                  </a:lnTo>
                  <a:lnTo>
                    <a:pt x="356146" y="120015"/>
                  </a:lnTo>
                  <a:lnTo>
                    <a:pt x="504126" y="120015"/>
                  </a:lnTo>
                  <a:lnTo>
                    <a:pt x="504126" y="114300"/>
                  </a:lnTo>
                  <a:lnTo>
                    <a:pt x="356146" y="114300"/>
                  </a:lnTo>
                  <a:lnTo>
                    <a:pt x="356146" y="62865"/>
                  </a:lnTo>
                  <a:lnTo>
                    <a:pt x="702132" y="62865"/>
                  </a:lnTo>
                  <a:lnTo>
                    <a:pt x="702132" y="57150"/>
                  </a:lnTo>
                  <a:lnTo>
                    <a:pt x="356146" y="57150"/>
                  </a:lnTo>
                  <a:lnTo>
                    <a:pt x="356146" y="0"/>
                  </a:lnTo>
                  <a:lnTo>
                    <a:pt x="346138" y="0"/>
                  </a:lnTo>
                  <a:lnTo>
                    <a:pt x="346138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346138" y="62865"/>
                  </a:lnTo>
                  <a:lnTo>
                    <a:pt x="346138" y="114300"/>
                  </a:lnTo>
                  <a:lnTo>
                    <a:pt x="346138" y="120015"/>
                  </a:lnTo>
                  <a:lnTo>
                    <a:pt x="346138" y="171450"/>
                  </a:lnTo>
                  <a:lnTo>
                    <a:pt x="346138" y="212788"/>
                  </a:lnTo>
                  <a:lnTo>
                    <a:pt x="346138" y="228600"/>
                  </a:lnTo>
                  <a:lnTo>
                    <a:pt x="342696" y="228600"/>
                  </a:lnTo>
                  <a:lnTo>
                    <a:pt x="337667" y="227266"/>
                  </a:lnTo>
                  <a:lnTo>
                    <a:pt x="329285" y="227457"/>
                  </a:lnTo>
                  <a:lnTo>
                    <a:pt x="321348" y="228422"/>
                  </a:lnTo>
                  <a:lnTo>
                    <a:pt x="320751" y="228600"/>
                  </a:lnTo>
                  <a:lnTo>
                    <a:pt x="316458" y="228600"/>
                  </a:lnTo>
                  <a:lnTo>
                    <a:pt x="324065" y="226529"/>
                  </a:lnTo>
                  <a:lnTo>
                    <a:pt x="332193" y="222935"/>
                  </a:lnTo>
                  <a:lnTo>
                    <a:pt x="340144" y="218020"/>
                  </a:lnTo>
                  <a:lnTo>
                    <a:pt x="346138" y="212788"/>
                  </a:lnTo>
                  <a:lnTo>
                    <a:pt x="346138" y="171450"/>
                  </a:lnTo>
                  <a:lnTo>
                    <a:pt x="342696" y="171450"/>
                  </a:lnTo>
                  <a:lnTo>
                    <a:pt x="337667" y="170116"/>
                  </a:lnTo>
                  <a:lnTo>
                    <a:pt x="329285" y="170307"/>
                  </a:lnTo>
                  <a:lnTo>
                    <a:pt x="321348" y="171272"/>
                  </a:lnTo>
                  <a:lnTo>
                    <a:pt x="320751" y="171450"/>
                  </a:lnTo>
                  <a:lnTo>
                    <a:pt x="306120" y="171450"/>
                  </a:lnTo>
                  <a:lnTo>
                    <a:pt x="306120" y="177165"/>
                  </a:lnTo>
                  <a:lnTo>
                    <a:pt x="306120" y="234315"/>
                  </a:lnTo>
                  <a:lnTo>
                    <a:pt x="305917" y="234416"/>
                  </a:lnTo>
                  <a:lnTo>
                    <a:pt x="282130" y="265455"/>
                  </a:lnTo>
                  <a:lnTo>
                    <a:pt x="282321" y="271932"/>
                  </a:lnTo>
                  <a:lnTo>
                    <a:pt x="284797" y="277177"/>
                  </a:lnTo>
                  <a:lnTo>
                    <a:pt x="289560" y="281178"/>
                  </a:lnTo>
                  <a:lnTo>
                    <a:pt x="294132" y="284797"/>
                  </a:lnTo>
                  <a:lnTo>
                    <a:pt x="297078" y="285750"/>
                  </a:lnTo>
                  <a:lnTo>
                    <a:pt x="94132" y="285750"/>
                  </a:lnTo>
                  <a:lnTo>
                    <a:pt x="94132" y="234315"/>
                  </a:lnTo>
                  <a:lnTo>
                    <a:pt x="306120" y="234315"/>
                  </a:lnTo>
                  <a:lnTo>
                    <a:pt x="306120" y="177165"/>
                  </a:lnTo>
                  <a:lnTo>
                    <a:pt x="282130" y="208305"/>
                  </a:lnTo>
                  <a:lnTo>
                    <a:pt x="282321" y="214782"/>
                  </a:lnTo>
                  <a:lnTo>
                    <a:pt x="284797" y="220027"/>
                  </a:lnTo>
                  <a:lnTo>
                    <a:pt x="289560" y="224028"/>
                  </a:lnTo>
                  <a:lnTo>
                    <a:pt x="294132" y="227647"/>
                  </a:lnTo>
                  <a:lnTo>
                    <a:pt x="297078" y="228600"/>
                  </a:lnTo>
                  <a:lnTo>
                    <a:pt x="94132" y="228600"/>
                  </a:lnTo>
                  <a:lnTo>
                    <a:pt x="94132" y="177165"/>
                  </a:lnTo>
                  <a:lnTo>
                    <a:pt x="306120" y="177165"/>
                  </a:lnTo>
                  <a:lnTo>
                    <a:pt x="306120" y="171450"/>
                  </a:lnTo>
                  <a:lnTo>
                    <a:pt x="118452" y="171450"/>
                  </a:lnTo>
                  <a:lnTo>
                    <a:pt x="126060" y="169379"/>
                  </a:lnTo>
                  <a:lnTo>
                    <a:pt x="134188" y="165785"/>
                  </a:lnTo>
                  <a:lnTo>
                    <a:pt x="158432" y="134010"/>
                  </a:lnTo>
                  <a:lnTo>
                    <a:pt x="158242" y="126771"/>
                  </a:lnTo>
                  <a:lnTo>
                    <a:pt x="155663" y="121539"/>
                  </a:lnTo>
                  <a:lnTo>
                    <a:pt x="153327" y="120015"/>
                  </a:lnTo>
                  <a:lnTo>
                    <a:pt x="346138" y="120015"/>
                  </a:lnTo>
                  <a:lnTo>
                    <a:pt x="346138" y="114300"/>
                  </a:lnTo>
                  <a:lnTo>
                    <a:pt x="144691" y="114300"/>
                  </a:lnTo>
                  <a:lnTo>
                    <a:pt x="139661" y="112966"/>
                  </a:lnTo>
                  <a:lnTo>
                    <a:pt x="131279" y="113157"/>
                  </a:lnTo>
                  <a:lnTo>
                    <a:pt x="123355" y="114122"/>
                  </a:lnTo>
                  <a:lnTo>
                    <a:pt x="122758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108127" y="120015"/>
                  </a:lnTo>
                  <a:lnTo>
                    <a:pt x="107924" y="120116"/>
                  </a:lnTo>
                  <a:lnTo>
                    <a:pt x="100418" y="125158"/>
                  </a:lnTo>
                  <a:lnTo>
                    <a:pt x="99085" y="126326"/>
                  </a:lnTo>
                  <a:lnTo>
                    <a:pt x="99085" y="171450"/>
                  </a:lnTo>
                  <a:lnTo>
                    <a:pt x="94132" y="171450"/>
                  </a:lnTo>
                  <a:lnTo>
                    <a:pt x="94132" y="168910"/>
                  </a:lnTo>
                  <a:lnTo>
                    <a:pt x="96139" y="170497"/>
                  </a:lnTo>
                  <a:lnTo>
                    <a:pt x="99085" y="171450"/>
                  </a:lnTo>
                  <a:lnTo>
                    <a:pt x="99085" y="126326"/>
                  </a:lnTo>
                  <a:lnTo>
                    <a:pt x="93726" y="130962"/>
                  </a:lnTo>
                  <a:lnTo>
                    <a:pt x="88773" y="137223"/>
                  </a:lnTo>
                  <a:lnTo>
                    <a:pt x="85572" y="143967"/>
                  </a:lnTo>
                  <a:lnTo>
                    <a:pt x="84137" y="151155"/>
                  </a:lnTo>
                  <a:lnTo>
                    <a:pt x="84213" y="154305"/>
                  </a:lnTo>
                  <a:lnTo>
                    <a:pt x="8413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84137" y="177165"/>
                  </a:lnTo>
                  <a:lnTo>
                    <a:pt x="8413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84137" y="234315"/>
                  </a:lnTo>
                  <a:lnTo>
                    <a:pt x="84137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84137" y="291465"/>
                  </a:lnTo>
                  <a:lnTo>
                    <a:pt x="84137" y="342900"/>
                  </a:lnTo>
                  <a:lnTo>
                    <a:pt x="94132" y="342900"/>
                  </a:lnTo>
                  <a:lnTo>
                    <a:pt x="94132" y="291465"/>
                  </a:lnTo>
                  <a:lnTo>
                    <a:pt x="480136" y="291465"/>
                  </a:lnTo>
                  <a:lnTo>
                    <a:pt x="480136" y="342900"/>
                  </a:lnTo>
                  <a:lnTo>
                    <a:pt x="490143" y="342900"/>
                  </a:lnTo>
                  <a:lnTo>
                    <a:pt x="490143" y="291465"/>
                  </a:lnTo>
                  <a:lnTo>
                    <a:pt x="678141" y="291465"/>
                  </a:lnTo>
                  <a:lnTo>
                    <a:pt x="678141" y="342900"/>
                  </a:lnTo>
                  <a:lnTo>
                    <a:pt x="688136" y="342900"/>
                  </a:lnTo>
                  <a:lnTo>
                    <a:pt x="688136" y="291465"/>
                  </a:lnTo>
                  <a:lnTo>
                    <a:pt x="872045" y="291465"/>
                  </a:lnTo>
                  <a:lnTo>
                    <a:pt x="872045" y="285750"/>
                  </a:lnTo>
                  <a:lnTo>
                    <a:pt x="688136" y="285750"/>
                  </a:lnTo>
                  <a:lnTo>
                    <a:pt x="688136" y="234315"/>
                  </a:lnTo>
                  <a:lnTo>
                    <a:pt x="872045" y="234315"/>
                  </a:lnTo>
                  <a:lnTo>
                    <a:pt x="872045" y="228600"/>
                  </a:lnTo>
                  <a:lnTo>
                    <a:pt x="688136" y="228600"/>
                  </a:lnTo>
                  <a:lnTo>
                    <a:pt x="688136" y="177165"/>
                  </a:lnTo>
                  <a:lnTo>
                    <a:pt x="872045" y="177165"/>
                  </a:lnTo>
                  <a:lnTo>
                    <a:pt x="872045" y="171450"/>
                  </a:lnTo>
                  <a:lnTo>
                    <a:pt x="712470" y="171450"/>
                  </a:lnTo>
                  <a:lnTo>
                    <a:pt x="720077" y="169379"/>
                  </a:lnTo>
                  <a:lnTo>
                    <a:pt x="728205" y="165785"/>
                  </a:lnTo>
                  <a:lnTo>
                    <a:pt x="752436" y="134010"/>
                  </a:lnTo>
                  <a:lnTo>
                    <a:pt x="752246" y="126771"/>
                  </a:lnTo>
                  <a:lnTo>
                    <a:pt x="749668" y="121539"/>
                  </a:lnTo>
                  <a:lnTo>
                    <a:pt x="747331" y="120015"/>
                  </a:lnTo>
                  <a:lnTo>
                    <a:pt x="872045" y="120015"/>
                  </a:lnTo>
                  <a:lnTo>
                    <a:pt x="872045" y="114300"/>
                  </a:lnTo>
                  <a:lnTo>
                    <a:pt x="738695" y="114300"/>
                  </a:lnTo>
                  <a:lnTo>
                    <a:pt x="733666" y="112966"/>
                  </a:lnTo>
                  <a:lnTo>
                    <a:pt x="725284" y="113157"/>
                  </a:lnTo>
                  <a:lnTo>
                    <a:pt x="717359" y="114122"/>
                  </a:lnTo>
                  <a:lnTo>
                    <a:pt x="716762" y="114300"/>
                  </a:lnTo>
                  <a:lnTo>
                    <a:pt x="712470" y="114300"/>
                  </a:lnTo>
                  <a:lnTo>
                    <a:pt x="747788" y="91440"/>
                  </a:lnTo>
                  <a:lnTo>
                    <a:pt x="752436" y="76860"/>
                  </a:lnTo>
                  <a:lnTo>
                    <a:pt x="752246" y="69621"/>
                  </a:lnTo>
                  <a:lnTo>
                    <a:pt x="749668" y="64389"/>
                  </a:lnTo>
                  <a:lnTo>
                    <a:pt x="747331" y="62865"/>
                  </a:lnTo>
                  <a:lnTo>
                    <a:pt x="872045" y="62865"/>
                  </a:lnTo>
                  <a:lnTo>
                    <a:pt x="872045" y="57150"/>
                  </a:lnTo>
                  <a:close/>
                </a:path>
                <a:path w="885189" h="342900">
                  <a:moveTo>
                    <a:pt x="884745" y="59436"/>
                  </a:moveTo>
                  <a:lnTo>
                    <a:pt x="876173" y="59436"/>
                  </a:lnTo>
                  <a:lnTo>
                    <a:pt x="876173" y="291465"/>
                  </a:lnTo>
                  <a:lnTo>
                    <a:pt x="884745" y="291465"/>
                  </a:lnTo>
                  <a:lnTo>
                    <a:pt x="884745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5EF8514B-48AD-DC26-0569-4D763541FDF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5751" y="2642832"/>
              <a:ext cx="183641" cy="99822"/>
            </a:xfrm>
            <a:prstGeom prst="rect">
              <a:avLst/>
            </a:prstGeom>
          </p:spPr>
        </p:pic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ECE7E0E0-A354-0FD4-C4D6-3AFADC01F28D}"/>
                </a:ext>
              </a:extLst>
            </p:cNvPr>
            <p:cNvSpPr/>
            <p:nvPr/>
          </p:nvSpPr>
          <p:spPr>
            <a:xfrm>
              <a:off x="1628521" y="2201452"/>
              <a:ext cx="933450" cy="450850"/>
            </a:xfrm>
            <a:custGeom>
              <a:avLst/>
              <a:gdLst/>
              <a:ahLst/>
              <a:cxnLst/>
              <a:rect l="l" t="t" r="r" b="b"/>
              <a:pathLst>
                <a:path w="933450" h="450850">
                  <a:moveTo>
                    <a:pt x="193865" y="10566"/>
                  </a:moveTo>
                  <a:lnTo>
                    <a:pt x="193103" y="4089"/>
                  </a:lnTo>
                  <a:lnTo>
                    <a:pt x="189484" y="571"/>
                  </a:lnTo>
                  <a:lnTo>
                    <a:pt x="183007" y="0"/>
                  </a:lnTo>
                  <a:lnTo>
                    <a:pt x="176339" y="571"/>
                  </a:lnTo>
                  <a:lnTo>
                    <a:pt x="172720" y="4089"/>
                  </a:lnTo>
                  <a:lnTo>
                    <a:pt x="172148" y="10566"/>
                  </a:lnTo>
                  <a:lnTo>
                    <a:pt x="172720" y="17043"/>
                  </a:lnTo>
                  <a:lnTo>
                    <a:pt x="176339" y="20764"/>
                  </a:lnTo>
                  <a:lnTo>
                    <a:pt x="183007" y="21717"/>
                  </a:lnTo>
                  <a:lnTo>
                    <a:pt x="189484" y="20764"/>
                  </a:lnTo>
                  <a:lnTo>
                    <a:pt x="193103" y="17043"/>
                  </a:lnTo>
                  <a:lnTo>
                    <a:pt x="193865" y="10566"/>
                  </a:lnTo>
                  <a:close/>
                </a:path>
                <a:path w="933450" h="450850">
                  <a:moveTo>
                    <a:pt x="933208" y="78867"/>
                  </a:moveTo>
                  <a:lnTo>
                    <a:pt x="218224" y="78867"/>
                  </a:lnTo>
                  <a:lnTo>
                    <a:pt x="219583" y="72580"/>
                  </a:lnTo>
                  <a:lnTo>
                    <a:pt x="220345" y="63817"/>
                  </a:lnTo>
                  <a:lnTo>
                    <a:pt x="217474" y="56857"/>
                  </a:lnTo>
                  <a:lnTo>
                    <a:pt x="217398" y="56667"/>
                  </a:lnTo>
                  <a:lnTo>
                    <a:pt x="211874" y="52095"/>
                  </a:lnTo>
                  <a:lnTo>
                    <a:pt x="211874" y="61429"/>
                  </a:lnTo>
                  <a:lnTo>
                    <a:pt x="211874" y="65049"/>
                  </a:lnTo>
                  <a:lnTo>
                    <a:pt x="209867" y="69240"/>
                  </a:lnTo>
                  <a:lnTo>
                    <a:pt x="205867" y="74002"/>
                  </a:lnTo>
                  <a:lnTo>
                    <a:pt x="200253" y="78867"/>
                  </a:lnTo>
                  <a:lnTo>
                    <a:pt x="193675" y="78867"/>
                  </a:lnTo>
                  <a:lnTo>
                    <a:pt x="193675" y="84582"/>
                  </a:lnTo>
                  <a:lnTo>
                    <a:pt x="163004" y="99910"/>
                  </a:lnTo>
                  <a:lnTo>
                    <a:pt x="159004" y="99720"/>
                  </a:lnTo>
                  <a:lnTo>
                    <a:pt x="155295" y="99377"/>
                  </a:lnTo>
                  <a:lnTo>
                    <a:pt x="155295" y="90297"/>
                  </a:lnTo>
                  <a:lnTo>
                    <a:pt x="154317" y="90297"/>
                  </a:lnTo>
                  <a:lnTo>
                    <a:pt x="154508" y="89509"/>
                  </a:lnTo>
                  <a:lnTo>
                    <a:pt x="157403" y="84582"/>
                  </a:lnTo>
                  <a:lnTo>
                    <a:pt x="193675" y="84582"/>
                  </a:lnTo>
                  <a:lnTo>
                    <a:pt x="193675" y="78867"/>
                  </a:lnTo>
                  <a:lnTo>
                    <a:pt x="162585" y="78867"/>
                  </a:lnTo>
                  <a:lnTo>
                    <a:pt x="173482" y="70002"/>
                  </a:lnTo>
                  <a:lnTo>
                    <a:pt x="179298" y="66294"/>
                  </a:lnTo>
                  <a:lnTo>
                    <a:pt x="186728" y="62293"/>
                  </a:lnTo>
                  <a:lnTo>
                    <a:pt x="194348" y="58483"/>
                  </a:lnTo>
                  <a:lnTo>
                    <a:pt x="201015" y="56857"/>
                  </a:lnTo>
                  <a:lnTo>
                    <a:pt x="206730" y="57429"/>
                  </a:lnTo>
                  <a:lnTo>
                    <a:pt x="209588" y="57810"/>
                  </a:lnTo>
                  <a:lnTo>
                    <a:pt x="211302" y="59143"/>
                  </a:lnTo>
                  <a:lnTo>
                    <a:pt x="211874" y="61429"/>
                  </a:lnTo>
                  <a:lnTo>
                    <a:pt x="211874" y="52095"/>
                  </a:lnTo>
                  <a:lnTo>
                    <a:pt x="210731" y="51142"/>
                  </a:lnTo>
                  <a:lnTo>
                    <a:pt x="205587" y="48285"/>
                  </a:lnTo>
                  <a:lnTo>
                    <a:pt x="199771" y="47142"/>
                  </a:lnTo>
                  <a:lnTo>
                    <a:pt x="193294" y="47713"/>
                  </a:lnTo>
                  <a:lnTo>
                    <a:pt x="155270" y="64325"/>
                  </a:lnTo>
                  <a:lnTo>
                    <a:pt x="146773" y="78867"/>
                  </a:lnTo>
                  <a:lnTo>
                    <a:pt x="0" y="78867"/>
                  </a:lnTo>
                  <a:lnTo>
                    <a:pt x="0" y="84582"/>
                  </a:lnTo>
                  <a:lnTo>
                    <a:pt x="145580" y="84582"/>
                  </a:lnTo>
                  <a:lnTo>
                    <a:pt x="144627" y="93345"/>
                  </a:lnTo>
                  <a:lnTo>
                    <a:pt x="145288" y="94945"/>
                  </a:lnTo>
                  <a:lnTo>
                    <a:pt x="145288" y="136017"/>
                  </a:lnTo>
                  <a:lnTo>
                    <a:pt x="0" y="136017"/>
                  </a:lnTo>
                  <a:lnTo>
                    <a:pt x="0" y="141732"/>
                  </a:lnTo>
                  <a:lnTo>
                    <a:pt x="145288" y="141732"/>
                  </a:lnTo>
                  <a:lnTo>
                    <a:pt x="145288" y="193167"/>
                  </a:lnTo>
                  <a:lnTo>
                    <a:pt x="0" y="193167"/>
                  </a:lnTo>
                  <a:lnTo>
                    <a:pt x="0" y="198882"/>
                  </a:lnTo>
                  <a:lnTo>
                    <a:pt x="145288" y="198882"/>
                  </a:lnTo>
                  <a:lnTo>
                    <a:pt x="145288" y="250317"/>
                  </a:lnTo>
                  <a:lnTo>
                    <a:pt x="0" y="250317"/>
                  </a:lnTo>
                  <a:lnTo>
                    <a:pt x="0" y="256032"/>
                  </a:lnTo>
                  <a:lnTo>
                    <a:pt x="145288" y="256032"/>
                  </a:lnTo>
                  <a:lnTo>
                    <a:pt x="145288" y="307467"/>
                  </a:lnTo>
                  <a:lnTo>
                    <a:pt x="0" y="307467"/>
                  </a:lnTo>
                  <a:lnTo>
                    <a:pt x="0" y="313182"/>
                  </a:lnTo>
                  <a:lnTo>
                    <a:pt x="145288" y="313182"/>
                  </a:lnTo>
                  <a:lnTo>
                    <a:pt x="145288" y="450342"/>
                  </a:lnTo>
                  <a:lnTo>
                    <a:pt x="155295" y="450342"/>
                  </a:lnTo>
                  <a:lnTo>
                    <a:pt x="155295" y="313182"/>
                  </a:lnTo>
                  <a:lnTo>
                    <a:pt x="933208" y="313182"/>
                  </a:lnTo>
                  <a:lnTo>
                    <a:pt x="933208" y="307467"/>
                  </a:lnTo>
                  <a:lnTo>
                    <a:pt x="155295" y="307467"/>
                  </a:lnTo>
                  <a:lnTo>
                    <a:pt x="155295" y="256032"/>
                  </a:lnTo>
                  <a:lnTo>
                    <a:pt x="933208" y="256032"/>
                  </a:lnTo>
                  <a:lnTo>
                    <a:pt x="933208" y="250317"/>
                  </a:lnTo>
                  <a:lnTo>
                    <a:pt x="155295" y="250317"/>
                  </a:lnTo>
                  <a:lnTo>
                    <a:pt x="155295" y="198882"/>
                  </a:lnTo>
                  <a:lnTo>
                    <a:pt x="933208" y="198882"/>
                  </a:lnTo>
                  <a:lnTo>
                    <a:pt x="933208" y="193167"/>
                  </a:lnTo>
                  <a:lnTo>
                    <a:pt x="155295" y="193167"/>
                  </a:lnTo>
                  <a:lnTo>
                    <a:pt x="155295" y="141732"/>
                  </a:lnTo>
                  <a:lnTo>
                    <a:pt x="933208" y="141732"/>
                  </a:lnTo>
                  <a:lnTo>
                    <a:pt x="933208" y="136017"/>
                  </a:lnTo>
                  <a:lnTo>
                    <a:pt x="155295" y="136017"/>
                  </a:lnTo>
                  <a:lnTo>
                    <a:pt x="155295" y="106489"/>
                  </a:lnTo>
                  <a:lnTo>
                    <a:pt x="159575" y="108864"/>
                  </a:lnTo>
                  <a:lnTo>
                    <a:pt x="165290" y="110007"/>
                  </a:lnTo>
                  <a:lnTo>
                    <a:pt x="200355" y="99910"/>
                  </a:lnTo>
                  <a:lnTo>
                    <a:pt x="203009" y="98298"/>
                  </a:lnTo>
                  <a:lnTo>
                    <a:pt x="209727" y="92722"/>
                  </a:lnTo>
                  <a:lnTo>
                    <a:pt x="214731" y="86575"/>
                  </a:lnTo>
                  <a:lnTo>
                    <a:pt x="215709" y="84582"/>
                  </a:lnTo>
                  <a:lnTo>
                    <a:pt x="933208" y="84582"/>
                  </a:lnTo>
                  <a:lnTo>
                    <a:pt x="933208" y="788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0598CD0C-641F-55BD-C70D-B7107385651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2669" y="2334317"/>
              <a:ext cx="136207" cy="156305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C8F26380-D033-5683-B490-48EC57826CD5}"/>
                </a:ext>
              </a:extLst>
            </p:cNvPr>
            <p:cNvSpPr/>
            <p:nvPr/>
          </p:nvSpPr>
          <p:spPr>
            <a:xfrm>
              <a:off x="2169820" y="2230027"/>
              <a:ext cx="48895" cy="422275"/>
            </a:xfrm>
            <a:custGeom>
              <a:avLst/>
              <a:gdLst/>
              <a:ahLst/>
              <a:cxnLst/>
              <a:rect l="l" t="t" r="r" b="b"/>
              <a:pathLst>
                <a:path w="48894" h="422275">
                  <a:moveTo>
                    <a:pt x="9994" y="90297"/>
                  </a:moveTo>
                  <a:lnTo>
                    <a:pt x="0" y="90297"/>
                  </a:lnTo>
                  <a:lnTo>
                    <a:pt x="0" y="421767"/>
                  </a:lnTo>
                  <a:lnTo>
                    <a:pt x="9994" y="421767"/>
                  </a:lnTo>
                  <a:lnTo>
                    <a:pt x="9994" y="90297"/>
                  </a:lnTo>
                  <a:close/>
                </a:path>
                <a:path w="48894" h="422275">
                  <a:moveTo>
                    <a:pt x="48577" y="10566"/>
                  </a:moveTo>
                  <a:lnTo>
                    <a:pt x="47815" y="4089"/>
                  </a:lnTo>
                  <a:lnTo>
                    <a:pt x="44196" y="571"/>
                  </a:lnTo>
                  <a:lnTo>
                    <a:pt x="37719" y="0"/>
                  </a:lnTo>
                  <a:lnTo>
                    <a:pt x="31051" y="571"/>
                  </a:lnTo>
                  <a:lnTo>
                    <a:pt x="27432" y="4089"/>
                  </a:lnTo>
                  <a:lnTo>
                    <a:pt x="26860" y="10566"/>
                  </a:lnTo>
                  <a:lnTo>
                    <a:pt x="27432" y="17043"/>
                  </a:lnTo>
                  <a:lnTo>
                    <a:pt x="31051" y="20764"/>
                  </a:lnTo>
                  <a:lnTo>
                    <a:pt x="37719" y="21717"/>
                  </a:lnTo>
                  <a:lnTo>
                    <a:pt x="44196" y="20764"/>
                  </a:lnTo>
                  <a:lnTo>
                    <a:pt x="47815" y="17043"/>
                  </a:lnTo>
                  <a:lnTo>
                    <a:pt x="48577" y="105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C6F280A4-DE7E-1ED2-64E3-857891E46D6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69158" y="2277167"/>
              <a:ext cx="75723" cy="120014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CAF1B6D-3935-297F-FB3A-A4F396067965}"/>
                </a:ext>
              </a:extLst>
            </p:cNvPr>
            <p:cNvSpPr/>
            <p:nvPr/>
          </p:nvSpPr>
          <p:spPr>
            <a:xfrm>
              <a:off x="2169147" y="2166019"/>
              <a:ext cx="1467485" cy="400050"/>
            </a:xfrm>
            <a:custGeom>
              <a:avLst/>
              <a:gdLst/>
              <a:ahLst/>
              <a:cxnLst/>
              <a:rect l="l" t="t" r="r" b="b"/>
              <a:pathLst>
                <a:path w="1467485" h="400050">
                  <a:moveTo>
                    <a:pt x="75730" y="270700"/>
                  </a:moveTo>
                  <a:lnTo>
                    <a:pt x="72859" y="263740"/>
                  </a:lnTo>
                  <a:lnTo>
                    <a:pt x="72771" y="263550"/>
                  </a:lnTo>
                  <a:lnTo>
                    <a:pt x="67246" y="258978"/>
                  </a:lnTo>
                  <a:lnTo>
                    <a:pt x="67246" y="268312"/>
                  </a:lnTo>
                  <a:lnTo>
                    <a:pt x="67246" y="271932"/>
                  </a:lnTo>
                  <a:lnTo>
                    <a:pt x="34671" y="301180"/>
                  </a:lnTo>
                  <a:lnTo>
                    <a:pt x="18389" y="306793"/>
                  </a:lnTo>
                  <a:lnTo>
                    <a:pt x="14389" y="306603"/>
                  </a:lnTo>
                  <a:lnTo>
                    <a:pt x="10388" y="306222"/>
                  </a:lnTo>
                  <a:lnTo>
                    <a:pt x="8483" y="304507"/>
                  </a:lnTo>
                  <a:lnTo>
                    <a:pt x="8674" y="301459"/>
                  </a:lnTo>
                  <a:lnTo>
                    <a:pt x="34671" y="273177"/>
                  </a:lnTo>
                  <a:lnTo>
                    <a:pt x="56388" y="263740"/>
                  </a:lnTo>
                  <a:lnTo>
                    <a:pt x="62103" y="264312"/>
                  </a:lnTo>
                  <a:lnTo>
                    <a:pt x="64960" y="264693"/>
                  </a:lnTo>
                  <a:lnTo>
                    <a:pt x="66675" y="266026"/>
                  </a:lnTo>
                  <a:lnTo>
                    <a:pt x="67246" y="268312"/>
                  </a:lnTo>
                  <a:lnTo>
                    <a:pt x="67246" y="258978"/>
                  </a:lnTo>
                  <a:lnTo>
                    <a:pt x="66103" y="258025"/>
                  </a:lnTo>
                  <a:lnTo>
                    <a:pt x="60960" y="255168"/>
                  </a:lnTo>
                  <a:lnTo>
                    <a:pt x="55156" y="254025"/>
                  </a:lnTo>
                  <a:lnTo>
                    <a:pt x="48679" y="254596"/>
                  </a:lnTo>
                  <a:lnTo>
                    <a:pt x="10655" y="271208"/>
                  </a:lnTo>
                  <a:lnTo>
                    <a:pt x="0" y="300228"/>
                  </a:lnTo>
                  <a:lnTo>
                    <a:pt x="2959" y="307365"/>
                  </a:lnTo>
                  <a:lnTo>
                    <a:pt x="9817" y="312889"/>
                  </a:lnTo>
                  <a:lnTo>
                    <a:pt x="14960" y="315747"/>
                  </a:lnTo>
                  <a:lnTo>
                    <a:pt x="20675" y="316890"/>
                  </a:lnTo>
                  <a:lnTo>
                    <a:pt x="26962" y="316318"/>
                  </a:lnTo>
                  <a:lnTo>
                    <a:pt x="35039" y="315417"/>
                  </a:lnTo>
                  <a:lnTo>
                    <a:pt x="42964" y="313245"/>
                  </a:lnTo>
                  <a:lnTo>
                    <a:pt x="50749" y="309841"/>
                  </a:lnTo>
                  <a:lnTo>
                    <a:pt x="55740" y="306793"/>
                  </a:lnTo>
                  <a:lnTo>
                    <a:pt x="58394" y="305181"/>
                  </a:lnTo>
                  <a:lnTo>
                    <a:pt x="65112" y="299605"/>
                  </a:lnTo>
                  <a:lnTo>
                    <a:pt x="70104" y="293458"/>
                  </a:lnTo>
                  <a:lnTo>
                    <a:pt x="73393" y="286753"/>
                  </a:lnTo>
                  <a:lnTo>
                    <a:pt x="74968" y="279463"/>
                  </a:lnTo>
                  <a:lnTo>
                    <a:pt x="75730" y="270700"/>
                  </a:lnTo>
                  <a:close/>
                </a:path>
                <a:path w="1467485" h="400050">
                  <a:moveTo>
                    <a:pt x="1467294" y="114300"/>
                  </a:moveTo>
                  <a:lnTo>
                    <a:pt x="665035" y="114300"/>
                  </a:lnTo>
                  <a:lnTo>
                    <a:pt x="665035" y="0"/>
                  </a:lnTo>
                  <a:lnTo>
                    <a:pt x="655027" y="0"/>
                  </a:lnTo>
                  <a:lnTo>
                    <a:pt x="655027" y="342900"/>
                  </a:lnTo>
                  <a:lnTo>
                    <a:pt x="536448" y="342900"/>
                  </a:lnTo>
                  <a:lnTo>
                    <a:pt x="533400" y="338899"/>
                  </a:lnTo>
                  <a:lnTo>
                    <a:pt x="531685" y="335368"/>
                  </a:lnTo>
                  <a:lnTo>
                    <a:pt x="531304" y="332320"/>
                  </a:lnTo>
                  <a:lnTo>
                    <a:pt x="532257" y="327177"/>
                  </a:lnTo>
                  <a:lnTo>
                    <a:pt x="535203" y="322795"/>
                  </a:lnTo>
                  <a:lnTo>
                    <a:pt x="540156" y="319176"/>
                  </a:lnTo>
                  <a:lnTo>
                    <a:pt x="545680" y="314985"/>
                  </a:lnTo>
                  <a:lnTo>
                    <a:pt x="548830" y="310134"/>
                  </a:lnTo>
                  <a:lnTo>
                    <a:pt x="549592" y="304609"/>
                  </a:lnTo>
                  <a:lnTo>
                    <a:pt x="548830" y="300990"/>
                  </a:lnTo>
                  <a:lnTo>
                    <a:pt x="547116" y="297561"/>
                  </a:lnTo>
                  <a:lnTo>
                    <a:pt x="544449" y="294322"/>
                  </a:lnTo>
                  <a:lnTo>
                    <a:pt x="541782" y="291465"/>
                  </a:lnTo>
                  <a:lnTo>
                    <a:pt x="655027" y="291465"/>
                  </a:lnTo>
                  <a:lnTo>
                    <a:pt x="655027" y="285750"/>
                  </a:lnTo>
                  <a:lnTo>
                    <a:pt x="537870" y="285750"/>
                  </a:lnTo>
                  <a:lnTo>
                    <a:pt x="537870" y="296608"/>
                  </a:lnTo>
                  <a:lnTo>
                    <a:pt x="536917" y="301561"/>
                  </a:lnTo>
                  <a:lnTo>
                    <a:pt x="533971" y="305943"/>
                  </a:lnTo>
                  <a:lnTo>
                    <a:pt x="529018" y="309753"/>
                  </a:lnTo>
                  <a:lnTo>
                    <a:pt x="523494" y="313563"/>
                  </a:lnTo>
                  <a:lnTo>
                    <a:pt x="520344" y="318325"/>
                  </a:lnTo>
                  <a:lnTo>
                    <a:pt x="519582" y="324040"/>
                  </a:lnTo>
                  <a:lnTo>
                    <a:pt x="520344" y="327660"/>
                  </a:lnTo>
                  <a:lnTo>
                    <a:pt x="522058" y="331089"/>
                  </a:lnTo>
                  <a:lnTo>
                    <a:pt x="524725" y="334327"/>
                  </a:lnTo>
                  <a:lnTo>
                    <a:pt x="532447" y="342900"/>
                  </a:lnTo>
                  <a:lnTo>
                    <a:pt x="405282" y="342900"/>
                  </a:lnTo>
                  <a:lnTo>
                    <a:pt x="405282" y="291465"/>
                  </a:lnTo>
                  <a:lnTo>
                    <a:pt x="536727" y="291465"/>
                  </a:lnTo>
                  <a:lnTo>
                    <a:pt x="537108" y="292227"/>
                  </a:lnTo>
                  <a:lnTo>
                    <a:pt x="537870" y="296608"/>
                  </a:lnTo>
                  <a:lnTo>
                    <a:pt x="537870" y="285750"/>
                  </a:lnTo>
                  <a:lnTo>
                    <a:pt x="536448" y="285750"/>
                  </a:lnTo>
                  <a:lnTo>
                    <a:pt x="533400" y="281749"/>
                  </a:lnTo>
                  <a:lnTo>
                    <a:pt x="531685" y="278218"/>
                  </a:lnTo>
                  <a:lnTo>
                    <a:pt x="531304" y="275170"/>
                  </a:lnTo>
                  <a:lnTo>
                    <a:pt x="532257" y="270027"/>
                  </a:lnTo>
                  <a:lnTo>
                    <a:pt x="535203" y="265645"/>
                  </a:lnTo>
                  <a:lnTo>
                    <a:pt x="540156" y="262026"/>
                  </a:lnTo>
                  <a:lnTo>
                    <a:pt x="545680" y="257835"/>
                  </a:lnTo>
                  <a:lnTo>
                    <a:pt x="548830" y="252984"/>
                  </a:lnTo>
                  <a:lnTo>
                    <a:pt x="549592" y="247459"/>
                  </a:lnTo>
                  <a:lnTo>
                    <a:pt x="548830" y="243840"/>
                  </a:lnTo>
                  <a:lnTo>
                    <a:pt x="547116" y="240411"/>
                  </a:lnTo>
                  <a:lnTo>
                    <a:pt x="544449" y="237172"/>
                  </a:lnTo>
                  <a:lnTo>
                    <a:pt x="541782" y="234315"/>
                  </a:lnTo>
                  <a:lnTo>
                    <a:pt x="655027" y="234315"/>
                  </a:lnTo>
                  <a:lnTo>
                    <a:pt x="655027" y="228600"/>
                  </a:lnTo>
                  <a:lnTo>
                    <a:pt x="537870" y="228600"/>
                  </a:lnTo>
                  <a:lnTo>
                    <a:pt x="537870" y="239458"/>
                  </a:lnTo>
                  <a:lnTo>
                    <a:pt x="536917" y="244411"/>
                  </a:lnTo>
                  <a:lnTo>
                    <a:pt x="533971" y="248793"/>
                  </a:lnTo>
                  <a:lnTo>
                    <a:pt x="529018" y="252603"/>
                  </a:lnTo>
                  <a:lnTo>
                    <a:pt x="523494" y="256413"/>
                  </a:lnTo>
                  <a:lnTo>
                    <a:pt x="520344" y="261175"/>
                  </a:lnTo>
                  <a:lnTo>
                    <a:pt x="519582" y="266890"/>
                  </a:lnTo>
                  <a:lnTo>
                    <a:pt x="520344" y="270510"/>
                  </a:lnTo>
                  <a:lnTo>
                    <a:pt x="522058" y="273939"/>
                  </a:lnTo>
                  <a:lnTo>
                    <a:pt x="524725" y="277177"/>
                  </a:lnTo>
                  <a:lnTo>
                    <a:pt x="532447" y="285750"/>
                  </a:lnTo>
                  <a:lnTo>
                    <a:pt x="405282" y="285750"/>
                  </a:lnTo>
                  <a:lnTo>
                    <a:pt x="405282" y="234315"/>
                  </a:lnTo>
                  <a:lnTo>
                    <a:pt x="536727" y="234315"/>
                  </a:lnTo>
                  <a:lnTo>
                    <a:pt x="537108" y="235077"/>
                  </a:lnTo>
                  <a:lnTo>
                    <a:pt x="537870" y="239458"/>
                  </a:lnTo>
                  <a:lnTo>
                    <a:pt x="537870" y="228600"/>
                  </a:lnTo>
                  <a:lnTo>
                    <a:pt x="536448" y="228600"/>
                  </a:lnTo>
                  <a:lnTo>
                    <a:pt x="533400" y="224599"/>
                  </a:lnTo>
                  <a:lnTo>
                    <a:pt x="531685" y="221068"/>
                  </a:lnTo>
                  <a:lnTo>
                    <a:pt x="531304" y="218020"/>
                  </a:lnTo>
                  <a:lnTo>
                    <a:pt x="532257" y="212877"/>
                  </a:lnTo>
                  <a:lnTo>
                    <a:pt x="535203" y="208495"/>
                  </a:lnTo>
                  <a:lnTo>
                    <a:pt x="540156" y="204876"/>
                  </a:lnTo>
                  <a:lnTo>
                    <a:pt x="545680" y="200685"/>
                  </a:lnTo>
                  <a:lnTo>
                    <a:pt x="548830" y="195834"/>
                  </a:lnTo>
                  <a:lnTo>
                    <a:pt x="549592" y="190309"/>
                  </a:lnTo>
                  <a:lnTo>
                    <a:pt x="548830" y="186690"/>
                  </a:lnTo>
                  <a:lnTo>
                    <a:pt x="547116" y="183261"/>
                  </a:lnTo>
                  <a:lnTo>
                    <a:pt x="544449" y="180022"/>
                  </a:lnTo>
                  <a:lnTo>
                    <a:pt x="541782" y="177165"/>
                  </a:lnTo>
                  <a:lnTo>
                    <a:pt x="655027" y="177165"/>
                  </a:lnTo>
                  <a:lnTo>
                    <a:pt x="655027" y="171450"/>
                  </a:lnTo>
                  <a:lnTo>
                    <a:pt x="537870" y="171450"/>
                  </a:lnTo>
                  <a:lnTo>
                    <a:pt x="537870" y="182308"/>
                  </a:lnTo>
                  <a:lnTo>
                    <a:pt x="536917" y="187261"/>
                  </a:lnTo>
                  <a:lnTo>
                    <a:pt x="533971" y="191643"/>
                  </a:lnTo>
                  <a:lnTo>
                    <a:pt x="529018" y="195453"/>
                  </a:lnTo>
                  <a:lnTo>
                    <a:pt x="523494" y="199263"/>
                  </a:lnTo>
                  <a:lnTo>
                    <a:pt x="520344" y="204025"/>
                  </a:lnTo>
                  <a:lnTo>
                    <a:pt x="519582" y="209740"/>
                  </a:lnTo>
                  <a:lnTo>
                    <a:pt x="520344" y="213360"/>
                  </a:lnTo>
                  <a:lnTo>
                    <a:pt x="522058" y="216789"/>
                  </a:lnTo>
                  <a:lnTo>
                    <a:pt x="524725" y="220027"/>
                  </a:lnTo>
                  <a:lnTo>
                    <a:pt x="532447" y="228600"/>
                  </a:lnTo>
                  <a:lnTo>
                    <a:pt x="405282" y="228600"/>
                  </a:lnTo>
                  <a:lnTo>
                    <a:pt x="405282" y="177165"/>
                  </a:lnTo>
                  <a:lnTo>
                    <a:pt x="536727" y="177165"/>
                  </a:lnTo>
                  <a:lnTo>
                    <a:pt x="537108" y="177927"/>
                  </a:lnTo>
                  <a:lnTo>
                    <a:pt x="537870" y="182308"/>
                  </a:lnTo>
                  <a:lnTo>
                    <a:pt x="537870" y="171450"/>
                  </a:lnTo>
                  <a:lnTo>
                    <a:pt x="536448" y="171450"/>
                  </a:lnTo>
                  <a:lnTo>
                    <a:pt x="532447" y="171450"/>
                  </a:lnTo>
                  <a:lnTo>
                    <a:pt x="405282" y="171450"/>
                  </a:lnTo>
                  <a:lnTo>
                    <a:pt x="405282" y="120015"/>
                  </a:lnTo>
                  <a:lnTo>
                    <a:pt x="655027" y="120015"/>
                  </a:lnTo>
                  <a:lnTo>
                    <a:pt x="655027" y="114300"/>
                  </a:lnTo>
                  <a:lnTo>
                    <a:pt x="392582" y="114300"/>
                  </a:lnTo>
                  <a:lnTo>
                    <a:pt x="392582" y="120015"/>
                  </a:lnTo>
                  <a:lnTo>
                    <a:pt x="396709" y="120015"/>
                  </a:lnTo>
                  <a:lnTo>
                    <a:pt x="396709" y="171450"/>
                  </a:lnTo>
                  <a:lnTo>
                    <a:pt x="392582" y="171450"/>
                  </a:lnTo>
                  <a:lnTo>
                    <a:pt x="392582" y="177165"/>
                  </a:lnTo>
                  <a:lnTo>
                    <a:pt x="396709" y="177165"/>
                  </a:lnTo>
                  <a:lnTo>
                    <a:pt x="396709" y="228600"/>
                  </a:lnTo>
                  <a:lnTo>
                    <a:pt x="392582" y="228600"/>
                  </a:lnTo>
                  <a:lnTo>
                    <a:pt x="392582" y="234315"/>
                  </a:lnTo>
                  <a:lnTo>
                    <a:pt x="396709" y="234315"/>
                  </a:lnTo>
                  <a:lnTo>
                    <a:pt x="396709" y="285750"/>
                  </a:lnTo>
                  <a:lnTo>
                    <a:pt x="392582" y="285750"/>
                  </a:lnTo>
                  <a:lnTo>
                    <a:pt x="392582" y="291465"/>
                  </a:lnTo>
                  <a:lnTo>
                    <a:pt x="396709" y="291465"/>
                  </a:lnTo>
                  <a:lnTo>
                    <a:pt x="396709" y="342900"/>
                  </a:lnTo>
                  <a:lnTo>
                    <a:pt x="392582" y="342900"/>
                  </a:lnTo>
                  <a:lnTo>
                    <a:pt x="392582" y="348615"/>
                  </a:lnTo>
                  <a:lnTo>
                    <a:pt x="396709" y="348615"/>
                  </a:lnTo>
                  <a:lnTo>
                    <a:pt x="405282" y="348615"/>
                  </a:lnTo>
                  <a:lnTo>
                    <a:pt x="536727" y="348615"/>
                  </a:lnTo>
                  <a:lnTo>
                    <a:pt x="537108" y="349377"/>
                  </a:lnTo>
                  <a:lnTo>
                    <a:pt x="537870" y="353758"/>
                  </a:lnTo>
                  <a:lnTo>
                    <a:pt x="536917" y="358711"/>
                  </a:lnTo>
                  <a:lnTo>
                    <a:pt x="533971" y="363093"/>
                  </a:lnTo>
                  <a:lnTo>
                    <a:pt x="529018" y="366903"/>
                  </a:lnTo>
                  <a:lnTo>
                    <a:pt x="523494" y="370713"/>
                  </a:lnTo>
                  <a:lnTo>
                    <a:pt x="520344" y="375475"/>
                  </a:lnTo>
                  <a:lnTo>
                    <a:pt x="519582" y="381190"/>
                  </a:lnTo>
                  <a:lnTo>
                    <a:pt x="520344" y="384810"/>
                  </a:lnTo>
                  <a:lnTo>
                    <a:pt x="522058" y="388239"/>
                  </a:lnTo>
                  <a:lnTo>
                    <a:pt x="524725" y="391477"/>
                  </a:lnTo>
                  <a:lnTo>
                    <a:pt x="532447" y="400050"/>
                  </a:lnTo>
                  <a:lnTo>
                    <a:pt x="536448" y="400050"/>
                  </a:lnTo>
                  <a:lnTo>
                    <a:pt x="533400" y="396049"/>
                  </a:lnTo>
                  <a:lnTo>
                    <a:pt x="531685" y="392518"/>
                  </a:lnTo>
                  <a:lnTo>
                    <a:pt x="531304" y="389470"/>
                  </a:lnTo>
                  <a:lnTo>
                    <a:pt x="532257" y="384327"/>
                  </a:lnTo>
                  <a:lnTo>
                    <a:pt x="535203" y="379945"/>
                  </a:lnTo>
                  <a:lnTo>
                    <a:pt x="540156" y="376326"/>
                  </a:lnTo>
                  <a:lnTo>
                    <a:pt x="545680" y="372135"/>
                  </a:lnTo>
                  <a:lnTo>
                    <a:pt x="548830" y="367284"/>
                  </a:lnTo>
                  <a:lnTo>
                    <a:pt x="549592" y="361759"/>
                  </a:lnTo>
                  <a:lnTo>
                    <a:pt x="548830" y="358140"/>
                  </a:lnTo>
                  <a:lnTo>
                    <a:pt x="547116" y="354711"/>
                  </a:lnTo>
                  <a:lnTo>
                    <a:pt x="544449" y="351472"/>
                  </a:lnTo>
                  <a:lnTo>
                    <a:pt x="541782" y="348615"/>
                  </a:lnTo>
                  <a:lnTo>
                    <a:pt x="655027" y="348615"/>
                  </a:lnTo>
                  <a:lnTo>
                    <a:pt x="655027" y="360045"/>
                  </a:lnTo>
                  <a:lnTo>
                    <a:pt x="665035" y="360045"/>
                  </a:lnTo>
                  <a:lnTo>
                    <a:pt x="665035" y="348615"/>
                  </a:lnTo>
                  <a:lnTo>
                    <a:pt x="1467294" y="348615"/>
                  </a:lnTo>
                  <a:lnTo>
                    <a:pt x="1467294" y="342900"/>
                  </a:lnTo>
                  <a:lnTo>
                    <a:pt x="665035" y="342900"/>
                  </a:lnTo>
                  <a:lnTo>
                    <a:pt x="665035" y="291465"/>
                  </a:lnTo>
                  <a:lnTo>
                    <a:pt x="1467294" y="291465"/>
                  </a:lnTo>
                  <a:lnTo>
                    <a:pt x="1467294" y="285750"/>
                  </a:lnTo>
                  <a:lnTo>
                    <a:pt x="665035" y="285750"/>
                  </a:lnTo>
                  <a:lnTo>
                    <a:pt x="665035" y="234315"/>
                  </a:lnTo>
                  <a:lnTo>
                    <a:pt x="1467294" y="234315"/>
                  </a:lnTo>
                  <a:lnTo>
                    <a:pt x="1467294" y="228600"/>
                  </a:lnTo>
                  <a:lnTo>
                    <a:pt x="665035" y="228600"/>
                  </a:lnTo>
                  <a:lnTo>
                    <a:pt x="665035" y="177165"/>
                  </a:lnTo>
                  <a:lnTo>
                    <a:pt x="1467294" y="177165"/>
                  </a:lnTo>
                  <a:lnTo>
                    <a:pt x="1467294" y="171450"/>
                  </a:lnTo>
                  <a:lnTo>
                    <a:pt x="665035" y="171450"/>
                  </a:lnTo>
                  <a:lnTo>
                    <a:pt x="665035" y="120015"/>
                  </a:lnTo>
                  <a:lnTo>
                    <a:pt x="1467294" y="120015"/>
                  </a:lnTo>
                  <a:lnTo>
                    <a:pt x="1467294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684CE04E-362B-D804-F948-1391926E4C27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60175" y="2336127"/>
              <a:ext cx="74294" cy="231076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E26CFC62-D82E-308E-32F6-F8A6ABE0FF69}"/>
                </a:ext>
              </a:extLst>
            </p:cNvPr>
            <p:cNvSpPr/>
            <p:nvPr/>
          </p:nvSpPr>
          <p:spPr>
            <a:xfrm>
              <a:off x="2958173" y="2223169"/>
              <a:ext cx="691515" cy="393700"/>
            </a:xfrm>
            <a:custGeom>
              <a:avLst/>
              <a:gdLst/>
              <a:ahLst/>
              <a:cxnLst/>
              <a:rect l="l" t="t" r="r" b="b"/>
              <a:pathLst>
                <a:path w="691514" h="393700">
                  <a:moveTo>
                    <a:pt x="48577" y="382041"/>
                  </a:moveTo>
                  <a:lnTo>
                    <a:pt x="47815" y="375564"/>
                  </a:lnTo>
                  <a:lnTo>
                    <a:pt x="44196" y="372046"/>
                  </a:lnTo>
                  <a:lnTo>
                    <a:pt x="37719" y="371475"/>
                  </a:lnTo>
                  <a:lnTo>
                    <a:pt x="31051" y="372046"/>
                  </a:lnTo>
                  <a:lnTo>
                    <a:pt x="27432" y="375564"/>
                  </a:lnTo>
                  <a:lnTo>
                    <a:pt x="26860" y="382041"/>
                  </a:lnTo>
                  <a:lnTo>
                    <a:pt x="27432" y="388518"/>
                  </a:lnTo>
                  <a:lnTo>
                    <a:pt x="31051" y="392239"/>
                  </a:lnTo>
                  <a:lnTo>
                    <a:pt x="37719" y="393192"/>
                  </a:lnTo>
                  <a:lnTo>
                    <a:pt x="44196" y="392239"/>
                  </a:lnTo>
                  <a:lnTo>
                    <a:pt x="47815" y="388518"/>
                  </a:lnTo>
                  <a:lnTo>
                    <a:pt x="48577" y="382041"/>
                  </a:lnTo>
                  <a:close/>
                </a:path>
                <a:path w="691514" h="393700">
                  <a:moveTo>
                    <a:pt x="74295" y="248310"/>
                  </a:moveTo>
                  <a:lnTo>
                    <a:pt x="74104" y="241071"/>
                  </a:lnTo>
                  <a:lnTo>
                    <a:pt x="74002" y="240868"/>
                  </a:lnTo>
                  <a:lnTo>
                    <a:pt x="74002" y="57150"/>
                  </a:lnTo>
                  <a:lnTo>
                    <a:pt x="64008" y="57150"/>
                  </a:lnTo>
                  <a:lnTo>
                    <a:pt x="64008" y="230581"/>
                  </a:lnTo>
                  <a:lnTo>
                    <a:pt x="62001" y="228981"/>
                  </a:lnTo>
                  <a:lnTo>
                    <a:pt x="55524" y="227266"/>
                  </a:lnTo>
                  <a:lnTo>
                    <a:pt x="47142" y="227457"/>
                  </a:lnTo>
                  <a:lnTo>
                    <a:pt x="39217" y="228422"/>
                  </a:lnTo>
                  <a:lnTo>
                    <a:pt x="4648" y="251523"/>
                  </a:lnTo>
                  <a:lnTo>
                    <a:pt x="0" y="265455"/>
                  </a:lnTo>
                  <a:lnTo>
                    <a:pt x="190" y="271932"/>
                  </a:lnTo>
                  <a:lnTo>
                    <a:pt x="25146" y="286893"/>
                  </a:lnTo>
                  <a:lnTo>
                    <a:pt x="33629" y="285940"/>
                  </a:lnTo>
                  <a:lnTo>
                    <a:pt x="41935" y="283679"/>
                  </a:lnTo>
                  <a:lnTo>
                    <a:pt x="50063" y="280085"/>
                  </a:lnTo>
                  <a:lnTo>
                    <a:pt x="58000" y="275170"/>
                  </a:lnTo>
                  <a:lnTo>
                    <a:pt x="64008" y="269938"/>
                  </a:lnTo>
                  <a:lnTo>
                    <a:pt x="64008" y="287731"/>
                  </a:lnTo>
                  <a:lnTo>
                    <a:pt x="62001" y="286131"/>
                  </a:lnTo>
                  <a:lnTo>
                    <a:pt x="55524" y="284416"/>
                  </a:lnTo>
                  <a:lnTo>
                    <a:pt x="47142" y="284607"/>
                  </a:lnTo>
                  <a:lnTo>
                    <a:pt x="9588" y="302412"/>
                  </a:lnTo>
                  <a:lnTo>
                    <a:pt x="0" y="322605"/>
                  </a:lnTo>
                  <a:lnTo>
                    <a:pt x="190" y="329082"/>
                  </a:lnTo>
                  <a:lnTo>
                    <a:pt x="25146" y="344043"/>
                  </a:lnTo>
                  <a:lnTo>
                    <a:pt x="33629" y="343090"/>
                  </a:lnTo>
                  <a:lnTo>
                    <a:pt x="69646" y="320040"/>
                  </a:lnTo>
                  <a:lnTo>
                    <a:pt x="74295" y="305460"/>
                  </a:lnTo>
                  <a:lnTo>
                    <a:pt x="74104" y="298221"/>
                  </a:lnTo>
                  <a:lnTo>
                    <a:pt x="74002" y="298018"/>
                  </a:lnTo>
                  <a:lnTo>
                    <a:pt x="74002" y="249847"/>
                  </a:lnTo>
                  <a:lnTo>
                    <a:pt x="74295" y="248310"/>
                  </a:lnTo>
                  <a:close/>
                </a:path>
                <a:path w="691514" h="393700">
                  <a:moveTo>
                    <a:pt x="272300" y="134010"/>
                  </a:moveTo>
                  <a:lnTo>
                    <a:pt x="272110" y="126771"/>
                  </a:lnTo>
                  <a:lnTo>
                    <a:pt x="269532" y="121539"/>
                  </a:lnTo>
                  <a:lnTo>
                    <a:pt x="264579" y="118300"/>
                  </a:lnTo>
                  <a:lnTo>
                    <a:pt x="260007" y="114681"/>
                  </a:lnTo>
                  <a:lnTo>
                    <a:pt x="253530" y="112966"/>
                  </a:lnTo>
                  <a:lnTo>
                    <a:pt x="245148" y="113157"/>
                  </a:lnTo>
                  <a:lnTo>
                    <a:pt x="237223" y="114122"/>
                  </a:lnTo>
                  <a:lnTo>
                    <a:pt x="202641" y="137223"/>
                  </a:lnTo>
                  <a:lnTo>
                    <a:pt x="198005" y="151155"/>
                  </a:lnTo>
                  <a:lnTo>
                    <a:pt x="198094" y="154305"/>
                  </a:lnTo>
                  <a:lnTo>
                    <a:pt x="198005" y="342900"/>
                  </a:lnTo>
                  <a:lnTo>
                    <a:pt x="208000" y="342900"/>
                  </a:lnTo>
                  <a:lnTo>
                    <a:pt x="208000" y="168910"/>
                  </a:lnTo>
                  <a:lnTo>
                    <a:pt x="210007" y="170497"/>
                  </a:lnTo>
                  <a:lnTo>
                    <a:pt x="215912" y="172402"/>
                  </a:lnTo>
                  <a:lnTo>
                    <a:pt x="223151" y="172593"/>
                  </a:lnTo>
                  <a:lnTo>
                    <a:pt x="231635" y="171640"/>
                  </a:lnTo>
                  <a:lnTo>
                    <a:pt x="267652" y="148590"/>
                  </a:lnTo>
                  <a:lnTo>
                    <a:pt x="270852" y="141592"/>
                  </a:lnTo>
                  <a:lnTo>
                    <a:pt x="272300" y="134010"/>
                  </a:lnTo>
                  <a:close/>
                </a:path>
                <a:path w="691514" h="393700">
                  <a:moveTo>
                    <a:pt x="439635" y="162585"/>
                  </a:moveTo>
                  <a:lnTo>
                    <a:pt x="439445" y="155346"/>
                  </a:lnTo>
                  <a:lnTo>
                    <a:pt x="436880" y="150114"/>
                  </a:lnTo>
                  <a:lnTo>
                    <a:pt x="431927" y="146875"/>
                  </a:lnTo>
                  <a:lnTo>
                    <a:pt x="427355" y="143256"/>
                  </a:lnTo>
                  <a:lnTo>
                    <a:pt x="420878" y="141541"/>
                  </a:lnTo>
                  <a:lnTo>
                    <a:pt x="412496" y="141732"/>
                  </a:lnTo>
                  <a:lnTo>
                    <a:pt x="404558" y="142697"/>
                  </a:lnTo>
                  <a:lnTo>
                    <a:pt x="369989" y="165798"/>
                  </a:lnTo>
                  <a:lnTo>
                    <a:pt x="365340" y="179730"/>
                  </a:lnTo>
                  <a:lnTo>
                    <a:pt x="365429" y="182880"/>
                  </a:lnTo>
                  <a:lnTo>
                    <a:pt x="365340" y="371475"/>
                  </a:lnTo>
                  <a:lnTo>
                    <a:pt x="375348" y="371475"/>
                  </a:lnTo>
                  <a:lnTo>
                    <a:pt x="375348" y="197497"/>
                  </a:lnTo>
                  <a:lnTo>
                    <a:pt x="377342" y="199072"/>
                  </a:lnTo>
                  <a:lnTo>
                    <a:pt x="383247" y="200977"/>
                  </a:lnTo>
                  <a:lnTo>
                    <a:pt x="390486" y="201168"/>
                  </a:lnTo>
                  <a:lnTo>
                    <a:pt x="398970" y="200215"/>
                  </a:lnTo>
                  <a:lnTo>
                    <a:pt x="435000" y="177165"/>
                  </a:lnTo>
                  <a:lnTo>
                    <a:pt x="438188" y="170167"/>
                  </a:lnTo>
                  <a:lnTo>
                    <a:pt x="439635" y="162585"/>
                  </a:lnTo>
                  <a:close/>
                </a:path>
                <a:path w="691514" h="393700">
                  <a:moveTo>
                    <a:pt x="589318" y="191160"/>
                  </a:moveTo>
                  <a:lnTo>
                    <a:pt x="589127" y="183921"/>
                  </a:lnTo>
                  <a:lnTo>
                    <a:pt x="589026" y="183718"/>
                  </a:lnTo>
                  <a:lnTo>
                    <a:pt x="589026" y="0"/>
                  </a:lnTo>
                  <a:lnTo>
                    <a:pt x="579031" y="0"/>
                  </a:lnTo>
                  <a:lnTo>
                    <a:pt x="579031" y="173431"/>
                  </a:lnTo>
                  <a:lnTo>
                    <a:pt x="577024" y="171831"/>
                  </a:lnTo>
                  <a:lnTo>
                    <a:pt x="570547" y="170116"/>
                  </a:lnTo>
                  <a:lnTo>
                    <a:pt x="562165" y="170307"/>
                  </a:lnTo>
                  <a:lnTo>
                    <a:pt x="554240" y="171272"/>
                  </a:lnTo>
                  <a:lnTo>
                    <a:pt x="519658" y="194373"/>
                  </a:lnTo>
                  <a:lnTo>
                    <a:pt x="515023" y="208305"/>
                  </a:lnTo>
                  <a:lnTo>
                    <a:pt x="515213" y="214782"/>
                  </a:lnTo>
                  <a:lnTo>
                    <a:pt x="540169" y="229743"/>
                  </a:lnTo>
                  <a:lnTo>
                    <a:pt x="548652" y="228790"/>
                  </a:lnTo>
                  <a:lnTo>
                    <a:pt x="584669" y="205740"/>
                  </a:lnTo>
                  <a:lnTo>
                    <a:pt x="587870" y="198742"/>
                  </a:lnTo>
                  <a:lnTo>
                    <a:pt x="589318" y="191160"/>
                  </a:lnTo>
                  <a:close/>
                </a:path>
                <a:path w="691514" h="393700">
                  <a:moveTo>
                    <a:pt x="690968" y="59436"/>
                  </a:moveTo>
                  <a:lnTo>
                    <a:pt x="682396" y="59436"/>
                  </a:lnTo>
                  <a:lnTo>
                    <a:pt x="682396" y="291465"/>
                  </a:lnTo>
                  <a:lnTo>
                    <a:pt x="690968" y="291465"/>
                  </a:lnTo>
                  <a:lnTo>
                    <a:pt x="690968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7B59CE8E-7D94-AF7D-436C-7A91EECCB8D3}"/>
                </a:ext>
              </a:extLst>
            </p:cNvPr>
            <p:cNvSpPr/>
            <p:nvPr/>
          </p:nvSpPr>
          <p:spPr>
            <a:xfrm>
              <a:off x="3156181" y="2132010"/>
              <a:ext cx="391795" cy="85725"/>
            </a:xfrm>
            <a:custGeom>
              <a:avLst/>
              <a:gdLst/>
              <a:ahLst/>
              <a:cxnLst/>
              <a:rect l="l" t="t" r="r" b="b"/>
              <a:pathLst>
                <a:path w="391795" h="85725">
                  <a:moveTo>
                    <a:pt x="0" y="85724"/>
                  </a:moveTo>
                  <a:lnTo>
                    <a:pt x="0" y="57149"/>
                  </a:lnTo>
                  <a:lnTo>
                    <a:pt x="133012" y="37723"/>
                  </a:lnTo>
                </a:path>
                <a:path w="391795" h="85725">
                  <a:moveTo>
                    <a:pt x="258297" y="19426"/>
                  </a:moveTo>
                  <a:lnTo>
                    <a:pt x="391310" y="0"/>
                  </a:lnTo>
                  <a:lnTo>
                    <a:pt x="391310" y="2857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E3041F2D-4DD0-7843-B797-F979A9845F69}"/>
                </a:ext>
              </a:extLst>
            </p:cNvPr>
            <p:cNvSpPr/>
            <p:nvPr/>
          </p:nvSpPr>
          <p:spPr>
            <a:xfrm>
              <a:off x="3317760" y="2126306"/>
              <a:ext cx="1190625" cy="388620"/>
            </a:xfrm>
            <a:custGeom>
              <a:avLst/>
              <a:gdLst/>
              <a:ahLst/>
              <a:cxnLst/>
              <a:rect l="l" t="t" r="r" b="b"/>
              <a:pathLst>
                <a:path w="1190625" h="388619">
                  <a:moveTo>
                    <a:pt x="55626" y="20955"/>
                  </a:moveTo>
                  <a:lnTo>
                    <a:pt x="35153" y="0"/>
                  </a:lnTo>
                  <a:lnTo>
                    <a:pt x="31153" y="0"/>
                  </a:lnTo>
                  <a:lnTo>
                    <a:pt x="27241" y="1524"/>
                  </a:lnTo>
                  <a:lnTo>
                    <a:pt x="23431" y="4572"/>
                  </a:lnTo>
                  <a:lnTo>
                    <a:pt x="19621" y="7429"/>
                  </a:lnTo>
                  <a:lnTo>
                    <a:pt x="17437" y="11137"/>
                  </a:lnTo>
                  <a:lnTo>
                    <a:pt x="16865" y="15709"/>
                  </a:lnTo>
                  <a:lnTo>
                    <a:pt x="17627" y="19710"/>
                  </a:lnTo>
                  <a:lnTo>
                    <a:pt x="20485" y="21717"/>
                  </a:lnTo>
                  <a:lnTo>
                    <a:pt x="25438" y="21717"/>
                  </a:lnTo>
                  <a:lnTo>
                    <a:pt x="29248" y="20193"/>
                  </a:lnTo>
                  <a:lnTo>
                    <a:pt x="30670" y="17526"/>
                  </a:lnTo>
                  <a:lnTo>
                    <a:pt x="29718" y="13716"/>
                  </a:lnTo>
                  <a:lnTo>
                    <a:pt x="27724" y="8572"/>
                  </a:lnTo>
                  <a:lnTo>
                    <a:pt x="28295" y="5524"/>
                  </a:lnTo>
                  <a:lnTo>
                    <a:pt x="30581" y="4089"/>
                  </a:lnTo>
                  <a:lnTo>
                    <a:pt x="34582" y="4279"/>
                  </a:lnTo>
                  <a:lnTo>
                    <a:pt x="40487" y="5613"/>
                  </a:lnTo>
                  <a:lnTo>
                    <a:pt x="43243" y="8470"/>
                  </a:lnTo>
                  <a:lnTo>
                    <a:pt x="42862" y="12852"/>
                  </a:lnTo>
                  <a:lnTo>
                    <a:pt x="42672" y="20662"/>
                  </a:lnTo>
                  <a:lnTo>
                    <a:pt x="40487" y="25717"/>
                  </a:lnTo>
                  <a:lnTo>
                    <a:pt x="32105" y="30289"/>
                  </a:lnTo>
                  <a:lnTo>
                    <a:pt x="26581" y="31330"/>
                  </a:lnTo>
                  <a:lnTo>
                    <a:pt x="19723" y="31140"/>
                  </a:lnTo>
                  <a:lnTo>
                    <a:pt x="18580" y="36576"/>
                  </a:lnTo>
                  <a:lnTo>
                    <a:pt x="32486" y="48666"/>
                  </a:lnTo>
                  <a:lnTo>
                    <a:pt x="31242" y="53619"/>
                  </a:lnTo>
                  <a:lnTo>
                    <a:pt x="25908" y="63715"/>
                  </a:lnTo>
                  <a:lnTo>
                    <a:pt x="22009" y="66484"/>
                  </a:lnTo>
                  <a:lnTo>
                    <a:pt x="16865" y="66865"/>
                  </a:lnTo>
                  <a:lnTo>
                    <a:pt x="14389" y="66675"/>
                  </a:lnTo>
                  <a:lnTo>
                    <a:pt x="12293" y="65722"/>
                  </a:lnTo>
                  <a:lnTo>
                    <a:pt x="10579" y="64008"/>
                  </a:lnTo>
                  <a:lnTo>
                    <a:pt x="10769" y="61912"/>
                  </a:lnTo>
                  <a:lnTo>
                    <a:pt x="11722" y="60388"/>
                  </a:lnTo>
                  <a:lnTo>
                    <a:pt x="13436" y="59436"/>
                  </a:lnTo>
                  <a:lnTo>
                    <a:pt x="16002" y="54864"/>
                  </a:lnTo>
                  <a:lnTo>
                    <a:pt x="15240" y="50863"/>
                  </a:lnTo>
                  <a:lnTo>
                    <a:pt x="12674" y="48666"/>
                  </a:lnTo>
                  <a:lnTo>
                    <a:pt x="8293" y="48285"/>
                  </a:lnTo>
                  <a:lnTo>
                    <a:pt x="2768" y="49047"/>
                  </a:lnTo>
                  <a:lnTo>
                    <a:pt x="0" y="52578"/>
                  </a:lnTo>
                  <a:lnTo>
                    <a:pt x="0" y="58864"/>
                  </a:lnTo>
                  <a:lnTo>
                    <a:pt x="381" y="63436"/>
                  </a:lnTo>
                  <a:lnTo>
                    <a:pt x="2959" y="66675"/>
                  </a:lnTo>
                  <a:lnTo>
                    <a:pt x="7721" y="68580"/>
                  </a:lnTo>
                  <a:lnTo>
                    <a:pt x="20866" y="71437"/>
                  </a:lnTo>
                  <a:lnTo>
                    <a:pt x="26771" y="71247"/>
                  </a:lnTo>
                  <a:lnTo>
                    <a:pt x="32296" y="69049"/>
                  </a:lnTo>
                  <a:lnTo>
                    <a:pt x="37439" y="64858"/>
                  </a:lnTo>
                  <a:lnTo>
                    <a:pt x="42583" y="60858"/>
                  </a:lnTo>
                  <a:lnTo>
                    <a:pt x="45529" y="55714"/>
                  </a:lnTo>
                  <a:lnTo>
                    <a:pt x="46291" y="49428"/>
                  </a:lnTo>
                  <a:lnTo>
                    <a:pt x="46672" y="44665"/>
                  </a:lnTo>
                  <a:lnTo>
                    <a:pt x="43726" y="40284"/>
                  </a:lnTo>
                  <a:lnTo>
                    <a:pt x="37439" y="36283"/>
                  </a:lnTo>
                  <a:lnTo>
                    <a:pt x="37439" y="35712"/>
                  </a:lnTo>
                  <a:lnTo>
                    <a:pt x="41821" y="33997"/>
                  </a:lnTo>
                  <a:lnTo>
                    <a:pt x="45910" y="31521"/>
                  </a:lnTo>
                  <a:lnTo>
                    <a:pt x="49720" y="28282"/>
                  </a:lnTo>
                  <a:lnTo>
                    <a:pt x="53721" y="25044"/>
                  </a:lnTo>
                  <a:lnTo>
                    <a:pt x="55626" y="20955"/>
                  </a:lnTo>
                  <a:close/>
                </a:path>
                <a:path w="1190625" h="388619">
                  <a:moveTo>
                    <a:pt x="1190167" y="382612"/>
                  </a:moveTo>
                  <a:lnTo>
                    <a:pt x="318681" y="382612"/>
                  </a:lnTo>
                  <a:lnTo>
                    <a:pt x="318681" y="388327"/>
                  </a:lnTo>
                  <a:lnTo>
                    <a:pt x="1190167" y="388327"/>
                  </a:lnTo>
                  <a:lnTo>
                    <a:pt x="1190167" y="382612"/>
                  </a:lnTo>
                  <a:close/>
                </a:path>
                <a:path w="1190625" h="388619">
                  <a:moveTo>
                    <a:pt x="1190167" y="325462"/>
                  </a:moveTo>
                  <a:lnTo>
                    <a:pt x="318681" y="325462"/>
                  </a:lnTo>
                  <a:lnTo>
                    <a:pt x="318681" y="331177"/>
                  </a:lnTo>
                  <a:lnTo>
                    <a:pt x="1190167" y="331177"/>
                  </a:lnTo>
                  <a:lnTo>
                    <a:pt x="1190167" y="325462"/>
                  </a:lnTo>
                  <a:close/>
                </a:path>
                <a:path w="1190625" h="388619">
                  <a:moveTo>
                    <a:pt x="1190167" y="268312"/>
                  </a:moveTo>
                  <a:lnTo>
                    <a:pt x="318681" y="268312"/>
                  </a:lnTo>
                  <a:lnTo>
                    <a:pt x="318681" y="274027"/>
                  </a:lnTo>
                  <a:lnTo>
                    <a:pt x="1190167" y="274027"/>
                  </a:lnTo>
                  <a:lnTo>
                    <a:pt x="1190167" y="268312"/>
                  </a:lnTo>
                  <a:close/>
                </a:path>
                <a:path w="1190625" h="388619">
                  <a:moveTo>
                    <a:pt x="1190167" y="211162"/>
                  </a:moveTo>
                  <a:lnTo>
                    <a:pt x="318681" y="211162"/>
                  </a:lnTo>
                  <a:lnTo>
                    <a:pt x="318681" y="216877"/>
                  </a:lnTo>
                  <a:lnTo>
                    <a:pt x="1190167" y="216877"/>
                  </a:lnTo>
                  <a:lnTo>
                    <a:pt x="1190167" y="211162"/>
                  </a:lnTo>
                  <a:close/>
                </a:path>
                <a:path w="1190625" h="388619">
                  <a:moveTo>
                    <a:pt x="1190167" y="154012"/>
                  </a:moveTo>
                  <a:lnTo>
                    <a:pt x="318681" y="154012"/>
                  </a:lnTo>
                  <a:lnTo>
                    <a:pt x="318681" y="159727"/>
                  </a:lnTo>
                  <a:lnTo>
                    <a:pt x="1190167" y="159727"/>
                  </a:lnTo>
                  <a:lnTo>
                    <a:pt x="1190167" y="154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34AA4AA9-F21F-C027-DC2C-24917DC1AF7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20584" y="2427757"/>
              <a:ext cx="149732" cy="311753"/>
            </a:xfrm>
            <a:prstGeom prst="rect">
              <a:avLst/>
            </a:prstGeom>
          </p:spPr>
        </p:pic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870805ED-4CF6-86BA-C981-1E35CA92D246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58076" y="2534342"/>
              <a:ext cx="111140" cy="203168"/>
            </a:xfrm>
            <a:prstGeom prst="rect">
              <a:avLst/>
            </a:prstGeom>
          </p:spPr>
        </p:pic>
        <p:pic>
          <p:nvPicPr>
            <p:cNvPr id="22" name="object 22">
              <a:extLst>
                <a:ext uri="{FF2B5EF4-FFF2-40B4-BE49-F238E27FC236}">
                  <a16:creationId xmlns:a16="http://schemas.microsoft.com/office/drawing/2014/main" id="{B13C5FD5-93EB-7136-EEAA-8FD6B7EFEBDD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97509" y="2536152"/>
              <a:ext cx="111140" cy="201358"/>
            </a:xfrm>
            <a:prstGeom prst="rect">
              <a:avLst/>
            </a:prstGeom>
          </p:spPr>
        </p:pic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BA5381A6-A396-4C44-B891-BF7C7F4781C1}"/>
                </a:ext>
              </a:extLst>
            </p:cNvPr>
            <p:cNvSpPr/>
            <p:nvPr/>
          </p:nvSpPr>
          <p:spPr>
            <a:xfrm>
              <a:off x="4507928" y="2251744"/>
              <a:ext cx="960755" cy="342900"/>
            </a:xfrm>
            <a:custGeom>
              <a:avLst/>
              <a:gdLst/>
              <a:ahLst/>
              <a:cxnLst/>
              <a:rect l="l" t="t" r="r" b="b"/>
              <a:pathLst>
                <a:path w="960754" h="342900">
                  <a:moveTo>
                    <a:pt x="960412" y="28575"/>
                  </a:moveTo>
                  <a:lnTo>
                    <a:pt x="356146" y="28575"/>
                  </a:lnTo>
                  <a:lnTo>
                    <a:pt x="356146" y="0"/>
                  </a:lnTo>
                  <a:lnTo>
                    <a:pt x="346151" y="0"/>
                  </a:lnTo>
                  <a:lnTo>
                    <a:pt x="346151" y="257175"/>
                  </a:lnTo>
                  <a:lnTo>
                    <a:pt x="94145" y="257175"/>
                  </a:lnTo>
                  <a:lnTo>
                    <a:pt x="94145" y="205740"/>
                  </a:lnTo>
                  <a:lnTo>
                    <a:pt x="346151" y="205740"/>
                  </a:lnTo>
                  <a:lnTo>
                    <a:pt x="346151" y="200025"/>
                  </a:lnTo>
                  <a:lnTo>
                    <a:pt x="94145" y="200025"/>
                  </a:lnTo>
                  <a:lnTo>
                    <a:pt x="94145" y="168922"/>
                  </a:lnTo>
                  <a:lnTo>
                    <a:pt x="96139" y="170497"/>
                  </a:lnTo>
                  <a:lnTo>
                    <a:pt x="102044" y="172402"/>
                  </a:lnTo>
                  <a:lnTo>
                    <a:pt x="142151" y="160870"/>
                  </a:lnTo>
                  <a:lnTo>
                    <a:pt x="153797" y="148590"/>
                  </a:lnTo>
                  <a:lnTo>
                    <a:pt x="346151" y="148590"/>
                  </a:lnTo>
                  <a:lnTo>
                    <a:pt x="346151" y="142875"/>
                  </a:lnTo>
                  <a:lnTo>
                    <a:pt x="156387" y="142875"/>
                  </a:lnTo>
                  <a:lnTo>
                    <a:pt x="156984" y="141592"/>
                  </a:lnTo>
                  <a:lnTo>
                    <a:pt x="158432" y="134010"/>
                  </a:lnTo>
                  <a:lnTo>
                    <a:pt x="158242" y="126771"/>
                  </a:lnTo>
                  <a:lnTo>
                    <a:pt x="155676" y="121539"/>
                  </a:lnTo>
                  <a:lnTo>
                    <a:pt x="150723" y="118300"/>
                  </a:lnTo>
                  <a:lnTo>
                    <a:pt x="146151" y="114681"/>
                  </a:lnTo>
                  <a:lnTo>
                    <a:pt x="139674" y="112966"/>
                  </a:lnTo>
                  <a:lnTo>
                    <a:pt x="131292" y="113157"/>
                  </a:lnTo>
                  <a:lnTo>
                    <a:pt x="123355" y="114122"/>
                  </a:lnTo>
                  <a:lnTo>
                    <a:pt x="88785" y="137223"/>
                  </a:lnTo>
                  <a:lnTo>
                    <a:pt x="86093" y="142875"/>
                  </a:lnTo>
                  <a:lnTo>
                    <a:pt x="84645" y="142875"/>
                  </a:lnTo>
                  <a:lnTo>
                    <a:pt x="84645" y="148590"/>
                  </a:lnTo>
                  <a:lnTo>
                    <a:pt x="84137" y="151155"/>
                  </a:lnTo>
                  <a:lnTo>
                    <a:pt x="84226" y="154305"/>
                  </a:lnTo>
                  <a:lnTo>
                    <a:pt x="84137" y="200025"/>
                  </a:lnTo>
                  <a:lnTo>
                    <a:pt x="84137" y="205740"/>
                  </a:lnTo>
                  <a:lnTo>
                    <a:pt x="84137" y="257175"/>
                  </a:lnTo>
                  <a:lnTo>
                    <a:pt x="12700" y="257175"/>
                  </a:lnTo>
                  <a:lnTo>
                    <a:pt x="12700" y="205740"/>
                  </a:lnTo>
                  <a:lnTo>
                    <a:pt x="84137" y="205740"/>
                  </a:lnTo>
                  <a:lnTo>
                    <a:pt x="84137" y="200025"/>
                  </a:lnTo>
                  <a:lnTo>
                    <a:pt x="12700" y="200025"/>
                  </a:lnTo>
                  <a:lnTo>
                    <a:pt x="12700" y="148590"/>
                  </a:lnTo>
                  <a:lnTo>
                    <a:pt x="84645" y="148590"/>
                  </a:lnTo>
                  <a:lnTo>
                    <a:pt x="84645" y="142875"/>
                  </a:lnTo>
                  <a:lnTo>
                    <a:pt x="12700" y="142875"/>
                  </a:lnTo>
                  <a:lnTo>
                    <a:pt x="12700" y="91440"/>
                  </a:lnTo>
                  <a:lnTo>
                    <a:pt x="346151" y="91440"/>
                  </a:lnTo>
                  <a:lnTo>
                    <a:pt x="346151" y="85725"/>
                  </a:lnTo>
                  <a:lnTo>
                    <a:pt x="12700" y="85725"/>
                  </a:lnTo>
                  <a:lnTo>
                    <a:pt x="12700" y="34290"/>
                  </a:lnTo>
                  <a:lnTo>
                    <a:pt x="346151" y="34290"/>
                  </a:lnTo>
                  <a:lnTo>
                    <a:pt x="346151" y="28575"/>
                  </a:lnTo>
                  <a:lnTo>
                    <a:pt x="0" y="28575"/>
                  </a:lnTo>
                  <a:lnTo>
                    <a:pt x="0" y="34290"/>
                  </a:lnTo>
                  <a:lnTo>
                    <a:pt x="4127" y="34290"/>
                  </a:lnTo>
                  <a:lnTo>
                    <a:pt x="4127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4127" y="91440"/>
                  </a:lnTo>
                  <a:lnTo>
                    <a:pt x="4127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4127" y="148590"/>
                  </a:lnTo>
                  <a:lnTo>
                    <a:pt x="4127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4127" y="205740"/>
                  </a:lnTo>
                  <a:lnTo>
                    <a:pt x="4127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4127" y="262890"/>
                  </a:lnTo>
                  <a:lnTo>
                    <a:pt x="12700" y="262890"/>
                  </a:lnTo>
                  <a:lnTo>
                    <a:pt x="84137" y="262890"/>
                  </a:lnTo>
                  <a:lnTo>
                    <a:pt x="84137" y="342900"/>
                  </a:lnTo>
                  <a:lnTo>
                    <a:pt x="94145" y="342900"/>
                  </a:lnTo>
                  <a:lnTo>
                    <a:pt x="94145" y="262890"/>
                  </a:lnTo>
                  <a:lnTo>
                    <a:pt x="346151" y="262890"/>
                  </a:lnTo>
                  <a:lnTo>
                    <a:pt x="346151" y="302895"/>
                  </a:lnTo>
                  <a:lnTo>
                    <a:pt x="356146" y="302895"/>
                  </a:lnTo>
                  <a:lnTo>
                    <a:pt x="356146" y="262890"/>
                  </a:lnTo>
                  <a:lnTo>
                    <a:pt x="960412" y="262890"/>
                  </a:lnTo>
                  <a:lnTo>
                    <a:pt x="960412" y="257175"/>
                  </a:lnTo>
                  <a:lnTo>
                    <a:pt x="356146" y="257175"/>
                  </a:lnTo>
                  <a:lnTo>
                    <a:pt x="356146" y="205740"/>
                  </a:lnTo>
                  <a:lnTo>
                    <a:pt x="960412" y="205740"/>
                  </a:lnTo>
                  <a:lnTo>
                    <a:pt x="960412" y="200025"/>
                  </a:lnTo>
                  <a:lnTo>
                    <a:pt x="356146" y="200025"/>
                  </a:lnTo>
                  <a:lnTo>
                    <a:pt x="356146" y="148590"/>
                  </a:lnTo>
                  <a:lnTo>
                    <a:pt x="960412" y="148590"/>
                  </a:lnTo>
                  <a:lnTo>
                    <a:pt x="960412" y="142875"/>
                  </a:lnTo>
                  <a:lnTo>
                    <a:pt x="356146" y="142875"/>
                  </a:lnTo>
                  <a:lnTo>
                    <a:pt x="356146" y="91440"/>
                  </a:lnTo>
                  <a:lnTo>
                    <a:pt x="960412" y="91440"/>
                  </a:lnTo>
                  <a:lnTo>
                    <a:pt x="960412" y="85725"/>
                  </a:lnTo>
                  <a:lnTo>
                    <a:pt x="356146" y="85725"/>
                  </a:lnTo>
                  <a:lnTo>
                    <a:pt x="356146" y="34290"/>
                  </a:lnTo>
                  <a:lnTo>
                    <a:pt x="960412" y="34290"/>
                  </a:lnTo>
                  <a:lnTo>
                    <a:pt x="960412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9E7BF3C1-2015-8689-4073-8CA22ED0FFBE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73560" y="2421852"/>
              <a:ext cx="111140" cy="173926"/>
            </a:xfrm>
            <a:prstGeom prst="rect">
              <a:avLst/>
            </a:prstGeom>
          </p:spPr>
        </p:pic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179A0EDC-DFE9-4BAC-AB3A-F7AEFAFC6F17}"/>
                </a:ext>
              </a:extLst>
            </p:cNvPr>
            <p:cNvSpPr/>
            <p:nvPr/>
          </p:nvSpPr>
          <p:spPr>
            <a:xfrm>
              <a:off x="4988077" y="2364711"/>
              <a:ext cx="74295" cy="230504"/>
            </a:xfrm>
            <a:custGeom>
              <a:avLst/>
              <a:gdLst/>
              <a:ahLst/>
              <a:cxnLst/>
              <a:rect l="l" t="t" r="r" b="b"/>
              <a:pathLst>
                <a:path w="74295" h="230505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55"/>
                  </a:lnTo>
                  <a:lnTo>
                    <a:pt x="4635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29933"/>
                  </a:lnTo>
                  <a:lnTo>
                    <a:pt x="9994" y="229933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25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id="{EE049210-4EC9-4F45-B4B5-A0432FD63E2C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99417" y="2223160"/>
              <a:ext cx="130301" cy="279463"/>
            </a:xfrm>
            <a:prstGeom prst="rect">
              <a:avLst/>
            </a:prstGeom>
          </p:spPr>
        </p:pic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80DF6F75-8CFC-03DC-FB8A-E18A124A3887}"/>
                </a:ext>
              </a:extLst>
            </p:cNvPr>
            <p:cNvSpPr/>
            <p:nvPr/>
          </p:nvSpPr>
          <p:spPr>
            <a:xfrm>
              <a:off x="5305095" y="2251744"/>
              <a:ext cx="176530" cy="262890"/>
            </a:xfrm>
            <a:custGeom>
              <a:avLst/>
              <a:gdLst/>
              <a:ahLst/>
              <a:cxnLst/>
              <a:rect l="l" t="t" r="r" b="b"/>
              <a:pathLst>
                <a:path w="176529" h="262889">
                  <a:moveTo>
                    <a:pt x="74295" y="191160"/>
                  </a:moveTo>
                  <a:lnTo>
                    <a:pt x="74104" y="183921"/>
                  </a:lnTo>
                  <a:lnTo>
                    <a:pt x="74002" y="183718"/>
                  </a:lnTo>
                  <a:lnTo>
                    <a:pt x="74002" y="0"/>
                  </a:lnTo>
                  <a:lnTo>
                    <a:pt x="64008" y="0"/>
                  </a:lnTo>
                  <a:lnTo>
                    <a:pt x="64008" y="173431"/>
                  </a:lnTo>
                  <a:lnTo>
                    <a:pt x="62001" y="171831"/>
                  </a:lnTo>
                  <a:lnTo>
                    <a:pt x="55524" y="170116"/>
                  </a:lnTo>
                  <a:lnTo>
                    <a:pt x="47142" y="170307"/>
                  </a:lnTo>
                  <a:lnTo>
                    <a:pt x="39217" y="171272"/>
                  </a:lnTo>
                  <a:lnTo>
                    <a:pt x="4635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69646" y="205740"/>
                  </a:lnTo>
                  <a:lnTo>
                    <a:pt x="72847" y="198742"/>
                  </a:lnTo>
                  <a:lnTo>
                    <a:pt x="74295" y="191160"/>
                  </a:lnTo>
                  <a:close/>
                </a:path>
                <a:path w="176529" h="262889">
                  <a:moveTo>
                    <a:pt x="175945" y="30861"/>
                  </a:moveTo>
                  <a:lnTo>
                    <a:pt x="167373" y="30861"/>
                  </a:lnTo>
                  <a:lnTo>
                    <a:pt x="167373" y="262890"/>
                  </a:lnTo>
                  <a:lnTo>
                    <a:pt x="175945" y="262890"/>
                  </a:lnTo>
                  <a:lnTo>
                    <a:pt x="175945" y="308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E9B1068C-1301-4E23-1FB7-AF9FD7EB9454}"/>
                </a:ext>
              </a:extLst>
            </p:cNvPr>
            <p:cNvSpPr/>
            <p:nvPr/>
          </p:nvSpPr>
          <p:spPr>
            <a:xfrm>
              <a:off x="4988080" y="2123793"/>
              <a:ext cx="391795" cy="57150"/>
            </a:xfrm>
            <a:custGeom>
              <a:avLst/>
              <a:gdLst/>
              <a:ahLst/>
              <a:cxnLst/>
              <a:rect l="l" t="t" r="r" b="b"/>
              <a:pathLst>
                <a:path w="391795" h="57150">
                  <a:moveTo>
                    <a:pt x="0" y="57150"/>
                  </a:moveTo>
                  <a:lnTo>
                    <a:pt x="0" y="28575"/>
                  </a:lnTo>
                  <a:lnTo>
                    <a:pt x="133012" y="18861"/>
                  </a:lnTo>
                </a:path>
                <a:path w="391795" h="57150">
                  <a:moveTo>
                    <a:pt x="258297" y="9713"/>
                  </a:moveTo>
                  <a:lnTo>
                    <a:pt x="391310" y="0"/>
                  </a:lnTo>
                  <a:lnTo>
                    <a:pt x="391310" y="285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58F88066-2B1C-4B94-6756-85AFD66019BC}"/>
                </a:ext>
              </a:extLst>
            </p:cNvPr>
            <p:cNvSpPr/>
            <p:nvPr/>
          </p:nvSpPr>
          <p:spPr>
            <a:xfrm>
              <a:off x="5149659" y="2103802"/>
              <a:ext cx="1190625" cy="410845"/>
            </a:xfrm>
            <a:custGeom>
              <a:avLst/>
              <a:gdLst/>
              <a:ahLst/>
              <a:cxnLst/>
              <a:rect l="l" t="t" r="r" b="b"/>
              <a:pathLst>
                <a:path w="1190625" h="410844">
                  <a:moveTo>
                    <a:pt x="55626" y="20955"/>
                  </a:moveTo>
                  <a:lnTo>
                    <a:pt x="35153" y="0"/>
                  </a:lnTo>
                  <a:lnTo>
                    <a:pt x="31153" y="0"/>
                  </a:lnTo>
                  <a:lnTo>
                    <a:pt x="27241" y="1524"/>
                  </a:lnTo>
                  <a:lnTo>
                    <a:pt x="23431" y="4572"/>
                  </a:lnTo>
                  <a:lnTo>
                    <a:pt x="19621" y="7429"/>
                  </a:lnTo>
                  <a:lnTo>
                    <a:pt x="17437" y="11137"/>
                  </a:lnTo>
                  <a:lnTo>
                    <a:pt x="16865" y="15709"/>
                  </a:lnTo>
                  <a:lnTo>
                    <a:pt x="17627" y="19710"/>
                  </a:lnTo>
                  <a:lnTo>
                    <a:pt x="20485" y="21717"/>
                  </a:lnTo>
                  <a:lnTo>
                    <a:pt x="25438" y="21717"/>
                  </a:lnTo>
                  <a:lnTo>
                    <a:pt x="29248" y="20193"/>
                  </a:lnTo>
                  <a:lnTo>
                    <a:pt x="30670" y="17526"/>
                  </a:lnTo>
                  <a:lnTo>
                    <a:pt x="29718" y="13716"/>
                  </a:lnTo>
                  <a:lnTo>
                    <a:pt x="27724" y="8572"/>
                  </a:lnTo>
                  <a:lnTo>
                    <a:pt x="28295" y="5524"/>
                  </a:lnTo>
                  <a:lnTo>
                    <a:pt x="30581" y="4089"/>
                  </a:lnTo>
                  <a:lnTo>
                    <a:pt x="34582" y="4279"/>
                  </a:lnTo>
                  <a:lnTo>
                    <a:pt x="40487" y="5613"/>
                  </a:lnTo>
                  <a:lnTo>
                    <a:pt x="43243" y="8470"/>
                  </a:lnTo>
                  <a:lnTo>
                    <a:pt x="42862" y="12852"/>
                  </a:lnTo>
                  <a:lnTo>
                    <a:pt x="42672" y="20662"/>
                  </a:lnTo>
                  <a:lnTo>
                    <a:pt x="40487" y="25717"/>
                  </a:lnTo>
                  <a:lnTo>
                    <a:pt x="32105" y="30289"/>
                  </a:lnTo>
                  <a:lnTo>
                    <a:pt x="26581" y="31330"/>
                  </a:lnTo>
                  <a:lnTo>
                    <a:pt x="19723" y="31140"/>
                  </a:lnTo>
                  <a:lnTo>
                    <a:pt x="18580" y="36576"/>
                  </a:lnTo>
                  <a:lnTo>
                    <a:pt x="32486" y="48666"/>
                  </a:lnTo>
                  <a:lnTo>
                    <a:pt x="31242" y="53619"/>
                  </a:lnTo>
                  <a:lnTo>
                    <a:pt x="25908" y="63715"/>
                  </a:lnTo>
                  <a:lnTo>
                    <a:pt x="22009" y="66484"/>
                  </a:lnTo>
                  <a:lnTo>
                    <a:pt x="16865" y="66865"/>
                  </a:lnTo>
                  <a:lnTo>
                    <a:pt x="14389" y="66675"/>
                  </a:lnTo>
                  <a:lnTo>
                    <a:pt x="12293" y="65722"/>
                  </a:lnTo>
                  <a:lnTo>
                    <a:pt x="10579" y="64008"/>
                  </a:lnTo>
                  <a:lnTo>
                    <a:pt x="10769" y="61912"/>
                  </a:lnTo>
                  <a:lnTo>
                    <a:pt x="11722" y="60388"/>
                  </a:lnTo>
                  <a:lnTo>
                    <a:pt x="13436" y="59436"/>
                  </a:lnTo>
                  <a:lnTo>
                    <a:pt x="16002" y="54864"/>
                  </a:lnTo>
                  <a:lnTo>
                    <a:pt x="15240" y="50863"/>
                  </a:lnTo>
                  <a:lnTo>
                    <a:pt x="12674" y="48666"/>
                  </a:lnTo>
                  <a:lnTo>
                    <a:pt x="8293" y="48285"/>
                  </a:lnTo>
                  <a:lnTo>
                    <a:pt x="2768" y="49047"/>
                  </a:lnTo>
                  <a:lnTo>
                    <a:pt x="0" y="52578"/>
                  </a:lnTo>
                  <a:lnTo>
                    <a:pt x="0" y="58864"/>
                  </a:lnTo>
                  <a:lnTo>
                    <a:pt x="381" y="63436"/>
                  </a:lnTo>
                  <a:lnTo>
                    <a:pt x="2959" y="66675"/>
                  </a:lnTo>
                  <a:lnTo>
                    <a:pt x="7721" y="68580"/>
                  </a:lnTo>
                  <a:lnTo>
                    <a:pt x="20866" y="71437"/>
                  </a:lnTo>
                  <a:lnTo>
                    <a:pt x="26771" y="71247"/>
                  </a:lnTo>
                  <a:lnTo>
                    <a:pt x="32296" y="69049"/>
                  </a:lnTo>
                  <a:lnTo>
                    <a:pt x="37439" y="64858"/>
                  </a:lnTo>
                  <a:lnTo>
                    <a:pt x="42583" y="60858"/>
                  </a:lnTo>
                  <a:lnTo>
                    <a:pt x="45529" y="55714"/>
                  </a:lnTo>
                  <a:lnTo>
                    <a:pt x="46291" y="49428"/>
                  </a:lnTo>
                  <a:lnTo>
                    <a:pt x="46672" y="44665"/>
                  </a:lnTo>
                  <a:lnTo>
                    <a:pt x="43726" y="40284"/>
                  </a:lnTo>
                  <a:lnTo>
                    <a:pt x="37439" y="36283"/>
                  </a:lnTo>
                  <a:lnTo>
                    <a:pt x="37439" y="35712"/>
                  </a:lnTo>
                  <a:lnTo>
                    <a:pt x="41821" y="33997"/>
                  </a:lnTo>
                  <a:lnTo>
                    <a:pt x="45910" y="31521"/>
                  </a:lnTo>
                  <a:lnTo>
                    <a:pt x="49720" y="28282"/>
                  </a:lnTo>
                  <a:lnTo>
                    <a:pt x="53721" y="25044"/>
                  </a:lnTo>
                  <a:lnTo>
                    <a:pt x="55626" y="20955"/>
                  </a:lnTo>
                  <a:close/>
                </a:path>
                <a:path w="1190625" h="410844">
                  <a:moveTo>
                    <a:pt x="1190167" y="405117"/>
                  </a:moveTo>
                  <a:lnTo>
                    <a:pt x="318681" y="405117"/>
                  </a:lnTo>
                  <a:lnTo>
                    <a:pt x="318681" y="410832"/>
                  </a:lnTo>
                  <a:lnTo>
                    <a:pt x="1190167" y="410832"/>
                  </a:lnTo>
                  <a:lnTo>
                    <a:pt x="1190167" y="405117"/>
                  </a:lnTo>
                  <a:close/>
                </a:path>
                <a:path w="1190625" h="410844">
                  <a:moveTo>
                    <a:pt x="1190167" y="347967"/>
                  </a:moveTo>
                  <a:lnTo>
                    <a:pt x="318681" y="347967"/>
                  </a:lnTo>
                  <a:lnTo>
                    <a:pt x="318681" y="353682"/>
                  </a:lnTo>
                  <a:lnTo>
                    <a:pt x="1190167" y="353682"/>
                  </a:lnTo>
                  <a:lnTo>
                    <a:pt x="1190167" y="347967"/>
                  </a:lnTo>
                  <a:close/>
                </a:path>
                <a:path w="1190625" h="410844">
                  <a:moveTo>
                    <a:pt x="1190167" y="290817"/>
                  </a:moveTo>
                  <a:lnTo>
                    <a:pt x="318681" y="290817"/>
                  </a:lnTo>
                  <a:lnTo>
                    <a:pt x="318681" y="296532"/>
                  </a:lnTo>
                  <a:lnTo>
                    <a:pt x="1190167" y="296532"/>
                  </a:lnTo>
                  <a:lnTo>
                    <a:pt x="1190167" y="290817"/>
                  </a:lnTo>
                  <a:close/>
                </a:path>
                <a:path w="1190625" h="410844">
                  <a:moveTo>
                    <a:pt x="1190167" y="233667"/>
                  </a:moveTo>
                  <a:lnTo>
                    <a:pt x="318681" y="233667"/>
                  </a:lnTo>
                  <a:lnTo>
                    <a:pt x="318681" y="239382"/>
                  </a:lnTo>
                  <a:lnTo>
                    <a:pt x="1190167" y="239382"/>
                  </a:lnTo>
                  <a:lnTo>
                    <a:pt x="1190167" y="233667"/>
                  </a:lnTo>
                  <a:close/>
                </a:path>
                <a:path w="1190625" h="410844">
                  <a:moveTo>
                    <a:pt x="1190167" y="176517"/>
                  </a:moveTo>
                  <a:lnTo>
                    <a:pt x="318681" y="176517"/>
                  </a:lnTo>
                  <a:lnTo>
                    <a:pt x="318681" y="182232"/>
                  </a:lnTo>
                  <a:lnTo>
                    <a:pt x="1190167" y="182232"/>
                  </a:lnTo>
                  <a:lnTo>
                    <a:pt x="1190167" y="1765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>
              <a:extLst>
                <a:ext uri="{FF2B5EF4-FFF2-40B4-BE49-F238E27FC236}">
                  <a16:creationId xmlns:a16="http://schemas.microsoft.com/office/drawing/2014/main" id="{B04F0600-2E26-5ADC-B829-819FD84B1A37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52483" y="2342032"/>
              <a:ext cx="149732" cy="311753"/>
            </a:xfrm>
            <a:prstGeom prst="rect">
              <a:avLst/>
            </a:prstGeom>
          </p:spPr>
        </p:pic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35B153AA-25AE-FF60-0E4F-5E2AFC86679E}"/>
                </a:ext>
              </a:extLst>
            </p:cNvPr>
            <p:cNvSpPr/>
            <p:nvPr/>
          </p:nvSpPr>
          <p:spPr>
            <a:xfrm>
              <a:off x="5805818" y="2280319"/>
              <a:ext cx="1462405" cy="400050"/>
            </a:xfrm>
            <a:custGeom>
              <a:avLst/>
              <a:gdLst/>
              <a:ahLst/>
              <a:cxnLst/>
              <a:rect l="l" t="t" r="r" b="b"/>
              <a:pathLst>
                <a:path w="1462404" h="400050">
                  <a:moveTo>
                    <a:pt x="75730" y="213550"/>
                  </a:moveTo>
                  <a:lnTo>
                    <a:pt x="72847" y="206590"/>
                  </a:lnTo>
                  <a:lnTo>
                    <a:pt x="72771" y="206400"/>
                  </a:lnTo>
                  <a:lnTo>
                    <a:pt x="67246" y="201828"/>
                  </a:lnTo>
                  <a:lnTo>
                    <a:pt x="67246" y="211162"/>
                  </a:lnTo>
                  <a:lnTo>
                    <a:pt x="67246" y="214782"/>
                  </a:lnTo>
                  <a:lnTo>
                    <a:pt x="65252" y="218973"/>
                  </a:lnTo>
                  <a:lnTo>
                    <a:pt x="34671" y="244030"/>
                  </a:lnTo>
                  <a:lnTo>
                    <a:pt x="18389" y="249643"/>
                  </a:lnTo>
                  <a:lnTo>
                    <a:pt x="14389" y="249453"/>
                  </a:lnTo>
                  <a:lnTo>
                    <a:pt x="10668" y="249110"/>
                  </a:lnTo>
                  <a:lnTo>
                    <a:pt x="10668" y="240030"/>
                  </a:lnTo>
                  <a:lnTo>
                    <a:pt x="9690" y="240030"/>
                  </a:lnTo>
                  <a:lnTo>
                    <a:pt x="42100" y="212026"/>
                  </a:lnTo>
                  <a:lnTo>
                    <a:pt x="56388" y="206590"/>
                  </a:lnTo>
                  <a:lnTo>
                    <a:pt x="62103" y="207162"/>
                  </a:lnTo>
                  <a:lnTo>
                    <a:pt x="64960" y="207543"/>
                  </a:lnTo>
                  <a:lnTo>
                    <a:pt x="66675" y="208876"/>
                  </a:lnTo>
                  <a:lnTo>
                    <a:pt x="67246" y="211162"/>
                  </a:lnTo>
                  <a:lnTo>
                    <a:pt x="67246" y="201828"/>
                  </a:lnTo>
                  <a:lnTo>
                    <a:pt x="66103" y="200875"/>
                  </a:lnTo>
                  <a:lnTo>
                    <a:pt x="60960" y="198018"/>
                  </a:lnTo>
                  <a:lnTo>
                    <a:pt x="55156" y="196875"/>
                  </a:lnTo>
                  <a:lnTo>
                    <a:pt x="48679" y="197446"/>
                  </a:lnTo>
                  <a:lnTo>
                    <a:pt x="10655" y="214058"/>
                  </a:lnTo>
                  <a:lnTo>
                    <a:pt x="0" y="243078"/>
                  </a:lnTo>
                  <a:lnTo>
                    <a:pt x="673" y="244703"/>
                  </a:lnTo>
                  <a:lnTo>
                    <a:pt x="673" y="400050"/>
                  </a:lnTo>
                  <a:lnTo>
                    <a:pt x="10668" y="400050"/>
                  </a:lnTo>
                  <a:lnTo>
                    <a:pt x="10668" y="256222"/>
                  </a:lnTo>
                  <a:lnTo>
                    <a:pt x="14960" y="258597"/>
                  </a:lnTo>
                  <a:lnTo>
                    <a:pt x="20675" y="259740"/>
                  </a:lnTo>
                  <a:lnTo>
                    <a:pt x="26962" y="259168"/>
                  </a:lnTo>
                  <a:lnTo>
                    <a:pt x="35026" y="258267"/>
                  </a:lnTo>
                  <a:lnTo>
                    <a:pt x="42964" y="256095"/>
                  </a:lnTo>
                  <a:lnTo>
                    <a:pt x="50749" y="252691"/>
                  </a:lnTo>
                  <a:lnTo>
                    <a:pt x="55740" y="249643"/>
                  </a:lnTo>
                  <a:lnTo>
                    <a:pt x="58394" y="248031"/>
                  </a:lnTo>
                  <a:lnTo>
                    <a:pt x="65100" y="242455"/>
                  </a:lnTo>
                  <a:lnTo>
                    <a:pt x="70104" y="236308"/>
                  </a:lnTo>
                  <a:lnTo>
                    <a:pt x="73393" y="229603"/>
                  </a:lnTo>
                  <a:lnTo>
                    <a:pt x="74968" y="222313"/>
                  </a:lnTo>
                  <a:lnTo>
                    <a:pt x="75730" y="213550"/>
                  </a:lnTo>
                  <a:close/>
                </a:path>
                <a:path w="1462404" h="400050">
                  <a:moveTo>
                    <a:pt x="414401" y="219735"/>
                  </a:moveTo>
                  <a:lnTo>
                    <a:pt x="414210" y="212496"/>
                  </a:lnTo>
                  <a:lnTo>
                    <a:pt x="411632" y="207264"/>
                  </a:lnTo>
                  <a:lnTo>
                    <a:pt x="406679" y="204025"/>
                  </a:lnTo>
                  <a:lnTo>
                    <a:pt x="402107" y="200406"/>
                  </a:lnTo>
                  <a:lnTo>
                    <a:pt x="395630" y="198691"/>
                  </a:lnTo>
                  <a:lnTo>
                    <a:pt x="387248" y="198882"/>
                  </a:lnTo>
                  <a:lnTo>
                    <a:pt x="379323" y="199847"/>
                  </a:lnTo>
                  <a:lnTo>
                    <a:pt x="344741" y="222948"/>
                  </a:lnTo>
                  <a:lnTo>
                    <a:pt x="340106" y="236880"/>
                  </a:lnTo>
                  <a:lnTo>
                    <a:pt x="340194" y="240030"/>
                  </a:lnTo>
                  <a:lnTo>
                    <a:pt x="340106" y="400050"/>
                  </a:lnTo>
                  <a:lnTo>
                    <a:pt x="350100" y="400050"/>
                  </a:lnTo>
                  <a:lnTo>
                    <a:pt x="350100" y="254635"/>
                  </a:lnTo>
                  <a:lnTo>
                    <a:pt x="352107" y="256222"/>
                  </a:lnTo>
                  <a:lnTo>
                    <a:pt x="358013" y="258127"/>
                  </a:lnTo>
                  <a:lnTo>
                    <a:pt x="365252" y="258318"/>
                  </a:lnTo>
                  <a:lnTo>
                    <a:pt x="373735" y="257365"/>
                  </a:lnTo>
                  <a:lnTo>
                    <a:pt x="409752" y="234315"/>
                  </a:lnTo>
                  <a:lnTo>
                    <a:pt x="412953" y="227317"/>
                  </a:lnTo>
                  <a:lnTo>
                    <a:pt x="414401" y="219735"/>
                  </a:lnTo>
                  <a:close/>
                </a:path>
                <a:path w="1462404" h="400050">
                  <a:moveTo>
                    <a:pt x="1462074" y="0"/>
                  </a:moveTo>
                  <a:lnTo>
                    <a:pt x="534009" y="0"/>
                  </a:lnTo>
                  <a:lnTo>
                    <a:pt x="534009" y="5715"/>
                  </a:lnTo>
                  <a:lnTo>
                    <a:pt x="538137" y="5715"/>
                  </a:lnTo>
                  <a:lnTo>
                    <a:pt x="538137" y="57150"/>
                  </a:lnTo>
                  <a:lnTo>
                    <a:pt x="534009" y="57150"/>
                  </a:lnTo>
                  <a:lnTo>
                    <a:pt x="534009" y="62865"/>
                  </a:lnTo>
                  <a:lnTo>
                    <a:pt x="538137" y="62865"/>
                  </a:lnTo>
                  <a:lnTo>
                    <a:pt x="538137" y="114300"/>
                  </a:lnTo>
                  <a:lnTo>
                    <a:pt x="534009" y="114300"/>
                  </a:lnTo>
                  <a:lnTo>
                    <a:pt x="534009" y="120015"/>
                  </a:lnTo>
                  <a:lnTo>
                    <a:pt x="538137" y="120015"/>
                  </a:lnTo>
                  <a:lnTo>
                    <a:pt x="538137" y="171450"/>
                  </a:lnTo>
                  <a:lnTo>
                    <a:pt x="534009" y="171450"/>
                  </a:lnTo>
                  <a:lnTo>
                    <a:pt x="534009" y="177165"/>
                  </a:lnTo>
                  <a:lnTo>
                    <a:pt x="538137" y="177165"/>
                  </a:lnTo>
                  <a:lnTo>
                    <a:pt x="538137" y="228600"/>
                  </a:lnTo>
                  <a:lnTo>
                    <a:pt x="534009" y="228600"/>
                  </a:lnTo>
                  <a:lnTo>
                    <a:pt x="534009" y="234315"/>
                  </a:lnTo>
                  <a:lnTo>
                    <a:pt x="538137" y="234315"/>
                  </a:lnTo>
                  <a:lnTo>
                    <a:pt x="546709" y="234315"/>
                  </a:lnTo>
                  <a:lnTo>
                    <a:pt x="1462074" y="234315"/>
                  </a:lnTo>
                  <a:lnTo>
                    <a:pt x="1462074" y="228600"/>
                  </a:lnTo>
                  <a:lnTo>
                    <a:pt x="546709" y="228600"/>
                  </a:lnTo>
                  <a:lnTo>
                    <a:pt x="546709" y="177165"/>
                  </a:lnTo>
                  <a:lnTo>
                    <a:pt x="1462074" y="177165"/>
                  </a:lnTo>
                  <a:lnTo>
                    <a:pt x="1462074" y="171450"/>
                  </a:lnTo>
                  <a:lnTo>
                    <a:pt x="546709" y="171450"/>
                  </a:lnTo>
                  <a:lnTo>
                    <a:pt x="546709" y="120015"/>
                  </a:lnTo>
                  <a:lnTo>
                    <a:pt x="1462074" y="120015"/>
                  </a:lnTo>
                  <a:lnTo>
                    <a:pt x="1462074" y="114300"/>
                  </a:lnTo>
                  <a:lnTo>
                    <a:pt x="546709" y="114300"/>
                  </a:lnTo>
                  <a:lnTo>
                    <a:pt x="546709" y="62865"/>
                  </a:lnTo>
                  <a:lnTo>
                    <a:pt x="1462074" y="62865"/>
                  </a:lnTo>
                  <a:lnTo>
                    <a:pt x="1462074" y="57150"/>
                  </a:lnTo>
                  <a:lnTo>
                    <a:pt x="546709" y="57150"/>
                  </a:lnTo>
                  <a:lnTo>
                    <a:pt x="546709" y="5715"/>
                  </a:lnTo>
                  <a:lnTo>
                    <a:pt x="1462074" y="5715"/>
                  </a:lnTo>
                  <a:lnTo>
                    <a:pt x="14620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>
              <a:extLst>
                <a:ext uri="{FF2B5EF4-FFF2-40B4-BE49-F238E27FC236}">
                  <a16:creationId xmlns:a16="http://schemas.microsoft.com/office/drawing/2014/main" id="{852A4A90-B64F-54C2-5242-751335A8C161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23974" y="2223160"/>
              <a:ext cx="131063" cy="430625"/>
            </a:xfrm>
            <a:prstGeom prst="rect">
              <a:avLst/>
            </a:prstGeom>
          </p:spPr>
        </p:pic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BC5B10BF-8A6C-AF19-E60B-469F393E6E48}"/>
                </a:ext>
              </a:extLst>
            </p:cNvPr>
            <p:cNvSpPr/>
            <p:nvPr/>
          </p:nvSpPr>
          <p:spPr>
            <a:xfrm>
              <a:off x="266700" y="2194594"/>
              <a:ext cx="7014209" cy="1004569"/>
            </a:xfrm>
            <a:custGeom>
              <a:avLst/>
              <a:gdLst/>
              <a:ahLst/>
              <a:cxnLst/>
              <a:rect l="l" t="t" r="r" b="b"/>
              <a:pathLst>
                <a:path w="7014209" h="1004569">
                  <a:moveTo>
                    <a:pt x="489775" y="998410"/>
                  </a:moveTo>
                  <a:lnTo>
                    <a:pt x="0" y="998410"/>
                  </a:lnTo>
                  <a:lnTo>
                    <a:pt x="0" y="1004125"/>
                  </a:lnTo>
                  <a:lnTo>
                    <a:pt x="489775" y="1004125"/>
                  </a:lnTo>
                  <a:lnTo>
                    <a:pt x="489775" y="998410"/>
                  </a:lnTo>
                  <a:close/>
                </a:path>
                <a:path w="7014209" h="1004569">
                  <a:moveTo>
                    <a:pt x="489775" y="941260"/>
                  </a:moveTo>
                  <a:lnTo>
                    <a:pt x="0" y="941260"/>
                  </a:lnTo>
                  <a:lnTo>
                    <a:pt x="0" y="946975"/>
                  </a:lnTo>
                  <a:lnTo>
                    <a:pt x="489775" y="946975"/>
                  </a:lnTo>
                  <a:lnTo>
                    <a:pt x="489775" y="941260"/>
                  </a:lnTo>
                  <a:close/>
                </a:path>
                <a:path w="7014209" h="1004569">
                  <a:moveTo>
                    <a:pt x="489775" y="884110"/>
                  </a:moveTo>
                  <a:lnTo>
                    <a:pt x="0" y="884110"/>
                  </a:lnTo>
                  <a:lnTo>
                    <a:pt x="0" y="889825"/>
                  </a:lnTo>
                  <a:lnTo>
                    <a:pt x="489775" y="889825"/>
                  </a:lnTo>
                  <a:lnTo>
                    <a:pt x="489775" y="884110"/>
                  </a:lnTo>
                  <a:close/>
                </a:path>
                <a:path w="7014209" h="1004569">
                  <a:moveTo>
                    <a:pt x="489775" y="826960"/>
                  </a:moveTo>
                  <a:lnTo>
                    <a:pt x="0" y="826960"/>
                  </a:lnTo>
                  <a:lnTo>
                    <a:pt x="0" y="832675"/>
                  </a:lnTo>
                  <a:lnTo>
                    <a:pt x="489775" y="832675"/>
                  </a:lnTo>
                  <a:lnTo>
                    <a:pt x="489775" y="826960"/>
                  </a:lnTo>
                  <a:close/>
                </a:path>
                <a:path w="7014209" h="1004569">
                  <a:moveTo>
                    <a:pt x="489775" y="769810"/>
                  </a:moveTo>
                  <a:lnTo>
                    <a:pt x="0" y="769810"/>
                  </a:lnTo>
                  <a:lnTo>
                    <a:pt x="0" y="775525"/>
                  </a:lnTo>
                  <a:lnTo>
                    <a:pt x="489775" y="775525"/>
                  </a:lnTo>
                  <a:lnTo>
                    <a:pt x="489775" y="769810"/>
                  </a:lnTo>
                  <a:close/>
                </a:path>
                <a:path w="7014209" h="1004569">
                  <a:moveTo>
                    <a:pt x="6486334" y="327850"/>
                  </a:moveTo>
                  <a:lnTo>
                    <a:pt x="6483464" y="320890"/>
                  </a:lnTo>
                  <a:lnTo>
                    <a:pt x="6483388" y="320700"/>
                  </a:lnTo>
                  <a:lnTo>
                    <a:pt x="6477863" y="316128"/>
                  </a:lnTo>
                  <a:lnTo>
                    <a:pt x="6477863" y="325462"/>
                  </a:lnTo>
                  <a:lnTo>
                    <a:pt x="6477863" y="329082"/>
                  </a:lnTo>
                  <a:lnTo>
                    <a:pt x="6475857" y="333273"/>
                  </a:lnTo>
                  <a:lnTo>
                    <a:pt x="6445288" y="358330"/>
                  </a:lnTo>
                  <a:lnTo>
                    <a:pt x="6428994" y="363943"/>
                  </a:lnTo>
                  <a:lnTo>
                    <a:pt x="6424993" y="363753"/>
                  </a:lnTo>
                  <a:lnTo>
                    <a:pt x="6421285" y="363410"/>
                  </a:lnTo>
                  <a:lnTo>
                    <a:pt x="6421285" y="354330"/>
                  </a:lnTo>
                  <a:lnTo>
                    <a:pt x="6420307" y="354330"/>
                  </a:lnTo>
                  <a:lnTo>
                    <a:pt x="6452717" y="326326"/>
                  </a:lnTo>
                  <a:lnTo>
                    <a:pt x="6467005" y="320890"/>
                  </a:lnTo>
                  <a:lnTo>
                    <a:pt x="6472720" y="321462"/>
                  </a:lnTo>
                  <a:lnTo>
                    <a:pt x="6475577" y="321843"/>
                  </a:lnTo>
                  <a:lnTo>
                    <a:pt x="6477292" y="323176"/>
                  </a:lnTo>
                  <a:lnTo>
                    <a:pt x="6477863" y="325462"/>
                  </a:lnTo>
                  <a:lnTo>
                    <a:pt x="6477863" y="316128"/>
                  </a:lnTo>
                  <a:lnTo>
                    <a:pt x="6476720" y="315175"/>
                  </a:lnTo>
                  <a:lnTo>
                    <a:pt x="6471577" y="312318"/>
                  </a:lnTo>
                  <a:lnTo>
                    <a:pt x="6465760" y="311175"/>
                  </a:lnTo>
                  <a:lnTo>
                    <a:pt x="6459283" y="311746"/>
                  </a:lnTo>
                  <a:lnTo>
                    <a:pt x="6421260" y="328358"/>
                  </a:lnTo>
                  <a:lnTo>
                    <a:pt x="6410617" y="357378"/>
                  </a:lnTo>
                  <a:lnTo>
                    <a:pt x="6411277" y="358978"/>
                  </a:lnTo>
                  <a:lnTo>
                    <a:pt x="6411277" y="514350"/>
                  </a:lnTo>
                  <a:lnTo>
                    <a:pt x="6421285" y="514350"/>
                  </a:lnTo>
                  <a:lnTo>
                    <a:pt x="6421285" y="370522"/>
                  </a:lnTo>
                  <a:lnTo>
                    <a:pt x="6425565" y="372897"/>
                  </a:lnTo>
                  <a:lnTo>
                    <a:pt x="6431280" y="374040"/>
                  </a:lnTo>
                  <a:lnTo>
                    <a:pt x="6437566" y="373468"/>
                  </a:lnTo>
                  <a:lnTo>
                    <a:pt x="6445644" y="372567"/>
                  </a:lnTo>
                  <a:lnTo>
                    <a:pt x="6453568" y="370395"/>
                  </a:lnTo>
                  <a:lnTo>
                    <a:pt x="6461353" y="366991"/>
                  </a:lnTo>
                  <a:lnTo>
                    <a:pt x="6466345" y="363943"/>
                  </a:lnTo>
                  <a:lnTo>
                    <a:pt x="6468999" y="362331"/>
                  </a:lnTo>
                  <a:lnTo>
                    <a:pt x="6475717" y="356755"/>
                  </a:lnTo>
                  <a:lnTo>
                    <a:pt x="6480721" y="350608"/>
                  </a:lnTo>
                  <a:lnTo>
                    <a:pt x="6483998" y="343903"/>
                  </a:lnTo>
                  <a:lnTo>
                    <a:pt x="6485572" y="336613"/>
                  </a:lnTo>
                  <a:lnTo>
                    <a:pt x="6486334" y="327850"/>
                  </a:lnTo>
                  <a:close/>
                </a:path>
                <a:path w="7014209" h="1004569">
                  <a:moveTo>
                    <a:pt x="6684340" y="184975"/>
                  </a:moveTo>
                  <a:lnTo>
                    <a:pt x="6683286" y="182422"/>
                  </a:lnTo>
                  <a:lnTo>
                    <a:pt x="6683286" y="0"/>
                  </a:lnTo>
                  <a:lnTo>
                    <a:pt x="6674713" y="0"/>
                  </a:lnTo>
                  <a:lnTo>
                    <a:pt x="6674713" y="188595"/>
                  </a:lnTo>
                  <a:lnTo>
                    <a:pt x="6673863" y="190398"/>
                  </a:lnTo>
                  <a:lnTo>
                    <a:pt x="6643281" y="215455"/>
                  </a:lnTo>
                  <a:lnTo>
                    <a:pt x="6627000" y="221068"/>
                  </a:lnTo>
                  <a:lnTo>
                    <a:pt x="6622999" y="220878"/>
                  </a:lnTo>
                  <a:lnTo>
                    <a:pt x="6618999" y="220497"/>
                  </a:lnTo>
                  <a:lnTo>
                    <a:pt x="6617094" y="218782"/>
                  </a:lnTo>
                  <a:lnTo>
                    <a:pt x="6617284" y="215734"/>
                  </a:lnTo>
                  <a:lnTo>
                    <a:pt x="6643281" y="187452"/>
                  </a:lnTo>
                  <a:lnTo>
                    <a:pt x="6673291" y="188595"/>
                  </a:lnTo>
                  <a:lnTo>
                    <a:pt x="6674713" y="188595"/>
                  </a:lnTo>
                  <a:lnTo>
                    <a:pt x="6674713" y="0"/>
                  </a:lnTo>
                  <a:lnTo>
                    <a:pt x="6673291" y="0"/>
                  </a:lnTo>
                  <a:lnTo>
                    <a:pt x="6673291" y="171513"/>
                  </a:lnTo>
                  <a:lnTo>
                    <a:pt x="6669570" y="169443"/>
                  </a:lnTo>
                  <a:lnTo>
                    <a:pt x="6663766" y="168300"/>
                  </a:lnTo>
                  <a:lnTo>
                    <a:pt x="6657289" y="168871"/>
                  </a:lnTo>
                  <a:lnTo>
                    <a:pt x="6649110" y="169786"/>
                  </a:lnTo>
                  <a:lnTo>
                    <a:pt x="6614350" y="191592"/>
                  </a:lnTo>
                  <a:lnTo>
                    <a:pt x="6608610" y="214503"/>
                  </a:lnTo>
                  <a:lnTo>
                    <a:pt x="6611569" y="221640"/>
                  </a:lnTo>
                  <a:lnTo>
                    <a:pt x="6618427" y="227164"/>
                  </a:lnTo>
                  <a:lnTo>
                    <a:pt x="6623571" y="230022"/>
                  </a:lnTo>
                  <a:lnTo>
                    <a:pt x="6629286" y="231165"/>
                  </a:lnTo>
                  <a:lnTo>
                    <a:pt x="6635572" y="230593"/>
                  </a:lnTo>
                  <a:lnTo>
                    <a:pt x="6643637" y="229692"/>
                  </a:lnTo>
                  <a:lnTo>
                    <a:pt x="6651574" y="227520"/>
                  </a:lnTo>
                  <a:lnTo>
                    <a:pt x="6659359" y="224116"/>
                  </a:lnTo>
                  <a:lnTo>
                    <a:pt x="6664350" y="221068"/>
                  </a:lnTo>
                  <a:lnTo>
                    <a:pt x="6667005" y="219456"/>
                  </a:lnTo>
                  <a:lnTo>
                    <a:pt x="6673723" y="213880"/>
                  </a:lnTo>
                  <a:lnTo>
                    <a:pt x="6678714" y="207733"/>
                  </a:lnTo>
                  <a:lnTo>
                    <a:pt x="6682003" y="201028"/>
                  </a:lnTo>
                  <a:lnTo>
                    <a:pt x="6683578" y="193738"/>
                  </a:lnTo>
                  <a:lnTo>
                    <a:pt x="6684340" y="184975"/>
                  </a:lnTo>
                  <a:close/>
                </a:path>
                <a:path w="7014209" h="1004569">
                  <a:moveTo>
                    <a:pt x="6881584" y="334035"/>
                  </a:moveTo>
                  <a:lnTo>
                    <a:pt x="6881393" y="326796"/>
                  </a:lnTo>
                  <a:lnTo>
                    <a:pt x="6878815" y="321564"/>
                  </a:lnTo>
                  <a:lnTo>
                    <a:pt x="6873862" y="318325"/>
                  </a:lnTo>
                  <a:lnTo>
                    <a:pt x="6869290" y="314706"/>
                  </a:lnTo>
                  <a:lnTo>
                    <a:pt x="6862813" y="312991"/>
                  </a:lnTo>
                  <a:lnTo>
                    <a:pt x="6854431" y="313182"/>
                  </a:lnTo>
                  <a:lnTo>
                    <a:pt x="6846506" y="314147"/>
                  </a:lnTo>
                  <a:lnTo>
                    <a:pt x="6811924" y="337248"/>
                  </a:lnTo>
                  <a:lnTo>
                    <a:pt x="6807289" y="351180"/>
                  </a:lnTo>
                  <a:lnTo>
                    <a:pt x="6807378" y="354330"/>
                  </a:lnTo>
                  <a:lnTo>
                    <a:pt x="6807289" y="514350"/>
                  </a:lnTo>
                  <a:lnTo>
                    <a:pt x="6817284" y="514350"/>
                  </a:lnTo>
                  <a:lnTo>
                    <a:pt x="6817284" y="368935"/>
                  </a:lnTo>
                  <a:lnTo>
                    <a:pt x="6819290" y="370522"/>
                  </a:lnTo>
                  <a:lnTo>
                    <a:pt x="6825196" y="372427"/>
                  </a:lnTo>
                  <a:lnTo>
                    <a:pt x="6832435" y="372618"/>
                  </a:lnTo>
                  <a:lnTo>
                    <a:pt x="6840918" y="371665"/>
                  </a:lnTo>
                  <a:lnTo>
                    <a:pt x="6876936" y="348615"/>
                  </a:lnTo>
                  <a:lnTo>
                    <a:pt x="6880136" y="341617"/>
                  </a:lnTo>
                  <a:lnTo>
                    <a:pt x="6881584" y="334035"/>
                  </a:lnTo>
                  <a:close/>
                </a:path>
                <a:path w="7014209" h="1004569">
                  <a:moveTo>
                    <a:pt x="7013892" y="88011"/>
                  </a:moveTo>
                  <a:lnTo>
                    <a:pt x="7005320" y="88011"/>
                  </a:lnTo>
                  <a:lnTo>
                    <a:pt x="7005320" y="320040"/>
                  </a:lnTo>
                  <a:lnTo>
                    <a:pt x="7013892" y="320040"/>
                  </a:lnTo>
                  <a:lnTo>
                    <a:pt x="7013892" y="880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>
              <a:extLst>
                <a:ext uri="{FF2B5EF4-FFF2-40B4-BE49-F238E27FC236}">
                  <a16:creationId xmlns:a16="http://schemas.microsoft.com/office/drawing/2014/main" id="{C00F39DC-3E33-253F-6F53-D2D284C121F5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7975" y="2964396"/>
              <a:ext cx="158876" cy="182879"/>
            </a:xfrm>
            <a:prstGeom prst="rect">
              <a:avLst/>
            </a:prstGeom>
          </p:spPr>
        </p:pic>
        <p:pic>
          <p:nvPicPr>
            <p:cNvPr id="35" name="object 35">
              <a:extLst>
                <a:ext uri="{FF2B5EF4-FFF2-40B4-BE49-F238E27FC236}">
                  <a16:creationId xmlns:a16="http://schemas.microsoft.com/office/drawing/2014/main" id="{6DF88BC5-6CDF-A050-1470-33DF4D9E4765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4002" y="2935821"/>
              <a:ext cx="216598" cy="267461"/>
            </a:xfrm>
            <a:prstGeom prst="rect">
              <a:avLst/>
            </a:prstGeom>
          </p:spPr>
        </p:pic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53E7A459-3C43-B521-1592-C26C1BFA462B}"/>
                </a:ext>
              </a:extLst>
            </p:cNvPr>
            <p:cNvSpPr/>
            <p:nvPr/>
          </p:nvSpPr>
          <p:spPr>
            <a:xfrm>
              <a:off x="756475" y="2828388"/>
              <a:ext cx="872490" cy="472440"/>
            </a:xfrm>
            <a:custGeom>
              <a:avLst/>
              <a:gdLst/>
              <a:ahLst/>
              <a:cxnLst/>
              <a:rect l="l" t="t" r="r" b="b"/>
              <a:pathLst>
                <a:path w="872489" h="472439">
                  <a:moveTo>
                    <a:pt x="132715" y="460908"/>
                  </a:moveTo>
                  <a:lnTo>
                    <a:pt x="131953" y="454431"/>
                  </a:lnTo>
                  <a:lnTo>
                    <a:pt x="128320" y="450913"/>
                  </a:lnTo>
                  <a:lnTo>
                    <a:pt x="121856" y="450342"/>
                  </a:lnTo>
                  <a:lnTo>
                    <a:pt x="115176" y="450913"/>
                  </a:lnTo>
                  <a:lnTo>
                    <a:pt x="111569" y="454431"/>
                  </a:lnTo>
                  <a:lnTo>
                    <a:pt x="110998" y="460908"/>
                  </a:lnTo>
                  <a:lnTo>
                    <a:pt x="111569" y="467385"/>
                  </a:lnTo>
                  <a:lnTo>
                    <a:pt x="115176" y="471106"/>
                  </a:lnTo>
                  <a:lnTo>
                    <a:pt x="121856" y="472059"/>
                  </a:lnTo>
                  <a:lnTo>
                    <a:pt x="128320" y="471106"/>
                  </a:lnTo>
                  <a:lnTo>
                    <a:pt x="131953" y="467385"/>
                  </a:lnTo>
                  <a:lnTo>
                    <a:pt x="132715" y="460908"/>
                  </a:lnTo>
                  <a:close/>
                </a:path>
                <a:path w="872489" h="472439">
                  <a:moveTo>
                    <a:pt x="330708" y="10566"/>
                  </a:moveTo>
                  <a:lnTo>
                    <a:pt x="329946" y="4089"/>
                  </a:lnTo>
                  <a:lnTo>
                    <a:pt x="326326" y="571"/>
                  </a:lnTo>
                  <a:lnTo>
                    <a:pt x="319849" y="0"/>
                  </a:lnTo>
                  <a:lnTo>
                    <a:pt x="313182" y="571"/>
                  </a:lnTo>
                  <a:lnTo>
                    <a:pt x="309562" y="4089"/>
                  </a:lnTo>
                  <a:lnTo>
                    <a:pt x="308991" y="10566"/>
                  </a:lnTo>
                  <a:lnTo>
                    <a:pt x="309562" y="17043"/>
                  </a:lnTo>
                  <a:lnTo>
                    <a:pt x="313182" y="20764"/>
                  </a:lnTo>
                  <a:lnTo>
                    <a:pt x="319849" y="21717"/>
                  </a:lnTo>
                  <a:lnTo>
                    <a:pt x="326326" y="20764"/>
                  </a:lnTo>
                  <a:lnTo>
                    <a:pt x="329946" y="17043"/>
                  </a:lnTo>
                  <a:lnTo>
                    <a:pt x="330708" y="10566"/>
                  </a:lnTo>
                  <a:close/>
                </a:path>
                <a:path w="872489" h="472439">
                  <a:moveTo>
                    <a:pt x="872045" y="136017"/>
                  </a:moveTo>
                  <a:lnTo>
                    <a:pt x="354380" y="136017"/>
                  </a:lnTo>
                  <a:lnTo>
                    <a:pt x="354977" y="134734"/>
                  </a:lnTo>
                  <a:lnTo>
                    <a:pt x="356425" y="127152"/>
                  </a:lnTo>
                  <a:lnTo>
                    <a:pt x="356235" y="119913"/>
                  </a:lnTo>
                  <a:lnTo>
                    <a:pt x="353669" y="114681"/>
                  </a:lnTo>
                  <a:lnTo>
                    <a:pt x="348716" y="111442"/>
                  </a:lnTo>
                  <a:lnTo>
                    <a:pt x="344144" y="107823"/>
                  </a:lnTo>
                  <a:lnTo>
                    <a:pt x="337667" y="106108"/>
                  </a:lnTo>
                  <a:lnTo>
                    <a:pt x="329285" y="106299"/>
                  </a:lnTo>
                  <a:lnTo>
                    <a:pt x="321348" y="107264"/>
                  </a:lnTo>
                  <a:lnTo>
                    <a:pt x="313563" y="109588"/>
                  </a:lnTo>
                  <a:lnTo>
                    <a:pt x="305917" y="113258"/>
                  </a:lnTo>
                  <a:lnTo>
                    <a:pt x="298424" y="118300"/>
                  </a:lnTo>
                  <a:lnTo>
                    <a:pt x="292138" y="123748"/>
                  </a:lnTo>
                  <a:lnTo>
                    <a:pt x="292138" y="104914"/>
                  </a:lnTo>
                  <a:lnTo>
                    <a:pt x="294132" y="106489"/>
                  </a:lnTo>
                  <a:lnTo>
                    <a:pt x="300037" y="108394"/>
                  </a:lnTo>
                  <a:lnTo>
                    <a:pt x="307276" y="108585"/>
                  </a:lnTo>
                  <a:lnTo>
                    <a:pt x="315760" y="107632"/>
                  </a:lnTo>
                  <a:lnTo>
                    <a:pt x="351790" y="84582"/>
                  </a:lnTo>
                  <a:lnTo>
                    <a:pt x="352755" y="82435"/>
                  </a:lnTo>
                  <a:lnTo>
                    <a:pt x="376758" y="82435"/>
                  </a:lnTo>
                  <a:lnTo>
                    <a:pt x="376758" y="75298"/>
                  </a:lnTo>
                  <a:lnTo>
                    <a:pt x="355409" y="75298"/>
                  </a:lnTo>
                  <a:lnTo>
                    <a:pt x="356425" y="70002"/>
                  </a:lnTo>
                  <a:lnTo>
                    <a:pt x="356235" y="62763"/>
                  </a:lnTo>
                  <a:lnTo>
                    <a:pt x="353669" y="57531"/>
                  </a:lnTo>
                  <a:lnTo>
                    <a:pt x="348716" y="54292"/>
                  </a:lnTo>
                  <a:lnTo>
                    <a:pt x="344144" y="50673"/>
                  </a:lnTo>
                  <a:lnTo>
                    <a:pt x="337667" y="48958"/>
                  </a:lnTo>
                  <a:lnTo>
                    <a:pt x="329285" y="49149"/>
                  </a:lnTo>
                  <a:lnTo>
                    <a:pt x="321348" y="50114"/>
                  </a:lnTo>
                  <a:lnTo>
                    <a:pt x="286778" y="73215"/>
                  </a:lnTo>
                  <a:lnTo>
                    <a:pt x="285788" y="75298"/>
                  </a:lnTo>
                  <a:lnTo>
                    <a:pt x="265620" y="75298"/>
                  </a:lnTo>
                  <a:lnTo>
                    <a:pt x="265620" y="82435"/>
                  </a:lnTo>
                  <a:lnTo>
                    <a:pt x="283070" y="82435"/>
                  </a:lnTo>
                  <a:lnTo>
                    <a:pt x="282130" y="87147"/>
                  </a:lnTo>
                  <a:lnTo>
                    <a:pt x="282219" y="90297"/>
                  </a:lnTo>
                  <a:lnTo>
                    <a:pt x="282130" y="136017"/>
                  </a:lnTo>
                  <a:lnTo>
                    <a:pt x="0" y="136017"/>
                  </a:lnTo>
                  <a:lnTo>
                    <a:pt x="0" y="141732"/>
                  </a:lnTo>
                  <a:lnTo>
                    <a:pt x="282130" y="141732"/>
                  </a:lnTo>
                  <a:lnTo>
                    <a:pt x="282130" y="144297"/>
                  </a:lnTo>
                  <a:lnTo>
                    <a:pt x="282130" y="307467"/>
                  </a:lnTo>
                  <a:lnTo>
                    <a:pt x="158140" y="307467"/>
                  </a:lnTo>
                  <a:lnTo>
                    <a:pt x="158140" y="256032"/>
                  </a:lnTo>
                  <a:lnTo>
                    <a:pt x="282130" y="256032"/>
                  </a:lnTo>
                  <a:lnTo>
                    <a:pt x="282130" y="250317"/>
                  </a:lnTo>
                  <a:lnTo>
                    <a:pt x="158140" y="250317"/>
                  </a:lnTo>
                  <a:lnTo>
                    <a:pt x="158140" y="198882"/>
                  </a:lnTo>
                  <a:lnTo>
                    <a:pt x="282130" y="198882"/>
                  </a:lnTo>
                  <a:lnTo>
                    <a:pt x="282130" y="193167"/>
                  </a:lnTo>
                  <a:lnTo>
                    <a:pt x="158140" y="193167"/>
                  </a:lnTo>
                  <a:lnTo>
                    <a:pt x="148145" y="193167"/>
                  </a:lnTo>
                  <a:lnTo>
                    <a:pt x="0" y="193167"/>
                  </a:lnTo>
                  <a:lnTo>
                    <a:pt x="0" y="198882"/>
                  </a:lnTo>
                  <a:lnTo>
                    <a:pt x="148145" y="198882"/>
                  </a:lnTo>
                  <a:lnTo>
                    <a:pt x="148145" y="250317"/>
                  </a:lnTo>
                  <a:lnTo>
                    <a:pt x="0" y="250317"/>
                  </a:lnTo>
                  <a:lnTo>
                    <a:pt x="0" y="256032"/>
                  </a:lnTo>
                  <a:lnTo>
                    <a:pt x="148145" y="256032"/>
                  </a:lnTo>
                  <a:lnTo>
                    <a:pt x="148145" y="307467"/>
                  </a:lnTo>
                  <a:lnTo>
                    <a:pt x="0" y="307467"/>
                  </a:lnTo>
                  <a:lnTo>
                    <a:pt x="0" y="313182"/>
                  </a:lnTo>
                  <a:lnTo>
                    <a:pt x="148145" y="313182"/>
                  </a:lnTo>
                  <a:lnTo>
                    <a:pt x="148145" y="364617"/>
                  </a:lnTo>
                  <a:lnTo>
                    <a:pt x="144691" y="364617"/>
                  </a:lnTo>
                  <a:lnTo>
                    <a:pt x="139661" y="363283"/>
                  </a:lnTo>
                  <a:lnTo>
                    <a:pt x="131279" y="363474"/>
                  </a:lnTo>
                  <a:lnTo>
                    <a:pt x="123355" y="364439"/>
                  </a:lnTo>
                  <a:lnTo>
                    <a:pt x="122758" y="364617"/>
                  </a:lnTo>
                  <a:lnTo>
                    <a:pt x="0" y="364617"/>
                  </a:lnTo>
                  <a:lnTo>
                    <a:pt x="0" y="370332"/>
                  </a:lnTo>
                  <a:lnTo>
                    <a:pt x="108127" y="370332"/>
                  </a:lnTo>
                  <a:lnTo>
                    <a:pt x="107924" y="370433"/>
                  </a:lnTo>
                  <a:lnTo>
                    <a:pt x="84137" y="401472"/>
                  </a:lnTo>
                  <a:lnTo>
                    <a:pt x="84315" y="407949"/>
                  </a:lnTo>
                  <a:lnTo>
                    <a:pt x="109283" y="422910"/>
                  </a:lnTo>
                  <a:lnTo>
                    <a:pt x="117754" y="421957"/>
                  </a:lnTo>
                  <a:lnTo>
                    <a:pt x="153784" y="398907"/>
                  </a:lnTo>
                  <a:lnTo>
                    <a:pt x="158432" y="384327"/>
                  </a:lnTo>
                  <a:lnTo>
                    <a:pt x="158242" y="377088"/>
                  </a:lnTo>
                  <a:lnTo>
                    <a:pt x="158140" y="376885"/>
                  </a:lnTo>
                  <a:lnTo>
                    <a:pt x="158140" y="370332"/>
                  </a:lnTo>
                  <a:lnTo>
                    <a:pt x="872045" y="370332"/>
                  </a:lnTo>
                  <a:lnTo>
                    <a:pt x="872045" y="364617"/>
                  </a:lnTo>
                  <a:lnTo>
                    <a:pt x="158140" y="364617"/>
                  </a:lnTo>
                  <a:lnTo>
                    <a:pt x="158140" y="313182"/>
                  </a:lnTo>
                  <a:lnTo>
                    <a:pt x="282130" y="313182"/>
                  </a:lnTo>
                  <a:lnTo>
                    <a:pt x="282130" y="336042"/>
                  </a:lnTo>
                  <a:lnTo>
                    <a:pt x="292138" y="336042"/>
                  </a:lnTo>
                  <a:lnTo>
                    <a:pt x="292138" y="313182"/>
                  </a:lnTo>
                  <a:lnTo>
                    <a:pt x="872045" y="313182"/>
                  </a:lnTo>
                  <a:lnTo>
                    <a:pt x="872045" y="307467"/>
                  </a:lnTo>
                  <a:lnTo>
                    <a:pt x="292138" y="307467"/>
                  </a:lnTo>
                  <a:lnTo>
                    <a:pt x="292138" y="256032"/>
                  </a:lnTo>
                  <a:lnTo>
                    <a:pt x="872045" y="256032"/>
                  </a:lnTo>
                  <a:lnTo>
                    <a:pt x="872045" y="250317"/>
                  </a:lnTo>
                  <a:lnTo>
                    <a:pt x="292138" y="250317"/>
                  </a:lnTo>
                  <a:lnTo>
                    <a:pt x="292138" y="198882"/>
                  </a:lnTo>
                  <a:lnTo>
                    <a:pt x="872045" y="198882"/>
                  </a:lnTo>
                  <a:lnTo>
                    <a:pt x="872045" y="193167"/>
                  </a:lnTo>
                  <a:lnTo>
                    <a:pt x="292138" y="193167"/>
                  </a:lnTo>
                  <a:lnTo>
                    <a:pt x="292138" y="162064"/>
                  </a:lnTo>
                  <a:lnTo>
                    <a:pt x="294132" y="163639"/>
                  </a:lnTo>
                  <a:lnTo>
                    <a:pt x="300037" y="165544"/>
                  </a:lnTo>
                  <a:lnTo>
                    <a:pt x="340144" y="154012"/>
                  </a:lnTo>
                  <a:lnTo>
                    <a:pt x="351790" y="141732"/>
                  </a:lnTo>
                  <a:lnTo>
                    <a:pt x="872045" y="141732"/>
                  </a:lnTo>
                  <a:lnTo>
                    <a:pt x="872045" y="1360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>
              <a:extLst>
                <a:ext uri="{FF2B5EF4-FFF2-40B4-BE49-F238E27FC236}">
                  <a16:creationId xmlns:a16="http://schemas.microsoft.com/office/drawing/2014/main" id="{3B881D73-6516-093B-8F89-0EE98DBCBCB9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36618" y="2907246"/>
              <a:ext cx="74294" cy="268033"/>
            </a:xfrm>
            <a:prstGeom prst="rect">
              <a:avLst/>
            </a:prstGeom>
          </p:spPr>
        </p:pic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5DEC9022-7C6B-AA10-9943-6E5AEECD8646}"/>
                </a:ext>
              </a:extLst>
            </p:cNvPr>
            <p:cNvSpPr/>
            <p:nvPr/>
          </p:nvSpPr>
          <p:spPr>
            <a:xfrm>
              <a:off x="1418094" y="2280319"/>
              <a:ext cx="1143635" cy="963294"/>
            </a:xfrm>
            <a:custGeom>
              <a:avLst/>
              <a:gdLst/>
              <a:ahLst/>
              <a:cxnLst/>
              <a:rect l="l" t="t" r="r" b="b"/>
              <a:pathLst>
                <a:path w="1143635" h="963294">
                  <a:moveTo>
                    <a:pt x="65100" y="558634"/>
                  </a:moveTo>
                  <a:lnTo>
                    <a:pt x="64338" y="552157"/>
                  </a:lnTo>
                  <a:lnTo>
                    <a:pt x="60718" y="548640"/>
                  </a:lnTo>
                  <a:lnTo>
                    <a:pt x="54241" y="548068"/>
                  </a:lnTo>
                  <a:lnTo>
                    <a:pt x="47574" y="548640"/>
                  </a:lnTo>
                  <a:lnTo>
                    <a:pt x="43954" y="552157"/>
                  </a:lnTo>
                  <a:lnTo>
                    <a:pt x="43383" y="558634"/>
                  </a:lnTo>
                  <a:lnTo>
                    <a:pt x="43954" y="565111"/>
                  </a:lnTo>
                  <a:lnTo>
                    <a:pt x="47574" y="568833"/>
                  </a:lnTo>
                  <a:lnTo>
                    <a:pt x="54241" y="569785"/>
                  </a:lnTo>
                  <a:lnTo>
                    <a:pt x="60718" y="568833"/>
                  </a:lnTo>
                  <a:lnTo>
                    <a:pt x="64338" y="565111"/>
                  </a:lnTo>
                  <a:lnTo>
                    <a:pt x="65100" y="558634"/>
                  </a:lnTo>
                  <a:close/>
                </a:path>
                <a:path w="1143635" h="963294">
                  <a:moveTo>
                    <a:pt x="111137" y="623366"/>
                  </a:moveTo>
                  <a:lnTo>
                    <a:pt x="89801" y="623366"/>
                  </a:lnTo>
                  <a:lnTo>
                    <a:pt x="90817" y="618070"/>
                  </a:lnTo>
                  <a:lnTo>
                    <a:pt x="90627" y="610831"/>
                  </a:lnTo>
                  <a:lnTo>
                    <a:pt x="88049" y="605599"/>
                  </a:lnTo>
                  <a:lnTo>
                    <a:pt x="83096" y="602361"/>
                  </a:lnTo>
                  <a:lnTo>
                    <a:pt x="78524" y="598741"/>
                  </a:lnTo>
                  <a:lnTo>
                    <a:pt x="72047" y="597027"/>
                  </a:lnTo>
                  <a:lnTo>
                    <a:pt x="63665" y="597217"/>
                  </a:lnTo>
                  <a:lnTo>
                    <a:pt x="55740" y="598182"/>
                  </a:lnTo>
                  <a:lnTo>
                    <a:pt x="21158" y="621284"/>
                  </a:lnTo>
                  <a:lnTo>
                    <a:pt x="20167" y="623366"/>
                  </a:lnTo>
                  <a:lnTo>
                    <a:pt x="0" y="623366"/>
                  </a:lnTo>
                  <a:lnTo>
                    <a:pt x="0" y="630504"/>
                  </a:lnTo>
                  <a:lnTo>
                    <a:pt x="17462" y="630504"/>
                  </a:lnTo>
                  <a:lnTo>
                    <a:pt x="16522" y="635215"/>
                  </a:lnTo>
                  <a:lnTo>
                    <a:pt x="16611" y="638365"/>
                  </a:lnTo>
                  <a:lnTo>
                    <a:pt x="16522" y="692365"/>
                  </a:lnTo>
                  <a:lnTo>
                    <a:pt x="16522" y="884110"/>
                  </a:lnTo>
                  <a:lnTo>
                    <a:pt x="26517" y="884110"/>
                  </a:lnTo>
                  <a:lnTo>
                    <a:pt x="26517" y="710120"/>
                  </a:lnTo>
                  <a:lnTo>
                    <a:pt x="28524" y="711708"/>
                  </a:lnTo>
                  <a:lnTo>
                    <a:pt x="34429" y="713613"/>
                  </a:lnTo>
                  <a:lnTo>
                    <a:pt x="41668" y="713803"/>
                  </a:lnTo>
                  <a:lnTo>
                    <a:pt x="50152" y="712851"/>
                  </a:lnTo>
                  <a:lnTo>
                    <a:pt x="86169" y="689800"/>
                  </a:lnTo>
                  <a:lnTo>
                    <a:pt x="90817" y="675220"/>
                  </a:lnTo>
                  <a:lnTo>
                    <a:pt x="90627" y="667981"/>
                  </a:lnTo>
                  <a:lnTo>
                    <a:pt x="88049" y="662749"/>
                  </a:lnTo>
                  <a:lnTo>
                    <a:pt x="83096" y="659511"/>
                  </a:lnTo>
                  <a:lnTo>
                    <a:pt x="78524" y="655891"/>
                  </a:lnTo>
                  <a:lnTo>
                    <a:pt x="72047" y="654177"/>
                  </a:lnTo>
                  <a:lnTo>
                    <a:pt x="63665" y="654367"/>
                  </a:lnTo>
                  <a:lnTo>
                    <a:pt x="55740" y="655332"/>
                  </a:lnTo>
                  <a:lnTo>
                    <a:pt x="47955" y="657656"/>
                  </a:lnTo>
                  <a:lnTo>
                    <a:pt x="40309" y="661327"/>
                  </a:lnTo>
                  <a:lnTo>
                    <a:pt x="32804" y="666369"/>
                  </a:lnTo>
                  <a:lnTo>
                    <a:pt x="26517" y="671830"/>
                  </a:lnTo>
                  <a:lnTo>
                    <a:pt x="26517" y="652970"/>
                  </a:lnTo>
                  <a:lnTo>
                    <a:pt x="28524" y="654558"/>
                  </a:lnTo>
                  <a:lnTo>
                    <a:pt x="34429" y="656463"/>
                  </a:lnTo>
                  <a:lnTo>
                    <a:pt x="41668" y="656653"/>
                  </a:lnTo>
                  <a:lnTo>
                    <a:pt x="50152" y="655701"/>
                  </a:lnTo>
                  <a:lnTo>
                    <a:pt x="86169" y="632650"/>
                  </a:lnTo>
                  <a:lnTo>
                    <a:pt x="87147" y="630504"/>
                  </a:lnTo>
                  <a:lnTo>
                    <a:pt x="111137" y="630504"/>
                  </a:lnTo>
                  <a:lnTo>
                    <a:pt x="111137" y="623366"/>
                  </a:lnTo>
                  <a:close/>
                </a:path>
                <a:path w="1143635" h="963294">
                  <a:moveTo>
                    <a:pt x="404291" y="951826"/>
                  </a:moveTo>
                  <a:lnTo>
                    <a:pt x="403529" y="945349"/>
                  </a:lnTo>
                  <a:lnTo>
                    <a:pt x="399910" y="941832"/>
                  </a:lnTo>
                  <a:lnTo>
                    <a:pt x="393433" y="941260"/>
                  </a:lnTo>
                  <a:lnTo>
                    <a:pt x="386765" y="941832"/>
                  </a:lnTo>
                  <a:lnTo>
                    <a:pt x="383146" y="945349"/>
                  </a:lnTo>
                  <a:lnTo>
                    <a:pt x="382574" y="951826"/>
                  </a:lnTo>
                  <a:lnTo>
                    <a:pt x="383146" y="958303"/>
                  </a:lnTo>
                  <a:lnTo>
                    <a:pt x="386765" y="962025"/>
                  </a:lnTo>
                  <a:lnTo>
                    <a:pt x="393433" y="962977"/>
                  </a:lnTo>
                  <a:lnTo>
                    <a:pt x="399910" y="962025"/>
                  </a:lnTo>
                  <a:lnTo>
                    <a:pt x="403529" y="958303"/>
                  </a:lnTo>
                  <a:lnTo>
                    <a:pt x="404291" y="951826"/>
                  </a:lnTo>
                  <a:close/>
                </a:path>
                <a:path w="1143635" h="963294">
                  <a:moveTo>
                    <a:pt x="602297" y="501484"/>
                  </a:moveTo>
                  <a:lnTo>
                    <a:pt x="601535" y="495007"/>
                  </a:lnTo>
                  <a:lnTo>
                    <a:pt x="597916" y="491490"/>
                  </a:lnTo>
                  <a:lnTo>
                    <a:pt x="591439" y="490918"/>
                  </a:lnTo>
                  <a:lnTo>
                    <a:pt x="584771" y="491490"/>
                  </a:lnTo>
                  <a:lnTo>
                    <a:pt x="581152" y="495007"/>
                  </a:lnTo>
                  <a:lnTo>
                    <a:pt x="580580" y="501484"/>
                  </a:lnTo>
                  <a:lnTo>
                    <a:pt x="581152" y="507961"/>
                  </a:lnTo>
                  <a:lnTo>
                    <a:pt x="584771" y="511683"/>
                  </a:lnTo>
                  <a:lnTo>
                    <a:pt x="591439" y="512635"/>
                  </a:lnTo>
                  <a:lnTo>
                    <a:pt x="597916" y="511683"/>
                  </a:lnTo>
                  <a:lnTo>
                    <a:pt x="601535" y="507961"/>
                  </a:lnTo>
                  <a:lnTo>
                    <a:pt x="602297" y="501484"/>
                  </a:lnTo>
                  <a:close/>
                </a:path>
                <a:path w="1143635" h="963294">
                  <a:moveTo>
                    <a:pt x="1143635" y="684085"/>
                  </a:moveTo>
                  <a:lnTo>
                    <a:pt x="563727" y="684085"/>
                  </a:lnTo>
                  <a:lnTo>
                    <a:pt x="563727" y="652983"/>
                  </a:lnTo>
                  <a:lnTo>
                    <a:pt x="565721" y="654558"/>
                  </a:lnTo>
                  <a:lnTo>
                    <a:pt x="571627" y="656463"/>
                  </a:lnTo>
                  <a:lnTo>
                    <a:pt x="611733" y="644931"/>
                  </a:lnTo>
                  <a:lnTo>
                    <a:pt x="624344" y="630504"/>
                  </a:lnTo>
                  <a:lnTo>
                    <a:pt x="648347" y="630504"/>
                  </a:lnTo>
                  <a:lnTo>
                    <a:pt x="648347" y="623366"/>
                  </a:lnTo>
                  <a:lnTo>
                    <a:pt x="626999" y="623366"/>
                  </a:lnTo>
                  <a:lnTo>
                    <a:pt x="628015" y="618070"/>
                  </a:lnTo>
                  <a:lnTo>
                    <a:pt x="627824" y="610831"/>
                  </a:lnTo>
                  <a:lnTo>
                    <a:pt x="625259" y="605599"/>
                  </a:lnTo>
                  <a:lnTo>
                    <a:pt x="620306" y="602361"/>
                  </a:lnTo>
                  <a:lnTo>
                    <a:pt x="615734" y="598741"/>
                  </a:lnTo>
                  <a:lnTo>
                    <a:pt x="609257" y="597027"/>
                  </a:lnTo>
                  <a:lnTo>
                    <a:pt x="600875" y="597217"/>
                  </a:lnTo>
                  <a:lnTo>
                    <a:pt x="592937" y="598182"/>
                  </a:lnTo>
                  <a:lnTo>
                    <a:pt x="585152" y="600506"/>
                  </a:lnTo>
                  <a:lnTo>
                    <a:pt x="577507" y="604177"/>
                  </a:lnTo>
                  <a:lnTo>
                    <a:pt x="570014" y="609219"/>
                  </a:lnTo>
                  <a:lnTo>
                    <a:pt x="563727" y="614667"/>
                  </a:lnTo>
                  <a:lnTo>
                    <a:pt x="563727" y="595833"/>
                  </a:lnTo>
                  <a:lnTo>
                    <a:pt x="565721" y="597408"/>
                  </a:lnTo>
                  <a:lnTo>
                    <a:pt x="571627" y="599313"/>
                  </a:lnTo>
                  <a:lnTo>
                    <a:pt x="578866" y="599503"/>
                  </a:lnTo>
                  <a:lnTo>
                    <a:pt x="587349" y="598551"/>
                  </a:lnTo>
                  <a:lnTo>
                    <a:pt x="623366" y="575500"/>
                  </a:lnTo>
                  <a:lnTo>
                    <a:pt x="624344" y="573354"/>
                  </a:lnTo>
                  <a:lnTo>
                    <a:pt x="648347" y="573354"/>
                  </a:lnTo>
                  <a:lnTo>
                    <a:pt x="648347" y="566216"/>
                  </a:lnTo>
                  <a:lnTo>
                    <a:pt x="626999" y="566216"/>
                  </a:lnTo>
                  <a:lnTo>
                    <a:pt x="628015" y="560920"/>
                  </a:lnTo>
                  <a:lnTo>
                    <a:pt x="627824" y="553681"/>
                  </a:lnTo>
                  <a:lnTo>
                    <a:pt x="625259" y="548449"/>
                  </a:lnTo>
                  <a:lnTo>
                    <a:pt x="620306" y="545211"/>
                  </a:lnTo>
                  <a:lnTo>
                    <a:pt x="615734" y="541591"/>
                  </a:lnTo>
                  <a:lnTo>
                    <a:pt x="609257" y="539877"/>
                  </a:lnTo>
                  <a:lnTo>
                    <a:pt x="600875" y="540067"/>
                  </a:lnTo>
                  <a:lnTo>
                    <a:pt x="592937" y="541032"/>
                  </a:lnTo>
                  <a:lnTo>
                    <a:pt x="558368" y="564134"/>
                  </a:lnTo>
                  <a:lnTo>
                    <a:pt x="557377" y="566216"/>
                  </a:lnTo>
                  <a:lnTo>
                    <a:pt x="537197" y="566216"/>
                  </a:lnTo>
                  <a:lnTo>
                    <a:pt x="537197" y="573354"/>
                  </a:lnTo>
                  <a:lnTo>
                    <a:pt x="554659" y="573354"/>
                  </a:lnTo>
                  <a:lnTo>
                    <a:pt x="553720" y="578065"/>
                  </a:lnTo>
                  <a:lnTo>
                    <a:pt x="553808" y="581215"/>
                  </a:lnTo>
                  <a:lnTo>
                    <a:pt x="553720" y="623366"/>
                  </a:lnTo>
                  <a:lnTo>
                    <a:pt x="537197" y="623366"/>
                  </a:lnTo>
                  <a:lnTo>
                    <a:pt x="537197" y="630504"/>
                  </a:lnTo>
                  <a:lnTo>
                    <a:pt x="553720" y="630504"/>
                  </a:lnTo>
                  <a:lnTo>
                    <a:pt x="553720" y="635215"/>
                  </a:lnTo>
                  <a:lnTo>
                    <a:pt x="553720" y="798385"/>
                  </a:lnTo>
                  <a:lnTo>
                    <a:pt x="429729" y="798385"/>
                  </a:lnTo>
                  <a:lnTo>
                    <a:pt x="429729" y="746950"/>
                  </a:lnTo>
                  <a:lnTo>
                    <a:pt x="553720" y="746950"/>
                  </a:lnTo>
                  <a:lnTo>
                    <a:pt x="553720" y="741235"/>
                  </a:lnTo>
                  <a:lnTo>
                    <a:pt x="429729" y="741235"/>
                  </a:lnTo>
                  <a:lnTo>
                    <a:pt x="429729" y="689800"/>
                  </a:lnTo>
                  <a:lnTo>
                    <a:pt x="553720" y="689800"/>
                  </a:lnTo>
                  <a:lnTo>
                    <a:pt x="553720" y="684085"/>
                  </a:lnTo>
                  <a:lnTo>
                    <a:pt x="429729" y="684085"/>
                  </a:lnTo>
                  <a:lnTo>
                    <a:pt x="419722" y="684085"/>
                  </a:lnTo>
                  <a:lnTo>
                    <a:pt x="419722" y="689800"/>
                  </a:lnTo>
                  <a:lnTo>
                    <a:pt x="419722" y="855535"/>
                  </a:lnTo>
                  <a:lnTo>
                    <a:pt x="416280" y="855535"/>
                  </a:lnTo>
                  <a:lnTo>
                    <a:pt x="411251" y="854202"/>
                  </a:lnTo>
                  <a:lnTo>
                    <a:pt x="402869" y="854392"/>
                  </a:lnTo>
                  <a:lnTo>
                    <a:pt x="394931" y="855357"/>
                  </a:lnTo>
                  <a:lnTo>
                    <a:pt x="394335" y="855535"/>
                  </a:lnTo>
                  <a:lnTo>
                    <a:pt x="379704" y="855535"/>
                  </a:lnTo>
                  <a:lnTo>
                    <a:pt x="379704" y="861250"/>
                  </a:lnTo>
                  <a:lnTo>
                    <a:pt x="379501" y="861352"/>
                  </a:lnTo>
                  <a:lnTo>
                    <a:pt x="372008" y="866394"/>
                  </a:lnTo>
                  <a:lnTo>
                    <a:pt x="365302" y="872197"/>
                  </a:lnTo>
                  <a:lnTo>
                    <a:pt x="360362" y="878459"/>
                  </a:lnTo>
                  <a:lnTo>
                    <a:pt x="357162" y="885202"/>
                  </a:lnTo>
                  <a:lnTo>
                    <a:pt x="355714" y="892390"/>
                  </a:lnTo>
                  <a:lnTo>
                    <a:pt x="355904" y="898867"/>
                  </a:lnTo>
                  <a:lnTo>
                    <a:pt x="358381" y="904113"/>
                  </a:lnTo>
                  <a:lnTo>
                    <a:pt x="363143" y="908113"/>
                  </a:lnTo>
                  <a:lnTo>
                    <a:pt x="367715" y="911733"/>
                  </a:lnTo>
                  <a:lnTo>
                    <a:pt x="370662" y="912685"/>
                  </a:lnTo>
                  <a:lnTo>
                    <a:pt x="223126" y="912685"/>
                  </a:lnTo>
                  <a:lnTo>
                    <a:pt x="223126" y="861250"/>
                  </a:lnTo>
                  <a:lnTo>
                    <a:pt x="379704" y="861250"/>
                  </a:lnTo>
                  <a:lnTo>
                    <a:pt x="379704" y="855535"/>
                  </a:lnTo>
                  <a:lnTo>
                    <a:pt x="223126" y="855535"/>
                  </a:lnTo>
                  <a:lnTo>
                    <a:pt x="223126" y="804100"/>
                  </a:lnTo>
                  <a:lnTo>
                    <a:pt x="419722" y="804100"/>
                  </a:lnTo>
                  <a:lnTo>
                    <a:pt x="419722" y="798385"/>
                  </a:lnTo>
                  <a:lnTo>
                    <a:pt x="223126" y="798385"/>
                  </a:lnTo>
                  <a:lnTo>
                    <a:pt x="223126" y="746950"/>
                  </a:lnTo>
                  <a:lnTo>
                    <a:pt x="419722" y="746950"/>
                  </a:lnTo>
                  <a:lnTo>
                    <a:pt x="419722" y="741235"/>
                  </a:lnTo>
                  <a:lnTo>
                    <a:pt x="223126" y="741235"/>
                  </a:lnTo>
                  <a:lnTo>
                    <a:pt x="223126" y="689800"/>
                  </a:lnTo>
                  <a:lnTo>
                    <a:pt x="419722" y="689800"/>
                  </a:lnTo>
                  <a:lnTo>
                    <a:pt x="419722" y="684085"/>
                  </a:lnTo>
                  <a:lnTo>
                    <a:pt x="223126" y="684085"/>
                  </a:lnTo>
                  <a:lnTo>
                    <a:pt x="223126" y="0"/>
                  </a:lnTo>
                  <a:lnTo>
                    <a:pt x="214553" y="0"/>
                  </a:lnTo>
                  <a:lnTo>
                    <a:pt x="214553" y="684085"/>
                  </a:lnTo>
                  <a:lnTo>
                    <a:pt x="210426" y="684085"/>
                  </a:lnTo>
                  <a:lnTo>
                    <a:pt x="210426" y="689800"/>
                  </a:lnTo>
                  <a:lnTo>
                    <a:pt x="214553" y="689800"/>
                  </a:lnTo>
                  <a:lnTo>
                    <a:pt x="214553" y="741235"/>
                  </a:lnTo>
                  <a:lnTo>
                    <a:pt x="210426" y="741235"/>
                  </a:lnTo>
                  <a:lnTo>
                    <a:pt x="210426" y="746950"/>
                  </a:lnTo>
                  <a:lnTo>
                    <a:pt x="214553" y="746950"/>
                  </a:lnTo>
                  <a:lnTo>
                    <a:pt x="214553" y="798385"/>
                  </a:lnTo>
                  <a:lnTo>
                    <a:pt x="210426" y="798385"/>
                  </a:lnTo>
                  <a:lnTo>
                    <a:pt x="210426" y="804100"/>
                  </a:lnTo>
                  <a:lnTo>
                    <a:pt x="214553" y="804100"/>
                  </a:lnTo>
                  <a:lnTo>
                    <a:pt x="214553" y="855535"/>
                  </a:lnTo>
                  <a:lnTo>
                    <a:pt x="210426" y="855535"/>
                  </a:lnTo>
                  <a:lnTo>
                    <a:pt x="210426" y="861250"/>
                  </a:lnTo>
                  <a:lnTo>
                    <a:pt x="214553" y="861250"/>
                  </a:lnTo>
                  <a:lnTo>
                    <a:pt x="214553" y="912685"/>
                  </a:lnTo>
                  <a:lnTo>
                    <a:pt x="210426" y="912685"/>
                  </a:lnTo>
                  <a:lnTo>
                    <a:pt x="210426" y="918400"/>
                  </a:lnTo>
                  <a:lnTo>
                    <a:pt x="214553" y="918400"/>
                  </a:lnTo>
                  <a:lnTo>
                    <a:pt x="223126" y="918400"/>
                  </a:lnTo>
                  <a:lnTo>
                    <a:pt x="1143635" y="918400"/>
                  </a:lnTo>
                  <a:lnTo>
                    <a:pt x="1143635" y="912685"/>
                  </a:lnTo>
                  <a:lnTo>
                    <a:pt x="390042" y="912685"/>
                  </a:lnTo>
                  <a:lnTo>
                    <a:pt x="397649" y="910615"/>
                  </a:lnTo>
                  <a:lnTo>
                    <a:pt x="405777" y="907021"/>
                  </a:lnTo>
                  <a:lnTo>
                    <a:pt x="430009" y="875245"/>
                  </a:lnTo>
                  <a:lnTo>
                    <a:pt x="429818" y="868006"/>
                  </a:lnTo>
                  <a:lnTo>
                    <a:pt x="429729" y="867829"/>
                  </a:lnTo>
                  <a:lnTo>
                    <a:pt x="429729" y="861250"/>
                  </a:lnTo>
                  <a:lnTo>
                    <a:pt x="1143635" y="861250"/>
                  </a:lnTo>
                  <a:lnTo>
                    <a:pt x="1143635" y="855535"/>
                  </a:lnTo>
                  <a:lnTo>
                    <a:pt x="429729" y="855535"/>
                  </a:lnTo>
                  <a:lnTo>
                    <a:pt x="429729" y="804100"/>
                  </a:lnTo>
                  <a:lnTo>
                    <a:pt x="553720" y="804100"/>
                  </a:lnTo>
                  <a:lnTo>
                    <a:pt x="553720" y="826960"/>
                  </a:lnTo>
                  <a:lnTo>
                    <a:pt x="563727" y="826960"/>
                  </a:lnTo>
                  <a:lnTo>
                    <a:pt x="563727" y="804100"/>
                  </a:lnTo>
                  <a:lnTo>
                    <a:pt x="1143635" y="804100"/>
                  </a:lnTo>
                  <a:lnTo>
                    <a:pt x="1143635" y="798385"/>
                  </a:lnTo>
                  <a:lnTo>
                    <a:pt x="563727" y="798385"/>
                  </a:lnTo>
                  <a:lnTo>
                    <a:pt x="563727" y="746950"/>
                  </a:lnTo>
                  <a:lnTo>
                    <a:pt x="1143635" y="746950"/>
                  </a:lnTo>
                  <a:lnTo>
                    <a:pt x="1143635" y="741235"/>
                  </a:lnTo>
                  <a:lnTo>
                    <a:pt x="563727" y="741235"/>
                  </a:lnTo>
                  <a:lnTo>
                    <a:pt x="563727" y="689800"/>
                  </a:lnTo>
                  <a:lnTo>
                    <a:pt x="1143635" y="689800"/>
                  </a:lnTo>
                  <a:lnTo>
                    <a:pt x="1143635" y="684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>
              <a:extLst>
                <a:ext uri="{FF2B5EF4-FFF2-40B4-BE49-F238E27FC236}">
                  <a16:creationId xmlns:a16="http://schemas.microsoft.com/office/drawing/2014/main" id="{3659853E-0FF8-2D46-6B14-5A1D9A4BA7DF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169825" y="2982112"/>
              <a:ext cx="74294" cy="268033"/>
            </a:xfrm>
            <a:prstGeom prst="rect">
              <a:avLst/>
            </a:prstGeom>
          </p:spPr>
        </p:pic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82CA4A03-F716-33F0-5ABC-127A31C0425F}"/>
                </a:ext>
              </a:extLst>
            </p:cNvPr>
            <p:cNvSpPr/>
            <p:nvPr/>
          </p:nvSpPr>
          <p:spPr>
            <a:xfrm>
              <a:off x="2351303" y="2280319"/>
              <a:ext cx="2157095" cy="1077595"/>
            </a:xfrm>
            <a:custGeom>
              <a:avLst/>
              <a:gdLst/>
              <a:ahLst/>
              <a:cxnLst/>
              <a:rect l="l" t="t" r="r" b="b"/>
              <a:pathLst>
                <a:path w="2157095" h="1077595">
                  <a:moveTo>
                    <a:pt x="65100" y="501484"/>
                  </a:moveTo>
                  <a:lnTo>
                    <a:pt x="64338" y="495007"/>
                  </a:lnTo>
                  <a:lnTo>
                    <a:pt x="60718" y="491490"/>
                  </a:lnTo>
                  <a:lnTo>
                    <a:pt x="54241" y="490918"/>
                  </a:lnTo>
                  <a:lnTo>
                    <a:pt x="47574" y="491490"/>
                  </a:lnTo>
                  <a:lnTo>
                    <a:pt x="43954" y="495007"/>
                  </a:lnTo>
                  <a:lnTo>
                    <a:pt x="43383" y="501484"/>
                  </a:lnTo>
                  <a:lnTo>
                    <a:pt x="43954" y="507961"/>
                  </a:lnTo>
                  <a:lnTo>
                    <a:pt x="47574" y="511683"/>
                  </a:lnTo>
                  <a:lnTo>
                    <a:pt x="54241" y="512635"/>
                  </a:lnTo>
                  <a:lnTo>
                    <a:pt x="60718" y="511683"/>
                  </a:lnTo>
                  <a:lnTo>
                    <a:pt x="64338" y="507961"/>
                  </a:lnTo>
                  <a:lnTo>
                    <a:pt x="65100" y="501484"/>
                  </a:lnTo>
                  <a:close/>
                </a:path>
                <a:path w="2157095" h="1077595">
                  <a:moveTo>
                    <a:pt x="111137" y="566216"/>
                  </a:moveTo>
                  <a:lnTo>
                    <a:pt x="89801" y="566216"/>
                  </a:lnTo>
                  <a:lnTo>
                    <a:pt x="90817" y="560920"/>
                  </a:lnTo>
                  <a:lnTo>
                    <a:pt x="90627" y="553681"/>
                  </a:lnTo>
                  <a:lnTo>
                    <a:pt x="88049" y="548449"/>
                  </a:lnTo>
                  <a:lnTo>
                    <a:pt x="83096" y="545211"/>
                  </a:lnTo>
                  <a:lnTo>
                    <a:pt x="78524" y="541591"/>
                  </a:lnTo>
                  <a:lnTo>
                    <a:pt x="72047" y="539877"/>
                  </a:lnTo>
                  <a:lnTo>
                    <a:pt x="63665" y="540067"/>
                  </a:lnTo>
                  <a:lnTo>
                    <a:pt x="55740" y="541032"/>
                  </a:lnTo>
                  <a:lnTo>
                    <a:pt x="21158" y="564134"/>
                  </a:lnTo>
                  <a:lnTo>
                    <a:pt x="20167" y="566216"/>
                  </a:lnTo>
                  <a:lnTo>
                    <a:pt x="0" y="566216"/>
                  </a:lnTo>
                  <a:lnTo>
                    <a:pt x="0" y="573354"/>
                  </a:lnTo>
                  <a:lnTo>
                    <a:pt x="17462" y="573354"/>
                  </a:lnTo>
                  <a:lnTo>
                    <a:pt x="16522" y="578065"/>
                  </a:lnTo>
                  <a:lnTo>
                    <a:pt x="16611" y="581215"/>
                  </a:lnTo>
                  <a:lnTo>
                    <a:pt x="16522" y="623366"/>
                  </a:lnTo>
                  <a:lnTo>
                    <a:pt x="0" y="623366"/>
                  </a:lnTo>
                  <a:lnTo>
                    <a:pt x="0" y="630504"/>
                  </a:lnTo>
                  <a:lnTo>
                    <a:pt x="16522" y="630504"/>
                  </a:lnTo>
                  <a:lnTo>
                    <a:pt x="16522" y="635215"/>
                  </a:lnTo>
                  <a:lnTo>
                    <a:pt x="16522" y="826960"/>
                  </a:lnTo>
                  <a:lnTo>
                    <a:pt x="26517" y="826960"/>
                  </a:lnTo>
                  <a:lnTo>
                    <a:pt x="26517" y="652970"/>
                  </a:lnTo>
                  <a:lnTo>
                    <a:pt x="28524" y="654558"/>
                  </a:lnTo>
                  <a:lnTo>
                    <a:pt x="34429" y="656463"/>
                  </a:lnTo>
                  <a:lnTo>
                    <a:pt x="41668" y="656653"/>
                  </a:lnTo>
                  <a:lnTo>
                    <a:pt x="50152" y="655701"/>
                  </a:lnTo>
                  <a:lnTo>
                    <a:pt x="86169" y="632650"/>
                  </a:lnTo>
                  <a:lnTo>
                    <a:pt x="87147" y="630504"/>
                  </a:lnTo>
                  <a:lnTo>
                    <a:pt x="111137" y="630504"/>
                  </a:lnTo>
                  <a:lnTo>
                    <a:pt x="111137" y="623366"/>
                  </a:lnTo>
                  <a:lnTo>
                    <a:pt x="89801" y="623366"/>
                  </a:lnTo>
                  <a:lnTo>
                    <a:pt x="90817" y="618070"/>
                  </a:lnTo>
                  <a:lnTo>
                    <a:pt x="90627" y="610831"/>
                  </a:lnTo>
                  <a:lnTo>
                    <a:pt x="88049" y="605599"/>
                  </a:lnTo>
                  <a:lnTo>
                    <a:pt x="83096" y="602361"/>
                  </a:lnTo>
                  <a:lnTo>
                    <a:pt x="78524" y="598741"/>
                  </a:lnTo>
                  <a:lnTo>
                    <a:pt x="72047" y="597027"/>
                  </a:lnTo>
                  <a:lnTo>
                    <a:pt x="63665" y="597217"/>
                  </a:lnTo>
                  <a:lnTo>
                    <a:pt x="55740" y="598182"/>
                  </a:lnTo>
                  <a:lnTo>
                    <a:pt x="47955" y="600506"/>
                  </a:lnTo>
                  <a:lnTo>
                    <a:pt x="40309" y="604177"/>
                  </a:lnTo>
                  <a:lnTo>
                    <a:pt x="32804" y="609219"/>
                  </a:lnTo>
                  <a:lnTo>
                    <a:pt x="26517" y="614680"/>
                  </a:lnTo>
                  <a:lnTo>
                    <a:pt x="26517" y="595820"/>
                  </a:lnTo>
                  <a:lnTo>
                    <a:pt x="28524" y="597408"/>
                  </a:lnTo>
                  <a:lnTo>
                    <a:pt x="34429" y="599313"/>
                  </a:lnTo>
                  <a:lnTo>
                    <a:pt x="41668" y="599503"/>
                  </a:lnTo>
                  <a:lnTo>
                    <a:pt x="50152" y="598551"/>
                  </a:lnTo>
                  <a:lnTo>
                    <a:pt x="86169" y="575500"/>
                  </a:lnTo>
                  <a:lnTo>
                    <a:pt x="87147" y="573354"/>
                  </a:lnTo>
                  <a:lnTo>
                    <a:pt x="111137" y="573354"/>
                  </a:lnTo>
                  <a:lnTo>
                    <a:pt x="111137" y="566216"/>
                  </a:lnTo>
                  <a:close/>
                </a:path>
                <a:path w="2157095" h="1077595">
                  <a:moveTo>
                    <a:pt x="457441" y="1066126"/>
                  </a:moveTo>
                  <a:lnTo>
                    <a:pt x="456679" y="1059649"/>
                  </a:lnTo>
                  <a:lnTo>
                    <a:pt x="453059" y="1056132"/>
                  </a:lnTo>
                  <a:lnTo>
                    <a:pt x="446582" y="1055560"/>
                  </a:lnTo>
                  <a:lnTo>
                    <a:pt x="439915" y="1056132"/>
                  </a:lnTo>
                  <a:lnTo>
                    <a:pt x="436295" y="1059649"/>
                  </a:lnTo>
                  <a:lnTo>
                    <a:pt x="435724" y="1066126"/>
                  </a:lnTo>
                  <a:lnTo>
                    <a:pt x="436295" y="1072603"/>
                  </a:lnTo>
                  <a:lnTo>
                    <a:pt x="439915" y="1076325"/>
                  </a:lnTo>
                  <a:lnTo>
                    <a:pt x="446582" y="1077277"/>
                  </a:lnTo>
                  <a:lnTo>
                    <a:pt x="453059" y="1076325"/>
                  </a:lnTo>
                  <a:lnTo>
                    <a:pt x="456679" y="1072603"/>
                  </a:lnTo>
                  <a:lnTo>
                    <a:pt x="457441" y="1066126"/>
                  </a:lnTo>
                  <a:close/>
                </a:path>
                <a:path w="2157095" h="1077595">
                  <a:moveTo>
                    <a:pt x="655447" y="558634"/>
                  </a:moveTo>
                  <a:lnTo>
                    <a:pt x="654685" y="552157"/>
                  </a:lnTo>
                  <a:lnTo>
                    <a:pt x="651065" y="548640"/>
                  </a:lnTo>
                  <a:lnTo>
                    <a:pt x="644588" y="548068"/>
                  </a:lnTo>
                  <a:lnTo>
                    <a:pt x="637921" y="548640"/>
                  </a:lnTo>
                  <a:lnTo>
                    <a:pt x="634301" y="552157"/>
                  </a:lnTo>
                  <a:lnTo>
                    <a:pt x="633730" y="558634"/>
                  </a:lnTo>
                  <a:lnTo>
                    <a:pt x="634301" y="565111"/>
                  </a:lnTo>
                  <a:lnTo>
                    <a:pt x="637921" y="568833"/>
                  </a:lnTo>
                  <a:lnTo>
                    <a:pt x="644588" y="569785"/>
                  </a:lnTo>
                  <a:lnTo>
                    <a:pt x="651065" y="568833"/>
                  </a:lnTo>
                  <a:lnTo>
                    <a:pt x="654685" y="565111"/>
                  </a:lnTo>
                  <a:lnTo>
                    <a:pt x="655447" y="558634"/>
                  </a:lnTo>
                  <a:close/>
                </a:path>
                <a:path w="2157095" h="1077595">
                  <a:moveTo>
                    <a:pt x="1104468" y="558634"/>
                  </a:moveTo>
                  <a:lnTo>
                    <a:pt x="1103706" y="552157"/>
                  </a:lnTo>
                  <a:lnTo>
                    <a:pt x="1100086" y="548640"/>
                  </a:lnTo>
                  <a:lnTo>
                    <a:pt x="1093609" y="548068"/>
                  </a:lnTo>
                  <a:lnTo>
                    <a:pt x="1086942" y="548640"/>
                  </a:lnTo>
                  <a:lnTo>
                    <a:pt x="1083322" y="552157"/>
                  </a:lnTo>
                  <a:lnTo>
                    <a:pt x="1082751" y="558634"/>
                  </a:lnTo>
                  <a:lnTo>
                    <a:pt x="1083322" y="565111"/>
                  </a:lnTo>
                  <a:lnTo>
                    <a:pt x="1086942" y="568833"/>
                  </a:lnTo>
                  <a:lnTo>
                    <a:pt x="1093609" y="569785"/>
                  </a:lnTo>
                  <a:lnTo>
                    <a:pt x="1100086" y="568833"/>
                  </a:lnTo>
                  <a:lnTo>
                    <a:pt x="1103706" y="565111"/>
                  </a:lnTo>
                  <a:lnTo>
                    <a:pt x="1104468" y="558634"/>
                  </a:lnTo>
                  <a:close/>
                </a:path>
                <a:path w="2157095" h="1077595">
                  <a:moveTo>
                    <a:pt x="2156625" y="684085"/>
                  </a:moveTo>
                  <a:lnTo>
                    <a:pt x="1297838" y="684085"/>
                  </a:lnTo>
                  <a:lnTo>
                    <a:pt x="1297838" y="0"/>
                  </a:lnTo>
                  <a:lnTo>
                    <a:pt x="1289265" y="0"/>
                  </a:lnTo>
                  <a:lnTo>
                    <a:pt x="1289265" y="912685"/>
                  </a:lnTo>
                  <a:lnTo>
                    <a:pt x="1285138" y="912685"/>
                  </a:lnTo>
                  <a:lnTo>
                    <a:pt x="1065885" y="912685"/>
                  </a:lnTo>
                  <a:lnTo>
                    <a:pt x="1065885" y="861250"/>
                  </a:lnTo>
                  <a:lnTo>
                    <a:pt x="1285138" y="861250"/>
                  </a:lnTo>
                  <a:lnTo>
                    <a:pt x="1289265" y="861250"/>
                  </a:lnTo>
                  <a:lnTo>
                    <a:pt x="1289265" y="855535"/>
                  </a:lnTo>
                  <a:lnTo>
                    <a:pt x="1285138" y="855535"/>
                  </a:lnTo>
                  <a:lnTo>
                    <a:pt x="1065885" y="855535"/>
                  </a:lnTo>
                  <a:lnTo>
                    <a:pt x="1065885" y="824420"/>
                  </a:lnTo>
                  <a:lnTo>
                    <a:pt x="1067892" y="826008"/>
                  </a:lnTo>
                  <a:lnTo>
                    <a:pt x="1073797" y="827913"/>
                  </a:lnTo>
                  <a:lnTo>
                    <a:pt x="1113891" y="816381"/>
                  </a:lnTo>
                  <a:lnTo>
                    <a:pt x="1125537" y="804100"/>
                  </a:lnTo>
                  <a:lnTo>
                    <a:pt x="1285138" y="804100"/>
                  </a:lnTo>
                  <a:lnTo>
                    <a:pt x="1289265" y="804100"/>
                  </a:lnTo>
                  <a:lnTo>
                    <a:pt x="1289265" y="798385"/>
                  </a:lnTo>
                  <a:lnTo>
                    <a:pt x="1285138" y="798385"/>
                  </a:lnTo>
                  <a:lnTo>
                    <a:pt x="1128141" y="798385"/>
                  </a:lnTo>
                  <a:lnTo>
                    <a:pt x="1128737" y="797102"/>
                  </a:lnTo>
                  <a:lnTo>
                    <a:pt x="1130185" y="789520"/>
                  </a:lnTo>
                  <a:lnTo>
                    <a:pt x="1129995" y="782281"/>
                  </a:lnTo>
                  <a:lnTo>
                    <a:pt x="1127417" y="777049"/>
                  </a:lnTo>
                  <a:lnTo>
                    <a:pt x="1122464" y="773811"/>
                  </a:lnTo>
                  <a:lnTo>
                    <a:pt x="1117892" y="770191"/>
                  </a:lnTo>
                  <a:lnTo>
                    <a:pt x="1111415" y="768477"/>
                  </a:lnTo>
                  <a:lnTo>
                    <a:pt x="1103033" y="768667"/>
                  </a:lnTo>
                  <a:lnTo>
                    <a:pt x="1095108" y="769632"/>
                  </a:lnTo>
                  <a:lnTo>
                    <a:pt x="1087323" y="771956"/>
                  </a:lnTo>
                  <a:lnTo>
                    <a:pt x="1079677" y="775627"/>
                  </a:lnTo>
                  <a:lnTo>
                    <a:pt x="1072172" y="780669"/>
                  </a:lnTo>
                  <a:lnTo>
                    <a:pt x="1065885" y="786130"/>
                  </a:lnTo>
                  <a:lnTo>
                    <a:pt x="1065885" y="767270"/>
                  </a:lnTo>
                  <a:lnTo>
                    <a:pt x="1067892" y="768858"/>
                  </a:lnTo>
                  <a:lnTo>
                    <a:pt x="1073797" y="770763"/>
                  </a:lnTo>
                  <a:lnTo>
                    <a:pt x="1081036" y="770953"/>
                  </a:lnTo>
                  <a:lnTo>
                    <a:pt x="1089520" y="770001"/>
                  </a:lnTo>
                  <a:lnTo>
                    <a:pt x="1125537" y="746950"/>
                  </a:lnTo>
                  <a:lnTo>
                    <a:pt x="1285138" y="746950"/>
                  </a:lnTo>
                  <a:lnTo>
                    <a:pt x="1289265" y="746950"/>
                  </a:lnTo>
                  <a:lnTo>
                    <a:pt x="1289265" y="741235"/>
                  </a:lnTo>
                  <a:lnTo>
                    <a:pt x="1285138" y="741235"/>
                  </a:lnTo>
                  <a:lnTo>
                    <a:pt x="1128141" y="741235"/>
                  </a:lnTo>
                  <a:lnTo>
                    <a:pt x="1128737" y="739952"/>
                  </a:lnTo>
                  <a:lnTo>
                    <a:pt x="1130185" y="732370"/>
                  </a:lnTo>
                  <a:lnTo>
                    <a:pt x="1129995" y="725131"/>
                  </a:lnTo>
                  <a:lnTo>
                    <a:pt x="1127417" y="719899"/>
                  </a:lnTo>
                  <a:lnTo>
                    <a:pt x="1122464" y="716661"/>
                  </a:lnTo>
                  <a:lnTo>
                    <a:pt x="1117892" y="713041"/>
                  </a:lnTo>
                  <a:lnTo>
                    <a:pt x="1111415" y="711327"/>
                  </a:lnTo>
                  <a:lnTo>
                    <a:pt x="1103033" y="711517"/>
                  </a:lnTo>
                  <a:lnTo>
                    <a:pt x="1095108" y="712482"/>
                  </a:lnTo>
                  <a:lnTo>
                    <a:pt x="1087323" y="714806"/>
                  </a:lnTo>
                  <a:lnTo>
                    <a:pt x="1079677" y="718477"/>
                  </a:lnTo>
                  <a:lnTo>
                    <a:pt x="1072172" y="723519"/>
                  </a:lnTo>
                  <a:lnTo>
                    <a:pt x="1065885" y="728980"/>
                  </a:lnTo>
                  <a:lnTo>
                    <a:pt x="1065885" y="710120"/>
                  </a:lnTo>
                  <a:lnTo>
                    <a:pt x="1067892" y="711708"/>
                  </a:lnTo>
                  <a:lnTo>
                    <a:pt x="1073797" y="713613"/>
                  </a:lnTo>
                  <a:lnTo>
                    <a:pt x="1081036" y="713803"/>
                  </a:lnTo>
                  <a:lnTo>
                    <a:pt x="1089520" y="712851"/>
                  </a:lnTo>
                  <a:lnTo>
                    <a:pt x="1125537" y="689800"/>
                  </a:lnTo>
                  <a:lnTo>
                    <a:pt x="1285138" y="689800"/>
                  </a:lnTo>
                  <a:lnTo>
                    <a:pt x="1289265" y="689800"/>
                  </a:lnTo>
                  <a:lnTo>
                    <a:pt x="1289265" y="684085"/>
                  </a:lnTo>
                  <a:lnTo>
                    <a:pt x="1285138" y="684085"/>
                  </a:lnTo>
                  <a:lnTo>
                    <a:pt x="1128141" y="684085"/>
                  </a:lnTo>
                  <a:lnTo>
                    <a:pt x="1128737" y="682802"/>
                  </a:lnTo>
                  <a:lnTo>
                    <a:pt x="1130185" y="675220"/>
                  </a:lnTo>
                  <a:lnTo>
                    <a:pt x="1129995" y="667981"/>
                  </a:lnTo>
                  <a:lnTo>
                    <a:pt x="1127417" y="662749"/>
                  </a:lnTo>
                  <a:lnTo>
                    <a:pt x="1122464" y="659511"/>
                  </a:lnTo>
                  <a:lnTo>
                    <a:pt x="1117892" y="655891"/>
                  </a:lnTo>
                  <a:lnTo>
                    <a:pt x="1111415" y="654177"/>
                  </a:lnTo>
                  <a:lnTo>
                    <a:pt x="1103033" y="654367"/>
                  </a:lnTo>
                  <a:lnTo>
                    <a:pt x="1095108" y="655332"/>
                  </a:lnTo>
                  <a:lnTo>
                    <a:pt x="1087323" y="657656"/>
                  </a:lnTo>
                  <a:lnTo>
                    <a:pt x="1079677" y="661327"/>
                  </a:lnTo>
                  <a:lnTo>
                    <a:pt x="1072172" y="666369"/>
                  </a:lnTo>
                  <a:lnTo>
                    <a:pt x="1065885" y="671830"/>
                  </a:lnTo>
                  <a:lnTo>
                    <a:pt x="1065885" y="652970"/>
                  </a:lnTo>
                  <a:lnTo>
                    <a:pt x="1067892" y="654558"/>
                  </a:lnTo>
                  <a:lnTo>
                    <a:pt x="1073797" y="656463"/>
                  </a:lnTo>
                  <a:lnTo>
                    <a:pt x="1081036" y="656653"/>
                  </a:lnTo>
                  <a:lnTo>
                    <a:pt x="1089520" y="655701"/>
                  </a:lnTo>
                  <a:lnTo>
                    <a:pt x="1125537" y="632650"/>
                  </a:lnTo>
                  <a:lnTo>
                    <a:pt x="1126515" y="630504"/>
                  </a:lnTo>
                  <a:lnTo>
                    <a:pt x="1150505" y="630504"/>
                  </a:lnTo>
                  <a:lnTo>
                    <a:pt x="1150505" y="623366"/>
                  </a:lnTo>
                  <a:lnTo>
                    <a:pt x="1129169" y="623366"/>
                  </a:lnTo>
                  <a:lnTo>
                    <a:pt x="1130185" y="618070"/>
                  </a:lnTo>
                  <a:lnTo>
                    <a:pt x="1129995" y="610831"/>
                  </a:lnTo>
                  <a:lnTo>
                    <a:pt x="1127417" y="605599"/>
                  </a:lnTo>
                  <a:lnTo>
                    <a:pt x="1122464" y="602361"/>
                  </a:lnTo>
                  <a:lnTo>
                    <a:pt x="1117892" y="598741"/>
                  </a:lnTo>
                  <a:lnTo>
                    <a:pt x="1111415" y="597027"/>
                  </a:lnTo>
                  <a:lnTo>
                    <a:pt x="1103033" y="597217"/>
                  </a:lnTo>
                  <a:lnTo>
                    <a:pt x="1095108" y="598182"/>
                  </a:lnTo>
                  <a:lnTo>
                    <a:pt x="1060526" y="621284"/>
                  </a:lnTo>
                  <a:lnTo>
                    <a:pt x="1059535" y="623366"/>
                  </a:lnTo>
                  <a:lnTo>
                    <a:pt x="1039368" y="623366"/>
                  </a:lnTo>
                  <a:lnTo>
                    <a:pt x="1039368" y="630504"/>
                  </a:lnTo>
                  <a:lnTo>
                    <a:pt x="1056830" y="630504"/>
                  </a:lnTo>
                  <a:lnTo>
                    <a:pt x="1055890" y="635215"/>
                  </a:lnTo>
                  <a:lnTo>
                    <a:pt x="1055979" y="638365"/>
                  </a:lnTo>
                  <a:lnTo>
                    <a:pt x="1055890" y="684085"/>
                  </a:lnTo>
                  <a:lnTo>
                    <a:pt x="1055890" y="912685"/>
                  </a:lnTo>
                  <a:lnTo>
                    <a:pt x="616864" y="912685"/>
                  </a:lnTo>
                  <a:lnTo>
                    <a:pt x="616864" y="861250"/>
                  </a:lnTo>
                  <a:lnTo>
                    <a:pt x="1055890" y="861250"/>
                  </a:lnTo>
                  <a:lnTo>
                    <a:pt x="1055890" y="855535"/>
                  </a:lnTo>
                  <a:lnTo>
                    <a:pt x="616864" y="855535"/>
                  </a:lnTo>
                  <a:lnTo>
                    <a:pt x="616864" y="826008"/>
                  </a:lnTo>
                  <a:lnTo>
                    <a:pt x="621157" y="828382"/>
                  </a:lnTo>
                  <a:lnTo>
                    <a:pt x="626872" y="829525"/>
                  </a:lnTo>
                  <a:lnTo>
                    <a:pt x="661936" y="819429"/>
                  </a:lnTo>
                  <a:lnTo>
                    <a:pt x="664591" y="817816"/>
                  </a:lnTo>
                  <a:lnTo>
                    <a:pt x="671309" y="812241"/>
                  </a:lnTo>
                  <a:lnTo>
                    <a:pt x="676300" y="806094"/>
                  </a:lnTo>
                  <a:lnTo>
                    <a:pt x="677278" y="804100"/>
                  </a:lnTo>
                  <a:lnTo>
                    <a:pt x="1055890" y="804100"/>
                  </a:lnTo>
                  <a:lnTo>
                    <a:pt x="1055890" y="798385"/>
                  </a:lnTo>
                  <a:lnTo>
                    <a:pt x="679805" y="798385"/>
                  </a:lnTo>
                  <a:lnTo>
                    <a:pt x="681164" y="792099"/>
                  </a:lnTo>
                  <a:lnTo>
                    <a:pt x="681926" y="783336"/>
                  </a:lnTo>
                  <a:lnTo>
                    <a:pt x="679056" y="776376"/>
                  </a:lnTo>
                  <a:lnTo>
                    <a:pt x="678967" y="776185"/>
                  </a:lnTo>
                  <a:lnTo>
                    <a:pt x="673442" y="771613"/>
                  </a:lnTo>
                  <a:lnTo>
                    <a:pt x="673442" y="780948"/>
                  </a:lnTo>
                  <a:lnTo>
                    <a:pt x="673442" y="784567"/>
                  </a:lnTo>
                  <a:lnTo>
                    <a:pt x="671449" y="788758"/>
                  </a:lnTo>
                  <a:lnTo>
                    <a:pt x="667448" y="793521"/>
                  </a:lnTo>
                  <a:lnTo>
                    <a:pt x="661835" y="798385"/>
                  </a:lnTo>
                  <a:lnTo>
                    <a:pt x="655243" y="798385"/>
                  </a:lnTo>
                  <a:lnTo>
                    <a:pt x="655243" y="804100"/>
                  </a:lnTo>
                  <a:lnTo>
                    <a:pt x="624586" y="819429"/>
                  </a:lnTo>
                  <a:lnTo>
                    <a:pt x="620585" y="819238"/>
                  </a:lnTo>
                  <a:lnTo>
                    <a:pt x="616864" y="818896"/>
                  </a:lnTo>
                  <a:lnTo>
                    <a:pt x="616864" y="807707"/>
                  </a:lnTo>
                  <a:lnTo>
                    <a:pt x="618972" y="804100"/>
                  </a:lnTo>
                  <a:lnTo>
                    <a:pt x="655243" y="804100"/>
                  </a:lnTo>
                  <a:lnTo>
                    <a:pt x="655243" y="798385"/>
                  </a:lnTo>
                  <a:lnTo>
                    <a:pt x="624166" y="798385"/>
                  </a:lnTo>
                  <a:lnTo>
                    <a:pt x="635063" y="789520"/>
                  </a:lnTo>
                  <a:lnTo>
                    <a:pt x="640867" y="785812"/>
                  </a:lnTo>
                  <a:lnTo>
                    <a:pt x="648296" y="781812"/>
                  </a:lnTo>
                  <a:lnTo>
                    <a:pt x="655916" y="778002"/>
                  </a:lnTo>
                  <a:lnTo>
                    <a:pt x="662584" y="776376"/>
                  </a:lnTo>
                  <a:lnTo>
                    <a:pt x="668299" y="776947"/>
                  </a:lnTo>
                  <a:lnTo>
                    <a:pt x="671156" y="777328"/>
                  </a:lnTo>
                  <a:lnTo>
                    <a:pt x="672871" y="778662"/>
                  </a:lnTo>
                  <a:lnTo>
                    <a:pt x="673442" y="780948"/>
                  </a:lnTo>
                  <a:lnTo>
                    <a:pt x="673442" y="771613"/>
                  </a:lnTo>
                  <a:lnTo>
                    <a:pt x="672299" y="770661"/>
                  </a:lnTo>
                  <a:lnTo>
                    <a:pt x="667156" y="767803"/>
                  </a:lnTo>
                  <a:lnTo>
                    <a:pt x="661352" y="766660"/>
                  </a:lnTo>
                  <a:lnTo>
                    <a:pt x="654875" y="767232"/>
                  </a:lnTo>
                  <a:lnTo>
                    <a:pt x="651802" y="767588"/>
                  </a:lnTo>
                  <a:lnTo>
                    <a:pt x="656945" y="765327"/>
                  </a:lnTo>
                  <a:lnTo>
                    <a:pt x="661936" y="762279"/>
                  </a:lnTo>
                  <a:lnTo>
                    <a:pt x="664591" y="760666"/>
                  </a:lnTo>
                  <a:lnTo>
                    <a:pt x="671309" y="755091"/>
                  </a:lnTo>
                  <a:lnTo>
                    <a:pt x="676300" y="748944"/>
                  </a:lnTo>
                  <a:lnTo>
                    <a:pt x="677278" y="746950"/>
                  </a:lnTo>
                  <a:lnTo>
                    <a:pt x="1055890" y="746950"/>
                  </a:lnTo>
                  <a:lnTo>
                    <a:pt x="1055890" y="741235"/>
                  </a:lnTo>
                  <a:lnTo>
                    <a:pt x="679805" y="741235"/>
                  </a:lnTo>
                  <a:lnTo>
                    <a:pt x="681164" y="734949"/>
                  </a:lnTo>
                  <a:lnTo>
                    <a:pt x="681926" y="726186"/>
                  </a:lnTo>
                  <a:lnTo>
                    <a:pt x="679056" y="719226"/>
                  </a:lnTo>
                  <a:lnTo>
                    <a:pt x="678967" y="719035"/>
                  </a:lnTo>
                  <a:lnTo>
                    <a:pt x="673442" y="714463"/>
                  </a:lnTo>
                  <a:lnTo>
                    <a:pt x="673442" y="723798"/>
                  </a:lnTo>
                  <a:lnTo>
                    <a:pt x="673442" y="727417"/>
                  </a:lnTo>
                  <a:lnTo>
                    <a:pt x="671449" y="731608"/>
                  </a:lnTo>
                  <a:lnTo>
                    <a:pt x="667448" y="736371"/>
                  </a:lnTo>
                  <a:lnTo>
                    <a:pt x="661835" y="741235"/>
                  </a:lnTo>
                  <a:lnTo>
                    <a:pt x="655243" y="741235"/>
                  </a:lnTo>
                  <a:lnTo>
                    <a:pt x="655243" y="746950"/>
                  </a:lnTo>
                  <a:lnTo>
                    <a:pt x="652297" y="749515"/>
                  </a:lnTo>
                  <a:lnTo>
                    <a:pt x="646582" y="753516"/>
                  </a:lnTo>
                  <a:lnTo>
                    <a:pt x="640867" y="756666"/>
                  </a:lnTo>
                  <a:lnTo>
                    <a:pt x="636066" y="758596"/>
                  </a:lnTo>
                  <a:lnTo>
                    <a:pt x="636066" y="771486"/>
                  </a:lnTo>
                  <a:lnTo>
                    <a:pt x="630974" y="773722"/>
                  </a:lnTo>
                  <a:lnTo>
                    <a:pt x="623443" y="778383"/>
                  </a:lnTo>
                  <a:lnTo>
                    <a:pt x="616864" y="783844"/>
                  </a:lnTo>
                  <a:lnTo>
                    <a:pt x="616864" y="768858"/>
                  </a:lnTo>
                  <a:lnTo>
                    <a:pt x="621157" y="771232"/>
                  </a:lnTo>
                  <a:lnTo>
                    <a:pt x="626872" y="772375"/>
                  </a:lnTo>
                  <a:lnTo>
                    <a:pt x="633158" y="771804"/>
                  </a:lnTo>
                  <a:lnTo>
                    <a:pt x="636066" y="771486"/>
                  </a:lnTo>
                  <a:lnTo>
                    <a:pt x="636066" y="758596"/>
                  </a:lnTo>
                  <a:lnTo>
                    <a:pt x="629437" y="761238"/>
                  </a:lnTo>
                  <a:lnTo>
                    <a:pt x="624586" y="762279"/>
                  </a:lnTo>
                  <a:lnTo>
                    <a:pt x="620585" y="762088"/>
                  </a:lnTo>
                  <a:lnTo>
                    <a:pt x="616864" y="761746"/>
                  </a:lnTo>
                  <a:lnTo>
                    <a:pt x="616864" y="750557"/>
                  </a:lnTo>
                  <a:lnTo>
                    <a:pt x="618972" y="746950"/>
                  </a:lnTo>
                  <a:lnTo>
                    <a:pt x="655243" y="746950"/>
                  </a:lnTo>
                  <a:lnTo>
                    <a:pt x="655243" y="741235"/>
                  </a:lnTo>
                  <a:lnTo>
                    <a:pt x="624166" y="741235"/>
                  </a:lnTo>
                  <a:lnTo>
                    <a:pt x="635063" y="732370"/>
                  </a:lnTo>
                  <a:lnTo>
                    <a:pt x="640867" y="728662"/>
                  </a:lnTo>
                  <a:lnTo>
                    <a:pt x="648296" y="724662"/>
                  </a:lnTo>
                  <a:lnTo>
                    <a:pt x="655916" y="720852"/>
                  </a:lnTo>
                  <a:lnTo>
                    <a:pt x="662584" y="719226"/>
                  </a:lnTo>
                  <a:lnTo>
                    <a:pt x="668299" y="719797"/>
                  </a:lnTo>
                  <a:lnTo>
                    <a:pt x="671156" y="720178"/>
                  </a:lnTo>
                  <a:lnTo>
                    <a:pt x="672871" y="721512"/>
                  </a:lnTo>
                  <a:lnTo>
                    <a:pt x="673442" y="723798"/>
                  </a:lnTo>
                  <a:lnTo>
                    <a:pt x="673442" y="714463"/>
                  </a:lnTo>
                  <a:lnTo>
                    <a:pt x="672299" y="713511"/>
                  </a:lnTo>
                  <a:lnTo>
                    <a:pt x="667156" y="710653"/>
                  </a:lnTo>
                  <a:lnTo>
                    <a:pt x="661352" y="709510"/>
                  </a:lnTo>
                  <a:lnTo>
                    <a:pt x="654875" y="710082"/>
                  </a:lnTo>
                  <a:lnTo>
                    <a:pt x="651802" y="710438"/>
                  </a:lnTo>
                  <a:lnTo>
                    <a:pt x="656945" y="708177"/>
                  </a:lnTo>
                  <a:lnTo>
                    <a:pt x="661936" y="705129"/>
                  </a:lnTo>
                  <a:lnTo>
                    <a:pt x="664591" y="703516"/>
                  </a:lnTo>
                  <a:lnTo>
                    <a:pt x="671309" y="697941"/>
                  </a:lnTo>
                  <a:lnTo>
                    <a:pt x="676300" y="691794"/>
                  </a:lnTo>
                  <a:lnTo>
                    <a:pt x="677278" y="689800"/>
                  </a:lnTo>
                  <a:lnTo>
                    <a:pt x="1055890" y="689800"/>
                  </a:lnTo>
                  <a:lnTo>
                    <a:pt x="1055890" y="684085"/>
                  </a:lnTo>
                  <a:lnTo>
                    <a:pt x="679805" y="684085"/>
                  </a:lnTo>
                  <a:lnTo>
                    <a:pt x="681164" y="677799"/>
                  </a:lnTo>
                  <a:lnTo>
                    <a:pt x="681926" y="669036"/>
                  </a:lnTo>
                  <a:lnTo>
                    <a:pt x="679056" y="662076"/>
                  </a:lnTo>
                  <a:lnTo>
                    <a:pt x="678967" y="661885"/>
                  </a:lnTo>
                  <a:lnTo>
                    <a:pt x="673442" y="657313"/>
                  </a:lnTo>
                  <a:lnTo>
                    <a:pt x="673442" y="666648"/>
                  </a:lnTo>
                  <a:lnTo>
                    <a:pt x="673442" y="670267"/>
                  </a:lnTo>
                  <a:lnTo>
                    <a:pt x="671449" y="674458"/>
                  </a:lnTo>
                  <a:lnTo>
                    <a:pt x="667448" y="679221"/>
                  </a:lnTo>
                  <a:lnTo>
                    <a:pt x="661835" y="684085"/>
                  </a:lnTo>
                  <a:lnTo>
                    <a:pt x="655243" y="684085"/>
                  </a:lnTo>
                  <a:lnTo>
                    <a:pt x="655243" y="689800"/>
                  </a:lnTo>
                  <a:lnTo>
                    <a:pt x="652297" y="692365"/>
                  </a:lnTo>
                  <a:lnTo>
                    <a:pt x="646582" y="696366"/>
                  </a:lnTo>
                  <a:lnTo>
                    <a:pt x="640867" y="699516"/>
                  </a:lnTo>
                  <a:lnTo>
                    <a:pt x="636066" y="701446"/>
                  </a:lnTo>
                  <a:lnTo>
                    <a:pt x="636066" y="714336"/>
                  </a:lnTo>
                  <a:lnTo>
                    <a:pt x="630974" y="716572"/>
                  </a:lnTo>
                  <a:lnTo>
                    <a:pt x="623443" y="721233"/>
                  </a:lnTo>
                  <a:lnTo>
                    <a:pt x="616864" y="726694"/>
                  </a:lnTo>
                  <a:lnTo>
                    <a:pt x="616864" y="711708"/>
                  </a:lnTo>
                  <a:lnTo>
                    <a:pt x="621157" y="714082"/>
                  </a:lnTo>
                  <a:lnTo>
                    <a:pt x="626872" y="715225"/>
                  </a:lnTo>
                  <a:lnTo>
                    <a:pt x="633158" y="714654"/>
                  </a:lnTo>
                  <a:lnTo>
                    <a:pt x="636066" y="714336"/>
                  </a:lnTo>
                  <a:lnTo>
                    <a:pt x="636066" y="701446"/>
                  </a:lnTo>
                  <a:lnTo>
                    <a:pt x="629437" y="704088"/>
                  </a:lnTo>
                  <a:lnTo>
                    <a:pt x="624586" y="705129"/>
                  </a:lnTo>
                  <a:lnTo>
                    <a:pt x="620585" y="704938"/>
                  </a:lnTo>
                  <a:lnTo>
                    <a:pt x="616864" y="704596"/>
                  </a:lnTo>
                  <a:lnTo>
                    <a:pt x="616864" y="693407"/>
                  </a:lnTo>
                  <a:lnTo>
                    <a:pt x="618972" y="689800"/>
                  </a:lnTo>
                  <a:lnTo>
                    <a:pt x="655243" y="689800"/>
                  </a:lnTo>
                  <a:lnTo>
                    <a:pt x="655243" y="684085"/>
                  </a:lnTo>
                  <a:lnTo>
                    <a:pt x="624166" y="684085"/>
                  </a:lnTo>
                  <a:lnTo>
                    <a:pt x="635063" y="675220"/>
                  </a:lnTo>
                  <a:lnTo>
                    <a:pt x="640867" y="671512"/>
                  </a:lnTo>
                  <a:lnTo>
                    <a:pt x="648296" y="667512"/>
                  </a:lnTo>
                  <a:lnTo>
                    <a:pt x="655916" y="663702"/>
                  </a:lnTo>
                  <a:lnTo>
                    <a:pt x="662584" y="662076"/>
                  </a:lnTo>
                  <a:lnTo>
                    <a:pt x="668299" y="662647"/>
                  </a:lnTo>
                  <a:lnTo>
                    <a:pt x="671156" y="663028"/>
                  </a:lnTo>
                  <a:lnTo>
                    <a:pt x="672871" y="664362"/>
                  </a:lnTo>
                  <a:lnTo>
                    <a:pt x="673442" y="666648"/>
                  </a:lnTo>
                  <a:lnTo>
                    <a:pt x="673442" y="657313"/>
                  </a:lnTo>
                  <a:lnTo>
                    <a:pt x="672299" y="656361"/>
                  </a:lnTo>
                  <a:lnTo>
                    <a:pt x="667156" y="653503"/>
                  </a:lnTo>
                  <a:lnTo>
                    <a:pt x="661352" y="652360"/>
                  </a:lnTo>
                  <a:lnTo>
                    <a:pt x="654875" y="652932"/>
                  </a:lnTo>
                  <a:lnTo>
                    <a:pt x="651802" y="653288"/>
                  </a:lnTo>
                  <a:lnTo>
                    <a:pt x="656945" y="651027"/>
                  </a:lnTo>
                  <a:lnTo>
                    <a:pt x="661936" y="647979"/>
                  </a:lnTo>
                  <a:lnTo>
                    <a:pt x="664591" y="646366"/>
                  </a:lnTo>
                  <a:lnTo>
                    <a:pt x="671309" y="640791"/>
                  </a:lnTo>
                  <a:lnTo>
                    <a:pt x="676300" y="634644"/>
                  </a:lnTo>
                  <a:lnTo>
                    <a:pt x="678319" y="630504"/>
                  </a:lnTo>
                  <a:lnTo>
                    <a:pt x="701497" y="630504"/>
                  </a:lnTo>
                  <a:lnTo>
                    <a:pt x="701497" y="623366"/>
                  </a:lnTo>
                  <a:lnTo>
                    <a:pt x="680567" y="623366"/>
                  </a:lnTo>
                  <a:lnTo>
                    <a:pt x="681164" y="620649"/>
                  </a:lnTo>
                  <a:lnTo>
                    <a:pt x="681926" y="611886"/>
                  </a:lnTo>
                  <a:lnTo>
                    <a:pt x="679056" y="604926"/>
                  </a:lnTo>
                  <a:lnTo>
                    <a:pt x="678967" y="604735"/>
                  </a:lnTo>
                  <a:lnTo>
                    <a:pt x="673442" y="600163"/>
                  </a:lnTo>
                  <a:lnTo>
                    <a:pt x="673442" y="609498"/>
                  </a:lnTo>
                  <a:lnTo>
                    <a:pt x="673442" y="613117"/>
                  </a:lnTo>
                  <a:lnTo>
                    <a:pt x="671449" y="617308"/>
                  </a:lnTo>
                  <a:lnTo>
                    <a:pt x="667448" y="622071"/>
                  </a:lnTo>
                  <a:lnTo>
                    <a:pt x="665949" y="623366"/>
                  </a:lnTo>
                  <a:lnTo>
                    <a:pt x="657720" y="623366"/>
                  </a:lnTo>
                  <a:lnTo>
                    <a:pt x="657720" y="630504"/>
                  </a:lnTo>
                  <a:lnTo>
                    <a:pt x="652297" y="635215"/>
                  </a:lnTo>
                  <a:lnTo>
                    <a:pt x="646582" y="639216"/>
                  </a:lnTo>
                  <a:lnTo>
                    <a:pt x="640867" y="642366"/>
                  </a:lnTo>
                  <a:lnTo>
                    <a:pt x="636066" y="644296"/>
                  </a:lnTo>
                  <a:lnTo>
                    <a:pt x="636066" y="657186"/>
                  </a:lnTo>
                  <a:lnTo>
                    <a:pt x="630974" y="659422"/>
                  </a:lnTo>
                  <a:lnTo>
                    <a:pt x="623443" y="664083"/>
                  </a:lnTo>
                  <a:lnTo>
                    <a:pt x="616864" y="669544"/>
                  </a:lnTo>
                  <a:lnTo>
                    <a:pt x="616864" y="654558"/>
                  </a:lnTo>
                  <a:lnTo>
                    <a:pt x="621157" y="656932"/>
                  </a:lnTo>
                  <a:lnTo>
                    <a:pt x="626872" y="658075"/>
                  </a:lnTo>
                  <a:lnTo>
                    <a:pt x="633158" y="657504"/>
                  </a:lnTo>
                  <a:lnTo>
                    <a:pt x="636066" y="657186"/>
                  </a:lnTo>
                  <a:lnTo>
                    <a:pt x="636066" y="644296"/>
                  </a:lnTo>
                  <a:lnTo>
                    <a:pt x="629437" y="646938"/>
                  </a:lnTo>
                  <a:lnTo>
                    <a:pt x="624586" y="647979"/>
                  </a:lnTo>
                  <a:lnTo>
                    <a:pt x="620585" y="647788"/>
                  </a:lnTo>
                  <a:lnTo>
                    <a:pt x="616864" y="647446"/>
                  </a:lnTo>
                  <a:lnTo>
                    <a:pt x="616864" y="638365"/>
                  </a:lnTo>
                  <a:lnTo>
                    <a:pt x="615899" y="638365"/>
                  </a:lnTo>
                  <a:lnTo>
                    <a:pt x="616089" y="637578"/>
                  </a:lnTo>
                  <a:lnTo>
                    <a:pt x="619150" y="632358"/>
                  </a:lnTo>
                  <a:lnTo>
                    <a:pt x="620852" y="630504"/>
                  </a:lnTo>
                  <a:lnTo>
                    <a:pt x="657720" y="630504"/>
                  </a:lnTo>
                  <a:lnTo>
                    <a:pt x="657720" y="623366"/>
                  </a:lnTo>
                  <a:lnTo>
                    <a:pt x="628548" y="623366"/>
                  </a:lnTo>
                  <a:lnTo>
                    <a:pt x="635063" y="618070"/>
                  </a:lnTo>
                  <a:lnTo>
                    <a:pt x="640867" y="614362"/>
                  </a:lnTo>
                  <a:lnTo>
                    <a:pt x="648296" y="610362"/>
                  </a:lnTo>
                  <a:lnTo>
                    <a:pt x="655916" y="606552"/>
                  </a:lnTo>
                  <a:lnTo>
                    <a:pt x="662584" y="604926"/>
                  </a:lnTo>
                  <a:lnTo>
                    <a:pt x="668299" y="605497"/>
                  </a:lnTo>
                  <a:lnTo>
                    <a:pt x="671156" y="605878"/>
                  </a:lnTo>
                  <a:lnTo>
                    <a:pt x="672871" y="607212"/>
                  </a:lnTo>
                  <a:lnTo>
                    <a:pt x="673442" y="609498"/>
                  </a:lnTo>
                  <a:lnTo>
                    <a:pt x="673442" y="600163"/>
                  </a:lnTo>
                  <a:lnTo>
                    <a:pt x="672299" y="599211"/>
                  </a:lnTo>
                  <a:lnTo>
                    <a:pt x="667156" y="596353"/>
                  </a:lnTo>
                  <a:lnTo>
                    <a:pt x="661352" y="595210"/>
                  </a:lnTo>
                  <a:lnTo>
                    <a:pt x="654875" y="595782"/>
                  </a:lnTo>
                  <a:lnTo>
                    <a:pt x="616851" y="612394"/>
                  </a:lnTo>
                  <a:lnTo>
                    <a:pt x="609612" y="623366"/>
                  </a:lnTo>
                  <a:lnTo>
                    <a:pt x="590346" y="623366"/>
                  </a:lnTo>
                  <a:lnTo>
                    <a:pt x="590346" y="630504"/>
                  </a:lnTo>
                  <a:lnTo>
                    <a:pt x="607593" y="630504"/>
                  </a:lnTo>
                  <a:lnTo>
                    <a:pt x="607148" y="632650"/>
                  </a:lnTo>
                  <a:lnTo>
                    <a:pt x="606196" y="641413"/>
                  </a:lnTo>
                  <a:lnTo>
                    <a:pt x="606869" y="643039"/>
                  </a:lnTo>
                  <a:lnTo>
                    <a:pt x="606869" y="684085"/>
                  </a:lnTo>
                  <a:lnTo>
                    <a:pt x="606869" y="689800"/>
                  </a:lnTo>
                  <a:lnTo>
                    <a:pt x="606869" y="692378"/>
                  </a:lnTo>
                  <a:lnTo>
                    <a:pt x="606196" y="698563"/>
                  </a:lnTo>
                  <a:lnTo>
                    <a:pt x="606869" y="700189"/>
                  </a:lnTo>
                  <a:lnTo>
                    <a:pt x="606869" y="741235"/>
                  </a:lnTo>
                  <a:lnTo>
                    <a:pt x="606869" y="746950"/>
                  </a:lnTo>
                  <a:lnTo>
                    <a:pt x="606869" y="749528"/>
                  </a:lnTo>
                  <a:lnTo>
                    <a:pt x="606196" y="755713"/>
                  </a:lnTo>
                  <a:lnTo>
                    <a:pt x="606869" y="757339"/>
                  </a:lnTo>
                  <a:lnTo>
                    <a:pt x="606869" y="798385"/>
                  </a:lnTo>
                  <a:lnTo>
                    <a:pt x="606869" y="804100"/>
                  </a:lnTo>
                  <a:lnTo>
                    <a:pt x="606869" y="806678"/>
                  </a:lnTo>
                  <a:lnTo>
                    <a:pt x="606196" y="812863"/>
                  </a:lnTo>
                  <a:lnTo>
                    <a:pt x="606869" y="814489"/>
                  </a:lnTo>
                  <a:lnTo>
                    <a:pt x="606869" y="855535"/>
                  </a:lnTo>
                  <a:lnTo>
                    <a:pt x="606869" y="861250"/>
                  </a:lnTo>
                  <a:lnTo>
                    <a:pt x="606869" y="912685"/>
                  </a:lnTo>
                  <a:lnTo>
                    <a:pt x="482879" y="912685"/>
                  </a:lnTo>
                  <a:lnTo>
                    <a:pt x="482879" y="861250"/>
                  </a:lnTo>
                  <a:lnTo>
                    <a:pt x="606869" y="861250"/>
                  </a:lnTo>
                  <a:lnTo>
                    <a:pt x="606869" y="855535"/>
                  </a:lnTo>
                  <a:lnTo>
                    <a:pt x="482879" y="855535"/>
                  </a:lnTo>
                  <a:lnTo>
                    <a:pt x="482879" y="804100"/>
                  </a:lnTo>
                  <a:lnTo>
                    <a:pt x="606869" y="804100"/>
                  </a:lnTo>
                  <a:lnTo>
                    <a:pt x="606869" y="798385"/>
                  </a:lnTo>
                  <a:lnTo>
                    <a:pt x="482879" y="798385"/>
                  </a:lnTo>
                  <a:lnTo>
                    <a:pt x="472871" y="798385"/>
                  </a:lnTo>
                  <a:lnTo>
                    <a:pt x="472871" y="804100"/>
                  </a:lnTo>
                  <a:lnTo>
                    <a:pt x="472871" y="855535"/>
                  </a:lnTo>
                  <a:lnTo>
                    <a:pt x="472871" y="861250"/>
                  </a:lnTo>
                  <a:lnTo>
                    <a:pt x="472871" y="912685"/>
                  </a:lnTo>
                  <a:lnTo>
                    <a:pt x="223126" y="912685"/>
                  </a:lnTo>
                  <a:lnTo>
                    <a:pt x="223126" y="861250"/>
                  </a:lnTo>
                  <a:lnTo>
                    <a:pt x="472871" y="861250"/>
                  </a:lnTo>
                  <a:lnTo>
                    <a:pt x="472871" y="855535"/>
                  </a:lnTo>
                  <a:lnTo>
                    <a:pt x="223126" y="855535"/>
                  </a:lnTo>
                  <a:lnTo>
                    <a:pt x="223126" y="804100"/>
                  </a:lnTo>
                  <a:lnTo>
                    <a:pt x="472871" y="804100"/>
                  </a:lnTo>
                  <a:lnTo>
                    <a:pt x="472871" y="798385"/>
                  </a:lnTo>
                  <a:lnTo>
                    <a:pt x="223126" y="798385"/>
                  </a:lnTo>
                  <a:lnTo>
                    <a:pt x="223126" y="746950"/>
                  </a:lnTo>
                  <a:lnTo>
                    <a:pt x="606869" y="746950"/>
                  </a:lnTo>
                  <a:lnTo>
                    <a:pt x="606869" y="741235"/>
                  </a:lnTo>
                  <a:lnTo>
                    <a:pt x="223126" y="741235"/>
                  </a:lnTo>
                  <a:lnTo>
                    <a:pt x="223126" y="689800"/>
                  </a:lnTo>
                  <a:lnTo>
                    <a:pt x="606869" y="689800"/>
                  </a:lnTo>
                  <a:lnTo>
                    <a:pt x="606869" y="684085"/>
                  </a:lnTo>
                  <a:lnTo>
                    <a:pt x="223126" y="684085"/>
                  </a:lnTo>
                  <a:lnTo>
                    <a:pt x="223126" y="0"/>
                  </a:lnTo>
                  <a:lnTo>
                    <a:pt x="214553" y="0"/>
                  </a:lnTo>
                  <a:lnTo>
                    <a:pt x="214553" y="684085"/>
                  </a:lnTo>
                  <a:lnTo>
                    <a:pt x="210426" y="684085"/>
                  </a:lnTo>
                  <a:lnTo>
                    <a:pt x="210426" y="689800"/>
                  </a:lnTo>
                  <a:lnTo>
                    <a:pt x="214553" y="689800"/>
                  </a:lnTo>
                  <a:lnTo>
                    <a:pt x="214553" y="741235"/>
                  </a:lnTo>
                  <a:lnTo>
                    <a:pt x="210426" y="741235"/>
                  </a:lnTo>
                  <a:lnTo>
                    <a:pt x="210426" y="746950"/>
                  </a:lnTo>
                  <a:lnTo>
                    <a:pt x="214553" y="746950"/>
                  </a:lnTo>
                  <a:lnTo>
                    <a:pt x="214553" y="798385"/>
                  </a:lnTo>
                  <a:lnTo>
                    <a:pt x="210426" y="798385"/>
                  </a:lnTo>
                  <a:lnTo>
                    <a:pt x="210426" y="804100"/>
                  </a:lnTo>
                  <a:lnTo>
                    <a:pt x="214553" y="804100"/>
                  </a:lnTo>
                  <a:lnTo>
                    <a:pt x="214553" y="855535"/>
                  </a:lnTo>
                  <a:lnTo>
                    <a:pt x="210426" y="855535"/>
                  </a:lnTo>
                  <a:lnTo>
                    <a:pt x="210426" y="861250"/>
                  </a:lnTo>
                  <a:lnTo>
                    <a:pt x="214553" y="861250"/>
                  </a:lnTo>
                  <a:lnTo>
                    <a:pt x="214553" y="912685"/>
                  </a:lnTo>
                  <a:lnTo>
                    <a:pt x="210426" y="912685"/>
                  </a:lnTo>
                  <a:lnTo>
                    <a:pt x="210426" y="918400"/>
                  </a:lnTo>
                  <a:lnTo>
                    <a:pt x="214553" y="918400"/>
                  </a:lnTo>
                  <a:lnTo>
                    <a:pt x="223126" y="918400"/>
                  </a:lnTo>
                  <a:lnTo>
                    <a:pt x="472871" y="918400"/>
                  </a:lnTo>
                  <a:lnTo>
                    <a:pt x="472871" y="966266"/>
                  </a:lnTo>
                  <a:lnTo>
                    <a:pt x="392353" y="966266"/>
                  </a:lnTo>
                  <a:lnTo>
                    <a:pt x="392353" y="973404"/>
                  </a:lnTo>
                  <a:lnTo>
                    <a:pt x="437324" y="973404"/>
                  </a:lnTo>
                  <a:lnTo>
                    <a:pt x="432650" y="975652"/>
                  </a:lnTo>
                  <a:lnTo>
                    <a:pt x="408863" y="1006690"/>
                  </a:lnTo>
                  <a:lnTo>
                    <a:pt x="409054" y="1013167"/>
                  </a:lnTo>
                  <a:lnTo>
                    <a:pt x="434009" y="1028128"/>
                  </a:lnTo>
                  <a:lnTo>
                    <a:pt x="442493" y="1027176"/>
                  </a:lnTo>
                  <a:lnTo>
                    <a:pt x="478523" y="1004125"/>
                  </a:lnTo>
                  <a:lnTo>
                    <a:pt x="483158" y="989545"/>
                  </a:lnTo>
                  <a:lnTo>
                    <a:pt x="482968" y="982306"/>
                  </a:lnTo>
                  <a:lnTo>
                    <a:pt x="482879" y="982129"/>
                  </a:lnTo>
                  <a:lnTo>
                    <a:pt x="482879" y="973404"/>
                  </a:lnTo>
                  <a:lnTo>
                    <a:pt x="503491" y="973404"/>
                  </a:lnTo>
                  <a:lnTo>
                    <a:pt x="503491" y="966266"/>
                  </a:lnTo>
                  <a:lnTo>
                    <a:pt x="482879" y="966266"/>
                  </a:lnTo>
                  <a:lnTo>
                    <a:pt x="482879" y="918400"/>
                  </a:lnTo>
                  <a:lnTo>
                    <a:pt x="606869" y="918400"/>
                  </a:lnTo>
                  <a:lnTo>
                    <a:pt x="606869" y="998410"/>
                  </a:lnTo>
                  <a:lnTo>
                    <a:pt x="616864" y="998410"/>
                  </a:lnTo>
                  <a:lnTo>
                    <a:pt x="616864" y="918400"/>
                  </a:lnTo>
                  <a:lnTo>
                    <a:pt x="1055890" y="918400"/>
                  </a:lnTo>
                  <a:lnTo>
                    <a:pt x="1055890" y="998410"/>
                  </a:lnTo>
                  <a:lnTo>
                    <a:pt x="1065885" y="998410"/>
                  </a:lnTo>
                  <a:lnTo>
                    <a:pt x="1065885" y="918400"/>
                  </a:lnTo>
                  <a:lnTo>
                    <a:pt x="1285138" y="918400"/>
                  </a:lnTo>
                  <a:lnTo>
                    <a:pt x="1289265" y="918400"/>
                  </a:lnTo>
                  <a:lnTo>
                    <a:pt x="1297838" y="918400"/>
                  </a:lnTo>
                  <a:lnTo>
                    <a:pt x="1425282" y="918400"/>
                  </a:lnTo>
                  <a:lnTo>
                    <a:pt x="1425282" y="998410"/>
                  </a:lnTo>
                  <a:lnTo>
                    <a:pt x="1435277" y="998410"/>
                  </a:lnTo>
                  <a:lnTo>
                    <a:pt x="1435277" y="918400"/>
                  </a:lnTo>
                  <a:lnTo>
                    <a:pt x="1623288" y="918400"/>
                  </a:lnTo>
                  <a:lnTo>
                    <a:pt x="1623288" y="969835"/>
                  </a:lnTo>
                  <a:lnTo>
                    <a:pt x="1633283" y="969835"/>
                  </a:lnTo>
                  <a:lnTo>
                    <a:pt x="1633283" y="918400"/>
                  </a:lnTo>
                  <a:lnTo>
                    <a:pt x="2156625" y="918400"/>
                  </a:lnTo>
                  <a:lnTo>
                    <a:pt x="2156625" y="912685"/>
                  </a:lnTo>
                  <a:lnTo>
                    <a:pt x="1633283" y="912685"/>
                  </a:lnTo>
                  <a:lnTo>
                    <a:pt x="1633283" y="861250"/>
                  </a:lnTo>
                  <a:lnTo>
                    <a:pt x="2156625" y="861250"/>
                  </a:lnTo>
                  <a:lnTo>
                    <a:pt x="2156625" y="855535"/>
                  </a:lnTo>
                  <a:lnTo>
                    <a:pt x="1633283" y="855535"/>
                  </a:lnTo>
                  <a:lnTo>
                    <a:pt x="1633283" y="804100"/>
                  </a:lnTo>
                  <a:lnTo>
                    <a:pt x="2156625" y="804100"/>
                  </a:lnTo>
                  <a:lnTo>
                    <a:pt x="2156625" y="798385"/>
                  </a:lnTo>
                  <a:lnTo>
                    <a:pt x="1633283" y="798385"/>
                  </a:lnTo>
                  <a:lnTo>
                    <a:pt x="1633283" y="746950"/>
                  </a:lnTo>
                  <a:lnTo>
                    <a:pt x="2156625" y="746950"/>
                  </a:lnTo>
                  <a:lnTo>
                    <a:pt x="2156625" y="741235"/>
                  </a:lnTo>
                  <a:lnTo>
                    <a:pt x="1633283" y="741235"/>
                  </a:lnTo>
                  <a:lnTo>
                    <a:pt x="1633283" y="695515"/>
                  </a:lnTo>
                  <a:lnTo>
                    <a:pt x="1623288" y="695515"/>
                  </a:lnTo>
                  <a:lnTo>
                    <a:pt x="1623288" y="741235"/>
                  </a:lnTo>
                  <a:lnTo>
                    <a:pt x="1623288" y="746950"/>
                  </a:lnTo>
                  <a:lnTo>
                    <a:pt x="1623288" y="912685"/>
                  </a:lnTo>
                  <a:lnTo>
                    <a:pt x="1435277" y="912685"/>
                  </a:lnTo>
                  <a:lnTo>
                    <a:pt x="1435277" y="861250"/>
                  </a:lnTo>
                  <a:lnTo>
                    <a:pt x="1623288" y="861250"/>
                  </a:lnTo>
                  <a:lnTo>
                    <a:pt x="1623288" y="855535"/>
                  </a:lnTo>
                  <a:lnTo>
                    <a:pt x="1435277" y="855535"/>
                  </a:lnTo>
                  <a:lnTo>
                    <a:pt x="1435277" y="824420"/>
                  </a:lnTo>
                  <a:lnTo>
                    <a:pt x="1437284" y="826008"/>
                  </a:lnTo>
                  <a:lnTo>
                    <a:pt x="1443189" y="827913"/>
                  </a:lnTo>
                  <a:lnTo>
                    <a:pt x="1483283" y="816381"/>
                  </a:lnTo>
                  <a:lnTo>
                    <a:pt x="1494929" y="804100"/>
                  </a:lnTo>
                  <a:lnTo>
                    <a:pt x="1623288" y="804100"/>
                  </a:lnTo>
                  <a:lnTo>
                    <a:pt x="1623288" y="798385"/>
                  </a:lnTo>
                  <a:lnTo>
                    <a:pt x="1497533" y="798385"/>
                  </a:lnTo>
                  <a:lnTo>
                    <a:pt x="1498130" y="797102"/>
                  </a:lnTo>
                  <a:lnTo>
                    <a:pt x="1499577" y="789520"/>
                  </a:lnTo>
                  <a:lnTo>
                    <a:pt x="1499387" y="782281"/>
                  </a:lnTo>
                  <a:lnTo>
                    <a:pt x="1496809" y="777049"/>
                  </a:lnTo>
                  <a:lnTo>
                    <a:pt x="1491856" y="773811"/>
                  </a:lnTo>
                  <a:lnTo>
                    <a:pt x="1487284" y="770191"/>
                  </a:lnTo>
                  <a:lnTo>
                    <a:pt x="1480807" y="768477"/>
                  </a:lnTo>
                  <a:lnTo>
                    <a:pt x="1472425" y="768667"/>
                  </a:lnTo>
                  <a:lnTo>
                    <a:pt x="1464500" y="769632"/>
                  </a:lnTo>
                  <a:lnTo>
                    <a:pt x="1429931" y="792734"/>
                  </a:lnTo>
                  <a:lnTo>
                    <a:pt x="1427238" y="798385"/>
                  </a:lnTo>
                  <a:lnTo>
                    <a:pt x="1425790" y="798385"/>
                  </a:lnTo>
                  <a:lnTo>
                    <a:pt x="1425790" y="804100"/>
                  </a:lnTo>
                  <a:lnTo>
                    <a:pt x="1425282" y="806665"/>
                  </a:lnTo>
                  <a:lnTo>
                    <a:pt x="1425371" y="809815"/>
                  </a:lnTo>
                  <a:lnTo>
                    <a:pt x="1425282" y="855535"/>
                  </a:lnTo>
                  <a:lnTo>
                    <a:pt x="1425282" y="861250"/>
                  </a:lnTo>
                  <a:lnTo>
                    <a:pt x="1425282" y="912685"/>
                  </a:lnTo>
                  <a:lnTo>
                    <a:pt x="1297838" y="912685"/>
                  </a:lnTo>
                  <a:lnTo>
                    <a:pt x="1297838" y="861250"/>
                  </a:lnTo>
                  <a:lnTo>
                    <a:pt x="1425282" y="861250"/>
                  </a:lnTo>
                  <a:lnTo>
                    <a:pt x="1425282" y="855535"/>
                  </a:lnTo>
                  <a:lnTo>
                    <a:pt x="1297838" y="855535"/>
                  </a:lnTo>
                  <a:lnTo>
                    <a:pt x="1297838" y="804100"/>
                  </a:lnTo>
                  <a:lnTo>
                    <a:pt x="1425790" y="804100"/>
                  </a:lnTo>
                  <a:lnTo>
                    <a:pt x="1425790" y="798385"/>
                  </a:lnTo>
                  <a:lnTo>
                    <a:pt x="1297838" y="798385"/>
                  </a:lnTo>
                  <a:lnTo>
                    <a:pt x="1297838" y="746950"/>
                  </a:lnTo>
                  <a:lnTo>
                    <a:pt x="1623288" y="746950"/>
                  </a:lnTo>
                  <a:lnTo>
                    <a:pt x="1623288" y="741235"/>
                  </a:lnTo>
                  <a:lnTo>
                    <a:pt x="1297838" y="741235"/>
                  </a:lnTo>
                  <a:lnTo>
                    <a:pt x="1297838" y="689800"/>
                  </a:lnTo>
                  <a:lnTo>
                    <a:pt x="2156625" y="689800"/>
                  </a:lnTo>
                  <a:lnTo>
                    <a:pt x="2156625" y="684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>
              <a:extLst>
                <a:ext uri="{FF2B5EF4-FFF2-40B4-BE49-F238E27FC236}">
                  <a16:creationId xmlns:a16="http://schemas.microsoft.com/office/drawing/2014/main" id="{16D694BF-CD10-2257-D953-EE69C7978615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18587" y="2932678"/>
              <a:ext cx="131063" cy="196881"/>
            </a:xfrm>
            <a:prstGeom prst="rect">
              <a:avLst/>
            </a:prstGeom>
          </p:spPr>
        </p:pic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A96C095C-A117-A5B6-4FF0-0112F7228E7B}"/>
                </a:ext>
              </a:extLst>
            </p:cNvPr>
            <p:cNvSpPr/>
            <p:nvPr/>
          </p:nvSpPr>
          <p:spPr>
            <a:xfrm>
              <a:off x="4314025" y="2280319"/>
              <a:ext cx="1154430" cy="970280"/>
            </a:xfrm>
            <a:custGeom>
              <a:avLst/>
              <a:gdLst/>
              <a:ahLst/>
              <a:cxnLst/>
              <a:rect l="l" t="t" r="r" b="b"/>
              <a:pathLst>
                <a:path w="1154429" h="970280">
                  <a:moveTo>
                    <a:pt x="74295" y="675220"/>
                  </a:moveTo>
                  <a:lnTo>
                    <a:pt x="74104" y="667981"/>
                  </a:lnTo>
                  <a:lnTo>
                    <a:pt x="71526" y="662749"/>
                  </a:lnTo>
                  <a:lnTo>
                    <a:pt x="66573" y="659511"/>
                  </a:lnTo>
                  <a:lnTo>
                    <a:pt x="62001" y="655891"/>
                  </a:lnTo>
                  <a:lnTo>
                    <a:pt x="55524" y="654177"/>
                  </a:lnTo>
                  <a:lnTo>
                    <a:pt x="47142" y="654367"/>
                  </a:lnTo>
                  <a:lnTo>
                    <a:pt x="39217" y="655332"/>
                  </a:lnTo>
                  <a:lnTo>
                    <a:pt x="4635" y="678434"/>
                  </a:lnTo>
                  <a:lnTo>
                    <a:pt x="0" y="692365"/>
                  </a:lnTo>
                  <a:lnTo>
                    <a:pt x="88" y="695515"/>
                  </a:lnTo>
                  <a:lnTo>
                    <a:pt x="0" y="778090"/>
                  </a:lnTo>
                  <a:lnTo>
                    <a:pt x="0" y="969835"/>
                  </a:lnTo>
                  <a:lnTo>
                    <a:pt x="9994" y="969835"/>
                  </a:lnTo>
                  <a:lnTo>
                    <a:pt x="9994" y="795845"/>
                  </a:lnTo>
                  <a:lnTo>
                    <a:pt x="12001" y="797433"/>
                  </a:lnTo>
                  <a:lnTo>
                    <a:pt x="17907" y="799338"/>
                  </a:lnTo>
                  <a:lnTo>
                    <a:pt x="58000" y="787806"/>
                  </a:lnTo>
                  <a:lnTo>
                    <a:pt x="74295" y="760945"/>
                  </a:lnTo>
                  <a:lnTo>
                    <a:pt x="74104" y="753706"/>
                  </a:lnTo>
                  <a:lnTo>
                    <a:pt x="71526" y="748474"/>
                  </a:lnTo>
                  <a:lnTo>
                    <a:pt x="66573" y="745236"/>
                  </a:lnTo>
                  <a:lnTo>
                    <a:pt x="62001" y="741616"/>
                  </a:lnTo>
                  <a:lnTo>
                    <a:pt x="55524" y="739902"/>
                  </a:lnTo>
                  <a:lnTo>
                    <a:pt x="47142" y="740092"/>
                  </a:lnTo>
                  <a:lnTo>
                    <a:pt x="39217" y="741057"/>
                  </a:lnTo>
                  <a:lnTo>
                    <a:pt x="31432" y="743381"/>
                  </a:lnTo>
                  <a:lnTo>
                    <a:pt x="23787" y="747052"/>
                  </a:lnTo>
                  <a:lnTo>
                    <a:pt x="16281" y="752094"/>
                  </a:lnTo>
                  <a:lnTo>
                    <a:pt x="9994" y="757555"/>
                  </a:lnTo>
                  <a:lnTo>
                    <a:pt x="9994" y="710120"/>
                  </a:lnTo>
                  <a:lnTo>
                    <a:pt x="12001" y="711708"/>
                  </a:lnTo>
                  <a:lnTo>
                    <a:pt x="17907" y="713613"/>
                  </a:lnTo>
                  <a:lnTo>
                    <a:pt x="25146" y="713803"/>
                  </a:lnTo>
                  <a:lnTo>
                    <a:pt x="33629" y="712851"/>
                  </a:lnTo>
                  <a:lnTo>
                    <a:pt x="69646" y="689800"/>
                  </a:lnTo>
                  <a:lnTo>
                    <a:pt x="72847" y="682802"/>
                  </a:lnTo>
                  <a:lnTo>
                    <a:pt x="74295" y="675220"/>
                  </a:lnTo>
                  <a:close/>
                </a:path>
                <a:path w="1154429" h="970280">
                  <a:moveTo>
                    <a:pt x="1154315" y="684085"/>
                  </a:moveTo>
                  <a:lnTo>
                    <a:pt x="486041" y="684085"/>
                  </a:lnTo>
                  <a:lnTo>
                    <a:pt x="486041" y="666940"/>
                  </a:lnTo>
                  <a:lnTo>
                    <a:pt x="476046" y="666940"/>
                  </a:lnTo>
                  <a:lnTo>
                    <a:pt x="476046" y="912685"/>
                  </a:lnTo>
                  <a:lnTo>
                    <a:pt x="206603" y="912685"/>
                  </a:lnTo>
                  <a:lnTo>
                    <a:pt x="206603" y="861250"/>
                  </a:lnTo>
                  <a:lnTo>
                    <a:pt x="476046" y="861250"/>
                  </a:lnTo>
                  <a:lnTo>
                    <a:pt x="476046" y="855535"/>
                  </a:lnTo>
                  <a:lnTo>
                    <a:pt x="312369" y="855535"/>
                  </a:lnTo>
                  <a:lnTo>
                    <a:pt x="319976" y="853465"/>
                  </a:lnTo>
                  <a:lnTo>
                    <a:pt x="328104" y="849871"/>
                  </a:lnTo>
                  <a:lnTo>
                    <a:pt x="352336" y="818095"/>
                  </a:lnTo>
                  <a:lnTo>
                    <a:pt x="352145" y="810856"/>
                  </a:lnTo>
                  <a:lnTo>
                    <a:pt x="352056" y="810679"/>
                  </a:lnTo>
                  <a:lnTo>
                    <a:pt x="352056" y="804100"/>
                  </a:lnTo>
                  <a:lnTo>
                    <a:pt x="476046" y="804100"/>
                  </a:lnTo>
                  <a:lnTo>
                    <a:pt x="476046" y="798385"/>
                  </a:lnTo>
                  <a:lnTo>
                    <a:pt x="352056" y="798385"/>
                  </a:lnTo>
                  <a:lnTo>
                    <a:pt x="352056" y="746950"/>
                  </a:lnTo>
                  <a:lnTo>
                    <a:pt x="476046" y="746950"/>
                  </a:lnTo>
                  <a:lnTo>
                    <a:pt x="476046" y="741235"/>
                  </a:lnTo>
                  <a:lnTo>
                    <a:pt x="352056" y="741235"/>
                  </a:lnTo>
                  <a:lnTo>
                    <a:pt x="352056" y="689800"/>
                  </a:lnTo>
                  <a:lnTo>
                    <a:pt x="476046" y="689800"/>
                  </a:lnTo>
                  <a:lnTo>
                    <a:pt x="476046" y="684085"/>
                  </a:lnTo>
                  <a:lnTo>
                    <a:pt x="352056" y="684085"/>
                  </a:lnTo>
                  <a:lnTo>
                    <a:pt x="352056" y="626935"/>
                  </a:lnTo>
                  <a:lnTo>
                    <a:pt x="342049" y="626935"/>
                  </a:lnTo>
                  <a:lnTo>
                    <a:pt x="342049" y="684085"/>
                  </a:lnTo>
                  <a:lnTo>
                    <a:pt x="342049" y="689800"/>
                  </a:lnTo>
                  <a:lnTo>
                    <a:pt x="342049" y="741235"/>
                  </a:lnTo>
                  <a:lnTo>
                    <a:pt x="342049" y="746950"/>
                  </a:lnTo>
                  <a:lnTo>
                    <a:pt x="342049" y="798385"/>
                  </a:lnTo>
                  <a:lnTo>
                    <a:pt x="338607" y="798385"/>
                  </a:lnTo>
                  <a:lnTo>
                    <a:pt x="333578" y="797052"/>
                  </a:lnTo>
                  <a:lnTo>
                    <a:pt x="325196" y="797242"/>
                  </a:lnTo>
                  <a:lnTo>
                    <a:pt x="317258" y="798207"/>
                  </a:lnTo>
                  <a:lnTo>
                    <a:pt x="316661" y="798385"/>
                  </a:lnTo>
                  <a:lnTo>
                    <a:pt x="302031" y="798385"/>
                  </a:lnTo>
                  <a:lnTo>
                    <a:pt x="302031" y="804100"/>
                  </a:lnTo>
                  <a:lnTo>
                    <a:pt x="301828" y="804202"/>
                  </a:lnTo>
                  <a:lnTo>
                    <a:pt x="294335" y="809244"/>
                  </a:lnTo>
                  <a:lnTo>
                    <a:pt x="287629" y="815047"/>
                  </a:lnTo>
                  <a:lnTo>
                    <a:pt x="282689" y="821309"/>
                  </a:lnTo>
                  <a:lnTo>
                    <a:pt x="279488" y="828052"/>
                  </a:lnTo>
                  <a:lnTo>
                    <a:pt x="278041" y="835240"/>
                  </a:lnTo>
                  <a:lnTo>
                    <a:pt x="278231" y="841717"/>
                  </a:lnTo>
                  <a:lnTo>
                    <a:pt x="280708" y="846963"/>
                  </a:lnTo>
                  <a:lnTo>
                    <a:pt x="285470" y="850963"/>
                  </a:lnTo>
                  <a:lnTo>
                    <a:pt x="290042" y="854583"/>
                  </a:lnTo>
                  <a:lnTo>
                    <a:pt x="292989" y="855535"/>
                  </a:lnTo>
                  <a:lnTo>
                    <a:pt x="206603" y="855535"/>
                  </a:lnTo>
                  <a:lnTo>
                    <a:pt x="206603" y="804100"/>
                  </a:lnTo>
                  <a:lnTo>
                    <a:pt x="302031" y="804100"/>
                  </a:lnTo>
                  <a:lnTo>
                    <a:pt x="302031" y="798385"/>
                  </a:lnTo>
                  <a:lnTo>
                    <a:pt x="206603" y="798385"/>
                  </a:lnTo>
                  <a:lnTo>
                    <a:pt x="206603" y="746950"/>
                  </a:lnTo>
                  <a:lnTo>
                    <a:pt x="342049" y="746950"/>
                  </a:lnTo>
                  <a:lnTo>
                    <a:pt x="342049" y="741235"/>
                  </a:lnTo>
                  <a:lnTo>
                    <a:pt x="206603" y="741235"/>
                  </a:lnTo>
                  <a:lnTo>
                    <a:pt x="206603" y="689800"/>
                  </a:lnTo>
                  <a:lnTo>
                    <a:pt x="342049" y="689800"/>
                  </a:lnTo>
                  <a:lnTo>
                    <a:pt x="342049" y="684085"/>
                  </a:lnTo>
                  <a:lnTo>
                    <a:pt x="206603" y="684085"/>
                  </a:lnTo>
                  <a:lnTo>
                    <a:pt x="206603" y="0"/>
                  </a:lnTo>
                  <a:lnTo>
                    <a:pt x="198031" y="0"/>
                  </a:lnTo>
                  <a:lnTo>
                    <a:pt x="198031" y="684085"/>
                  </a:lnTo>
                  <a:lnTo>
                    <a:pt x="193903" y="684085"/>
                  </a:lnTo>
                  <a:lnTo>
                    <a:pt x="193903" y="689800"/>
                  </a:lnTo>
                  <a:lnTo>
                    <a:pt x="198031" y="689800"/>
                  </a:lnTo>
                  <a:lnTo>
                    <a:pt x="198031" y="741235"/>
                  </a:lnTo>
                  <a:lnTo>
                    <a:pt x="193903" y="741235"/>
                  </a:lnTo>
                  <a:lnTo>
                    <a:pt x="193903" y="746950"/>
                  </a:lnTo>
                  <a:lnTo>
                    <a:pt x="198031" y="746950"/>
                  </a:lnTo>
                  <a:lnTo>
                    <a:pt x="198031" y="798385"/>
                  </a:lnTo>
                  <a:lnTo>
                    <a:pt x="193903" y="798385"/>
                  </a:lnTo>
                  <a:lnTo>
                    <a:pt x="193903" y="804100"/>
                  </a:lnTo>
                  <a:lnTo>
                    <a:pt x="198031" y="804100"/>
                  </a:lnTo>
                  <a:lnTo>
                    <a:pt x="198031" y="855535"/>
                  </a:lnTo>
                  <a:lnTo>
                    <a:pt x="193903" y="855535"/>
                  </a:lnTo>
                  <a:lnTo>
                    <a:pt x="193903" y="861250"/>
                  </a:lnTo>
                  <a:lnTo>
                    <a:pt x="198031" y="861250"/>
                  </a:lnTo>
                  <a:lnTo>
                    <a:pt x="198031" y="912685"/>
                  </a:lnTo>
                  <a:lnTo>
                    <a:pt x="193903" y="912685"/>
                  </a:lnTo>
                  <a:lnTo>
                    <a:pt x="193903" y="918400"/>
                  </a:lnTo>
                  <a:lnTo>
                    <a:pt x="198031" y="918400"/>
                  </a:lnTo>
                  <a:lnTo>
                    <a:pt x="206603" y="918400"/>
                  </a:lnTo>
                  <a:lnTo>
                    <a:pt x="476046" y="918400"/>
                  </a:lnTo>
                  <a:lnTo>
                    <a:pt x="476046" y="969835"/>
                  </a:lnTo>
                  <a:lnTo>
                    <a:pt x="486041" y="969835"/>
                  </a:lnTo>
                  <a:lnTo>
                    <a:pt x="486041" y="918400"/>
                  </a:lnTo>
                  <a:lnTo>
                    <a:pt x="1154315" y="918400"/>
                  </a:lnTo>
                  <a:lnTo>
                    <a:pt x="1154315" y="912685"/>
                  </a:lnTo>
                  <a:lnTo>
                    <a:pt x="486041" y="912685"/>
                  </a:lnTo>
                  <a:lnTo>
                    <a:pt x="486041" y="861250"/>
                  </a:lnTo>
                  <a:lnTo>
                    <a:pt x="1154315" y="861250"/>
                  </a:lnTo>
                  <a:lnTo>
                    <a:pt x="1154315" y="855535"/>
                  </a:lnTo>
                  <a:lnTo>
                    <a:pt x="486041" y="855535"/>
                  </a:lnTo>
                  <a:lnTo>
                    <a:pt x="486041" y="804100"/>
                  </a:lnTo>
                  <a:lnTo>
                    <a:pt x="1154315" y="804100"/>
                  </a:lnTo>
                  <a:lnTo>
                    <a:pt x="1154315" y="798385"/>
                  </a:lnTo>
                  <a:lnTo>
                    <a:pt x="486041" y="798385"/>
                  </a:lnTo>
                  <a:lnTo>
                    <a:pt x="486041" y="746950"/>
                  </a:lnTo>
                  <a:lnTo>
                    <a:pt x="1154315" y="746950"/>
                  </a:lnTo>
                  <a:lnTo>
                    <a:pt x="1154315" y="741235"/>
                  </a:lnTo>
                  <a:lnTo>
                    <a:pt x="486041" y="741235"/>
                  </a:lnTo>
                  <a:lnTo>
                    <a:pt x="486041" y="689800"/>
                  </a:lnTo>
                  <a:lnTo>
                    <a:pt x="1154315" y="689800"/>
                  </a:lnTo>
                  <a:lnTo>
                    <a:pt x="1154315" y="684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>
              <a:extLst>
                <a:ext uri="{FF2B5EF4-FFF2-40B4-BE49-F238E27FC236}">
                  <a16:creationId xmlns:a16="http://schemas.microsoft.com/office/drawing/2014/main" id="{5ED3E8DD-24D8-62C9-C0E7-9FEC60F2688C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789411" y="2904103"/>
              <a:ext cx="75723" cy="177164"/>
            </a:xfrm>
            <a:prstGeom prst="rect">
              <a:avLst/>
            </a:prstGeom>
          </p:spPr>
        </p:pic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50EB135E-812C-A070-5412-8B8083A4A01D}"/>
                </a:ext>
              </a:extLst>
            </p:cNvPr>
            <p:cNvSpPr/>
            <p:nvPr/>
          </p:nvSpPr>
          <p:spPr>
            <a:xfrm>
              <a:off x="5239095" y="2947251"/>
              <a:ext cx="10160" cy="302895"/>
            </a:xfrm>
            <a:custGeom>
              <a:avLst/>
              <a:gdLst/>
              <a:ahLst/>
              <a:cxnLst/>
              <a:rect l="l" t="t" r="r" b="b"/>
              <a:pathLst>
                <a:path w="10160" h="302894">
                  <a:moveTo>
                    <a:pt x="10001" y="302895"/>
                  </a:moveTo>
                  <a:lnTo>
                    <a:pt x="0" y="30289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02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>
              <a:extLst>
                <a:ext uri="{FF2B5EF4-FFF2-40B4-BE49-F238E27FC236}">
                  <a16:creationId xmlns:a16="http://schemas.microsoft.com/office/drawing/2014/main" id="{A249BA27-2293-D866-F6FF-DC59803B11B9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239095" y="2905912"/>
              <a:ext cx="74294" cy="173926"/>
            </a:xfrm>
            <a:prstGeom prst="rect">
              <a:avLst/>
            </a:prstGeom>
          </p:spPr>
        </p:pic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98D081F0-B2F6-3148-0000-B610E660CB6F}"/>
                </a:ext>
              </a:extLst>
            </p:cNvPr>
            <p:cNvSpPr/>
            <p:nvPr/>
          </p:nvSpPr>
          <p:spPr>
            <a:xfrm>
              <a:off x="5468341" y="2280319"/>
              <a:ext cx="871855" cy="971550"/>
            </a:xfrm>
            <a:custGeom>
              <a:avLst/>
              <a:gdLst/>
              <a:ahLst/>
              <a:cxnLst/>
              <a:rect l="l" t="t" r="r" b="b"/>
              <a:pathLst>
                <a:path w="871854" h="971550">
                  <a:moveTo>
                    <a:pt x="871486" y="684085"/>
                  </a:moveTo>
                  <a:lnTo>
                    <a:pt x="12700" y="68408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684085"/>
                  </a:lnTo>
                  <a:lnTo>
                    <a:pt x="0" y="684085"/>
                  </a:lnTo>
                  <a:lnTo>
                    <a:pt x="0" y="689800"/>
                  </a:lnTo>
                  <a:lnTo>
                    <a:pt x="4127" y="689800"/>
                  </a:lnTo>
                  <a:lnTo>
                    <a:pt x="4127" y="741235"/>
                  </a:lnTo>
                  <a:lnTo>
                    <a:pt x="0" y="741235"/>
                  </a:lnTo>
                  <a:lnTo>
                    <a:pt x="0" y="746950"/>
                  </a:lnTo>
                  <a:lnTo>
                    <a:pt x="4127" y="746950"/>
                  </a:lnTo>
                  <a:lnTo>
                    <a:pt x="4127" y="798385"/>
                  </a:lnTo>
                  <a:lnTo>
                    <a:pt x="0" y="798385"/>
                  </a:lnTo>
                  <a:lnTo>
                    <a:pt x="0" y="804100"/>
                  </a:lnTo>
                  <a:lnTo>
                    <a:pt x="4127" y="804100"/>
                  </a:lnTo>
                  <a:lnTo>
                    <a:pt x="4127" y="855535"/>
                  </a:lnTo>
                  <a:lnTo>
                    <a:pt x="0" y="855535"/>
                  </a:lnTo>
                  <a:lnTo>
                    <a:pt x="0" y="861250"/>
                  </a:lnTo>
                  <a:lnTo>
                    <a:pt x="4127" y="861250"/>
                  </a:lnTo>
                  <a:lnTo>
                    <a:pt x="4127" y="912685"/>
                  </a:lnTo>
                  <a:lnTo>
                    <a:pt x="0" y="912685"/>
                  </a:lnTo>
                  <a:lnTo>
                    <a:pt x="0" y="918400"/>
                  </a:lnTo>
                  <a:lnTo>
                    <a:pt x="4127" y="918400"/>
                  </a:lnTo>
                  <a:lnTo>
                    <a:pt x="12700" y="918400"/>
                  </a:lnTo>
                  <a:lnTo>
                    <a:pt x="164134" y="918400"/>
                  </a:lnTo>
                  <a:lnTo>
                    <a:pt x="163931" y="918502"/>
                  </a:lnTo>
                  <a:lnTo>
                    <a:pt x="140144" y="949540"/>
                  </a:lnTo>
                  <a:lnTo>
                    <a:pt x="140335" y="956017"/>
                  </a:lnTo>
                  <a:lnTo>
                    <a:pt x="165290" y="970978"/>
                  </a:lnTo>
                  <a:lnTo>
                    <a:pt x="173774" y="970026"/>
                  </a:lnTo>
                  <a:lnTo>
                    <a:pt x="209791" y="946975"/>
                  </a:lnTo>
                  <a:lnTo>
                    <a:pt x="214439" y="932395"/>
                  </a:lnTo>
                  <a:lnTo>
                    <a:pt x="214249" y="925156"/>
                  </a:lnTo>
                  <a:lnTo>
                    <a:pt x="214147" y="924953"/>
                  </a:lnTo>
                  <a:lnTo>
                    <a:pt x="214147" y="918400"/>
                  </a:lnTo>
                  <a:lnTo>
                    <a:pt x="871486" y="918400"/>
                  </a:lnTo>
                  <a:lnTo>
                    <a:pt x="871486" y="912685"/>
                  </a:lnTo>
                  <a:lnTo>
                    <a:pt x="214147" y="912685"/>
                  </a:lnTo>
                  <a:lnTo>
                    <a:pt x="214147" y="861250"/>
                  </a:lnTo>
                  <a:lnTo>
                    <a:pt x="871486" y="861250"/>
                  </a:lnTo>
                  <a:lnTo>
                    <a:pt x="871486" y="855535"/>
                  </a:lnTo>
                  <a:lnTo>
                    <a:pt x="214147" y="855535"/>
                  </a:lnTo>
                  <a:lnTo>
                    <a:pt x="214147" y="804100"/>
                  </a:lnTo>
                  <a:lnTo>
                    <a:pt x="871486" y="804100"/>
                  </a:lnTo>
                  <a:lnTo>
                    <a:pt x="871486" y="798385"/>
                  </a:lnTo>
                  <a:lnTo>
                    <a:pt x="214147" y="798385"/>
                  </a:lnTo>
                  <a:lnTo>
                    <a:pt x="214147" y="746950"/>
                  </a:lnTo>
                  <a:lnTo>
                    <a:pt x="871486" y="746950"/>
                  </a:lnTo>
                  <a:lnTo>
                    <a:pt x="871486" y="741235"/>
                  </a:lnTo>
                  <a:lnTo>
                    <a:pt x="214147" y="741235"/>
                  </a:lnTo>
                  <a:lnTo>
                    <a:pt x="204152" y="741235"/>
                  </a:lnTo>
                  <a:lnTo>
                    <a:pt x="204152" y="912685"/>
                  </a:lnTo>
                  <a:lnTo>
                    <a:pt x="200698" y="912685"/>
                  </a:lnTo>
                  <a:lnTo>
                    <a:pt x="195668" y="911352"/>
                  </a:lnTo>
                  <a:lnTo>
                    <a:pt x="187286" y="911542"/>
                  </a:lnTo>
                  <a:lnTo>
                    <a:pt x="179362" y="912507"/>
                  </a:lnTo>
                  <a:lnTo>
                    <a:pt x="178765" y="912685"/>
                  </a:lnTo>
                  <a:lnTo>
                    <a:pt x="12700" y="912685"/>
                  </a:lnTo>
                  <a:lnTo>
                    <a:pt x="12700" y="861250"/>
                  </a:lnTo>
                  <a:lnTo>
                    <a:pt x="204152" y="861250"/>
                  </a:lnTo>
                  <a:lnTo>
                    <a:pt x="204152" y="855535"/>
                  </a:lnTo>
                  <a:lnTo>
                    <a:pt x="12700" y="855535"/>
                  </a:lnTo>
                  <a:lnTo>
                    <a:pt x="12700" y="804100"/>
                  </a:lnTo>
                  <a:lnTo>
                    <a:pt x="204152" y="804100"/>
                  </a:lnTo>
                  <a:lnTo>
                    <a:pt x="204152" y="798385"/>
                  </a:lnTo>
                  <a:lnTo>
                    <a:pt x="12700" y="798385"/>
                  </a:lnTo>
                  <a:lnTo>
                    <a:pt x="12700" y="746950"/>
                  </a:lnTo>
                  <a:lnTo>
                    <a:pt x="204152" y="746950"/>
                  </a:lnTo>
                  <a:lnTo>
                    <a:pt x="204152" y="741235"/>
                  </a:lnTo>
                  <a:lnTo>
                    <a:pt x="12700" y="741235"/>
                  </a:lnTo>
                  <a:lnTo>
                    <a:pt x="12700" y="689800"/>
                  </a:lnTo>
                  <a:lnTo>
                    <a:pt x="871486" y="689800"/>
                  </a:lnTo>
                  <a:lnTo>
                    <a:pt x="871486" y="684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>
              <a:extLst>
                <a:ext uri="{FF2B5EF4-FFF2-40B4-BE49-F238E27FC236}">
                  <a16:creationId xmlns:a16="http://schemas.microsoft.com/office/drawing/2014/main" id="{D014BC68-1D79-E063-AE17-9CAA8F0DC579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750486" y="2875528"/>
              <a:ext cx="150629" cy="288893"/>
            </a:xfrm>
            <a:prstGeom prst="rect">
              <a:avLst/>
            </a:prstGeom>
          </p:spPr>
        </p:pic>
        <p:pic>
          <p:nvPicPr>
            <p:cNvPr id="48" name="object 48">
              <a:extLst>
                <a:ext uri="{FF2B5EF4-FFF2-40B4-BE49-F238E27FC236}">
                  <a16:creationId xmlns:a16="http://schemas.microsoft.com/office/drawing/2014/main" id="{CBBF79A9-2544-E0C9-E820-536F4674DBE1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129409" y="2877337"/>
              <a:ext cx="111140" cy="287083"/>
            </a:xfrm>
            <a:prstGeom prst="rect">
              <a:avLst/>
            </a:prstGeom>
          </p:spPr>
        </p:pic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E5351DFC-CF4A-9EC3-2E95-F3EC108F9DF7}"/>
                </a:ext>
              </a:extLst>
            </p:cNvPr>
            <p:cNvSpPr/>
            <p:nvPr/>
          </p:nvSpPr>
          <p:spPr>
            <a:xfrm>
              <a:off x="6339827" y="2280319"/>
              <a:ext cx="928369" cy="918844"/>
            </a:xfrm>
            <a:custGeom>
              <a:avLst/>
              <a:gdLst/>
              <a:ahLst/>
              <a:cxnLst/>
              <a:rect l="l" t="t" r="r" b="b"/>
              <a:pathLst>
                <a:path w="928370" h="918844">
                  <a:moveTo>
                    <a:pt x="928065" y="684085"/>
                  </a:moveTo>
                  <a:lnTo>
                    <a:pt x="12700" y="68408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684085"/>
                  </a:lnTo>
                  <a:lnTo>
                    <a:pt x="0" y="684085"/>
                  </a:lnTo>
                  <a:lnTo>
                    <a:pt x="0" y="689800"/>
                  </a:lnTo>
                  <a:lnTo>
                    <a:pt x="4127" y="689800"/>
                  </a:lnTo>
                  <a:lnTo>
                    <a:pt x="4127" y="741235"/>
                  </a:lnTo>
                  <a:lnTo>
                    <a:pt x="0" y="741235"/>
                  </a:lnTo>
                  <a:lnTo>
                    <a:pt x="0" y="746950"/>
                  </a:lnTo>
                  <a:lnTo>
                    <a:pt x="4127" y="746950"/>
                  </a:lnTo>
                  <a:lnTo>
                    <a:pt x="4127" y="798385"/>
                  </a:lnTo>
                  <a:lnTo>
                    <a:pt x="0" y="798385"/>
                  </a:lnTo>
                  <a:lnTo>
                    <a:pt x="0" y="804100"/>
                  </a:lnTo>
                  <a:lnTo>
                    <a:pt x="4127" y="804100"/>
                  </a:lnTo>
                  <a:lnTo>
                    <a:pt x="4127" y="855535"/>
                  </a:lnTo>
                  <a:lnTo>
                    <a:pt x="0" y="855535"/>
                  </a:lnTo>
                  <a:lnTo>
                    <a:pt x="0" y="861250"/>
                  </a:lnTo>
                  <a:lnTo>
                    <a:pt x="4127" y="861250"/>
                  </a:lnTo>
                  <a:lnTo>
                    <a:pt x="4127" y="912685"/>
                  </a:lnTo>
                  <a:lnTo>
                    <a:pt x="0" y="912685"/>
                  </a:lnTo>
                  <a:lnTo>
                    <a:pt x="0" y="918400"/>
                  </a:lnTo>
                  <a:lnTo>
                    <a:pt x="4127" y="918400"/>
                  </a:lnTo>
                  <a:lnTo>
                    <a:pt x="12700" y="918400"/>
                  </a:lnTo>
                  <a:lnTo>
                    <a:pt x="928065" y="918400"/>
                  </a:lnTo>
                  <a:lnTo>
                    <a:pt x="928065" y="912685"/>
                  </a:lnTo>
                  <a:lnTo>
                    <a:pt x="12700" y="912685"/>
                  </a:lnTo>
                  <a:lnTo>
                    <a:pt x="12700" y="861250"/>
                  </a:lnTo>
                  <a:lnTo>
                    <a:pt x="928065" y="861250"/>
                  </a:lnTo>
                  <a:lnTo>
                    <a:pt x="928065" y="855535"/>
                  </a:lnTo>
                  <a:lnTo>
                    <a:pt x="12700" y="855535"/>
                  </a:lnTo>
                  <a:lnTo>
                    <a:pt x="12700" y="804100"/>
                  </a:lnTo>
                  <a:lnTo>
                    <a:pt x="928065" y="804100"/>
                  </a:lnTo>
                  <a:lnTo>
                    <a:pt x="928065" y="798385"/>
                  </a:lnTo>
                  <a:lnTo>
                    <a:pt x="12700" y="798385"/>
                  </a:lnTo>
                  <a:lnTo>
                    <a:pt x="12700" y="746950"/>
                  </a:lnTo>
                  <a:lnTo>
                    <a:pt x="928065" y="746950"/>
                  </a:lnTo>
                  <a:lnTo>
                    <a:pt x="928065" y="741235"/>
                  </a:lnTo>
                  <a:lnTo>
                    <a:pt x="12700" y="741235"/>
                  </a:lnTo>
                  <a:lnTo>
                    <a:pt x="12700" y="689800"/>
                  </a:lnTo>
                  <a:lnTo>
                    <a:pt x="928065" y="689800"/>
                  </a:lnTo>
                  <a:lnTo>
                    <a:pt x="928065" y="684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>
              <a:extLst>
                <a:ext uri="{FF2B5EF4-FFF2-40B4-BE49-F238E27FC236}">
                  <a16:creationId xmlns:a16="http://schemas.microsoft.com/office/drawing/2014/main" id="{8F74100A-57DC-AFA3-E80E-2B02DB261457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463463" y="3078696"/>
              <a:ext cx="111140" cy="286892"/>
            </a:xfrm>
            <a:prstGeom prst="rect">
              <a:avLst/>
            </a:prstGeom>
          </p:spPr>
        </p:pic>
        <p:pic>
          <p:nvPicPr>
            <p:cNvPr id="51" name="object 51">
              <a:extLst>
                <a:ext uri="{FF2B5EF4-FFF2-40B4-BE49-F238E27FC236}">
                  <a16:creationId xmlns:a16="http://schemas.microsoft.com/office/drawing/2014/main" id="{FF7346F9-B08C-C11F-9430-BA764E8F3386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677317" y="2932678"/>
              <a:ext cx="75723" cy="288893"/>
            </a:xfrm>
            <a:prstGeom prst="rect">
              <a:avLst/>
            </a:prstGeom>
          </p:spPr>
        </p:pic>
        <p:pic>
          <p:nvPicPr>
            <p:cNvPr id="52" name="object 52">
              <a:extLst>
                <a:ext uri="{FF2B5EF4-FFF2-40B4-BE49-F238E27FC236}">
                  <a16:creationId xmlns:a16="http://schemas.microsoft.com/office/drawing/2014/main" id="{ED5B2241-CB69-77D8-F8A2-96575D2B9ACB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073989" y="2934487"/>
              <a:ext cx="74294" cy="287083"/>
            </a:xfrm>
            <a:prstGeom prst="rect">
              <a:avLst/>
            </a:prstGeom>
          </p:spPr>
        </p:pic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93DA2741-4616-3607-DAD1-5EAEA81AC3CD}"/>
                </a:ext>
              </a:extLst>
            </p:cNvPr>
            <p:cNvSpPr/>
            <p:nvPr/>
          </p:nvSpPr>
          <p:spPr>
            <a:xfrm>
              <a:off x="7272027" y="2280310"/>
              <a:ext cx="8890" cy="918844"/>
            </a:xfrm>
            <a:custGeom>
              <a:avLst/>
              <a:gdLst/>
              <a:ahLst/>
              <a:cxnLst/>
              <a:rect l="l" t="t" r="r" b="b"/>
              <a:pathLst>
                <a:path w="8890" h="918844">
                  <a:moveTo>
                    <a:pt x="8572" y="918400"/>
                  </a:moveTo>
                  <a:lnTo>
                    <a:pt x="0" y="918400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918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>
            <a:extLst>
              <a:ext uri="{FF2B5EF4-FFF2-40B4-BE49-F238E27FC236}">
                <a16:creationId xmlns:a16="http://schemas.microsoft.com/office/drawing/2014/main" id="{64D0D54D-7E34-753C-DEE6-B3FE88BF3B0A}"/>
              </a:ext>
            </a:extLst>
          </p:cNvPr>
          <p:cNvSpPr txBox="1"/>
          <p:nvPr/>
        </p:nvSpPr>
        <p:spPr>
          <a:xfrm>
            <a:off x="266700" y="2000910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Georgia"/>
              </a:rPr>
              <a:t>41</a:t>
            </a:r>
            <a:endParaRPr sz="750" b="1">
              <a:latin typeface="Bauer Bodoni Std Bold Cond" panose="02070903080706020303" pitchFamily="18" charset="77"/>
              <a:cs typeface="Georgia"/>
            </a:endParaRPr>
          </a:p>
        </p:txBody>
      </p:sp>
      <p:pic>
        <p:nvPicPr>
          <p:cNvPr id="55" name="object 55">
            <a:extLst>
              <a:ext uri="{FF2B5EF4-FFF2-40B4-BE49-F238E27FC236}">
                <a16:creationId xmlns:a16="http://schemas.microsoft.com/office/drawing/2014/main" id="{64EAC7D9-B517-FD40-89EF-713AAF497635}"/>
              </a:ext>
            </a:extLst>
          </p:cNvPr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26312" y="2007133"/>
            <a:ext cx="94059" cy="107156"/>
          </a:xfrm>
          <a:prstGeom prst="rect">
            <a:avLst/>
          </a:prstGeom>
        </p:spPr>
      </p:pic>
      <p:sp>
        <p:nvSpPr>
          <p:cNvPr id="56" name="object 56">
            <a:extLst>
              <a:ext uri="{FF2B5EF4-FFF2-40B4-BE49-F238E27FC236}">
                <a16:creationId xmlns:a16="http://schemas.microsoft.com/office/drawing/2014/main" id="{E4AB23A4-4FFA-1B3D-EDC1-2518AAC7194E}"/>
              </a:ext>
            </a:extLst>
          </p:cNvPr>
          <p:cNvSpPr txBox="1"/>
          <p:nvPr/>
        </p:nvSpPr>
        <p:spPr>
          <a:xfrm>
            <a:off x="826722" y="2012340"/>
            <a:ext cx="150495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-25" dirty="0">
                <a:latin typeface="Bauer Bodoni Std" panose="02070603080706020303" pitchFamily="18" charset="77"/>
                <a:cs typeface="Times New Roman"/>
              </a:rPr>
              <a:t>172</a:t>
            </a:r>
            <a:endParaRPr sz="650">
              <a:latin typeface="Bauer Bodoni Std" panose="02070603080706020303" pitchFamily="18" charset="77"/>
              <a:cs typeface="Times New Roman"/>
            </a:endParaRPr>
          </a:p>
        </p:txBody>
      </p:sp>
      <p:grpSp>
        <p:nvGrpSpPr>
          <p:cNvPr id="57" name="object 57">
            <a:extLst>
              <a:ext uri="{FF2B5EF4-FFF2-40B4-BE49-F238E27FC236}">
                <a16:creationId xmlns:a16="http://schemas.microsoft.com/office/drawing/2014/main" id="{9CC96A7A-3570-FCA1-D650-BC0233375505}"/>
              </a:ext>
            </a:extLst>
          </p:cNvPr>
          <p:cNvGrpSpPr/>
          <p:nvPr/>
        </p:nvGrpSpPr>
        <p:grpSpPr>
          <a:xfrm>
            <a:off x="179387" y="3852959"/>
            <a:ext cx="6073775" cy="1610360"/>
            <a:chOff x="179387" y="3852959"/>
            <a:chExt cx="6073775" cy="1610360"/>
          </a:xfrm>
        </p:grpSpPr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B5B1F560-4B1A-3638-4917-EBA632DFE43C}"/>
                </a:ext>
              </a:extLst>
            </p:cNvPr>
            <p:cNvSpPr/>
            <p:nvPr/>
          </p:nvSpPr>
          <p:spPr>
            <a:xfrm>
              <a:off x="179387" y="3965355"/>
              <a:ext cx="577215" cy="1497965"/>
            </a:xfrm>
            <a:custGeom>
              <a:avLst/>
              <a:gdLst/>
              <a:ahLst/>
              <a:cxnLst/>
              <a:rect l="l" t="t" r="r" b="b"/>
              <a:pathLst>
                <a:path w="577215" h="1497964">
                  <a:moveTo>
                    <a:pt x="68859" y="76390"/>
                  </a:moveTo>
                  <a:lnTo>
                    <a:pt x="53428" y="113779"/>
                  </a:lnTo>
                  <a:lnTo>
                    <a:pt x="40284" y="150507"/>
                  </a:lnTo>
                  <a:lnTo>
                    <a:pt x="28994" y="188239"/>
                  </a:lnTo>
                  <a:lnTo>
                    <a:pt x="14046" y="259803"/>
                  </a:lnTo>
                  <a:lnTo>
                    <a:pt x="7048" y="324599"/>
                  </a:lnTo>
                  <a:lnTo>
                    <a:pt x="6286" y="354672"/>
                  </a:lnTo>
                  <a:lnTo>
                    <a:pt x="7175" y="384352"/>
                  </a:lnTo>
                  <a:lnTo>
                    <a:pt x="8991" y="413918"/>
                  </a:lnTo>
                  <a:lnTo>
                    <a:pt x="11747" y="443369"/>
                  </a:lnTo>
                  <a:lnTo>
                    <a:pt x="15430" y="472719"/>
                  </a:lnTo>
                  <a:lnTo>
                    <a:pt x="35039" y="600316"/>
                  </a:lnTo>
                  <a:lnTo>
                    <a:pt x="37287" y="616966"/>
                  </a:lnTo>
                  <a:lnTo>
                    <a:pt x="39039" y="632714"/>
                  </a:lnTo>
                  <a:lnTo>
                    <a:pt x="40284" y="647585"/>
                  </a:lnTo>
                  <a:lnTo>
                    <a:pt x="41148" y="669328"/>
                  </a:lnTo>
                  <a:lnTo>
                    <a:pt x="40284" y="687082"/>
                  </a:lnTo>
                  <a:lnTo>
                    <a:pt x="33324" y="724700"/>
                  </a:lnTo>
                  <a:lnTo>
                    <a:pt x="16497" y="762533"/>
                  </a:lnTo>
                  <a:lnTo>
                    <a:pt x="0" y="784720"/>
                  </a:lnTo>
                  <a:lnTo>
                    <a:pt x="0" y="790054"/>
                  </a:lnTo>
                  <a:lnTo>
                    <a:pt x="23406" y="827328"/>
                  </a:lnTo>
                  <a:lnTo>
                    <a:pt x="37465" y="870572"/>
                  </a:lnTo>
                  <a:lnTo>
                    <a:pt x="41148" y="908989"/>
                  </a:lnTo>
                  <a:lnTo>
                    <a:pt x="40474" y="927722"/>
                  </a:lnTo>
                  <a:lnTo>
                    <a:pt x="38785" y="948385"/>
                  </a:lnTo>
                  <a:lnTo>
                    <a:pt x="36055" y="970991"/>
                  </a:lnTo>
                  <a:lnTo>
                    <a:pt x="15430" y="1105166"/>
                  </a:lnTo>
                  <a:lnTo>
                    <a:pt x="11747" y="1134681"/>
                  </a:lnTo>
                  <a:lnTo>
                    <a:pt x="8991" y="1164196"/>
                  </a:lnTo>
                  <a:lnTo>
                    <a:pt x="7175" y="1193698"/>
                  </a:lnTo>
                  <a:lnTo>
                    <a:pt x="6286" y="1223213"/>
                  </a:lnTo>
                  <a:lnTo>
                    <a:pt x="7048" y="1253261"/>
                  </a:lnTo>
                  <a:lnTo>
                    <a:pt x="14046" y="1317840"/>
                  </a:lnTo>
                  <a:lnTo>
                    <a:pt x="28676" y="1387932"/>
                  </a:lnTo>
                  <a:lnTo>
                    <a:pt x="52959" y="1460715"/>
                  </a:lnTo>
                  <a:lnTo>
                    <a:pt x="68859" y="1497939"/>
                  </a:lnTo>
                  <a:lnTo>
                    <a:pt x="68859" y="1493062"/>
                  </a:lnTo>
                  <a:lnTo>
                    <a:pt x="60032" y="1468932"/>
                  </a:lnTo>
                  <a:lnTo>
                    <a:pt x="52146" y="1444904"/>
                  </a:lnTo>
                  <a:lnTo>
                    <a:pt x="39141" y="1397190"/>
                  </a:lnTo>
                  <a:lnTo>
                    <a:pt x="31140" y="1347381"/>
                  </a:lnTo>
                  <a:lnTo>
                    <a:pt x="29425" y="1292898"/>
                  </a:lnTo>
                  <a:lnTo>
                    <a:pt x="30886" y="1265910"/>
                  </a:lnTo>
                  <a:lnTo>
                    <a:pt x="33286" y="1238643"/>
                  </a:lnTo>
                  <a:lnTo>
                    <a:pt x="36601" y="1211097"/>
                  </a:lnTo>
                  <a:lnTo>
                    <a:pt x="40855" y="1183271"/>
                  </a:lnTo>
                  <a:lnTo>
                    <a:pt x="59143" y="1075867"/>
                  </a:lnTo>
                  <a:lnTo>
                    <a:pt x="63068" y="1050632"/>
                  </a:lnTo>
                  <a:lnTo>
                    <a:pt x="66001" y="1026833"/>
                  </a:lnTo>
                  <a:lnTo>
                    <a:pt x="67932" y="1004468"/>
                  </a:lnTo>
                  <a:lnTo>
                    <a:pt x="68859" y="983551"/>
                  </a:lnTo>
                  <a:lnTo>
                    <a:pt x="67983" y="949020"/>
                  </a:lnTo>
                  <a:lnTo>
                    <a:pt x="60121" y="891108"/>
                  </a:lnTo>
                  <a:lnTo>
                    <a:pt x="47218" y="853630"/>
                  </a:lnTo>
                  <a:lnTo>
                    <a:pt x="23355" y="813358"/>
                  </a:lnTo>
                  <a:lnTo>
                    <a:pt x="2286" y="787387"/>
                  </a:lnTo>
                  <a:lnTo>
                    <a:pt x="13335" y="775271"/>
                  </a:lnTo>
                  <a:lnTo>
                    <a:pt x="40284" y="737235"/>
                  </a:lnTo>
                  <a:lnTo>
                    <a:pt x="60121" y="686562"/>
                  </a:lnTo>
                  <a:lnTo>
                    <a:pt x="67983" y="629081"/>
                  </a:lnTo>
                  <a:lnTo>
                    <a:pt x="68859" y="594766"/>
                  </a:lnTo>
                  <a:lnTo>
                    <a:pt x="67932" y="573659"/>
                  </a:lnTo>
                  <a:lnTo>
                    <a:pt x="66001" y="551167"/>
                  </a:lnTo>
                  <a:lnTo>
                    <a:pt x="63068" y="527278"/>
                  </a:lnTo>
                  <a:lnTo>
                    <a:pt x="59143" y="502018"/>
                  </a:lnTo>
                  <a:lnTo>
                    <a:pt x="40284" y="391502"/>
                  </a:lnTo>
                  <a:lnTo>
                    <a:pt x="36283" y="364401"/>
                  </a:lnTo>
                  <a:lnTo>
                    <a:pt x="33147" y="337693"/>
                  </a:lnTo>
                  <a:lnTo>
                    <a:pt x="30848" y="311365"/>
                  </a:lnTo>
                  <a:lnTo>
                    <a:pt x="29425" y="285432"/>
                  </a:lnTo>
                  <a:lnTo>
                    <a:pt x="29502" y="257581"/>
                  </a:lnTo>
                  <a:lnTo>
                    <a:pt x="34353" y="205206"/>
                  </a:lnTo>
                  <a:lnTo>
                    <a:pt x="46139" y="152781"/>
                  </a:lnTo>
                  <a:lnTo>
                    <a:pt x="60426" y="105740"/>
                  </a:lnTo>
                  <a:lnTo>
                    <a:pt x="68859" y="81724"/>
                  </a:lnTo>
                  <a:lnTo>
                    <a:pt x="68859" y="76390"/>
                  </a:lnTo>
                  <a:close/>
                </a:path>
                <a:path w="577215" h="1497964">
                  <a:moveTo>
                    <a:pt x="577088" y="75057"/>
                  </a:moveTo>
                  <a:lnTo>
                    <a:pt x="239356" y="75057"/>
                  </a:lnTo>
                  <a:lnTo>
                    <a:pt x="240309" y="67348"/>
                  </a:lnTo>
                  <a:lnTo>
                    <a:pt x="239776" y="60363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26"/>
                  </a:lnTo>
                  <a:lnTo>
                    <a:pt x="230314" y="45250"/>
                  </a:lnTo>
                  <a:lnTo>
                    <a:pt x="230314" y="49060"/>
                  </a:lnTo>
                  <a:lnTo>
                    <a:pt x="229793" y="58813"/>
                  </a:lnTo>
                  <a:lnTo>
                    <a:pt x="227952" y="68351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22"/>
                  </a:lnTo>
                  <a:lnTo>
                    <a:pt x="191808" y="86779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63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50"/>
                  </a:lnTo>
                  <a:lnTo>
                    <a:pt x="230314" y="23126"/>
                  </a:lnTo>
                  <a:lnTo>
                    <a:pt x="230238" y="22910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29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82"/>
                  </a:lnTo>
                  <a:lnTo>
                    <a:pt x="128587" y="228511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21"/>
                  </a:lnTo>
                  <a:lnTo>
                    <a:pt x="186258" y="109982"/>
                  </a:lnTo>
                  <a:lnTo>
                    <a:pt x="189166" y="122491"/>
                  </a:lnTo>
                  <a:lnTo>
                    <a:pt x="189166" y="34429"/>
                  </a:lnTo>
                  <a:lnTo>
                    <a:pt x="186639" y="42722"/>
                  </a:lnTo>
                  <a:lnTo>
                    <a:pt x="184226" y="53124"/>
                  </a:lnTo>
                  <a:lnTo>
                    <a:pt x="182778" y="62865"/>
                  </a:lnTo>
                  <a:lnTo>
                    <a:pt x="182676" y="64985"/>
                  </a:lnTo>
                  <a:lnTo>
                    <a:pt x="182549" y="67348"/>
                  </a:lnTo>
                  <a:lnTo>
                    <a:pt x="182486" y="68351"/>
                  </a:lnTo>
                  <a:lnTo>
                    <a:pt x="182308" y="71920"/>
                  </a:lnTo>
                  <a:lnTo>
                    <a:pt x="182346" y="73063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496606"/>
                  </a:lnTo>
                  <a:lnTo>
                    <a:pt x="94449" y="1496606"/>
                  </a:lnTo>
                  <a:lnTo>
                    <a:pt x="94449" y="309372"/>
                  </a:lnTo>
                  <a:lnTo>
                    <a:pt x="225856" y="309372"/>
                  </a:lnTo>
                  <a:lnTo>
                    <a:pt x="231686" y="335953"/>
                  </a:lnTo>
                  <a:lnTo>
                    <a:pt x="233641" y="344716"/>
                  </a:lnTo>
                  <a:lnTo>
                    <a:pt x="233756" y="345859"/>
                  </a:lnTo>
                  <a:lnTo>
                    <a:pt x="234213" y="350240"/>
                  </a:lnTo>
                  <a:lnTo>
                    <a:pt x="234162" y="351663"/>
                  </a:lnTo>
                  <a:lnTo>
                    <a:pt x="234022" y="355384"/>
                  </a:lnTo>
                  <a:lnTo>
                    <a:pt x="233921" y="355955"/>
                  </a:lnTo>
                  <a:lnTo>
                    <a:pt x="231813" y="368439"/>
                  </a:lnTo>
                  <a:lnTo>
                    <a:pt x="225742" y="378460"/>
                  </a:lnTo>
                  <a:lnTo>
                    <a:pt x="215811" y="385445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97"/>
                  </a:lnTo>
                  <a:lnTo>
                    <a:pt x="181165" y="379387"/>
                  </a:lnTo>
                  <a:lnTo>
                    <a:pt x="185166" y="380339"/>
                  </a:lnTo>
                  <a:lnTo>
                    <a:pt x="188899" y="379387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33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84"/>
                  </a:lnTo>
                  <a:lnTo>
                    <a:pt x="204203" y="351193"/>
                  </a:lnTo>
                  <a:lnTo>
                    <a:pt x="201739" y="345859"/>
                  </a:lnTo>
                  <a:lnTo>
                    <a:pt x="197167" y="341668"/>
                  </a:lnTo>
                  <a:lnTo>
                    <a:pt x="192595" y="337286"/>
                  </a:lnTo>
                  <a:lnTo>
                    <a:pt x="187261" y="335381"/>
                  </a:lnTo>
                  <a:lnTo>
                    <a:pt x="181165" y="335953"/>
                  </a:lnTo>
                  <a:lnTo>
                    <a:pt x="174307" y="337096"/>
                  </a:lnTo>
                  <a:lnTo>
                    <a:pt x="168871" y="340423"/>
                  </a:lnTo>
                  <a:lnTo>
                    <a:pt x="164934" y="345859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60"/>
                  </a:lnTo>
                  <a:lnTo>
                    <a:pt x="194868" y="397103"/>
                  </a:lnTo>
                  <a:lnTo>
                    <a:pt x="202590" y="397103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55"/>
                  </a:lnTo>
                  <a:lnTo>
                    <a:pt x="241706" y="355384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77088" y="309372"/>
                  </a:lnTo>
                  <a:lnTo>
                    <a:pt x="577088" y="303657"/>
                  </a:lnTo>
                  <a:lnTo>
                    <a:pt x="232651" y="303657"/>
                  </a:lnTo>
                  <a:lnTo>
                    <a:pt x="232371" y="302234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54"/>
                  </a:lnTo>
                  <a:lnTo>
                    <a:pt x="243154" y="292227"/>
                  </a:lnTo>
                  <a:lnTo>
                    <a:pt x="267843" y="254889"/>
                  </a:lnTo>
                  <a:lnTo>
                    <a:pt x="268071" y="252222"/>
                  </a:lnTo>
                  <a:lnTo>
                    <a:pt x="577088" y="252222"/>
                  </a:lnTo>
                  <a:lnTo>
                    <a:pt x="57708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89"/>
                  </a:lnTo>
                  <a:lnTo>
                    <a:pt x="251358" y="266090"/>
                  </a:lnTo>
                  <a:lnTo>
                    <a:pt x="247091" y="276517"/>
                  </a:lnTo>
                  <a:lnTo>
                    <a:pt x="240080" y="285229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72" y="303657"/>
                  </a:lnTo>
                  <a:lnTo>
                    <a:pt x="224307" y="302234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300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40"/>
                  </a:lnTo>
                  <a:lnTo>
                    <a:pt x="152590" y="283083"/>
                  </a:lnTo>
                  <a:lnTo>
                    <a:pt x="163601" y="292519"/>
                  </a:lnTo>
                  <a:lnTo>
                    <a:pt x="175806" y="299377"/>
                  </a:lnTo>
                  <a:lnTo>
                    <a:pt x="189179" y="303657"/>
                  </a:lnTo>
                  <a:lnTo>
                    <a:pt x="189179" y="295300"/>
                  </a:lnTo>
                  <a:lnTo>
                    <a:pt x="184442" y="294233"/>
                  </a:lnTo>
                  <a:lnTo>
                    <a:pt x="173913" y="289661"/>
                  </a:lnTo>
                  <a:lnTo>
                    <a:pt x="164299" y="283083"/>
                  </a:lnTo>
                  <a:lnTo>
                    <a:pt x="156375" y="274891"/>
                  </a:lnTo>
                  <a:lnTo>
                    <a:pt x="150583" y="265150"/>
                  </a:lnTo>
                  <a:lnTo>
                    <a:pt x="150495" y="264871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66" y="252222"/>
                  </a:lnTo>
                  <a:lnTo>
                    <a:pt x="176110" y="257175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56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71"/>
                  </a:lnTo>
                  <a:lnTo>
                    <a:pt x="186512" y="257962"/>
                  </a:lnTo>
                  <a:lnTo>
                    <a:pt x="185369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401"/>
                  </a:lnTo>
                  <a:lnTo>
                    <a:pt x="215163" y="217652"/>
                  </a:lnTo>
                  <a:lnTo>
                    <a:pt x="222681" y="218401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77088" y="195072"/>
                  </a:lnTo>
                  <a:lnTo>
                    <a:pt x="57708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17"/>
                  </a:lnTo>
                  <a:lnTo>
                    <a:pt x="187159" y="235940"/>
                  </a:lnTo>
                  <a:lnTo>
                    <a:pt x="191731" y="230225"/>
                  </a:lnTo>
                  <a:lnTo>
                    <a:pt x="196113" y="224510"/>
                  </a:lnTo>
                  <a:lnTo>
                    <a:pt x="201637" y="220599"/>
                  </a:lnTo>
                  <a:lnTo>
                    <a:pt x="208292" y="218516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04" y="153377"/>
                  </a:lnTo>
                  <a:lnTo>
                    <a:pt x="202704" y="189357"/>
                  </a:lnTo>
                  <a:lnTo>
                    <a:pt x="199237" y="189357"/>
                  </a:lnTo>
                  <a:lnTo>
                    <a:pt x="199237" y="195072"/>
                  </a:lnTo>
                  <a:lnTo>
                    <a:pt x="197129" y="196075"/>
                  </a:lnTo>
                  <a:lnTo>
                    <a:pt x="172262" y="229933"/>
                  </a:lnTo>
                  <a:lnTo>
                    <a:pt x="172237" y="230225"/>
                  </a:lnTo>
                  <a:lnTo>
                    <a:pt x="171450" y="237083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62" y="246507"/>
                  </a:lnTo>
                  <a:lnTo>
                    <a:pt x="145440" y="241084"/>
                  </a:lnTo>
                  <a:lnTo>
                    <a:pt x="146900" y="228333"/>
                  </a:lnTo>
                  <a:lnTo>
                    <a:pt x="147015" y="227939"/>
                  </a:lnTo>
                  <a:lnTo>
                    <a:pt x="150152" y="216369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37" y="195072"/>
                  </a:lnTo>
                  <a:lnTo>
                    <a:pt x="199237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77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04" y="189357"/>
                  </a:lnTo>
                  <a:lnTo>
                    <a:pt x="202704" y="153377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77088" y="137922"/>
                  </a:lnTo>
                  <a:lnTo>
                    <a:pt x="57708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906"/>
                  </a:lnTo>
                  <a:lnTo>
                    <a:pt x="238658" y="80772"/>
                  </a:lnTo>
                  <a:lnTo>
                    <a:pt x="577088" y="80772"/>
                  </a:lnTo>
                  <a:lnTo>
                    <a:pt x="57708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>
              <a:extLst>
                <a:ext uri="{FF2B5EF4-FFF2-40B4-BE49-F238E27FC236}">
                  <a16:creationId xmlns:a16="http://schemas.microsoft.com/office/drawing/2014/main" id="{82DCA0E8-6371-A8B3-339E-0D75BE9B8305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05142" y="3954686"/>
              <a:ext cx="216598" cy="267461"/>
            </a:xfrm>
            <a:prstGeom prst="rect">
              <a:avLst/>
            </a:prstGeom>
          </p:spPr>
        </p:pic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C6DA9032-409A-66EE-6BEC-34222A1E2F94}"/>
                </a:ext>
              </a:extLst>
            </p:cNvPr>
            <p:cNvSpPr/>
            <p:nvPr/>
          </p:nvSpPr>
          <p:spPr>
            <a:xfrm>
              <a:off x="756475" y="4040412"/>
              <a:ext cx="1009015" cy="234315"/>
            </a:xfrm>
            <a:custGeom>
              <a:avLst/>
              <a:gdLst/>
              <a:ahLst/>
              <a:cxnLst/>
              <a:rect l="l" t="t" r="r" b="b"/>
              <a:pathLst>
                <a:path w="1009014" h="234314">
                  <a:moveTo>
                    <a:pt x="1008900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008900" y="234315"/>
                  </a:lnTo>
                  <a:lnTo>
                    <a:pt x="1008900" y="228600"/>
                  </a:lnTo>
                  <a:close/>
                </a:path>
                <a:path w="1009014" h="234314">
                  <a:moveTo>
                    <a:pt x="1008900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008900" y="177165"/>
                  </a:lnTo>
                  <a:lnTo>
                    <a:pt x="1008900" y="171450"/>
                  </a:lnTo>
                  <a:close/>
                </a:path>
                <a:path w="1009014" h="234314">
                  <a:moveTo>
                    <a:pt x="1008900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008900" y="120015"/>
                  </a:lnTo>
                  <a:lnTo>
                    <a:pt x="1008900" y="114300"/>
                  </a:lnTo>
                  <a:close/>
                </a:path>
                <a:path w="1009014" h="234314">
                  <a:moveTo>
                    <a:pt x="1008900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008900" y="62865"/>
                  </a:lnTo>
                  <a:lnTo>
                    <a:pt x="1008900" y="57150"/>
                  </a:lnTo>
                  <a:close/>
                </a:path>
                <a:path w="1009014" h="234314">
                  <a:moveTo>
                    <a:pt x="1008900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008900" y="5715"/>
                  </a:lnTo>
                  <a:lnTo>
                    <a:pt x="1008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>
              <a:extLst>
                <a:ext uri="{FF2B5EF4-FFF2-40B4-BE49-F238E27FC236}">
                  <a16:creationId xmlns:a16="http://schemas.microsoft.com/office/drawing/2014/main" id="{4EE43A22-44B8-915E-9245-8014337BC1A2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40612" y="3954686"/>
              <a:ext cx="131063" cy="430625"/>
            </a:xfrm>
            <a:prstGeom prst="rect">
              <a:avLst/>
            </a:prstGeom>
          </p:spPr>
        </p:pic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FF2A52A6-FB19-57CF-A896-954CA466B1D9}"/>
                </a:ext>
              </a:extLst>
            </p:cNvPr>
            <p:cNvSpPr/>
            <p:nvPr/>
          </p:nvSpPr>
          <p:spPr>
            <a:xfrm>
              <a:off x="1114158" y="3954687"/>
              <a:ext cx="1604645" cy="514350"/>
            </a:xfrm>
            <a:custGeom>
              <a:avLst/>
              <a:gdLst/>
              <a:ahLst/>
              <a:cxnLst/>
              <a:rect l="l" t="t" r="r" b="b"/>
              <a:pathLst>
                <a:path w="1604645" h="514350">
                  <a:moveTo>
                    <a:pt x="75730" y="327850"/>
                  </a:moveTo>
                  <a:lnTo>
                    <a:pt x="72847" y="320903"/>
                  </a:lnTo>
                  <a:lnTo>
                    <a:pt x="72771" y="320713"/>
                  </a:lnTo>
                  <a:lnTo>
                    <a:pt x="67246" y="316141"/>
                  </a:lnTo>
                  <a:lnTo>
                    <a:pt x="67246" y="325475"/>
                  </a:lnTo>
                  <a:lnTo>
                    <a:pt x="67246" y="329095"/>
                  </a:lnTo>
                  <a:lnTo>
                    <a:pt x="65252" y="333286"/>
                  </a:lnTo>
                  <a:lnTo>
                    <a:pt x="34671" y="358330"/>
                  </a:lnTo>
                  <a:lnTo>
                    <a:pt x="18389" y="363956"/>
                  </a:lnTo>
                  <a:lnTo>
                    <a:pt x="14389" y="363766"/>
                  </a:lnTo>
                  <a:lnTo>
                    <a:pt x="10668" y="363423"/>
                  </a:lnTo>
                  <a:lnTo>
                    <a:pt x="10668" y="354330"/>
                  </a:lnTo>
                  <a:lnTo>
                    <a:pt x="9690" y="354330"/>
                  </a:lnTo>
                  <a:lnTo>
                    <a:pt x="42100" y="326326"/>
                  </a:lnTo>
                  <a:lnTo>
                    <a:pt x="56388" y="320903"/>
                  </a:lnTo>
                  <a:lnTo>
                    <a:pt x="62103" y="321475"/>
                  </a:lnTo>
                  <a:lnTo>
                    <a:pt x="64960" y="321856"/>
                  </a:lnTo>
                  <a:lnTo>
                    <a:pt x="66675" y="323189"/>
                  </a:lnTo>
                  <a:lnTo>
                    <a:pt x="67246" y="325475"/>
                  </a:lnTo>
                  <a:lnTo>
                    <a:pt x="67246" y="316141"/>
                  </a:lnTo>
                  <a:lnTo>
                    <a:pt x="66103" y="315188"/>
                  </a:lnTo>
                  <a:lnTo>
                    <a:pt x="60960" y="312331"/>
                  </a:lnTo>
                  <a:lnTo>
                    <a:pt x="55156" y="311188"/>
                  </a:lnTo>
                  <a:lnTo>
                    <a:pt x="48679" y="311759"/>
                  </a:lnTo>
                  <a:lnTo>
                    <a:pt x="10655" y="328371"/>
                  </a:lnTo>
                  <a:lnTo>
                    <a:pt x="0" y="357378"/>
                  </a:lnTo>
                  <a:lnTo>
                    <a:pt x="673" y="359016"/>
                  </a:lnTo>
                  <a:lnTo>
                    <a:pt x="673" y="514350"/>
                  </a:lnTo>
                  <a:lnTo>
                    <a:pt x="10668" y="514350"/>
                  </a:lnTo>
                  <a:lnTo>
                    <a:pt x="10668" y="370535"/>
                  </a:lnTo>
                  <a:lnTo>
                    <a:pt x="14960" y="372910"/>
                  </a:lnTo>
                  <a:lnTo>
                    <a:pt x="20675" y="374053"/>
                  </a:lnTo>
                  <a:lnTo>
                    <a:pt x="26962" y="373481"/>
                  </a:lnTo>
                  <a:lnTo>
                    <a:pt x="35026" y="372567"/>
                  </a:lnTo>
                  <a:lnTo>
                    <a:pt x="70104" y="350621"/>
                  </a:lnTo>
                  <a:lnTo>
                    <a:pt x="74968" y="336613"/>
                  </a:lnTo>
                  <a:lnTo>
                    <a:pt x="75730" y="327850"/>
                  </a:lnTo>
                  <a:close/>
                </a:path>
                <a:path w="1604645" h="514350">
                  <a:moveTo>
                    <a:pt x="293941" y="156400"/>
                  </a:moveTo>
                  <a:lnTo>
                    <a:pt x="292887" y="153860"/>
                  </a:lnTo>
                  <a:lnTo>
                    <a:pt x="292887" y="0"/>
                  </a:lnTo>
                  <a:lnTo>
                    <a:pt x="284327" y="0"/>
                  </a:lnTo>
                  <a:lnTo>
                    <a:pt x="284327" y="160020"/>
                  </a:lnTo>
                  <a:lnTo>
                    <a:pt x="283464" y="161836"/>
                  </a:lnTo>
                  <a:lnTo>
                    <a:pt x="252882" y="186880"/>
                  </a:lnTo>
                  <a:lnTo>
                    <a:pt x="236601" y="192506"/>
                  </a:lnTo>
                  <a:lnTo>
                    <a:pt x="232600" y="192316"/>
                  </a:lnTo>
                  <a:lnTo>
                    <a:pt x="228600" y="191935"/>
                  </a:lnTo>
                  <a:lnTo>
                    <a:pt x="226695" y="190220"/>
                  </a:lnTo>
                  <a:lnTo>
                    <a:pt x="226885" y="187172"/>
                  </a:lnTo>
                  <a:lnTo>
                    <a:pt x="252882" y="158877"/>
                  </a:lnTo>
                  <a:lnTo>
                    <a:pt x="282892" y="160020"/>
                  </a:lnTo>
                  <a:lnTo>
                    <a:pt x="284327" y="160020"/>
                  </a:lnTo>
                  <a:lnTo>
                    <a:pt x="284327" y="0"/>
                  </a:lnTo>
                  <a:lnTo>
                    <a:pt x="282892" y="0"/>
                  </a:lnTo>
                  <a:lnTo>
                    <a:pt x="282892" y="142951"/>
                  </a:lnTo>
                  <a:lnTo>
                    <a:pt x="279171" y="140881"/>
                  </a:lnTo>
                  <a:lnTo>
                    <a:pt x="273367" y="139738"/>
                  </a:lnTo>
                  <a:lnTo>
                    <a:pt x="266890" y="140309"/>
                  </a:lnTo>
                  <a:lnTo>
                    <a:pt x="258711" y="141224"/>
                  </a:lnTo>
                  <a:lnTo>
                    <a:pt x="223951" y="163029"/>
                  </a:lnTo>
                  <a:lnTo>
                    <a:pt x="218211" y="185928"/>
                  </a:lnTo>
                  <a:lnTo>
                    <a:pt x="221170" y="193078"/>
                  </a:lnTo>
                  <a:lnTo>
                    <a:pt x="228028" y="198602"/>
                  </a:lnTo>
                  <a:lnTo>
                    <a:pt x="233172" y="201460"/>
                  </a:lnTo>
                  <a:lnTo>
                    <a:pt x="238887" y="202603"/>
                  </a:lnTo>
                  <a:lnTo>
                    <a:pt x="245173" y="202031"/>
                  </a:lnTo>
                  <a:lnTo>
                    <a:pt x="283324" y="185318"/>
                  </a:lnTo>
                  <a:lnTo>
                    <a:pt x="293179" y="165163"/>
                  </a:lnTo>
                  <a:lnTo>
                    <a:pt x="293941" y="156400"/>
                  </a:lnTo>
                  <a:close/>
                </a:path>
                <a:path w="1604645" h="514350">
                  <a:moveTo>
                    <a:pt x="511390" y="334048"/>
                  </a:moveTo>
                  <a:lnTo>
                    <a:pt x="511200" y="326809"/>
                  </a:lnTo>
                  <a:lnTo>
                    <a:pt x="508635" y="321564"/>
                  </a:lnTo>
                  <a:lnTo>
                    <a:pt x="503682" y="318325"/>
                  </a:lnTo>
                  <a:lnTo>
                    <a:pt x="499110" y="314706"/>
                  </a:lnTo>
                  <a:lnTo>
                    <a:pt x="492633" y="312991"/>
                  </a:lnTo>
                  <a:lnTo>
                    <a:pt x="484251" y="313182"/>
                  </a:lnTo>
                  <a:lnTo>
                    <a:pt x="476313" y="314147"/>
                  </a:lnTo>
                  <a:lnTo>
                    <a:pt x="441744" y="337261"/>
                  </a:lnTo>
                  <a:lnTo>
                    <a:pt x="437095" y="351193"/>
                  </a:lnTo>
                  <a:lnTo>
                    <a:pt x="437184" y="354330"/>
                  </a:lnTo>
                  <a:lnTo>
                    <a:pt x="437095" y="514350"/>
                  </a:lnTo>
                  <a:lnTo>
                    <a:pt x="447103" y="514350"/>
                  </a:lnTo>
                  <a:lnTo>
                    <a:pt x="447103" y="368947"/>
                  </a:lnTo>
                  <a:lnTo>
                    <a:pt x="449097" y="370522"/>
                  </a:lnTo>
                  <a:lnTo>
                    <a:pt x="455002" y="372427"/>
                  </a:lnTo>
                  <a:lnTo>
                    <a:pt x="462241" y="372618"/>
                  </a:lnTo>
                  <a:lnTo>
                    <a:pt x="470725" y="371678"/>
                  </a:lnTo>
                  <a:lnTo>
                    <a:pt x="506742" y="348615"/>
                  </a:lnTo>
                  <a:lnTo>
                    <a:pt x="509943" y="341617"/>
                  </a:lnTo>
                  <a:lnTo>
                    <a:pt x="511390" y="334048"/>
                  </a:lnTo>
                  <a:close/>
                </a:path>
                <a:path w="1604645" h="514350">
                  <a:moveTo>
                    <a:pt x="1604111" y="85725"/>
                  </a:moveTo>
                  <a:lnTo>
                    <a:pt x="651217" y="85725"/>
                  </a:lnTo>
                  <a:lnTo>
                    <a:pt x="651217" y="91440"/>
                  </a:lnTo>
                  <a:lnTo>
                    <a:pt x="655345" y="91440"/>
                  </a:lnTo>
                  <a:lnTo>
                    <a:pt x="655345" y="142875"/>
                  </a:lnTo>
                  <a:lnTo>
                    <a:pt x="651217" y="142875"/>
                  </a:lnTo>
                  <a:lnTo>
                    <a:pt x="651217" y="148590"/>
                  </a:lnTo>
                  <a:lnTo>
                    <a:pt x="655345" y="148590"/>
                  </a:lnTo>
                  <a:lnTo>
                    <a:pt x="655345" y="200025"/>
                  </a:lnTo>
                  <a:lnTo>
                    <a:pt x="651217" y="200025"/>
                  </a:lnTo>
                  <a:lnTo>
                    <a:pt x="651217" y="205740"/>
                  </a:lnTo>
                  <a:lnTo>
                    <a:pt x="655345" y="205740"/>
                  </a:lnTo>
                  <a:lnTo>
                    <a:pt x="655345" y="257175"/>
                  </a:lnTo>
                  <a:lnTo>
                    <a:pt x="651217" y="257175"/>
                  </a:lnTo>
                  <a:lnTo>
                    <a:pt x="651217" y="262890"/>
                  </a:lnTo>
                  <a:lnTo>
                    <a:pt x="655345" y="262890"/>
                  </a:lnTo>
                  <a:lnTo>
                    <a:pt x="655345" y="314325"/>
                  </a:lnTo>
                  <a:lnTo>
                    <a:pt x="651217" y="314325"/>
                  </a:lnTo>
                  <a:lnTo>
                    <a:pt x="651217" y="320040"/>
                  </a:lnTo>
                  <a:lnTo>
                    <a:pt x="655345" y="320040"/>
                  </a:lnTo>
                  <a:lnTo>
                    <a:pt x="663917" y="320040"/>
                  </a:lnTo>
                  <a:lnTo>
                    <a:pt x="761301" y="320040"/>
                  </a:lnTo>
                  <a:lnTo>
                    <a:pt x="760780" y="323621"/>
                  </a:lnTo>
                  <a:lnTo>
                    <a:pt x="739063" y="356044"/>
                  </a:lnTo>
                  <a:lnTo>
                    <a:pt x="775068" y="402907"/>
                  </a:lnTo>
                  <a:lnTo>
                    <a:pt x="775068" y="403479"/>
                  </a:lnTo>
                  <a:lnTo>
                    <a:pt x="768400" y="399859"/>
                  </a:lnTo>
                  <a:lnTo>
                    <a:pt x="762495" y="398056"/>
                  </a:lnTo>
                  <a:lnTo>
                    <a:pt x="757351" y="398056"/>
                  </a:lnTo>
                  <a:lnTo>
                    <a:pt x="748487" y="399389"/>
                  </a:lnTo>
                  <a:lnTo>
                    <a:pt x="741857" y="403123"/>
                  </a:lnTo>
                  <a:lnTo>
                    <a:pt x="737476" y="409257"/>
                  </a:lnTo>
                  <a:lnTo>
                    <a:pt x="735355" y="417766"/>
                  </a:lnTo>
                  <a:lnTo>
                    <a:pt x="736587" y="424268"/>
                  </a:lnTo>
                  <a:lnTo>
                    <a:pt x="738860" y="430339"/>
                  </a:lnTo>
                  <a:lnTo>
                    <a:pt x="742162" y="435991"/>
                  </a:lnTo>
                  <a:lnTo>
                    <a:pt x="746493" y="441198"/>
                  </a:lnTo>
                  <a:lnTo>
                    <a:pt x="767067" y="459206"/>
                  </a:lnTo>
                  <a:lnTo>
                    <a:pt x="770216" y="454634"/>
                  </a:lnTo>
                  <a:lnTo>
                    <a:pt x="766597" y="451777"/>
                  </a:lnTo>
                  <a:lnTo>
                    <a:pt x="763358" y="447294"/>
                  </a:lnTo>
                  <a:lnTo>
                    <a:pt x="760501" y="441198"/>
                  </a:lnTo>
                  <a:lnTo>
                    <a:pt x="757453" y="435102"/>
                  </a:lnTo>
                  <a:lnTo>
                    <a:pt x="757923" y="428536"/>
                  </a:lnTo>
                  <a:lnTo>
                    <a:pt x="761923" y="421487"/>
                  </a:lnTo>
                  <a:lnTo>
                    <a:pt x="765162" y="416725"/>
                  </a:lnTo>
                  <a:lnTo>
                    <a:pt x="769264" y="414439"/>
                  </a:lnTo>
                  <a:lnTo>
                    <a:pt x="774217" y="414629"/>
                  </a:lnTo>
                  <a:lnTo>
                    <a:pt x="779360" y="415010"/>
                  </a:lnTo>
                  <a:lnTo>
                    <a:pt x="784694" y="416725"/>
                  </a:lnTo>
                  <a:lnTo>
                    <a:pt x="790219" y="419773"/>
                  </a:lnTo>
                  <a:lnTo>
                    <a:pt x="793648" y="415201"/>
                  </a:lnTo>
                  <a:lnTo>
                    <a:pt x="778789" y="395478"/>
                  </a:lnTo>
                  <a:lnTo>
                    <a:pt x="774026" y="388239"/>
                  </a:lnTo>
                  <a:lnTo>
                    <a:pt x="771550" y="380619"/>
                  </a:lnTo>
                  <a:lnTo>
                    <a:pt x="771359" y="372618"/>
                  </a:lnTo>
                  <a:lnTo>
                    <a:pt x="773569" y="362800"/>
                  </a:lnTo>
                  <a:lnTo>
                    <a:pt x="778217" y="352475"/>
                  </a:lnTo>
                  <a:lnTo>
                    <a:pt x="785291" y="341655"/>
                  </a:lnTo>
                  <a:lnTo>
                    <a:pt x="794791" y="330327"/>
                  </a:lnTo>
                  <a:lnTo>
                    <a:pt x="786282" y="320040"/>
                  </a:lnTo>
                  <a:lnTo>
                    <a:pt x="1604111" y="320040"/>
                  </a:lnTo>
                  <a:lnTo>
                    <a:pt x="1604111" y="314325"/>
                  </a:lnTo>
                  <a:lnTo>
                    <a:pt x="781545" y="314325"/>
                  </a:lnTo>
                  <a:lnTo>
                    <a:pt x="757923" y="285750"/>
                  </a:lnTo>
                  <a:lnTo>
                    <a:pt x="748207" y="285750"/>
                  </a:lnTo>
                  <a:lnTo>
                    <a:pt x="752805" y="291490"/>
                  </a:lnTo>
                  <a:lnTo>
                    <a:pt x="756577" y="297535"/>
                  </a:lnTo>
                  <a:lnTo>
                    <a:pt x="759523" y="303911"/>
                  </a:lnTo>
                  <a:lnTo>
                    <a:pt x="761644" y="310616"/>
                  </a:lnTo>
                  <a:lnTo>
                    <a:pt x="761682" y="314325"/>
                  </a:lnTo>
                  <a:lnTo>
                    <a:pt x="663917" y="314325"/>
                  </a:lnTo>
                  <a:lnTo>
                    <a:pt x="663917" y="262890"/>
                  </a:lnTo>
                  <a:lnTo>
                    <a:pt x="1604111" y="262890"/>
                  </a:lnTo>
                  <a:lnTo>
                    <a:pt x="1604111" y="257175"/>
                  </a:lnTo>
                  <a:lnTo>
                    <a:pt x="782789" y="257175"/>
                  </a:lnTo>
                  <a:lnTo>
                    <a:pt x="663917" y="257175"/>
                  </a:lnTo>
                  <a:lnTo>
                    <a:pt x="663917" y="205740"/>
                  </a:lnTo>
                  <a:lnTo>
                    <a:pt x="751928" y="205740"/>
                  </a:lnTo>
                  <a:lnTo>
                    <a:pt x="745109" y="209524"/>
                  </a:lnTo>
                  <a:lnTo>
                    <a:pt x="740067" y="214604"/>
                  </a:lnTo>
                  <a:lnTo>
                    <a:pt x="736815" y="220954"/>
                  </a:lnTo>
                  <a:lnTo>
                    <a:pt x="735355" y="228600"/>
                  </a:lnTo>
                  <a:lnTo>
                    <a:pt x="737108" y="236245"/>
                  </a:lnTo>
                  <a:lnTo>
                    <a:pt x="775792" y="257035"/>
                  </a:lnTo>
                  <a:lnTo>
                    <a:pt x="782789" y="257175"/>
                  </a:lnTo>
                  <a:lnTo>
                    <a:pt x="789749" y="257035"/>
                  </a:lnTo>
                  <a:lnTo>
                    <a:pt x="796937" y="256032"/>
                  </a:lnTo>
                  <a:lnTo>
                    <a:pt x="804329" y="254177"/>
                  </a:lnTo>
                  <a:lnTo>
                    <a:pt x="806602" y="253365"/>
                  </a:lnTo>
                  <a:lnTo>
                    <a:pt x="811936" y="251460"/>
                  </a:lnTo>
                  <a:lnTo>
                    <a:pt x="819010" y="247675"/>
                  </a:lnTo>
                  <a:lnTo>
                    <a:pt x="824217" y="242608"/>
                  </a:lnTo>
                  <a:lnTo>
                    <a:pt x="827582" y="236245"/>
                  </a:lnTo>
                  <a:lnTo>
                    <a:pt x="829081" y="228600"/>
                  </a:lnTo>
                  <a:lnTo>
                    <a:pt x="827290" y="220954"/>
                  </a:lnTo>
                  <a:lnTo>
                    <a:pt x="823645" y="214604"/>
                  </a:lnTo>
                  <a:lnTo>
                    <a:pt x="818146" y="209524"/>
                  </a:lnTo>
                  <a:lnTo>
                    <a:pt x="810793" y="205740"/>
                  </a:lnTo>
                  <a:lnTo>
                    <a:pt x="1604111" y="205740"/>
                  </a:lnTo>
                  <a:lnTo>
                    <a:pt x="1604111" y="200025"/>
                  </a:lnTo>
                  <a:lnTo>
                    <a:pt x="801268" y="200025"/>
                  </a:lnTo>
                  <a:lnTo>
                    <a:pt x="801268" y="245935"/>
                  </a:lnTo>
                  <a:lnTo>
                    <a:pt x="797077" y="252222"/>
                  </a:lnTo>
                  <a:lnTo>
                    <a:pt x="787933" y="252603"/>
                  </a:lnTo>
                  <a:lnTo>
                    <a:pt x="781837" y="253365"/>
                  </a:lnTo>
                  <a:lnTo>
                    <a:pt x="776503" y="251079"/>
                  </a:lnTo>
                  <a:lnTo>
                    <a:pt x="763549" y="216979"/>
                  </a:lnTo>
                  <a:lnTo>
                    <a:pt x="763574" y="216789"/>
                  </a:lnTo>
                  <a:lnTo>
                    <a:pt x="764311" y="212407"/>
                  </a:lnTo>
                  <a:lnTo>
                    <a:pt x="766216" y="209740"/>
                  </a:lnTo>
                  <a:lnTo>
                    <a:pt x="768502" y="207073"/>
                  </a:lnTo>
                  <a:lnTo>
                    <a:pt x="771169" y="205740"/>
                  </a:lnTo>
                  <a:lnTo>
                    <a:pt x="787044" y="205740"/>
                  </a:lnTo>
                  <a:lnTo>
                    <a:pt x="787933" y="206121"/>
                  </a:lnTo>
                  <a:lnTo>
                    <a:pt x="797077" y="216789"/>
                  </a:lnTo>
                  <a:lnTo>
                    <a:pt x="797140" y="216979"/>
                  </a:lnTo>
                  <a:lnTo>
                    <a:pt x="799744" y="224218"/>
                  </a:lnTo>
                  <a:lnTo>
                    <a:pt x="800506" y="233743"/>
                  </a:lnTo>
                  <a:lnTo>
                    <a:pt x="801268" y="245935"/>
                  </a:lnTo>
                  <a:lnTo>
                    <a:pt x="801268" y="200025"/>
                  </a:lnTo>
                  <a:lnTo>
                    <a:pt x="781075" y="200025"/>
                  </a:lnTo>
                  <a:lnTo>
                    <a:pt x="663917" y="200025"/>
                  </a:lnTo>
                  <a:lnTo>
                    <a:pt x="663917" y="148590"/>
                  </a:lnTo>
                  <a:lnTo>
                    <a:pt x="1604111" y="148590"/>
                  </a:lnTo>
                  <a:lnTo>
                    <a:pt x="1604111" y="142875"/>
                  </a:lnTo>
                  <a:lnTo>
                    <a:pt x="663917" y="142875"/>
                  </a:lnTo>
                  <a:lnTo>
                    <a:pt x="663917" y="91440"/>
                  </a:lnTo>
                  <a:lnTo>
                    <a:pt x="1604111" y="91440"/>
                  </a:lnTo>
                  <a:lnTo>
                    <a:pt x="1604111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>
              <a:extLst>
                <a:ext uri="{FF2B5EF4-FFF2-40B4-BE49-F238E27FC236}">
                  <a16:creationId xmlns:a16="http://schemas.microsoft.com/office/drawing/2014/main" id="{912EA3B0-855F-4291-5747-43B56F5BE4F9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051214" y="4296252"/>
              <a:ext cx="111140" cy="258508"/>
            </a:xfrm>
            <a:prstGeom prst="rect">
              <a:avLst/>
            </a:prstGeom>
          </p:spPr>
        </p:pic>
        <p:pic>
          <p:nvPicPr>
            <p:cNvPr id="64" name="object 64">
              <a:extLst>
                <a:ext uri="{FF2B5EF4-FFF2-40B4-BE49-F238E27FC236}">
                  <a16:creationId xmlns:a16="http://schemas.microsoft.com/office/drawing/2014/main" id="{78D94096-A110-0050-F52F-76C87CF190E6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269428" y="4239102"/>
              <a:ext cx="111140" cy="258508"/>
            </a:xfrm>
            <a:prstGeom prst="rect">
              <a:avLst/>
            </a:prstGeom>
          </p:spPr>
        </p:pic>
        <p:pic>
          <p:nvPicPr>
            <p:cNvPr id="65" name="object 65">
              <a:extLst>
                <a:ext uri="{FF2B5EF4-FFF2-40B4-BE49-F238E27FC236}">
                  <a16:creationId xmlns:a16="http://schemas.microsoft.com/office/drawing/2014/main" id="{BBD6B01B-ED1B-61B5-06AD-1F05D64FB4C3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487642" y="4267677"/>
              <a:ext cx="111140" cy="258508"/>
            </a:xfrm>
            <a:prstGeom prst="rect">
              <a:avLst/>
            </a:prstGeom>
          </p:spPr>
        </p:pic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967A9E22-07DB-C83B-E046-7444A0ADC781}"/>
                </a:ext>
              </a:extLst>
            </p:cNvPr>
            <p:cNvSpPr/>
            <p:nvPr/>
          </p:nvSpPr>
          <p:spPr>
            <a:xfrm>
              <a:off x="2718269" y="4040412"/>
              <a:ext cx="1353185" cy="528955"/>
            </a:xfrm>
            <a:custGeom>
              <a:avLst/>
              <a:gdLst/>
              <a:ahLst/>
              <a:cxnLst/>
              <a:rect l="l" t="t" r="r" b="b"/>
              <a:pathLst>
                <a:path w="1353185" h="528954">
                  <a:moveTo>
                    <a:pt x="157010" y="261747"/>
                  </a:moveTo>
                  <a:lnTo>
                    <a:pt x="156248" y="258127"/>
                  </a:lnTo>
                  <a:lnTo>
                    <a:pt x="154533" y="254698"/>
                  </a:lnTo>
                  <a:lnTo>
                    <a:pt x="151866" y="251460"/>
                  </a:lnTo>
                  <a:lnTo>
                    <a:pt x="143865" y="242887"/>
                  </a:lnTo>
                  <a:lnTo>
                    <a:pt x="139865" y="242887"/>
                  </a:lnTo>
                  <a:lnTo>
                    <a:pt x="142722" y="245745"/>
                  </a:lnTo>
                  <a:lnTo>
                    <a:pt x="144526" y="249364"/>
                  </a:lnTo>
                  <a:lnTo>
                    <a:pt x="130911" y="270700"/>
                  </a:lnTo>
                  <a:lnTo>
                    <a:pt x="127762" y="275463"/>
                  </a:lnTo>
                  <a:lnTo>
                    <a:pt x="127000" y="281178"/>
                  </a:lnTo>
                  <a:lnTo>
                    <a:pt x="127762" y="284797"/>
                  </a:lnTo>
                  <a:lnTo>
                    <a:pt x="129476" y="288226"/>
                  </a:lnTo>
                  <a:lnTo>
                    <a:pt x="132143" y="291465"/>
                  </a:lnTo>
                  <a:lnTo>
                    <a:pt x="139865" y="300037"/>
                  </a:lnTo>
                  <a:lnTo>
                    <a:pt x="142722" y="302895"/>
                  </a:lnTo>
                  <a:lnTo>
                    <a:pt x="144526" y="306514"/>
                  </a:lnTo>
                  <a:lnTo>
                    <a:pt x="130911" y="327850"/>
                  </a:lnTo>
                  <a:lnTo>
                    <a:pt x="127762" y="332613"/>
                  </a:lnTo>
                  <a:lnTo>
                    <a:pt x="127000" y="338328"/>
                  </a:lnTo>
                  <a:lnTo>
                    <a:pt x="127762" y="341947"/>
                  </a:lnTo>
                  <a:lnTo>
                    <a:pt x="129476" y="345376"/>
                  </a:lnTo>
                  <a:lnTo>
                    <a:pt x="132143" y="348615"/>
                  </a:lnTo>
                  <a:lnTo>
                    <a:pt x="139865" y="357187"/>
                  </a:lnTo>
                  <a:lnTo>
                    <a:pt x="142722" y="360045"/>
                  </a:lnTo>
                  <a:lnTo>
                    <a:pt x="144526" y="363664"/>
                  </a:lnTo>
                  <a:lnTo>
                    <a:pt x="130911" y="385000"/>
                  </a:lnTo>
                  <a:lnTo>
                    <a:pt x="127762" y="389763"/>
                  </a:lnTo>
                  <a:lnTo>
                    <a:pt x="127000" y="395478"/>
                  </a:lnTo>
                  <a:lnTo>
                    <a:pt x="127762" y="399097"/>
                  </a:lnTo>
                  <a:lnTo>
                    <a:pt x="129476" y="402526"/>
                  </a:lnTo>
                  <a:lnTo>
                    <a:pt x="132143" y="405765"/>
                  </a:lnTo>
                  <a:lnTo>
                    <a:pt x="139865" y="414337"/>
                  </a:lnTo>
                  <a:lnTo>
                    <a:pt x="142722" y="417195"/>
                  </a:lnTo>
                  <a:lnTo>
                    <a:pt x="144526" y="420814"/>
                  </a:lnTo>
                  <a:lnTo>
                    <a:pt x="130911" y="442150"/>
                  </a:lnTo>
                  <a:lnTo>
                    <a:pt x="127762" y="446913"/>
                  </a:lnTo>
                  <a:lnTo>
                    <a:pt x="127000" y="452628"/>
                  </a:lnTo>
                  <a:lnTo>
                    <a:pt x="127762" y="456247"/>
                  </a:lnTo>
                  <a:lnTo>
                    <a:pt x="129476" y="459676"/>
                  </a:lnTo>
                  <a:lnTo>
                    <a:pt x="132143" y="462915"/>
                  </a:lnTo>
                  <a:lnTo>
                    <a:pt x="139865" y="471487"/>
                  </a:lnTo>
                  <a:lnTo>
                    <a:pt x="142722" y="474345"/>
                  </a:lnTo>
                  <a:lnTo>
                    <a:pt x="144526" y="477964"/>
                  </a:lnTo>
                  <a:lnTo>
                    <a:pt x="130911" y="499300"/>
                  </a:lnTo>
                  <a:lnTo>
                    <a:pt x="127762" y="504063"/>
                  </a:lnTo>
                  <a:lnTo>
                    <a:pt x="127000" y="509778"/>
                  </a:lnTo>
                  <a:lnTo>
                    <a:pt x="127762" y="513397"/>
                  </a:lnTo>
                  <a:lnTo>
                    <a:pt x="129476" y="516826"/>
                  </a:lnTo>
                  <a:lnTo>
                    <a:pt x="132143" y="520065"/>
                  </a:lnTo>
                  <a:lnTo>
                    <a:pt x="139865" y="528637"/>
                  </a:lnTo>
                  <a:lnTo>
                    <a:pt x="143865" y="528637"/>
                  </a:lnTo>
                  <a:lnTo>
                    <a:pt x="140817" y="524637"/>
                  </a:lnTo>
                  <a:lnTo>
                    <a:pt x="139103" y="521119"/>
                  </a:lnTo>
                  <a:lnTo>
                    <a:pt x="138722" y="518071"/>
                  </a:lnTo>
                  <a:lnTo>
                    <a:pt x="139674" y="512927"/>
                  </a:lnTo>
                  <a:lnTo>
                    <a:pt x="142621" y="508546"/>
                  </a:lnTo>
                  <a:lnTo>
                    <a:pt x="147574" y="504926"/>
                  </a:lnTo>
                  <a:lnTo>
                    <a:pt x="153098" y="500735"/>
                  </a:lnTo>
                  <a:lnTo>
                    <a:pt x="156248" y="495871"/>
                  </a:lnTo>
                  <a:lnTo>
                    <a:pt x="157010" y="490347"/>
                  </a:lnTo>
                  <a:lnTo>
                    <a:pt x="156248" y="486727"/>
                  </a:lnTo>
                  <a:lnTo>
                    <a:pt x="154533" y="483298"/>
                  </a:lnTo>
                  <a:lnTo>
                    <a:pt x="151866" y="480060"/>
                  </a:lnTo>
                  <a:lnTo>
                    <a:pt x="143865" y="471487"/>
                  </a:lnTo>
                  <a:lnTo>
                    <a:pt x="140817" y="467487"/>
                  </a:lnTo>
                  <a:lnTo>
                    <a:pt x="139103" y="463969"/>
                  </a:lnTo>
                  <a:lnTo>
                    <a:pt x="138722" y="460921"/>
                  </a:lnTo>
                  <a:lnTo>
                    <a:pt x="139674" y="455777"/>
                  </a:lnTo>
                  <a:lnTo>
                    <a:pt x="142621" y="451396"/>
                  </a:lnTo>
                  <a:lnTo>
                    <a:pt x="147574" y="447776"/>
                  </a:lnTo>
                  <a:lnTo>
                    <a:pt x="153098" y="443585"/>
                  </a:lnTo>
                  <a:lnTo>
                    <a:pt x="156248" y="438721"/>
                  </a:lnTo>
                  <a:lnTo>
                    <a:pt x="157010" y="433197"/>
                  </a:lnTo>
                  <a:lnTo>
                    <a:pt x="156248" y="429577"/>
                  </a:lnTo>
                  <a:lnTo>
                    <a:pt x="154533" y="426148"/>
                  </a:lnTo>
                  <a:lnTo>
                    <a:pt x="151866" y="422910"/>
                  </a:lnTo>
                  <a:lnTo>
                    <a:pt x="143865" y="414337"/>
                  </a:lnTo>
                  <a:lnTo>
                    <a:pt x="140817" y="410337"/>
                  </a:lnTo>
                  <a:lnTo>
                    <a:pt x="139103" y="406819"/>
                  </a:lnTo>
                  <a:lnTo>
                    <a:pt x="138722" y="403771"/>
                  </a:lnTo>
                  <a:lnTo>
                    <a:pt x="139674" y="398627"/>
                  </a:lnTo>
                  <a:lnTo>
                    <a:pt x="142621" y="394246"/>
                  </a:lnTo>
                  <a:lnTo>
                    <a:pt x="147574" y="390626"/>
                  </a:lnTo>
                  <a:lnTo>
                    <a:pt x="153098" y="386435"/>
                  </a:lnTo>
                  <a:lnTo>
                    <a:pt x="156248" y="381571"/>
                  </a:lnTo>
                  <a:lnTo>
                    <a:pt x="157010" y="376047"/>
                  </a:lnTo>
                  <a:lnTo>
                    <a:pt x="156248" y="372427"/>
                  </a:lnTo>
                  <a:lnTo>
                    <a:pt x="154533" y="368998"/>
                  </a:lnTo>
                  <a:lnTo>
                    <a:pt x="151866" y="365760"/>
                  </a:lnTo>
                  <a:lnTo>
                    <a:pt x="143865" y="357187"/>
                  </a:lnTo>
                  <a:lnTo>
                    <a:pt x="140817" y="353187"/>
                  </a:lnTo>
                  <a:lnTo>
                    <a:pt x="139103" y="349669"/>
                  </a:lnTo>
                  <a:lnTo>
                    <a:pt x="138722" y="346621"/>
                  </a:lnTo>
                  <a:lnTo>
                    <a:pt x="139674" y="341477"/>
                  </a:lnTo>
                  <a:lnTo>
                    <a:pt x="142621" y="337096"/>
                  </a:lnTo>
                  <a:lnTo>
                    <a:pt x="147574" y="333476"/>
                  </a:lnTo>
                  <a:lnTo>
                    <a:pt x="153098" y="329285"/>
                  </a:lnTo>
                  <a:lnTo>
                    <a:pt x="156248" y="324421"/>
                  </a:lnTo>
                  <a:lnTo>
                    <a:pt x="157010" y="318897"/>
                  </a:lnTo>
                  <a:lnTo>
                    <a:pt x="156248" y="315277"/>
                  </a:lnTo>
                  <a:lnTo>
                    <a:pt x="154533" y="311848"/>
                  </a:lnTo>
                  <a:lnTo>
                    <a:pt x="151866" y="308610"/>
                  </a:lnTo>
                  <a:lnTo>
                    <a:pt x="143865" y="300037"/>
                  </a:lnTo>
                  <a:lnTo>
                    <a:pt x="140817" y="296037"/>
                  </a:lnTo>
                  <a:lnTo>
                    <a:pt x="139103" y="292519"/>
                  </a:lnTo>
                  <a:lnTo>
                    <a:pt x="138722" y="289471"/>
                  </a:lnTo>
                  <a:lnTo>
                    <a:pt x="139674" y="284327"/>
                  </a:lnTo>
                  <a:lnTo>
                    <a:pt x="142621" y="279946"/>
                  </a:lnTo>
                  <a:lnTo>
                    <a:pt x="147574" y="276326"/>
                  </a:lnTo>
                  <a:lnTo>
                    <a:pt x="153098" y="272135"/>
                  </a:lnTo>
                  <a:lnTo>
                    <a:pt x="156248" y="267271"/>
                  </a:lnTo>
                  <a:lnTo>
                    <a:pt x="157010" y="261747"/>
                  </a:lnTo>
                  <a:close/>
                </a:path>
                <a:path w="1353185" h="528954">
                  <a:moveTo>
                    <a:pt x="315658" y="396481"/>
                  </a:moveTo>
                  <a:lnTo>
                    <a:pt x="264350" y="396481"/>
                  </a:lnTo>
                  <a:lnTo>
                    <a:pt x="264350" y="445960"/>
                  </a:lnTo>
                  <a:lnTo>
                    <a:pt x="264350" y="503110"/>
                  </a:lnTo>
                  <a:lnTo>
                    <a:pt x="260159" y="509397"/>
                  </a:lnTo>
                  <a:lnTo>
                    <a:pt x="251015" y="509778"/>
                  </a:lnTo>
                  <a:lnTo>
                    <a:pt x="244919" y="510540"/>
                  </a:lnTo>
                  <a:lnTo>
                    <a:pt x="226631" y="474154"/>
                  </a:lnTo>
                  <a:lnTo>
                    <a:pt x="226669" y="473964"/>
                  </a:lnTo>
                  <a:lnTo>
                    <a:pt x="227393" y="469582"/>
                  </a:lnTo>
                  <a:lnTo>
                    <a:pt x="245681" y="461010"/>
                  </a:lnTo>
                  <a:lnTo>
                    <a:pt x="251015" y="463296"/>
                  </a:lnTo>
                  <a:lnTo>
                    <a:pt x="264350" y="503110"/>
                  </a:lnTo>
                  <a:lnTo>
                    <a:pt x="264350" y="445960"/>
                  </a:lnTo>
                  <a:lnTo>
                    <a:pt x="260159" y="452247"/>
                  </a:lnTo>
                  <a:lnTo>
                    <a:pt x="251015" y="452628"/>
                  </a:lnTo>
                  <a:lnTo>
                    <a:pt x="244919" y="453390"/>
                  </a:lnTo>
                  <a:lnTo>
                    <a:pt x="226631" y="417004"/>
                  </a:lnTo>
                  <a:lnTo>
                    <a:pt x="226669" y="416814"/>
                  </a:lnTo>
                  <a:lnTo>
                    <a:pt x="227393" y="412432"/>
                  </a:lnTo>
                  <a:lnTo>
                    <a:pt x="245681" y="403860"/>
                  </a:lnTo>
                  <a:lnTo>
                    <a:pt x="251015" y="406146"/>
                  </a:lnTo>
                  <a:lnTo>
                    <a:pt x="264350" y="445960"/>
                  </a:lnTo>
                  <a:lnTo>
                    <a:pt x="264350" y="396481"/>
                  </a:lnTo>
                  <a:lnTo>
                    <a:pt x="178765" y="396481"/>
                  </a:lnTo>
                  <a:lnTo>
                    <a:pt x="178765" y="403631"/>
                  </a:lnTo>
                  <a:lnTo>
                    <a:pt x="221170" y="403631"/>
                  </a:lnTo>
                  <a:lnTo>
                    <a:pt x="215011" y="405765"/>
                  </a:lnTo>
                  <a:lnTo>
                    <a:pt x="208191" y="409549"/>
                  </a:lnTo>
                  <a:lnTo>
                    <a:pt x="203161" y="414629"/>
                  </a:lnTo>
                  <a:lnTo>
                    <a:pt x="199910" y="420979"/>
                  </a:lnTo>
                  <a:lnTo>
                    <a:pt x="198437" y="428625"/>
                  </a:lnTo>
                  <a:lnTo>
                    <a:pt x="200190" y="436270"/>
                  </a:lnTo>
                  <a:lnTo>
                    <a:pt x="203733" y="442633"/>
                  </a:lnTo>
                  <a:lnTo>
                    <a:pt x="209054" y="447700"/>
                  </a:lnTo>
                  <a:lnTo>
                    <a:pt x="216154" y="451485"/>
                  </a:lnTo>
                  <a:lnTo>
                    <a:pt x="222351" y="453631"/>
                  </a:lnTo>
                  <a:lnTo>
                    <a:pt x="178765" y="453631"/>
                  </a:lnTo>
                  <a:lnTo>
                    <a:pt x="178765" y="460781"/>
                  </a:lnTo>
                  <a:lnTo>
                    <a:pt x="221170" y="460781"/>
                  </a:lnTo>
                  <a:lnTo>
                    <a:pt x="215011" y="462915"/>
                  </a:lnTo>
                  <a:lnTo>
                    <a:pt x="208191" y="466699"/>
                  </a:lnTo>
                  <a:lnTo>
                    <a:pt x="203161" y="471779"/>
                  </a:lnTo>
                  <a:lnTo>
                    <a:pt x="199910" y="478129"/>
                  </a:lnTo>
                  <a:lnTo>
                    <a:pt x="198437" y="485775"/>
                  </a:lnTo>
                  <a:lnTo>
                    <a:pt x="200190" y="493420"/>
                  </a:lnTo>
                  <a:lnTo>
                    <a:pt x="238874" y="514210"/>
                  </a:lnTo>
                  <a:lnTo>
                    <a:pt x="245872" y="514350"/>
                  </a:lnTo>
                  <a:lnTo>
                    <a:pt x="252844" y="514210"/>
                  </a:lnTo>
                  <a:lnTo>
                    <a:pt x="260019" y="513207"/>
                  </a:lnTo>
                  <a:lnTo>
                    <a:pt x="267411" y="511352"/>
                  </a:lnTo>
                  <a:lnTo>
                    <a:pt x="269684" y="510540"/>
                  </a:lnTo>
                  <a:lnTo>
                    <a:pt x="275018" y="508635"/>
                  </a:lnTo>
                  <a:lnTo>
                    <a:pt x="282092" y="504850"/>
                  </a:lnTo>
                  <a:lnTo>
                    <a:pt x="287312" y="499783"/>
                  </a:lnTo>
                  <a:lnTo>
                    <a:pt x="290664" y="493420"/>
                  </a:lnTo>
                  <a:lnTo>
                    <a:pt x="292163" y="485775"/>
                  </a:lnTo>
                  <a:lnTo>
                    <a:pt x="290385" y="478129"/>
                  </a:lnTo>
                  <a:lnTo>
                    <a:pt x="267690" y="460781"/>
                  </a:lnTo>
                  <a:lnTo>
                    <a:pt x="315658" y="460781"/>
                  </a:lnTo>
                  <a:lnTo>
                    <a:pt x="315658" y="453631"/>
                  </a:lnTo>
                  <a:lnTo>
                    <a:pt x="268998" y="453631"/>
                  </a:lnTo>
                  <a:lnTo>
                    <a:pt x="269684" y="453390"/>
                  </a:lnTo>
                  <a:lnTo>
                    <a:pt x="292163" y="428625"/>
                  </a:lnTo>
                  <a:lnTo>
                    <a:pt x="290385" y="420979"/>
                  </a:lnTo>
                  <a:lnTo>
                    <a:pt x="267690" y="403631"/>
                  </a:lnTo>
                  <a:lnTo>
                    <a:pt x="315658" y="403631"/>
                  </a:lnTo>
                  <a:lnTo>
                    <a:pt x="315658" y="396481"/>
                  </a:lnTo>
                  <a:close/>
                </a:path>
                <a:path w="1353185" h="528954">
                  <a:moveTo>
                    <a:pt x="315658" y="339331"/>
                  </a:moveTo>
                  <a:lnTo>
                    <a:pt x="291325" y="339331"/>
                  </a:lnTo>
                  <a:lnTo>
                    <a:pt x="290385" y="335254"/>
                  </a:lnTo>
                  <a:lnTo>
                    <a:pt x="286740" y="328904"/>
                  </a:lnTo>
                  <a:lnTo>
                    <a:pt x="264350" y="316928"/>
                  </a:lnTo>
                  <a:lnTo>
                    <a:pt x="264350" y="360235"/>
                  </a:lnTo>
                  <a:lnTo>
                    <a:pt x="260159" y="366522"/>
                  </a:lnTo>
                  <a:lnTo>
                    <a:pt x="251015" y="366903"/>
                  </a:lnTo>
                  <a:lnTo>
                    <a:pt x="244919" y="367665"/>
                  </a:lnTo>
                  <a:lnTo>
                    <a:pt x="239585" y="365379"/>
                  </a:lnTo>
                  <a:lnTo>
                    <a:pt x="235013" y="360045"/>
                  </a:lnTo>
                  <a:lnTo>
                    <a:pt x="230441" y="354330"/>
                  </a:lnTo>
                  <a:lnTo>
                    <a:pt x="227774" y="346900"/>
                  </a:lnTo>
                  <a:lnTo>
                    <a:pt x="227736" y="346481"/>
                  </a:lnTo>
                  <a:lnTo>
                    <a:pt x="263461" y="346481"/>
                  </a:lnTo>
                  <a:lnTo>
                    <a:pt x="263588" y="348043"/>
                  </a:lnTo>
                  <a:lnTo>
                    <a:pt x="264350" y="360235"/>
                  </a:lnTo>
                  <a:lnTo>
                    <a:pt x="264350" y="316928"/>
                  </a:lnTo>
                  <a:lnTo>
                    <a:pt x="262890" y="316572"/>
                  </a:lnTo>
                  <a:lnTo>
                    <a:pt x="262890" y="339331"/>
                  </a:lnTo>
                  <a:lnTo>
                    <a:pt x="227139" y="339331"/>
                  </a:lnTo>
                  <a:lnTo>
                    <a:pt x="227012" y="337756"/>
                  </a:lnTo>
                  <a:lnTo>
                    <a:pt x="226631" y="331279"/>
                  </a:lnTo>
                  <a:lnTo>
                    <a:pt x="226669" y="331089"/>
                  </a:lnTo>
                  <a:lnTo>
                    <a:pt x="227393" y="326707"/>
                  </a:lnTo>
                  <a:lnTo>
                    <a:pt x="245681" y="318135"/>
                  </a:lnTo>
                  <a:lnTo>
                    <a:pt x="251015" y="320421"/>
                  </a:lnTo>
                  <a:lnTo>
                    <a:pt x="260159" y="331089"/>
                  </a:lnTo>
                  <a:lnTo>
                    <a:pt x="260235" y="331279"/>
                  </a:lnTo>
                  <a:lnTo>
                    <a:pt x="262826" y="338518"/>
                  </a:lnTo>
                  <a:lnTo>
                    <a:pt x="262890" y="339331"/>
                  </a:lnTo>
                  <a:lnTo>
                    <a:pt x="262890" y="316572"/>
                  </a:lnTo>
                  <a:lnTo>
                    <a:pt x="258445" y="315468"/>
                  </a:lnTo>
                  <a:lnTo>
                    <a:pt x="251167" y="314477"/>
                  </a:lnTo>
                  <a:lnTo>
                    <a:pt x="244157" y="314325"/>
                  </a:lnTo>
                  <a:lnTo>
                    <a:pt x="237413" y="314477"/>
                  </a:lnTo>
                  <a:lnTo>
                    <a:pt x="199910" y="335254"/>
                  </a:lnTo>
                  <a:lnTo>
                    <a:pt x="199123" y="339331"/>
                  </a:lnTo>
                  <a:lnTo>
                    <a:pt x="178765" y="339331"/>
                  </a:lnTo>
                  <a:lnTo>
                    <a:pt x="178765" y="346481"/>
                  </a:lnTo>
                  <a:lnTo>
                    <a:pt x="199250" y="346481"/>
                  </a:lnTo>
                  <a:lnTo>
                    <a:pt x="200190" y="350545"/>
                  </a:lnTo>
                  <a:lnTo>
                    <a:pt x="238874" y="371335"/>
                  </a:lnTo>
                  <a:lnTo>
                    <a:pt x="245872" y="371475"/>
                  </a:lnTo>
                  <a:lnTo>
                    <a:pt x="252844" y="371335"/>
                  </a:lnTo>
                  <a:lnTo>
                    <a:pt x="260019" y="370332"/>
                  </a:lnTo>
                  <a:lnTo>
                    <a:pt x="267411" y="368477"/>
                  </a:lnTo>
                  <a:lnTo>
                    <a:pt x="269684" y="367665"/>
                  </a:lnTo>
                  <a:lnTo>
                    <a:pt x="275018" y="365760"/>
                  </a:lnTo>
                  <a:lnTo>
                    <a:pt x="282092" y="361975"/>
                  </a:lnTo>
                  <a:lnTo>
                    <a:pt x="287312" y="356908"/>
                  </a:lnTo>
                  <a:lnTo>
                    <a:pt x="290664" y="350545"/>
                  </a:lnTo>
                  <a:lnTo>
                    <a:pt x="291452" y="346481"/>
                  </a:lnTo>
                  <a:lnTo>
                    <a:pt x="315658" y="346481"/>
                  </a:lnTo>
                  <a:lnTo>
                    <a:pt x="315658" y="339331"/>
                  </a:lnTo>
                  <a:close/>
                </a:path>
                <a:path w="1353185" h="528954">
                  <a:moveTo>
                    <a:pt x="315658" y="282181"/>
                  </a:moveTo>
                  <a:lnTo>
                    <a:pt x="291325" y="282181"/>
                  </a:lnTo>
                  <a:lnTo>
                    <a:pt x="290385" y="278104"/>
                  </a:lnTo>
                  <a:lnTo>
                    <a:pt x="286740" y="271754"/>
                  </a:lnTo>
                  <a:lnTo>
                    <a:pt x="264350" y="259778"/>
                  </a:lnTo>
                  <a:lnTo>
                    <a:pt x="264350" y="303085"/>
                  </a:lnTo>
                  <a:lnTo>
                    <a:pt x="260159" y="309372"/>
                  </a:lnTo>
                  <a:lnTo>
                    <a:pt x="251015" y="309753"/>
                  </a:lnTo>
                  <a:lnTo>
                    <a:pt x="244919" y="310515"/>
                  </a:lnTo>
                  <a:lnTo>
                    <a:pt x="239585" y="308229"/>
                  </a:lnTo>
                  <a:lnTo>
                    <a:pt x="235013" y="302895"/>
                  </a:lnTo>
                  <a:lnTo>
                    <a:pt x="230441" y="297180"/>
                  </a:lnTo>
                  <a:lnTo>
                    <a:pt x="227774" y="289750"/>
                  </a:lnTo>
                  <a:lnTo>
                    <a:pt x="227736" y="289331"/>
                  </a:lnTo>
                  <a:lnTo>
                    <a:pt x="263461" y="289331"/>
                  </a:lnTo>
                  <a:lnTo>
                    <a:pt x="263588" y="290893"/>
                  </a:lnTo>
                  <a:lnTo>
                    <a:pt x="264350" y="303085"/>
                  </a:lnTo>
                  <a:lnTo>
                    <a:pt x="264350" y="259778"/>
                  </a:lnTo>
                  <a:lnTo>
                    <a:pt x="262890" y="259422"/>
                  </a:lnTo>
                  <a:lnTo>
                    <a:pt x="262890" y="282181"/>
                  </a:lnTo>
                  <a:lnTo>
                    <a:pt x="227139" y="282181"/>
                  </a:lnTo>
                  <a:lnTo>
                    <a:pt x="227012" y="280606"/>
                  </a:lnTo>
                  <a:lnTo>
                    <a:pt x="226631" y="274129"/>
                  </a:lnTo>
                  <a:lnTo>
                    <a:pt x="226669" y="273939"/>
                  </a:lnTo>
                  <a:lnTo>
                    <a:pt x="227393" y="269557"/>
                  </a:lnTo>
                  <a:lnTo>
                    <a:pt x="245681" y="260985"/>
                  </a:lnTo>
                  <a:lnTo>
                    <a:pt x="251015" y="263271"/>
                  </a:lnTo>
                  <a:lnTo>
                    <a:pt x="260159" y="273939"/>
                  </a:lnTo>
                  <a:lnTo>
                    <a:pt x="260235" y="274129"/>
                  </a:lnTo>
                  <a:lnTo>
                    <a:pt x="262826" y="281368"/>
                  </a:lnTo>
                  <a:lnTo>
                    <a:pt x="262890" y="282181"/>
                  </a:lnTo>
                  <a:lnTo>
                    <a:pt x="262890" y="259422"/>
                  </a:lnTo>
                  <a:lnTo>
                    <a:pt x="258445" y="258318"/>
                  </a:lnTo>
                  <a:lnTo>
                    <a:pt x="251167" y="257327"/>
                  </a:lnTo>
                  <a:lnTo>
                    <a:pt x="244157" y="257175"/>
                  </a:lnTo>
                  <a:lnTo>
                    <a:pt x="237413" y="257327"/>
                  </a:lnTo>
                  <a:lnTo>
                    <a:pt x="199910" y="278104"/>
                  </a:lnTo>
                  <a:lnTo>
                    <a:pt x="199123" y="282181"/>
                  </a:lnTo>
                  <a:lnTo>
                    <a:pt x="178765" y="282181"/>
                  </a:lnTo>
                  <a:lnTo>
                    <a:pt x="178765" y="289331"/>
                  </a:lnTo>
                  <a:lnTo>
                    <a:pt x="199250" y="289331"/>
                  </a:lnTo>
                  <a:lnTo>
                    <a:pt x="200190" y="293395"/>
                  </a:lnTo>
                  <a:lnTo>
                    <a:pt x="238874" y="314185"/>
                  </a:lnTo>
                  <a:lnTo>
                    <a:pt x="245872" y="314325"/>
                  </a:lnTo>
                  <a:lnTo>
                    <a:pt x="252844" y="314185"/>
                  </a:lnTo>
                  <a:lnTo>
                    <a:pt x="260019" y="313182"/>
                  </a:lnTo>
                  <a:lnTo>
                    <a:pt x="267411" y="311327"/>
                  </a:lnTo>
                  <a:lnTo>
                    <a:pt x="269684" y="310515"/>
                  </a:lnTo>
                  <a:lnTo>
                    <a:pt x="275018" y="308610"/>
                  </a:lnTo>
                  <a:lnTo>
                    <a:pt x="282092" y="304825"/>
                  </a:lnTo>
                  <a:lnTo>
                    <a:pt x="287312" y="299758"/>
                  </a:lnTo>
                  <a:lnTo>
                    <a:pt x="290664" y="293395"/>
                  </a:lnTo>
                  <a:lnTo>
                    <a:pt x="291452" y="289331"/>
                  </a:lnTo>
                  <a:lnTo>
                    <a:pt x="315658" y="289331"/>
                  </a:lnTo>
                  <a:lnTo>
                    <a:pt x="315658" y="282181"/>
                  </a:lnTo>
                  <a:close/>
                </a:path>
                <a:path w="1353185" h="528954">
                  <a:moveTo>
                    <a:pt x="962952" y="396481"/>
                  </a:moveTo>
                  <a:lnTo>
                    <a:pt x="826058" y="396481"/>
                  </a:lnTo>
                  <a:lnTo>
                    <a:pt x="826058" y="403631"/>
                  </a:lnTo>
                  <a:lnTo>
                    <a:pt x="962952" y="403631"/>
                  </a:lnTo>
                  <a:lnTo>
                    <a:pt x="962952" y="396481"/>
                  </a:lnTo>
                  <a:close/>
                </a:path>
                <a:path w="1353185" h="528954">
                  <a:moveTo>
                    <a:pt x="962952" y="339331"/>
                  </a:moveTo>
                  <a:lnTo>
                    <a:pt x="826058" y="339331"/>
                  </a:lnTo>
                  <a:lnTo>
                    <a:pt x="826058" y="346481"/>
                  </a:lnTo>
                  <a:lnTo>
                    <a:pt x="962952" y="346481"/>
                  </a:lnTo>
                  <a:lnTo>
                    <a:pt x="962952" y="339331"/>
                  </a:lnTo>
                  <a:close/>
                </a:path>
                <a:path w="1353185" h="528954">
                  <a:moveTo>
                    <a:pt x="962952" y="282181"/>
                  </a:moveTo>
                  <a:lnTo>
                    <a:pt x="826058" y="282181"/>
                  </a:lnTo>
                  <a:lnTo>
                    <a:pt x="826058" y="289331"/>
                  </a:lnTo>
                  <a:lnTo>
                    <a:pt x="962952" y="289331"/>
                  </a:lnTo>
                  <a:lnTo>
                    <a:pt x="962952" y="282181"/>
                  </a:lnTo>
                  <a:close/>
                </a:path>
                <a:path w="1353185" h="528954">
                  <a:moveTo>
                    <a:pt x="1352892" y="0"/>
                  </a:moveTo>
                  <a:lnTo>
                    <a:pt x="709714" y="0"/>
                  </a:lnTo>
                  <a:lnTo>
                    <a:pt x="709714" y="5715"/>
                  </a:lnTo>
                  <a:lnTo>
                    <a:pt x="709714" y="57150"/>
                  </a:lnTo>
                  <a:lnTo>
                    <a:pt x="709714" y="228600"/>
                  </a:lnTo>
                  <a:lnTo>
                    <a:pt x="705586" y="228600"/>
                  </a:lnTo>
                  <a:lnTo>
                    <a:pt x="12700" y="228600"/>
                  </a:lnTo>
                  <a:lnTo>
                    <a:pt x="12700" y="177165"/>
                  </a:lnTo>
                  <a:lnTo>
                    <a:pt x="705586" y="177165"/>
                  </a:lnTo>
                  <a:lnTo>
                    <a:pt x="709714" y="177165"/>
                  </a:lnTo>
                  <a:lnTo>
                    <a:pt x="709714" y="171450"/>
                  </a:lnTo>
                  <a:lnTo>
                    <a:pt x="705586" y="171450"/>
                  </a:lnTo>
                  <a:lnTo>
                    <a:pt x="12700" y="171450"/>
                  </a:lnTo>
                  <a:lnTo>
                    <a:pt x="12700" y="120015"/>
                  </a:lnTo>
                  <a:lnTo>
                    <a:pt x="705586" y="120015"/>
                  </a:lnTo>
                  <a:lnTo>
                    <a:pt x="709714" y="120015"/>
                  </a:lnTo>
                  <a:lnTo>
                    <a:pt x="709714" y="114300"/>
                  </a:lnTo>
                  <a:lnTo>
                    <a:pt x="705586" y="114300"/>
                  </a:lnTo>
                  <a:lnTo>
                    <a:pt x="12700" y="114300"/>
                  </a:lnTo>
                  <a:lnTo>
                    <a:pt x="12700" y="62865"/>
                  </a:lnTo>
                  <a:lnTo>
                    <a:pt x="705586" y="62865"/>
                  </a:lnTo>
                  <a:lnTo>
                    <a:pt x="709714" y="62865"/>
                  </a:lnTo>
                  <a:lnTo>
                    <a:pt x="709714" y="57150"/>
                  </a:lnTo>
                  <a:lnTo>
                    <a:pt x="705586" y="57150"/>
                  </a:lnTo>
                  <a:lnTo>
                    <a:pt x="12700" y="57150"/>
                  </a:lnTo>
                  <a:lnTo>
                    <a:pt x="12700" y="5715"/>
                  </a:lnTo>
                  <a:lnTo>
                    <a:pt x="705586" y="5715"/>
                  </a:lnTo>
                  <a:lnTo>
                    <a:pt x="709714" y="5715"/>
                  </a:lnTo>
                  <a:lnTo>
                    <a:pt x="709714" y="0"/>
                  </a:lnTo>
                  <a:lnTo>
                    <a:pt x="705586" y="0"/>
                  </a:lnTo>
                  <a:lnTo>
                    <a:pt x="0" y="0"/>
                  </a:lnTo>
                  <a:lnTo>
                    <a:pt x="0" y="5715"/>
                  </a:lnTo>
                  <a:lnTo>
                    <a:pt x="4127" y="5715"/>
                  </a:lnTo>
                  <a:lnTo>
                    <a:pt x="4127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4127" y="62865"/>
                  </a:lnTo>
                  <a:lnTo>
                    <a:pt x="4127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4127" y="120015"/>
                  </a:lnTo>
                  <a:lnTo>
                    <a:pt x="412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4127" y="177165"/>
                  </a:lnTo>
                  <a:lnTo>
                    <a:pt x="412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4127" y="234315"/>
                  </a:lnTo>
                  <a:lnTo>
                    <a:pt x="12700" y="234315"/>
                  </a:lnTo>
                  <a:lnTo>
                    <a:pt x="705586" y="234315"/>
                  </a:lnTo>
                  <a:lnTo>
                    <a:pt x="709714" y="234315"/>
                  </a:lnTo>
                  <a:lnTo>
                    <a:pt x="718286" y="234315"/>
                  </a:lnTo>
                  <a:lnTo>
                    <a:pt x="1352892" y="234315"/>
                  </a:lnTo>
                  <a:lnTo>
                    <a:pt x="1352892" y="228600"/>
                  </a:lnTo>
                  <a:lnTo>
                    <a:pt x="718286" y="228600"/>
                  </a:lnTo>
                  <a:lnTo>
                    <a:pt x="718286" y="177165"/>
                  </a:lnTo>
                  <a:lnTo>
                    <a:pt x="1352892" y="177165"/>
                  </a:lnTo>
                  <a:lnTo>
                    <a:pt x="1352892" y="171450"/>
                  </a:lnTo>
                  <a:lnTo>
                    <a:pt x="718286" y="171450"/>
                  </a:lnTo>
                  <a:lnTo>
                    <a:pt x="718286" y="120015"/>
                  </a:lnTo>
                  <a:lnTo>
                    <a:pt x="1352892" y="120015"/>
                  </a:lnTo>
                  <a:lnTo>
                    <a:pt x="1352892" y="114300"/>
                  </a:lnTo>
                  <a:lnTo>
                    <a:pt x="718286" y="114300"/>
                  </a:lnTo>
                  <a:lnTo>
                    <a:pt x="718286" y="62865"/>
                  </a:lnTo>
                  <a:lnTo>
                    <a:pt x="1352892" y="62865"/>
                  </a:lnTo>
                  <a:lnTo>
                    <a:pt x="1352892" y="57150"/>
                  </a:lnTo>
                  <a:lnTo>
                    <a:pt x="718286" y="57150"/>
                  </a:lnTo>
                  <a:lnTo>
                    <a:pt x="718286" y="5715"/>
                  </a:lnTo>
                  <a:lnTo>
                    <a:pt x="1352892" y="5715"/>
                  </a:lnTo>
                  <a:lnTo>
                    <a:pt x="1352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>
              <a:extLst>
                <a:ext uri="{FF2B5EF4-FFF2-40B4-BE49-F238E27FC236}">
                  <a16:creationId xmlns:a16="http://schemas.microsoft.com/office/drawing/2014/main" id="{9750719B-7A75-B678-99BA-2B1FA2F587C6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530866" y="3926682"/>
              <a:ext cx="151447" cy="80581"/>
            </a:xfrm>
            <a:prstGeom prst="rect">
              <a:avLst/>
            </a:prstGeom>
          </p:spPr>
        </p:pic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FC37FCE1-CC5A-3825-DE0B-D8F12892E6A9}"/>
                </a:ext>
              </a:extLst>
            </p:cNvPr>
            <p:cNvSpPr/>
            <p:nvPr/>
          </p:nvSpPr>
          <p:spPr>
            <a:xfrm>
              <a:off x="3507994" y="4187859"/>
              <a:ext cx="153035" cy="396240"/>
            </a:xfrm>
            <a:custGeom>
              <a:avLst/>
              <a:gdLst/>
              <a:ahLst/>
              <a:cxnLst/>
              <a:rect l="l" t="t" r="r" b="b"/>
              <a:pathLst>
                <a:path w="153035" h="396239">
                  <a:moveTo>
                    <a:pt x="40005" y="238887"/>
                  </a:moveTo>
                  <a:lnTo>
                    <a:pt x="32867" y="240690"/>
                  </a:lnTo>
                  <a:lnTo>
                    <a:pt x="32867" y="262610"/>
                  </a:lnTo>
                  <a:lnTo>
                    <a:pt x="32867" y="291465"/>
                  </a:lnTo>
                  <a:lnTo>
                    <a:pt x="7150" y="298323"/>
                  </a:lnTo>
                  <a:lnTo>
                    <a:pt x="7150" y="269176"/>
                  </a:lnTo>
                  <a:lnTo>
                    <a:pt x="32867" y="262610"/>
                  </a:lnTo>
                  <a:lnTo>
                    <a:pt x="32867" y="240690"/>
                  </a:lnTo>
                  <a:lnTo>
                    <a:pt x="7150" y="247180"/>
                  </a:lnTo>
                  <a:lnTo>
                    <a:pt x="7150" y="200025"/>
                  </a:lnTo>
                  <a:lnTo>
                    <a:pt x="0" y="200025"/>
                  </a:lnTo>
                  <a:lnTo>
                    <a:pt x="0" y="321754"/>
                  </a:lnTo>
                  <a:lnTo>
                    <a:pt x="32867" y="313474"/>
                  </a:lnTo>
                  <a:lnTo>
                    <a:pt x="32867" y="360616"/>
                  </a:lnTo>
                  <a:lnTo>
                    <a:pt x="40005" y="360616"/>
                  </a:lnTo>
                  <a:lnTo>
                    <a:pt x="40005" y="313474"/>
                  </a:lnTo>
                  <a:lnTo>
                    <a:pt x="40005" y="298323"/>
                  </a:lnTo>
                  <a:lnTo>
                    <a:pt x="40005" y="262610"/>
                  </a:lnTo>
                  <a:lnTo>
                    <a:pt x="40005" y="247180"/>
                  </a:lnTo>
                  <a:lnTo>
                    <a:pt x="40005" y="238887"/>
                  </a:lnTo>
                  <a:close/>
                </a:path>
                <a:path w="153035" h="396239">
                  <a:moveTo>
                    <a:pt x="40005" y="38862"/>
                  </a:moveTo>
                  <a:lnTo>
                    <a:pt x="32867" y="40665"/>
                  </a:lnTo>
                  <a:lnTo>
                    <a:pt x="32867" y="62585"/>
                  </a:lnTo>
                  <a:lnTo>
                    <a:pt x="32867" y="91440"/>
                  </a:lnTo>
                  <a:lnTo>
                    <a:pt x="7150" y="98298"/>
                  </a:lnTo>
                  <a:lnTo>
                    <a:pt x="7150" y="69151"/>
                  </a:lnTo>
                  <a:lnTo>
                    <a:pt x="32867" y="62585"/>
                  </a:lnTo>
                  <a:lnTo>
                    <a:pt x="32867" y="40665"/>
                  </a:lnTo>
                  <a:lnTo>
                    <a:pt x="7150" y="47155"/>
                  </a:lnTo>
                  <a:lnTo>
                    <a:pt x="7150" y="0"/>
                  </a:lnTo>
                  <a:lnTo>
                    <a:pt x="0" y="0"/>
                  </a:lnTo>
                  <a:lnTo>
                    <a:pt x="0" y="121729"/>
                  </a:lnTo>
                  <a:lnTo>
                    <a:pt x="32867" y="113449"/>
                  </a:lnTo>
                  <a:lnTo>
                    <a:pt x="32867" y="160591"/>
                  </a:lnTo>
                  <a:lnTo>
                    <a:pt x="40005" y="160591"/>
                  </a:lnTo>
                  <a:lnTo>
                    <a:pt x="40005" y="113449"/>
                  </a:lnTo>
                  <a:lnTo>
                    <a:pt x="40005" y="98298"/>
                  </a:lnTo>
                  <a:lnTo>
                    <a:pt x="40005" y="62585"/>
                  </a:lnTo>
                  <a:lnTo>
                    <a:pt x="40005" y="47155"/>
                  </a:lnTo>
                  <a:lnTo>
                    <a:pt x="40005" y="38862"/>
                  </a:lnTo>
                  <a:close/>
                </a:path>
                <a:path w="153035" h="396239">
                  <a:moveTo>
                    <a:pt x="149733" y="281178"/>
                  </a:moveTo>
                  <a:lnTo>
                    <a:pt x="121920" y="255206"/>
                  </a:lnTo>
                  <a:lnTo>
                    <a:pt x="121920" y="298513"/>
                  </a:lnTo>
                  <a:lnTo>
                    <a:pt x="117729" y="304800"/>
                  </a:lnTo>
                  <a:lnTo>
                    <a:pt x="108585" y="305181"/>
                  </a:lnTo>
                  <a:lnTo>
                    <a:pt x="102489" y="305943"/>
                  </a:lnTo>
                  <a:lnTo>
                    <a:pt x="97155" y="303657"/>
                  </a:lnTo>
                  <a:lnTo>
                    <a:pt x="84201" y="269557"/>
                  </a:lnTo>
                  <a:lnTo>
                    <a:pt x="84239" y="269367"/>
                  </a:lnTo>
                  <a:lnTo>
                    <a:pt x="84963" y="264985"/>
                  </a:lnTo>
                  <a:lnTo>
                    <a:pt x="103251" y="256413"/>
                  </a:lnTo>
                  <a:lnTo>
                    <a:pt x="108585" y="258699"/>
                  </a:lnTo>
                  <a:lnTo>
                    <a:pt x="121920" y="298513"/>
                  </a:lnTo>
                  <a:lnTo>
                    <a:pt x="121920" y="255206"/>
                  </a:lnTo>
                  <a:lnTo>
                    <a:pt x="116014" y="253746"/>
                  </a:lnTo>
                  <a:lnTo>
                    <a:pt x="108737" y="252755"/>
                  </a:lnTo>
                  <a:lnTo>
                    <a:pt x="101727" y="252603"/>
                  </a:lnTo>
                  <a:lnTo>
                    <a:pt x="94983" y="252755"/>
                  </a:lnTo>
                  <a:lnTo>
                    <a:pt x="57480" y="273532"/>
                  </a:lnTo>
                  <a:lnTo>
                    <a:pt x="56007" y="281178"/>
                  </a:lnTo>
                  <a:lnTo>
                    <a:pt x="57759" y="288823"/>
                  </a:lnTo>
                  <a:lnTo>
                    <a:pt x="96443" y="309613"/>
                  </a:lnTo>
                  <a:lnTo>
                    <a:pt x="103441" y="309753"/>
                  </a:lnTo>
                  <a:lnTo>
                    <a:pt x="110413" y="309613"/>
                  </a:lnTo>
                  <a:lnTo>
                    <a:pt x="117589" y="308610"/>
                  </a:lnTo>
                  <a:lnTo>
                    <a:pt x="124980" y="306755"/>
                  </a:lnTo>
                  <a:lnTo>
                    <a:pt x="127254" y="305943"/>
                  </a:lnTo>
                  <a:lnTo>
                    <a:pt x="132588" y="304038"/>
                  </a:lnTo>
                  <a:lnTo>
                    <a:pt x="139661" y="300253"/>
                  </a:lnTo>
                  <a:lnTo>
                    <a:pt x="144881" y="295186"/>
                  </a:lnTo>
                  <a:lnTo>
                    <a:pt x="148234" y="288823"/>
                  </a:lnTo>
                  <a:lnTo>
                    <a:pt x="149733" y="281178"/>
                  </a:lnTo>
                  <a:close/>
                </a:path>
                <a:path w="153035" h="396239">
                  <a:moveTo>
                    <a:pt x="149733" y="224028"/>
                  </a:moveTo>
                  <a:lnTo>
                    <a:pt x="121920" y="198056"/>
                  </a:lnTo>
                  <a:lnTo>
                    <a:pt x="121920" y="241363"/>
                  </a:lnTo>
                  <a:lnTo>
                    <a:pt x="117729" y="247650"/>
                  </a:lnTo>
                  <a:lnTo>
                    <a:pt x="108585" y="248031"/>
                  </a:lnTo>
                  <a:lnTo>
                    <a:pt x="102489" y="248793"/>
                  </a:lnTo>
                  <a:lnTo>
                    <a:pt x="97155" y="246507"/>
                  </a:lnTo>
                  <a:lnTo>
                    <a:pt x="84201" y="212407"/>
                  </a:lnTo>
                  <a:lnTo>
                    <a:pt x="84239" y="212217"/>
                  </a:lnTo>
                  <a:lnTo>
                    <a:pt x="84963" y="207835"/>
                  </a:lnTo>
                  <a:lnTo>
                    <a:pt x="103251" y="199263"/>
                  </a:lnTo>
                  <a:lnTo>
                    <a:pt x="108585" y="201549"/>
                  </a:lnTo>
                  <a:lnTo>
                    <a:pt x="121920" y="241363"/>
                  </a:lnTo>
                  <a:lnTo>
                    <a:pt x="121920" y="198056"/>
                  </a:lnTo>
                  <a:lnTo>
                    <a:pt x="116014" y="196596"/>
                  </a:lnTo>
                  <a:lnTo>
                    <a:pt x="108737" y="195605"/>
                  </a:lnTo>
                  <a:lnTo>
                    <a:pt x="101727" y="195453"/>
                  </a:lnTo>
                  <a:lnTo>
                    <a:pt x="94983" y="195605"/>
                  </a:lnTo>
                  <a:lnTo>
                    <a:pt x="57480" y="216382"/>
                  </a:lnTo>
                  <a:lnTo>
                    <a:pt x="56007" y="224028"/>
                  </a:lnTo>
                  <a:lnTo>
                    <a:pt x="57759" y="231673"/>
                  </a:lnTo>
                  <a:lnTo>
                    <a:pt x="96443" y="252463"/>
                  </a:lnTo>
                  <a:lnTo>
                    <a:pt x="103441" y="252603"/>
                  </a:lnTo>
                  <a:lnTo>
                    <a:pt x="110413" y="252463"/>
                  </a:lnTo>
                  <a:lnTo>
                    <a:pt x="117589" y="251460"/>
                  </a:lnTo>
                  <a:lnTo>
                    <a:pt x="124980" y="249605"/>
                  </a:lnTo>
                  <a:lnTo>
                    <a:pt x="127254" y="248793"/>
                  </a:lnTo>
                  <a:lnTo>
                    <a:pt x="132588" y="246888"/>
                  </a:lnTo>
                  <a:lnTo>
                    <a:pt x="139661" y="243103"/>
                  </a:lnTo>
                  <a:lnTo>
                    <a:pt x="144881" y="238036"/>
                  </a:lnTo>
                  <a:lnTo>
                    <a:pt x="148234" y="231673"/>
                  </a:lnTo>
                  <a:lnTo>
                    <a:pt x="149733" y="224028"/>
                  </a:lnTo>
                  <a:close/>
                </a:path>
                <a:path w="153035" h="396239">
                  <a:moveTo>
                    <a:pt x="149733" y="166878"/>
                  </a:moveTo>
                  <a:lnTo>
                    <a:pt x="121920" y="140906"/>
                  </a:lnTo>
                  <a:lnTo>
                    <a:pt x="121920" y="184213"/>
                  </a:lnTo>
                  <a:lnTo>
                    <a:pt x="117729" y="190500"/>
                  </a:lnTo>
                  <a:lnTo>
                    <a:pt x="108585" y="190881"/>
                  </a:lnTo>
                  <a:lnTo>
                    <a:pt x="102489" y="191643"/>
                  </a:lnTo>
                  <a:lnTo>
                    <a:pt x="97155" y="189357"/>
                  </a:lnTo>
                  <a:lnTo>
                    <a:pt x="84201" y="155257"/>
                  </a:lnTo>
                  <a:lnTo>
                    <a:pt x="84239" y="155067"/>
                  </a:lnTo>
                  <a:lnTo>
                    <a:pt x="84963" y="150685"/>
                  </a:lnTo>
                  <a:lnTo>
                    <a:pt x="103251" y="142113"/>
                  </a:lnTo>
                  <a:lnTo>
                    <a:pt x="108585" y="144399"/>
                  </a:lnTo>
                  <a:lnTo>
                    <a:pt x="121920" y="184213"/>
                  </a:lnTo>
                  <a:lnTo>
                    <a:pt x="121920" y="140906"/>
                  </a:lnTo>
                  <a:lnTo>
                    <a:pt x="116014" y="139446"/>
                  </a:lnTo>
                  <a:lnTo>
                    <a:pt x="108737" y="138455"/>
                  </a:lnTo>
                  <a:lnTo>
                    <a:pt x="101727" y="138303"/>
                  </a:lnTo>
                  <a:lnTo>
                    <a:pt x="94983" y="138455"/>
                  </a:lnTo>
                  <a:lnTo>
                    <a:pt x="57480" y="159232"/>
                  </a:lnTo>
                  <a:lnTo>
                    <a:pt x="56007" y="166878"/>
                  </a:lnTo>
                  <a:lnTo>
                    <a:pt x="57759" y="174523"/>
                  </a:lnTo>
                  <a:lnTo>
                    <a:pt x="96443" y="195313"/>
                  </a:lnTo>
                  <a:lnTo>
                    <a:pt x="103441" y="195453"/>
                  </a:lnTo>
                  <a:lnTo>
                    <a:pt x="110413" y="195313"/>
                  </a:lnTo>
                  <a:lnTo>
                    <a:pt x="117589" y="194310"/>
                  </a:lnTo>
                  <a:lnTo>
                    <a:pt x="124980" y="192455"/>
                  </a:lnTo>
                  <a:lnTo>
                    <a:pt x="127254" y="191643"/>
                  </a:lnTo>
                  <a:lnTo>
                    <a:pt x="132588" y="189738"/>
                  </a:lnTo>
                  <a:lnTo>
                    <a:pt x="139661" y="185953"/>
                  </a:lnTo>
                  <a:lnTo>
                    <a:pt x="144881" y="180886"/>
                  </a:lnTo>
                  <a:lnTo>
                    <a:pt x="148234" y="174523"/>
                  </a:lnTo>
                  <a:lnTo>
                    <a:pt x="149733" y="166878"/>
                  </a:lnTo>
                  <a:close/>
                </a:path>
                <a:path w="153035" h="396239">
                  <a:moveTo>
                    <a:pt x="149733" y="81153"/>
                  </a:moveTo>
                  <a:lnTo>
                    <a:pt x="121920" y="55181"/>
                  </a:lnTo>
                  <a:lnTo>
                    <a:pt x="121920" y="98488"/>
                  </a:lnTo>
                  <a:lnTo>
                    <a:pt x="117729" y="104775"/>
                  </a:lnTo>
                  <a:lnTo>
                    <a:pt x="108585" y="105156"/>
                  </a:lnTo>
                  <a:lnTo>
                    <a:pt x="102489" y="105918"/>
                  </a:lnTo>
                  <a:lnTo>
                    <a:pt x="97155" y="103632"/>
                  </a:lnTo>
                  <a:lnTo>
                    <a:pt x="84201" y="69532"/>
                  </a:lnTo>
                  <a:lnTo>
                    <a:pt x="84239" y="69342"/>
                  </a:lnTo>
                  <a:lnTo>
                    <a:pt x="84963" y="64960"/>
                  </a:lnTo>
                  <a:lnTo>
                    <a:pt x="103251" y="56388"/>
                  </a:lnTo>
                  <a:lnTo>
                    <a:pt x="108585" y="58674"/>
                  </a:lnTo>
                  <a:lnTo>
                    <a:pt x="121920" y="98488"/>
                  </a:lnTo>
                  <a:lnTo>
                    <a:pt x="121920" y="55181"/>
                  </a:lnTo>
                  <a:lnTo>
                    <a:pt x="116014" y="53721"/>
                  </a:lnTo>
                  <a:lnTo>
                    <a:pt x="108737" y="52730"/>
                  </a:lnTo>
                  <a:lnTo>
                    <a:pt x="101727" y="52578"/>
                  </a:lnTo>
                  <a:lnTo>
                    <a:pt x="94983" y="52730"/>
                  </a:lnTo>
                  <a:lnTo>
                    <a:pt x="57480" y="73507"/>
                  </a:lnTo>
                  <a:lnTo>
                    <a:pt x="56007" y="81153"/>
                  </a:lnTo>
                  <a:lnTo>
                    <a:pt x="57759" y="88798"/>
                  </a:lnTo>
                  <a:lnTo>
                    <a:pt x="96443" y="109588"/>
                  </a:lnTo>
                  <a:lnTo>
                    <a:pt x="103441" y="109728"/>
                  </a:lnTo>
                  <a:lnTo>
                    <a:pt x="110413" y="109588"/>
                  </a:lnTo>
                  <a:lnTo>
                    <a:pt x="117589" y="108585"/>
                  </a:lnTo>
                  <a:lnTo>
                    <a:pt x="124980" y="106730"/>
                  </a:lnTo>
                  <a:lnTo>
                    <a:pt x="127254" y="105918"/>
                  </a:lnTo>
                  <a:lnTo>
                    <a:pt x="132588" y="104013"/>
                  </a:lnTo>
                  <a:lnTo>
                    <a:pt x="139661" y="100228"/>
                  </a:lnTo>
                  <a:lnTo>
                    <a:pt x="144881" y="95161"/>
                  </a:lnTo>
                  <a:lnTo>
                    <a:pt x="148234" y="88798"/>
                  </a:lnTo>
                  <a:lnTo>
                    <a:pt x="149733" y="81153"/>
                  </a:lnTo>
                  <a:close/>
                </a:path>
                <a:path w="153035" h="396239">
                  <a:moveTo>
                    <a:pt x="152590" y="367195"/>
                  </a:moveTo>
                  <a:lnTo>
                    <a:pt x="57150" y="338328"/>
                  </a:lnTo>
                  <a:lnTo>
                    <a:pt x="57150" y="345757"/>
                  </a:lnTo>
                  <a:lnTo>
                    <a:pt x="128016" y="366903"/>
                  </a:lnTo>
                  <a:lnTo>
                    <a:pt x="128016" y="367195"/>
                  </a:lnTo>
                  <a:lnTo>
                    <a:pt x="57150" y="388340"/>
                  </a:lnTo>
                  <a:lnTo>
                    <a:pt x="57150" y="396049"/>
                  </a:lnTo>
                  <a:lnTo>
                    <a:pt x="152590" y="3671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C8525922-70DD-6F3D-3C0D-194ABC0FD8B0}"/>
                </a:ext>
              </a:extLst>
            </p:cNvPr>
            <p:cNvSpPr/>
            <p:nvPr/>
          </p:nvSpPr>
          <p:spPr>
            <a:xfrm>
              <a:off x="3677741" y="4469035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228778" y="45874"/>
                  </a:moveTo>
                  <a:lnTo>
                    <a:pt x="163567" y="44039"/>
                  </a:lnTo>
                  <a:lnTo>
                    <a:pt x="108083" y="38534"/>
                  </a:lnTo>
                  <a:lnTo>
                    <a:pt x="62327" y="29359"/>
                  </a:lnTo>
                  <a:lnTo>
                    <a:pt x="26300" y="16514"/>
                  </a:lnTo>
                  <a:lnTo>
                    <a:pt x="0" y="0"/>
                  </a:lnTo>
                  <a:lnTo>
                    <a:pt x="26300" y="13943"/>
                  </a:lnTo>
                  <a:lnTo>
                    <a:pt x="62327" y="24787"/>
                  </a:lnTo>
                  <a:lnTo>
                    <a:pt x="108083" y="32533"/>
                  </a:lnTo>
                  <a:lnTo>
                    <a:pt x="163567" y="37181"/>
                  </a:lnTo>
                  <a:lnTo>
                    <a:pt x="228778" y="38730"/>
                  </a:lnTo>
                  <a:lnTo>
                    <a:pt x="293989" y="37181"/>
                  </a:lnTo>
                  <a:lnTo>
                    <a:pt x="349473" y="32533"/>
                  </a:lnTo>
                  <a:lnTo>
                    <a:pt x="395228" y="24787"/>
                  </a:lnTo>
                  <a:lnTo>
                    <a:pt x="431256" y="13943"/>
                  </a:lnTo>
                  <a:lnTo>
                    <a:pt x="457556" y="0"/>
                  </a:lnTo>
                  <a:lnTo>
                    <a:pt x="431256" y="16514"/>
                  </a:lnTo>
                  <a:lnTo>
                    <a:pt x="395228" y="29359"/>
                  </a:lnTo>
                  <a:lnTo>
                    <a:pt x="349473" y="38534"/>
                  </a:lnTo>
                  <a:lnTo>
                    <a:pt x="293989" y="44039"/>
                  </a:lnTo>
                  <a:lnTo>
                    <a:pt x="228778" y="4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C36CB93E-1DC4-AD00-EE43-FB52C9D15C20}"/>
                </a:ext>
              </a:extLst>
            </p:cNvPr>
            <p:cNvSpPr/>
            <p:nvPr/>
          </p:nvSpPr>
          <p:spPr>
            <a:xfrm>
              <a:off x="3677741" y="4469035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0" y="0"/>
                  </a:moveTo>
                  <a:lnTo>
                    <a:pt x="62327" y="29359"/>
                  </a:lnTo>
                  <a:lnTo>
                    <a:pt x="108083" y="38534"/>
                  </a:lnTo>
                  <a:lnTo>
                    <a:pt x="163567" y="44039"/>
                  </a:lnTo>
                  <a:lnTo>
                    <a:pt x="228778" y="45874"/>
                  </a:lnTo>
                  <a:lnTo>
                    <a:pt x="293989" y="44039"/>
                  </a:lnTo>
                  <a:lnTo>
                    <a:pt x="349473" y="38534"/>
                  </a:lnTo>
                  <a:lnTo>
                    <a:pt x="395228" y="29359"/>
                  </a:lnTo>
                  <a:lnTo>
                    <a:pt x="431256" y="16514"/>
                  </a:lnTo>
                  <a:lnTo>
                    <a:pt x="457556" y="0"/>
                  </a:lnTo>
                  <a:lnTo>
                    <a:pt x="431256" y="13943"/>
                  </a:lnTo>
                  <a:lnTo>
                    <a:pt x="395228" y="24787"/>
                  </a:lnTo>
                  <a:lnTo>
                    <a:pt x="349473" y="32533"/>
                  </a:lnTo>
                  <a:lnTo>
                    <a:pt x="293989" y="37181"/>
                  </a:lnTo>
                  <a:lnTo>
                    <a:pt x="228778" y="38730"/>
                  </a:lnTo>
                  <a:lnTo>
                    <a:pt x="163567" y="37181"/>
                  </a:lnTo>
                  <a:lnTo>
                    <a:pt x="108083" y="32533"/>
                  </a:lnTo>
                  <a:lnTo>
                    <a:pt x="62327" y="24787"/>
                  </a:lnTo>
                  <a:lnTo>
                    <a:pt x="26300" y="1394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DEEE5E96-7F92-65B6-1082-B45F5D0E0B8B}"/>
                </a:ext>
              </a:extLst>
            </p:cNvPr>
            <p:cNvSpPr/>
            <p:nvPr/>
          </p:nvSpPr>
          <p:spPr>
            <a:xfrm>
              <a:off x="3677741" y="4411885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228778" y="45874"/>
                  </a:moveTo>
                  <a:lnTo>
                    <a:pt x="163567" y="44039"/>
                  </a:lnTo>
                  <a:lnTo>
                    <a:pt x="108083" y="38534"/>
                  </a:lnTo>
                  <a:lnTo>
                    <a:pt x="62327" y="29359"/>
                  </a:lnTo>
                  <a:lnTo>
                    <a:pt x="26300" y="16514"/>
                  </a:lnTo>
                  <a:lnTo>
                    <a:pt x="0" y="0"/>
                  </a:lnTo>
                  <a:lnTo>
                    <a:pt x="26300" y="13943"/>
                  </a:lnTo>
                  <a:lnTo>
                    <a:pt x="62327" y="24787"/>
                  </a:lnTo>
                  <a:lnTo>
                    <a:pt x="108083" y="32533"/>
                  </a:lnTo>
                  <a:lnTo>
                    <a:pt x="163567" y="37181"/>
                  </a:lnTo>
                  <a:lnTo>
                    <a:pt x="228778" y="38730"/>
                  </a:lnTo>
                  <a:lnTo>
                    <a:pt x="293989" y="37181"/>
                  </a:lnTo>
                  <a:lnTo>
                    <a:pt x="349473" y="32533"/>
                  </a:lnTo>
                  <a:lnTo>
                    <a:pt x="395228" y="24787"/>
                  </a:lnTo>
                  <a:lnTo>
                    <a:pt x="431256" y="13943"/>
                  </a:lnTo>
                  <a:lnTo>
                    <a:pt x="457556" y="0"/>
                  </a:lnTo>
                  <a:lnTo>
                    <a:pt x="431256" y="16514"/>
                  </a:lnTo>
                  <a:lnTo>
                    <a:pt x="395228" y="29359"/>
                  </a:lnTo>
                  <a:lnTo>
                    <a:pt x="349473" y="38534"/>
                  </a:lnTo>
                  <a:lnTo>
                    <a:pt x="293989" y="44039"/>
                  </a:lnTo>
                  <a:lnTo>
                    <a:pt x="228778" y="4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677F3802-8756-3EF3-5711-3A01F4AA25E3}"/>
                </a:ext>
              </a:extLst>
            </p:cNvPr>
            <p:cNvSpPr/>
            <p:nvPr/>
          </p:nvSpPr>
          <p:spPr>
            <a:xfrm>
              <a:off x="3677741" y="4411885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0" y="0"/>
                  </a:moveTo>
                  <a:lnTo>
                    <a:pt x="62327" y="29359"/>
                  </a:lnTo>
                  <a:lnTo>
                    <a:pt x="108083" y="38534"/>
                  </a:lnTo>
                  <a:lnTo>
                    <a:pt x="163567" y="44039"/>
                  </a:lnTo>
                  <a:lnTo>
                    <a:pt x="228778" y="45874"/>
                  </a:lnTo>
                  <a:lnTo>
                    <a:pt x="293989" y="44039"/>
                  </a:lnTo>
                  <a:lnTo>
                    <a:pt x="349473" y="38534"/>
                  </a:lnTo>
                  <a:lnTo>
                    <a:pt x="395228" y="29359"/>
                  </a:lnTo>
                  <a:lnTo>
                    <a:pt x="431256" y="16514"/>
                  </a:lnTo>
                  <a:lnTo>
                    <a:pt x="457556" y="0"/>
                  </a:lnTo>
                  <a:lnTo>
                    <a:pt x="431256" y="13943"/>
                  </a:lnTo>
                  <a:lnTo>
                    <a:pt x="395228" y="24787"/>
                  </a:lnTo>
                  <a:lnTo>
                    <a:pt x="349473" y="32533"/>
                  </a:lnTo>
                  <a:lnTo>
                    <a:pt x="293989" y="37181"/>
                  </a:lnTo>
                  <a:lnTo>
                    <a:pt x="228778" y="38730"/>
                  </a:lnTo>
                  <a:lnTo>
                    <a:pt x="163567" y="37181"/>
                  </a:lnTo>
                  <a:lnTo>
                    <a:pt x="108083" y="32533"/>
                  </a:lnTo>
                  <a:lnTo>
                    <a:pt x="62327" y="24787"/>
                  </a:lnTo>
                  <a:lnTo>
                    <a:pt x="26300" y="1394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23E90881-9F01-4262-C760-D9806E537E27}"/>
                </a:ext>
              </a:extLst>
            </p:cNvPr>
            <p:cNvSpPr/>
            <p:nvPr/>
          </p:nvSpPr>
          <p:spPr>
            <a:xfrm>
              <a:off x="3677741" y="4308861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457556" y="45874"/>
                  </a:moveTo>
                  <a:lnTo>
                    <a:pt x="395228" y="21086"/>
                  </a:lnTo>
                  <a:lnTo>
                    <a:pt x="349473" y="13340"/>
                  </a:lnTo>
                  <a:lnTo>
                    <a:pt x="293989" y="8692"/>
                  </a:lnTo>
                  <a:lnTo>
                    <a:pt x="228778" y="7143"/>
                  </a:lnTo>
                  <a:lnTo>
                    <a:pt x="163567" y="8692"/>
                  </a:lnTo>
                  <a:lnTo>
                    <a:pt x="108083" y="13340"/>
                  </a:lnTo>
                  <a:lnTo>
                    <a:pt x="62327" y="21086"/>
                  </a:lnTo>
                  <a:lnTo>
                    <a:pt x="26300" y="31931"/>
                  </a:lnTo>
                  <a:lnTo>
                    <a:pt x="0" y="45874"/>
                  </a:lnTo>
                  <a:lnTo>
                    <a:pt x="26300" y="29359"/>
                  </a:lnTo>
                  <a:lnTo>
                    <a:pt x="62327" y="16514"/>
                  </a:lnTo>
                  <a:lnTo>
                    <a:pt x="108083" y="7339"/>
                  </a:lnTo>
                  <a:lnTo>
                    <a:pt x="163567" y="1834"/>
                  </a:lnTo>
                  <a:lnTo>
                    <a:pt x="228778" y="0"/>
                  </a:lnTo>
                  <a:lnTo>
                    <a:pt x="293989" y="1834"/>
                  </a:lnTo>
                  <a:lnTo>
                    <a:pt x="349473" y="7339"/>
                  </a:lnTo>
                  <a:lnTo>
                    <a:pt x="395228" y="16514"/>
                  </a:lnTo>
                  <a:lnTo>
                    <a:pt x="431256" y="29359"/>
                  </a:lnTo>
                  <a:lnTo>
                    <a:pt x="457556" y="4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5F33E8A3-AA82-C712-BC21-9911962229B6}"/>
                </a:ext>
              </a:extLst>
            </p:cNvPr>
            <p:cNvSpPr/>
            <p:nvPr/>
          </p:nvSpPr>
          <p:spPr>
            <a:xfrm>
              <a:off x="3677741" y="4308861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0" y="45874"/>
                  </a:moveTo>
                  <a:lnTo>
                    <a:pt x="62327" y="21086"/>
                  </a:lnTo>
                  <a:lnTo>
                    <a:pt x="108083" y="13340"/>
                  </a:lnTo>
                  <a:lnTo>
                    <a:pt x="163567" y="8692"/>
                  </a:lnTo>
                  <a:lnTo>
                    <a:pt x="228778" y="7143"/>
                  </a:lnTo>
                  <a:lnTo>
                    <a:pt x="293989" y="8692"/>
                  </a:lnTo>
                  <a:lnTo>
                    <a:pt x="349473" y="13340"/>
                  </a:lnTo>
                  <a:lnTo>
                    <a:pt x="395228" y="21086"/>
                  </a:lnTo>
                  <a:lnTo>
                    <a:pt x="431256" y="31931"/>
                  </a:lnTo>
                  <a:lnTo>
                    <a:pt x="457556" y="45874"/>
                  </a:lnTo>
                  <a:lnTo>
                    <a:pt x="431256" y="29359"/>
                  </a:lnTo>
                  <a:lnTo>
                    <a:pt x="395228" y="16514"/>
                  </a:lnTo>
                  <a:lnTo>
                    <a:pt x="349473" y="7339"/>
                  </a:lnTo>
                  <a:lnTo>
                    <a:pt x="293989" y="1834"/>
                  </a:lnTo>
                  <a:lnTo>
                    <a:pt x="228778" y="0"/>
                  </a:lnTo>
                  <a:lnTo>
                    <a:pt x="163567" y="1834"/>
                  </a:lnTo>
                  <a:lnTo>
                    <a:pt x="108083" y="7339"/>
                  </a:lnTo>
                  <a:lnTo>
                    <a:pt x="62327" y="16514"/>
                  </a:lnTo>
                  <a:lnTo>
                    <a:pt x="26300" y="29359"/>
                  </a:lnTo>
                  <a:lnTo>
                    <a:pt x="0" y="4587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AF765914-EB7E-8308-B961-EF72C0A45710}"/>
                </a:ext>
              </a:extLst>
            </p:cNvPr>
            <p:cNvSpPr/>
            <p:nvPr/>
          </p:nvSpPr>
          <p:spPr>
            <a:xfrm>
              <a:off x="3677741" y="4208848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457556" y="45874"/>
                  </a:moveTo>
                  <a:lnTo>
                    <a:pt x="395228" y="21086"/>
                  </a:lnTo>
                  <a:lnTo>
                    <a:pt x="349473" y="13340"/>
                  </a:lnTo>
                  <a:lnTo>
                    <a:pt x="293989" y="8692"/>
                  </a:lnTo>
                  <a:lnTo>
                    <a:pt x="228778" y="7143"/>
                  </a:lnTo>
                  <a:lnTo>
                    <a:pt x="163567" y="8692"/>
                  </a:lnTo>
                  <a:lnTo>
                    <a:pt x="108083" y="13340"/>
                  </a:lnTo>
                  <a:lnTo>
                    <a:pt x="62327" y="21086"/>
                  </a:lnTo>
                  <a:lnTo>
                    <a:pt x="26300" y="31931"/>
                  </a:lnTo>
                  <a:lnTo>
                    <a:pt x="0" y="45874"/>
                  </a:lnTo>
                  <a:lnTo>
                    <a:pt x="26300" y="29359"/>
                  </a:lnTo>
                  <a:lnTo>
                    <a:pt x="62327" y="16514"/>
                  </a:lnTo>
                  <a:lnTo>
                    <a:pt x="108083" y="7339"/>
                  </a:lnTo>
                  <a:lnTo>
                    <a:pt x="163567" y="1834"/>
                  </a:lnTo>
                  <a:lnTo>
                    <a:pt x="228778" y="0"/>
                  </a:lnTo>
                  <a:lnTo>
                    <a:pt x="293989" y="1834"/>
                  </a:lnTo>
                  <a:lnTo>
                    <a:pt x="349473" y="7339"/>
                  </a:lnTo>
                  <a:lnTo>
                    <a:pt x="395228" y="16514"/>
                  </a:lnTo>
                  <a:lnTo>
                    <a:pt x="431256" y="29359"/>
                  </a:lnTo>
                  <a:lnTo>
                    <a:pt x="457556" y="4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E60016EE-5458-FCAA-A276-8CF1D5812038}"/>
                </a:ext>
              </a:extLst>
            </p:cNvPr>
            <p:cNvSpPr/>
            <p:nvPr/>
          </p:nvSpPr>
          <p:spPr>
            <a:xfrm>
              <a:off x="3677741" y="4208848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0" y="45874"/>
                  </a:moveTo>
                  <a:lnTo>
                    <a:pt x="62327" y="21086"/>
                  </a:lnTo>
                  <a:lnTo>
                    <a:pt x="108083" y="13340"/>
                  </a:lnTo>
                  <a:lnTo>
                    <a:pt x="163567" y="8692"/>
                  </a:lnTo>
                  <a:lnTo>
                    <a:pt x="228778" y="7143"/>
                  </a:lnTo>
                  <a:lnTo>
                    <a:pt x="293989" y="8692"/>
                  </a:lnTo>
                  <a:lnTo>
                    <a:pt x="349473" y="13340"/>
                  </a:lnTo>
                  <a:lnTo>
                    <a:pt x="395228" y="21086"/>
                  </a:lnTo>
                  <a:lnTo>
                    <a:pt x="431256" y="31931"/>
                  </a:lnTo>
                  <a:lnTo>
                    <a:pt x="457556" y="45874"/>
                  </a:lnTo>
                  <a:lnTo>
                    <a:pt x="431256" y="29359"/>
                  </a:lnTo>
                  <a:lnTo>
                    <a:pt x="395228" y="16514"/>
                  </a:lnTo>
                  <a:lnTo>
                    <a:pt x="349473" y="7339"/>
                  </a:lnTo>
                  <a:lnTo>
                    <a:pt x="293989" y="1834"/>
                  </a:lnTo>
                  <a:lnTo>
                    <a:pt x="228778" y="0"/>
                  </a:lnTo>
                  <a:lnTo>
                    <a:pt x="163567" y="1834"/>
                  </a:lnTo>
                  <a:lnTo>
                    <a:pt x="108083" y="7339"/>
                  </a:lnTo>
                  <a:lnTo>
                    <a:pt x="62327" y="16514"/>
                  </a:lnTo>
                  <a:lnTo>
                    <a:pt x="26300" y="29359"/>
                  </a:lnTo>
                  <a:lnTo>
                    <a:pt x="0" y="4587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AC39BE31-DC44-0F57-E6FA-D652B47A8138}"/>
                </a:ext>
              </a:extLst>
            </p:cNvPr>
            <p:cNvSpPr/>
            <p:nvPr/>
          </p:nvSpPr>
          <p:spPr>
            <a:xfrm>
              <a:off x="4075291" y="4042697"/>
              <a:ext cx="8890" cy="232410"/>
            </a:xfrm>
            <a:custGeom>
              <a:avLst/>
              <a:gdLst/>
              <a:ahLst/>
              <a:cxnLst/>
              <a:rect l="l" t="t" r="r" b="b"/>
              <a:pathLst>
                <a:path w="8889" h="232410">
                  <a:moveTo>
                    <a:pt x="8572" y="232028"/>
                  </a:moveTo>
                  <a:lnTo>
                    <a:pt x="0" y="23202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232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>
              <a:extLst>
                <a:ext uri="{FF2B5EF4-FFF2-40B4-BE49-F238E27FC236}">
                  <a16:creationId xmlns:a16="http://schemas.microsoft.com/office/drawing/2014/main" id="{189C312F-D867-D91B-C373-1FAE2D8DBC35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529532" y="4654202"/>
              <a:ext cx="137162" cy="133921"/>
            </a:xfrm>
            <a:prstGeom prst="rect">
              <a:avLst/>
            </a:prstGeom>
          </p:spPr>
        </p:pic>
        <p:sp>
          <p:nvSpPr>
            <p:cNvPr id="79" name="object 79">
              <a:extLst>
                <a:ext uri="{FF2B5EF4-FFF2-40B4-BE49-F238E27FC236}">
                  <a16:creationId xmlns:a16="http://schemas.microsoft.com/office/drawing/2014/main" id="{7AE9C34D-1231-021E-CAD2-1C2CF1510DC1}"/>
                </a:ext>
              </a:extLst>
            </p:cNvPr>
            <p:cNvSpPr/>
            <p:nvPr/>
          </p:nvSpPr>
          <p:spPr>
            <a:xfrm>
              <a:off x="4071163" y="4040412"/>
              <a:ext cx="610870" cy="403860"/>
            </a:xfrm>
            <a:custGeom>
              <a:avLst/>
              <a:gdLst/>
              <a:ahLst/>
              <a:cxnLst/>
              <a:rect l="l" t="t" r="r" b="b"/>
              <a:pathLst>
                <a:path w="610870" h="403860">
                  <a:moveTo>
                    <a:pt x="201345" y="396481"/>
                  </a:moveTo>
                  <a:lnTo>
                    <a:pt x="64452" y="396481"/>
                  </a:lnTo>
                  <a:lnTo>
                    <a:pt x="64452" y="403631"/>
                  </a:lnTo>
                  <a:lnTo>
                    <a:pt x="201345" y="403631"/>
                  </a:lnTo>
                  <a:lnTo>
                    <a:pt x="201345" y="396481"/>
                  </a:lnTo>
                  <a:close/>
                </a:path>
                <a:path w="610870" h="403860">
                  <a:moveTo>
                    <a:pt x="201345" y="339331"/>
                  </a:moveTo>
                  <a:lnTo>
                    <a:pt x="64452" y="339331"/>
                  </a:lnTo>
                  <a:lnTo>
                    <a:pt x="64452" y="346481"/>
                  </a:lnTo>
                  <a:lnTo>
                    <a:pt x="201345" y="346481"/>
                  </a:lnTo>
                  <a:lnTo>
                    <a:pt x="201345" y="339331"/>
                  </a:lnTo>
                  <a:close/>
                </a:path>
                <a:path w="610870" h="403860">
                  <a:moveTo>
                    <a:pt x="201345" y="282181"/>
                  </a:moveTo>
                  <a:lnTo>
                    <a:pt x="64452" y="282181"/>
                  </a:lnTo>
                  <a:lnTo>
                    <a:pt x="64452" y="289331"/>
                  </a:lnTo>
                  <a:lnTo>
                    <a:pt x="201345" y="289331"/>
                  </a:lnTo>
                  <a:lnTo>
                    <a:pt x="201345" y="282181"/>
                  </a:lnTo>
                  <a:close/>
                </a:path>
                <a:path w="610870" h="403860">
                  <a:moveTo>
                    <a:pt x="610679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610679" y="234315"/>
                  </a:lnTo>
                  <a:lnTo>
                    <a:pt x="610679" y="228600"/>
                  </a:lnTo>
                  <a:close/>
                </a:path>
                <a:path w="610870" h="403860">
                  <a:moveTo>
                    <a:pt x="610679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610679" y="177165"/>
                  </a:lnTo>
                  <a:lnTo>
                    <a:pt x="610679" y="171450"/>
                  </a:lnTo>
                  <a:close/>
                </a:path>
                <a:path w="610870" h="403860">
                  <a:moveTo>
                    <a:pt x="610679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610679" y="120015"/>
                  </a:lnTo>
                  <a:lnTo>
                    <a:pt x="610679" y="114300"/>
                  </a:lnTo>
                  <a:close/>
                </a:path>
                <a:path w="610870" h="403860">
                  <a:moveTo>
                    <a:pt x="610679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610679" y="62865"/>
                  </a:lnTo>
                  <a:lnTo>
                    <a:pt x="610679" y="57150"/>
                  </a:lnTo>
                  <a:close/>
                </a:path>
                <a:path w="610870" h="403860">
                  <a:moveTo>
                    <a:pt x="610679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610679" y="5715"/>
                  </a:lnTo>
                  <a:lnTo>
                    <a:pt x="6106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>
              <a:extLst>
                <a:ext uri="{FF2B5EF4-FFF2-40B4-BE49-F238E27FC236}">
                  <a16:creationId xmlns:a16="http://schemas.microsoft.com/office/drawing/2014/main" id="{CAAC61D9-FC62-C58B-24AD-405A50105CE4}"/>
                </a:ext>
              </a:extLst>
            </p:cNvPr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122154" y="3926682"/>
              <a:ext cx="151447" cy="80581"/>
            </a:xfrm>
            <a:prstGeom prst="rect">
              <a:avLst/>
            </a:prstGeom>
          </p:spPr>
        </p:pic>
        <p:sp>
          <p:nvSpPr>
            <p:cNvPr id="81" name="object 81">
              <a:extLst>
                <a:ext uri="{FF2B5EF4-FFF2-40B4-BE49-F238E27FC236}">
                  <a16:creationId xmlns:a16="http://schemas.microsoft.com/office/drawing/2014/main" id="{1EB3F8A2-54B4-8022-EBAE-AF370979C91D}"/>
                </a:ext>
              </a:extLst>
            </p:cNvPr>
            <p:cNvSpPr/>
            <p:nvPr/>
          </p:nvSpPr>
          <p:spPr>
            <a:xfrm>
              <a:off x="4155300" y="4040412"/>
              <a:ext cx="2097405" cy="543560"/>
            </a:xfrm>
            <a:custGeom>
              <a:avLst/>
              <a:gdLst/>
              <a:ahLst/>
              <a:cxnLst/>
              <a:rect l="l" t="t" r="r" b="b"/>
              <a:pathLst>
                <a:path w="2097404" h="543560">
                  <a:moveTo>
                    <a:pt x="93726" y="428625"/>
                  </a:moveTo>
                  <a:lnTo>
                    <a:pt x="65913" y="402653"/>
                  </a:lnTo>
                  <a:lnTo>
                    <a:pt x="65913" y="445960"/>
                  </a:lnTo>
                  <a:lnTo>
                    <a:pt x="61722" y="452247"/>
                  </a:lnTo>
                  <a:lnTo>
                    <a:pt x="52578" y="452628"/>
                  </a:lnTo>
                  <a:lnTo>
                    <a:pt x="46482" y="453390"/>
                  </a:lnTo>
                  <a:lnTo>
                    <a:pt x="41148" y="451104"/>
                  </a:lnTo>
                  <a:lnTo>
                    <a:pt x="28194" y="417004"/>
                  </a:lnTo>
                  <a:lnTo>
                    <a:pt x="28219" y="416814"/>
                  </a:lnTo>
                  <a:lnTo>
                    <a:pt x="47244" y="403860"/>
                  </a:lnTo>
                  <a:lnTo>
                    <a:pt x="52578" y="406146"/>
                  </a:lnTo>
                  <a:lnTo>
                    <a:pt x="61722" y="416814"/>
                  </a:lnTo>
                  <a:lnTo>
                    <a:pt x="61785" y="417004"/>
                  </a:lnTo>
                  <a:lnTo>
                    <a:pt x="64389" y="424243"/>
                  </a:lnTo>
                  <a:lnTo>
                    <a:pt x="65151" y="433768"/>
                  </a:lnTo>
                  <a:lnTo>
                    <a:pt x="65913" y="445960"/>
                  </a:lnTo>
                  <a:lnTo>
                    <a:pt x="65913" y="402653"/>
                  </a:lnTo>
                  <a:lnTo>
                    <a:pt x="60007" y="401193"/>
                  </a:lnTo>
                  <a:lnTo>
                    <a:pt x="52717" y="400202"/>
                  </a:lnTo>
                  <a:lnTo>
                    <a:pt x="45720" y="400050"/>
                  </a:lnTo>
                  <a:lnTo>
                    <a:pt x="38963" y="400202"/>
                  </a:lnTo>
                  <a:lnTo>
                    <a:pt x="1460" y="420979"/>
                  </a:lnTo>
                  <a:lnTo>
                    <a:pt x="0" y="428625"/>
                  </a:lnTo>
                  <a:lnTo>
                    <a:pt x="1739" y="436270"/>
                  </a:lnTo>
                  <a:lnTo>
                    <a:pt x="40424" y="457060"/>
                  </a:lnTo>
                  <a:lnTo>
                    <a:pt x="47434" y="457200"/>
                  </a:lnTo>
                  <a:lnTo>
                    <a:pt x="54394" y="457060"/>
                  </a:lnTo>
                  <a:lnTo>
                    <a:pt x="61569" y="456057"/>
                  </a:lnTo>
                  <a:lnTo>
                    <a:pt x="68961" y="454202"/>
                  </a:lnTo>
                  <a:lnTo>
                    <a:pt x="71234" y="453390"/>
                  </a:lnTo>
                  <a:lnTo>
                    <a:pt x="76581" y="451485"/>
                  </a:lnTo>
                  <a:lnTo>
                    <a:pt x="83642" y="447700"/>
                  </a:lnTo>
                  <a:lnTo>
                    <a:pt x="88861" y="442633"/>
                  </a:lnTo>
                  <a:lnTo>
                    <a:pt x="92214" y="436270"/>
                  </a:lnTo>
                  <a:lnTo>
                    <a:pt x="93726" y="428625"/>
                  </a:lnTo>
                  <a:close/>
                </a:path>
                <a:path w="2097404" h="543560">
                  <a:moveTo>
                    <a:pt x="93726" y="371475"/>
                  </a:moveTo>
                  <a:lnTo>
                    <a:pt x="65913" y="345503"/>
                  </a:lnTo>
                  <a:lnTo>
                    <a:pt x="65913" y="388810"/>
                  </a:lnTo>
                  <a:lnTo>
                    <a:pt x="61722" y="395097"/>
                  </a:lnTo>
                  <a:lnTo>
                    <a:pt x="52578" y="395478"/>
                  </a:lnTo>
                  <a:lnTo>
                    <a:pt x="46482" y="396240"/>
                  </a:lnTo>
                  <a:lnTo>
                    <a:pt x="41148" y="393954"/>
                  </a:lnTo>
                  <a:lnTo>
                    <a:pt x="28194" y="359854"/>
                  </a:lnTo>
                  <a:lnTo>
                    <a:pt x="28219" y="359664"/>
                  </a:lnTo>
                  <a:lnTo>
                    <a:pt x="47244" y="346710"/>
                  </a:lnTo>
                  <a:lnTo>
                    <a:pt x="52578" y="348996"/>
                  </a:lnTo>
                  <a:lnTo>
                    <a:pt x="61722" y="359664"/>
                  </a:lnTo>
                  <a:lnTo>
                    <a:pt x="61785" y="359854"/>
                  </a:lnTo>
                  <a:lnTo>
                    <a:pt x="64389" y="367093"/>
                  </a:lnTo>
                  <a:lnTo>
                    <a:pt x="65151" y="376618"/>
                  </a:lnTo>
                  <a:lnTo>
                    <a:pt x="65913" y="388810"/>
                  </a:lnTo>
                  <a:lnTo>
                    <a:pt x="65913" y="345503"/>
                  </a:lnTo>
                  <a:lnTo>
                    <a:pt x="60007" y="344043"/>
                  </a:lnTo>
                  <a:lnTo>
                    <a:pt x="52717" y="343052"/>
                  </a:lnTo>
                  <a:lnTo>
                    <a:pt x="45720" y="342900"/>
                  </a:lnTo>
                  <a:lnTo>
                    <a:pt x="38963" y="343052"/>
                  </a:lnTo>
                  <a:lnTo>
                    <a:pt x="1460" y="363829"/>
                  </a:lnTo>
                  <a:lnTo>
                    <a:pt x="0" y="371475"/>
                  </a:lnTo>
                  <a:lnTo>
                    <a:pt x="1739" y="379120"/>
                  </a:lnTo>
                  <a:lnTo>
                    <a:pt x="40424" y="399910"/>
                  </a:lnTo>
                  <a:lnTo>
                    <a:pt x="47434" y="400050"/>
                  </a:lnTo>
                  <a:lnTo>
                    <a:pt x="54394" y="399910"/>
                  </a:lnTo>
                  <a:lnTo>
                    <a:pt x="61569" y="398907"/>
                  </a:lnTo>
                  <a:lnTo>
                    <a:pt x="68961" y="397052"/>
                  </a:lnTo>
                  <a:lnTo>
                    <a:pt x="71234" y="396240"/>
                  </a:lnTo>
                  <a:lnTo>
                    <a:pt x="76581" y="394335"/>
                  </a:lnTo>
                  <a:lnTo>
                    <a:pt x="83642" y="390550"/>
                  </a:lnTo>
                  <a:lnTo>
                    <a:pt x="88861" y="385483"/>
                  </a:lnTo>
                  <a:lnTo>
                    <a:pt x="92214" y="379120"/>
                  </a:lnTo>
                  <a:lnTo>
                    <a:pt x="93726" y="371475"/>
                  </a:lnTo>
                  <a:close/>
                </a:path>
                <a:path w="2097404" h="543560">
                  <a:moveTo>
                    <a:pt x="93726" y="314325"/>
                  </a:moveTo>
                  <a:lnTo>
                    <a:pt x="65913" y="288353"/>
                  </a:lnTo>
                  <a:lnTo>
                    <a:pt x="65913" y="331660"/>
                  </a:lnTo>
                  <a:lnTo>
                    <a:pt x="61722" y="337947"/>
                  </a:lnTo>
                  <a:lnTo>
                    <a:pt x="52578" y="338328"/>
                  </a:lnTo>
                  <a:lnTo>
                    <a:pt x="46482" y="339090"/>
                  </a:lnTo>
                  <a:lnTo>
                    <a:pt x="41148" y="336804"/>
                  </a:lnTo>
                  <a:lnTo>
                    <a:pt x="28194" y="302704"/>
                  </a:lnTo>
                  <a:lnTo>
                    <a:pt x="28219" y="302514"/>
                  </a:lnTo>
                  <a:lnTo>
                    <a:pt x="47244" y="289560"/>
                  </a:lnTo>
                  <a:lnTo>
                    <a:pt x="52578" y="291846"/>
                  </a:lnTo>
                  <a:lnTo>
                    <a:pt x="61722" y="302514"/>
                  </a:lnTo>
                  <a:lnTo>
                    <a:pt x="61785" y="302704"/>
                  </a:lnTo>
                  <a:lnTo>
                    <a:pt x="64389" y="309943"/>
                  </a:lnTo>
                  <a:lnTo>
                    <a:pt x="65151" y="319468"/>
                  </a:lnTo>
                  <a:lnTo>
                    <a:pt x="65913" y="331660"/>
                  </a:lnTo>
                  <a:lnTo>
                    <a:pt x="65913" y="288353"/>
                  </a:lnTo>
                  <a:lnTo>
                    <a:pt x="60007" y="286893"/>
                  </a:lnTo>
                  <a:lnTo>
                    <a:pt x="52717" y="285902"/>
                  </a:lnTo>
                  <a:lnTo>
                    <a:pt x="45720" y="285750"/>
                  </a:lnTo>
                  <a:lnTo>
                    <a:pt x="38963" y="285902"/>
                  </a:lnTo>
                  <a:lnTo>
                    <a:pt x="1460" y="306679"/>
                  </a:lnTo>
                  <a:lnTo>
                    <a:pt x="0" y="314325"/>
                  </a:lnTo>
                  <a:lnTo>
                    <a:pt x="1739" y="321970"/>
                  </a:lnTo>
                  <a:lnTo>
                    <a:pt x="40424" y="342760"/>
                  </a:lnTo>
                  <a:lnTo>
                    <a:pt x="47434" y="342900"/>
                  </a:lnTo>
                  <a:lnTo>
                    <a:pt x="54394" y="342760"/>
                  </a:lnTo>
                  <a:lnTo>
                    <a:pt x="61569" y="341757"/>
                  </a:lnTo>
                  <a:lnTo>
                    <a:pt x="68961" y="339902"/>
                  </a:lnTo>
                  <a:lnTo>
                    <a:pt x="71234" y="339090"/>
                  </a:lnTo>
                  <a:lnTo>
                    <a:pt x="76581" y="337185"/>
                  </a:lnTo>
                  <a:lnTo>
                    <a:pt x="83642" y="333400"/>
                  </a:lnTo>
                  <a:lnTo>
                    <a:pt x="88861" y="328333"/>
                  </a:lnTo>
                  <a:lnTo>
                    <a:pt x="92214" y="321970"/>
                  </a:lnTo>
                  <a:lnTo>
                    <a:pt x="93726" y="314325"/>
                  </a:lnTo>
                  <a:close/>
                </a:path>
                <a:path w="2097404" h="543560">
                  <a:moveTo>
                    <a:pt x="93726" y="228600"/>
                  </a:moveTo>
                  <a:lnTo>
                    <a:pt x="65913" y="202628"/>
                  </a:lnTo>
                  <a:lnTo>
                    <a:pt x="65913" y="245935"/>
                  </a:lnTo>
                  <a:lnTo>
                    <a:pt x="61722" y="252222"/>
                  </a:lnTo>
                  <a:lnTo>
                    <a:pt x="52578" y="252603"/>
                  </a:lnTo>
                  <a:lnTo>
                    <a:pt x="46482" y="253365"/>
                  </a:lnTo>
                  <a:lnTo>
                    <a:pt x="41148" y="251079"/>
                  </a:lnTo>
                  <a:lnTo>
                    <a:pt x="28194" y="216979"/>
                  </a:lnTo>
                  <a:lnTo>
                    <a:pt x="28219" y="216789"/>
                  </a:lnTo>
                  <a:lnTo>
                    <a:pt x="47244" y="203835"/>
                  </a:lnTo>
                  <a:lnTo>
                    <a:pt x="52578" y="206121"/>
                  </a:lnTo>
                  <a:lnTo>
                    <a:pt x="61722" y="216789"/>
                  </a:lnTo>
                  <a:lnTo>
                    <a:pt x="61785" y="216979"/>
                  </a:lnTo>
                  <a:lnTo>
                    <a:pt x="64389" y="224218"/>
                  </a:lnTo>
                  <a:lnTo>
                    <a:pt x="65151" y="233743"/>
                  </a:lnTo>
                  <a:lnTo>
                    <a:pt x="65913" y="245935"/>
                  </a:lnTo>
                  <a:lnTo>
                    <a:pt x="65913" y="202628"/>
                  </a:lnTo>
                  <a:lnTo>
                    <a:pt x="60007" y="201168"/>
                  </a:lnTo>
                  <a:lnTo>
                    <a:pt x="52717" y="200177"/>
                  </a:lnTo>
                  <a:lnTo>
                    <a:pt x="45720" y="200025"/>
                  </a:lnTo>
                  <a:lnTo>
                    <a:pt x="38963" y="200177"/>
                  </a:lnTo>
                  <a:lnTo>
                    <a:pt x="1460" y="220954"/>
                  </a:lnTo>
                  <a:lnTo>
                    <a:pt x="0" y="228600"/>
                  </a:lnTo>
                  <a:lnTo>
                    <a:pt x="1739" y="236245"/>
                  </a:lnTo>
                  <a:lnTo>
                    <a:pt x="40424" y="257035"/>
                  </a:lnTo>
                  <a:lnTo>
                    <a:pt x="47434" y="257175"/>
                  </a:lnTo>
                  <a:lnTo>
                    <a:pt x="54394" y="257035"/>
                  </a:lnTo>
                  <a:lnTo>
                    <a:pt x="61569" y="256032"/>
                  </a:lnTo>
                  <a:lnTo>
                    <a:pt x="68961" y="254177"/>
                  </a:lnTo>
                  <a:lnTo>
                    <a:pt x="71234" y="253365"/>
                  </a:lnTo>
                  <a:lnTo>
                    <a:pt x="76581" y="251460"/>
                  </a:lnTo>
                  <a:lnTo>
                    <a:pt x="83642" y="247675"/>
                  </a:lnTo>
                  <a:lnTo>
                    <a:pt x="88861" y="242608"/>
                  </a:lnTo>
                  <a:lnTo>
                    <a:pt x="92214" y="236245"/>
                  </a:lnTo>
                  <a:lnTo>
                    <a:pt x="93726" y="228600"/>
                  </a:lnTo>
                  <a:close/>
                </a:path>
                <a:path w="2097404" h="543560">
                  <a:moveTo>
                    <a:pt x="96583" y="514642"/>
                  </a:moveTo>
                  <a:lnTo>
                    <a:pt x="1143" y="485775"/>
                  </a:lnTo>
                  <a:lnTo>
                    <a:pt x="1143" y="493204"/>
                  </a:lnTo>
                  <a:lnTo>
                    <a:pt x="72009" y="514350"/>
                  </a:lnTo>
                  <a:lnTo>
                    <a:pt x="72009" y="514642"/>
                  </a:lnTo>
                  <a:lnTo>
                    <a:pt x="1143" y="535787"/>
                  </a:lnTo>
                  <a:lnTo>
                    <a:pt x="1143" y="543496"/>
                  </a:lnTo>
                  <a:lnTo>
                    <a:pt x="96583" y="514642"/>
                  </a:lnTo>
                  <a:close/>
                </a:path>
                <a:path w="2097404" h="543560">
                  <a:moveTo>
                    <a:pt x="521233" y="2286"/>
                  </a:moveTo>
                  <a:lnTo>
                    <a:pt x="511238" y="2286"/>
                  </a:lnTo>
                  <a:lnTo>
                    <a:pt x="511238" y="234315"/>
                  </a:lnTo>
                  <a:lnTo>
                    <a:pt x="521233" y="234315"/>
                  </a:lnTo>
                  <a:lnTo>
                    <a:pt x="521233" y="2286"/>
                  </a:lnTo>
                  <a:close/>
                </a:path>
                <a:path w="2097404" h="543560">
                  <a:moveTo>
                    <a:pt x="2097341" y="0"/>
                  </a:moveTo>
                  <a:lnTo>
                    <a:pt x="884936" y="0"/>
                  </a:lnTo>
                  <a:lnTo>
                    <a:pt x="884936" y="5715"/>
                  </a:lnTo>
                  <a:lnTo>
                    <a:pt x="884936" y="57150"/>
                  </a:lnTo>
                  <a:lnTo>
                    <a:pt x="884936" y="228600"/>
                  </a:lnTo>
                  <a:lnTo>
                    <a:pt x="880808" y="228600"/>
                  </a:lnTo>
                  <a:lnTo>
                    <a:pt x="539242" y="228600"/>
                  </a:lnTo>
                  <a:lnTo>
                    <a:pt x="539242" y="177165"/>
                  </a:lnTo>
                  <a:lnTo>
                    <a:pt x="672528" y="177165"/>
                  </a:lnTo>
                  <a:lnTo>
                    <a:pt x="673493" y="178816"/>
                  </a:lnTo>
                  <a:lnTo>
                    <a:pt x="677824" y="184023"/>
                  </a:lnTo>
                  <a:lnTo>
                    <a:pt x="698398" y="202031"/>
                  </a:lnTo>
                  <a:lnTo>
                    <a:pt x="701548" y="197459"/>
                  </a:lnTo>
                  <a:lnTo>
                    <a:pt x="697928" y="194602"/>
                  </a:lnTo>
                  <a:lnTo>
                    <a:pt x="694690" y="190119"/>
                  </a:lnTo>
                  <a:lnTo>
                    <a:pt x="691832" y="184023"/>
                  </a:lnTo>
                  <a:lnTo>
                    <a:pt x="688784" y="177927"/>
                  </a:lnTo>
                  <a:lnTo>
                    <a:pt x="688835" y="177165"/>
                  </a:lnTo>
                  <a:lnTo>
                    <a:pt x="880808" y="177165"/>
                  </a:lnTo>
                  <a:lnTo>
                    <a:pt x="884936" y="177165"/>
                  </a:lnTo>
                  <a:lnTo>
                    <a:pt x="884936" y="171450"/>
                  </a:lnTo>
                  <a:lnTo>
                    <a:pt x="880808" y="171450"/>
                  </a:lnTo>
                  <a:lnTo>
                    <a:pt x="689241" y="171450"/>
                  </a:lnTo>
                  <a:lnTo>
                    <a:pt x="693254" y="164312"/>
                  </a:lnTo>
                  <a:lnTo>
                    <a:pt x="696493" y="159550"/>
                  </a:lnTo>
                  <a:lnTo>
                    <a:pt x="700595" y="157264"/>
                  </a:lnTo>
                  <a:lnTo>
                    <a:pt x="705548" y="157454"/>
                  </a:lnTo>
                  <a:lnTo>
                    <a:pt x="710692" y="157835"/>
                  </a:lnTo>
                  <a:lnTo>
                    <a:pt x="716026" y="159550"/>
                  </a:lnTo>
                  <a:lnTo>
                    <a:pt x="721550" y="162598"/>
                  </a:lnTo>
                  <a:lnTo>
                    <a:pt x="724979" y="158026"/>
                  </a:lnTo>
                  <a:lnTo>
                    <a:pt x="710120" y="138303"/>
                  </a:lnTo>
                  <a:lnTo>
                    <a:pt x="706399" y="132651"/>
                  </a:lnTo>
                  <a:lnTo>
                    <a:pt x="706399" y="145732"/>
                  </a:lnTo>
                  <a:lnTo>
                    <a:pt x="706399" y="146304"/>
                  </a:lnTo>
                  <a:lnTo>
                    <a:pt x="699731" y="142684"/>
                  </a:lnTo>
                  <a:lnTo>
                    <a:pt x="693826" y="140881"/>
                  </a:lnTo>
                  <a:lnTo>
                    <a:pt x="688682" y="140881"/>
                  </a:lnTo>
                  <a:lnTo>
                    <a:pt x="679818" y="142214"/>
                  </a:lnTo>
                  <a:lnTo>
                    <a:pt x="673188" y="145948"/>
                  </a:lnTo>
                  <a:lnTo>
                    <a:pt x="668807" y="152082"/>
                  </a:lnTo>
                  <a:lnTo>
                    <a:pt x="666686" y="160591"/>
                  </a:lnTo>
                  <a:lnTo>
                    <a:pt x="667918" y="167093"/>
                  </a:lnTo>
                  <a:lnTo>
                    <a:pt x="669544" y="171450"/>
                  </a:lnTo>
                  <a:lnTo>
                    <a:pt x="539242" y="171450"/>
                  </a:lnTo>
                  <a:lnTo>
                    <a:pt x="539242" y="120015"/>
                  </a:lnTo>
                  <a:lnTo>
                    <a:pt x="686638" y="120015"/>
                  </a:lnTo>
                  <a:lnTo>
                    <a:pt x="706399" y="145732"/>
                  </a:lnTo>
                  <a:lnTo>
                    <a:pt x="706399" y="132651"/>
                  </a:lnTo>
                  <a:lnTo>
                    <a:pt x="705358" y="131064"/>
                  </a:lnTo>
                  <a:lnTo>
                    <a:pt x="702881" y="123444"/>
                  </a:lnTo>
                  <a:lnTo>
                    <a:pt x="702792" y="120015"/>
                  </a:lnTo>
                  <a:lnTo>
                    <a:pt x="880808" y="120015"/>
                  </a:lnTo>
                  <a:lnTo>
                    <a:pt x="884936" y="120015"/>
                  </a:lnTo>
                  <a:lnTo>
                    <a:pt x="884936" y="114300"/>
                  </a:lnTo>
                  <a:lnTo>
                    <a:pt x="880808" y="114300"/>
                  </a:lnTo>
                  <a:lnTo>
                    <a:pt x="702945" y="114300"/>
                  </a:lnTo>
                  <a:lnTo>
                    <a:pt x="704900" y="105625"/>
                  </a:lnTo>
                  <a:lnTo>
                    <a:pt x="709549" y="95300"/>
                  </a:lnTo>
                  <a:lnTo>
                    <a:pt x="716622" y="84480"/>
                  </a:lnTo>
                  <a:lnTo>
                    <a:pt x="726122" y="73152"/>
                  </a:lnTo>
                  <a:lnTo>
                    <a:pt x="717613" y="62865"/>
                  </a:lnTo>
                  <a:lnTo>
                    <a:pt x="880808" y="62865"/>
                  </a:lnTo>
                  <a:lnTo>
                    <a:pt x="884936" y="62865"/>
                  </a:lnTo>
                  <a:lnTo>
                    <a:pt x="884936" y="57150"/>
                  </a:lnTo>
                  <a:lnTo>
                    <a:pt x="880808" y="57150"/>
                  </a:lnTo>
                  <a:lnTo>
                    <a:pt x="712876" y="57150"/>
                  </a:lnTo>
                  <a:lnTo>
                    <a:pt x="689254" y="28575"/>
                  </a:lnTo>
                  <a:lnTo>
                    <a:pt x="679538" y="28575"/>
                  </a:lnTo>
                  <a:lnTo>
                    <a:pt x="684136" y="34315"/>
                  </a:lnTo>
                  <a:lnTo>
                    <a:pt x="687908" y="40360"/>
                  </a:lnTo>
                  <a:lnTo>
                    <a:pt x="690854" y="46736"/>
                  </a:lnTo>
                  <a:lnTo>
                    <a:pt x="692975" y="53441"/>
                  </a:lnTo>
                  <a:lnTo>
                    <a:pt x="693013" y="57150"/>
                  </a:lnTo>
                  <a:lnTo>
                    <a:pt x="692632" y="57150"/>
                  </a:lnTo>
                  <a:lnTo>
                    <a:pt x="692632" y="62865"/>
                  </a:lnTo>
                  <a:lnTo>
                    <a:pt x="670394" y="98869"/>
                  </a:lnTo>
                  <a:lnTo>
                    <a:pt x="682244" y="114300"/>
                  </a:lnTo>
                  <a:lnTo>
                    <a:pt x="539242" y="114300"/>
                  </a:lnTo>
                  <a:lnTo>
                    <a:pt x="539242" y="62865"/>
                  </a:lnTo>
                  <a:lnTo>
                    <a:pt x="692632" y="62865"/>
                  </a:lnTo>
                  <a:lnTo>
                    <a:pt x="692632" y="57150"/>
                  </a:lnTo>
                  <a:lnTo>
                    <a:pt x="539242" y="57150"/>
                  </a:lnTo>
                  <a:lnTo>
                    <a:pt x="539242" y="5715"/>
                  </a:lnTo>
                  <a:lnTo>
                    <a:pt x="880808" y="5715"/>
                  </a:lnTo>
                  <a:lnTo>
                    <a:pt x="884936" y="5715"/>
                  </a:lnTo>
                  <a:lnTo>
                    <a:pt x="884936" y="0"/>
                  </a:lnTo>
                  <a:lnTo>
                    <a:pt x="880808" y="0"/>
                  </a:lnTo>
                  <a:lnTo>
                    <a:pt x="526542" y="0"/>
                  </a:lnTo>
                  <a:lnTo>
                    <a:pt x="526542" y="5715"/>
                  </a:lnTo>
                  <a:lnTo>
                    <a:pt x="529234" y="5715"/>
                  </a:lnTo>
                  <a:lnTo>
                    <a:pt x="529234" y="57150"/>
                  </a:lnTo>
                  <a:lnTo>
                    <a:pt x="526542" y="57150"/>
                  </a:lnTo>
                  <a:lnTo>
                    <a:pt x="526542" y="62865"/>
                  </a:lnTo>
                  <a:lnTo>
                    <a:pt x="529234" y="62865"/>
                  </a:lnTo>
                  <a:lnTo>
                    <a:pt x="529234" y="114300"/>
                  </a:lnTo>
                  <a:lnTo>
                    <a:pt x="526542" y="114300"/>
                  </a:lnTo>
                  <a:lnTo>
                    <a:pt x="526542" y="120015"/>
                  </a:lnTo>
                  <a:lnTo>
                    <a:pt x="529234" y="120015"/>
                  </a:lnTo>
                  <a:lnTo>
                    <a:pt x="529234" y="171450"/>
                  </a:lnTo>
                  <a:lnTo>
                    <a:pt x="526542" y="171450"/>
                  </a:lnTo>
                  <a:lnTo>
                    <a:pt x="526542" y="177165"/>
                  </a:lnTo>
                  <a:lnTo>
                    <a:pt x="529234" y="177165"/>
                  </a:lnTo>
                  <a:lnTo>
                    <a:pt x="529234" y="228600"/>
                  </a:lnTo>
                  <a:lnTo>
                    <a:pt x="526542" y="228600"/>
                  </a:lnTo>
                  <a:lnTo>
                    <a:pt x="526542" y="234315"/>
                  </a:lnTo>
                  <a:lnTo>
                    <a:pt x="529234" y="234315"/>
                  </a:lnTo>
                  <a:lnTo>
                    <a:pt x="539242" y="234315"/>
                  </a:lnTo>
                  <a:lnTo>
                    <a:pt x="880808" y="234315"/>
                  </a:lnTo>
                  <a:lnTo>
                    <a:pt x="884936" y="234315"/>
                  </a:lnTo>
                  <a:lnTo>
                    <a:pt x="893508" y="234315"/>
                  </a:lnTo>
                  <a:lnTo>
                    <a:pt x="2097341" y="234315"/>
                  </a:lnTo>
                  <a:lnTo>
                    <a:pt x="2097341" y="228600"/>
                  </a:lnTo>
                  <a:lnTo>
                    <a:pt x="893508" y="228600"/>
                  </a:lnTo>
                  <a:lnTo>
                    <a:pt x="893508" y="177165"/>
                  </a:lnTo>
                  <a:lnTo>
                    <a:pt x="2097341" y="177165"/>
                  </a:lnTo>
                  <a:lnTo>
                    <a:pt x="2097341" y="171450"/>
                  </a:lnTo>
                  <a:lnTo>
                    <a:pt x="893508" y="171450"/>
                  </a:lnTo>
                  <a:lnTo>
                    <a:pt x="893508" y="120015"/>
                  </a:lnTo>
                  <a:lnTo>
                    <a:pt x="2097341" y="120015"/>
                  </a:lnTo>
                  <a:lnTo>
                    <a:pt x="2097341" y="114300"/>
                  </a:lnTo>
                  <a:lnTo>
                    <a:pt x="893508" y="114300"/>
                  </a:lnTo>
                  <a:lnTo>
                    <a:pt x="893508" y="62865"/>
                  </a:lnTo>
                  <a:lnTo>
                    <a:pt x="2097341" y="62865"/>
                  </a:lnTo>
                  <a:lnTo>
                    <a:pt x="2097341" y="57150"/>
                  </a:lnTo>
                  <a:lnTo>
                    <a:pt x="893508" y="57150"/>
                  </a:lnTo>
                  <a:lnTo>
                    <a:pt x="893508" y="5715"/>
                  </a:lnTo>
                  <a:lnTo>
                    <a:pt x="2097341" y="5715"/>
                  </a:lnTo>
                  <a:lnTo>
                    <a:pt x="20973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>
              <a:extLst>
                <a:ext uri="{FF2B5EF4-FFF2-40B4-BE49-F238E27FC236}">
                  <a16:creationId xmlns:a16="http://schemas.microsoft.com/office/drawing/2014/main" id="{90C5B58E-9788-4242-C2A6-8D74D5D82BD0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105963" y="4051460"/>
              <a:ext cx="75437" cy="210692"/>
            </a:xfrm>
            <a:prstGeom prst="rect">
              <a:avLst/>
            </a:prstGeom>
          </p:spPr>
        </p:pic>
        <p:pic>
          <p:nvPicPr>
            <p:cNvPr id="83" name="object 83">
              <a:extLst>
                <a:ext uri="{FF2B5EF4-FFF2-40B4-BE49-F238E27FC236}">
                  <a16:creationId xmlns:a16="http://schemas.microsoft.com/office/drawing/2014/main" id="{EACFEF38-9D23-8476-FB76-361D0738D1E0}"/>
                </a:ext>
              </a:extLst>
            </p:cNvPr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150095" y="3852959"/>
              <a:ext cx="94059" cy="107156"/>
            </a:xfrm>
            <a:prstGeom prst="rect">
              <a:avLst/>
            </a:prstGeom>
          </p:spPr>
        </p:pic>
      </p:grpSp>
      <p:sp>
        <p:nvSpPr>
          <p:cNvPr id="84" name="object 84">
            <a:extLst>
              <a:ext uri="{FF2B5EF4-FFF2-40B4-BE49-F238E27FC236}">
                <a16:creationId xmlns:a16="http://schemas.microsoft.com/office/drawing/2014/main" id="{E23E122A-29BD-FF66-CACD-6027F3EC0137}"/>
              </a:ext>
            </a:extLst>
          </p:cNvPr>
          <p:cNvSpPr txBox="1"/>
          <p:nvPr/>
        </p:nvSpPr>
        <p:spPr>
          <a:xfrm>
            <a:off x="266700" y="3761011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45" dirty="0">
                <a:latin typeface="Bauer Bodoni Std Bold Cond" panose="02070903080706020303" pitchFamily="18" charset="77"/>
                <a:cs typeface="Georgia"/>
              </a:rPr>
              <a:t>48</a:t>
            </a:r>
            <a:endParaRPr sz="750" b="1">
              <a:latin typeface="Bauer Bodoni Std Bold Cond" panose="02070903080706020303" pitchFamily="18" charset="77"/>
              <a:cs typeface="Georgia"/>
            </a:endParaRPr>
          </a:p>
        </p:txBody>
      </p:sp>
      <p:sp>
        <p:nvSpPr>
          <p:cNvPr id="85" name="object 85">
            <a:extLst>
              <a:ext uri="{FF2B5EF4-FFF2-40B4-BE49-F238E27FC236}">
                <a16:creationId xmlns:a16="http://schemas.microsoft.com/office/drawing/2014/main" id="{70A693C2-5F06-8DB2-A141-46AB96D5C5EE}"/>
              </a:ext>
            </a:extLst>
          </p:cNvPr>
          <p:cNvSpPr txBox="1"/>
          <p:nvPr/>
        </p:nvSpPr>
        <p:spPr>
          <a:xfrm>
            <a:off x="5250505" y="3858166"/>
            <a:ext cx="150495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-25" dirty="0">
                <a:latin typeface="Bauer Bodoni Std" panose="02070603080706020303" pitchFamily="18" charset="77"/>
                <a:cs typeface="Times New Roman"/>
              </a:rPr>
              <a:t>300</a:t>
            </a:r>
            <a:endParaRPr sz="650" dirty="0">
              <a:latin typeface="Bauer Bodoni Std" panose="02070603080706020303" pitchFamily="18" charset="77"/>
              <a:cs typeface="Times New Roman"/>
            </a:endParaRPr>
          </a:p>
        </p:txBody>
      </p:sp>
      <p:grpSp>
        <p:nvGrpSpPr>
          <p:cNvPr id="86" name="object 86">
            <a:extLst>
              <a:ext uri="{FF2B5EF4-FFF2-40B4-BE49-F238E27FC236}">
                <a16:creationId xmlns:a16="http://schemas.microsoft.com/office/drawing/2014/main" id="{73C27A71-4154-C438-F390-9C5E5237BBC1}"/>
              </a:ext>
            </a:extLst>
          </p:cNvPr>
          <p:cNvGrpSpPr/>
          <p:nvPr/>
        </p:nvGrpSpPr>
        <p:grpSpPr>
          <a:xfrm>
            <a:off x="266700" y="4011836"/>
            <a:ext cx="7051675" cy="1679575"/>
            <a:chOff x="266700" y="4011836"/>
            <a:chExt cx="7051675" cy="1679575"/>
          </a:xfrm>
        </p:grpSpPr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6701DAC6-D6CE-1296-07BE-1160B33C331E}"/>
                </a:ext>
              </a:extLst>
            </p:cNvPr>
            <p:cNvSpPr/>
            <p:nvPr/>
          </p:nvSpPr>
          <p:spPr>
            <a:xfrm>
              <a:off x="5710936" y="4042698"/>
              <a:ext cx="554990" cy="232410"/>
            </a:xfrm>
            <a:custGeom>
              <a:avLst/>
              <a:gdLst/>
              <a:ahLst/>
              <a:cxnLst/>
              <a:rect l="l" t="t" r="r" b="b"/>
              <a:pathLst>
                <a:path w="554989" h="232410">
                  <a:moveTo>
                    <a:pt x="72301" y="54864"/>
                  </a:moveTo>
                  <a:lnTo>
                    <a:pt x="0" y="54864"/>
                  </a:lnTo>
                  <a:lnTo>
                    <a:pt x="0" y="83439"/>
                  </a:lnTo>
                  <a:lnTo>
                    <a:pt x="72301" y="83439"/>
                  </a:lnTo>
                  <a:lnTo>
                    <a:pt x="72301" y="54864"/>
                  </a:lnTo>
                  <a:close/>
                </a:path>
                <a:path w="554989" h="232410">
                  <a:moveTo>
                    <a:pt x="554405" y="0"/>
                  </a:moveTo>
                  <a:lnTo>
                    <a:pt x="545833" y="0"/>
                  </a:lnTo>
                  <a:lnTo>
                    <a:pt x="545833" y="232029"/>
                  </a:lnTo>
                  <a:lnTo>
                    <a:pt x="554405" y="232029"/>
                  </a:lnTo>
                  <a:lnTo>
                    <a:pt x="5544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>
              <a:extLst>
                <a:ext uri="{FF2B5EF4-FFF2-40B4-BE49-F238E27FC236}">
                  <a16:creationId xmlns:a16="http://schemas.microsoft.com/office/drawing/2014/main" id="{3D707923-80C1-38A8-6A83-673EA1E72CE3}"/>
                </a:ext>
              </a:extLst>
            </p:cNvPr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286684" y="4688682"/>
              <a:ext cx="183641" cy="99822"/>
            </a:xfrm>
            <a:prstGeom prst="rect">
              <a:avLst/>
            </a:prstGeom>
          </p:spPr>
        </p:pic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A2654C45-CEA6-3F8D-8EA4-7E83BC163254}"/>
                </a:ext>
              </a:extLst>
            </p:cNvPr>
            <p:cNvSpPr/>
            <p:nvPr/>
          </p:nvSpPr>
          <p:spPr>
            <a:xfrm>
              <a:off x="266700" y="4011837"/>
              <a:ext cx="7014209" cy="1456055"/>
            </a:xfrm>
            <a:custGeom>
              <a:avLst/>
              <a:gdLst/>
              <a:ahLst/>
              <a:cxnLst/>
              <a:rect l="l" t="t" r="r" b="b"/>
              <a:pathLst>
                <a:path w="7014209" h="1456054">
                  <a:moveTo>
                    <a:pt x="489775" y="1450124"/>
                  </a:moveTo>
                  <a:lnTo>
                    <a:pt x="0" y="1450124"/>
                  </a:lnTo>
                  <a:lnTo>
                    <a:pt x="0" y="1455839"/>
                  </a:lnTo>
                  <a:lnTo>
                    <a:pt x="489775" y="1455839"/>
                  </a:lnTo>
                  <a:lnTo>
                    <a:pt x="489775" y="1450124"/>
                  </a:lnTo>
                  <a:close/>
                </a:path>
                <a:path w="7014209" h="1456054">
                  <a:moveTo>
                    <a:pt x="489775" y="1392974"/>
                  </a:moveTo>
                  <a:lnTo>
                    <a:pt x="0" y="1392974"/>
                  </a:lnTo>
                  <a:lnTo>
                    <a:pt x="0" y="1398689"/>
                  </a:lnTo>
                  <a:lnTo>
                    <a:pt x="489775" y="1398689"/>
                  </a:lnTo>
                  <a:lnTo>
                    <a:pt x="489775" y="1392974"/>
                  </a:lnTo>
                  <a:close/>
                </a:path>
                <a:path w="7014209" h="1456054">
                  <a:moveTo>
                    <a:pt x="489775" y="1335824"/>
                  </a:moveTo>
                  <a:lnTo>
                    <a:pt x="0" y="1335824"/>
                  </a:lnTo>
                  <a:lnTo>
                    <a:pt x="0" y="1341539"/>
                  </a:lnTo>
                  <a:lnTo>
                    <a:pt x="489775" y="1341539"/>
                  </a:lnTo>
                  <a:lnTo>
                    <a:pt x="489775" y="1335824"/>
                  </a:lnTo>
                  <a:close/>
                </a:path>
                <a:path w="7014209" h="1456054">
                  <a:moveTo>
                    <a:pt x="489775" y="1278674"/>
                  </a:moveTo>
                  <a:lnTo>
                    <a:pt x="0" y="1278674"/>
                  </a:lnTo>
                  <a:lnTo>
                    <a:pt x="0" y="1284389"/>
                  </a:lnTo>
                  <a:lnTo>
                    <a:pt x="489775" y="1284389"/>
                  </a:lnTo>
                  <a:lnTo>
                    <a:pt x="489775" y="1278674"/>
                  </a:lnTo>
                  <a:close/>
                </a:path>
                <a:path w="7014209" h="1456054">
                  <a:moveTo>
                    <a:pt x="489775" y="1221524"/>
                  </a:moveTo>
                  <a:lnTo>
                    <a:pt x="0" y="1221524"/>
                  </a:lnTo>
                  <a:lnTo>
                    <a:pt x="0" y="1227239"/>
                  </a:lnTo>
                  <a:lnTo>
                    <a:pt x="489775" y="1227239"/>
                  </a:lnTo>
                  <a:lnTo>
                    <a:pt x="489775" y="1221524"/>
                  </a:lnTo>
                  <a:close/>
                </a:path>
                <a:path w="7014209" h="1456054">
                  <a:moveTo>
                    <a:pt x="7001192" y="28575"/>
                  </a:moveTo>
                  <a:lnTo>
                    <a:pt x="6923430" y="28575"/>
                  </a:lnTo>
                  <a:lnTo>
                    <a:pt x="6923430" y="0"/>
                  </a:lnTo>
                  <a:lnTo>
                    <a:pt x="6913423" y="0"/>
                  </a:lnTo>
                  <a:lnTo>
                    <a:pt x="6913423" y="257175"/>
                  </a:lnTo>
                  <a:lnTo>
                    <a:pt x="6727914" y="257175"/>
                  </a:lnTo>
                  <a:lnTo>
                    <a:pt x="6763207" y="234315"/>
                  </a:lnTo>
                  <a:lnTo>
                    <a:pt x="6767843" y="219748"/>
                  </a:lnTo>
                  <a:lnTo>
                    <a:pt x="6767652" y="212509"/>
                  </a:lnTo>
                  <a:lnTo>
                    <a:pt x="6767563" y="212331"/>
                  </a:lnTo>
                  <a:lnTo>
                    <a:pt x="6767563" y="205740"/>
                  </a:lnTo>
                  <a:lnTo>
                    <a:pt x="6913423" y="205740"/>
                  </a:lnTo>
                  <a:lnTo>
                    <a:pt x="6913423" y="200025"/>
                  </a:lnTo>
                  <a:lnTo>
                    <a:pt x="6767563" y="200025"/>
                  </a:lnTo>
                  <a:lnTo>
                    <a:pt x="6767563" y="148590"/>
                  </a:lnTo>
                  <a:lnTo>
                    <a:pt x="6913423" y="148590"/>
                  </a:lnTo>
                  <a:lnTo>
                    <a:pt x="6913423" y="142875"/>
                  </a:lnTo>
                  <a:lnTo>
                    <a:pt x="6767563" y="142875"/>
                  </a:lnTo>
                  <a:lnTo>
                    <a:pt x="6767563" y="91440"/>
                  </a:lnTo>
                  <a:lnTo>
                    <a:pt x="6913423" y="91440"/>
                  </a:lnTo>
                  <a:lnTo>
                    <a:pt x="6913423" y="85725"/>
                  </a:lnTo>
                  <a:lnTo>
                    <a:pt x="6767563" y="85725"/>
                  </a:lnTo>
                  <a:lnTo>
                    <a:pt x="6767563" y="34290"/>
                  </a:lnTo>
                  <a:lnTo>
                    <a:pt x="6913423" y="34290"/>
                  </a:lnTo>
                  <a:lnTo>
                    <a:pt x="6913423" y="0"/>
                  </a:lnTo>
                  <a:lnTo>
                    <a:pt x="6767563" y="0"/>
                  </a:lnTo>
                  <a:lnTo>
                    <a:pt x="6757556" y="0"/>
                  </a:lnTo>
                  <a:lnTo>
                    <a:pt x="6757556" y="200025"/>
                  </a:lnTo>
                  <a:lnTo>
                    <a:pt x="6754114" y="200025"/>
                  </a:lnTo>
                  <a:lnTo>
                    <a:pt x="6749085" y="198691"/>
                  </a:lnTo>
                  <a:lnTo>
                    <a:pt x="6740703" y="198882"/>
                  </a:lnTo>
                  <a:lnTo>
                    <a:pt x="6732778" y="199847"/>
                  </a:lnTo>
                  <a:lnTo>
                    <a:pt x="6732181" y="200025"/>
                  </a:lnTo>
                  <a:lnTo>
                    <a:pt x="6717576" y="200025"/>
                  </a:lnTo>
                  <a:lnTo>
                    <a:pt x="6717576" y="205740"/>
                  </a:lnTo>
                  <a:lnTo>
                    <a:pt x="6717347" y="205854"/>
                  </a:lnTo>
                  <a:lnTo>
                    <a:pt x="6709842" y="210883"/>
                  </a:lnTo>
                  <a:lnTo>
                    <a:pt x="6703149" y="216687"/>
                  </a:lnTo>
                  <a:lnTo>
                    <a:pt x="6698196" y="222961"/>
                  </a:lnTo>
                  <a:lnTo>
                    <a:pt x="6694995" y="229692"/>
                  </a:lnTo>
                  <a:lnTo>
                    <a:pt x="6693548" y="236893"/>
                  </a:lnTo>
                  <a:lnTo>
                    <a:pt x="6693738" y="243370"/>
                  </a:lnTo>
                  <a:lnTo>
                    <a:pt x="6696215" y="248602"/>
                  </a:lnTo>
                  <a:lnTo>
                    <a:pt x="6700977" y="252603"/>
                  </a:lnTo>
                  <a:lnTo>
                    <a:pt x="6705549" y="256222"/>
                  </a:lnTo>
                  <a:lnTo>
                    <a:pt x="6708495" y="257175"/>
                  </a:lnTo>
                  <a:lnTo>
                    <a:pt x="6455829" y="257175"/>
                  </a:lnTo>
                  <a:lnTo>
                    <a:pt x="6455829" y="205740"/>
                  </a:lnTo>
                  <a:lnTo>
                    <a:pt x="6717576" y="205740"/>
                  </a:lnTo>
                  <a:lnTo>
                    <a:pt x="6717576" y="200025"/>
                  </a:lnTo>
                  <a:lnTo>
                    <a:pt x="6572047" y="200025"/>
                  </a:lnTo>
                  <a:lnTo>
                    <a:pt x="6579616" y="197954"/>
                  </a:lnTo>
                  <a:lnTo>
                    <a:pt x="6587744" y="194373"/>
                  </a:lnTo>
                  <a:lnTo>
                    <a:pt x="6611975" y="162598"/>
                  </a:lnTo>
                  <a:lnTo>
                    <a:pt x="6611785" y="155359"/>
                  </a:lnTo>
                  <a:lnTo>
                    <a:pt x="6611696" y="155181"/>
                  </a:lnTo>
                  <a:lnTo>
                    <a:pt x="6611696" y="148590"/>
                  </a:lnTo>
                  <a:lnTo>
                    <a:pt x="6757556" y="148590"/>
                  </a:lnTo>
                  <a:lnTo>
                    <a:pt x="6757556" y="142875"/>
                  </a:lnTo>
                  <a:lnTo>
                    <a:pt x="6611696" y="142875"/>
                  </a:lnTo>
                  <a:lnTo>
                    <a:pt x="6611696" y="91440"/>
                  </a:lnTo>
                  <a:lnTo>
                    <a:pt x="6757556" y="91440"/>
                  </a:lnTo>
                  <a:lnTo>
                    <a:pt x="6757556" y="85725"/>
                  </a:lnTo>
                  <a:lnTo>
                    <a:pt x="6611696" y="85725"/>
                  </a:lnTo>
                  <a:lnTo>
                    <a:pt x="6611696" y="34290"/>
                  </a:lnTo>
                  <a:lnTo>
                    <a:pt x="6757556" y="34290"/>
                  </a:lnTo>
                  <a:lnTo>
                    <a:pt x="6757556" y="0"/>
                  </a:lnTo>
                  <a:lnTo>
                    <a:pt x="6611696" y="0"/>
                  </a:lnTo>
                  <a:lnTo>
                    <a:pt x="6601688" y="0"/>
                  </a:lnTo>
                  <a:lnTo>
                    <a:pt x="6601688" y="34290"/>
                  </a:lnTo>
                  <a:lnTo>
                    <a:pt x="6601688" y="85725"/>
                  </a:lnTo>
                  <a:lnTo>
                    <a:pt x="6601688" y="91440"/>
                  </a:lnTo>
                  <a:lnTo>
                    <a:pt x="6601688" y="142875"/>
                  </a:lnTo>
                  <a:lnTo>
                    <a:pt x="6598247" y="142875"/>
                  </a:lnTo>
                  <a:lnTo>
                    <a:pt x="6593218" y="141541"/>
                  </a:lnTo>
                  <a:lnTo>
                    <a:pt x="6584836" y="141732"/>
                  </a:lnTo>
                  <a:lnTo>
                    <a:pt x="6576911" y="142697"/>
                  </a:lnTo>
                  <a:lnTo>
                    <a:pt x="6576314" y="142875"/>
                  </a:lnTo>
                  <a:lnTo>
                    <a:pt x="6561709" y="142875"/>
                  </a:lnTo>
                  <a:lnTo>
                    <a:pt x="6561709" y="148590"/>
                  </a:lnTo>
                  <a:lnTo>
                    <a:pt x="6561480" y="148704"/>
                  </a:lnTo>
                  <a:lnTo>
                    <a:pt x="6553975" y="153733"/>
                  </a:lnTo>
                  <a:lnTo>
                    <a:pt x="6547282" y="159537"/>
                  </a:lnTo>
                  <a:lnTo>
                    <a:pt x="6542329" y="165811"/>
                  </a:lnTo>
                  <a:lnTo>
                    <a:pt x="6539128" y="172542"/>
                  </a:lnTo>
                  <a:lnTo>
                    <a:pt x="6537680" y="179743"/>
                  </a:lnTo>
                  <a:lnTo>
                    <a:pt x="6537871" y="186220"/>
                  </a:lnTo>
                  <a:lnTo>
                    <a:pt x="6540347" y="191452"/>
                  </a:lnTo>
                  <a:lnTo>
                    <a:pt x="6545110" y="195453"/>
                  </a:lnTo>
                  <a:lnTo>
                    <a:pt x="6549682" y="199072"/>
                  </a:lnTo>
                  <a:lnTo>
                    <a:pt x="6552628" y="200025"/>
                  </a:lnTo>
                  <a:lnTo>
                    <a:pt x="6455829" y="200025"/>
                  </a:lnTo>
                  <a:lnTo>
                    <a:pt x="6455829" y="148590"/>
                  </a:lnTo>
                  <a:lnTo>
                    <a:pt x="6561709" y="148590"/>
                  </a:lnTo>
                  <a:lnTo>
                    <a:pt x="6561709" y="142875"/>
                  </a:lnTo>
                  <a:lnTo>
                    <a:pt x="6455829" y="142875"/>
                  </a:lnTo>
                  <a:lnTo>
                    <a:pt x="6455829" y="91440"/>
                  </a:lnTo>
                  <a:lnTo>
                    <a:pt x="6601688" y="91440"/>
                  </a:lnTo>
                  <a:lnTo>
                    <a:pt x="6601688" y="85725"/>
                  </a:lnTo>
                  <a:lnTo>
                    <a:pt x="6455829" y="85725"/>
                  </a:lnTo>
                  <a:lnTo>
                    <a:pt x="6455829" y="34290"/>
                  </a:lnTo>
                  <a:lnTo>
                    <a:pt x="6601688" y="34290"/>
                  </a:lnTo>
                  <a:lnTo>
                    <a:pt x="6601688" y="0"/>
                  </a:lnTo>
                  <a:lnTo>
                    <a:pt x="6455829" y="0"/>
                  </a:lnTo>
                  <a:lnTo>
                    <a:pt x="6445821" y="0"/>
                  </a:lnTo>
                  <a:lnTo>
                    <a:pt x="6445821" y="28575"/>
                  </a:lnTo>
                  <a:lnTo>
                    <a:pt x="5985942" y="28575"/>
                  </a:lnTo>
                  <a:lnTo>
                    <a:pt x="5985942" y="34290"/>
                  </a:lnTo>
                  <a:lnTo>
                    <a:pt x="6445821" y="34290"/>
                  </a:lnTo>
                  <a:lnTo>
                    <a:pt x="6445821" y="85725"/>
                  </a:lnTo>
                  <a:lnTo>
                    <a:pt x="6445821" y="91440"/>
                  </a:lnTo>
                  <a:lnTo>
                    <a:pt x="6445821" y="142875"/>
                  </a:lnTo>
                  <a:lnTo>
                    <a:pt x="6445821" y="148590"/>
                  </a:lnTo>
                  <a:lnTo>
                    <a:pt x="6445821" y="200025"/>
                  </a:lnTo>
                  <a:lnTo>
                    <a:pt x="6092647" y="200025"/>
                  </a:lnTo>
                  <a:lnTo>
                    <a:pt x="6096660" y="192887"/>
                  </a:lnTo>
                  <a:lnTo>
                    <a:pt x="6099899" y="188125"/>
                  </a:lnTo>
                  <a:lnTo>
                    <a:pt x="6103988" y="185839"/>
                  </a:lnTo>
                  <a:lnTo>
                    <a:pt x="6108941" y="186029"/>
                  </a:lnTo>
                  <a:lnTo>
                    <a:pt x="6114085" y="186410"/>
                  </a:lnTo>
                  <a:lnTo>
                    <a:pt x="6119419" y="188125"/>
                  </a:lnTo>
                  <a:lnTo>
                    <a:pt x="6124943" y="191173"/>
                  </a:lnTo>
                  <a:lnTo>
                    <a:pt x="6128372" y="186601"/>
                  </a:lnTo>
                  <a:lnTo>
                    <a:pt x="6113513" y="166878"/>
                  </a:lnTo>
                  <a:lnTo>
                    <a:pt x="6108751" y="159639"/>
                  </a:lnTo>
                  <a:lnTo>
                    <a:pt x="6106274" y="152019"/>
                  </a:lnTo>
                  <a:lnTo>
                    <a:pt x="6106185" y="148590"/>
                  </a:lnTo>
                  <a:lnTo>
                    <a:pt x="6445821" y="148590"/>
                  </a:lnTo>
                  <a:lnTo>
                    <a:pt x="6445821" y="142875"/>
                  </a:lnTo>
                  <a:lnTo>
                    <a:pt x="6106338" y="142875"/>
                  </a:lnTo>
                  <a:lnTo>
                    <a:pt x="6108306" y="134200"/>
                  </a:lnTo>
                  <a:lnTo>
                    <a:pt x="6112942" y="123875"/>
                  </a:lnTo>
                  <a:lnTo>
                    <a:pt x="6120015" y="113055"/>
                  </a:lnTo>
                  <a:lnTo>
                    <a:pt x="6129515" y="101727"/>
                  </a:lnTo>
                  <a:lnTo>
                    <a:pt x="6121006" y="91440"/>
                  </a:lnTo>
                  <a:lnTo>
                    <a:pt x="6445821" y="91440"/>
                  </a:lnTo>
                  <a:lnTo>
                    <a:pt x="6445821" y="85725"/>
                  </a:lnTo>
                  <a:lnTo>
                    <a:pt x="6116282" y="85725"/>
                  </a:lnTo>
                  <a:lnTo>
                    <a:pt x="6092660" y="57150"/>
                  </a:lnTo>
                  <a:lnTo>
                    <a:pt x="6082944" y="57150"/>
                  </a:lnTo>
                  <a:lnTo>
                    <a:pt x="6087529" y="62890"/>
                  </a:lnTo>
                  <a:lnTo>
                    <a:pt x="6091301" y="68935"/>
                  </a:lnTo>
                  <a:lnTo>
                    <a:pt x="6094247" y="75311"/>
                  </a:lnTo>
                  <a:lnTo>
                    <a:pt x="6096368" y="82016"/>
                  </a:lnTo>
                  <a:lnTo>
                    <a:pt x="6096406" y="85725"/>
                  </a:lnTo>
                  <a:lnTo>
                    <a:pt x="5985942" y="85725"/>
                  </a:lnTo>
                  <a:lnTo>
                    <a:pt x="5985942" y="91440"/>
                  </a:lnTo>
                  <a:lnTo>
                    <a:pt x="6096025" y="91440"/>
                  </a:lnTo>
                  <a:lnTo>
                    <a:pt x="6095517" y="95021"/>
                  </a:lnTo>
                  <a:lnTo>
                    <a:pt x="6073800" y="127444"/>
                  </a:lnTo>
                  <a:lnTo>
                    <a:pt x="6085649" y="142875"/>
                  </a:lnTo>
                  <a:lnTo>
                    <a:pt x="5985942" y="142875"/>
                  </a:lnTo>
                  <a:lnTo>
                    <a:pt x="5985942" y="148590"/>
                  </a:lnTo>
                  <a:lnTo>
                    <a:pt x="6090043" y="148590"/>
                  </a:lnTo>
                  <a:lnTo>
                    <a:pt x="6109805" y="174307"/>
                  </a:lnTo>
                  <a:lnTo>
                    <a:pt x="6109805" y="174879"/>
                  </a:lnTo>
                  <a:lnTo>
                    <a:pt x="6103137" y="171259"/>
                  </a:lnTo>
                  <a:lnTo>
                    <a:pt x="6097232" y="169456"/>
                  </a:lnTo>
                  <a:lnTo>
                    <a:pt x="6092088" y="169456"/>
                  </a:lnTo>
                  <a:lnTo>
                    <a:pt x="6083211" y="170789"/>
                  </a:lnTo>
                  <a:lnTo>
                    <a:pt x="6076581" y="174523"/>
                  </a:lnTo>
                  <a:lnTo>
                    <a:pt x="6072213" y="180657"/>
                  </a:lnTo>
                  <a:lnTo>
                    <a:pt x="6070079" y="189166"/>
                  </a:lnTo>
                  <a:lnTo>
                    <a:pt x="6071311" y="195668"/>
                  </a:lnTo>
                  <a:lnTo>
                    <a:pt x="6072937" y="200025"/>
                  </a:lnTo>
                  <a:lnTo>
                    <a:pt x="5985942" y="200025"/>
                  </a:lnTo>
                  <a:lnTo>
                    <a:pt x="5985942" y="205740"/>
                  </a:lnTo>
                  <a:lnTo>
                    <a:pt x="6075921" y="205740"/>
                  </a:lnTo>
                  <a:lnTo>
                    <a:pt x="6076886" y="207391"/>
                  </a:lnTo>
                  <a:lnTo>
                    <a:pt x="6081230" y="212598"/>
                  </a:lnTo>
                  <a:lnTo>
                    <a:pt x="6101804" y="230606"/>
                  </a:lnTo>
                  <a:lnTo>
                    <a:pt x="6104941" y="226034"/>
                  </a:lnTo>
                  <a:lnTo>
                    <a:pt x="6101321" y="223177"/>
                  </a:lnTo>
                  <a:lnTo>
                    <a:pt x="6098083" y="218694"/>
                  </a:lnTo>
                  <a:lnTo>
                    <a:pt x="6095225" y="212598"/>
                  </a:lnTo>
                  <a:lnTo>
                    <a:pt x="6092177" y="206502"/>
                  </a:lnTo>
                  <a:lnTo>
                    <a:pt x="6092228" y="205740"/>
                  </a:lnTo>
                  <a:lnTo>
                    <a:pt x="6445821" y="205740"/>
                  </a:lnTo>
                  <a:lnTo>
                    <a:pt x="6445821" y="257175"/>
                  </a:lnTo>
                  <a:lnTo>
                    <a:pt x="5985942" y="257175"/>
                  </a:lnTo>
                  <a:lnTo>
                    <a:pt x="5985942" y="262890"/>
                  </a:lnTo>
                  <a:lnTo>
                    <a:pt x="6445821" y="262890"/>
                  </a:lnTo>
                  <a:lnTo>
                    <a:pt x="6445821" y="287718"/>
                  </a:lnTo>
                  <a:lnTo>
                    <a:pt x="6443827" y="286131"/>
                  </a:lnTo>
                  <a:lnTo>
                    <a:pt x="6437350" y="284416"/>
                  </a:lnTo>
                  <a:lnTo>
                    <a:pt x="6398107" y="296608"/>
                  </a:lnTo>
                  <a:lnTo>
                    <a:pt x="6385471" y="310756"/>
                  </a:lnTo>
                  <a:lnTo>
                    <a:pt x="6365303" y="310756"/>
                  </a:lnTo>
                  <a:lnTo>
                    <a:pt x="6365303" y="317906"/>
                  </a:lnTo>
                  <a:lnTo>
                    <a:pt x="6382753" y="317906"/>
                  </a:lnTo>
                  <a:lnTo>
                    <a:pt x="6381813" y="322618"/>
                  </a:lnTo>
                  <a:lnTo>
                    <a:pt x="6406959" y="344043"/>
                  </a:lnTo>
                  <a:lnTo>
                    <a:pt x="6415443" y="343103"/>
                  </a:lnTo>
                  <a:lnTo>
                    <a:pt x="6451473" y="320040"/>
                  </a:lnTo>
                  <a:lnTo>
                    <a:pt x="6452438" y="317906"/>
                  </a:lnTo>
                  <a:lnTo>
                    <a:pt x="6476441" y="317906"/>
                  </a:lnTo>
                  <a:lnTo>
                    <a:pt x="6476441" y="310756"/>
                  </a:lnTo>
                  <a:lnTo>
                    <a:pt x="6455105" y="310756"/>
                  </a:lnTo>
                  <a:lnTo>
                    <a:pt x="6456108" y="305473"/>
                  </a:lnTo>
                  <a:lnTo>
                    <a:pt x="6455918" y="298234"/>
                  </a:lnTo>
                  <a:lnTo>
                    <a:pt x="6455829" y="298056"/>
                  </a:lnTo>
                  <a:lnTo>
                    <a:pt x="6455829" y="262890"/>
                  </a:lnTo>
                  <a:lnTo>
                    <a:pt x="6913423" y="262890"/>
                  </a:lnTo>
                  <a:lnTo>
                    <a:pt x="6913423" y="287718"/>
                  </a:lnTo>
                  <a:lnTo>
                    <a:pt x="6911429" y="286131"/>
                  </a:lnTo>
                  <a:lnTo>
                    <a:pt x="6904952" y="284416"/>
                  </a:lnTo>
                  <a:lnTo>
                    <a:pt x="6865709" y="296608"/>
                  </a:lnTo>
                  <a:lnTo>
                    <a:pt x="6853072" y="310756"/>
                  </a:lnTo>
                  <a:lnTo>
                    <a:pt x="6832905" y="310756"/>
                  </a:lnTo>
                  <a:lnTo>
                    <a:pt x="6832905" y="317906"/>
                  </a:lnTo>
                  <a:lnTo>
                    <a:pt x="6850354" y="317906"/>
                  </a:lnTo>
                  <a:lnTo>
                    <a:pt x="6849415" y="322618"/>
                  </a:lnTo>
                  <a:lnTo>
                    <a:pt x="6874561" y="344043"/>
                  </a:lnTo>
                  <a:lnTo>
                    <a:pt x="6883044" y="343103"/>
                  </a:lnTo>
                  <a:lnTo>
                    <a:pt x="6919074" y="320040"/>
                  </a:lnTo>
                  <a:lnTo>
                    <a:pt x="6920039" y="317906"/>
                  </a:lnTo>
                  <a:lnTo>
                    <a:pt x="6944042" y="317906"/>
                  </a:lnTo>
                  <a:lnTo>
                    <a:pt x="6944042" y="310756"/>
                  </a:lnTo>
                  <a:lnTo>
                    <a:pt x="6922694" y="310756"/>
                  </a:lnTo>
                  <a:lnTo>
                    <a:pt x="6923710" y="305473"/>
                  </a:lnTo>
                  <a:lnTo>
                    <a:pt x="6923519" y="298234"/>
                  </a:lnTo>
                  <a:lnTo>
                    <a:pt x="6923430" y="298056"/>
                  </a:lnTo>
                  <a:lnTo>
                    <a:pt x="6923430" y="262890"/>
                  </a:lnTo>
                  <a:lnTo>
                    <a:pt x="7001192" y="262890"/>
                  </a:lnTo>
                  <a:lnTo>
                    <a:pt x="7001192" y="257175"/>
                  </a:lnTo>
                  <a:lnTo>
                    <a:pt x="6923430" y="257175"/>
                  </a:lnTo>
                  <a:lnTo>
                    <a:pt x="6923430" y="205740"/>
                  </a:lnTo>
                  <a:lnTo>
                    <a:pt x="7001192" y="205740"/>
                  </a:lnTo>
                  <a:lnTo>
                    <a:pt x="7001192" y="200025"/>
                  </a:lnTo>
                  <a:lnTo>
                    <a:pt x="6923430" y="200025"/>
                  </a:lnTo>
                  <a:lnTo>
                    <a:pt x="6923430" y="148590"/>
                  </a:lnTo>
                  <a:lnTo>
                    <a:pt x="7001192" y="148590"/>
                  </a:lnTo>
                  <a:lnTo>
                    <a:pt x="7001192" y="142875"/>
                  </a:lnTo>
                  <a:lnTo>
                    <a:pt x="6923430" y="142875"/>
                  </a:lnTo>
                  <a:lnTo>
                    <a:pt x="6923430" y="91440"/>
                  </a:lnTo>
                  <a:lnTo>
                    <a:pt x="7001192" y="91440"/>
                  </a:lnTo>
                  <a:lnTo>
                    <a:pt x="7001192" y="85725"/>
                  </a:lnTo>
                  <a:lnTo>
                    <a:pt x="6923430" y="85725"/>
                  </a:lnTo>
                  <a:lnTo>
                    <a:pt x="6923430" y="34290"/>
                  </a:lnTo>
                  <a:lnTo>
                    <a:pt x="7001192" y="34290"/>
                  </a:lnTo>
                  <a:lnTo>
                    <a:pt x="7001192" y="28575"/>
                  </a:lnTo>
                  <a:close/>
                </a:path>
                <a:path w="7014209" h="1456054">
                  <a:moveTo>
                    <a:pt x="7013892" y="30861"/>
                  </a:moveTo>
                  <a:lnTo>
                    <a:pt x="7005320" y="30861"/>
                  </a:lnTo>
                  <a:lnTo>
                    <a:pt x="7005320" y="262890"/>
                  </a:lnTo>
                  <a:lnTo>
                    <a:pt x="7013892" y="262890"/>
                  </a:lnTo>
                  <a:lnTo>
                    <a:pt x="7013892" y="308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>
              <a:extLst>
                <a:ext uri="{FF2B5EF4-FFF2-40B4-BE49-F238E27FC236}">
                  <a16:creationId xmlns:a16="http://schemas.microsoft.com/office/drawing/2014/main" id="{E72568AC-D8DD-3EFF-CD5E-A9D0C9AC641F}"/>
                </a:ext>
              </a:extLst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07975" y="5233360"/>
              <a:ext cx="158876" cy="182879"/>
            </a:xfrm>
            <a:prstGeom prst="rect">
              <a:avLst/>
            </a:prstGeom>
          </p:spPr>
        </p:pic>
        <p:pic>
          <p:nvPicPr>
            <p:cNvPr id="91" name="object 91">
              <a:extLst>
                <a:ext uri="{FF2B5EF4-FFF2-40B4-BE49-F238E27FC236}">
                  <a16:creationId xmlns:a16="http://schemas.microsoft.com/office/drawing/2014/main" id="{B4C0C642-6BB0-47B1-E4E9-EB562A9B3543}"/>
                </a:ext>
              </a:extLst>
            </p:cNvPr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24002" y="5204785"/>
              <a:ext cx="216598" cy="267461"/>
            </a:xfrm>
            <a:prstGeom prst="rect">
              <a:avLst/>
            </a:prstGeom>
          </p:spPr>
        </p:pic>
        <p:sp>
          <p:nvSpPr>
            <p:cNvPr id="92" name="object 92">
              <a:extLst>
                <a:ext uri="{FF2B5EF4-FFF2-40B4-BE49-F238E27FC236}">
                  <a16:creationId xmlns:a16="http://schemas.microsoft.com/office/drawing/2014/main" id="{83FDBDA5-1597-4C64-CAC7-E66949E422CA}"/>
                </a:ext>
              </a:extLst>
            </p:cNvPr>
            <p:cNvSpPr/>
            <p:nvPr/>
          </p:nvSpPr>
          <p:spPr>
            <a:xfrm>
              <a:off x="756475" y="5233362"/>
              <a:ext cx="1009015" cy="234315"/>
            </a:xfrm>
            <a:custGeom>
              <a:avLst/>
              <a:gdLst/>
              <a:ahLst/>
              <a:cxnLst/>
              <a:rect l="l" t="t" r="r" b="b"/>
              <a:pathLst>
                <a:path w="1009014" h="234314">
                  <a:moveTo>
                    <a:pt x="1008900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008900" y="234315"/>
                  </a:lnTo>
                  <a:lnTo>
                    <a:pt x="1008900" y="228600"/>
                  </a:lnTo>
                  <a:close/>
                </a:path>
                <a:path w="1009014" h="234314">
                  <a:moveTo>
                    <a:pt x="1008900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008900" y="177165"/>
                  </a:lnTo>
                  <a:lnTo>
                    <a:pt x="1008900" y="171450"/>
                  </a:lnTo>
                  <a:close/>
                </a:path>
                <a:path w="1009014" h="234314">
                  <a:moveTo>
                    <a:pt x="1008900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008900" y="120015"/>
                  </a:lnTo>
                  <a:lnTo>
                    <a:pt x="1008900" y="114300"/>
                  </a:lnTo>
                  <a:close/>
                </a:path>
                <a:path w="1009014" h="234314">
                  <a:moveTo>
                    <a:pt x="1008900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008900" y="62865"/>
                  </a:lnTo>
                  <a:lnTo>
                    <a:pt x="1008900" y="57150"/>
                  </a:lnTo>
                  <a:close/>
                </a:path>
                <a:path w="1009014" h="234314">
                  <a:moveTo>
                    <a:pt x="1008900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008900" y="5715"/>
                  </a:lnTo>
                  <a:lnTo>
                    <a:pt x="1008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>
              <a:extLst>
                <a:ext uri="{FF2B5EF4-FFF2-40B4-BE49-F238E27FC236}">
                  <a16:creationId xmlns:a16="http://schemas.microsoft.com/office/drawing/2014/main" id="{8160F95D-C565-EF19-A6C9-79B16179C8C1}"/>
                </a:ext>
              </a:extLst>
            </p:cNvPr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80102" y="5319085"/>
              <a:ext cx="111140" cy="229742"/>
            </a:xfrm>
            <a:prstGeom prst="rect">
              <a:avLst/>
            </a:prstGeom>
          </p:spPr>
        </p:pic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7F0177DC-B539-D0E7-0CE9-F2BE18482B7B}"/>
                </a:ext>
              </a:extLst>
            </p:cNvPr>
            <p:cNvSpPr/>
            <p:nvPr/>
          </p:nvSpPr>
          <p:spPr>
            <a:xfrm>
              <a:off x="1098308" y="4040412"/>
              <a:ext cx="2973070" cy="1651000"/>
            </a:xfrm>
            <a:custGeom>
              <a:avLst/>
              <a:gdLst/>
              <a:ahLst/>
              <a:cxnLst/>
              <a:rect l="l" t="t" r="r" b="b"/>
              <a:pathLst>
                <a:path w="2973070" h="1651000">
                  <a:moveTo>
                    <a:pt x="111137" y="1132230"/>
                  </a:moveTo>
                  <a:lnTo>
                    <a:pt x="64503" y="1132230"/>
                  </a:lnTo>
                  <a:lnTo>
                    <a:pt x="66598" y="1131316"/>
                  </a:lnTo>
                  <a:lnTo>
                    <a:pt x="71589" y="1128280"/>
                  </a:lnTo>
                  <a:lnTo>
                    <a:pt x="91579" y="1092174"/>
                  </a:lnTo>
                  <a:lnTo>
                    <a:pt x="88696" y="1085227"/>
                  </a:lnTo>
                  <a:lnTo>
                    <a:pt x="88620" y="1085037"/>
                  </a:lnTo>
                  <a:lnTo>
                    <a:pt x="83096" y="1080465"/>
                  </a:lnTo>
                  <a:lnTo>
                    <a:pt x="83096" y="1089799"/>
                  </a:lnTo>
                  <a:lnTo>
                    <a:pt x="83096" y="1093419"/>
                  </a:lnTo>
                  <a:lnTo>
                    <a:pt x="50520" y="1122654"/>
                  </a:lnTo>
                  <a:lnTo>
                    <a:pt x="34239" y="1128280"/>
                  </a:lnTo>
                  <a:lnTo>
                    <a:pt x="30238" y="1128090"/>
                  </a:lnTo>
                  <a:lnTo>
                    <a:pt x="26517" y="1127747"/>
                  </a:lnTo>
                  <a:lnTo>
                    <a:pt x="26517" y="1118654"/>
                  </a:lnTo>
                  <a:lnTo>
                    <a:pt x="25539" y="1118654"/>
                  </a:lnTo>
                  <a:lnTo>
                    <a:pt x="57950" y="1090650"/>
                  </a:lnTo>
                  <a:lnTo>
                    <a:pt x="72237" y="1085227"/>
                  </a:lnTo>
                  <a:lnTo>
                    <a:pt x="77952" y="1085799"/>
                  </a:lnTo>
                  <a:lnTo>
                    <a:pt x="80810" y="1086180"/>
                  </a:lnTo>
                  <a:lnTo>
                    <a:pt x="82524" y="1087513"/>
                  </a:lnTo>
                  <a:lnTo>
                    <a:pt x="83096" y="1089799"/>
                  </a:lnTo>
                  <a:lnTo>
                    <a:pt x="83096" y="1080465"/>
                  </a:lnTo>
                  <a:lnTo>
                    <a:pt x="81953" y="1079512"/>
                  </a:lnTo>
                  <a:lnTo>
                    <a:pt x="76809" y="1076655"/>
                  </a:lnTo>
                  <a:lnTo>
                    <a:pt x="71005" y="1075512"/>
                  </a:lnTo>
                  <a:lnTo>
                    <a:pt x="64528" y="1076083"/>
                  </a:lnTo>
                  <a:lnTo>
                    <a:pt x="26504" y="1092695"/>
                  </a:lnTo>
                  <a:lnTo>
                    <a:pt x="15849" y="1121702"/>
                  </a:lnTo>
                  <a:lnTo>
                    <a:pt x="16522" y="1123340"/>
                  </a:lnTo>
                  <a:lnTo>
                    <a:pt x="16522" y="1132230"/>
                  </a:lnTo>
                  <a:lnTo>
                    <a:pt x="0" y="1132230"/>
                  </a:lnTo>
                  <a:lnTo>
                    <a:pt x="0" y="1139380"/>
                  </a:lnTo>
                  <a:lnTo>
                    <a:pt x="16522" y="1139380"/>
                  </a:lnTo>
                  <a:lnTo>
                    <a:pt x="16522" y="1229817"/>
                  </a:lnTo>
                  <a:lnTo>
                    <a:pt x="15849" y="1236002"/>
                  </a:lnTo>
                  <a:lnTo>
                    <a:pt x="16522" y="1237640"/>
                  </a:lnTo>
                  <a:lnTo>
                    <a:pt x="16522" y="1421549"/>
                  </a:lnTo>
                  <a:lnTo>
                    <a:pt x="26517" y="1421549"/>
                  </a:lnTo>
                  <a:lnTo>
                    <a:pt x="26517" y="1249159"/>
                  </a:lnTo>
                  <a:lnTo>
                    <a:pt x="30810" y="1251534"/>
                  </a:lnTo>
                  <a:lnTo>
                    <a:pt x="36525" y="1252677"/>
                  </a:lnTo>
                  <a:lnTo>
                    <a:pt x="42811" y="1252105"/>
                  </a:lnTo>
                  <a:lnTo>
                    <a:pt x="50876" y="1251191"/>
                  </a:lnTo>
                  <a:lnTo>
                    <a:pt x="85953" y="1229245"/>
                  </a:lnTo>
                  <a:lnTo>
                    <a:pt x="91579" y="1206474"/>
                  </a:lnTo>
                  <a:lnTo>
                    <a:pt x="88696" y="1199527"/>
                  </a:lnTo>
                  <a:lnTo>
                    <a:pt x="88620" y="1199337"/>
                  </a:lnTo>
                  <a:lnTo>
                    <a:pt x="83096" y="1194765"/>
                  </a:lnTo>
                  <a:lnTo>
                    <a:pt x="83096" y="1204099"/>
                  </a:lnTo>
                  <a:lnTo>
                    <a:pt x="83096" y="1207719"/>
                  </a:lnTo>
                  <a:lnTo>
                    <a:pt x="50520" y="1236954"/>
                  </a:lnTo>
                  <a:lnTo>
                    <a:pt x="34239" y="1242580"/>
                  </a:lnTo>
                  <a:lnTo>
                    <a:pt x="30238" y="1242390"/>
                  </a:lnTo>
                  <a:lnTo>
                    <a:pt x="26517" y="1242047"/>
                  </a:lnTo>
                  <a:lnTo>
                    <a:pt x="26517" y="1230833"/>
                  </a:lnTo>
                  <a:lnTo>
                    <a:pt x="57950" y="1204950"/>
                  </a:lnTo>
                  <a:lnTo>
                    <a:pt x="72237" y="1199527"/>
                  </a:lnTo>
                  <a:lnTo>
                    <a:pt x="77952" y="1200099"/>
                  </a:lnTo>
                  <a:lnTo>
                    <a:pt x="80810" y="1200480"/>
                  </a:lnTo>
                  <a:lnTo>
                    <a:pt x="82524" y="1201813"/>
                  </a:lnTo>
                  <a:lnTo>
                    <a:pt x="83096" y="1204099"/>
                  </a:lnTo>
                  <a:lnTo>
                    <a:pt x="83096" y="1194765"/>
                  </a:lnTo>
                  <a:lnTo>
                    <a:pt x="81953" y="1193812"/>
                  </a:lnTo>
                  <a:lnTo>
                    <a:pt x="76809" y="1190955"/>
                  </a:lnTo>
                  <a:lnTo>
                    <a:pt x="71005" y="1189812"/>
                  </a:lnTo>
                  <a:lnTo>
                    <a:pt x="64528" y="1190383"/>
                  </a:lnTo>
                  <a:lnTo>
                    <a:pt x="26517" y="1206995"/>
                  </a:lnTo>
                  <a:lnTo>
                    <a:pt x="26517" y="1139380"/>
                  </a:lnTo>
                  <a:lnTo>
                    <a:pt x="111137" y="1139380"/>
                  </a:lnTo>
                  <a:lnTo>
                    <a:pt x="111137" y="1132230"/>
                  </a:lnTo>
                  <a:close/>
                </a:path>
                <a:path w="2973070" h="1651000">
                  <a:moveTo>
                    <a:pt x="547573" y="1132230"/>
                  </a:moveTo>
                  <a:lnTo>
                    <a:pt x="498271" y="1132230"/>
                  </a:lnTo>
                  <a:lnTo>
                    <a:pt x="503008" y="1130147"/>
                  </a:lnTo>
                  <a:lnTo>
                    <a:pt x="510959" y="1125232"/>
                  </a:lnTo>
                  <a:lnTo>
                    <a:pt x="517652" y="1119378"/>
                  </a:lnTo>
                  <a:lnTo>
                    <a:pt x="522592" y="1112939"/>
                  </a:lnTo>
                  <a:lnTo>
                    <a:pt x="525792" y="1105941"/>
                  </a:lnTo>
                  <a:lnTo>
                    <a:pt x="527240" y="1098372"/>
                  </a:lnTo>
                  <a:lnTo>
                    <a:pt x="527050" y="1091133"/>
                  </a:lnTo>
                  <a:lnTo>
                    <a:pt x="524484" y="1085888"/>
                  </a:lnTo>
                  <a:lnTo>
                    <a:pt x="519531" y="1082649"/>
                  </a:lnTo>
                  <a:lnTo>
                    <a:pt x="514959" y="1079030"/>
                  </a:lnTo>
                  <a:lnTo>
                    <a:pt x="508482" y="1077315"/>
                  </a:lnTo>
                  <a:lnTo>
                    <a:pt x="500100" y="1077506"/>
                  </a:lnTo>
                  <a:lnTo>
                    <a:pt x="492163" y="1078471"/>
                  </a:lnTo>
                  <a:lnTo>
                    <a:pt x="457593" y="1101585"/>
                  </a:lnTo>
                  <a:lnTo>
                    <a:pt x="452945" y="1115517"/>
                  </a:lnTo>
                  <a:lnTo>
                    <a:pt x="453034" y="1118654"/>
                  </a:lnTo>
                  <a:lnTo>
                    <a:pt x="452945" y="1132230"/>
                  </a:lnTo>
                  <a:lnTo>
                    <a:pt x="436422" y="1132230"/>
                  </a:lnTo>
                  <a:lnTo>
                    <a:pt x="436422" y="1139380"/>
                  </a:lnTo>
                  <a:lnTo>
                    <a:pt x="452945" y="1139380"/>
                  </a:lnTo>
                  <a:lnTo>
                    <a:pt x="452945" y="1229817"/>
                  </a:lnTo>
                  <a:lnTo>
                    <a:pt x="452945" y="1421549"/>
                  </a:lnTo>
                  <a:lnTo>
                    <a:pt x="462953" y="1421549"/>
                  </a:lnTo>
                  <a:lnTo>
                    <a:pt x="462953" y="1247571"/>
                  </a:lnTo>
                  <a:lnTo>
                    <a:pt x="464947" y="1249146"/>
                  </a:lnTo>
                  <a:lnTo>
                    <a:pt x="470852" y="1251051"/>
                  </a:lnTo>
                  <a:lnTo>
                    <a:pt x="478091" y="1251242"/>
                  </a:lnTo>
                  <a:lnTo>
                    <a:pt x="486575" y="1250302"/>
                  </a:lnTo>
                  <a:lnTo>
                    <a:pt x="522592" y="1227239"/>
                  </a:lnTo>
                  <a:lnTo>
                    <a:pt x="527240" y="1212672"/>
                  </a:lnTo>
                  <a:lnTo>
                    <a:pt x="527050" y="1205433"/>
                  </a:lnTo>
                  <a:lnTo>
                    <a:pt x="524484" y="1200188"/>
                  </a:lnTo>
                  <a:lnTo>
                    <a:pt x="519531" y="1196949"/>
                  </a:lnTo>
                  <a:lnTo>
                    <a:pt x="514959" y="1193330"/>
                  </a:lnTo>
                  <a:lnTo>
                    <a:pt x="508482" y="1191615"/>
                  </a:lnTo>
                  <a:lnTo>
                    <a:pt x="500100" y="1191806"/>
                  </a:lnTo>
                  <a:lnTo>
                    <a:pt x="492163" y="1192771"/>
                  </a:lnTo>
                  <a:lnTo>
                    <a:pt x="484378" y="1195095"/>
                  </a:lnTo>
                  <a:lnTo>
                    <a:pt x="476732" y="1198778"/>
                  </a:lnTo>
                  <a:lnTo>
                    <a:pt x="469239" y="1203807"/>
                  </a:lnTo>
                  <a:lnTo>
                    <a:pt x="462953" y="1209255"/>
                  </a:lnTo>
                  <a:lnTo>
                    <a:pt x="462953" y="1139380"/>
                  </a:lnTo>
                  <a:lnTo>
                    <a:pt x="547573" y="1139380"/>
                  </a:lnTo>
                  <a:lnTo>
                    <a:pt x="547573" y="1132230"/>
                  </a:lnTo>
                  <a:close/>
                </a:path>
                <a:path w="2973070" h="1651000">
                  <a:moveTo>
                    <a:pt x="1935619" y="1589430"/>
                  </a:moveTo>
                  <a:lnTo>
                    <a:pt x="1911286" y="1589430"/>
                  </a:lnTo>
                  <a:lnTo>
                    <a:pt x="1910346" y="1585353"/>
                  </a:lnTo>
                  <a:lnTo>
                    <a:pt x="1906701" y="1579003"/>
                  </a:lnTo>
                  <a:lnTo>
                    <a:pt x="1884311" y="1567027"/>
                  </a:lnTo>
                  <a:lnTo>
                    <a:pt x="1884311" y="1610334"/>
                  </a:lnTo>
                  <a:lnTo>
                    <a:pt x="1880120" y="1616621"/>
                  </a:lnTo>
                  <a:lnTo>
                    <a:pt x="1870976" y="1617002"/>
                  </a:lnTo>
                  <a:lnTo>
                    <a:pt x="1864880" y="1617764"/>
                  </a:lnTo>
                  <a:lnTo>
                    <a:pt x="1859546" y="1615478"/>
                  </a:lnTo>
                  <a:lnTo>
                    <a:pt x="1854974" y="1610144"/>
                  </a:lnTo>
                  <a:lnTo>
                    <a:pt x="1850402" y="1604429"/>
                  </a:lnTo>
                  <a:lnTo>
                    <a:pt x="1847735" y="1596999"/>
                  </a:lnTo>
                  <a:lnTo>
                    <a:pt x="1847697" y="1596580"/>
                  </a:lnTo>
                  <a:lnTo>
                    <a:pt x="1883422" y="1596580"/>
                  </a:lnTo>
                  <a:lnTo>
                    <a:pt x="1883549" y="1598142"/>
                  </a:lnTo>
                  <a:lnTo>
                    <a:pt x="1884311" y="1610334"/>
                  </a:lnTo>
                  <a:lnTo>
                    <a:pt x="1884311" y="1567027"/>
                  </a:lnTo>
                  <a:lnTo>
                    <a:pt x="1882851" y="1566672"/>
                  </a:lnTo>
                  <a:lnTo>
                    <a:pt x="1882851" y="1589430"/>
                  </a:lnTo>
                  <a:lnTo>
                    <a:pt x="1847100" y="1589430"/>
                  </a:lnTo>
                  <a:lnTo>
                    <a:pt x="1846973" y="1587855"/>
                  </a:lnTo>
                  <a:lnTo>
                    <a:pt x="1846592" y="1581378"/>
                  </a:lnTo>
                  <a:lnTo>
                    <a:pt x="1846630" y="1581188"/>
                  </a:lnTo>
                  <a:lnTo>
                    <a:pt x="1847354" y="1576806"/>
                  </a:lnTo>
                  <a:lnTo>
                    <a:pt x="1865642" y="1568234"/>
                  </a:lnTo>
                  <a:lnTo>
                    <a:pt x="1870976" y="1570520"/>
                  </a:lnTo>
                  <a:lnTo>
                    <a:pt x="1880120" y="1581188"/>
                  </a:lnTo>
                  <a:lnTo>
                    <a:pt x="1880196" y="1581378"/>
                  </a:lnTo>
                  <a:lnTo>
                    <a:pt x="1882787" y="1588617"/>
                  </a:lnTo>
                  <a:lnTo>
                    <a:pt x="1882851" y="1589430"/>
                  </a:lnTo>
                  <a:lnTo>
                    <a:pt x="1882851" y="1566672"/>
                  </a:lnTo>
                  <a:lnTo>
                    <a:pt x="1878406" y="1565567"/>
                  </a:lnTo>
                  <a:lnTo>
                    <a:pt x="1871129" y="1564576"/>
                  </a:lnTo>
                  <a:lnTo>
                    <a:pt x="1864118" y="1564424"/>
                  </a:lnTo>
                  <a:lnTo>
                    <a:pt x="1857375" y="1564576"/>
                  </a:lnTo>
                  <a:lnTo>
                    <a:pt x="1819871" y="1585353"/>
                  </a:lnTo>
                  <a:lnTo>
                    <a:pt x="1819084" y="1589430"/>
                  </a:lnTo>
                  <a:lnTo>
                    <a:pt x="1798726" y="1589430"/>
                  </a:lnTo>
                  <a:lnTo>
                    <a:pt x="1798726" y="1596580"/>
                  </a:lnTo>
                  <a:lnTo>
                    <a:pt x="1819211" y="1596580"/>
                  </a:lnTo>
                  <a:lnTo>
                    <a:pt x="1820151" y="1600644"/>
                  </a:lnTo>
                  <a:lnTo>
                    <a:pt x="1858835" y="1621434"/>
                  </a:lnTo>
                  <a:lnTo>
                    <a:pt x="1865833" y="1621574"/>
                  </a:lnTo>
                  <a:lnTo>
                    <a:pt x="1872805" y="1621434"/>
                  </a:lnTo>
                  <a:lnTo>
                    <a:pt x="1879981" y="1620431"/>
                  </a:lnTo>
                  <a:lnTo>
                    <a:pt x="1887372" y="1618576"/>
                  </a:lnTo>
                  <a:lnTo>
                    <a:pt x="1889645" y="1617764"/>
                  </a:lnTo>
                  <a:lnTo>
                    <a:pt x="1894979" y="1615859"/>
                  </a:lnTo>
                  <a:lnTo>
                    <a:pt x="1902053" y="1612074"/>
                  </a:lnTo>
                  <a:lnTo>
                    <a:pt x="1907273" y="1607007"/>
                  </a:lnTo>
                  <a:lnTo>
                    <a:pt x="1910626" y="1600644"/>
                  </a:lnTo>
                  <a:lnTo>
                    <a:pt x="1911413" y="1596580"/>
                  </a:lnTo>
                  <a:lnTo>
                    <a:pt x="1935619" y="1596580"/>
                  </a:lnTo>
                  <a:lnTo>
                    <a:pt x="1935619" y="1589430"/>
                  </a:lnTo>
                  <a:close/>
                </a:path>
                <a:path w="2973070" h="1651000">
                  <a:moveTo>
                    <a:pt x="1935619" y="1532280"/>
                  </a:moveTo>
                  <a:lnTo>
                    <a:pt x="1798726" y="1532280"/>
                  </a:lnTo>
                  <a:lnTo>
                    <a:pt x="1798726" y="1539430"/>
                  </a:lnTo>
                  <a:lnTo>
                    <a:pt x="1935619" y="1539430"/>
                  </a:lnTo>
                  <a:lnTo>
                    <a:pt x="1935619" y="1532280"/>
                  </a:lnTo>
                  <a:close/>
                </a:path>
                <a:path w="2973070" h="1651000">
                  <a:moveTo>
                    <a:pt x="1935619" y="1475130"/>
                  </a:moveTo>
                  <a:lnTo>
                    <a:pt x="1798726" y="1475130"/>
                  </a:lnTo>
                  <a:lnTo>
                    <a:pt x="1798726" y="1482280"/>
                  </a:lnTo>
                  <a:lnTo>
                    <a:pt x="1935619" y="1482280"/>
                  </a:lnTo>
                  <a:lnTo>
                    <a:pt x="1935619" y="1475130"/>
                  </a:lnTo>
                  <a:close/>
                </a:path>
                <a:path w="2973070" h="1651000">
                  <a:moveTo>
                    <a:pt x="2562275" y="1621866"/>
                  </a:moveTo>
                  <a:lnTo>
                    <a:pt x="2466835" y="1592999"/>
                  </a:lnTo>
                  <a:lnTo>
                    <a:pt x="2466835" y="1600428"/>
                  </a:lnTo>
                  <a:lnTo>
                    <a:pt x="2537701" y="1621574"/>
                  </a:lnTo>
                  <a:lnTo>
                    <a:pt x="2537701" y="1621866"/>
                  </a:lnTo>
                  <a:lnTo>
                    <a:pt x="2466835" y="1643011"/>
                  </a:lnTo>
                  <a:lnTo>
                    <a:pt x="2466835" y="1650720"/>
                  </a:lnTo>
                  <a:lnTo>
                    <a:pt x="2562275" y="1621866"/>
                  </a:lnTo>
                  <a:close/>
                </a:path>
                <a:path w="2973070" h="1651000">
                  <a:moveTo>
                    <a:pt x="2582913" y="1532280"/>
                  </a:moveTo>
                  <a:lnTo>
                    <a:pt x="2558580" y="1532280"/>
                  </a:lnTo>
                  <a:lnTo>
                    <a:pt x="2557640" y="1528203"/>
                  </a:lnTo>
                  <a:lnTo>
                    <a:pt x="2553995" y="1521853"/>
                  </a:lnTo>
                  <a:lnTo>
                    <a:pt x="2531605" y="1509877"/>
                  </a:lnTo>
                  <a:lnTo>
                    <a:pt x="2531605" y="1553184"/>
                  </a:lnTo>
                  <a:lnTo>
                    <a:pt x="2527414" y="1559471"/>
                  </a:lnTo>
                  <a:lnTo>
                    <a:pt x="2518270" y="1559852"/>
                  </a:lnTo>
                  <a:lnTo>
                    <a:pt x="2512174" y="1560614"/>
                  </a:lnTo>
                  <a:lnTo>
                    <a:pt x="2506840" y="1558328"/>
                  </a:lnTo>
                  <a:lnTo>
                    <a:pt x="2502268" y="1552994"/>
                  </a:lnTo>
                  <a:lnTo>
                    <a:pt x="2497696" y="1547279"/>
                  </a:lnTo>
                  <a:lnTo>
                    <a:pt x="2495029" y="1539849"/>
                  </a:lnTo>
                  <a:lnTo>
                    <a:pt x="2494991" y="1539430"/>
                  </a:lnTo>
                  <a:lnTo>
                    <a:pt x="2530716" y="1539430"/>
                  </a:lnTo>
                  <a:lnTo>
                    <a:pt x="2530843" y="1540992"/>
                  </a:lnTo>
                  <a:lnTo>
                    <a:pt x="2531605" y="1553184"/>
                  </a:lnTo>
                  <a:lnTo>
                    <a:pt x="2531605" y="1509877"/>
                  </a:lnTo>
                  <a:lnTo>
                    <a:pt x="2530144" y="1509522"/>
                  </a:lnTo>
                  <a:lnTo>
                    <a:pt x="2530144" y="1532280"/>
                  </a:lnTo>
                  <a:lnTo>
                    <a:pt x="2494394" y="1532280"/>
                  </a:lnTo>
                  <a:lnTo>
                    <a:pt x="2494267" y="1530705"/>
                  </a:lnTo>
                  <a:lnTo>
                    <a:pt x="2493886" y="1524228"/>
                  </a:lnTo>
                  <a:lnTo>
                    <a:pt x="2493924" y="1524038"/>
                  </a:lnTo>
                  <a:lnTo>
                    <a:pt x="2494648" y="1519656"/>
                  </a:lnTo>
                  <a:lnTo>
                    <a:pt x="2512936" y="1511084"/>
                  </a:lnTo>
                  <a:lnTo>
                    <a:pt x="2518270" y="1513370"/>
                  </a:lnTo>
                  <a:lnTo>
                    <a:pt x="2527414" y="1524038"/>
                  </a:lnTo>
                  <a:lnTo>
                    <a:pt x="2527490" y="1524228"/>
                  </a:lnTo>
                  <a:lnTo>
                    <a:pt x="2530081" y="1531467"/>
                  </a:lnTo>
                  <a:lnTo>
                    <a:pt x="2530144" y="1532280"/>
                  </a:lnTo>
                  <a:lnTo>
                    <a:pt x="2530144" y="1509522"/>
                  </a:lnTo>
                  <a:lnTo>
                    <a:pt x="2525699" y="1508417"/>
                  </a:lnTo>
                  <a:lnTo>
                    <a:pt x="2518422" y="1507426"/>
                  </a:lnTo>
                  <a:lnTo>
                    <a:pt x="2511412" y="1507274"/>
                  </a:lnTo>
                  <a:lnTo>
                    <a:pt x="2504668" y="1507426"/>
                  </a:lnTo>
                  <a:lnTo>
                    <a:pt x="2467165" y="1528203"/>
                  </a:lnTo>
                  <a:lnTo>
                    <a:pt x="2466378" y="1532280"/>
                  </a:lnTo>
                  <a:lnTo>
                    <a:pt x="2446020" y="1532280"/>
                  </a:lnTo>
                  <a:lnTo>
                    <a:pt x="2446020" y="1539430"/>
                  </a:lnTo>
                  <a:lnTo>
                    <a:pt x="2466505" y="1539430"/>
                  </a:lnTo>
                  <a:lnTo>
                    <a:pt x="2467445" y="1543494"/>
                  </a:lnTo>
                  <a:lnTo>
                    <a:pt x="2506129" y="1564284"/>
                  </a:lnTo>
                  <a:lnTo>
                    <a:pt x="2513126" y="1564424"/>
                  </a:lnTo>
                  <a:lnTo>
                    <a:pt x="2520099" y="1564284"/>
                  </a:lnTo>
                  <a:lnTo>
                    <a:pt x="2527274" y="1563281"/>
                  </a:lnTo>
                  <a:lnTo>
                    <a:pt x="2534666" y="1561426"/>
                  </a:lnTo>
                  <a:lnTo>
                    <a:pt x="2536939" y="1560614"/>
                  </a:lnTo>
                  <a:lnTo>
                    <a:pt x="2542273" y="1558709"/>
                  </a:lnTo>
                  <a:lnTo>
                    <a:pt x="2549347" y="1554924"/>
                  </a:lnTo>
                  <a:lnTo>
                    <a:pt x="2554567" y="1549857"/>
                  </a:lnTo>
                  <a:lnTo>
                    <a:pt x="2557919" y="1543494"/>
                  </a:lnTo>
                  <a:lnTo>
                    <a:pt x="2558707" y="1539430"/>
                  </a:lnTo>
                  <a:lnTo>
                    <a:pt x="2582913" y="1539430"/>
                  </a:lnTo>
                  <a:lnTo>
                    <a:pt x="2582913" y="1532280"/>
                  </a:lnTo>
                  <a:close/>
                </a:path>
                <a:path w="2973070" h="1651000">
                  <a:moveTo>
                    <a:pt x="2582913" y="1475130"/>
                  </a:moveTo>
                  <a:lnTo>
                    <a:pt x="2446020" y="1475130"/>
                  </a:lnTo>
                  <a:lnTo>
                    <a:pt x="2446020" y="1482280"/>
                  </a:lnTo>
                  <a:lnTo>
                    <a:pt x="2582913" y="1482280"/>
                  </a:lnTo>
                  <a:lnTo>
                    <a:pt x="2582913" y="1475130"/>
                  </a:lnTo>
                  <a:close/>
                </a:path>
                <a:path w="2973070" h="1651000">
                  <a:moveTo>
                    <a:pt x="2972854" y="1192949"/>
                  </a:moveTo>
                  <a:lnTo>
                    <a:pt x="2338247" y="1192949"/>
                  </a:lnTo>
                  <a:lnTo>
                    <a:pt x="2338247" y="0"/>
                  </a:lnTo>
                  <a:lnTo>
                    <a:pt x="2329675" y="0"/>
                  </a:lnTo>
                  <a:lnTo>
                    <a:pt x="2329675" y="1421549"/>
                  </a:lnTo>
                  <a:lnTo>
                    <a:pt x="2325547" y="1421549"/>
                  </a:lnTo>
                  <a:lnTo>
                    <a:pt x="1865833" y="1421549"/>
                  </a:lnTo>
                  <a:lnTo>
                    <a:pt x="1775726" y="1421549"/>
                  </a:lnTo>
                  <a:lnTo>
                    <a:pt x="1774494" y="1419072"/>
                  </a:lnTo>
                  <a:lnTo>
                    <a:pt x="1771827" y="1415834"/>
                  </a:lnTo>
                  <a:lnTo>
                    <a:pt x="1765249" y="1408785"/>
                  </a:lnTo>
                  <a:lnTo>
                    <a:pt x="1765249" y="1418120"/>
                  </a:lnTo>
                  <a:lnTo>
                    <a:pt x="1764588" y="1421549"/>
                  </a:lnTo>
                  <a:lnTo>
                    <a:pt x="1632661" y="1421549"/>
                  </a:lnTo>
                  <a:lnTo>
                    <a:pt x="1632661" y="1370114"/>
                  </a:lnTo>
                  <a:lnTo>
                    <a:pt x="1761477" y="1370114"/>
                  </a:lnTo>
                  <a:lnTo>
                    <a:pt x="1761350" y="1370304"/>
                  </a:lnTo>
                  <a:lnTo>
                    <a:pt x="1756397" y="1374114"/>
                  </a:lnTo>
                  <a:lnTo>
                    <a:pt x="1750872" y="1377924"/>
                  </a:lnTo>
                  <a:lnTo>
                    <a:pt x="1747723" y="1382687"/>
                  </a:lnTo>
                  <a:lnTo>
                    <a:pt x="1746961" y="1388402"/>
                  </a:lnTo>
                  <a:lnTo>
                    <a:pt x="1747723" y="1392021"/>
                  </a:lnTo>
                  <a:lnTo>
                    <a:pt x="1749437" y="1395450"/>
                  </a:lnTo>
                  <a:lnTo>
                    <a:pt x="1752104" y="1398689"/>
                  </a:lnTo>
                  <a:lnTo>
                    <a:pt x="1759826" y="1407261"/>
                  </a:lnTo>
                  <a:lnTo>
                    <a:pt x="1762683" y="1410119"/>
                  </a:lnTo>
                  <a:lnTo>
                    <a:pt x="1764487" y="1413738"/>
                  </a:lnTo>
                  <a:lnTo>
                    <a:pt x="1765249" y="1418120"/>
                  </a:lnTo>
                  <a:lnTo>
                    <a:pt x="1765249" y="1408785"/>
                  </a:lnTo>
                  <a:lnTo>
                    <a:pt x="1763826" y="1407261"/>
                  </a:lnTo>
                  <a:lnTo>
                    <a:pt x="1760778" y="1403261"/>
                  </a:lnTo>
                  <a:lnTo>
                    <a:pt x="1759064" y="1399743"/>
                  </a:lnTo>
                  <a:lnTo>
                    <a:pt x="1758683" y="1396695"/>
                  </a:lnTo>
                  <a:lnTo>
                    <a:pt x="1759635" y="1391551"/>
                  </a:lnTo>
                  <a:lnTo>
                    <a:pt x="1762582" y="1387170"/>
                  </a:lnTo>
                  <a:lnTo>
                    <a:pt x="1767535" y="1383550"/>
                  </a:lnTo>
                  <a:lnTo>
                    <a:pt x="1773059" y="1379359"/>
                  </a:lnTo>
                  <a:lnTo>
                    <a:pt x="1776209" y="1374495"/>
                  </a:lnTo>
                  <a:lnTo>
                    <a:pt x="1776806" y="1370114"/>
                  </a:lnTo>
                  <a:lnTo>
                    <a:pt x="1834972" y="1370114"/>
                  </a:lnTo>
                  <a:lnTo>
                    <a:pt x="1828152" y="1373898"/>
                  </a:lnTo>
                  <a:lnTo>
                    <a:pt x="1823123" y="1378978"/>
                  </a:lnTo>
                  <a:lnTo>
                    <a:pt x="1819871" y="1385328"/>
                  </a:lnTo>
                  <a:lnTo>
                    <a:pt x="1818398" y="1392974"/>
                  </a:lnTo>
                  <a:lnTo>
                    <a:pt x="1820151" y="1400619"/>
                  </a:lnTo>
                  <a:lnTo>
                    <a:pt x="1858835" y="1421409"/>
                  </a:lnTo>
                  <a:lnTo>
                    <a:pt x="1865833" y="1421549"/>
                  </a:lnTo>
                  <a:lnTo>
                    <a:pt x="1872805" y="1421409"/>
                  </a:lnTo>
                  <a:lnTo>
                    <a:pt x="1879981" y="1420406"/>
                  </a:lnTo>
                  <a:lnTo>
                    <a:pt x="1887372" y="1418551"/>
                  </a:lnTo>
                  <a:lnTo>
                    <a:pt x="1889645" y="1417739"/>
                  </a:lnTo>
                  <a:lnTo>
                    <a:pt x="1894979" y="1415834"/>
                  </a:lnTo>
                  <a:lnTo>
                    <a:pt x="1902053" y="1412049"/>
                  </a:lnTo>
                  <a:lnTo>
                    <a:pt x="1907273" y="1406982"/>
                  </a:lnTo>
                  <a:lnTo>
                    <a:pt x="1910626" y="1400619"/>
                  </a:lnTo>
                  <a:lnTo>
                    <a:pt x="1912124" y="1392974"/>
                  </a:lnTo>
                  <a:lnTo>
                    <a:pt x="1910346" y="1385328"/>
                  </a:lnTo>
                  <a:lnTo>
                    <a:pt x="1906701" y="1378978"/>
                  </a:lnTo>
                  <a:lnTo>
                    <a:pt x="1901202" y="1373898"/>
                  </a:lnTo>
                  <a:lnTo>
                    <a:pt x="1893836" y="1370114"/>
                  </a:lnTo>
                  <a:lnTo>
                    <a:pt x="2325547" y="1370114"/>
                  </a:lnTo>
                  <a:lnTo>
                    <a:pt x="2329675" y="1370114"/>
                  </a:lnTo>
                  <a:lnTo>
                    <a:pt x="2329675" y="1364399"/>
                  </a:lnTo>
                  <a:lnTo>
                    <a:pt x="2325547" y="1364399"/>
                  </a:lnTo>
                  <a:lnTo>
                    <a:pt x="1884311" y="1364399"/>
                  </a:lnTo>
                  <a:lnTo>
                    <a:pt x="1884311" y="1410309"/>
                  </a:lnTo>
                  <a:lnTo>
                    <a:pt x="1880120" y="1416596"/>
                  </a:lnTo>
                  <a:lnTo>
                    <a:pt x="1870976" y="1416977"/>
                  </a:lnTo>
                  <a:lnTo>
                    <a:pt x="1864880" y="1417739"/>
                  </a:lnTo>
                  <a:lnTo>
                    <a:pt x="1846592" y="1381353"/>
                  </a:lnTo>
                  <a:lnTo>
                    <a:pt x="1846630" y="1381163"/>
                  </a:lnTo>
                  <a:lnTo>
                    <a:pt x="1847354" y="1376781"/>
                  </a:lnTo>
                  <a:lnTo>
                    <a:pt x="1849259" y="1374114"/>
                  </a:lnTo>
                  <a:lnTo>
                    <a:pt x="1851545" y="1371447"/>
                  </a:lnTo>
                  <a:lnTo>
                    <a:pt x="1854212" y="1370114"/>
                  </a:lnTo>
                  <a:lnTo>
                    <a:pt x="1870087" y="1370114"/>
                  </a:lnTo>
                  <a:lnTo>
                    <a:pt x="1884311" y="1410309"/>
                  </a:lnTo>
                  <a:lnTo>
                    <a:pt x="1884311" y="1364399"/>
                  </a:lnTo>
                  <a:lnTo>
                    <a:pt x="1864118" y="1364399"/>
                  </a:lnTo>
                  <a:lnTo>
                    <a:pt x="1775726" y="1364399"/>
                  </a:lnTo>
                  <a:lnTo>
                    <a:pt x="1774494" y="1361922"/>
                  </a:lnTo>
                  <a:lnTo>
                    <a:pt x="1771827" y="1358684"/>
                  </a:lnTo>
                  <a:lnTo>
                    <a:pt x="1763826" y="1350111"/>
                  </a:lnTo>
                  <a:lnTo>
                    <a:pt x="1759826" y="1350111"/>
                  </a:lnTo>
                  <a:lnTo>
                    <a:pt x="1762683" y="1352969"/>
                  </a:lnTo>
                  <a:lnTo>
                    <a:pt x="1764487" y="1356588"/>
                  </a:lnTo>
                  <a:lnTo>
                    <a:pt x="1765249" y="1360970"/>
                  </a:lnTo>
                  <a:lnTo>
                    <a:pt x="1764588" y="1364399"/>
                  </a:lnTo>
                  <a:lnTo>
                    <a:pt x="1632661" y="1364399"/>
                  </a:lnTo>
                  <a:lnTo>
                    <a:pt x="1632661" y="1312964"/>
                  </a:lnTo>
                  <a:lnTo>
                    <a:pt x="2325547" y="1312964"/>
                  </a:lnTo>
                  <a:lnTo>
                    <a:pt x="2329675" y="1312964"/>
                  </a:lnTo>
                  <a:lnTo>
                    <a:pt x="2329675" y="1307249"/>
                  </a:lnTo>
                  <a:lnTo>
                    <a:pt x="2325547" y="1307249"/>
                  </a:lnTo>
                  <a:lnTo>
                    <a:pt x="1632661" y="1307249"/>
                  </a:lnTo>
                  <a:lnTo>
                    <a:pt x="1632661" y="1255814"/>
                  </a:lnTo>
                  <a:lnTo>
                    <a:pt x="2325547" y="1255814"/>
                  </a:lnTo>
                  <a:lnTo>
                    <a:pt x="2329675" y="1255814"/>
                  </a:lnTo>
                  <a:lnTo>
                    <a:pt x="2329675" y="1250099"/>
                  </a:lnTo>
                  <a:lnTo>
                    <a:pt x="2325547" y="1250099"/>
                  </a:lnTo>
                  <a:lnTo>
                    <a:pt x="1632661" y="1250099"/>
                  </a:lnTo>
                  <a:lnTo>
                    <a:pt x="1632661" y="1198664"/>
                  </a:lnTo>
                  <a:lnTo>
                    <a:pt x="2325547" y="1198664"/>
                  </a:lnTo>
                  <a:lnTo>
                    <a:pt x="2329675" y="1198664"/>
                  </a:lnTo>
                  <a:lnTo>
                    <a:pt x="2329675" y="1192949"/>
                  </a:lnTo>
                  <a:lnTo>
                    <a:pt x="2325547" y="1192949"/>
                  </a:lnTo>
                  <a:lnTo>
                    <a:pt x="1632661" y="1192949"/>
                  </a:lnTo>
                  <a:lnTo>
                    <a:pt x="1632661" y="0"/>
                  </a:lnTo>
                  <a:lnTo>
                    <a:pt x="1624088" y="0"/>
                  </a:lnTo>
                  <a:lnTo>
                    <a:pt x="1624088" y="1192949"/>
                  </a:lnTo>
                  <a:lnTo>
                    <a:pt x="1624088" y="1198664"/>
                  </a:lnTo>
                  <a:lnTo>
                    <a:pt x="1624088" y="1421549"/>
                  </a:lnTo>
                  <a:lnTo>
                    <a:pt x="1619961" y="1421549"/>
                  </a:lnTo>
                  <a:lnTo>
                    <a:pt x="798639" y="1421549"/>
                  </a:lnTo>
                  <a:lnTo>
                    <a:pt x="679767" y="1421549"/>
                  </a:lnTo>
                  <a:lnTo>
                    <a:pt x="679767" y="1370114"/>
                  </a:lnTo>
                  <a:lnTo>
                    <a:pt x="767778" y="1370114"/>
                  </a:lnTo>
                  <a:lnTo>
                    <a:pt x="760958" y="1373898"/>
                  </a:lnTo>
                  <a:lnTo>
                    <a:pt x="755916" y="1378978"/>
                  </a:lnTo>
                  <a:lnTo>
                    <a:pt x="752665" y="1385328"/>
                  </a:lnTo>
                  <a:lnTo>
                    <a:pt x="751205" y="1392974"/>
                  </a:lnTo>
                  <a:lnTo>
                    <a:pt x="752957" y="1400619"/>
                  </a:lnTo>
                  <a:lnTo>
                    <a:pt x="791641" y="1421409"/>
                  </a:lnTo>
                  <a:lnTo>
                    <a:pt x="798639" y="1421549"/>
                  </a:lnTo>
                  <a:lnTo>
                    <a:pt x="805599" y="1421409"/>
                  </a:lnTo>
                  <a:lnTo>
                    <a:pt x="812787" y="1420406"/>
                  </a:lnTo>
                  <a:lnTo>
                    <a:pt x="820178" y="1418551"/>
                  </a:lnTo>
                  <a:lnTo>
                    <a:pt x="822452" y="1417739"/>
                  </a:lnTo>
                  <a:lnTo>
                    <a:pt x="827786" y="1415834"/>
                  </a:lnTo>
                  <a:lnTo>
                    <a:pt x="834859" y="1412049"/>
                  </a:lnTo>
                  <a:lnTo>
                    <a:pt x="840066" y="1406982"/>
                  </a:lnTo>
                  <a:lnTo>
                    <a:pt x="843432" y="1400619"/>
                  </a:lnTo>
                  <a:lnTo>
                    <a:pt x="844931" y="1392974"/>
                  </a:lnTo>
                  <a:lnTo>
                    <a:pt x="843140" y="1385328"/>
                  </a:lnTo>
                  <a:lnTo>
                    <a:pt x="839495" y="1378978"/>
                  </a:lnTo>
                  <a:lnTo>
                    <a:pt x="833996" y="1373898"/>
                  </a:lnTo>
                  <a:lnTo>
                    <a:pt x="826643" y="1370114"/>
                  </a:lnTo>
                  <a:lnTo>
                    <a:pt x="1406347" y="1370114"/>
                  </a:lnTo>
                  <a:lnTo>
                    <a:pt x="1405839" y="1372692"/>
                  </a:lnTo>
                  <a:lnTo>
                    <a:pt x="1406029" y="1379169"/>
                  </a:lnTo>
                  <a:lnTo>
                    <a:pt x="1408506" y="1384401"/>
                  </a:lnTo>
                  <a:lnTo>
                    <a:pt x="1413268" y="1388402"/>
                  </a:lnTo>
                  <a:lnTo>
                    <a:pt x="1417840" y="1392021"/>
                  </a:lnTo>
                  <a:lnTo>
                    <a:pt x="1423746" y="1393926"/>
                  </a:lnTo>
                  <a:lnTo>
                    <a:pt x="1430985" y="1394117"/>
                  </a:lnTo>
                  <a:lnTo>
                    <a:pt x="1439468" y="1393177"/>
                  </a:lnTo>
                  <a:lnTo>
                    <a:pt x="1475498" y="1370114"/>
                  </a:lnTo>
                  <a:lnTo>
                    <a:pt x="1619961" y="1370114"/>
                  </a:lnTo>
                  <a:lnTo>
                    <a:pt x="1624088" y="1370114"/>
                  </a:lnTo>
                  <a:lnTo>
                    <a:pt x="1624088" y="1364399"/>
                  </a:lnTo>
                  <a:lnTo>
                    <a:pt x="1619961" y="1364399"/>
                  </a:lnTo>
                  <a:lnTo>
                    <a:pt x="1478102" y="1364399"/>
                  </a:lnTo>
                  <a:lnTo>
                    <a:pt x="1478699" y="1363116"/>
                  </a:lnTo>
                  <a:lnTo>
                    <a:pt x="1480134" y="1355547"/>
                  </a:lnTo>
                  <a:lnTo>
                    <a:pt x="1479943" y="1348308"/>
                  </a:lnTo>
                  <a:lnTo>
                    <a:pt x="1479854" y="1348130"/>
                  </a:lnTo>
                  <a:lnTo>
                    <a:pt x="1479854" y="1312964"/>
                  </a:lnTo>
                  <a:lnTo>
                    <a:pt x="1619961" y="1312964"/>
                  </a:lnTo>
                  <a:lnTo>
                    <a:pt x="1624088" y="1312964"/>
                  </a:lnTo>
                  <a:lnTo>
                    <a:pt x="1624088" y="1307249"/>
                  </a:lnTo>
                  <a:lnTo>
                    <a:pt x="1619961" y="1307249"/>
                  </a:lnTo>
                  <a:lnTo>
                    <a:pt x="1479854" y="1307249"/>
                  </a:lnTo>
                  <a:lnTo>
                    <a:pt x="1479854" y="1255814"/>
                  </a:lnTo>
                  <a:lnTo>
                    <a:pt x="1619961" y="1255814"/>
                  </a:lnTo>
                  <a:lnTo>
                    <a:pt x="1624088" y="1255814"/>
                  </a:lnTo>
                  <a:lnTo>
                    <a:pt x="1624088" y="1250099"/>
                  </a:lnTo>
                  <a:lnTo>
                    <a:pt x="1619961" y="1250099"/>
                  </a:lnTo>
                  <a:lnTo>
                    <a:pt x="1479854" y="1250099"/>
                  </a:lnTo>
                  <a:lnTo>
                    <a:pt x="1479854" y="1198664"/>
                  </a:lnTo>
                  <a:lnTo>
                    <a:pt x="1619961" y="1198664"/>
                  </a:lnTo>
                  <a:lnTo>
                    <a:pt x="1624088" y="1198664"/>
                  </a:lnTo>
                  <a:lnTo>
                    <a:pt x="1624088" y="1192949"/>
                  </a:lnTo>
                  <a:lnTo>
                    <a:pt x="1619961" y="1192949"/>
                  </a:lnTo>
                  <a:lnTo>
                    <a:pt x="1479854" y="1192949"/>
                  </a:lnTo>
                  <a:lnTo>
                    <a:pt x="1479854" y="1164374"/>
                  </a:lnTo>
                  <a:lnTo>
                    <a:pt x="1469847" y="1164374"/>
                  </a:lnTo>
                  <a:lnTo>
                    <a:pt x="1469847" y="1192949"/>
                  </a:lnTo>
                  <a:lnTo>
                    <a:pt x="1469847" y="1198664"/>
                  </a:lnTo>
                  <a:lnTo>
                    <a:pt x="1469847" y="1337792"/>
                  </a:lnTo>
                  <a:lnTo>
                    <a:pt x="1467853" y="1336205"/>
                  </a:lnTo>
                  <a:lnTo>
                    <a:pt x="1461376" y="1334490"/>
                  </a:lnTo>
                  <a:lnTo>
                    <a:pt x="1452994" y="1334681"/>
                  </a:lnTo>
                  <a:lnTo>
                    <a:pt x="1445069" y="1335646"/>
                  </a:lnTo>
                  <a:lnTo>
                    <a:pt x="1410487" y="1358760"/>
                  </a:lnTo>
                  <a:lnTo>
                    <a:pt x="1407795" y="1364399"/>
                  </a:lnTo>
                  <a:lnTo>
                    <a:pt x="1221994" y="1364399"/>
                  </a:lnTo>
                  <a:lnTo>
                    <a:pt x="1257287" y="1341539"/>
                  </a:lnTo>
                  <a:lnTo>
                    <a:pt x="1261922" y="1326972"/>
                  </a:lnTo>
                  <a:lnTo>
                    <a:pt x="1261732" y="1319733"/>
                  </a:lnTo>
                  <a:lnTo>
                    <a:pt x="1261643" y="1319555"/>
                  </a:lnTo>
                  <a:lnTo>
                    <a:pt x="1261643" y="1312964"/>
                  </a:lnTo>
                  <a:lnTo>
                    <a:pt x="1469847" y="1312964"/>
                  </a:lnTo>
                  <a:lnTo>
                    <a:pt x="1469847" y="1307249"/>
                  </a:lnTo>
                  <a:lnTo>
                    <a:pt x="1261643" y="1307249"/>
                  </a:lnTo>
                  <a:lnTo>
                    <a:pt x="1261643" y="1255814"/>
                  </a:lnTo>
                  <a:lnTo>
                    <a:pt x="1469847" y="1255814"/>
                  </a:lnTo>
                  <a:lnTo>
                    <a:pt x="1469847" y="1250099"/>
                  </a:lnTo>
                  <a:lnTo>
                    <a:pt x="1261643" y="1250099"/>
                  </a:lnTo>
                  <a:lnTo>
                    <a:pt x="1261643" y="1198664"/>
                  </a:lnTo>
                  <a:lnTo>
                    <a:pt x="1469847" y="1198664"/>
                  </a:lnTo>
                  <a:lnTo>
                    <a:pt x="1469847" y="1192949"/>
                  </a:lnTo>
                  <a:lnTo>
                    <a:pt x="1261643" y="1192949"/>
                  </a:lnTo>
                  <a:lnTo>
                    <a:pt x="1261643" y="1135799"/>
                  </a:lnTo>
                  <a:lnTo>
                    <a:pt x="1251635" y="1135799"/>
                  </a:lnTo>
                  <a:lnTo>
                    <a:pt x="1251635" y="1192949"/>
                  </a:lnTo>
                  <a:lnTo>
                    <a:pt x="1251635" y="1198664"/>
                  </a:lnTo>
                  <a:lnTo>
                    <a:pt x="1251635" y="1250099"/>
                  </a:lnTo>
                  <a:lnTo>
                    <a:pt x="1251635" y="1255814"/>
                  </a:lnTo>
                  <a:lnTo>
                    <a:pt x="1251635" y="1307249"/>
                  </a:lnTo>
                  <a:lnTo>
                    <a:pt x="1248194" y="1307249"/>
                  </a:lnTo>
                  <a:lnTo>
                    <a:pt x="1243164" y="1305915"/>
                  </a:lnTo>
                  <a:lnTo>
                    <a:pt x="1234782" y="1306106"/>
                  </a:lnTo>
                  <a:lnTo>
                    <a:pt x="1226845" y="1307071"/>
                  </a:lnTo>
                  <a:lnTo>
                    <a:pt x="1226248" y="1307249"/>
                  </a:lnTo>
                  <a:lnTo>
                    <a:pt x="1211643" y="1307249"/>
                  </a:lnTo>
                  <a:lnTo>
                    <a:pt x="1211643" y="1312964"/>
                  </a:lnTo>
                  <a:lnTo>
                    <a:pt x="1211414" y="1313078"/>
                  </a:lnTo>
                  <a:lnTo>
                    <a:pt x="1203921" y="1318107"/>
                  </a:lnTo>
                  <a:lnTo>
                    <a:pt x="1197216" y="1323911"/>
                  </a:lnTo>
                  <a:lnTo>
                    <a:pt x="1192276" y="1330185"/>
                  </a:lnTo>
                  <a:lnTo>
                    <a:pt x="1189075" y="1336916"/>
                  </a:lnTo>
                  <a:lnTo>
                    <a:pt x="1187627" y="1344117"/>
                  </a:lnTo>
                  <a:lnTo>
                    <a:pt x="1187818" y="1350594"/>
                  </a:lnTo>
                  <a:lnTo>
                    <a:pt x="1190294" y="1355826"/>
                  </a:lnTo>
                  <a:lnTo>
                    <a:pt x="1195057" y="1359827"/>
                  </a:lnTo>
                  <a:lnTo>
                    <a:pt x="1199629" y="1363446"/>
                  </a:lnTo>
                  <a:lnTo>
                    <a:pt x="1202575" y="1364399"/>
                  </a:lnTo>
                  <a:lnTo>
                    <a:pt x="817118" y="1364399"/>
                  </a:lnTo>
                  <a:lnTo>
                    <a:pt x="817118" y="1410309"/>
                  </a:lnTo>
                  <a:lnTo>
                    <a:pt x="812927" y="1416596"/>
                  </a:lnTo>
                  <a:lnTo>
                    <a:pt x="803783" y="1416977"/>
                  </a:lnTo>
                  <a:lnTo>
                    <a:pt x="797687" y="1417739"/>
                  </a:lnTo>
                  <a:lnTo>
                    <a:pt x="779399" y="1381353"/>
                  </a:lnTo>
                  <a:lnTo>
                    <a:pt x="779424" y="1381163"/>
                  </a:lnTo>
                  <a:lnTo>
                    <a:pt x="780161" y="1376781"/>
                  </a:lnTo>
                  <a:lnTo>
                    <a:pt x="782066" y="1374114"/>
                  </a:lnTo>
                  <a:lnTo>
                    <a:pt x="784352" y="1371447"/>
                  </a:lnTo>
                  <a:lnTo>
                    <a:pt x="787019" y="1370114"/>
                  </a:lnTo>
                  <a:lnTo>
                    <a:pt x="802894" y="1370114"/>
                  </a:lnTo>
                  <a:lnTo>
                    <a:pt x="803783" y="1370495"/>
                  </a:lnTo>
                  <a:lnTo>
                    <a:pt x="812927" y="1381163"/>
                  </a:lnTo>
                  <a:lnTo>
                    <a:pt x="812990" y="1381353"/>
                  </a:lnTo>
                  <a:lnTo>
                    <a:pt x="815594" y="1388592"/>
                  </a:lnTo>
                  <a:lnTo>
                    <a:pt x="816356" y="1398117"/>
                  </a:lnTo>
                  <a:lnTo>
                    <a:pt x="817118" y="1410309"/>
                  </a:lnTo>
                  <a:lnTo>
                    <a:pt x="817118" y="1364399"/>
                  </a:lnTo>
                  <a:lnTo>
                    <a:pt x="796925" y="1364399"/>
                  </a:lnTo>
                  <a:lnTo>
                    <a:pt x="679767" y="1364399"/>
                  </a:lnTo>
                  <a:lnTo>
                    <a:pt x="679767" y="1312964"/>
                  </a:lnTo>
                  <a:lnTo>
                    <a:pt x="1211643" y="1312964"/>
                  </a:lnTo>
                  <a:lnTo>
                    <a:pt x="1211643" y="1307249"/>
                  </a:lnTo>
                  <a:lnTo>
                    <a:pt x="1003782" y="1307249"/>
                  </a:lnTo>
                  <a:lnTo>
                    <a:pt x="1011351" y="1305179"/>
                  </a:lnTo>
                  <a:lnTo>
                    <a:pt x="1042263" y="1277391"/>
                  </a:lnTo>
                  <a:lnTo>
                    <a:pt x="1043711" y="1269822"/>
                  </a:lnTo>
                  <a:lnTo>
                    <a:pt x="1043520" y="1262583"/>
                  </a:lnTo>
                  <a:lnTo>
                    <a:pt x="1043432" y="1262405"/>
                  </a:lnTo>
                  <a:lnTo>
                    <a:pt x="1043432" y="1255814"/>
                  </a:lnTo>
                  <a:lnTo>
                    <a:pt x="1251635" y="1255814"/>
                  </a:lnTo>
                  <a:lnTo>
                    <a:pt x="1251635" y="1250099"/>
                  </a:lnTo>
                  <a:lnTo>
                    <a:pt x="1043432" y="1250099"/>
                  </a:lnTo>
                  <a:lnTo>
                    <a:pt x="1043432" y="1198664"/>
                  </a:lnTo>
                  <a:lnTo>
                    <a:pt x="1251635" y="1198664"/>
                  </a:lnTo>
                  <a:lnTo>
                    <a:pt x="1251635" y="1192949"/>
                  </a:lnTo>
                  <a:lnTo>
                    <a:pt x="1043432" y="1192949"/>
                  </a:lnTo>
                  <a:lnTo>
                    <a:pt x="1043432" y="1107224"/>
                  </a:lnTo>
                  <a:lnTo>
                    <a:pt x="1033424" y="1107224"/>
                  </a:lnTo>
                  <a:lnTo>
                    <a:pt x="1033424" y="1192949"/>
                  </a:lnTo>
                  <a:lnTo>
                    <a:pt x="1033424" y="1198664"/>
                  </a:lnTo>
                  <a:lnTo>
                    <a:pt x="1033424" y="1250099"/>
                  </a:lnTo>
                  <a:lnTo>
                    <a:pt x="1029982" y="1250099"/>
                  </a:lnTo>
                  <a:lnTo>
                    <a:pt x="1024953" y="1248765"/>
                  </a:lnTo>
                  <a:lnTo>
                    <a:pt x="1016571" y="1248956"/>
                  </a:lnTo>
                  <a:lnTo>
                    <a:pt x="1008634" y="1249921"/>
                  </a:lnTo>
                  <a:lnTo>
                    <a:pt x="1008037" y="1250099"/>
                  </a:lnTo>
                  <a:lnTo>
                    <a:pt x="993432" y="1250099"/>
                  </a:lnTo>
                  <a:lnTo>
                    <a:pt x="993432" y="1255814"/>
                  </a:lnTo>
                  <a:lnTo>
                    <a:pt x="993203" y="1255928"/>
                  </a:lnTo>
                  <a:lnTo>
                    <a:pt x="985710" y="1260957"/>
                  </a:lnTo>
                  <a:lnTo>
                    <a:pt x="979004" y="1266761"/>
                  </a:lnTo>
                  <a:lnTo>
                    <a:pt x="974064" y="1273035"/>
                  </a:lnTo>
                  <a:lnTo>
                    <a:pt x="970864" y="1279766"/>
                  </a:lnTo>
                  <a:lnTo>
                    <a:pt x="969416" y="1286967"/>
                  </a:lnTo>
                  <a:lnTo>
                    <a:pt x="969606" y="1293444"/>
                  </a:lnTo>
                  <a:lnTo>
                    <a:pt x="972083" y="1298676"/>
                  </a:lnTo>
                  <a:lnTo>
                    <a:pt x="976845" y="1302677"/>
                  </a:lnTo>
                  <a:lnTo>
                    <a:pt x="981417" y="1306296"/>
                  </a:lnTo>
                  <a:lnTo>
                    <a:pt x="984364" y="1307249"/>
                  </a:lnTo>
                  <a:lnTo>
                    <a:pt x="679767" y="1307249"/>
                  </a:lnTo>
                  <a:lnTo>
                    <a:pt x="679767" y="1255814"/>
                  </a:lnTo>
                  <a:lnTo>
                    <a:pt x="757047" y="1255814"/>
                  </a:lnTo>
                  <a:lnTo>
                    <a:pt x="758012" y="1257465"/>
                  </a:lnTo>
                  <a:lnTo>
                    <a:pt x="762342" y="1262672"/>
                  </a:lnTo>
                  <a:lnTo>
                    <a:pt x="782916" y="1280680"/>
                  </a:lnTo>
                  <a:lnTo>
                    <a:pt x="786066" y="1276108"/>
                  </a:lnTo>
                  <a:lnTo>
                    <a:pt x="782447" y="1273251"/>
                  </a:lnTo>
                  <a:lnTo>
                    <a:pt x="779208" y="1268768"/>
                  </a:lnTo>
                  <a:lnTo>
                    <a:pt x="776351" y="1262672"/>
                  </a:lnTo>
                  <a:lnTo>
                    <a:pt x="773303" y="1256576"/>
                  </a:lnTo>
                  <a:lnTo>
                    <a:pt x="773353" y="1255814"/>
                  </a:lnTo>
                  <a:lnTo>
                    <a:pt x="993432" y="1255814"/>
                  </a:lnTo>
                  <a:lnTo>
                    <a:pt x="993432" y="1250099"/>
                  </a:lnTo>
                  <a:lnTo>
                    <a:pt x="773760" y="1250099"/>
                  </a:lnTo>
                  <a:lnTo>
                    <a:pt x="777773" y="1242961"/>
                  </a:lnTo>
                  <a:lnTo>
                    <a:pt x="781011" y="1238199"/>
                  </a:lnTo>
                  <a:lnTo>
                    <a:pt x="785114" y="1235913"/>
                  </a:lnTo>
                  <a:lnTo>
                    <a:pt x="790067" y="1236103"/>
                  </a:lnTo>
                  <a:lnTo>
                    <a:pt x="795210" y="1236484"/>
                  </a:lnTo>
                  <a:lnTo>
                    <a:pt x="800544" y="1238199"/>
                  </a:lnTo>
                  <a:lnTo>
                    <a:pt x="806069" y="1241247"/>
                  </a:lnTo>
                  <a:lnTo>
                    <a:pt x="809498" y="1236675"/>
                  </a:lnTo>
                  <a:lnTo>
                    <a:pt x="794639" y="1216952"/>
                  </a:lnTo>
                  <a:lnTo>
                    <a:pt x="790917" y="1211300"/>
                  </a:lnTo>
                  <a:lnTo>
                    <a:pt x="790917" y="1224381"/>
                  </a:lnTo>
                  <a:lnTo>
                    <a:pt x="790917" y="1224953"/>
                  </a:lnTo>
                  <a:lnTo>
                    <a:pt x="784250" y="1221333"/>
                  </a:lnTo>
                  <a:lnTo>
                    <a:pt x="778344" y="1219530"/>
                  </a:lnTo>
                  <a:lnTo>
                    <a:pt x="773201" y="1219530"/>
                  </a:lnTo>
                  <a:lnTo>
                    <a:pt x="764336" y="1220863"/>
                  </a:lnTo>
                  <a:lnTo>
                    <a:pt x="757707" y="1224597"/>
                  </a:lnTo>
                  <a:lnTo>
                    <a:pt x="753325" y="1230731"/>
                  </a:lnTo>
                  <a:lnTo>
                    <a:pt x="751205" y="1239240"/>
                  </a:lnTo>
                  <a:lnTo>
                    <a:pt x="752436" y="1245743"/>
                  </a:lnTo>
                  <a:lnTo>
                    <a:pt x="754062" y="1250099"/>
                  </a:lnTo>
                  <a:lnTo>
                    <a:pt x="679767" y="1250099"/>
                  </a:lnTo>
                  <a:lnTo>
                    <a:pt x="679767" y="1198664"/>
                  </a:lnTo>
                  <a:lnTo>
                    <a:pt x="771156" y="1198664"/>
                  </a:lnTo>
                  <a:lnTo>
                    <a:pt x="790917" y="1224381"/>
                  </a:lnTo>
                  <a:lnTo>
                    <a:pt x="790917" y="1211300"/>
                  </a:lnTo>
                  <a:lnTo>
                    <a:pt x="789876" y="1209713"/>
                  </a:lnTo>
                  <a:lnTo>
                    <a:pt x="787400" y="1202093"/>
                  </a:lnTo>
                  <a:lnTo>
                    <a:pt x="787311" y="1198664"/>
                  </a:lnTo>
                  <a:lnTo>
                    <a:pt x="1033424" y="1198664"/>
                  </a:lnTo>
                  <a:lnTo>
                    <a:pt x="1033424" y="1192949"/>
                  </a:lnTo>
                  <a:lnTo>
                    <a:pt x="787463" y="1192949"/>
                  </a:lnTo>
                  <a:lnTo>
                    <a:pt x="789419" y="1184275"/>
                  </a:lnTo>
                  <a:lnTo>
                    <a:pt x="794067" y="1173949"/>
                  </a:lnTo>
                  <a:lnTo>
                    <a:pt x="801141" y="1163129"/>
                  </a:lnTo>
                  <a:lnTo>
                    <a:pt x="810641" y="1151801"/>
                  </a:lnTo>
                  <a:lnTo>
                    <a:pt x="773772" y="1107224"/>
                  </a:lnTo>
                  <a:lnTo>
                    <a:pt x="764057" y="1107224"/>
                  </a:lnTo>
                  <a:lnTo>
                    <a:pt x="768654" y="1112964"/>
                  </a:lnTo>
                  <a:lnTo>
                    <a:pt x="772426" y="1119009"/>
                  </a:lnTo>
                  <a:lnTo>
                    <a:pt x="775373" y="1125385"/>
                  </a:lnTo>
                  <a:lnTo>
                    <a:pt x="777494" y="1132090"/>
                  </a:lnTo>
                  <a:lnTo>
                    <a:pt x="777570" y="1138694"/>
                  </a:lnTo>
                  <a:lnTo>
                    <a:pt x="776630" y="1145095"/>
                  </a:lnTo>
                  <a:lnTo>
                    <a:pt x="754913" y="1177518"/>
                  </a:lnTo>
                  <a:lnTo>
                    <a:pt x="766762" y="1192949"/>
                  </a:lnTo>
                  <a:lnTo>
                    <a:pt x="679767" y="1192949"/>
                  </a:lnTo>
                  <a:lnTo>
                    <a:pt x="679767" y="0"/>
                  </a:lnTo>
                  <a:lnTo>
                    <a:pt x="671195" y="0"/>
                  </a:lnTo>
                  <a:lnTo>
                    <a:pt x="671195" y="1192949"/>
                  </a:lnTo>
                  <a:lnTo>
                    <a:pt x="667067" y="1192949"/>
                  </a:lnTo>
                  <a:lnTo>
                    <a:pt x="667067" y="1198664"/>
                  </a:lnTo>
                  <a:lnTo>
                    <a:pt x="671195" y="1198664"/>
                  </a:lnTo>
                  <a:lnTo>
                    <a:pt x="671195" y="1250099"/>
                  </a:lnTo>
                  <a:lnTo>
                    <a:pt x="667067" y="1250099"/>
                  </a:lnTo>
                  <a:lnTo>
                    <a:pt x="667067" y="1255814"/>
                  </a:lnTo>
                  <a:lnTo>
                    <a:pt x="671195" y="1255814"/>
                  </a:lnTo>
                  <a:lnTo>
                    <a:pt x="671195" y="1307249"/>
                  </a:lnTo>
                  <a:lnTo>
                    <a:pt x="667067" y="1307249"/>
                  </a:lnTo>
                  <a:lnTo>
                    <a:pt x="667067" y="1312964"/>
                  </a:lnTo>
                  <a:lnTo>
                    <a:pt x="671195" y="1312964"/>
                  </a:lnTo>
                  <a:lnTo>
                    <a:pt x="671195" y="1364399"/>
                  </a:lnTo>
                  <a:lnTo>
                    <a:pt x="667067" y="1364399"/>
                  </a:lnTo>
                  <a:lnTo>
                    <a:pt x="667067" y="1370114"/>
                  </a:lnTo>
                  <a:lnTo>
                    <a:pt x="671195" y="1370114"/>
                  </a:lnTo>
                  <a:lnTo>
                    <a:pt x="671195" y="1421549"/>
                  </a:lnTo>
                  <a:lnTo>
                    <a:pt x="667067" y="1421549"/>
                  </a:lnTo>
                  <a:lnTo>
                    <a:pt x="667067" y="1427264"/>
                  </a:lnTo>
                  <a:lnTo>
                    <a:pt x="1761477" y="1427264"/>
                  </a:lnTo>
                  <a:lnTo>
                    <a:pt x="1761350" y="1427454"/>
                  </a:lnTo>
                  <a:lnTo>
                    <a:pt x="1756397" y="1431264"/>
                  </a:lnTo>
                  <a:lnTo>
                    <a:pt x="1750872" y="1435074"/>
                  </a:lnTo>
                  <a:lnTo>
                    <a:pt x="1747723" y="1439837"/>
                  </a:lnTo>
                  <a:lnTo>
                    <a:pt x="1746961" y="1445552"/>
                  </a:lnTo>
                  <a:lnTo>
                    <a:pt x="1747723" y="1449171"/>
                  </a:lnTo>
                  <a:lnTo>
                    <a:pt x="1749437" y="1452600"/>
                  </a:lnTo>
                  <a:lnTo>
                    <a:pt x="1752104" y="1455839"/>
                  </a:lnTo>
                  <a:lnTo>
                    <a:pt x="1759826" y="1464411"/>
                  </a:lnTo>
                  <a:lnTo>
                    <a:pt x="1762683" y="1467269"/>
                  </a:lnTo>
                  <a:lnTo>
                    <a:pt x="1764487" y="1470888"/>
                  </a:lnTo>
                  <a:lnTo>
                    <a:pt x="1750872" y="1492224"/>
                  </a:lnTo>
                  <a:lnTo>
                    <a:pt x="1747723" y="1496987"/>
                  </a:lnTo>
                  <a:lnTo>
                    <a:pt x="1746961" y="1502702"/>
                  </a:lnTo>
                  <a:lnTo>
                    <a:pt x="1747723" y="1506321"/>
                  </a:lnTo>
                  <a:lnTo>
                    <a:pt x="1749437" y="1509750"/>
                  </a:lnTo>
                  <a:lnTo>
                    <a:pt x="1752104" y="1512989"/>
                  </a:lnTo>
                  <a:lnTo>
                    <a:pt x="1759826" y="1521561"/>
                  </a:lnTo>
                  <a:lnTo>
                    <a:pt x="1762683" y="1524419"/>
                  </a:lnTo>
                  <a:lnTo>
                    <a:pt x="1764487" y="1528038"/>
                  </a:lnTo>
                  <a:lnTo>
                    <a:pt x="1750872" y="1549374"/>
                  </a:lnTo>
                  <a:lnTo>
                    <a:pt x="1747723" y="1554137"/>
                  </a:lnTo>
                  <a:lnTo>
                    <a:pt x="1746961" y="1559852"/>
                  </a:lnTo>
                  <a:lnTo>
                    <a:pt x="1747723" y="1563471"/>
                  </a:lnTo>
                  <a:lnTo>
                    <a:pt x="1749437" y="1566900"/>
                  </a:lnTo>
                  <a:lnTo>
                    <a:pt x="1752104" y="1570139"/>
                  </a:lnTo>
                  <a:lnTo>
                    <a:pt x="1759826" y="1578711"/>
                  </a:lnTo>
                  <a:lnTo>
                    <a:pt x="1762683" y="1581569"/>
                  </a:lnTo>
                  <a:lnTo>
                    <a:pt x="1764487" y="1585188"/>
                  </a:lnTo>
                  <a:lnTo>
                    <a:pt x="1750872" y="1606524"/>
                  </a:lnTo>
                  <a:lnTo>
                    <a:pt x="1747723" y="1611287"/>
                  </a:lnTo>
                  <a:lnTo>
                    <a:pt x="1746961" y="1617002"/>
                  </a:lnTo>
                  <a:lnTo>
                    <a:pt x="1747723" y="1620621"/>
                  </a:lnTo>
                  <a:lnTo>
                    <a:pt x="1749437" y="1624050"/>
                  </a:lnTo>
                  <a:lnTo>
                    <a:pt x="1752104" y="1627289"/>
                  </a:lnTo>
                  <a:lnTo>
                    <a:pt x="1759826" y="1635861"/>
                  </a:lnTo>
                  <a:lnTo>
                    <a:pt x="1763826" y="1635861"/>
                  </a:lnTo>
                  <a:lnTo>
                    <a:pt x="1760778" y="1631861"/>
                  </a:lnTo>
                  <a:lnTo>
                    <a:pt x="1759064" y="1628343"/>
                  </a:lnTo>
                  <a:lnTo>
                    <a:pt x="1758683" y="1625295"/>
                  </a:lnTo>
                  <a:lnTo>
                    <a:pt x="1759635" y="1620151"/>
                  </a:lnTo>
                  <a:lnTo>
                    <a:pt x="1762582" y="1615770"/>
                  </a:lnTo>
                  <a:lnTo>
                    <a:pt x="1767535" y="1612150"/>
                  </a:lnTo>
                  <a:lnTo>
                    <a:pt x="1773059" y="1607959"/>
                  </a:lnTo>
                  <a:lnTo>
                    <a:pt x="1776209" y="1603095"/>
                  </a:lnTo>
                  <a:lnTo>
                    <a:pt x="1776971" y="1597571"/>
                  </a:lnTo>
                  <a:lnTo>
                    <a:pt x="1776209" y="1593951"/>
                  </a:lnTo>
                  <a:lnTo>
                    <a:pt x="1774494" y="1590522"/>
                  </a:lnTo>
                  <a:lnTo>
                    <a:pt x="1771827" y="1587284"/>
                  </a:lnTo>
                  <a:lnTo>
                    <a:pt x="1763826" y="1578711"/>
                  </a:lnTo>
                  <a:lnTo>
                    <a:pt x="1760778" y="1574711"/>
                  </a:lnTo>
                  <a:lnTo>
                    <a:pt x="1759064" y="1571193"/>
                  </a:lnTo>
                  <a:lnTo>
                    <a:pt x="1758683" y="1568145"/>
                  </a:lnTo>
                  <a:lnTo>
                    <a:pt x="1759635" y="1563001"/>
                  </a:lnTo>
                  <a:lnTo>
                    <a:pt x="1762582" y="1558620"/>
                  </a:lnTo>
                  <a:lnTo>
                    <a:pt x="1767535" y="1555000"/>
                  </a:lnTo>
                  <a:lnTo>
                    <a:pt x="1773059" y="1550809"/>
                  </a:lnTo>
                  <a:lnTo>
                    <a:pt x="1776209" y="1545945"/>
                  </a:lnTo>
                  <a:lnTo>
                    <a:pt x="1776971" y="1540421"/>
                  </a:lnTo>
                  <a:lnTo>
                    <a:pt x="1776209" y="1536801"/>
                  </a:lnTo>
                  <a:lnTo>
                    <a:pt x="1774494" y="1533372"/>
                  </a:lnTo>
                  <a:lnTo>
                    <a:pt x="1771827" y="1530134"/>
                  </a:lnTo>
                  <a:lnTo>
                    <a:pt x="1763826" y="1521561"/>
                  </a:lnTo>
                  <a:lnTo>
                    <a:pt x="1760778" y="1517561"/>
                  </a:lnTo>
                  <a:lnTo>
                    <a:pt x="1759064" y="1514043"/>
                  </a:lnTo>
                  <a:lnTo>
                    <a:pt x="1758683" y="1510995"/>
                  </a:lnTo>
                  <a:lnTo>
                    <a:pt x="1759635" y="1505851"/>
                  </a:lnTo>
                  <a:lnTo>
                    <a:pt x="1762582" y="1501470"/>
                  </a:lnTo>
                  <a:lnTo>
                    <a:pt x="1767535" y="1497850"/>
                  </a:lnTo>
                  <a:lnTo>
                    <a:pt x="1773059" y="1493659"/>
                  </a:lnTo>
                  <a:lnTo>
                    <a:pt x="1776209" y="1488795"/>
                  </a:lnTo>
                  <a:lnTo>
                    <a:pt x="1776971" y="1483271"/>
                  </a:lnTo>
                  <a:lnTo>
                    <a:pt x="1776209" y="1479651"/>
                  </a:lnTo>
                  <a:lnTo>
                    <a:pt x="1774494" y="1476222"/>
                  </a:lnTo>
                  <a:lnTo>
                    <a:pt x="1771827" y="1472984"/>
                  </a:lnTo>
                  <a:lnTo>
                    <a:pt x="1763826" y="1464411"/>
                  </a:lnTo>
                  <a:lnTo>
                    <a:pt x="1760778" y="1460411"/>
                  </a:lnTo>
                  <a:lnTo>
                    <a:pt x="1759064" y="1456893"/>
                  </a:lnTo>
                  <a:lnTo>
                    <a:pt x="1758683" y="1453845"/>
                  </a:lnTo>
                  <a:lnTo>
                    <a:pt x="1759635" y="1448701"/>
                  </a:lnTo>
                  <a:lnTo>
                    <a:pt x="1762582" y="1444320"/>
                  </a:lnTo>
                  <a:lnTo>
                    <a:pt x="1767535" y="1440700"/>
                  </a:lnTo>
                  <a:lnTo>
                    <a:pt x="1773059" y="1436509"/>
                  </a:lnTo>
                  <a:lnTo>
                    <a:pt x="1776209" y="1431645"/>
                  </a:lnTo>
                  <a:lnTo>
                    <a:pt x="1776806" y="1427264"/>
                  </a:lnTo>
                  <a:lnTo>
                    <a:pt x="2325547" y="1427264"/>
                  </a:lnTo>
                  <a:lnTo>
                    <a:pt x="2329675" y="1427264"/>
                  </a:lnTo>
                  <a:lnTo>
                    <a:pt x="2338247" y="1427264"/>
                  </a:lnTo>
                  <a:lnTo>
                    <a:pt x="2467000" y="1427264"/>
                  </a:lnTo>
                  <a:lnTo>
                    <a:pt x="2467445" y="1429194"/>
                  </a:lnTo>
                  <a:lnTo>
                    <a:pt x="2506129" y="1449984"/>
                  </a:lnTo>
                  <a:lnTo>
                    <a:pt x="2513126" y="1450124"/>
                  </a:lnTo>
                  <a:lnTo>
                    <a:pt x="2520099" y="1449984"/>
                  </a:lnTo>
                  <a:lnTo>
                    <a:pt x="2527274" y="1448981"/>
                  </a:lnTo>
                  <a:lnTo>
                    <a:pt x="2534666" y="1447126"/>
                  </a:lnTo>
                  <a:lnTo>
                    <a:pt x="2536939" y="1446314"/>
                  </a:lnTo>
                  <a:lnTo>
                    <a:pt x="2542273" y="1444409"/>
                  </a:lnTo>
                  <a:lnTo>
                    <a:pt x="2549347" y="1440624"/>
                  </a:lnTo>
                  <a:lnTo>
                    <a:pt x="2554567" y="1435557"/>
                  </a:lnTo>
                  <a:lnTo>
                    <a:pt x="2557919" y="1429194"/>
                  </a:lnTo>
                  <a:lnTo>
                    <a:pt x="2558288" y="1427264"/>
                  </a:lnTo>
                  <a:lnTo>
                    <a:pt x="2972854" y="1427264"/>
                  </a:lnTo>
                  <a:lnTo>
                    <a:pt x="2972854" y="1421549"/>
                  </a:lnTo>
                  <a:lnTo>
                    <a:pt x="2559418" y="1421549"/>
                  </a:lnTo>
                  <a:lnTo>
                    <a:pt x="2557640" y="1413903"/>
                  </a:lnTo>
                  <a:lnTo>
                    <a:pt x="2531605" y="1395577"/>
                  </a:lnTo>
                  <a:lnTo>
                    <a:pt x="2531605" y="1438884"/>
                  </a:lnTo>
                  <a:lnTo>
                    <a:pt x="2527414" y="1445171"/>
                  </a:lnTo>
                  <a:lnTo>
                    <a:pt x="2518270" y="1445552"/>
                  </a:lnTo>
                  <a:lnTo>
                    <a:pt x="2512174" y="1446314"/>
                  </a:lnTo>
                  <a:lnTo>
                    <a:pt x="2506840" y="1444028"/>
                  </a:lnTo>
                  <a:lnTo>
                    <a:pt x="2502268" y="1438694"/>
                  </a:lnTo>
                  <a:lnTo>
                    <a:pt x="2497696" y="1432979"/>
                  </a:lnTo>
                  <a:lnTo>
                    <a:pt x="2495639" y="1427264"/>
                  </a:lnTo>
                  <a:lnTo>
                    <a:pt x="2530868" y="1427264"/>
                  </a:lnTo>
                  <a:lnTo>
                    <a:pt x="2531605" y="1438884"/>
                  </a:lnTo>
                  <a:lnTo>
                    <a:pt x="2531605" y="1395577"/>
                  </a:lnTo>
                  <a:lnTo>
                    <a:pt x="2530424" y="1395285"/>
                  </a:lnTo>
                  <a:lnTo>
                    <a:pt x="2530424" y="1421549"/>
                  </a:lnTo>
                  <a:lnTo>
                    <a:pt x="2494686" y="1421549"/>
                  </a:lnTo>
                  <a:lnTo>
                    <a:pt x="2494267" y="1416405"/>
                  </a:lnTo>
                  <a:lnTo>
                    <a:pt x="2493886" y="1409928"/>
                  </a:lnTo>
                  <a:lnTo>
                    <a:pt x="2493924" y="1409738"/>
                  </a:lnTo>
                  <a:lnTo>
                    <a:pt x="2494648" y="1405356"/>
                  </a:lnTo>
                  <a:lnTo>
                    <a:pt x="2512936" y="1396784"/>
                  </a:lnTo>
                  <a:lnTo>
                    <a:pt x="2518270" y="1399070"/>
                  </a:lnTo>
                  <a:lnTo>
                    <a:pt x="2527414" y="1409738"/>
                  </a:lnTo>
                  <a:lnTo>
                    <a:pt x="2527490" y="1409928"/>
                  </a:lnTo>
                  <a:lnTo>
                    <a:pt x="2530081" y="1417167"/>
                  </a:lnTo>
                  <a:lnTo>
                    <a:pt x="2530424" y="1421549"/>
                  </a:lnTo>
                  <a:lnTo>
                    <a:pt x="2530424" y="1395285"/>
                  </a:lnTo>
                  <a:lnTo>
                    <a:pt x="2525699" y="1394117"/>
                  </a:lnTo>
                  <a:lnTo>
                    <a:pt x="2518422" y="1393126"/>
                  </a:lnTo>
                  <a:lnTo>
                    <a:pt x="2511412" y="1392974"/>
                  </a:lnTo>
                  <a:lnTo>
                    <a:pt x="2504668" y="1393126"/>
                  </a:lnTo>
                  <a:lnTo>
                    <a:pt x="2467165" y="1413903"/>
                  </a:lnTo>
                  <a:lnTo>
                    <a:pt x="2465692" y="1421549"/>
                  </a:lnTo>
                  <a:lnTo>
                    <a:pt x="2338247" y="1421549"/>
                  </a:lnTo>
                  <a:lnTo>
                    <a:pt x="2338247" y="1370114"/>
                  </a:lnTo>
                  <a:lnTo>
                    <a:pt x="2972854" y="1370114"/>
                  </a:lnTo>
                  <a:lnTo>
                    <a:pt x="2972854" y="1364399"/>
                  </a:lnTo>
                  <a:lnTo>
                    <a:pt x="2513126" y="1364399"/>
                  </a:lnTo>
                  <a:lnTo>
                    <a:pt x="2338247" y="1364399"/>
                  </a:lnTo>
                  <a:lnTo>
                    <a:pt x="2338247" y="1312964"/>
                  </a:lnTo>
                  <a:lnTo>
                    <a:pt x="2482265" y="1312964"/>
                  </a:lnTo>
                  <a:lnTo>
                    <a:pt x="2475446" y="1316748"/>
                  </a:lnTo>
                  <a:lnTo>
                    <a:pt x="2470416" y="1321828"/>
                  </a:lnTo>
                  <a:lnTo>
                    <a:pt x="2467165" y="1328178"/>
                  </a:lnTo>
                  <a:lnTo>
                    <a:pt x="2465692" y="1335824"/>
                  </a:lnTo>
                  <a:lnTo>
                    <a:pt x="2467445" y="1343469"/>
                  </a:lnTo>
                  <a:lnTo>
                    <a:pt x="2506129" y="1364259"/>
                  </a:lnTo>
                  <a:lnTo>
                    <a:pt x="2513126" y="1364399"/>
                  </a:lnTo>
                  <a:lnTo>
                    <a:pt x="2520099" y="1364259"/>
                  </a:lnTo>
                  <a:lnTo>
                    <a:pt x="2527274" y="1363256"/>
                  </a:lnTo>
                  <a:lnTo>
                    <a:pt x="2534666" y="1361401"/>
                  </a:lnTo>
                  <a:lnTo>
                    <a:pt x="2536939" y="1360589"/>
                  </a:lnTo>
                  <a:lnTo>
                    <a:pt x="2542273" y="1358684"/>
                  </a:lnTo>
                  <a:lnTo>
                    <a:pt x="2549347" y="1354899"/>
                  </a:lnTo>
                  <a:lnTo>
                    <a:pt x="2554567" y="1349832"/>
                  </a:lnTo>
                  <a:lnTo>
                    <a:pt x="2557919" y="1343469"/>
                  </a:lnTo>
                  <a:lnTo>
                    <a:pt x="2559418" y="1335824"/>
                  </a:lnTo>
                  <a:lnTo>
                    <a:pt x="2557640" y="1328178"/>
                  </a:lnTo>
                  <a:lnTo>
                    <a:pt x="2553995" y="1321828"/>
                  </a:lnTo>
                  <a:lnTo>
                    <a:pt x="2548496" y="1316748"/>
                  </a:lnTo>
                  <a:lnTo>
                    <a:pt x="2541130" y="1312964"/>
                  </a:lnTo>
                  <a:lnTo>
                    <a:pt x="2972854" y="1312964"/>
                  </a:lnTo>
                  <a:lnTo>
                    <a:pt x="2972854" y="1307249"/>
                  </a:lnTo>
                  <a:lnTo>
                    <a:pt x="2531605" y="1307249"/>
                  </a:lnTo>
                  <a:lnTo>
                    <a:pt x="2531605" y="1353159"/>
                  </a:lnTo>
                  <a:lnTo>
                    <a:pt x="2527414" y="1359446"/>
                  </a:lnTo>
                  <a:lnTo>
                    <a:pt x="2518270" y="1359827"/>
                  </a:lnTo>
                  <a:lnTo>
                    <a:pt x="2512174" y="1360589"/>
                  </a:lnTo>
                  <a:lnTo>
                    <a:pt x="2506840" y="1358303"/>
                  </a:lnTo>
                  <a:lnTo>
                    <a:pt x="2493886" y="1324203"/>
                  </a:lnTo>
                  <a:lnTo>
                    <a:pt x="2493924" y="1324013"/>
                  </a:lnTo>
                  <a:lnTo>
                    <a:pt x="2494648" y="1319631"/>
                  </a:lnTo>
                  <a:lnTo>
                    <a:pt x="2496553" y="1316964"/>
                  </a:lnTo>
                  <a:lnTo>
                    <a:pt x="2498839" y="1314297"/>
                  </a:lnTo>
                  <a:lnTo>
                    <a:pt x="2501506" y="1312964"/>
                  </a:lnTo>
                  <a:lnTo>
                    <a:pt x="2517381" y="1312964"/>
                  </a:lnTo>
                  <a:lnTo>
                    <a:pt x="2531605" y="1353159"/>
                  </a:lnTo>
                  <a:lnTo>
                    <a:pt x="2531605" y="1307249"/>
                  </a:lnTo>
                  <a:lnTo>
                    <a:pt x="2511412" y="1307249"/>
                  </a:lnTo>
                  <a:lnTo>
                    <a:pt x="2338247" y="1307249"/>
                  </a:lnTo>
                  <a:lnTo>
                    <a:pt x="2338247" y="1255814"/>
                  </a:lnTo>
                  <a:lnTo>
                    <a:pt x="2972854" y="1255814"/>
                  </a:lnTo>
                  <a:lnTo>
                    <a:pt x="2972854" y="1250099"/>
                  </a:lnTo>
                  <a:lnTo>
                    <a:pt x="2338247" y="1250099"/>
                  </a:lnTo>
                  <a:lnTo>
                    <a:pt x="2338247" y="1198664"/>
                  </a:lnTo>
                  <a:lnTo>
                    <a:pt x="2972854" y="1198664"/>
                  </a:lnTo>
                  <a:lnTo>
                    <a:pt x="2972854" y="11929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CE0ECFFE-3614-BEA4-0993-423B7725BE8C}"/>
                </a:ext>
              </a:extLst>
            </p:cNvPr>
            <p:cNvSpPr/>
            <p:nvPr/>
          </p:nvSpPr>
          <p:spPr>
            <a:xfrm>
              <a:off x="3677741" y="5590547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228778" y="45874"/>
                  </a:moveTo>
                  <a:lnTo>
                    <a:pt x="163567" y="44039"/>
                  </a:lnTo>
                  <a:lnTo>
                    <a:pt x="108083" y="38534"/>
                  </a:lnTo>
                  <a:lnTo>
                    <a:pt x="62327" y="29359"/>
                  </a:lnTo>
                  <a:lnTo>
                    <a:pt x="26300" y="16514"/>
                  </a:lnTo>
                  <a:lnTo>
                    <a:pt x="0" y="0"/>
                  </a:lnTo>
                  <a:lnTo>
                    <a:pt x="26300" y="13943"/>
                  </a:lnTo>
                  <a:lnTo>
                    <a:pt x="62327" y="24787"/>
                  </a:lnTo>
                  <a:lnTo>
                    <a:pt x="108083" y="32533"/>
                  </a:lnTo>
                  <a:lnTo>
                    <a:pt x="163567" y="37181"/>
                  </a:lnTo>
                  <a:lnTo>
                    <a:pt x="228778" y="38730"/>
                  </a:lnTo>
                  <a:lnTo>
                    <a:pt x="293989" y="37181"/>
                  </a:lnTo>
                  <a:lnTo>
                    <a:pt x="349473" y="32533"/>
                  </a:lnTo>
                  <a:lnTo>
                    <a:pt x="395228" y="24787"/>
                  </a:lnTo>
                  <a:lnTo>
                    <a:pt x="431256" y="13943"/>
                  </a:lnTo>
                  <a:lnTo>
                    <a:pt x="457556" y="0"/>
                  </a:lnTo>
                  <a:lnTo>
                    <a:pt x="431256" y="16514"/>
                  </a:lnTo>
                  <a:lnTo>
                    <a:pt x="395228" y="29359"/>
                  </a:lnTo>
                  <a:lnTo>
                    <a:pt x="349473" y="38534"/>
                  </a:lnTo>
                  <a:lnTo>
                    <a:pt x="293989" y="44039"/>
                  </a:lnTo>
                  <a:lnTo>
                    <a:pt x="228778" y="4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334B5C22-7AB8-67C2-320C-CC2EBCCF8679}"/>
                </a:ext>
              </a:extLst>
            </p:cNvPr>
            <p:cNvSpPr/>
            <p:nvPr/>
          </p:nvSpPr>
          <p:spPr>
            <a:xfrm>
              <a:off x="3677741" y="5590547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0" y="0"/>
                  </a:moveTo>
                  <a:lnTo>
                    <a:pt x="62327" y="29359"/>
                  </a:lnTo>
                  <a:lnTo>
                    <a:pt x="108083" y="38534"/>
                  </a:lnTo>
                  <a:lnTo>
                    <a:pt x="163567" y="44039"/>
                  </a:lnTo>
                  <a:lnTo>
                    <a:pt x="228778" y="45874"/>
                  </a:lnTo>
                  <a:lnTo>
                    <a:pt x="293989" y="44039"/>
                  </a:lnTo>
                  <a:lnTo>
                    <a:pt x="349473" y="38534"/>
                  </a:lnTo>
                  <a:lnTo>
                    <a:pt x="395228" y="29359"/>
                  </a:lnTo>
                  <a:lnTo>
                    <a:pt x="431256" y="16514"/>
                  </a:lnTo>
                  <a:lnTo>
                    <a:pt x="457556" y="0"/>
                  </a:lnTo>
                  <a:lnTo>
                    <a:pt x="431256" y="13943"/>
                  </a:lnTo>
                  <a:lnTo>
                    <a:pt x="395228" y="24787"/>
                  </a:lnTo>
                  <a:lnTo>
                    <a:pt x="349473" y="32533"/>
                  </a:lnTo>
                  <a:lnTo>
                    <a:pt x="293989" y="37181"/>
                  </a:lnTo>
                  <a:lnTo>
                    <a:pt x="228778" y="38730"/>
                  </a:lnTo>
                  <a:lnTo>
                    <a:pt x="163567" y="37181"/>
                  </a:lnTo>
                  <a:lnTo>
                    <a:pt x="108083" y="32533"/>
                  </a:lnTo>
                  <a:lnTo>
                    <a:pt x="62327" y="24787"/>
                  </a:lnTo>
                  <a:lnTo>
                    <a:pt x="26300" y="1394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>
              <a:extLst>
                <a:ext uri="{FF2B5EF4-FFF2-40B4-BE49-F238E27FC236}">
                  <a16:creationId xmlns:a16="http://schemas.microsoft.com/office/drawing/2014/main" id="{DBC1C0FF-0EB3-920A-E99E-FC5ABDBAFF51}"/>
                </a:ext>
              </a:extLst>
            </p:cNvPr>
            <p:cNvSpPr/>
            <p:nvPr/>
          </p:nvSpPr>
          <p:spPr>
            <a:xfrm>
              <a:off x="3677741" y="5476247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228778" y="45874"/>
                  </a:moveTo>
                  <a:lnTo>
                    <a:pt x="163567" y="44039"/>
                  </a:lnTo>
                  <a:lnTo>
                    <a:pt x="108083" y="38534"/>
                  </a:lnTo>
                  <a:lnTo>
                    <a:pt x="62327" y="29359"/>
                  </a:lnTo>
                  <a:lnTo>
                    <a:pt x="26300" y="16514"/>
                  </a:lnTo>
                  <a:lnTo>
                    <a:pt x="0" y="0"/>
                  </a:lnTo>
                  <a:lnTo>
                    <a:pt x="26300" y="13943"/>
                  </a:lnTo>
                  <a:lnTo>
                    <a:pt x="62327" y="24787"/>
                  </a:lnTo>
                  <a:lnTo>
                    <a:pt x="108083" y="32533"/>
                  </a:lnTo>
                  <a:lnTo>
                    <a:pt x="163567" y="37181"/>
                  </a:lnTo>
                  <a:lnTo>
                    <a:pt x="228778" y="38730"/>
                  </a:lnTo>
                  <a:lnTo>
                    <a:pt x="293989" y="37181"/>
                  </a:lnTo>
                  <a:lnTo>
                    <a:pt x="349473" y="32533"/>
                  </a:lnTo>
                  <a:lnTo>
                    <a:pt x="395228" y="24787"/>
                  </a:lnTo>
                  <a:lnTo>
                    <a:pt x="431256" y="13943"/>
                  </a:lnTo>
                  <a:lnTo>
                    <a:pt x="457556" y="0"/>
                  </a:lnTo>
                  <a:lnTo>
                    <a:pt x="431256" y="16514"/>
                  </a:lnTo>
                  <a:lnTo>
                    <a:pt x="395228" y="29359"/>
                  </a:lnTo>
                  <a:lnTo>
                    <a:pt x="349473" y="38534"/>
                  </a:lnTo>
                  <a:lnTo>
                    <a:pt x="293989" y="44039"/>
                  </a:lnTo>
                  <a:lnTo>
                    <a:pt x="228778" y="4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E504F603-9D82-C292-C68D-548D5C0E8D3A}"/>
                </a:ext>
              </a:extLst>
            </p:cNvPr>
            <p:cNvSpPr/>
            <p:nvPr/>
          </p:nvSpPr>
          <p:spPr>
            <a:xfrm>
              <a:off x="3677741" y="5476247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0" y="0"/>
                  </a:moveTo>
                  <a:lnTo>
                    <a:pt x="62327" y="29359"/>
                  </a:lnTo>
                  <a:lnTo>
                    <a:pt x="108083" y="38534"/>
                  </a:lnTo>
                  <a:lnTo>
                    <a:pt x="163567" y="44039"/>
                  </a:lnTo>
                  <a:lnTo>
                    <a:pt x="228778" y="45874"/>
                  </a:lnTo>
                  <a:lnTo>
                    <a:pt x="293989" y="44039"/>
                  </a:lnTo>
                  <a:lnTo>
                    <a:pt x="349473" y="38534"/>
                  </a:lnTo>
                  <a:lnTo>
                    <a:pt x="395228" y="29359"/>
                  </a:lnTo>
                  <a:lnTo>
                    <a:pt x="431256" y="16514"/>
                  </a:lnTo>
                  <a:lnTo>
                    <a:pt x="457556" y="0"/>
                  </a:lnTo>
                  <a:lnTo>
                    <a:pt x="431256" y="13943"/>
                  </a:lnTo>
                  <a:lnTo>
                    <a:pt x="395228" y="24787"/>
                  </a:lnTo>
                  <a:lnTo>
                    <a:pt x="349473" y="32533"/>
                  </a:lnTo>
                  <a:lnTo>
                    <a:pt x="293989" y="37181"/>
                  </a:lnTo>
                  <a:lnTo>
                    <a:pt x="228778" y="38730"/>
                  </a:lnTo>
                  <a:lnTo>
                    <a:pt x="163567" y="37181"/>
                  </a:lnTo>
                  <a:lnTo>
                    <a:pt x="108083" y="32533"/>
                  </a:lnTo>
                  <a:lnTo>
                    <a:pt x="62327" y="24787"/>
                  </a:lnTo>
                  <a:lnTo>
                    <a:pt x="26300" y="1394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E788B987-C9ED-B61F-71EE-AC729056843D}"/>
                </a:ext>
              </a:extLst>
            </p:cNvPr>
            <p:cNvSpPr/>
            <p:nvPr/>
          </p:nvSpPr>
          <p:spPr>
            <a:xfrm>
              <a:off x="3677741" y="5330360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457556" y="45874"/>
                  </a:moveTo>
                  <a:lnTo>
                    <a:pt x="395228" y="21086"/>
                  </a:lnTo>
                  <a:lnTo>
                    <a:pt x="349473" y="13340"/>
                  </a:lnTo>
                  <a:lnTo>
                    <a:pt x="293989" y="8692"/>
                  </a:lnTo>
                  <a:lnTo>
                    <a:pt x="228778" y="7143"/>
                  </a:lnTo>
                  <a:lnTo>
                    <a:pt x="163567" y="8692"/>
                  </a:lnTo>
                  <a:lnTo>
                    <a:pt x="108083" y="13340"/>
                  </a:lnTo>
                  <a:lnTo>
                    <a:pt x="62327" y="21086"/>
                  </a:lnTo>
                  <a:lnTo>
                    <a:pt x="26300" y="31931"/>
                  </a:lnTo>
                  <a:lnTo>
                    <a:pt x="0" y="45874"/>
                  </a:lnTo>
                  <a:lnTo>
                    <a:pt x="26300" y="29359"/>
                  </a:lnTo>
                  <a:lnTo>
                    <a:pt x="62327" y="16514"/>
                  </a:lnTo>
                  <a:lnTo>
                    <a:pt x="108083" y="7339"/>
                  </a:lnTo>
                  <a:lnTo>
                    <a:pt x="163567" y="1834"/>
                  </a:lnTo>
                  <a:lnTo>
                    <a:pt x="228778" y="0"/>
                  </a:lnTo>
                  <a:lnTo>
                    <a:pt x="293989" y="1834"/>
                  </a:lnTo>
                  <a:lnTo>
                    <a:pt x="349473" y="7339"/>
                  </a:lnTo>
                  <a:lnTo>
                    <a:pt x="395228" y="16514"/>
                  </a:lnTo>
                  <a:lnTo>
                    <a:pt x="431256" y="29359"/>
                  </a:lnTo>
                  <a:lnTo>
                    <a:pt x="457556" y="4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444ECAA7-2103-F3A8-2798-9CCA11A9DC83}"/>
                </a:ext>
              </a:extLst>
            </p:cNvPr>
            <p:cNvSpPr/>
            <p:nvPr/>
          </p:nvSpPr>
          <p:spPr>
            <a:xfrm>
              <a:off x="3677741" y="5330360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0" y="45874"/>
                  </a:moveTo>
                  <a:lnTo>
                    <a:pt x="62327" y="21086"/>
                  </a:lnTo>
                  <a:lnTo>
                    <a:pt x="108083" y="13340"/>
                  </a:lnTo>
                  <a:lnTo>
                    <a:pt x="163567" y="8692"/>
                  </a:lnTo>
                  <a:lnTo>
                    <a:pt x="228778" y="7143"/>
                  </a:lnTo>
                  <a:lnTo>
                    <a:pt x="293989" y="8692"/>
                  </a:lnTo>
                  <a:lnTo>
                    <a:pt x="349473" y="13340"/>
                  </a:lnTo>
                  <a:lnTo>
                    <a:pt x="395228" y="21086"/>
                  </a:lnTo>
                  <a:lnTo>
                    <a:pt x="431256" y="31931"/>
                  </a:lnTo>
                  <a:lnTo>
                    <a:pt x="457556" y="45874"/>
                  </a:lnTo>
                  <a:lnTo>
                    <a:pt x="431256" y="29359"/>
                  </a:lnTo>
                  <a:lnTo>
                    <a:pt x="395228" y="16514"/>
                  </a:lnTo>
                  <a:lnTo>
                    <a:pt x="349473" y="7339"/>
                  </a:lnTo>
                  <a:lnTo>
                    <a:pt x="293989" y="1834"/>
                  </a:lnTo>
                  <a:lnTo>
                    <a:pt x="228778" y="0"/>
                  </a:lnTo>
                  <a:lnTo>
                    <a:pt x="163567" y="1834"/>
                  </a:lnTo>
                  <a:lnTo>
                    <a:pt x="108083" y="7339"/>
                  </a:lnTo>
                  <a:lnTo>
                    <a:pt x="62327" y="16514"/>
                  </a:lnTo>
                  <a:lnTo>
                    <a:pt x="26300" y="29359"/>
                  </a:lnTo>
                  <a:lnTo>
                    <a:pt x="0" y="4587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4F08278C-72C8-E7F9-3A23-B2672E956CBA}"/>
                </a:ext>
              </a:extLst>
            </p:cNvPr>
            <p:cNvSpPr/>
            <p:nvPr/>
          </p:nvSpPr>
          <p:spPr>
            <a:xfrm>
              <a:off x="4071163" y="4040412"/>
              <a:ext cx="965200" cy="1651000"/>
            </a:xfrm>
            <a:custGeom>
              <a:avLst/>
              <a:gdLst/>
              <a:ahLst/>
              <a:cxnLst/>
              <a:rect l="l" t="t" r="r" b="b"/>
              <a:pathLst>
                <a:path w="965200" h="1651000">
                  <a:moveTo>
                    <a:pt x="180721" y="1621866"/>
                  </a:moveTo>
                  <a:lnTo>
                    <a:pt x="85280" y="1592999"/>
                  </a:lnTo>
                  <a:lnTo>
                    <a:pt x="85280" y="1600428"/>
                  </a:lnTo>
                  <a:lnTo>
                    <a:pt x="156146" y="1621574"/>
                  </a:lnTo>
                  <a:lnTo>
                    <a:pt x="156146" y="1621866"/>
                  </a:lnTo>
                  <a:lnTo>
                    <a:pt x="85280" y="1643011"/>
                  </a:lnTo>
                  <a:lnTo>
                    <a:pt x="85280" y="1650720"/>
                  </a:lnTo>
                  <a:lnTo>
                    <a:pt x="180721" y="1621866"/>
                  </a:lnTo>
                  <a:close/>
                </a:path>
                <a:path w="965200" h="1651000">
                  <a:moveTo>
                    <a:pt x="201345" y="1532280"/>
                  </a:moveTo>
                  <a:lnTo>
                    <a:pt x="177025" y="1532280"/>
                  </a:lnTo>
                  <a:lnTo>
                    <a:pt x="176072" y="1528203"/>
                  </a:lnTo>
                  <a:lnTo>
                    <a:pt x="172427" y="1521853"/>
                  </a:lnTo>
                  <a:lnTo>
                    <a:pt x="150050" y="1509877"/>
                  </a:lnTo>
                  <a:lnTo>
                    <a:pt x="150050" y="1553184"/>
                  </a:lnTo>
                  <a:lnTo>
                    <a:pt x="145859" y="1559471"/>
                  </a:lnTo>
                  <a:lnTo>
                    <a:pt x="136715" y="1559852"/>
                  </a:lnTo>
                  <a:lnTo>
                    <a:pt x="130619" y="1560614"/>
                  </a:lnTo>
                  <a:lnTo>
                    <a:pt x="125285" y="1558328"/>
                  </a:lnTo>
                  <a:lnTo>
                    <a:pt x="120713" y="1552994"/>
                  </a:lnTo>
                  <a:lnTo>
                    <a:pt x="116141" y="1547279"/>
                  </a:lnTo>
                  <a:lnTo>
                    <a:pt x="113474" y="1539849"/>
                  </a:lnTo>
                  <a:lnTo>
                    <a:pt x="113436" y="1539430"/>
                  </a:lnTo>
                  <a:lnTo>
                    <a:pt x="149161" y="1539430"/>
                  </a:lnTo>
                  <a:lnTo>
                    <a:pt x="149288" y="1540992"/>
                  </a:lnTo>
                  <a:lnTo>
                    <a:pt x="150050" y="1553184"/>
                  </a:lnTo>
                  <a:lnTo>
                    <a:pt x="150050" y="1509877"/>
                  </a:lnTo>
                  <a:lnTo>
                    <a:pt x="148590" y="1509522"/>
                  </a:lnTo>
                  <a:lnTo>
                    <a:pt x="148590" y="1532280"/>
                  </a:lnTo>
                  <a:lnTo>
                    <a:pt x="112839" y="1532280"/>
                  </a:lnTo>
                  <a:lnTo>
                    <a:pt x="112712" y="1530705"/>
                  </a:lnTo>
                  <a:lnTo>
                    <a:pt x="112331" y="1524228"/>
                  </a:lnTo>
                  <a:lnTo>
                    <a:pt x="112356" y="1524038"/>
                  </a:lnTo>
                  <a:lnTo>
                    <a:pt x="131381" y="1511084"/>
                  </a:lnTo>
                  <a:lnTo>
                    <a:pt x="136715" y="1513370"/>
                  </a:lnTo>
                  <a:lnTo>
                    <a:pt x="145859" y="1524038"/>
                  </a:lnTo>
                  <a:lnTo>
                    <a:pt x="145923" y="1524228"/>
                  </a:lnTo>
                  <a:lnTo>
                    <a:pt x="148526" y="1531467"/>
                  </a:lnTo>
                  <a:lnTo>
                    <a:pt x="148590" y="1532280"/>
                  </a:lnTo>
                  <a:lnTo>
                    <a:pt x="148590" y="1509522"/>
                  </a:lnTo>
                  <a:lnTo>
                    <a:pt x="144145" y="1508417"/>
                  </a:lnTo>
                  <a:lnTo>
                    <a:pt x="136855" y="1507426"/>
                  </a:lnTo>
                  <a:lnTo>
                    <a:pt x="129857" y="1507274"/>
                  </a:lnTo>
                  <a:lnTo>
                    <a:pt x="123101" y="1507426"/>
                  </a:lnTo>
                  <a:lnTo>
                    <a:pt x="85598" y="1528203"/>
                  </a:lnTo>
                  <a:lnTo>
                    <a:pt x="84810" y="1532280"/>
                  </a:lnTo>
                  <a:lnTo>
                    <a:pt x="64452" y="1532280"/>
                  </a:lnTo>
                  <a:lnTo>
                    <a:pt x="64452" y="1539430"/>
                  </a:lnTo>
                  <a:lnTo>
                    <a:pt x="84950" y="1539430"/>
                  </a:lnTo>
                  <a:lnTo>
                    <a:pt x="85877" y="1543494"/>
                  </a:lnTo>
                  <a:lnTo>
                    <a:pt x="124561" y="1564284"/>
                  </a:lnTo>
                  <a:lnTo>
                    <a:pt x="131572" y="1564424"/>
                  </a:lnTo>
                  <a:lnTo>
                    <a:pt x="138531" y="1564284"/>
                  </a:lnTo>
                  <a:lnTo>
                    <a:pt x="145707" y="1563281"/>
                  </a:lnTo>
                  <a:lnTo>
                    <a:pt x="153098" y="1561426"/>
                  </a:lnTo>
                  <a:lnTo>
                    <a:pt x="155371" y="1560614"/>
                  </a:lnTo>
                  <a:lnTo>
                    <a:pt x="160718" y="1558709"/>
                  </a:lnTo>
                  <a:lnTo>
                    <a:pt x="167779" y="1554924"/>
                  </a:lnTo>
                  <a:lnTo>
                    <a:pt x="172999" y="1549857"/>
                  </a:lnTo>
                  <a:lnTo>
                    <a:pt x="176352" y="1543494"/>
                  </a:lnTo>
                  <a:lnTo>
                    <a:pt x="177152" y="1539430"/>
                  </a:lnTo>
                  <a:lnTo>
                    <a:pt x="201345" y="1539430"/>
                  </a:lnTo>
                  <a:lnTo>
                    <a:pt x="201345" y="1532280"/>
                  </a:lnTo>
                  <a:close/>
                </a:path>
                <a:path w="965200" h="1651000">
                  <a:moveTo>
                    <a:pt x="201345" y="1475130"/>
                  </a:moveTo>
                  <a:lnTo>
                    <a:pt x="64452" y="1475130"/>
                  </a:lnTo>
                  <a:lnTo>
                    <a:pt x="64452" y="1482280"/>
                  </a:lnTo>
                  <a:lnTo>
                    <a:pt x="201345" y="1482280"/>
                  </a:lnTo>
                  <a:lnTo>
                    <a:pt x="201345" y="1475130"/>
                  </a:lnTo>
                  <a:close/>
                </a:path>
                <a:path w="965200" h="1651000">
                  <a:moveTo>
                    <a:pt x="964946" y="1192949"/>
                  </a:moveTo>
                  <a:lnTo>
                    <a:pt x="623379" y="1192949"/>
                  </a:lnTo>
                  <a:lnTo>
                    <a:pt x="623379" y="0"/>
                  </a:lnTo>
                  <a:lnTo>
                    <a:pt x="613371" y="0"/>
                  </a:lnTo>
                  <a:lnTo>
                    <a:pt x="613371" y="1421549"/>
                  </a:lnTo>
                  <a:lnTo>
                    <a:pt x="610679" y="1421549"/>
                  </a:lnTo>
                  <a:lnTo>
                    <a:pt x="605370" y="1421549"/>
                  </a:lnTo>
                  <a:lnTo>
                    <a:pt x="605370" y="1370114"/>
                  </a:lnTo>
                  <a:lnTo>
                    <a:pt x="610679" y="1370114"/>
                  </a:lnTo>
                  <a:lnTo>
                    <a:pt x="613371" y="1370114"/>
                  </a:lnTo>
                  <a:lnTo>
                    <a:pt x="613371" y="1364399"/>
                  </a:lnTo>
                  <a:lnTo>
                    <a:pt x="610679" y="1364399"/>
                  </a:lnTo>
                  <a:lnTo>
                    <a:pt x="605370" y="1364399"/>
                  </a:lnTo>
                  <a:lnTo>
                    <a:pt x="605370" y="1312964"/>
                  </a:lnTo>
                  <a:lnTo>
                    <a:pt x="610679" y="1312964"/>
                  </a:lnTo>
                  <a:lnTo>
                    <a:pt x="613371" y="1312964"/>
                  </a:lnTo>
                  <a:lnTo>
                    <a:pt x="613371" y="1307249"/>
                  </a:lnTo>
                  <a:lnTo>
                    <a:pt x="610679" y="1307249"/>
                  </a:lnTo>
                  <a:lnTo>
                    <a:pt x="605370" y="1307249"/>
                  </a:lnTo>
                  <a:lnTo>
                    <a:pt x="605370" y="1255814"/>
                  </a:lnTo>
                  <a:lnTo>
                    <a:pt x="610679" y="1255814"/>
                  </a:lnTo>
                  <a:lnTo>
                    <a:pt x="613371" y="1255814"/>
                  </a:lnTo>
                  <a:lnTo>
                    <a:pt x="613371" y="1250099"/>
                  </a:lnTo>
                  <a:lnTo>
                    <a:pt x="610679" y="1250099"/>
                  </a:lnTo>
                  <a:lnTo>
                    <a:pt x="605370" y="1250099"/>
                  </a:lnTo>
                  <a:lnTo>
                    <a:pt x="605370" y="1198664"/>
                  </a:lnTo>
                  <a:lnTo>
                    <a:pt x="610679" y="1198664"/>
                  </a:lnTo>
                  <a:lnTo>
                    <a:pt x="613371" y="1198664"/>
                  </a:lnTo>
                  <a:lnTo>
                    <a:pt x="613371" y="1192949"/>
                  </a:lnTo>
                  <a:lnTo>
                    <a:pt x="610679" y="1192949"/>
                  </a:lnTo>
                  <a:lnTo>
                    <a:pt x="605370" y="1192949"/>
                  </a:lnTo>
                  <a:lnTo>
                    <a:pt x="605370" y="0"/>
                  </a:lnTo>
                  <a:lnTo>
                    <a:pt x="595376" y="0"/>
                  </a:lnTo>
                  <a:lnTo>
                    <a:pt x="595376" y="1192949"/>
                  </a:lnTo>
                  <a:lnTo>
                    <a:pt x="595376" y="1198664"/>
                  </a:lnTo>
                  <a:lnTo>
                    <a:pt x="595376" y="1421549"/>
                  </a:lnTo>
                  <a:lnTo>
                    <a:pt x="177863" y="1421549"/>
                  </a:lnTo>
                  <a:lnTo>
                    <a:pt x="150050" y="1395577"/>
                  </a:lnTo>
                  <a:lnTo>
                    <a:pt x="150050" y="1438884"/>
                  </a:lnTo>
                  <a:lnTo>
                    <a:pt x="145859" y="1445171"/>
                  </a:lnTo>
                  <a:lnTo>
                    <a:pt x="136715" y="1445552"/>
                  </a:lnTo>
                  <a:lnTo>
                    <a:pt x="130619" y="1446314"/>
                  </a:lnTo>
                  <a:lnTo>
                    <a:pt x="125285" y="1444028"/>
                  </a:lnTo>
                  <a:lnTo>
                    <a:pt x="120713" y="1438694"/>
                  </a:lnTo>
                  <a:lnTo>
                    <a:pt x="116141" y="1432979"/>
                  </a:lnTo>
                  <a:lnTo>
                    <a:pt x="114084" y="1427264"/>
                  </a:lnTo>
                  <a:lnTo>
                    <a:pt x="149313" y="1427264"/>
                  </a:lnTo>
                  <a:lnTo>
                    <a:pt x="150050" y="1438884"/>
                  </a:lnTo>
                  <a:lnTo>
                    <a:pt x="150050" y="1395577"/>
                  </a:lnTo>
                  <a:lnTo>
                    <a:pt x="148869" y="1395285"/>
                  </a:lnTo>
                  <a:lnTo>
                    <a:pt x="148869" y="1421549"/>
                  </a:lnTo>
                  <a:lnTo>
                    <a:pt x="113131" y="1421549"/>
                  </a:lnTo>
                  <a:lnTo>
                    <a:pt x="112712" y="1416405"/>
                  </a:lnTo>
                  <a:lnTo>
                    <a:pt x="112331" y="1409928"/>
                  </a:lnTo>
                  <a:lnTo>
                    <a:pt x="112356" y="1409738"/>
                  </a:lnTo>
                  <a:lnTo>
                    <a:pt x="131381" y="1396784"/>
                  </a:lnTo>
                  <a:lnTo>
                    <a:pt x="136715" y="1399070"/>
                  </a:lnTo>
                  <a:lnTo>
                    <a:pt x="145859" y="1409738"/>
                  </a:lnTo>
                  <a:lnTo>
                    <a:pt x="145923" y="1409928"/>
                  </a:lnTo>
                  <a:lnTo>
                    <a:pt x="148526" y="1417167"/>
                  </a:lnTo>
                  <a:lnTo>
                    <a:pt x="148869" y="1421549"/>
                  </a:lnTo>
                  <a:lnTo>
                    <a:pt x="148869" y="1395285"/>
                  </a:lnTo>
                  <a:lnTo>
                    <a:pt x="144145" y="1394117"/>
                  </a:lnTo>
                  <a:lnTo>
                    <a:pt x="136855" y="1393126"/>
                  </a:lnTo>
                  <a:lnTo>
                    <a:pt x="129857" y="1392974"/>
                  </a:lnTo>
                  <a:lnTo>
                    <a:pt x="123101" y="1393126"/>
                  </a:lnTo>
                  <a:lnTo>
                    <a:pt x="85598" y="1413903"/>
                  </a:lnTo>
                  <a:lnTo>
                    <a:pt x="84137" y="1421549"/>
                  </a:lnTo>
                  <a:lnTo>
                    <a:pt x="12700" y="1421549"/>
                  </a:lnTo>
                  <a:lnTo>
                    <a:pt x="12700" y="1370114"/>
                  </a:lnTo>
                  <a:lnTo>
                    <a:pt x="595376" y="1370114"/>
                  </a:lnTo>
                  <a:lnTo>
                    <a:pt x="595376" y="1364399"/>
                  </a:lnTo>
                  <a:lnTo>
                    <a:pt x="131572" y="1364399"/>
                  </a:lnTo>
                  <a:lnTo>
                    <a:pt x="12700" y="1364399"/>
                  </a:lnTo>
                  <a:lnTo>
                    <a:pt x="12700" y="1312964"/>
                  </a:lnTo>
                  <a:lnTo>
                    <a:pt x="100711" y="1312964"/>
                  </a:lnTo>
                  <a:lnTo>
                    <a:pt x="93878" y="1316748"/>
                  </a:lnTo>
                  <a:lnTo>
                    <a:pt x="88849" y="1321828"/>
                  </a:lnTo>
                  <a:lnTo>
                    <a:pt x="85598" y="1328178"/>
                  </a:lnTo>
                  <a:lnTo>
                    <a:pt x="84137" y="1335824"/>
                  </a:lnTo>
                  <a:lnTo>
                    <a:pt x="85877" y="1343469"/>
                  </a:lnTo>
                  <a:lnTo>
                    <a:pt x="124561" y="1364259"/>
                  </a:lnTo>
                  <a:lnTo>
                    <a:pt x="131572" y="1364399"/>
                  </a:lnTo>
                  <a:lnTo>
                    <a:pt x="138531" y="1364259"/>
                  </a:lnTo>
                  <a:lnTo>
                    <a:pt x="145707" y="1363256"/>
                  </a:lnTo>
                  <a:lnTo>
                    <a:pt x="153098" y="1361401"/>
                  </a:lnTo>
                  <a:lnTo>
                    <a:pt x="155371" y="1360589"/>
                  </a:lnTo>
                  <a:lnTo>
                    <a:pt x="160718" y="1358684"/>
                  </a:lnTo>
                  <a:lnTo>
                    <a:pt x="167779" y="1354899"/>
                  </a:lnTo>
                  <a:lnTo>
                    <a:pt x="172999" y="1349832"/>
                  </a:lnTo>
                  <a:lnTo>
                    <a:pt x="176352" y="1343469"/>
                  </a:lnTo>
                  <a:lnTo>
                    <a:pt x="177863" y="1335824"/>
                  </a:lnTo>
                  <a:lnTo>
                    <a:pt x="176072" y="1328178"/>
                  </a:lnTo>
                  <a:lnTo>
                    <a:pt x="172427" y="1321828"/>
                  </a:lnTo>
                  <a:lnTo>
                    <a:pt x="166928" y="1316748"/>
                  </a:lnTo>
                  <a:lnTo>
                    <a:pt x="159575" y="1312964"/>
                  </a:lnTo>
                  <a:lnTo>
                    <a:pt x="595376" y="1312964"/>
                  </a:lnTo>
                  <a:lnTo>
                    <a:pt x="595376" y="1307249"/>
                  </a:lnTo>
                  <a:lnTo>
                    <a:pt x="150050" y="1307249"/>
                  </a:lnTo>
                  <a:lnTo>
                    <a:pt x="150050" y="1353159"/>
                  </a:lnTo>
                  <a:lnTo>
                    <a:pt x="145859" y="1359446"/>
                  </a:lnTo>
                  <a:lnTo>
                    <a:pt x="136715" y="1359827"/>
                  </a:lnTo>
                  <a:lnTo>
                    <a:pt x="130619" y="1360589"/>
                  </a:lnTo>
                  <a:lnTo>
                    <a:pt x="125285" y="1358303"/>
                  </a:lnTo>
                  <a:lnTo>
                    <a:pt x="112331" y="1324203"/>
                  </a:lnTo>
                  <a:lnTo>
                    <a:pt x="112356" y="1324013"/>
                  </a:lnTo>
                  <a:lnTo>
                    <a:pt x="113093" y="1319631"/>
                  </a:lnTo>
                  <a:lnTo>
                    <a:pt x="114998" y="1316964"/>
                  </a:lnTo>
                  <a:lnTo>
                    <a:pt x="117284" y="1314297"/>
                  </a:lnTo>
                  <a:lnTo>
                    <a:pt x="119951" y="1312964"/>
                  </a:lnTo>
                  <a:lnTo>
                    <a:pt x="135826" y="1312964"/>
                  </a:lnTo>
                  <a:lnTo>
                    <a:pt x="136715" y="1313345"/>
                  </a:lnTo>
                  <a:lnTo>
                    <a:pt x="145859" y="1324013"/>
                  </a:lnTo>
                  <a:lnTo>
                    <a:pt x="145923" y="1324203"/>
                  </a:lnTo>
                  <a:lnTo>
                    <a:pt x="148526" y="1331442"/>
                  </a:lnTo>
                  <a:lnTo>
                    <a:pt x="149288" y="1340967"/>
                  </a:lnTo>
                  <a:lnTo>
                    <a:pt x="150050" y="1353159"/>
                  </a:lnTo>
                  <a:lnTo>
                    <a:pt x="150050" y="1307249"/>
                  </a:lnTo>
                  <a:lnTo>
                    <a:pt x="129857" y="1307249"/>
                  </a:lnTo>
                  <a:lnTo>
                    <a:pt x="12700" y="1307249"/>
                  </a:lnTo>
                  <a:lnTo>
                    <a:pt x="12700" y="1255814"/>
                  </a:lnTo>
                  <a:lnTo>
                    <a:pt x="595376" y="1255814"/>
                  </a:lnTo>
                  <a:lnTo>
                    <a:pt x="595376" y="1250099"/>
                  </a:lnTo>
                  <a:lnTo>
                    <a:pt x="12700" y="1250099"/>
                  </a:lnTo>
                  <a:lnTo>
                    <a:pt x="12700" y="1198664"/>
                  </a:lnTo>
                  <a:lnTo>
                    <a:pt x="595376" y="1198664"/>
                  </a:lnTo>
                  <a:lnTo>
                    <a:pt x="595376" y="1192949"/>
                  </a:lnTo>
                  <a:lnTo>
                    <a:pt x="12700" y="1192949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192949"/>
                  </a:lnTo>
                  <a:lnTo>
                    <a:pt x="0" y="1192949"/>
                  </a:lnTo>
                  <a:lnTo>
                    <a:pt x="0" y="1198664"/>
                  </a:lnTo>
                  <a:lnTo>
                    <a:pt x="4127" y="1198664"/>
                  </a:lnTo>
                  <a:lnTo>
                    <a:pt x="4127" y="1250099"/>
                  </a:lnTo>
                  <a:lnTo>
                    <a:pt x="0" y="1250099"/>
                  </a:lnTo>
                  <a:lnTo>
                    <a:pt x="0" y="1255814"/>
                  </a:lnTo>
                  <a:lnTo>
                    <a:pt x="4127" y="1255814"/>
                  </a:lnTo>
                  <a:lnTo>
                    <a:pt x="4127" y="1307249"/>
                  </a:lnTo>
                  <a:lnTo>
                    <a:pt x="0" y="1307249"/>
                  </a:lnTo>
                  <a:lnTo>
                    <a:pt x="0" y="1312964"/>
                  </a:lnTo>
                  <a:lnTo>
                    <a:pt x="4127" y="1312964"/>
                  </a:lnTo>
                  <a:lnTo>
                    <a:pt x="4127" y="1364399"/>
                  </a:lnTo>
                  <a:lnTo>
                    <a:pt x="0" y="1364399"/>
                  </a:lnTo>
                  <a:lnTo>
                    <a:pt x="0" y="1370114"/>
                  </a:lnTo>
                  <a:lnTo>
                    <a:pt x="4127" y="1370114"/>
                  </a:lnTo>
                  <a:lnTo>
                    <a:pt x="4127" y="1421549"/>
                  </a:lnTo>
                  <a:lnTo>
                    <a:pt x="0" y="1421549"/>
                  </a:lnTo>
                  <a:lnTo>
                    <a:pt x="0" y="1427264"/>
                  </a:lnTo>
                  <a:lnTo>
                    <a:pt x="4127" y="1427264"/>
                  </a:lnTo>
                  <a:lnTo>
                    <a:pt x="12700" y="1427264"/>
                  </a:lnTo>
                  <a:lnTo>
                    <a:pt x="85432" y="1427264"/>
                  </a:lnTo>
                  <a:lnTo>
                    <a:pt x="85877" y="1429194"/>
                  </a:lnTo>
                  <a:lnTo>
                    <a:pt x="89420" y="1435557"/>
                  </a:lnTo>
                  <a:lnTo>
                    <a:pt x="131572" y="1450124"/>
                  </a:lnTo>
                  <a:lnTo>
                    <a:pt x="138531" y="1449984"/>
                  </a:lnTo>
                  <a:lnTo>
                    <a:pt x="145707" y="1448981"/>
                  </a:lnTo>
                  <a:lnTo>
                    <a:pt x="153098" y="1447126"/>
                  </a:lnTo>
                  <a:lnTo>
                    <a:pt x="155371" y="1446314"/>
                  </a:lnTo>
                  <a:lnTo>
                    <a:pt x="160718" y="1444409"/>
                  </a:lnTo>
                  <a:lnTo>
                    <a:pt x="167779" y="1440624"/>
                  </a:lnTo>
                  <a:lnTo>
                    <a:pt x="172999" y="1435557"/>
                  </a:lnTo>
                  <a:lnTo>
                    <a:pt x="176352" y="1429194"/>
                  </a:lnTo>
                  <a:lnTo>
                    <a:pt x="176733" y="1427264"/>
                  </a:lnTo>
                  <a:lnTo>
                    <a:pt x="595376" y="1427264"/>
                  </a:lnTo>
                  <a:lnTo>
                    <a:pt x="964946" y="1427264"/>
                  </a:lnTo>
                  <a:lnTo>
                    <a:pt x="964946" y="1421549"/>
                  </a:lnTo>
                  <a:lnTo>
                    <a:pt x="623379" y="1421549"/>
                  </a:lnTo>
                  <a:lnTo>
                    <a:pt x="623379" y="1370114"/>
                  </a:lnTo>
                  <a:lnTo>
                    <a:pt x="964946" y="1370114"/>
                  </a:lnTo>
                  <a:lnTo>
                    <a:pt x="964946" y="1364399"/>
                  </a:lnTo>
                  <a:lnTo>
                    <a:pt x="623379" y="1364399"/>
                  </a:lnTo>
                  <a:lnTo>
                    <a:pt x="623379" y="1312964"/>
                  </a:lnTo>
                  <a:lnTo>
                    <a:pt x="964946" y="1312964"/>
                  </a:lnTo>
                  <a:lnTo>
                    <a:pt x="964946" y="1307249"/>
                  </a:lnTo>
                  <a:lnTo>
                    <a:pt x="623379" y="1307249"/>
                  </a:lnTo>
                  <a:lnTo>
                    <a:pt x="623379" y="1255814"/>
                  </a:lnTo>
                  <a:lnTo>
                    <a:pt x="964946" y="1255814"/>
                  </a:lnTo>
                  <a:lnTo>
                    <a:pt x="964946" y="1250099"/>
                  </a:lnTo>
                  <a:lnTo>
                    <a:pt x="623379" y="1250099"/>
                  </a:lnTo>
                  <a:lnTo>
                    <a:pt x="623379" y="1198664"/>
                  </a:lnTo>
                  <a:lnTo>
                    <a:pt x="964946" y="1198664"/>
                  </a:lnTo>
                  <a:lnTo>
                    <a:pt x="964946" y="11929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>
              <a:extLst>
                <a:ext uri="{FF2B5EF4-FFF2-40B4-BE49-F238E27FC236}">
                  <a16:creationId xmlns:a16="http://schemas.microsoft.com/office/drawing/2014/main" id="{40DFC589-724A-2825-3B5E-3DB617292A5F}"/>
                </a:ext>
              </a:extLst>
            </p:cNvPr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765985" y="5237932"/>
              <a:ext cx="130301" cy="281177"/>
            </a:xfrm>
            <a:prstGeom prst="rect">
              <a:avLst/>
            </a:prstGeom>
          </p:spPr>
        </p:pic>
        <p:sp>
          <p:nvSpPr>
            <p:cNvPr id="103" name="object 103">
              <a:extLst>
                <a:ext uri="{FF2B5EF4-FFF2-40B4-BE49-F238E27FC236}">
                  <a16:creationId xmlns:a16="http://schemas.microsoft.com/office/drawing/2014/main" id="{E853B99E-5AD6-50FC-AD76-3EC35CDB1EE8}"/>
                </a:ext>
              </a:extLst>
            </p:cNvPr>
            <p:cNvSpPr/>
            <p:nvPr/>
          </p:nvSpPr>
          <p:spPr>
            <a:xfrm>
              <a:off x="5036108" y="4040412"/>
              <a:ext cx="1216660" cy="1427480"/>
            </a:xfrm>
            <a:custGeom>
              <a:avLst/>
              <a:gdLst/>
              <a:ahLst/>
              <a:cxnLst/>
              <a:rect l="l" t="t" r="r" b="b"/>
              <a:pathLst>
                <a:path w="1216660" h="1427479">
                  <a:moveTo>
                    <a:pt x="1216533" y="1192949"/>
                  </a:moveTo>
                  <a:lnTo>
                    <a:pt x="12700" y="1192949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192949"/>
                  </a:lnTo>
                  <a:lnTo>
                    <a:pt x="0" y="1192949"/>
                  </a:lnTo>
                  <a:lnTo>
                    <a:pt x="0" y="1198664"/>
                  </a:lnTo>
                  <a:lnTo>
                    <a:pt x="4127" y="1198664"/>
                  </a:lnTo>
                  <a:lnTo>
                    <a:pt x="4127" y="1250099"/>
                  </a:lnTo>
                  <a:lnTo>
                    <a:pt x="0" y="1250099"/>
                  </a:lnTo>
                  <a:lnTo>
                    <a:pt x="0" y="1255814"/>
                  </a:lnTo>
                  <a:lnTo>
                    <a:pt x="4127" y="1255814"/>
                  </a:lnTo>
                  <a:lnTo>
                    <a:pt x="4127" y="1307249"/>
                  </a:lnTo>
                  <a:lnTo>
                    <a:pt x="0" y="1307249"/>
                  </a:lnTo>
                  <a:lnTo>
                    <a:pt x="0" y="1312964"/>
                  </a:lnTo>
                  <a:lnTo>
                    <a:pt x="4127" y="1312964"/>
                  </a:lnTo>
                  <a:lnTo>
                    <a:pt x="4127" y="1364399"/>
                  </a:lnTo>
                  <a:lnTo>
                    <a:pt x="0" y="1364399"/>
                  </a:lnTo>
                  <a:lnTo>
                    <a:pt x="0" y="1370114"/>
                  </a:lnTo>
                  <a:lnTo>
                    <a:pt x="4127" y="1370114"/>
                  </a:lnTo>
                  <a:lnTo>
                    <a:pt x="4127" y="1421549"/>
                  </a:lnTo>
                  <a:lnTo>
                    <a:pt x="0" y="1421549"/>
                  </a:lnTo>
                  <a:lnTo>
                    <a:pt x="0" y="1427264"/>
                  </a:lnTo>
                  <a:lnTo>
                    <a:pt x="4127" y="1427264"/>
                  </a:lnTo>
                  <a:lnTo>
                    <a:pt x="12700" y="1427264"/>
                  </a:lnTo>
                  <a:lnTo>
                    <a:pt x="1216533" y="1427264"/>
                  </a:lnTo>
                  <a:lnTo>
                    <a:pt x="1216533" y="1421549"/>
                  </a:lnTo>
                  <a:lnTo>
                    <a:pt x="12700" y="1421549"/>
                  </a:lnTo>
                  <a:lnTo>
                    <a:pt x="12700" y="1370114"/>
                  </a:lnTo>
                  <a:lnTo>
                    <a:pt x="1216533" y="1370114"/>
                  </a:lnTo>
                  <a:lnTo>
                    <a:pt x="1216533" y="1364399"/>
                  </a:lnTo>
                  <a:lnTo>
                    <a:pt x="12700" y="1364399"/>
                  </a:lnTo>
                  <a:lnTo>
                    <a:pt x="12700" y="1312964"/>
                  </a:lnTo>
                  <a:lnTo>
                    <a:pt x="1216533" y="1312964"/>
                  </a:lnTo>
                  <a:lnTo>
                    <a:pt x="1216533" y="1307249"/>
                  </a:lnTo>
                  <a:lnTo>
                    <a:pt x="12700" y="1307249"/>
                  </a:lnTo>
                  <a:lnTo>
                    <a:pt x="12700" y="1255814"/>
                  </a:lnTo>
                  <a:lnTo>
                    <a:pt x="1216533" y="1255814"/>
                  </a:lnTo>
                  <a:lnTo>
                    <a:pt x="1216533" y="1250099"/>
                  </a:lnTo>
                  <a:lnTo>
                    <a:pt x="12700" y="1250099"/>
                  </a:lnTo>
                  <a:lnTo>
                    <a:pt x="12700" y="1198664"/>
                  </a:lnTo>
                  <a:lnTo>
                    <a:pt x="1216533" y="1198664"/>
                  </a:lnTo>
                  <a:lnTo>
                    <a:pt x="1216533" y="11929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>
              <a:extLst>
                <a:ext uri="{FF2B5EF4-FFF2-40B4-BE49-F238E27FC236}">
                  <a16:creationId xmlns:a16="http://schemas.microsoft.com/office/drawing/2014/main" id="{2CAE95A3-83B5-A335-3AAD-33C3C959304A}"/>
                </a:ext>
              </a:extLst>
            </p:cNvPr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105963" y="5244409"/>
              <a:ext cx="75437" cy="210692"/>
            </a:xfrm>
            <a:prstGeom prst="rect">
              <a:avLst/>
            </a:prstGeom>
          </p:spPr>
        </p:pic>
        <p:sp>
          <p:nvSpPr>
            <p:cNvPr id="105" name="object 105">
              <a:extLst>
                <a:ext uri="{FF2B5EF4-FFF2-40B4-BE49-F238E27FC236}">
                  <a16:creationId xmlns:a16="http://schemas.microsoft.com/office/drawing/2014/main" id="{0A5FBFB7-5316-4313-7A58-BE7A3B1617FB}"/>
                </a:ext>
              </a:extLst>
            </p:cNvPr>
            <p:cNvSpPr/>
            <p:nvPr/>
          </p:nvSpPr>
          <p:spPr>
            <a:xfrm>
              <a:off x="5385553" y="4981900"/>
              <a:ext cx="10160" cy="325755"/>
            </a:xfrm>
            <a:custGeom>
              <a:avLst/>
              <a:gdLst/>
              <a:ahLst/>
              <a:cxnLst/>
              <a:rect l="l" t="t" r="r" b="b"/>
              <a:pathLst>
                <a:path w="10160" h="325754">
                  <a:moveTo>
                    <a:pt x="10001" y="325755"/>
                  </a:moveTo>
                  <a:lnTo>
                    <a:pt x="0" y="32575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257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>
              <a:extLst>
                <a:ext uri="{FF2B5EF4-FFF2-40B4-BE49-F238E27FC236}">
                  <a16:creationId xmlns:a16="http://schemas.microsoft.com/office/drawing/2014/main" id="{6CF4FFED-7084-32BB-9006-3AA5C3CCF998}"/>
                </a:ext>
              </a:extLst>
            </p:cNvPr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265538" y="5237932"/>
              <a:ext cx="130301" cy="160591"/>
            </a:xfrm>
            <a:prstGeom prst="rect">
              <a:avLst/>
            </a:prstGeom>
          </p:spPr>
        </p:pic>
        <p:sp>
          <p:nvSpPr>
            <p:cNvPr id="107" name="object 107">
              <a:extLst>
                <a:ext uri="{FF2B5EF4-FFF2-40B4-BE49-F238E27FC236}">
                  <a16:creationId xmlns:a16="http://schemas.microsoft.com/office/drawing/2014/main" id="{CC63D604-29E7-5183-43AE-BDE80839E04A}"/>
                </a:ext>
              </a:extLst>
            </p:cNvPr>
            <p:cNvSpPr/>
            <p:nvPr/>
          </p:nvSpPr>
          <p:spPr>
            <a:xfrm>
              <a:off x="5320868" y="4947611"/>
              <a:ext cx="563245" cy="714375"/>
            </a:xfrm>
            <a:custGeom>
              <a:avLst/>
              <a:gdLst/>
              <a:ahLst/>
              <a:cxnLst/>
              <a:rect l="l" t="t" r="r" b="b"/>
              <a:pathLst>
                <a:path w="563245" h="714375">
                  <a:moveTo>
                    <a:pt x="75730" y="413575"/>
                  </a:moveTo>
                  <a:lnTo>
                    <a:pt x="72859" y="406628"/>
                  </a:lnTo>
                  <a:lnTo>
                    <a:pt x="72771" y="406438"/>
                  </a:lnTo>
                  <a:lnTo>
                    <a:pt x="67246" y="401866"/>
                  </a:lnTo>
                  <a:lnTo>
                    <a:pt x="67246" y="411200"/>
                  </a:lnTo>
                  <a:lnTo>
                    <a:pt x="67246" y="414820"/>
                  </a:lnTo>
                  <a:lnTo>
                    <a:pt x="34671" y="444055"/>
                  </a:lnTo>
                  <a:lnTo>
                    <a:pt x="18389" y="449681"/>
                  </a:lnTo>
                  <a:lnTo>
                    <a:pt x="14389" y="449491"/>
                  </a:lnTo>
                  <a:lnTo>
                    <a:pt x="10668" y="449148"/>
                  </a:lnTo>
                  <a:lnTo>
                    <a:pt x="10668" y="440055"/>
                  </a:lnTo>
                  <a:lnTo>
                    <a:pt x="9690" y="440055"/>
                  </a:lnTo>
                  <a:lnTo>
                    <a:pt x="42100" y="412051"/>
                  </a:lnTo>
                  <a:lnTo>
                    <a:pt x="56388" y="406628"/>
                  </a:lnTo>
                  <a:lnTo>
                    <a:pt x="62103" y="407200"/>
                  </a:lnTo>
                  <a:lnTo>
                    <a:pt x="64960" y="407581"/>
                  </a:lnTo>
                  <a:lnTo>
                    <a:pt x="66675" y="408914"/>
                  </a:lnTo>
                  <a:lnTo>
                    <a:pt x="67246" y="411200"/>
                  </a:lnTo>
                  <a:lnTo>
                    <a:pt x="67246" y="401866"/>
                  </a:lnTo>
                  <a:lnTo>
                    <a:pt x="66103" y="400913"/>
                  </a:lnTo>
                  <a:lnTo>
                    <a:pt x="60960" y="398056"/>
                  </a:lnTo>
                  <a:lnTo>
                    <a:pt x="55156" y="396913"/>
                  </a:lnTo>
                  <a:lnTo>
                    <a:pt x="48679" y="397484"/>
                  </a:lnTo>
                  <a:lnTo>
                    <a:pt x="10655" y="414096"/>
                  </a:lnTo>
                  <a:lnTo>
                    <a:pt x="0" y="443103"/>
                  </a:lnTo>
                  <a:lnTo>
                    <a:pt x="673" y="444741"/>
                  </a:lnTo>
                  <a:lnTo>
                    <a:pt x="673" y="551218"/>
                  </a:lnTo>
                  <a:lnTo>
                    <a:pt x="0" y="557403"/>
                  </a:lnTo>
                  <a:lnTo>
                    <a:pt x="673" y="559041"/>
                  </a:lnTo>
                  <a:lnTo>
                    <a:pt x="673" y="714375"/>
                  </a:lnTo>
                  <a:lnTo>
                    <a:pt x="10668" y="714375"/>
                  </a:lnTo>
                  <a:lnTo>
                    <a:pt x="10668" y="570560"/>
                  </a:lnTo>
                  <a:lnTo>
                    <a:pt x="14960" y="572935"/>
                  </a:lnTo>
                  <a:lnTo>
                    <a:pt x="20675" y="574078"/>
                  </a:lnTo>
                  <a:lnTo>
                    <a:pt x="26962" y="573506"/>
                  </a:lnTo>
                  <a:lnTo>
                    <a:pt x="35026" y="572592"/>
                  </a:lnTo>
                  <a:lnTo>
                    <a:pt x="70104" y="550646"/>
                  </a:lnTo>
                  <a:lnTo>
                    <a:pt x="75730" y="527875"/>
                  </a:lnTo>
                  <a:lnTo>
                    <a:pt x="72859" y="520928"/>
                  </a:lnTo>
                  <a:lnTo>
                    <a:pt x="72771" y="520738"/>
                  </a:lnTo>
                  <a:lnTo>
                    <a:pt x="67246" y="516166"/>
                  </a:lnTo>
                  <a:lnTo>
                    <a:pt x="67246" y="525500"/>
                  </a:lnTo>
                  <a:lnTo>
                    <a:pt x="67246" y="529120"/>
                  </a:lnTo>
                  <a:lnTo>
                    <a:pt x="34671" y="558355"/>
                  </a:lnTo>
                  <a:lnTo>
                    <a:pt x="18389" y="563981"/>
                  </a:lnTo>
                  <a:lnTo>
                    <a:pt x="14389" y="563791"/>
                  </a:lnTo>
                  <a:lnTo>
                    <a:pt x="10668" y="563448"/>
                  </a:lnTo>
                  <a:lnTo>
                    <a:pt x="10668" y="552234"/>
                  </a:lnTo>
                  <a:lnTo>
                    <a:pt x="42100" y="526351"/>
                  </a:lnTo>
                  <a:lnTo>
                    <a:pt x="56388" y="520928"/>
                  </a:lnTo>
                  <a:lnTo>
                    <a:pt x="62103" y="521500"/>
                  </a:lnTo>
                  <a:lnTo>
                    <a:pt x="64960" y="521881"/>
                  </a:lnTo>
                  <a:lnTo>
                    <a:pt x="66675" y="523214"/>
                  </a:lnTo>
                  <a:lnTo>
                    <a:pt x="67246" y="525500"/>
                  </a:lnTo>
                  <a:lnTo>
                    <a:pt x="67246" y="516166"/>
                  </a:lnTo>
                  <a:lnTo>
                    <a:pt x="66103" y="515213"/>
                  </a:lnTo>
                  <a:lnTo>
                    <a:pt x="60960" y="512356"/>
                  </a:lnTo>
                  <a:lnTo>
                    <a:pt x="55156" y="511213"/>
                  </a:lnTo>
                  <a:lnTo>
                    <a:pt x="48679" y="511784"/>
                  </a:lnTo>
                  <a:lnTo>
                    <a:pt x="10668" y="528396"/>
                  </a:lnTo>
                  <a:lnTo>
                    <a:pt x="10668" y="456260"/>
                  </a:lnTo>
                  <a:lnTo>
                    <a:pt x="14960" y="458635"/>
                  </a:lnTo>
                  <a:lnTo>
                    <a:pt x="20675" y="459778"/>
                  </a:lnTo>
                  <a:lnTo>
                    <a:pt x="26962" y="459206"/>
                  </a:lnTo>
                  <a:lnTo>
                    <a:pt x="65112" y="442493"/>
                  </a:lnTo>
                  <a:lnTo>
                    <a:pt x="74968" y="422338"/>
                  </a:lnTo>
                  <a:lnTo>
                    <a:pt x="75730" y="413575"/>
                  </a:lnTo>
                  <a:close/>
                </a:path>
                <a:path w="563245" h="714375">
                  <a:moveTo>
                    <a:pt x="110972" y="542074"/>
                  </a:moveTo>
                  <a:lnTo>
                    <a:pt x="110210" y="535597"/>
                  </a:lnTo>
                  <a:lnTo>
                    <a:pt x="106591" y="532066"/>
                  </a:lnTo>
                  <a:lnTo>
                    <a:pt x="100114" y="531495"/>
                  </a:lnTo>
                  <a:lnTo>
                    <a:pt x="93446" y="532066"/>
                  </a:lnTo>
                  <a:lnTo>
                    <a:pt x="89827" y="535597"/>
                  </a:lnTo>
                  <a:lnTo>
                    <a:pt x="89255" y="542074"/>
                  </a:lnTo>
                  <a:lnTo>
                    <a:pt x="89827" y="548551"/>
                  </a:lnTo>
                  <a:lnTo>
                    <a:pt x="93446" y="552259"/>
                  </a:lnTo>
                  <a:lnTo>
                    <a:pt x="100114" y="553212"/>
                  </a:lnTo>
                  <a:lnTo>
                    <a:pt x="106591" y="552259"/>
                  </a:lnTo>
                  <a:lnTo>
                    <a:pt x="110210" y="548551"/>
                  </a:lnTo>
                  <a:lnTo>
                    <a:pt x="110972" y="542074"/>
                  </a:lnTo>
                  <a:close/>
                </a:path>
                <a:path w="563245" h="714375">
                  <a:moveTo>
                    <a:pt x="110972" y="427774"/>
                  </a:moveTo>
                  <a:lnTo>
                    <a:pt x="110210" y="421297"/>
                  </a:lnTo>
                  <a:lnTo>
                    <a:pt x="106591" y="417766"/>
                  </a:lnTo>
                  <a:lnTo>
                    <a:pt x="100114" y="417195"/>
                  </a:lnTo>
                  <a:lnTo>
                    <a:pt x="93446" y="417766"/>
                  </a:lnTo>
                  <a:lnTo>
                    <a:pt x="89827" y="421297"/>
                  </a:lnTo>
                  <a:lnTo>
                    <a:pt x="89255" y="427774"/>
                  </a:lnTo>
                  <a:lnTo>
                    <a:pt x="89827" y="434251"/>
                  </a:lnTo>
                  <a:lnTo>
                    <a:pt x="93446" y="437959"/>
                  </a:lnTo>
                  <a:lnTo>
                    <a:pt x="100114" y="438912"/>
                  </a:lnTo>
                  <a:lnTo>
                    <a:pt x="106591" y="437959"/>
                  </a:lnTo>
                  <a:lnTo>
                    <a:pt x="110210" y="434251"/>
                  </a:lnTo>
                  <a:lnTo>
                    <a:pt x="110972" y="427774"/>
                  </a:lnTo>
                  <a:close/>
                </a:path>
                <a:path w="563245" h="714375">
                  <a:moveTo>
                    <a:pt x="230835" y="334048"/>
                  </a:moveTo>
                  <a:lnTo>
                    <a:pt x="230644" y="326809"/>
                  </a:lnTo>
                  <a:lnTo>
                    <a:pt x="230543" y="326605"/>
                  </a:lnTo>
                  <a:lnTo>
                    <a:pt x="230543" y="22860"/>
                  </a:lnTo>
                  <a:lnTo>
                    <a:pt x="220548" y="22860"/>
                  </a:lnTo>
                  <a:lnTo>
                    <a:pt x="220548" y="316306"/>
                  </a:lnTo>
                  <a:lnTo>
                    <a:pt x="218541" y="314706"/>
                  </a:lnTo>
                  <a:lnTo>
                    <a:pt x="212064" y="312991"/>
                  </a:lnTo>
                  <a:lnTo>
                    <a:pt x="203682" y="313182"/>
                  </a:lnTo>
                  <a:lnTo>
                    <a:pt x="195757" y="314147"/>
                  </a:lnTo>
                  <a:lnTo>
                    <a:pt x="161175" y="337261"/>
                  </a:lnTo>
                  <a:lnTo>
                    <a:pt x="156540" y="351193"/>
                  </a:lnTo>
                  <a:lnTo>
                    <a:pt x="156730" y="357670"/>
                  </a:lnTo>
                  <a:lnTo>
                    <a:pt x="181686" y="372618"/>
                  </a:lnTo>
                  <a:lnTo>
                    <a:pt x="190169" y="371678"/>
                  </a:lnTo>
                  <a:lnTo>
                    <a:pt x="226187" y="348615"/>
                  </a:lnTo>
                  <a:lnTo>
                    <a:pt x="229387" y="341617"/>
                  </a:lnTo>
                  <a:lnTo>
                    <a:pt x="230835" y="334048"/>
                  </a:lnTo>
                  <a:close/>
                </a:path>
                <a:path w="563245" h="714375">
                  <a:moveTo>
                    <a:pt x="386702" y="276898"/>
                  </a:moveTo>
                  <a:lnTo>
                    <a:pt x="386511" y="269659"/>
                  </a:lnTo>
                  <a:lnTo>
                    <a:pt x="386410" y="269455"/>
                  </a:lnTo>
                  <a:lnTo>
                    <a:pt x="386410" y="11430"/>
                  </a:lnTo>
                  <a:lnTo>
                    <a:pt x="376415" y="11430"/>
                  </a:lnTo>
                  <a:lnTo>
                    <a:pt x="376415" y="259156"/>
                  </a:lnTo>
                  <a:lnTo>
                    <a:pt x="374408" y="257556"/>
                  </a:lnTo>
                  <a:lnTo>
                    <a:pt x="367931" y="255841"/>
                  </a:lnTo>
                  <a:lnTo>
                    <a:pt x="359549" y="256032"/>
                  </a:lnTo>
                  <a:lnTo>
                    <a:pt x="351624" y="256997"/>
                  </a:lnTo>
                  <a:lnTo>
                    <a:pt x="317042" y="280111"/>
                  </a:lnTo>
                  <a:lnTo>
                    <a:pt x="312407" y="294043"/>
                  </a:lnTo>
                  <a:lnTo>
                    <a:pt x="312597" y="300520"/>
                  </a:lnTo>
                  <a:lnTo>
                    <a:pt x="337553" y="315468"/>
                  </a:lnTo>
                  <a:lnTo>
                    <a:pt x="346036" y="314528"/>
                  </a:lnTo>
                  <a:lnTo>
                    <a:pt x="382054" y="291465"/>
                  </a:lnTo>
                  <a:lnTo>
                    <a:pt x="385254" y="284467"/>
                  </a:lnTo>
                  <a:lnTo>
                    <a:pt x="386702" y="276898"/>
                  </a:lnTo>
                  <a:close/>
                </a:path>
                <a:path w="563245" h="714375">
                  <a:moveTo>
                    <a:pt x="562889" y="225031"/>
                  </a:moveTo>
                  <a:lnTo>
                    <a:pt x="451751" y="225031"/>
                  </a:lnTo>
                  <a:lnTo>
                    <a:pt x="451751" y="232181"/>
                  </a:lnTo>
                  <a:lnTo>
                    <a:pt x="562889" y="232181"/>
                  </a:lnTo>
                  <a:lnTo>
                    <a:pt x="562889" y="225031"/>
                  </a:lnTo>
                  <a:close/>
                </a:path>
                <a:path w="563245" h="714375">
                  <a:moveTo>
                    <a:pt x="562889" y="167881"/>
                  </a:moveTo>
                  <a:lnTo>
                    <a:pt x="513600" y="167881"/>
                  </a:lnTo>
                  <a:lnTo>
                    <a:pt x="518337" y="165798"/>
                  </a:lnTo>
                  <a:lnTo>
                    <a:pt x="526275" y="160883"/>
                  </a:lnTo>
                  <a:lnTo>
                    <a:pt x="532980" y="155028"/>
                  </a:lnTo>
                  <a:lnTo>
                    <a:pt x="537921" y="148590"/>
                  </a:lnTo>
                  <a:lnTo>
                    <a:pt x="541121" y="141592"/>
                  </a:lnTo>
                  <a:lnTo>
                    <a:pt x="542569" y="134023"/>
                  </a:lnTo>
                  <a:lnTo>
                    <a:pt x="542378" y="126784"/>
                  </a:lnTo>
                  <a:lnTo>
                    <a:pt x="542277" y="126580"/>
                  </a:lnTo>
                  <a:lnTo>
                    <a:pt x="542277" y="0"/>
                  </a:lnTo>
                  <a:lnTo>
                    <a:pt x="532282" y="0"/>
                  </a:lnTo>
                  <a:lnTo>
                    <a:pt x="532282" y="116281"/>
                  </a:lnTo>
                  <a:lnTo>
                    <a:pt x="530275" y="114681"/>
                  </a:lnTo>
                  <a:lnTo>
                    <a:pt x="523798" y="112966"/>
                  </a:lnTo>
                  <a:lnTo>
                    <a:pt x="515416" y="113157"/>
                  </a:lnTo>
                  <a:lnTo>
                    <a:pt x="507492" y="114122"/>
                  </a:lnTo>
                  <a:lnTo>
                    <a:pt x="472909" y="137236"/>
                  </a:lnTo>
                  <a:lnTo>
                    <a:pt x="468274" y="151168"/>
                  </a:lnTo>
                  <a:lnTo>
                    <a:pt x="468464" y="157645"/>
                  </a:lnTo>
                  <a:lnTo>
                    <a:pt x="470941" y="162877"/>
                  </a:lnTo>
                  <a:lnTo>
                    <a:pt x="475703" y="166878"/>
                  </a:lnTo>
                  <a:lnTo>
                    <a:pt x="476961" y="167881"/>
                  </a:lnTo>
                  <a:lnTo>
                    <a:pt x="451751" y="167881"/>
                  </a:lnTo>
                  <a:lnTo>
                    <a:pt x="451751" y="175031"/>
                  </a:lnTo>
                  <a:lnTo>
                    <a:pt x="562889" y="175031"/>
                  </a:lnTo>
                  <a:lnTo>
                    <a:pt x="562889" y="1678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>
              <a:extLst>
                <a:ext uri="{FF2B5EF4-FFF2-40B4-BE49-F238E27FC236}">
                  <a16:creationId xmlns:a16="http://schemas.microsoft.com/office/drawing/2014/main" id="{59B2B571-DC76-C21A-D6E6-756E4B3F305C}"/>
                </a:ext>
              </a:extLst>
            </p:cNvPr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928495" y="4936180"/>
              <a:ext cx="111140" cy="269747"/>
            </a:xfrm>
            <a:prstGeom prst="rect">
              <a:avLst/>
            </a:prstGeom>
          </p:spPr>
        </p:pic>
        <p:sp>
          <p:nvSpPr>
            <p:cNvPr id="109" name="object 109">
              <a:extLst>
                <a:ext uri="{FF2B5EF4-FFF2-40B4-BE49-F238E27FC236}">
                  <a16:creationId xmlns:a16="http://schemas.microsoft.com/office/drawing/2014/main" id="{F868F8CB-EE59-5E21-5706-6CD5D722A7FF}"/>
                </a:ext>
              </a:extLst>
            </p:cNvPr>
            <p:cNvSpPr/>
            <p:nvPr/>
          </p:nvSpPr>
          <p:spPr>
            <a:xfrm>
              <a:off x="5395544" y="4040412"/>
              <a:ext cx="1872614" cy="1621790"/>
            </a:xfrm>
            <a:custGeom>
              <a:avLst/>
              <a:gdLst/>
              <a:ahLst/>
              <a:cxnLst/>
              <a:rect l="l" t="t" r="r" b="b"/>
              <a:pathLst>
                <a:path w="1872615" h="1621789">
                  <a:moveTo>
                    <a:pt x="779627" y="1184097"/>
                  </a:moveTo>
                  <a:lnTo>
                    <a:pt x="779437" y="1176858"/>
                  </a:lnTo>
                  <a:lnTo>
                    <a:pt x="779335" y="1176655"/>
                  </a:lnTo>
                  <a:lnTo>
                    <a:pt x="779335" y="912990"/>
                  </a:lnTo>
                  <a:lnTo>
                    <a:pt x="779335" y="884339"/>
                  </a:lnTo>
                  <a:lnTo>
                    <a:pt x="769340" y="884339"/>
                  </a:lnTo>
                  <a:lnTo>
                    <a:pt x="769340" y="885075"/>
                  </a:lnTo>
                  <a:lnTo>
                    <a:pt x="0" y="941489"/>
                  </a:lnTo>
                  <a:lnTo>
                    <a:pt x="0" y="970140"/>
                  </a:lnTo>
                  <a:lnTo>
                    <a:pt x="769340" y="913726"/>
                  </a:lnTo>
                  <a:lnTo>
                    <a:pt x="769340" y="1166355"/>
                  </a:lnTo>
                  <a:lnTo>
                    <a:pt x="767334" y="1164755"/>
                  </a:lnTo>
                  <a:lnTo>
                    <a:pt x="760857" y="1163040"/>
                  </a:lnTo>
                  <a:lnTo>
                    <a:pt x="752475" y="1163231"/>
                  </a:lnTo>
                  <a:lnTo>
                    <a:pt x="714921" y="1181036"/>
                  </a:lnTo>
                  <a:lnTo>
                    <a:pt x="705332" y="1201242"/>
                  </a:lnTo>
                  <a:lnTo>
                    <a:pt x="705523" y="1207719"/>
                  </a:lnTo>
                  <a:lnTo>
                    <a:pt x="730478" y="1222667"/>
                  </a:lnTo>
                  <a:lnTo>
                    <a:pt x="738962" y="1221727"/>
                  </a:lnTo>
                  <a:lnTo>
                    <a:pt x="774979" y="1198664"/>
                  </a:lnTo>
                  <a:lnTo>
                    <a:pt x="778179" y="1191666"/>
                  </a:lnTo>
                  <a:lnTo>
                    <a:pt x="779627" y="1184097"/>
                  </a:lnTo>
                  <a:close/>
                </a:path>
                <a:path w="1872615" h="1621789">
                  <a:moveTo>
                    <a:pt x="1872348" y="1192949"/>
                  </a:moveTo>
                  <a:lnTo>
                    <a:pt x="1015250" y="1192949"/>
                  </a:lnTo>
                  <a:lnTo>
                    <a:pt x="1015250" y="1064361"/>
                  </a:lnTo>
                  <a:lnTo>
                    <a:pt x="1005243" y="1064361"/>
                  </a:lnTo>
                  <a:lnTo>
                    <a:pt x="1005243" y="1192949"/>
                  </a:lnTo>
                  <a:lnTo>
                    <a:pt x="1001801" y="1192949"/>
                  </a:lnTo>
                  <a:lnTo>
                    <a:pt x="996772" y="1191615"/>
                  </a:lnTo>
                  <a:lnTo>
                    <a:pt x="988390" y="1191806"/>
                  </a:lnTo>
                  <a:lnTo>
                    <a:pt x="980465" y="1192771"/>
                  </a:lnTo>
                  <a:lnTo>
                    <a:pt x="979868" y="1192949"/>
                  </a:lnTo>
                  <a:lnTo>
                    <a:pt x="965263" y="1192949"/>
                  </a:lnTo>
                  <a:lnTo>
                    <a:pt x="965263" y="1198664"/>
                  </a:lnTo>
                  <a:lnTo>
                    <a:pt x="965034" y="1198778"/>
                  </a:lnTo>
                  <a:lnTo>
                    <a:pt x="957529" y="1203807"/>
                  </a:lnTo>
                  <a:lnTo>
                    <a:pt x="950836" y="1209611"/>
                  </a:lnTo>
                  <a:lnTo>
                    <a:pt x="945883" y="1215885"/>
                  </a:lnTo>
                  <a:lnTo>
                    <a:pt x="942682" y="1222616"/>
                  </a:lnTo>
                  <a:lnTo>
                    <a:pt x="941235" y="1229817"/>
                  </a:lnTo>
                  <a:lnTo>
                    <a:pt x="941425" y="1236294"/>
                  </a:lnTo>
                  <a:lnTo>
                    <a:pt x="943902" y="1241526"/>
                  </a:lnTo>
                  <a:lnTo>
                    <a:pt x="948664" y="1245527"/>
                  </a:lnTo>
                  <a:lnTo>
                    <a:pt x="953236" y="1249146"/>
                  </a:lnTo>
                  <a:lnTo>
                    <a:pt x="956183" y="1250099"/>
                  </a:lnTo>
                  <a:lnTo>
                    <a:pt x="869797" y="1250099"/>
                  </a:lnTo>
                  <a:lnTo>
                    <a:pt x="869797" y="1198664"/>
                  </a:lnTo>
                  <a:lnTo>
                    <a:pt x="965263" y="1198664"/>
                  </a:lnTo>
                  <a:lnTo>
                    <a:pt x="965263" y="1192949"/>
                  </a:lnTo>
                  <a:lnTo>
                    <a:pt x="869797" y="1192949"/>
                  </a:lnTo>
                  <a:lnTo>
                    <a:pt x="869797" y="0"/>
                  </a:lnTo>
                  <a:lnTo>
                    <a:pt x="861225" y="0"/>
                  </a:lnTo>
                  <a:lnTo>
                    <a:pt x="861225" y="1192949"/>
                  </a:lnTo>
                  <a:lnTo>
                    <a:pt x="857097" y="1192949"/>
                  </a:lnTo>
                  <a:lnTo>
                    <a:pt x="857097" y="1198664"/>
                  </a:lnTo>
                  <a:lnTo>
                    <a:pt x="861225" y="1198664"/>
                  </a:lnTo>
                  <a:lnTo>
                    <a:pt x="861225" y="1250099"/>
                  </a:lnTo>
                  <a:lnTo>
                    <a:pt x="857097" y="1250099"/>
                  </a:lnTo>
                  <a:lnTo>
                    <a:pt x="857097" y="1255814"/>
                  </a:lnTo>
                  <a:lnTo>
                    <a:pt x="861225" y="1255814"/>
                  </a:lnTo>
                  <a:lnTo>
                    <a:pt x="861225" y="1307249"/>
                  </a:lnTo>
                  <a:lnTo>
                    <a:pt x="857097" y="1307249"/>
                  </a:lnTo>
                  <a:lnTo>
                    <a:pt x="857097" y="1312964"/>
                  </a:lnTo>
                  <a:lnTo>
                    <a:pt x="861225" y="1312964"/>
                  </a:lnTo>
                  <a:lnTo>
                    <a:pt x="861225" y="1364399"/>
                  </a:lnTo>
                  <a:lnTo>
                    <a:pt x="857097" y="1364399"/>
                  </a:lnTo>
                  <a:lnTo>
                    <a:pt x="857097" y="1370114"/>
                  </a:lnTo>
                  <a:lnTo>
                    <a:pt x="861225" y="1370114"/>
                  </a:lnTo>
                  <a:lnTo>
                    <a:pt x="861225" y="1421549"/>
                  </a:lnTo>
                  <a:lnTo>
                    <a:pt x="857097" y="1421549"/>
                  </a:lnTo>
                  <a:lnTo>
                    <a:pt x="857097" y="1427264"/>
                  </a:lnTo>
                  <a:lnTo>
                    <a:pt x="861225" y="1427264"/>
                  </a:lnTo>
                  <a:lnTo>
                    <a:pt x="869797" y="1427264"/>
                  </a:lnTo>
                  <a:lnTo>
                    <a:pt x="941235" y="1427264"/>
                  </a:lnTo>
                  <a:lnTo>
                    <a:pt x="941235" y="1458417"/>
                  </a:lnTo>
                  <a:lnTo>
                    <a:pt x="941235" y="1621574"/>
                  </a:lnTo>
                  <a:lnTo>
                    <a:pt x="951242" y="1621574"/>
                  </a:lnTo>
                  <a:lnTo>
                    <a:pt x="951242" y="1476171"/>
                  </a:lnTo>
                  <a:lnTo>
                    <a:pt x="953236" y="1477746"/>
                  </a:lnTo>
                  <a:lnTo>
                    <a:pt x="959142" y="1479651"/>
                  </a:lnTo>
                  <a:lnTo>
                    <a:pt x="966381" y="1479842"/>
                  </a:lnTo>
                  <a:lnTo>
                    <a:pt x="974864" y="1478902"/>
                  </a:lnTo>
                  <a:lnTo>
                    <a:pt x="1010894" y="1455839"/>
                  </a:lnTo>
                  <a:lnTo>
                    <a:pt x="1015530" y="1441272"/>
                  </a:lnTo>
                  <a:lnTo>
                    <a:pt x="1015339" y="1434033"/>
                  </a:lnTo>
                  <a:lnTo>
                    <a:pt x="1012774" y="1428788"/>
                  </a:lnTo>
                  <a:lnTo>
                    <a:pt x="1010437" y="1427264"/>
                  </a:lnTo>
                  <a:lnTo>
                    <a:pt x="1872348" y="1427264"/>
                  </a:lnTo>
                  <a:lnTo>
                    <a:pt x="1872348" y="1421549"/>
                  </a:lnTo>
                  <a:lnTo>
                    <a:pt x="1001801" y="1421549"/>
                  </a:lnTo>
                  <a:lnTo>
                    <a:pt x="996772" y="1420215"/>
                  </a:lnTo>
                  <a:lnTo>
                    <a:pt x="988390" y="1420406"/>
                  </a:lnTo>
                  <a:lnTo>
                    <a:pt x="980465" y="1421371"/>
                  </a:lnTo>
                  <a:lnTo>
                    <a:pt x="979868" y="1421549"/>
                  </a:lnTo>
                  <a:lnTo>
                    <a:pt x="965263" y="1421549"/>
                  </a:lnTo>
                  <a:lnTo>
                    <a:pt x="965263" y="1427264"/>
                  </a:lnTo>
                  <a:lnTo>
                    <a:pt x="965034" y="1427378"/>
                  </a:lnTo>
                  <a:lnTo>
                    <a:pt x="957529" y="1432407"/>
                  </a:lnTo>
                  <a:lnTo>
                    <a:pt x="951242" y="1437868"/>
                  </a:lnTo>
                  <a:lnTo>
                    <a:pt x="951242" y="1427264"/>
                  </a:lnTo>
                  <a:lnTo>
                    <a:pt x="965263" y="1427264"/>
                  </a:lnTo>
                  <a:lnTo>
                    <a:pt x="965263" y="1421549"/>
                  </a:lnTo>
                  <a:lnTo>
                    <a:pt x="951242" y="1421549"/>
                  </a:lnTo>
                  <a:lnTo>
                    <a:pt x="951242" y="1370114"/>
                  </a:lnTo>
                  <a:lnTo>
                    <a:pt x="1872348" y="1370114"/>
                  </a:lnTo>
                  <a:lnTo>
                    <a:pt x="1872348" y="1364399"/>
                  </a:lnTo>
                  <a:lnTo>
                    <a:pt x="975601" y="1364399"/>
                  </a:lnTo>
                  <a:lnTo>
                    <a:pt x="983170" y="1362329"/>
                  </a:lnTo>
                  <a:lnTo>
                    <a:pt x="991298" y="1358747"/>
                  </a:lnTo>
                  <a:lnTo>
                    <a:pt x="1015530" y="1326972"/>
                  </a:lnTo>
                  <a:lnTo>
                    <a:pt x="1015339" y="1319733"/>
                  </a:lnTo>
                  <a:lnTo>
                    <a:pt x="1012774" y="1314488"/>
                  </a:lnTo>
                  <a:lnTo>
                    <a:pt x="1010437" y="1312964"/>
                  </a:lnTo>
                  <a:lnTo>
                    <a:pt x="1872348" y="1312964"/>
                  </a:lnTo>
                  <a:lnTo>
                    <a:pt x="1872348" y="1307249"/>
                  </a:lnTo>
                  <a:lnTo>
                    <a:pt x="1001801" y="1307249"/>
                  </a:lnTo>
                  <a:lnTo>
                    <a:pt x="996772" y="1305915"/>
                  </a:lnTo>
                  <a:lnTo>
                    <a:pt x="988390" y="1306106"/>
                  </a:lnTo>
                  <a:lnTo>
                    <a:pt x="980465" y="1307071"/>
                  </a:lnTo>
                  <a:lnTo>
                    <a:pt x="979868" y="1307249"/>
                  </a:lnTo>
                  <a:lnTo>
                    <a:pt x="965263" y="1307249"/>
                  </a:lnTo>
                  <a:lnTo>
                    <a:pt x="965263" y="1312964"/>
                  </a:lnTo>
                  <a:lnTo>
                    <a:pt x="965034" y="1313078"/>
                  </a:lnTo>
                  <a:lnTo>
                    <a:pt x="957529" y="1318107"/>
                  </a:lnTo>
                  <a:lnTo>
                    <a:pt x="956183" y="1319276"/>
                  </a:lnTo>
                  <a:lnTo>
                    <a:pt x="956183" y="1364399"/>
                  </a:lnTo>
                  <a:lnTo>
                    <a:pt x="951242" y="1364399"/>
                  </a:lnTo>
                  <a:lnTo>
                    <a:pt x="951242" y="1361871"/>
                  </a:lnTo>
                  <a:lnTo>
                    <a:pt x="953236" y="1363446"/>
                  </a:lnTo>
                  <a:lnTo>
                    <a:pt x="956183" y="1364399"/>
                  </a:lnTo>
                  <a:lnTo>
                    <a:pt x="956183" y="1319276"/>
                  </a:lnTo>
                  <a:lnTo>
                    <a:pt x="950836" y="1323911"/>
                  </a:lnTo>
                  <a:lnTo>
                    <a:pt x="945883" y="1330185"/>
                  </a:lnTo>
                  <a:lnTo>
                    <a:pt x="942682" y="1336916"/>
                  </a:lnTo>
                  <a:lnTo>
                    <a:pt x="941235" y="1344117"/>
                  </a:lnTo>
                  <a:lnTo>
                    <a:pt x="941324" y="1347254"/>
                  </a:lnTo>
                  <a:lnTo>
                    <a:pt x="941235" y="1364399"/>
                  </a:lnTo>
                  <a:lnTo>
                    <a:pt x="941235" y="1370114"/>
                  </a:lnTo>
                  <a:lnTo>
                    <a:pt x="941235" y="1421549"/>
                  </a:lnTo>
                  <a:lnTo>
                    <a:pt x="869797" y="1421549"/>
                  </a:lnTo>
                  <a:lnTo>
                    <a:pt x="869797" y="1370114"/>
                  </a:lnTo>
                  <a:lnTo>
                    <a:pt x="941235" y="1370114"/>
                  </a:lnTo>
                  <a:lnTo>
                    <a:pt x="941235" y="1364399"/>
                  </a:lnTo>
                  <a:lnTo>
                    <a:pt x="869797" y="1364399"/>
                  </a:lnTo>
                  <a:lnTo>
                    <a:pt x="869797" y="1312964"/>
                  </a:lnTo>
                  <a:lnTo>
                    <a:pt x="965263" y="1312964"/>
                  </a:lnTo>
                  <a:lnTo>
                    <a:pt x="965263" y="1307249"/>
                  </a:lnTo>
                  <a:lnTo>
                    <a:pt x="869797" y="1307249"/>
                  </a:lnTo>
                  <a:lnTo>
                    <a:pt x="869797" y="1255814"/>
                  </a:lnTo>
                  <a:lnTo>
                    <a:pt x="1872348" y="1255814"/>
                  </a:lnTo>
                  <a:lnTo>
                    <a:pt x="1872348" y="1250099"/>
                  </a:lnTo>
                  <a:lnTo>
                    <a:pt x="975601" y="1250099"/>
                  </a:lnTo>
                  <a:lnTo>
                    <a:pt x="983170" y="1248029"/>
                  </a:lnTo>
                  <a:lnTo>
                    <a:pt x="991298" y="1244447"/>
                  </a:lnTo>
                  <a:lnTo>
                    <a:pt x="1015530" y="1212672"/>
                  </a:lnTo>
                  <a:lnTo>
                    <a:pt x="1015339" y="1205433"/>
                  </a:lnTo>
                  <a:lnTo>
                    <a:pt x="1015250" y="1205255"/>
                  </a:lnTo>
                  <a:lnTo>
                    <a:pt x="1015250" y="1198664"/>
                  </a:lnTo>
                  <a:lnTo>
                    <a:pt x="1872348" y="1198664"/>
                  </a:lnTo>
                  <a:lnTo>
                    <a:pt x="1872348" y="11929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>
              <a:extLst>
                <a:ext uri="{FF2B5EF4-FFF2-40B4-BE49-F238E27FC236}">
                  <a16:creationId xmlns:a16="http://schemas.microsoft.com/office/drawing/2014/main" id="{767A1A8A-D7C9-DD1C-CD9E-A7E8CBB26E5D}"/>
                </a:ext>
              </a:extLst>
            </p:cNvPr>
            <p:cNvSpPr/>
            <p:nvPr/>
          </p:nvSpPr>
          <p:spPr>
            <a:xfrm>
              <a:off x="6431089" y="5376235"/>
              <a:ext cx="197485" cy="30480"/>
            </a:xfrm>
            <a:custGeom>
              <a:avLst/>
              <a:gdLst/>
              <a:ahLst/>
              <a:cxnLst/>
              <a:rect l="l" t="t" r="r" b="b"/>
              <a:pathLst>
                <a:path w="197484" h="30479">
                  <a:moveTo>
                    <a:pt x="98716" y="30151"/>
                  </a:moveTo>
                  <a:lnTo>
                    <a:pt x="69116" y="28266"/>
                  </a:lnTo>
                  <a:lnTo>
                    <a:pt x="42796" y="22613"/>
                  </a:lnTo>
                  <a:lnTo>
                    <a:pt x="19757" y="13191"/>
                  </a:lnTo>
                  <a:lnTo>
                    <a:pt x="0" y="0"/>
                  </a:lnTo>
                  <a:lnTo>
                    <a:pt x="19757" y="10065"/>
                  </a:lnTo>
                  <a:lnTo>
                    <a:pt x="42796" y="17255"/>
                  </a:lnTo>
                  <a:lnTo>
                    <a:pt x="69116" y="21569"/>
                  </a:lnTo>
                  <a:lnTo>
                    <a:pt x="98716" y="23007"/>
                  </a:lnTo>
                  <a:lnTo>
                    <a:pt x="128317" y="21569"/>
                  </a:lnTo>
                  <a:lnTo>
                    <a:pt x="154637" y="17255"/>
                  </a:lnTo>
                  <a:lnTo>
                    <a:pt x="177675" y="10065"/>
                  </a:lnTo>
                  <a:lnTo>
                    <a:pt x="197433" y="0"/>
                  </a:lnTo>
                  <a:lnTo>
                    <a:pt x="177675" y="13191"/>
                  </a:lnTo>
                  <a:lnTo>
                    <a:pt x="154637" y="22613"/>
                  </a:lnTo>
                  <a:lnTo>
                    <a:pt x="128317" y="28266"/>
                  </a:lnTo>
                  <a:lnTo>
                    <a:pt x="98716" y="301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>
              <a:extLst>
                <a:ext uri="{FF2B5EF4-FFF2-40B4-BE49-F238E27FC236}">
                  <a16:creationId xmlns:a16="http://schemas.microsoft.com/office/drawing/2014/main" id="{4E3E6E33-5D29-EAE2-2C1B-01554F3B1033}"/>
                </a:ext>
              </a:extLst>
            </p:cNvPr>
            <p:cNvSpPr/>
            <p:nvPr/>
          </p:nvSpPr>
          <p:spPr>
            <a:xfrm>
              <a:off x="6431089" y="5376235"/>
              <a:ext cx="197485" cy="30480"/>
            </a:xfrm>
            <a:custGeom>
              <a:avLst/>
              <a:gdLst/>
              <a:ahLst/>
              <a:cxnLst/>
              <a:rect l="l" t="t" r="r" b="b"/>
              <a:pathLst>
                <a:path w="197484" h="30479">
                  <a:moveTo>
                    <a:pt x="0" y="0"/>
                  </a:moveTo>
                  <a:lnTo>
                    <a:pt x="19757" y="13191"/>
                  </a:lnTo>
                  <a:lnTo>
                    <a:pt x="42796" y="22613"/>
                  </a:lnTo>
                  <a:lnTo>
                    <a:pt x="69116" y="28266"/>
                  </a:lnTo>
                  <a:lnTo>
                    <a:pt x="98716" y="30151"/>
                  </a:lnTo>
                  <a:lnTo>
                    <a:pt x="128317" y="28266"/>
                  </a:lnTo>
                  <a:lnTo>
                    <a:pt x="154637" y="22613"/>
                  </a:lnTo>
                  <a:lnTo>
                    <a:pt x="177675" y="13191"/>
                  </a:lnTo>
                  <a:lnTo>
                    <a:pt x="197433" y="0"/>
                  </a:lnTo>
                  <a:lnTo>
                    <a:pt x="177675" y="10065"/>
                  </a:lnTo>
                  <a:lnTo>
                    <a:pt x="154637" y="17255"/>
                  </a:lnTo>
                  <a:lnTo>
                    <a:pt x="128317" y="21569"/>
                  </a:lnTo>
                  <a:lnTo>
                    <a:pt x="98716" y="23007"/>
                  </a:lnTo>
                  <a:lnTo>
                    <a:pt x="69116" y="21569"/>
                  </a:lnTo>
                  <a:lnTo>
                    <a:pt x="42796" y="17255"/>
                  </a:lnTo>
                  <a:lnTo>
                    <a:pt x="19757" y="10065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>
              <a:extLst>
                <a:ext uri="{FF2B5EF4-FFF2-40B4-BE49-F238E27FC236}">
                  <a16:creationId xmlns:a16="http://schemas.microsoft.com/office/drawing/2014/main" id="{8A20CE1C-A477-5A2C-40C8-1EBEE90772EE}"/>
                </a:ext>
              </a:extLst>
            </p:cNvPr>
            <p:cNvSpPr/>
            <p:nvPr/>
          </p:nvSpPr>
          <p:spPr>
            <a:xfrm>
              <a:off x="6431089" y="5490535"/>
              <a:ext cx="197485" cy="30480"/>
            </a:xfrm>
            <a:custGeom>
              <a:avLst/>
              <a:gdLst/>
              <a:ahLst/>
              <a:cxnLst/>
              <a:rect l="l" t="t" r="r" b="b"/>
              <a:pathLst>
                <a:path w="197484" h="30479">
                  <a:moveTo>
                    <a:pt x="98716" y="30151"/>
                  </a:moveTo>
                  <a:lnTo>
                    <a:pt x="69116" y="28266"/>
                  </a:lnTo>
                  <a:lnTo>
                    <a:pt x="42796" y="22613"/>
                  </a:lnTo>
                  <a:lnTo>
                    <a:pt x="19757" y="13191"/>
                  </a:lnTo>
                  <a:lnTo>
                    <a:pt x="0" y="0"/>
                  </a:lnTo>
                  <a:lnTo>
                    <a:pt x="19757" y="10065"/>
                  </a:lnTo>
                  <a:lnTo>
                    <a:pt x="42796" y="17255"/>
                  </a:lnTo>
                  <a:lnTo>
                    <a:pt x="69116" y="21569"/>
                  </a:lnTo>
                  <a:lnTo>
                    <a:pt x="98716" y="23007"/>
                  </a:lnTo>
                  <a:lnTo>
                    <a:pt x="128317" y="21569"/>
                  </a:lnTo>
                  <a:lnTo>
                    <a:pt x="154637" y="17255"/>
                  </a:lnTo>
                  <a:lnTo>
                    <a:pt x="177675" y="10065"/>
                  </a:lnTo>
                  <a:lnTo>
                    <a:pt x="197433" y="0"/>
                  </a:lnTo>
                  <a:lnTo>
                    <a:pt x="177675" y="13191"/>
                  </a:lnTo>
                  <a:lnTo>
                    <a:pt x="154637" y="22613"/>
                  </a:lnTo>
                  <a:lnTo>
                    <a:pt x="128317" y="28266"/>
                  </a:lnTo>
                  <a:lnTo>
                    <a:pt x="98716" y="301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>
              <a:extLst>
                <a:ext uri="{FF2B5EF4-FFF2-40B4-BE49-F238E27FC236}">
                  <a16:creationId xmlns:a16="http://schemas.microsoft.com/office/drawing/2014/main" id="{6F389505-9E85-B23F-2DAB-2F26277C9A93}"/>
                </a:ext>
              </a:extLst>
            </p:cNvPr>
            <p:cNvSpPr/>
            <p:nvPr/>
          </p:nvSpPr>
          <p:spPr>
            <a:xfrm>
              <a:off x="6431089" y="5490535"/>
              <a:ext cx="197485" cy="30480"/>
            </a:xfrm>
            <a:custGeom>
              <a:avLst/>
              <a:gdLst/>
              <a:ahLst/>
              <a:cxnLst/>
              <a:rect l="l" t="t" r="r" b="b"/>
              <a:pathLst>
                <a:path w="197484" h="30479">
                  <a:moveTo>
                    <a:pt x="0" y="0"/>
                  </a:moveTo>
                  <a:lnTo>
                    <a:pt x="19757" y="13191"/>
                  </a:lnTo>
                  <a:lnTo>
                    <a:pt x="42796" y="22613"/>
                  </a:lnTo>
                  <a:lnTo>
                    <a:pt x="69116" y="28266"/>
                  </a:lnTo>
                  <a:lnTo>
                    <a:pt x="98716" y="30151"/>
                  </a:lnTo>
                  <a:lnTo>
                    <a:pt x="128317" y="28266"/>
                  </a:lnTo>
                  <a:lnTo>
                    <a:pt x="154637" y="22613"/>
                  </a:lnTo>
                  <a:lnTo>
                    <a:pt x="177675" y="13191"/>
                  </a:lnTo>
                  <a:lnTo>
                    <a:pt x="197433" y="0"/>
                  </a:lnTo>
                  <a:lnTo>
                    <a:pt x="177675" y="10065"/>
                  </a:lnTo>
                  <a:lnTo>
                    <a:pt x="154637" y="17255"/>
                  </a:lnTo>
                  <a:lnTo>
                    <a:pt x="128317" y="21569"/>
                  </a:lnTo>
                  <a:lnTo>
                    <a:pt x="98716" y="23007"/>
                  </a:lnTo>
                  <a:lnTo>
                    <a:pt x="69116" y="21569"/>
                  </a:lnTo>
                  <a:lnTo>
                    <a:pt x="42796" y="17255"/>
                  </a:lnTo>
                  <a:lnTo>
                    <a:pt x="19757" y="10065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>
              <a:extLst>
                <a:ext uri="{FF2B5EF4-FFF2-40B4-BE49-F238E27FC236}">
                  <a16:creationId xmlns:a16="http://schemas.microsoft.com/office/drawing/2014/main" id="{B49185AA-6F2A-2293-F66E-33478352792D}"/>
                </a:ext>
              </a:extLst>
            </p:cNvPr>
            <p:cNvSpPr/>
            <p:nvPr/>
          </p:nvSpPr>
          <p:spPr>
            <a:xfrm>
              <a:off x="6410795" y="4040412"/>
              <a:ext cx="869950" cy="1621790"/>
            </a:xfrm>
            <a:custGeom>
              <a:avLst/>
              <a:gdLst/>
              <a:ahLst/>
              <a:cxnLst/>
              <a:rect l="l" t="t" r="r" b="b"/>
              <a:pathLst>
                <a:path w="869950" h="1621789">
                  <a:moveTo>
                    <a:pt x="156146" y="1184097"/>
                  </a:moveTo>
                  <a:lnTo>
                    <a:pt x="155956" y="1176858"/>
                  </a:lnTo>
                  <a:lnTo>
                    <a:pt x="155867" y="1176680"/>
                  </a:lnTo>
                  <a:lnTo>
                    <a:pt x="155867" y="1078776"/>
                  </a:lnTo>
                  <a:lnTo>
                    <a:pt x="155867" y="1050074"/>
                  </a:lnTo>
                  <a:lnTo>
                    <a:pt x="145859" y="1050074"/>
                  </a:lnTo>
                  <a:lnTo>
                    <a:pt x="145859" y="1051001"/>
                  </a:lnTo>
                  <a:lnTo>
                    <a:pt x="0" y="1064361"/>
                  </a:lnTo>
                  <a:lnTo>
                    <a:pt x="0" y="1093063"/>
                  </a:lnTo>
                  <a:lnTo>
                    <a:pt x="145859" y="1079703"/>
                  </a:lnTo>
                  <a:lnTo>
                    <a:pt x="145859" y="1166342"/>
                  </a:lnTo>
                  <a:lnTo>
                    <a:pt x="143865" y="1164755"/>
                  </a:lnTo>
                  <a:lnTo>
                    <a:pt x="137388" y="1163040"/>
                  </a:lnTo>
                  <a:lnTo>
                    <a:pt x="129006" y="1163231"/>
                  </a:lnTo>
                  <a:lnTo>
                    <a:pt x="91452" y="1181036"/>
                  </a:lnTo>
                  <a:lnTo>
                    <a:pt x="81851" y="1201242"/>
                  </a:lnTo>
                  <a:lnTo>
                    <a:pt x="82042" y="1207719"/>
                  </a:lnTo>
                  <a:lnTo>
                    <a:pt x="106997" y="1222667"/>
                  </a:lnTo>
                  <a:lnTo>
                    <a:pt x="115481" y="1221727"/>
                  </a:lnTo>
                  <a:lnTo>
                    <a:pt x="151511" y="1198664"/>
                  </a:lnTo>
                  <a:lnTo>
                    <a:pt x="154711" y="1191666"/>
                  </a:lnTo>
                  <a:lnTo>
                    <a:pt x="156146" y="1184097"/>
                  </a:lnTo>
                  <a:close/>
                </a:path>
                <a:path w="869950" h="1621789">
                  <a:moveTo>
                    <a:pt x="297154" y="1151801"/>
                  </a:moveTo>
                  <a:lnTo>
                    <a:pt x="260299" y="1107224"/>
                  </a:lnTo>
                  <a:lnTo>
                    <a:pt x="250583" y="1107224"/>
                  </a:lnTo>
                  <a:lnTo>
                    <a:pt x="255168" y="1112964"/>
                  </a:lnTo>
                  <a:lnTo>
                    <a:pt x="258940" y="1119009"/>
                  </a:lnTo>
                  <a:lnTo>
                    <a:pt x="261886" y="1125385"/>
                  </a:lnTo>
                  <a:lnTo>
                    <a:pt x="264007" y="1132090"/>
                  </a:lnTo>
                  <a:lnTo>
                    <a:pt x="264083" y="1138694"/>
                  </a:lnTo>
                  <a:lnTo>
                    <a:pt x="263156" y="1145095"/>
                  </a:lnTo>
                  <a:lnTo>
                    <a:pt x="241439" y="1177518"/>
                  </a:lnTo>
                  <a:lnTo>
                    <a:pt x="277444" y="1224381"/>
                  </a:lnTo>
                  <a:lnTo>
                    <a:pt x="277444" y="1224953"/>
                  </a:lnTo>
                  <a:lnTo>
                    <a:pt x="270776" y="1221333"/>
                  </a:lnTo>
                  <a:lnTo>
                    <a:pt x="264871" y="1219530"/>
                  </a:lnTo>
                  <a:lnTo>
                    <a:pt x="259727" y="1219530"/>
                  </a:lnTo>
                  <a:lnTo>
                    <a:pt x="250850" y="1220863"/>
                  </a:lnTo>
                  <a:lnTo>
                    <a:pt x="244221" y="1224597"/>
                  </a:lnTo>
                  <a:lnTo>
                    <a:pt x="239852" y="1230731"/>
                  </a:lnTo>
                  <a:lnTo>
                    <a:pt x="237718" y="1239240"/>
                  </a:lnTo>
                  <a:lnTo>
                    <a:pt x="238950" y="1245743"/>
                  </a:lnTo>
                  <a:lnTo>
                    <a:pt x="241223" y="1251813"/>
                  </a:lnTo>
                  <a:lnTo>
                    <a:pt x="244525" y="1257465"/>
                  </a:lnTo>
                  <a:lnTo>
                    <a:pt x="248869" y="1262672"/>
                  </a:lnTo>
                  <a:lnTo>
                    <a:pt x="269443" y="1280680"/>
                  </a:lnTo>
                  <a:lnTo>
                    <a:pt x="272580" y="1276108"/>
                  </a:lnTo>
                  <a:lnTo>
                    <a:pt x="268960" y="1273251"/>
                  </a:lnTo>
                  <a:lnTo>
                    <a:pt x="265722" y="1268768"/>
                  </a:lnTo>
                  <a:lnTo>
                    <a:pt x="262864" y="1262672"/>
                  </a:lnTo>
                  <a:lnTo>
                    <a:pt x="259816" y="1256576"/>
                  </a:lnTo>
                  <a:lnTo>
                    <a:pt x="260299" y="1250010"/>
                  </a:lnTo>
                  <a:lnTo>
                    <a:pt x="264299" y="1242961"/>
                  </a:lnTo>
                  <a:lnTo>
                    <a:pt x="267538" y="1238199"/>
                  </a:lnTo>
                  <a:lnTo>
                    <a:pt x="271627" y="1235913"/>
                  </a:lnTo>
                  <a:lnTo>
                    <a:pt x="276580" y="1236103"/>
                  </a:lnTo>
                  <a:lnTo>
                    <a:pt x="281724" y="1236484"/>
                  </a:lnTo>
                  <a:lnTo>
                    <a:pt x="287058" y="1238199"/>
                  </a:lnTo>
                  <a:lnTo>
                    <a:pt x="292582" y="1241247"/>
                  </a:lnTo>
                  <a:lnTo>
                    <a:pt x="296011" y="1236675"/>
                  </a:lnTo>
                  <a:lnTo>
                    <a:pt x="281152" y="1216952"/>
                  </a:lnTo>
                  <a:lnTo>
                    <a:pt x="276390" y="1209713"/>
                  </a:lnTo>
                  <a:lnTo>
                    <a:pt x="273913" y="1202093"/>
                  </a:lnTo>
                  <a:lnTo>
                    <a:pt x="273723" y="1194092"/>
                  </a:lnTo>
                  <a:lnTo>
                    <a:pt x="275945" y="1184275"/>
                  </a:lnTo>
                  <a:lnTo>
                    <a:pt x="280581" y="1173949"/>
                  </a:lnTo>
                  <a:lnTo>
                    <a:pt x="287655" y="1163129"/>
                  </a:lnTo>
                  <a:lnTo>
                    <a:pt x="297154" y="1151801"/>
                  </a:lnTo>
                  <a:close/>
                </a:path>
                <a:path w="869950" h="1621789">
                  <a:moveTo>
                    <a:pt x="312775" y="1320774"/>
                  </a:moveTo>
                  <a:lnTo>
                    <a:pt x="309905" y="1313827"/>
                  </a:lnTo>
                  <a:lnTo>
                    <a:pt x="309829" y="1313637"/>
                  </a:lnTo>
                  <a:lnTo>
                    <a:pt x="304304" y="1309065"/>
                  </a:lnTo>
                  <a:lnTo>
                    <a:pt x="304304" y="1318399"/>
                  </a:lnTo>
                  <a:lnTo>
                    <a:pt x="304304" y="1322019"/>
                  </a:lnTo>
                  <a:lnTo>
                    <a:pt x="302298" y="1326210"/>
                  </a:lnTo>
                  <a:lnTo>
                    <a:pt x="271729" y="1351254"/>
                  </a:lnTo>
                  <a:lnTo>
                    <a:pt x="255435" y="1356880"/>
                  </a:lnTo>
                  <a:lnTo>
                    <a:pt x="251434" y="1356690"/>
                  </a:lnTo>
                  <a:lnTo>
                    <a:pt x="247726" y="1356347"/>
                  </a:lnTo>
                  <a:lnTo>
                    <a:pt x="247726" y="1347254"/>
                  </a:lnTo>
                  <a:lnTo>
                    <a:pt x="246748" y="1347254"/>
                  </a:lnTo>
                  <a:lnTo>
                    <a:pt x="279158" y="1319250"/>
                  </a:lnTo>
                  <a:lnTo>
                    <a:pt x="293446" y="1313827"/>
                  </a:lnTo>
                  <a:lnTo>
                    <a:pt x="299161" y="1314399"/>
                  </a:lnTo>
                  <a:lnTo>
                    <a:pt x="302018" y="1314780"/>
                  </a:lnTo>
                  <a:lnTo>
                    <a:pt x="303733" y="1316113"/>
                  </a:lnTo>
                  <a:lnTo>
                    <a:pt x="304304" y="1318399"/>
                  </a:lnTo>
                  <a:lnTo>
                    <a:pt x="304304" y="1309065"/>
                  </a:lnTo>
                  <a:lnTo>
                    <a:pt x="303161" y="1308112"/>
                  </a:lnTo>
                  <a:lnTo>
                    <a:pt x="298018" y="1305255"/>
                  </a:lnTo>
                  <a:lnTo>
                    <a:pt x="292201" y="1304112"/>
                  </a:lnTo>
                  <a:lnTo>
                    <a:pt x="285724" y="1304683"/>
                  </a:lnTo>
                  <a:lnTo>
                    <a:pt x="247713" y="1321295"/>
                  </a:lnTo>
                  <a:lnTo>
                    <a:pt x="237058" y="1350302"/>
                  </a:lnTo>
                  <a:lnTo>
                    <a:pt x="237718" y="1351915"/>
                  </a:lnTo>
                  <a:lnTo>
                    <a:pt x="237718" y="1458531"/>
                  </a:lnTo>
                  <a:lnTo>
                    <a:pt x="237058" y="1464602"/>
                  </a:lnTo>
                  <a:lnTo>
                    <a:pt x="237718" y="1466215"/>
                  </a:lnTo>
                  <a:lnTo>
                    <a:pt x="237718" y="1621574"/>
                  </a:lnTo>
                  <a:lnTo>
                    <a:pt x="247726" y="1621574"/>
                  </a:lnTo>
                  <a:lnTo>
                    <a:pt x="247726" y="1477759"/>
                  </a:lnTo>
                  <a:lnTo>
                    <a:pt x="252006" y="1480134"/>
                  </a:lnTo>
                  <a:lnTo>
                    <a:pt x="257721" y="1481277"/>
                  </a:lnTo>
                  <a:lnTo>
                    <a:pt x="264007" y="1480705"/>
                  </a:lnTo>
                  <a:lnTo>
                    <a:pt x="272084" y="1479791"/>
                  </a:lnTo>
                  <a:lnTo>
                    <a:pt x="307162" y="1457845"/>
                  </a:lnTo>
                  <a:lnTo>
                    <a:pt x="312775" y="1435074"/>
                  </a:lnTo>
                  <a:lnTo>
                    <a:pt x="309905" y="1428127"/>
                  </a:lnTo>
                  <a:lnTo>
                    <a:pt x="309829" y="1427937"/>
                  </a:lnTo>
                  <a:lnTo>
                    <a:pt x="304304" y="1423365"/>
                  </a:lnTo>
                  <a:lnTo>
                    <a:pt x="304304" y="1432699"/>
                  </a:lnTo>
                  <a:lnTo>
                    <a:pt x="304304" y="1436319"/>
                  </a:lnTo>
                  <a:lnTo>
                    <a:pt x="271729" y="1465554"/>
                  </a:lnTo>
                  <a:lnTo>
                    <a:pt x="255435" y="1471180"/>
                  </a:lnTo>
                  <a:lnTo>
                    <a:pt x="251434" y="1470990"/>
                  </a:lnTo>
                  <a:lnTo>
                    <a:pt x="247726" y="1470647"/>
                  </a:lnTo>
                  <a:lnTo>
                    <a:pt x="247726" y="1459433"/>
                  </a:lnTo>
                  <a:lnTo>
                    <a:pt x="279158" y="1433550"/>
                  </a:lnTo>
                  <a:lnTo>
                    <a:pt x="293446" y="1428127"/>
                  </a:lnTo>
                  <a:lnTo>
                    <a:pt x="299161" y="1428699"/>
                  </a:lnTo>
                  <a:lnTo>
                    <a:pt x="302018" y="1429080"/>
                  </a:lnTo>
                  <a:lnTo>
                    <a:pt x="303733" y="1430413"/>
                  </a:lnTo>
                  <a:lnTo>
                    <a:pt x="304304" y="1432699"/>
                  </a:lnTo>
                  <a:lnTo>
                    <a:pt x="304304" y="1423365"/>
                  </a:lnTo>
                  <a:lnTo>
                    <a:pt x="303161" y="1422412"/>
                  </a:lnTo>
                  <a:lnTo>
                    <a:pt x="298018" y="1419555"/>
                  </a:lnTo>
                  <a:lnTo>
                    <a:pt x="292201" y="1418412"/>
                  </a:lnTo>
                  <a:lnTo>
                    <a:pt x="285724" y="1418983"/>
                  </a:lnTo>
                  <a:lnTo>
                    <a:pt x="247726" y="1435595"/>
                  </a:lnTo>
                  <a:lnTo>
                    <a:pt x="247726" y="1363459"/>
                  </a:lnTo>
                  <a:lnTo>
                    <a:pt x="252006" y="1365834"/>
                  </a:lnTo>
                  <a:lnTo>
                    <a:pt x="257721" y="1366977"/>
                  </a:lnTo>
                  <a:lnTo>
                    <a:pt x="264007" y="1366405"/>
                  </a:lnTo>
                  <a:lnTo>
                    <a:pt x="302158" y="1349692"/>
                  </a:lnTo>
                  <a:lnTo>
                    <a:pt x="312013" y="1329537"/>
                  </a:lnTo>
                  <a:lnTo>
                    <a:pt x="312775" y="1320774"/>
                  </a:lnTo>
                  <a:close/>
                </a:path>
                <a:path w="869950" h="1621789">
                  <a:moveTo>
                    <a:pt x="608888" y="1151801"/>
                  </a:moveTo>
                  <a:lnTo>
                    <a:pt x="572033" y="1107224"/>
                  </a:lnTo>
                  <a:lnTo>
                    <a:pt x="562317" y="1107224"/>
                  </a:lnTo>
                  <a:lnTo>
                    <a:pt x="566902" y="1112964"/>
                  </a:lnTo>
                  <a:lnTo>
                    <a:pt x="570674" y="1119009"/>
                  </a:lnTo>
                  <a:lnTo>
                    <a:pt x="573620" y="1125385"/>
                  </a:lnTo>
                  <a:lnTo>
                    <a:pt x="575741" y="1132090"/>
                  </a:lnTo>
                  <a:lnTo>
                    <a:pt x="575818" y="1138694"/>
                  </a:lnTo>
                  <a:lnTo>
                    <a:pt x="574890" y="1145095"/>
                  </a:lnTo>
                  <a:lnTo>
                    <a:pt x="553173" y="1177518"/>
                  </a:lnTo>
                  <a:lnTo>
                    <a:pt x="589178" y="1224381"/>
                  </a:lnTo>
                  <a:lnTo>
                    <a:pt x="589178" y="1224953"/>
                  </a:lnTo>
                  <a:lnTo>
                    <a:pt x="582510" y="1221333"/>
                  </a:lnTo>
                  <a:lnTo>
                    <a:pt x="576605" y="1219530"/>
                  </a:lnTo>
                  <a:lnTo>
                    <a:pt x="571461" y="1219530"/>
                  </a:lnTo>
                  <a:lnTo>
                    <a:pt x="562584" y="1220863"/>
                  </a:lnTo>
                  <a:lnTo>
                    <a:pt x="555955" y="1224597"/>
                  </a:lnTo>
                  <a:lnTo>
                    <a:pt x="551586" y="1230731"/>
                  </a:lnTo>
                  <a:lnTo>
                    <a:pt x="549452" y="1239240"/>
                  </a:lnTo>
                  <a:lnTo>
                    <a:pt x="550684" y="1245743"/>
                  </a:lnTo>
                  <a:lnTo>
                    <a:pt x="552958" y="1251813"/>
                  </a:lnTo>
                  <a:lnTo>
                    <a:pt x="556260" y="1257465"/>
                  </a:lnTo>
                  <a:lnTo>
                    <a:pt x="560603" y="1262672"/>
                  </a:lnTo>
                  <a:lnTo>
                    <a:pt x="581177" y="1280680"/>
                  </a:lnTo>
                  <a:lnTo>
                    <a:pt x="584314" y="1276108"/>
                  </a:lnTo>
                  <a:lnTo>
                    <a:pt x="580694" y="1273251"/>
                  </a:lnTo>
                  <a:lnTo>
                    <a:pt x="577456" y="1268768"/>
                  </a:lnTo>
                  <a:lnTo>
                    <a:pt x="574598" y="1262672"/>
                  </a:lnTo>
                  <a:lnTo>
                    <a:pt x="571550" y="1256576"/>
                  </a:lnTo>
                  <a:lnTo>
                    <a:pt x="572033" y="1250010"/>
                  </a:lnTo>
                  <a:lnTo>
                    <a:pt x="576033" y="1242961"/>
                  </a:lnTo>
                  <a:lnTo>
                    <a:pt x="579272" y="1238199"/>
                  </a:lnTo>
                  <a:lnTo>
                    <a:pt x="583361" y="1235913"/>
                  </a:lnTo>
                  <a:lnTo>
                    <a:pt x="588314" y="1236103"/>
                  </a:lnTo>
                  <a:lnTo>
                    <a:pt x="593458" y="1236484"/>
                  </a:lnTo>
                  <a:lnTo>
                    <a:pt x="598792" y="1238199"/>
                  </a:lnTo>
                  <a:lnTo>
                    <a:pt x="604316" y="1241247"/>
                  </a:lnTo>
                  <a:lnTo>
                    <a:pt x="607745" y="1236675"/>
                  </a:lnTo>
                  <a:lnTo>
                    <a:pt x="592886" y="1216952"/>
                  </a:lnTo>
                  <a:lnTo>
                    <a:pt x="588124" y="1209713"/>
                  </a:lnTo>
                  <a:lnTo>
                    <a:pt x="585647" y="1202093"/>
                  </a:lnTo>
                  <a:lnTo>
                    <a:pt x="585457" y="1194092"/>
                  </a:lnTo>
                  <a:lnTo>
                    <a:pt x="587679" y="1184275"/>
                  </a:lnTo>
                  <a:lnTo>
                    <a:pt x="592315" y="1173949"/>
                  </a:lnTo>
                  <a:lnTo>
                    <a:pt x="599389" y="1163129"/>
                  </a:lnTo>
                  <a:lnTo>
                    <a:pt x="608888" y="1151801"/>
                  </a:lnTo>
                  <a:close/>
                </a:path>
                <a:path w="869950" h="1621789">
                  <a:moveTo>
                    <a:pt x="869797" y="0"/>
                  </a:moveTo>
                  <a:lnTo>
                    <a:pt x="861225" y="0"/>
                  </a:lnTo>
                  <a:lnTo>
                    <a:pt x="861225" y="1427264"/>
                  </a:lnTo>
                  <a:lnTo>
                    <a:pt x="869797" y="1427264"/>
                  </a:lnTo>
                  <a:lnTo>
                    <a:pt x="8697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>
              <a:extLst>
                <a:ext uri="{FF2B5EF4-FFF2-40B4-BE49-F238E27FC236}">
                  <a16:creationId xmlns:a16="http://schemas.microsoft.com/office/drawing/2014/main" id="{51334E65-6551-3D33-9754-BA6000D80754}"/>
                </a:ext>
              </a:extLst>
            </p:cNvPr>
            <p:cNvSpPr/>
            <p:nvPr/>
          </p:nvSpPr>
          <p:spPr>
            <a:xfrm>
              <a:off x="5358693" y="4856218"/>
              <a:ext cx="1956435" cy="97155"/>
            </a:xfrm>
            <a:custGeom>
              <a:avLst/>
              <a:gdLst/>
              <a:ahLst/>
              <a:cxnLst/>
              <a:rect l="l" t="t" r="r" b="b"/>
              <a:pathLst>
                <a:path w="1956434" h="97154">
                  <a:moveTo>
                    <a:pt x="0" y="97106"/>
                  </a:moveTo>
                  <a:lnTo>
                    <a:pt x="45244" y="73674"/>
                  </a:lnTo>
                  <a:lnTo>
                    <a:pt x="83391" y="62965"/>
                  </a:lnTo>
                  <a:lnTo>
                    <a:pt x="131888" y="52927"/>
                  </a:lnTo>
                  <a:lnTo>
                    <a:pt x="190735" y="43561"/>
                  </a:lnTo>
                  <a:lnTo>
                    <a:pt x="259932" y="34867"/>
                  </a:lnTo>
                  <a:lnTo>
                    <a:pt x="339479" y="26844"/>
                  </a:lnTo>
                  <a:lnTo>
                    <a:pt x="381507" y="23215"/>
                  </a:lnTo>
                  <a:lnTo>
                    <a:pt x="424714" y="19846"/>
                  </a:lnTo>
                  <a:lnTo>
                    <a:pt x="469101" y="16738"/>
                  </a:lnTo>
                  <a:lnTo>
                    <a:pt x="514666" y="13891"/>
                  </a:lnTo>
                  <a:lnTo>
                    <a:pt x="561411" y="11304"/>
                  </a:lnTo>
                  <a:lnTo>
                    <a:pt x="609335" y="8979"/>
                  </a:lnTo>
                  <a:lnTo>
                    <a:pt x="658438" y="6914"/>
                  </a:lnTo>
                  <a:lnTo>
                    <a:pt x="708721" y="5109"/>
                  </a:lnTo>
                  <a:lnTo>
                    <a:pt x="760182" y="3566"/>
                  </a:lnTo>
                  <a:lnTo>
                    <a:pt x="812823" y="2283"/>
                  </a:lnTo>
                  <a:lnTo>
                    <a:pt x="866643" y="1261"/>
                  </a:lnTo>
                  <a:lnTo>
                    <a:pt x="921642" y="500"/>
                  </a:lnTo>
                  <a:lnTo>
                    <a:pt x="977821" y="0"/>
                  </a:lnTo>
                  <a:lnTo>
                    <a:pt x="1034000" y="178"/>
                  </a:lnTo>
                  <a:lnTo>
                    <a:pt x="1089001" y="623"/>
                  </a:lnTo>
                  <a:lnTo>
                    <a:pt x="1142825" y="1336"/>
                  </a:lnTo>
                  <a:lnTo>
                    <a:pt x="1195471" y="2317"/>
                  </a:lnTo>
                  <a:lnTo>
                    <a:pt x="1246940" y="3565"/>
                  </a:lnTo>
                  <a:lnTo>
                    <a:pt x="1297231" y="5081"/>
                  </a:lnTo>
                  <a:lnTo>
                    <a:pt x="1346344" y="6864"/>
                  </a:lnTo>
                  <a:lnTo>
                    <a:pt x="1394279" y="8915"/>
                  </a:lnTo>
                  <a:lnTo>
                    <a:pt x="1441037" y="11233"/>
                  </a:lnTo>
                  <a:lnTo>
                    <a:pt x="1486618" y="13819"/>
                  </a:lnTo>
                  <a:lnTo>
                    <a:pt x="1531020" y="16672"/>
                  </a:lnTo>
                  <a:lnTo>
                    <a:pt x="1574245" y="19793"/>
                  </a:lnTo>
                  <a:lnTo>
                    <a:pt x="1616292" y="23182"/>
                  </a:lnTo>
                  <a:lnTo>
                    <a:pt x="1695882" y="30748"/>
                  </a:lnTo>
                  <a:lnTo>
                    <a:pt x="1765126" y="39046"/>
                  </a:lnTo>
                  <a:lnTo>
                    <a:pt x="1824025" y="48074"/>
                  </a:lnTo>
                  <a:lnTo>
                    <a:pt x="1872578" y="57834"/>
                  </a:lnTo>
                  <a:lnTo>
                    <a:pt x="1910785" y="68324"/>
                  </a:lnTo>
                  <a:lnTo>
                    <a:pt x="1956162" y="91497"/>
                  </a:lnTo>
                  <a:lnTo>
                    <a:pt x="1938646" y="79673"/>
                  </a:lnTo>
                  <a:lnTo>
                    <a:pt x="1910785" y="68655"/>
                  </a:lnTo>
                  <a:lnTo>
                    <a:pt x="1872578" y="58444"/>
                  </a:lnTo>
                  <a:lnTo>
                    <a:pt x="1824025" y="49039"/>
                  </a:lnTo>
                  <a:lnTo>
                    <a:pt x="1765126" y="40441"/>
                  </a:lnTo>
                  <a:lnTo>
                    <a:pt x="1695882" y="32649"/>
                  </a:lnTo>
                  <a:lnTo>
                    <a:pt x="1616292" y="25664"/>
                  </a:lnTo>
                  <a:lnTo>
                    <a:pt x="1574245" y="22583"/>
                  </a:lnTo>
                  <a:lnTo>
                    <a:pt x="1531020" y="19777"/>
                  </a:lnTo>
                  <a:lnTo>
                    <a:pt x="1486618" y="17248"/>
                  </a:lnTo>
                  <a:lnTo>
                    <a:pt x="1441037" y="14995"/>
                  </a:lnTo>
                  <a:lnTo>
                    <a:pt x="1394279" y="13018"/>
                  </a:lnTo>
                  <a:lnTo>
                    <a:pt x="1346344" y="11317"/>
                  </a:lnTo>
                  <a:lnTo>
                    <a:pt x="1297231" y="9892"/>
                  </a:lnTo>
                  <a:lnTo>
                    <a:pt x="1246940" y="8744"/>
                  </a:lnTo>
                  <a:lnTo>
                    <a:pt x="1195471" y="7871"/>
                  </a:lnTo>
                  <a:lnTo>
                    <a:pt x="1142825" y="7274"/>
                  </a:lnTo>
                  <a:lnTo>
                    <a:pt x="1089001" y="6954"/>
                  </a:lnTo>
                  <a:lnTo>
                    <a:pt x="1034000" y="6910"/>
                  </a:lnTo>
                  <a:lnTo>
                    <a:pt x="921642" y="7232"/>
                  </a:lnTo>
                  <a:lnTo>
                    <a:pt x="866643" y="7591"/>
                  </a:lnTo>
                  <a:lnTo>
                    <a:pt x="812823" y="8220"/>
                  </a:lnTo>
                  <a:lnTo>
                    <a:pt x="760182" y="9118"/>
                  </a:lnTo>
                  <a:lnTo>
                    <a:pt x="708721" y="10286"/>
                  </a:lnTo>
                  <a:lnTo>
                    <a:pt x="658438" y="11723"/>
                  </a:lnTo>
                  <a:lnTo>
                    <a:pt x="609335" y="13429"/>
                  </a:lnTo>
                  <a:lnTo>
                    <a:pt x="561411" y="15405"/>
                  </a:lnTo>
                  <a:lnTo>
                    <a:pt x="514666" y="17650"/>
                  </a:lnTo>
                  <a:lnTo>
                    <a:pt x="469101" y="20164"/>
                  </a:lnTo>
                  <a:lnTo>
                    <a:pt x="424714" y="22948"/>
                  </a:lnTo>
                  <a:lnTo>
                    <a:pt x="381507" y="26001"/>
                  </a:lnTo>
                  <a:lnTo>
                    <a:pt x="339479" y="29324"/>
                  </a:lnTo>
                  <a:lnTo>
                    <a:pt x="259932" y="36766"/>
                  </a:lnTo>
                  <a:lnTo>
                    <a:pt x="190735" y="44955"/>
                  </a:lnTo>
                  <a:lnTo>
                    <a:pt x="131888" y="53891"/>
                  </a:lnTo>
                  <a:lnTo>
                    <a:pt x="83391" y="63574"/>
                  </a:lnTo>
                  <a:lnTo>
                    <a:pt x="45244" y="74004"/>
                  </a:lnTo>
                  <a:lnTo>
                    <a:pt x="17447" y="85182"/>
                  </a:lnTo>
                  <a:lnTo>
                    <a:pt x="0" y="97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>
              <a:extLst>
                <a:ext uri="{FF2B5EF4-FFF2-40B4-BE49-F238E27FC236}">
                  <a16:creationId xmlns:a16="http://schemas.microsoft.com/office/drawing/2014/main" id="{1B6E79D5-F976-881B-589B-0C98D9D14CB7}"/>
                </a:ext>
              </a:extLst>
            </p:cNvPr>
            <p:cNvSpPr/>
            <p:nvPr/>
          </p:nvSpPr>
          <p:spPr>
            <a:xfrm>
              <a:off x="5358693" y="4856218"/>
              <a:ext cx="1956435" cy="97155"/>
            </a:xfrm>
            <a:custGeom>
              <a:avLst/>
              <a:gdLst/>
              <a:ahLst/>
              <a:cxnLst/>
              <a:rect l="l" t="t" r="r" b="b"/>
              <a:pathLst>
                <a:path w="1956434" h="97154">
                  <a:moveTo>
                    <a:pt x="0" y="97106"/>
                  </a:moveTo>
                  <a:lnTo>
                    <a:pt x="45244" y="74004"/>
                  </a:lnTo>
                  <a:lnTo>
                    <a:pt x="83391" y="63574"/>
                  </a:lnTo>
                  <a:lnTo>
                    <a:pt x="131888" y="53891"/>
                  </a:lnTo>
                  <a:lnTo>
                    <a:pt x="190735" y="44955"/>
                  </a:lnTo>
                  <a:lnTo>
                    <a:pt x="259932" y="36766"/>
                  </a:lnTo>
                  <a:lnTo>
                    <a:pt x="339479" y="29324"/>
                  </a:lnTo>
                  <a:lnTo>
                    <a:pt x="381507" y="26001"/>
                  </a:lnTo>
                  <a:lnTo>
                    <a:pt x="424714" y="22948"/>
                  </a:lnTo>
                  <a:lnTo>
                    <a:pt x="469101" y="20164"/>
                  </a:lnTo>
                  <a:lnTo>
                    <a:pt x="514666" y="17650"/>
                  </a:lnTo>
                  <a:lnTo>
                    <a:pt x="561411" y="15405"/>
                  </a:lnTo>
                  <a:lnTo>
                    <a:pt x="609335" y="13429"/>
                  </a:lnTo>
                  <a:lnTo>
                    <a:pt x="658438" y="11723"/>
                  </a:lnTo>
                  <a:lnTo>
                    <a:pt x="708721" y="10286"/>
                  </a:lnTo>
                  <a:lnTo>
                    <a:pt x="760182" y="9118"/>
                  </a:lnTo>
                  <a:lnTo>
                    <a:pt x="812823" y="8220"/>
                  </a:lnTo>
                  <a:lnTo>
                    <a:pt x="866643" y="7591"/>
                  </a:lnTo>
                  <a:lnTo>
                    <a:pt x="921642" y="7232"/>
                  </a:lnTo>
                  <a:lnTo>
                    <a:pt x="977821" y="7141"/>
                  </a:lnTo>
                  <a:lnTo>
                    <a:pt x="1034000" y="6910"/>
                  </a:lnTo>
                  <a:lnTo>
                    <a:pt x="1089001" y="6954"/>
                  </a:lnTo>
                  <a:lnTo>
                    <a:pt x="1142825" y="7274"/>
                  </a:lnTo>
                  <a:lnTo>
                    <a:pt x="1195471" y="7871"/>
                  </a:lnTo>
                  <a:lnTo>
                    <a:pt x="1246940" y="8744"/>
                  </a:lnTo>
                  <a:lnTo>
                    <a:pt x="1297231" y="9892"/>
                  </a:lnTo>
                  <a:lnTo>
                    <a:pt x="1346344" y="11317"/>
                  </a:lnTo>
                  <a:lnTo>
                    <a:pt x="1394279" y="13018"/>
                  </a:lnTo>
                  <a:lnTo>
                    <a:pt x="1441037" y="14995"/>
                  </a:lnTo>
                  <a:lnTo>
                    <a:pt x="1486618" y="17248"/>
                  </a:lnTo>
                  <a:lnTo>
                    <a:pt x="1531020" y="19777"/>
                  </a:lnTo>
                  <a:lnTo>
                    <a:pt x="1574245" y="22583"/>
                  </a:lnTo>
                  <a:lnTo>
                    <a:pt x="1616292" y="25664"/>
                  </a:lnTo>
                  <a:lnTo>
                    <a:pt x="1695882" y="32649"/>
                  </a:lnTo>
                  <a:lnTo>
                    <a:pt x="1765126" y="40441"/>
                  </a:lnTo>
                  <a:lnTo>
                    <a:pt x="1824025" y="49039"/>
                  </a:lnTo>
                  <a:lnTo>
                    <a:pt x="1872578" y="58444"/>
                  </a:lnTo>
                  <a:lnTo>
                    <a:pt x="1910785" y="68655"/>
                  </a:lnTo>
                  <a:lnTo>
                    <a:pt x="1956162" y="91497"/>
                  </a:lnTo>
                  <a:lnTo>
                    <a:pt x="1938646" y="79545"/>
                  </a:lnTo>
                  <a:lnTo>
                    <a:pt x="1872578" y="57834"/>
                  </a:lnTo>
                  <a:lnTo>
                    <a:pt x="1824025" y="48074"/>
                  </a:lnTo>
                  <a:lnTo>
                    <a:pt x="1765126" y="39046"/>
                  </a:lnTo>
                  <a:lnTo>
                    <a:pt x="1695882" y="30748"/>
                  </a:lnTo>
                  <a:lnTo>
                    <a:pt x="1616292" y="23182"/>
                  </a:lnTo>
                  <a:lnTo>
                    <a:pt x="1574245" y="19793"/>
                  </a:lnTo>
                  <a:lnTo>
                    <a:pt x="1531020" y="16672"/>
                  </a:lnTo>
                  <a:lnTo>
                    <a:pt x="1486618" y="13819"/>
                  </a:lnTo>
                  <a:lnTo>
                    <a:pt x="1441037" y="11233"/>
                  </a:lnTo>
                  <a:lnTo>
                    <a:pt x="1394279" y="8915"/>
                  </a:lnTo>
                  <a:lnTo>
                    <a:pt x="1346344" y="6864"/>
                  </a:lnTo>
                  <a:lnTo>
                    <a:pt x="1297231" y="5081"/>
                  </a:lnTo>
                  <a:lnTo>
                    <a:pt x="1246940" y="3565"/>
                  </a:lnTo>
                  <a:lnTo>
                    <a:pt x="1195471" y="2317"/>
                  </a:lnTo>
                  <a:lnTo>
                    <a:pt x="1142825" y="1336"/>
                  </a:lnTo>
                  <a:lnTo>
                    <a:pt x="1089001" y="623"/>
                  </a:lnTo>
                  <a:lnTo>
                    <a:pt x="1034000" y="178"/>
                  </a:lnTo>
                  <a:lnTo>
                    <a:pt x="977821" y="0"/>
                  </a:lnTo>
                  <a:lnTo>
                    <a:pt x="921642" y="500"/>
                  </a:lnTo>
                  <a:lnTo>
                    <a:pt x="866643" y="1261"/>
                  </a:lnTo>
                  <a:lnTo>
                    <a:pt x="812823" y="2283"/>
                  </a:lnTo>
                  <a:lnTo>
                    <a:pt x="760182" y="3566"/>
                  </a:lnTo>
                  <a:lnTo>
                    <a:pt x="708721" y="5109"/>
                  </a:lnTo>
                  <a:lnTo>
                    <a:pt x="658438" y="6914"/>
                  </a:lnTo>
                  <a:lnTo>
                    <a:pt x="609335" y="8979"/>
                  </a:lnTo>
                  <a:lnTo>
                    <a:pt x="561411" y="11304"/>
                  </a:lnTo>
                  <a:lnTo>
                    <a:pt x="514666" y="13891"/>
                  </a:lnTo>
                  <a:lnTo>
                    <a:pt x="469101" y="16738"/>
                  </a:lnTo>
                  <a:lnTo>
                    <a:pt x="424714" y="19846"/>
                  </a:lnTo>
                  <a:lnTo>
                    <a:pt x="381507" y="23215"/>
                  </a:lnTo>
                  <a:lnTo>
                    <a:pt x="339479" y="26844"/>
                  </a:lnTo>
                  <a:lnTo>
                    <a:pt x="259932" y="34867"/>
                  </a:lnTo>
                  <a:lnTo>
                    <a:pt x="190735" y="43561"/>
                  </a:lnTo>
                  <a:lnTo>
                    <a:pt x="131888" y="52927"/>
                  </a:lnTo>
                  <a:lnTo>
                    <a:pt x="83391" y="62965"/>
                  </a:lnTo>
                  <a:lnTo>
                    <a:pt x="45244" y="73674"/>
                  </a:lnTo>
                  <a:lnTo>
                    <a:pt x="17447" y="85054"/>
                  </a:lnTo>
                  <a:lnTo>
                    <a:pt x="0" y="9710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>
            <a:extLst>
              <a:ext uri="{FF2B5EF4-FFF2-40B4-BE49-F238E27FC236}">
                <a16:creationId xmlns:a16="http://schemas.microsoft.com/office/drawing/2014/main" id="{04498D74-0EDE-D165-5BBE-5B20E7F3C2E7}"/>
              </a:ext>
            </a:extLst>
          </p:cNvPr>
          <p:cNvSpPr txBox="1"/>
          <p:nvPr/>
        </p:nvSpPr>
        <p:spPr>
          <a:xfrm>
            <a:off x="5308845" y="3627661"/>
            <a:ext cx="11176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Bauer Bodoni Std Bold Cond" panose="02070903080706020303" pitchFamily="18" charset="77"/>
                <a:cs typeface="Georgia"/>
              </a:rPr>
              <a:t>il</a:t>
            </a:r>
            <a:r>
              <a:rPr sz="900" b="1" spc="5" dirty="0">
                <a:latin typeface="Bauer Bodoni Std Bold Cond" panose="02070903080706020303" pitchFamily="18" charset="77"/>
                <a:cs typeface="Georgia"/>
              </a:rPr>
              <a:t> </a:t>
            </a:r>
            <a:r>
              <a:rPr sz="900" b="1" dirty="0">
                <a:latin typeface="Bauer Bodoni Std Bold Cond" panose="02070903080706020303" pitchFamily="18" charset="77"/>
                <a:cs typeface="Georgia"/>
              </a:rPr>
              <a:t>più</a:t>
            </a:r>
            <a:r>
              <a:rPr sz="900" b="1" spc="10" dirty="0">
                <a:latin typeface="Bauer Bodoni Std Bold Cond" panose="02070903080706020303" pitchFamily="18" charset="77"/>
                <a:cs typeface="Georgia"/>
              </a:rPr>
              <a:t> </a:t>
            </a:r>
            <a:r>
              <a:rPr sz="900" b="1" dirty="0">
                <a:latin typeface="Bauer Bodoni Std Bold Cond" panose="02070903080706020303" pitchFamily="18" charset="77"/>
                <a:cs typeface="Georgia"/>
              </a:rPr>
              <a:t>presto</a:t>
            </a:r>
            <a:r>
              <a:rPr sz="900" b="1" spc="10" dirty="0">
                <a:latin typeface="Bauer Bodoni Std Bold Cond" panose="02070903080706020303" pitchFamily="18" charset="77"/>
                <a:cs typeface="Georgia"/>
              </a:rPr>
              <a:t> </a:t>
            </a:r>
            <a:r>
              <a:rPr sz="900" b="1" spc="-10" dirty="0">
                <a:latin typeface="Bauer Bodoni Std Bold Cond" panose="02070903080706020303" pitchFamily="18" charset="77"/>
                <a:cs typeface="Georgia"/>
              </a:rPr>
              <a:t>possibile</a:t>
            </a:r>
            <a:endParaRPr sz="900" b="1" dirty="0">
              <a:latin typeface="Bauer Bodoni Std Bold Cond" panose="02070903080706020303" pitchFamily="18" charset="77"/>
              <a:cs typeface="Georgia"/>
            </a:endParaRPr>
          </a:p>
        </p:txBody>
      </p:sp>
      <p:sp>
        <p:nvSpPr>
          <p:cNvPr id="118" name="object 118">
            <a:extLst>
              <a:ext uri="{FF2B5EF4-FFF2-40B4-BE49-F238E27FC236}">
                <a16:creationId xmlns:a16="http://schemas.microsoft.com/office/drawing/2014/main" id="{72D00E2F-5287-8769-94ED-4315EDCB5D32}"/>
              </a:ext>
            </a:extLst>
          </p:cNvPr>
          <p:cNvSpPr txBox="1"/>
          <p:nvPr/>
        </p:nvSpPr>
        <p:spPr>
          <a:xfrm>
            <a:off x="5308845" y="3741961"/>
            <a:ext cx="209804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Bauer Bodoni Std" panose="02070603080706020303" pitchFamily="18" charset="77"/>
                <a:cs typeface="Georgia"/>
              </a:rPr>
              <a:t>ispirato al</a:t>
            </a:r>
            <a:r>
              <a:rPr sz="900" spc="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900" dirty="0">
                <a:latin typeface="Bauer Bodoni Std" panose="02070603080706020303" pitchFamily="18" charset="77"/>
                <a:cs typeface="Georgia"/>
              </a:rPr>
              <a:t>Valzer in</a:t>
            </a:r>
            <a:r>
              <a:rPr sz="900" spc="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900" dirty="0">
                <a:latin typeface="Bauer Bodoni Std" panose="02070603080706020303" pitchFamily="18" charset="77"/>
                <a:cs typeface="Georgia"/>
              </a:rPr>
              <a:t>mi minore</a:t>
            </a:r>
            <a:r>
              <a:rPr sz="900" spc="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900" dirty="0">
                <a:latin typeface="Bauer Bodoni Std" panose="02070603080706020303" pitchFamily="18" charset="77"/>
                <a:cs typeface="Georgia"/>
              </a:rPr>
              <a:t>di </a:t>
            </a:r>
            <a:r>
              <a:rPr sz="900" spc="-10" dirty="0">
                <a:latin typeface="Bauer Bodoni Std" panose="02070603080706020303" pitchFamily="18" charset="77"/>
                <a:cs typeface="Georgia"/>
              </a:rPr>
              <a:t>Chopin</a:t>
            </a:r>
            <a:endParaRPr sz="900" dirty="0">
              <a:latin typeface="Bauer Bodoni Std" panose="02070603080706020303" pitchFamily="18" charset="77"/>
              <a:cs typeface="Georgia"/>
            </a:endParaRPr>
          </a:p>
        </p:txBody>
      </p:sp>
      <p:pic>
        <p:nvPicPr>
          <p:cNvPr id="119" name="object 119">
            <a:extLst>
              <a:ext uri="{FF2B5EF4-FFF2-40B4-BE49-F238E27FC236}">
                <a16:creationId xmlns:a16="http://schemas.microsoft.com/office/drawing/2014/main" id="{C1390701-0520-C537-3F27-124D96C1BDFD}"/>
              </a:ext>
            </a:extLst>
          </p:cNvPr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79387" y="6107445"/>
            <a:ext cx="7088512" cy="1606105"/>
          </a:xfrm>
          <a:prstGeom prst="rect">
            <a:avLst/>
          </a:prstGeom>
        </p:spPr>
      </p:pic>
      <p:sp>
        <p:nvSpPr>
          <p:cNvPr id="120" name="object 120">
            <a:extLst>
              <a:ext uri="{FF2B5EF4-FFF2-40B4-BE49-F238E27FC236}">
                <a16:creationId xmlns:a16="http://schemas.microsoft.com/office/drawing/2014/main" id="{98BFB007-3445-56A7-327D-684D33ACA1F6}"/>
              </a:ext>
            </a:extLst>
          </p:cNvPr>
          <p:cNvSpPr txBox="1"/>
          <p:nvPr/>
        </p:nvSpPr>
        <p:spPr>
          <a:xfrm>
            <a:off x="266700" y="6057978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Georgia"/>
              </a:rPr>
              <a:t>56</a:t>
            </a:r>
            <a:endParaRPr sz="750" b="1">
              <a:latin typeface="Bauer Bodoni Std Bold Cond" panose="02070903080706020303" pitchFamily="18" charset="77"/>
              <a:cs typeface="Georgia"/>
            </a:endParaRPr>
          </a:p>
        </p:txBody>
      </p:sp>
      <p:grpSp>
        <p:nvGrpSpPr>
          <p:cNvPr id="121" name="object 121">
            <a:extLst>
              <a:ext uri="{FF2B5EF4-FFF2-40B4-BE49-F238E27FC236}">
                <a16:creationId xmlns:a16="http://schemas.microsoft.com/office/drawing/2014/main" id="{AF0D250F-BA79-34A6-6FF0-994451C0108F}"/>
              </a:ext>
            </a:extLst>
          </p:cNvPr>
          <p:cNvGrpSpPr/>
          <p:nvPr/>
        </p:nvGrpSpPr>
        <p:grpSpPr>
          <a:xfrm>
            <a:off x="851725" y="6013755"/>
            <a:ext cx="5584190" cy="1017269"/>
            <a:chOff x="851725" y="6013755"/>
            <a:chExt cx="5584190" cy="1017269"/>
          </a:xfrm>
        </p:grpSpPr>
        <p:sp>
          <p:nvSpPr>
            <p:cNvPr id="122" name="object 122">
              <a:extLst>
                <a:ext uri="{FF2B5EF4-FFF2-40B4-BE49-F238E27FC236}">
                  <a16:creationId xmlns:a16="http://schemas.microsoft.com/office/drawing/2014/main" id="{40F5CA54-C243-F0BE-5E49-6FCE9150D2FC}"/>
                </a:ext>
              </a:extLst>
            </p:cNvPr>
            <p:cNvSpPr/>
            <p:nvPr/>
          </p:nvSpPr>
          <p:spPr>
            <a:xfrm>
              <a:off x="2028334" y="6858415"/>
              <a:ext cx="3082290" cy="85725"/>
            </a:xfrm>
            <a:custGeom>
              <a:avLst/>
              <a:gdLst/>
              <a:ahLst/>
              <a:cxnLst/>
              <a:rect l="l" t="t" r="r" b="b"/>
              <a:pathLst>
                <a:path w="3082290" h="85725">
                  <a:moveTo>
                    <a:pt x="0" y="79038"/>
                  </a:moveTo>
                  <a:lnTo>
                    <a:pt x="3082217" y="85719"/>
                  </a:lnTo>
                </a:path>
                <a:path w="3082290" h="85725">
                  <a:moveTo>
                    <a:pt x="0" y="79038"/>
                  </a:moveTo>
                  <a:lnTo>
                    <a:pt x="3081211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>
              <a:extLst>
                <a:ext uri="{FF2B5EF4-FFF2-40B4-BE49-F238E27FC236}">
                  <a16:creationId xmlns:a16="http://schemas.microsoft.com/office/drawing/2014/main" id="{B5E5AB4A-280B-AF24-1CCC-DBBC781A92E4}"/>
                </a:ext>
              </a:extLst>
            </p:cNvPr>
            <p:cNvSpPr/>
            <p:nvPr/>
          </p:nvSpPr>
          <p:spPr>
            <a:xfrm>
              <a:off x="3138902" y="6213452"/>
              <a:ext cx="732790" cy="238760"/>
            </a:xfrm>
            <a:custGeom>
              <a:avLst/>
              <a:gdLst/>
              <a:ahLst/>
              <a:cxnLst/>
              <a:rect l="l" t="t" r="r" b="b"/>
              <a:pathLst>
                <a:path w="732789" h="238760">
                  <a:moveTo>
                    <a:pt x="0" y="238226"/>
                  </a:moveTo>
                  <a:lnTo>
                    <a:pt x="17610" y="194475"/>
                  </a:lnTo>
                  <a:lnTo>
                    <a:pt x="40740" y="155119"/>
                  </a:lnTo>
                  <a:lnTo>
                    <a:pt x="69389" y="120158"/>
                  </a:lnTo>
                  <a:lnTo>
                    <a:pt x="103559" y="89592"/>
                  </a:lnTo>
                  <a:lnTo>
                    <a:pt x="143248" y="63420"/>
                  </a:lnTo>
                  <a:lnTo>
                    <a:pt x="188456" y="41644"/>
                  </a:lnTo>
                  <a:lnTo>
                    <a:pt x="239185" y="24262"/>
                  </a:lnTo>
                  <a:lnTo>
                    <a:pt x="295433" y="11276"/>
                  </a:lnTo>
                  <a:lnTo>
                    <a:pt x="357201" y="2684"/>
                  </a:lnTo>
                  <a:lnTo>
                    <a:pt x="418362" y="0"/>
                  </a:lnTo>
                  <a:lnTo>
                    <a:pt x="474659" y="2148"/>
                  </a:lnTo>
                  <a:lnTo>
                    <a:pt x="526093" y="9129"/>
                  </a:lnTo>
                  <a:lnTo>
                    <a:pt x="572664" y="20942"/>
                  </a:lnTo>
                  <a:lnTo>
                    <a:pt x="614371" y="37589"/>
                  </a:lnTo>
                  <a:lnTo>
                    <a:pt x="651214" y="59068"/>
                  </a:lnTo>
                  <a:lnTo>
                    <a:pt x="683194" y="85379"/>
                  </a:lnTo>
                  <a:lnTo>
                    <a:pt x="710311" y="116524"/>
                  </a:lnTo>
                  <a:lnTo>
                    <a:pt x="732563" y="152501"/>
                  </a:lnTo>
                  <a:lnTo>
                    <a:pt x="710311" y="116953"/>
                  </a:lnTo>
                  <a:lnTo>
                    <a:pt x="683194" y="86325"/>
                  </a:lnTo>
                  <a:lnTo>
                    <a:pt x="651214" y="60615"/>
                  </a:lnTo>
                  <a:lnTo>
                    <a:pt x="614371" y="39824"/>
                  </a:lnTo>
                  <a:lnTo>
                    <a:pt x="572664" y="23952"/>
                  </a:lnTo>
                  <a:lnTo>
                    <a:pt x="526093" y="12998"/>
                  </a:lnTo>
                  <a:lnTo>
                    <a:pt x="474659" y="6963"/>
                  </a:lnTo>
                  <a:lnTo>
                    <a:pt x="418362" y="5848"/>
                  </a:lnTo>
                  <a:lnTo>
                    <a:pt x="357201" y="9651"/>
                  </a:lnTo>
                  <a:lnTo>
                    <a:pt x="295433" y="17038"/>
                  </a:lnTo>
                  <a:lnTo>
                    <a:pt x="239185" y="28927"/>
                  </a:lnTo>
                  <a:lnTo>
                    <a:pt x="188456" y="45319"/>
                  </a:lnTo>
                  <a:lnTo>
                    <a:pt x="143248" y="66214"/>
                  </a:lnTo>
                  <a:lnTo>
                    <a:pt x="103559" y="91611"/>
                  </a:lnTo>
                  <a:lnTo>
                    <a:pt x="69389" y="121511"/>
                  </a:lnTo>
                  <a:lnTo>
                    <a:pt x="40740" y="155913"/>
                  </a:lnTo>
                  <a:lnTo>
                    <a:pt x="17610" y="194818"/>
                  </a:lnTo>
                  <a:lnTo>
                    <a:pt x="0" y="2382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>
              <a:extLst>
                <a:ext uri="{FF2B5EF4-FFF2-40B4-BE49-F238E27FC236}">
                  <a16:creationId xmlns:a16="http://schemas.microsoft.com/office/drawing/2014/main" id="{D012E583-B11F-E056-1C0E-DC4271377C36}"/>
                </a:ext>
              </a:extLst>
            </p:cNvPr>
            <p:cNvSpPr/>
            <p:nvPr/>
          </p:nvSpPr>
          <p:spPr>
            <a:xfrm>
              <a:off x="3138902" y="6213452"/>
              <a:ext cx="732790" cy="238760"/>
            </a:xfrm>
            <a:custGeom>
              <a:avLst/>
              <a:gdLst/>
              <a:ahLst/>
              <a:cxnLst/>
              <a:rect l="l" t="t" r="r" b="b"/>
              <a:pathLst>
                <a:path w="732789" h="238760">
                  <a:moveTo>
                    <a:pt x="0" y="238226"/>
                  </a:moveTo>
                  <a:lnTo>
                    <a:pt x="17610" y="194818"/>
                  </a:lnTo>
                  <a:lnTo>
                    <a:pt x="40740" y="155913"/>
                  </a:lnTo>
                  <a:lnTo>
                    <a:pt x="69389" y="121511"/>
                  </a:lnTo>
                  <a:lnTo>
                    <a:pt x="103559" y="91611"/>
                  </a:lnTo>
                  <a:lnTo>
                    <a:pt x="143248" y="66214"/>
                  </a:lnTo>
                  <a:lnTo>
                    <a:pt x="188456" y="45319"/>
                  </a:lnTo>
                  <a:lnTo>
                    <a:pt x="239185" y="28927"/>
                  </a:lnTo>
                  <a:lnTo>
                    <a:pt x="295433" y="17038"/>
                  </a:lnTo>
                  <a:lnTo>
                    <a:pt x="357201" y="9651"/>
                  </a:lnTo>
                  <a:lnTo>
                    <a:pt x="418362" y="5848"/>
                  </a:lnTo>
                  <a:lnTo>
                    <a:pt x="474659" y="6963"/>
                  </a:lnTo>
                  <a:lnTo>
                    <a:pt x="526093" y="12998"/>
                  </a:lnTo>
                  <a:lnTo>
                    <a:pt x="572664" y="23952"/>
                  </a:lnTo>
                  <a:lnTo>
                    <a:pt x="614371" y="39824"/>
                  </a:lnTo>
                  <a:lnTo>
                    <a:pt x="651214" y="60615"/>
                  </a:lnTo>
                  <a:lnTo>
                    <a:pt x="683194" y="86325"/>
                  </a:lnTo>
                  <a:lnTo>
                    <a:pt x="710311" y="116953"/>
                  </a:lnTo>
                  <a:lnTo>
                    <a:pt x="732563" y="152501"/>
                  </a:lnTo>
                  <a:lnTo>
                    <a:pt x="710311" y="116524"/>
                  </a:lnTo>
                  <a:lnTo>
                    <a:pt x="683194" y="85379"/>
                  </a:lnTo>
                  <a:lnTo>
                    <a:pt x="651214" y="59068"/>
                  </a:lnTo>
                  <a:lnTo>
                    <a:pt x="614371" y="37589"/>
                  </a:lnTo>
                  <a:lnTo>
                    <a:pt x="572664" y="20942"/>
                  </a:lnTo>
                  <a:lnTo>
                    <a:pt x="526093" y="9129"/>
                  </a:lnTo>
                  <a:lnTo>
                    <a:pt x="474659" y="2148"/>
                  </a:lnTo>
                  <a:lnTo>
                    <a:pt x="418362" y="0"/>
                  </a:lnTo>
                  <a:lnTo>
                    <a:pt x="357201" y="2684"/>
                  </a:lnTo>
                  <a:lnTo>
                    <a:pt x="295433" y="11276"/>
                  </a:lnTo>
                  <a:lnTo>
                    <a:pt x="239185" y="24262"/>
                  </a:lnTo>
                  <a:lnTo>
                    <a:pt x="188456" y="41644"/>
                  </a:lnTo>
                  <a:lnTo>
                    <a:pt x="143248" y="63420"/>
                  </a:lnTo>
                  <a:lnTo>
                    <a:pt x="103559" y="89592"/>
                  </a:lnTo>
                  <a:lnTo>
                    <a:pt x="69389" y="120158"/>
                  </a:lnTo>
                  <a:lnTo>
                    <a:pt x="40740" y="155119"/>
                  </a:lnTo>
                  <a:lnTo>
                    <a:pt x="17610" y="194475"/>
                  </a:lnTo>
                  <a:lnTo>
                    <a:pt x="0" y="23822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>
              <a:extLst>
                <a:ext uri="{FF2B5EF4-FFF2-40B4-BE49-F238E27FC236}">
                  <a16:creationId xmlns:a16="http://schemas.microsoft.com/office/drawing/2014/main" id="{7585BA4A-2F6B-64E6-F7E3-87A2E57B9F30}"/>
                </a:ext>
              </a:extLst>
            </p:cNvPr>
            <p:cNvSpPr/>
            <p:nvPr/>
          </p:nvSpPr>
          <p:spPr>
            <a:xfrm>
              <a:off x="4212323" y="6016930"/>
              <a:ext cx="1659889" cy="377825"/>
            </a:xfrm>
            <a:custGeom>
              <a:avLst/>
              <a:gdLst/>
              <a:ahLst/>
              <a:cxnLst/>
              <a:rect l="l" t="t" r="r" b="b"/>
              <a:pathLst>
                <a:path w="1659889" h="377825">
                  <a:moveTo>
                    <a:pt x="0" y="377597"/>
                  </a:moveTo>
                  <a:lnTo>
                    <a:pt x="36748" y="324935"/>
                  </a:lnTo>
                  <a:lnTo>
                    <a:pt x="68097" y="298578"/>
                  </a:lnTo>
                  <a:lnTo>
                    <a:pt x="108095" y="272202"/>
                  </a:lnTo>
                  <a:lnTo>
                    <a:pt x="156744" y="245808"/>
                  </a:lnTo>
                  <a:lnTo>
                    <a:pt x="214042" y="219397"/>
                  </a:lnTo>
                  <a:lnTo>
                    <a:pt x="279990" y="192967"/>
                  </a:lnTo>
                  <a:lnTo>
                    <a:pt x="320814" y="178111"/>
                  </a:lnTo>
                  <a:lnTo>
                    <a:pt x="363163" y="163688"/>
                  </a:lnTo>
                  <a:lnTo>
                    <a:pt x="407036" y="149697"/>
                  </a:lnTo>
                  <a:lnTo>
                    <a:pt x="452434" y="136139"/>
                  </a:lnTo>
                  <a:lnTo>
                    <a:pt x="499356" y="123013"/>
                  </a:lnTo>
                  <a:lnTo>
                    <a:pt x="547803" y="110321"/>
                  </a:lnTo>
                  <a:lnTo>
                    <a:pt x="597775" y="98060"/>
                  </a:lnTo>
                  <a:lnTo>
                    <a:pt x="649271" y="86233"/>
                  </a:lnTo>
                  <a:lnTo>
                    <a:pt x="702291" y="74838"/>
                  </a:lnTo>
                  <a:lnTo>
                    <a:pt x="756836" y="63876"/>
                  </a:lnTo>
                  <a:lnTo>
                    <a:pt x="812906" y="53346"/>
                  </a:lnTo>
                  <a:lnTo>
                    <a:pt x="867893" y="44150"/>
                  </a:lnTo>
                  <a:lnTo>
                    <a:pt x="921725" y="35823"/>
                  </a:lnTo>
                  <a:lnTo>
                    <a:pt x="974402" y="28365"/>
                  </a:lnTo>
                  <a:lnTo>
                    <a:pt x="1025923" y="21776"/>
                  </a:lnTo>
                  <a:lnTo>
                    <a:pt x="1076290" y="16057"/>
                  </a:lnTo>
                  <a:lnTo>
                    <a:pt x="1125502" y="11208"/>
                  </a:lnTo>
                  <a:lnTo>
                    <a:pt x="1173559" y="7227"/>
                  </a:lnTo>
                  <a:lnTo>
                    <a:pt x="1220461" y="4116"/>
                  </a:lnTo>
                  <a:lnTo>
                    <a:pt x="1266208" y="1875"/>
                  </a:lnTo>
                  <a:lnTo>
                    <a:pt x="1310800" y="502"/>
                  </a:lnTo>
                  <a:lnTo>
                    <a:pt x="1354237" y="0"/>
                  </a:lnTo>
                  <a:lnTo>
                    <a:pt x="1433454" y="1644"/>
                  </a:lnTo>
                  <a:lnTo>
                    <a:pt x="1501333" y="6850"/>
                  </a:lnTo>
                  <a:lnTo>
                    <a:pt x="1557874" y="15615"/>
                  </a:lnTo>
                  <a:lnTo>
                    <a:pt x="1603078" y="27941"/>
                  </a:lnTo>
                  <a:lnTo>
                    <a:pt x="1659472" y="63272"/>
                  </a:lnTo>
                  <a:lnTo>
                    <a:pt x="1636944" y="44020"/>
                  </a:lnTo>
                  <a:lnTo>
                    <a:pt x="1603078" y="28426"/>
                  </a:lnTo>
                  <a:lnTo>
                    <a:pt x="1557874" y="16490"/>
                  </a:lnTo>
                  <a:lnTo>
                    <a:pt x="1501333" y="8211"/>
                  </a:lnTo>
                  <a:lnTo>
                    <a:pt x="1433454" y="3590"/>
                  </a:lnTo>
                  <a:lnTo>
                    <a:pt x="1354237" y="2627"/>
                  </a:lnTo>
                  <a:lnTo>
                    <a:pt x="1310800" y="3502"/>
                  </a:lnTo>
                  <a:lnTo>
                    <a:pt x="1266208" y="5251"/>
                  </a:lnTo>
                  <a:lnTo>
                    <a:pt x="1220461" y="7874"/>
                  </a:lnTo>
                  <a:lnTo>
                    <a:pt x="1173559" y="11372"/>
                  </a:lnTo>
                  <a:lnTo>
                    <a:pt x="1125502" y="15745"/>
                  </a:lnTo>
                  <a:lnTo>
                    <a:pt x="1076290" y="20992"/>
                  </a:lnTo>
                  <a:lnTo>
                    <a:pt x="1025923" y="27114"/>
                  </a:lnTo>
                  <a:lnTo>
                    <a:pt x="974402" y="34110"/>
                  </a:lnTo>
                  <a:lnTo>
                    <a:pt x="921725" y="41980"/>
                  </a:lnTo>
                  <a:lnTo>
                    <a:pt x="867893" y="50726"/>
                  </a:lnTo>
                  <a:lnTo>
                    <a:pt x="756836" y="70392"/>
                  </a:lnTo>
                  <a:lnTo>
                    <a:pt x="702291" y="80885"/>
                  </a:lnTo>
                  <a:lnTo>
                    <a:pt x="649271" y="91823"/>
                  </a:lnTo>
                  <a:lnTo>
                    <a:pt x="597775" y="103207"/>
                  </a:lnTo>
                  <a:lnTo>
                    <a:pt x="547803" y="115037"/>
                  </a:lnTo>
                  <a:lnTo>
                    <a:pt x="499356" y="127313"/>
                  </a:lnTo>
                  <a:lnTo>
                    <a:pt x="452434" y="140034"/>
                  </a:lnTo>
                  <a:lnTo>
                    <a:pt x="407036" y="153201"/>
                  </a:lnTo>
                  <a:lnTo>
                    <a:pt x="363163" y="166814"/>
                  </a:lnTo>
                  <a:lnTo>
                    <a:pt x="320814" y="180873"/>
                  </a:lnTo>
                  <a:lnTo>
                    <a:pt x="279990" y="195378"/>
                  </a:lnTo>
                  <a:lnTo>
                    <a:pt x="214042" y="221240"/>
                  </a:lnTo>
                  <a:lnTo>
                    <a:pt x="156744" y="247158"/>
                  </a:lnTo>
                  <a:lnTo>
                    <a:pt x="108095" y="273133"/>
                  </a:lnTo>
                  <a:lnTo>
                    <a:pt x="68097" y="299164"/>
                  </a:lnTo>
                  <a:lnTo>
                    <a:pt x="36748" y="325252"/>
                  </a:lnTo>
                  <a:lnTo>
                    <a:pt x="14049" y="351396"/>
                  </a:lnTo>
                  <a:lnTo>
                    <a:pt x="0" y="3775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>
              <a:extLst>
                <a:ext uri="{FF2B5EF4-FFF2-40B4-BE49-F238E27FC236}">
                  <a16:creationId xmlns:a16="http://schemas.microsoft.com/office/drawing/2014/main" id="{1CCB8B43-2D40-E789-392B-692A1DAFE5D6}"/>
                </a:ext>
              </a:extLst>
            </p:cNvPr>
            <p:cNvSpPr/>
            <p:nvPr/>
          </p:nvSpPr>
          <p:spPr>
            <a:xfrm>
              <a:off x="4212323" y="6016930"/>
              <a:ext cx="1659889" cy="377825"/>
            </a:xfrm>
            <a:custGeom>
              <a:avLst/>
              <a:gdLst/>
              <a:ahLst/>
              <a:cxnLst/>
              <a:rect l="l" t="t" r="r" b="b"/>
              <a:pathLst>
                <a:path w="1659889" h="377825">
                  <a:moveTo>
                    <a:pt x="0" y="377597"/>
                  </a:moveTo>
                  <a:lnTo>
                    <a:pt x="36748" y="325252"/>
                  </a:lnTo>
                  <a:lnTo>
                    <a:pt x="68097" y="299164"/>
                  </a:lnTo>
                  <a:lnTo>
                    <a:pt x="108095" y="273133"/>
                  </a:lnTo>
                  <a:lnTo>
                    <a:pt x="156744" y="247158"/>
                  </a:lnTo>
                  <a:lnTo>
                    <a:pt x="214042" y="221240"/>
                  </a:lnTo>
                  <a:lnTo>
                    <a:pt x="279990" y="195378"/>
                  </a:lnTo>
                  <a:lnTo>
                    <a:pt x="320814" y="180873"/>
                  </a:lnTo>
                  <a:lnTo>
                    <a:pt x="363163" y="166814"/>
                  </a:lnTo>
                  <a:lnTo>
                    <a:pt x="407036" y="153201"/>
                  </a:lnTo>
                  <a:lnTo>
                    <a:pt x="452434" y="140034"/>
                  </a:lnTo>
                  <a:lnTo>
                    <a:pt x="499356" y="127313"/>
                  </a:lnTo>
                  <a:lnTo>
                    <a:pt x="547803" y="115037"/>
                  </a:lnTo>
                  <a:lnTo>
                    <a:pt x="597775" y="103207"/>
                  </a:lnTo>
                  <a:lnTo>
                    <a:pt x="649271" y="91823"/>
                  </a:lnTo>
                  <a:lnTo>
                    <a:pt x="702291" y="80885"/>
                  </a:lnTo>
                  <a:lnTo>
                    <a:pt x="756836" y="70392"/>
                  </a:lnTo>
                  <a:lnTo>
                    <a:pt x="812906" y="60345"/>
                  </a:lnTo>
                  <a:lnTo>
                    <a:pt x="867893" y="50726"/>
                  </a:lnTo>
                  <a:lnTo>
                    <a:pt x="921725" y="41980"/>
                  </a:lnTo>
                  <a:lnTo>
                    <a:pt x="974402" y="34110"/>
                  </a:lnTo>
                  <a:lnTo>
                    <a:pt x="1025923" y="27114"/>
                  </a:lnTo>
                  <a:lnTo>
                    <a:pt x="1076290" y="20992"/>
                  </a:lnTo>
                  <a:lnTo>
                    <a:pt x="1125502" y="15745"/>
                  </a:lnTo>
                  <a:lnTo>
                    <a:pt x="1173559" y="11372"/>
                  </a:lnTo>
                  <a:lnTo>
                    <a:pt x="1220461" y="7874"/>
                  </a:lnTo>
                  <a:lnTo>
                    <a:pt x="1266208" y="5251"/>
                  </a:lnTo>
                  <a:lnTo>
                    <a:pt x="1310800" y="3502"/>
                  </a:lnTo>
                  <a:lnTo>
                    <a:pt x="1354237" y="2627"/>
                  </a:lnTo>
                  <a:lnTo>
                    <a:pt x="1433454" y="3590"/>
                  </a:lnTo>
                  <a:lnTo>
                    <a:pt x="1501333" y="8211"/>
                  </a:lnTo>
                  <a:lnTo>
                    <a:pt x="1557874" y="16490"/>
                  </a:lnTo>
                  <a:lnTo>
                    <a:pt x="1603078" y="28426"/>
                  </a:lnTo>
                  <a:lnTo>
                    <a:pt x="1659472" y="63272"/>
                  </a:lnTo>
                  <a:lnTo>
                    <a:pt x="1636944" y="43826"/>
                  </a:lnTo>
                  <a:lnTo>
                    <a:pt x="1557874" y="15615"/>
                  </a:lnTo>
                  <a:lnTo>
                    <a:pt x="1501333" y="6850"/>
                  </a:lnTo>
                  <a:lnTo>
                    <a:pt x="1433454" y="1644"/>
                  </a:lnTo>
                  <a:lnTo>
                    <a:pt x="1354237" y="0"/>
                  </a:lnTo>
                  <a:lnTo>
                    <a:pt x="1310800" y="502"/>
                  </a:lnTo>
                  <a:lnTo>
                    <a:pt x="1266208" y="1875"/>
                  </a:lnTo>
                  <a:lnTo>
                    <a:pt x="1220461" y="4116"/>
                  </a:lnTo>
                  <a:lnTo>
                    <a:pt x="1173559" y="7227"/>
                  </a:lnTo>
                  <a:lnTo>
                    <a:pt x="1125502" y="11208"/>
                  </a:lnTo>
                  <a:lnTo>
                    <a:pt x="1076290" y="16057"/>
                  </a:lnTo>
                  <a:lnTo>
                    <a:pt x="1025923" y="21776"/>
                  </a:lnTo>
                  <a:lnTo>
                    <a:pt x="974402" y="28365"/>
                  </a:lnTo>
                  <a:lnTo>
                    <a:pt x="921725" y="35823"/>
                  </a:lnTo>
                  <a:lnTo>
                    <a:pt x="867893" y="44150"/>
                  </a:lnTo>
                  <a:lnTo>
                    <a:pt x="812906" y="53346"/>
                  </a:lnTo>
                  <a:lnTo>
                    <a:pt x="756836" y="63876"/>
                  </a:lnTo>
                  <a:lnTo>
                    <a:pt x="702291" y="74838"/>
                  </a:lnTo>
                  <a:lnTo>
                    <a:pt x="649271" y="86233"/>
                  </a:lnTo>
                  <a:lnTo>
                    <a:pt x="597775" y="98060"/>
                  </a:lnTo>
                  <a:lnTo>
                    <a:pt x="547803" y="110321"/>
                  </a:lnTo>
                  <a:lnTo>
                    <a:pt x="499356" y="123013"/>
                  </a:lnTo>
                  <a:lnTo>
                    <a:pt x="452434" y="136139"/>
                  </a:lnTo>
                  <a:lnTo>
                    <a:pt x="407036" y="149697"/>
                  </a:lnTo>
                  <a:lnTo>
                    <a:pt x="363163" y="163688"/>
                  </a:lnTo>
                  <a:lnTo>
                    <a:pt x="320814" y="178111"/>
                  </a:lnTo>
                  <a:lnTo>
                    <a:pt x="279990" y="192967"/>
                  </a:lnTo>
                  <a:lnTo>
                    <a:pt x="214042" y="219397"/>
                  </a:lnTo>
                  <a:lnTo>
                    <a:pt x="156744" y="245808"/>
                  </a:lnTo>
                  <a:lnTo>
                    <a:pt x="108095" y="272202"/>
                  </a:lnTo>
                  <a:lnTo>
                    <a:pt x="68097" y="298578"/>
                  </a:lnTo>
                  <a:lnTo>
                    <a:pt x="36748" y="324935"/>
                  </a:lnTo>
                  <a:lnTo>
                    <a:pt x="14049" y="351275"/>
                  </a:lnTo>
                  <a:lnTo>
                    <a:pt x="0" y="37759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>
              <a:extLst>
                <a:ext uri="{FF2B5EF4-FFF2-40B4-BE49-F238E27FC236}">
                  <a16:creationId xmlns:a16="http://schemas.microsoft.com/office/drawing/2014/main" id="{9FD0CD79-94D0-55C0-3A90-2D0F31ABF2CE}"/>
                </a:ext>
              </a:extLst>
            </p:cNvPr>
            <p:cNvSpPr/>
            <p:nvPr/>
          </p:nvSpPr>
          <p:spPr>
            <a:xfrm>
              <a:off x="6432342" y="6023053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>
              <a:extLst>
                <a:ext uri="{FF2B5EF4-FFF2-40B4-BE49-F238E27FC236}">
                  <a16:creationId xmlns:a16="http://schemas.microsoft.com/office/drawing/2014/main" id="{2F081F41-8491-9ABF-AE2B-C9EB480AF3C9}"/>
                </a:ext>
              </a:extLst>
            </p:cNvPr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052057" y="6023053"/>
              <a:ext cx="144238" cy="82010"/>
            </a:xfrm>
            <a:prstGeom prst="rect">
              <a:avLst/>
            </a:prstGeom>
          </p:spPr>
        </p:pic>
        <p:sp>
          <p:nvSpPr>
            <p:cNvPr id="129" name="object 129">
              <a:extLst>
                <a:ext uri="{FF2B5EF4-FFF2-40B4-BE49-F238E27FC236}">
                  <a16:creationId xmlns:a16="http://schemas.microsoft.com/office/drawing/2014/main" id="{3F063D19-D6E6-6EFD-6A58-B43E06072DD1}"/>
                </a:ext>
              </a:extLst>
            </p:cNvPr>
            <p:cNvSpPr/>
            <p:nvPr/>
          </p:nvSpPr>
          <p:spPr>
            <a:xfrm>
              <a:off x="6247096" y="6023053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>
                  <a:moveTo>
                    <a:pt x="0" y="0"/>
                  </a:moveTo>
                  <a:lnTo>
                    <a:pt x="38100" y="0"/>
                  </a:lnTo>
                </a:path>
                <a:path w="127000">
                  <a:moveTo>
                    <a:pt x="88900" y="0"/>
                  </a:moveTo>
                  <a:lnTo>
                    <a:pt x="12700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>
              <a:extLst>
                <a:ext uri="{FF2B5EF4-FFF2-40B4-BE49-F238E27FC236}">
                  <a16:creationId xmlns:a16="http://schemas.microsoft.com/office/drawing/2014/main" id="{ABAC6C4A-914A-FE08-ABDF-53837224F4C3}"/>
                </a:ext>
              </a:extLst>
            </p:cNvPr>
            <p:cNvSpPr/>
            <p:nvPr/>
          </p:nvSpPr>
          <p:spPr>
            <a:xfrm>
              <a:off x="854900" y="6981303"/>
              <a:ext cx="137160" cy="46990"/>
            </a:xfrm>
            <a:custGeom>
              <a:avLst/>
              <a:gdLst/>
              <a:ahLst/>
              <a:cxnLst/>
              <a:rect l="l" t="t" r="r" b="b"/>
              <a:pathLst>
                <a:path w="137159" h="46990">
                  <a:moveTo>
                    <a:pt x="137160" y="46446"/>
                  </a:moveTo>
                  <a:lnTo>
                    <a:pt x="106863" y="16536"/>
                  </a:lnTo>
                  <a:lnTo>
                    <a:pt x="73904" y="3017"/>
                  </a:lnTo>
                  <a:lnTo>
                    <a:pt x="38283" y="5888"/>
                  </a:lnTo>
                  <a:lnTo>
                    <a:pt x="0" y="25150"/>
                  </a:lnTo>
                  <a:lnTo>
                    <a:pt x="38283" y="3625"/>
                  </a:lnTo>
                  <a:lnTo>
                    <a:pt x="73904" y="0"/>
                  </a:lnTo>
                  <a:lnTo>
                    <a:pt x="106863" y="14273"/>
                  </a:lnTo>
                  <a:lnTo>
                    <a:pt x="137160" y="464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>
              <a:extLst>
                <a:ext uri="{FF2B5EF4-FFF2-40B4-BE49-F238E27FC236}">
                  <a16:creationId xmlns:a16="http://schemas.microsoft.com/office/drawing/2014/main" id="{C2FF0AC8-50FF-CB1B-08BE-5903D180EEBA}"/>
                </a:ext>
              </a:extLst>
            </p:cNvPr>
            <p:cNvSpPr/>
            <p:nvPr/>
          </p:nvSpPr>
          <p:spPr>
            <a:xfrm>
              <a:off x="854900" y="6981303"/>
              <a:ext cx="137160" cy="46990"/>
            </a:xfrm>
            <a:custGeom>
              <a:avLst/>
              <a:gdLst/>
              <a:ahLst/>
              <a:cxnLst/>
              <a:rect l="l" t="t" r="r" b="b"/>
              <a:pathLst>
                <a:path w="137159" h="46990">
                  <a:moveTo>
                    <a:pt x="0" y="25150"/>
                  </a:moveTo>
                  <a:lnTo>
                    <a:pt x="38283" y="5888"/>
                  </a:lnTo>
                  <a:lnTo>
                    <a:pt x="73904" y="3017"/>
                  </a:lnTo>
                  <a:lnTo>
                    <a:pt x="106863" y="16536"/>
                  </a:lnTo>
                  <a:lnTo>
                    <a:pt x="137160" y="46446"/>
                  </a:lnTo>
                  <a:lnTo>
                    <a:pt x="106863" y="14273"/>
                  </a:lnTo>
                  <a:lnTo>
                    <a:pt x="73904" y="0"/>
                  </a:lnTo>
                  <a:lnTo>
                    <a:pt x="38283" y="3625"/>
                  </a:lnTo>
                  <a:lnTo>
                    <a:pt x="0" y="2515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2" name="object 132">
            <a:extLst>
              <a:ext uri="{FF2B5EF4-FFF2-40B4-BE49-F238E27FC236}">
                <a16:creationId xmlns:a16="http://schemas.microsoft.com/office/drawing/2014/main" id="{2CF4574B-2A46-F846-3F43-0EA7B3F61C6E}"/>
              </a:ext>
            </a:extLst>
          </p:cNvPr>
          <p:cNvSpPr txBox="1"/>
          <p:nvPr/>
        </p:nvSpPr>
        <p:spPr>
          <a:xfrm>
            <a:off x="5235897" y="5848428"/>
            <a:ext cx="16700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0" dirty="0">
                <a:latin typeface="Bauer Bodoni Std" panose="02070603080706020303" pitchFamily="18" charset="77"/>
                <a:cs typeface="Georgia"/>
              </a:rPr>
              <a:t>rit.</a:t>
            </a:r>
            <a:endParaRPr sz="800" dirty="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133" name="object 133">
            <a:extLst>
              <a:ext uri="{FF2B5EF4-FFF2-40B4-BE49-F238E27FC236}">
                <a16:creationId xmlns:a16="http://schemas.microsoft.com/office/drawing/2014/main" id="{9AB77086-B05D-527E-174D-DF8E75EF3B7F}"/>
              </a:ext>
            </a:extLst>
          </p:cNvPr>
          <p:cNvSpPr/>
          <p:nvPr/>
        </p:nvSpPr>
        <p:spPr>
          <a:xfrm>
            <a:off x="54404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>
            <a:extLst>
              <a:ext uri="{FF2B5EF4-FFF2-40B4-BE49-F238E27FC236}">
                <a16:creationId xmlns:a16="http://schemas.microsoft.com/office/drawing/2014/main" id="{912D5AF5-38EB-FE69-A125-71A3C5FB7786}"/>
              </a:ext>
            </a:extLst>
          </p:cNvPr>
          <p:cNvSpPr/>
          <p:nvPr/>
        </p:nvSpPr>
        <p:spPr>
          <a:xfrm>
            <a:off x="55293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>
            <a:extLst>
              <a:ext uri="{FF2B5EF4-FFF2-40B4-BE49-F238E27FC236}">
                <a16:creationId xmlns:a16="http://schemas.microsoft.com/office/drawing/2014/main" id="{FED1F77B-E33A-E1B1-7FF2-1CEC05BF3572}"/>
              </a:ext>
            </a:extLst>
          </p:cNvPr>
          <p:cNvSpPr/>
          <p:nvPr/>
        </p:nvSpPr>
        <p:spPr>
          <a:xfrm>
            <a:off x="56182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>
            <a:extLst>
              <a:ext uri="{FF2B5EF4-FFF2-40B4-BE49-F238E27FC236}">
                <a16:creationId xmlns:a16="http://schemas.microsoft.com/office/drawing/2014/main" id="{866F0745-7421-3279-3AF0-DF2230AAD864}"/>
              </a:ext>
            </a:extLst>
          </p:cNvPr>
          <p:cNvSpPr/>
          <p:nvPr/>
        </p:nvSpPr>
        <p:spPr>
          <a:xfrm>
            <a:off x="57071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>
            <a:extLst>
              <a:ext uri="{FF2B5EF4-FFF2-40B4-BE49-F238E27FC236}">
                <a16:creationId xmlns:a16="http://schemas.microsoft.com/office/drawing/2014/main" id="{2C709427-5F4F-6AB9-133D-6B6D7EE183A0}"/>
              </a:ext>
            </a:extLst>
          </p:cNvPr>
          <p:cNvSpPr/>
          <p:nvPr/>
        </p:nvSpPr>
        <p:spPr>
          <a:xfrm>
            <a:off x="57960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>
            <a:extLst>
              <a:ext uri="{FF2B5EF4-FFF2-40B4-BE49-F238E27FC236}">
                <a16:creationId xmlns:a16="http://schemas.microsoft.com/office/drawing/2014/main" id="{C7A2A3FB-3FFB-35A3-88FC-FC3CDE1A75AC}"/>
              </a:ext>
            </a:extLst>
          </p:cNvPr>
          <p:cNvSpPr/>
          <p:nvPr/>
        </p:nvSpPr>
        <p:spPr>
          <a:xfrm>
            <a:off x="58849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>
            <a:extLst>
              <a:ext uri="{FF2B5EF4-FFF2-40B4-BE49-F238E27FC236}">
                <a16:creationId xmlns:a16="http://schemas.microsoft.com/office/drawing/2014/main" id="{9CA0CB66-95C6-992F-8C95-E45A72BDE08C}"/>
              </a:ext>
            </a:extLst>
          </p:cNvPr>
          <p:cNvSpPr/>
          <p:nvPr/>
        </p:nvSpPr>
        <p:spPr>
          <a:xfrm>
            <a:off x="59738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>
            <a:extLst>
              <a:ext uri="{FF2B5EF4-FFF2-40B4-BE49-F238E27FC236}">
                <a16:creationId xmlns:a16="http://schemas.microsoft.com/office/drawing/2014/main" id="{0E1DDFFA-30BC-6B7F-95C1-17730ECDDFDC}"/>
              </a:ext>
            </a:extLst>
          </p:cNvPr>
          <p:cNvSpPr/>
          <p:nvPr/>
        </p:nvSpPr>
        <p:spPr>
          <a:xfrm>
            <a:off x="60627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>
            <a:extLst>
              <a:ext uri="{FF2B5EF4-FFF2-40B4-BE49-F238E27FC236}">
                <a16:creationId xmlns:a16="http://schemas.microsoft.com/office/drawing/2014/main" id="{1A17A97E-9A8E-3058-E631-7D2A09EBD394}"/>
              </a:ext>
            </a:extLst>
          </p:cNvPr>
          <p:cNvSpPr/>
          <p:nvPr/>
        </p:nvSpPr>
        <p:spPr>
          <a:xfrm>
            <a:off x="61516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>
            <a:extLst>
              <a:ext uri="{FF2B5EF4-FFF2-40B4-BE49-F238E27FC236}">
                <a16:creationId xmlns:a16="http://schemas.microsoft.com/office/drawing/2014/main" id="{1D6A653E-7DE2-37CD-AC61-9C10F1487F0A}"/>
              </a:ext>
            </a:extLst>
          </p:cNvPr>
          <p:cNvSpPr/>
          <p:nvPr/>
        </p:nvSpPr>
        <p:spPr>
          <a:xfrm>
            <a:off x="62405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>
            <a:extLst>
              <a:ext uri="{FF2B5EF4-FFF2-40B4-BE49-F238E27FC236}">
                <a16:creationId xmlns:a16="http://schemas.microsoft.com/office/drawing/2014/main" id="{57C5CCB4-A03A-4206-00D0-14AE5E6F81E2}"/>
              </a:ext>
            </a:extLst>
          </p:cNvPr>
          <p:cNvSpPr/>
          <p:nvPr/>
        </p:nvSpPr>
        <p:spPr>
          <a:xfrm>
            <a:off x="63294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>
            <a:extLst>
              <a:ext uri="{FF2B5EF4-FFF2-40B4-BE49-F238E27FC236}">
                <a16:creationId xmlns:a16="http://schemas.microsoft.com/office/drawing/2014/main" id="{97C03DC9-03F7-CA43-7970-28F616F2BDB5}"/>
              </a:ext>
            </a:extLst>
          </p:cNvPr>
          <p:cNvSpPr/>
          <p:nvPr/>
        </p:nvSpPr>
        <p:spPr>
          <a:xfrm>
            <a:off x="64183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5" name="object 145">
            <a:extLst>
              <a:ext uri="{FF2B5EF4-FFF2-40B4-BE49-F238E27FC236}">
                <a16:creationId xmlns:a16="http://schemas.microsoft.com/office/drawing/2014/main" id="{8BD02BFF-23ED-BEB3-B603-6EC95B84EFF2}"/>
              </a:ext>
            </a:extLst>
          </p:cNvPr>
          <p:cNvGrpSpPr/>
          <p:nvPr/>
        </p:nvGrpSpPr>
        <p:grpSpPr>
          <a:xfrm>
            <a:off x="179387" y="8107946"/>
            <a:ext cx="7101840" cy="1816100"/>
            <a:chOff x="179387" y="8107946"/>
            <a:chExt cx="7101840" cy="1816100"/>
          </a:xfrm>
        </p:grpSpPr>
        <p:sp>
          <p:nvSpPr>
            <p:cNvPr id="146" name="object 146">
              <a:extLst>
                <a:ext uri="{FF2B5EF4-FFF2-40B4-BE49-F238E27FC236}">
                  <a16:creationId xmlns:a16="http://schemas.microsoft.com/office/drawing/2014/main" id="{695E4E26-A88F-C9C6-DF53-2D03D2EAE8F8}"/>
                </a:ext>
              </a:extLst>
            </p:cNvPr>
            <p:cNvSpPr/>
            <p:nvPr/>
          </p:nvSpPr>
          <p:spPr>
            <a:xfrm>
              <a:off x="179387" y="8284740"/>
              <a:ext cx="634365" cy="1325880"/>
            </a:xfrm>
            <a:custGeom>
              <a:avLst/>
              <a:gdLst/>
              <a:ahLst/>
              <a:cxnLst/>
              <a:rect l="l" t="t" r="r" b="b"/>
              <a:pathLst>
                <a:path w="634365" h="1325879">
                  <a:moveTo>
                    <a:pt x="68859" y="76238"/>
                  </a:moveTo>
                  <a:lnTo>
                    <a:pt x="46570" y="125310"/>
                  </a:lnTo>
                  <a:lnTo>
                    <a:pt x="28994" y="174536"/>
                  </a:lnTo>
                  <a:lnTo>
                    <a:pt x="14046" y="237451"/>
                  </a:lnTo>
                  <a:lnTo>
                    <a:pt x="7048" y="294398"/>
                  </a:lnTo>
                  <a:lnTo>
                    <a:pt x="6286" y="320840"/>
                  </a:lnTo>
                  <a:lnTo>
                    <a:pt x="7175" y="346925"/>
                  </a:lnTo>
                  <a:lnTo>
                    <a:pt x="8991" y="372910"/>
                  </a:lnTo>
                  <a:lnTo>
                    <a:pt x="11747" y="398805"/>
                  </a:lnTo>
                  <a:lnTo>
                    <a:pt x="15430" y="424599"/>
                  </a:lnTo>
                  <a:lnTo>
                    <a:pt x="35039" y="536765"/>
                  </a:lnTo>
                  <a:lnTo>
                    <a:pt x="37287" y="551395"/>
                  </a:lnTo>
                  <a:lnTo>
                    <a:pt x="39039" y="565238"/>
                  </a:lnTo>
                  <a:lnTo>
                    <a:pt x="40284" y="578307"/>
                  </a:lnTo>
                  <a:lnTo>
                    <a:pt x="41148" y="597420"/>
                  </a:lnTo>
                  <a:lnTo>
                    <a:pt x="40284" y="613029"/>
                  </a:lnTo>
                  <a:lnTo>
                    <a:pt x="29425" y="655942"/>
                  </a:lnTo>
                  <a:lnTo>
                    <a:pt x="8686" y="689584"/>
                  </a:lnTo>
                  <a:lnTo>
                    <a:pt x="0" y="698855"/>
                  </a:lnTo>
                  <a:lnTo>
                    <a:pt x="0" y="703529"/>
                  </a:lnTo>
                  <a:lnTo>
                    <a:pt x="23406" y="736307"/>
                  </a:lnTo>
                  <a:lnTo>
                    <a:pt x="37465" y="774319"/>
                  </a:lnTo>
                  <a:lnTo>
                    <a:pt x="41148" y="808088"/>
                  </a:lnTo>
                  <a:lnTo>
                    <a:pt x="40474" y="824534"/>
                  </a:lnTo>
                  <a:lnTo>
                    <a:pt x="38785" y="842708"/>
                  </a:lnTo>
                  <a:lnTo>
                    <a:pt x="36055" y="862571"/>
                  </a:lnTo>
                  <a:lnTo>
                    <a:pt x="15430" y="980516"/>
                  </a:lnTo>
                  <a:lnTo>
                    <a:pt x="11747" y="1006449"/>
                  </a:lnTo>
                  <a:lnTo>
                    <a:pt x="8991" y="1032395"/>
                  </a:lnTo>
                  <a:lnTo>
                    <a:pt x="7175" y="1058341"/>
                  </a:lnTo>
                  <a:lnTo>
                    <a:pt x="6286" y="1084287"/>
                  </a:lnTo>
                  <a:lnTo>
                    <a:pt x="7048" y="1110691"/>
                  </a:lnTo>
                  <a:lnTo>
                    <a:pt x="14046" y="1167447"/>
                  </a:lnTo>
                  <a:lnTo>
                    <a:pt x="28676" y="1229067"/>
                  </a:lnTo>
                  <a:lnTo>
                    <a:pt x="52959" y="1293037"/>
                  </a:lnTo>
                  <a:lnTo>
                    <a:pt x="68859" y="1325765"/>
                  </a:lnTo>
                  <a:lnTo>
                    <a:pt x="68859" y="1321473"/>
                  </a:lnTo>
                  <a:lnTo>
                    <a:pt x="60032" y="1300251"/>
                  </a:lnTo>
                  <a:lnTo>
                    <a:pt x="52146" y="1279144"/>
                  </a:lnTo>
                  <a:lnTo>
                    <a:pt x="39141" y="1237208"/>
                  </a:lnTo>
                  <a:lnTo>
                    <a:pt x="31140" y="1193419"/>
                  </a:lnTo>
                  <a:lnTo>
                    <a:pt x="29425" y="1145527"/>
                  </a:lnTo>
                  <a:lnTo>
                    <a:pt x="30886" y="1121803"/>
                  </a:lnTo>
                  <a:lnTo>
                    <a:pt x="33286" y="1097838"/>
                  </a:lnTo>
                  <a:lnTo>
                    <a:pt x="36601" y="1073632"/>
                  </a:lnTo>
                  <a:lnTo>
                    <a:pt x="40855" y="1049172"/>
                  </a:lnTo>
                  <a:lnTo>
                    <a:pt x="59143" y="954760"/>
                  </a:lnTo>
                  <a:lnTo>
                    <a:pt x="63068" y="932573"/>
                  </a:lnTo>
                  <a:lnTo>
                    <a:pt x="66001" y="911656"/>
                  </a:lnTo>
                  <a:lnTo>
                    <a:pt x="67932" y="892009"/>
                  </a:lnTo>
                  <a:lnTo>
                    <a:pt x="68859" y="873620"/>
                  </a:lnTo>
                  <a:lnTo>
                    <a:pt x="67983" y="843267"/>
                  </a:lnTo>
                  <a:lnTo>
                    <a:pt x="60121" y="792353"/>
                  </a:lnTo>
                  <a:lnTo>
                    <a:pt x="43878" y="753300"/>
                  </a:lnTo>
                  <a:lnTo>
                    <a:pt x="13335" y="712558"/>
                  </a:lnTo>
                  <a:lnTo>
                    <a:pt x="2286" y="701192"/>
                  </a:lnTo>
                  <a:lnTo>
                    <a:pt x="13335" y="690537"/>
                  </a:lnTo>
                  <a:lnTo>
                    <a:pt x="40284" y="657110"/>
                  </a:lnTo>
                  <a:lnTo>
                    <a:pt x="60121" y="612559"/>
                  </a:lnTo>
                  <a:lnTo>
                    <a:pt x="67983" y="562038"/>
                  </a:lnTo>
                  <a:lnTo>
                    <a:pt x="68859" y="531888"/>
                  </a:lnTo>
                  <a:lnTo>
                    <a:pt x="67932" y="513334"/>
                  </a:lnTo>
                  <a:lnTo>
                    <a:pt x="66001" y="493560"/>
                  </a:lnTo>
                  <a:lnTo>
                    <a:pt x="63068" y="472567"/>
                  </a:lnTo>
                  <a:lnTo>
                    <a:pt x="59143" y="450354"/>
                  </a:lnTo>
                  <a:lnTo>
                    <a:pt x="40284" y="353212"/>
                  </a:lnTo>
                  <a:lnTo>
                    <a:pt x="36283" y="329387"/>
                  </a:lnTo>
                  <a:lnTo>
                    <a:pt x="33147" y="305917"/>
                  </a:lnTo>
                  <a:lnTo>
                    <a:pt x="30848" y="282778"/>
                  </a:lnTo>
                  <a:lnTo>
                    <a:pt x="29425" y="259981"/>
                  </a:lnTo>
                  <a:lnTo>
                    <a:pt x="29502" y="235496"/>
                  </a:lnTo>
                  <a:lnTo>
                    <a:pt x="34353" y="189458"/>
                  </a:lnTo>
                  <a:lnTo>
                    <a:pt x="46139" y="143383"/>
                  </a:lnTo>
                  <a:lnTo>
                    <a:pt x="60426" y="102031"/>
                  </a:lnTo>
                  <a:lnTo>
                    <a:pt x="68859" y="80911"/>
                  </a:lnTo>
                  <a:lnTo>
                    <a:pt x="68859" y="76238"/>
                  </a:lnTo>
                  <a:close/>
                </a:path>
                <a:path w="634365" h="1325879">
                  <a:moveTo>
                    <a:pt x="634238" y="75057"/>
                  </a:moveTo>
                  <a:lnTo>
                    <a:pt x="239356" y="75057"/>
                  </a:lnTo>
                  <a:lnTo>
                    <a:pt x="240309" y="67348"/>
                  </a:lnTo>
                  <a:lnTo>
                    <a:pt x="239776" y="60363"/>
                  </a:lnTo>
                  <a:lnTo>
                    <a:pt x="230314" y="23126"/>
                  </a:lnTo>
                  <a:lnTo>
                    <a:pt x="230314" y="45250"/>
                  </a:lnTo>
                  <a:lnTo>
                    <a:pt x="230314" y="49060"/>
                  </a:lnTo>
                  <a:lnTo>
                    <a:pt x="229793" y="58813"/>
                  </a:lnTo>
                  <a:lnTo>
                    <a:pt x="227952" y="68351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85"/>
                  </a:lnTo>
                  <a:lnTo>
                    <a:pt x="192087" y="95161"/>
                  </a:lnTo>
                  <a:lnTo>
                    <a:pt x="191731" y="87922"/>
                  </a:lnTo>
                  <a:lnTo>
                    <a:pt x="191808" y="86779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63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50"/>
                  </a:lnTo>
                  <a:lnTo>
                    <a:pt x="230314" y="23126"/>
                  </a:lnTo>
                  <a:lnTo>
                    <a:pt x="230238" y="22910"/>
                  </a:lnTo>
                  <a:lnTo>
                    <a:pt x="227507" y="16383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29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54"/>
                  </a:lnTo>
                  <a:lnTo>
                    <a:pt x="129311" y="212382"/>
                  </a:lnTo>
                  <a:lnTo>
                    <a:pt x="128587" y="228511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21"/>
                  </a:lnTo>
                  <a:lnTo>
                    <a:pt x="186258" y="109982"/>
                  </a:lnTo>
                  <a:lnTo>
                    <a:pt x="189166" y="122491"/>
                  </a:lnTo>
                  <a:lnTo>
                    <a:pt x="189166" y="34429"/>
                  </a:lnTo>
                  <a:lnTo>
                    <a:pt x="186639" y="42722"/>
                  </a:lnTo>
                  <a:lnTo>
                    <a:pt x="184226" y="53136"/>
                  </a:lnTo>
                  <a:lnTo>
                    <a:pt x="182778" y="62865"/>
                  </a:lnTo>
                  <a:lnTo>
                    <a:pt x="182676" y="64985"/>
                  </a:lnTo>
                  <a:lnTo>
                    <a:pt x="182549" y="67348"/>
                  </a:lnTo>
                  <a:lnTo>
                    <a:pt x="182486" y="68351"/>
                  </a:lnTo>
                  <a:lnTo>
                    <a:pt x="182308" y="71920"/>
                  </a:lnTo>
                  <a:lnTo>
                    <a:pt x="182346" y="73063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324584"/>
                  </a:lnTo>
                  <a:lnTo>
                    <a:pt x="94449" y="1324584"/>
                  </a:lnTo>
                  <a:lnTo>
                    <a:pt x="94449" y="309372"/>
                  </a:lnTo>
                  <a:lnTo>
                    <a:pt x="225856" y="309372"/>
                  </a:lnTo>
                  <a:lnTo>
                    <a:pt x="231686" y="335953"/>
                  </a:lnTo>
                  <a:lnTo>
                    <a:pt x="233641" y="344716"/>
                  </a:lnTo>
                  <a:lnTo>
                    <a:pt x="233756" y="345859"/>
                  </a:lnTo>
                  <a:lnTo>
                    <a:pt x="234213" y="350240"/>
                  </a:lnTo>
                  <a:lnTo>
                    <a:pt x="234162" y="351663"/>
                  </a:lnTo>
                  <a:lnTo>
                    <a:pt x="234022" y="355384"/>
                  </a:lnTo>
                  <a:lnTo>
                    <a:pt x="233921" y="355955"/>
                  </a:lnTo>
                  <a:lnTo>
                    <a:pt x="231813" y="368439"/>
                  </a:lnTo>
                  <a:lnTo>
                    <a:pt x="225742" y="378460"/>
                  </a:lnTo>
                  <a:lnTo>
                    <a:pt x="215811" y="385445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97"/>
                  </a:lnTo>
                  <a:lnTo>
                    <a:pt x="181165" y="379387"/>
                  </a:lnTo>
                  <a:lnTo>
                    <a:pt x="185166" y="380339"/>
                  </a:lnTo>
                  <a:lnTo>
                    <a:pt x="188899" y="379387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33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84"/>
                  </a:lnTo>
                  <a:lnTo>
                    <a:pt x="204203" y="351193"/>
                  </a:lnTo>
                  <a:lnTo>
                    <a:pt x="201739" y="345859"/>
                  </a:lnTo>
                  <a:lnTo>
                    <a:pt x="197167" y="341668"/>
                  </a:lnTo>
                  <a:lnTo>
                    <a:pt x="192595" y="337286"/>
                  </a:lnTo>
                  <a:lnTo>
                    <a:pt x="187261" y="335381"/>
                  </a:lnTo>
                  <a:lnTo>
                    <a:pt x="181165" y="335953"/>
                  </a:lnTo>
                  <a:lnTo>
                    <a:pt x="174307" y="337096"/>
                  </a:lnTo>
                  <a:lnTo>
                    <a:pt x="168871" y="340423"/>
                  </a:lnTo>
                  <a:lnTo>
                    <a:pt x="164934" y="345859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60"/>
                  </a:lnTo>
                  <a:lnTo>
                    <a:pt x="194868" y="397103"/>
                  </a:lnTo>
                  <a:lnTo>
                    <a:pt x="202590" y="397103"/>
                  </a:lnTo>
                  <a:lnTo>
                    <a:pt x="219290" y="392607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33"/>
                  </a:lnTo>
                  <a:lnTo>
                    <a:pt x="241744" y="355955"/>
                  </a:lnTo>
                  <a:lnTo>
                    <a:pt x="241706" y="355384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634238" y="309372"/>
                  </a:lnTo>
                  <a:lnTo>
                    <a:pt x="634238" y="303657"/>
                  </a:lnTo>
                  <a:lnTo>
                    <a:pt x="232651" y="303657"/>
                  </a:lnTo>
                  <a:lnTo>
                    <a:pt x="232371" y="302234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54"/>
                  </a:lnTo>
                  <a:lnTo>
                    <a:pt x="243154" y="292227"/>
                  </a:lnTo>
                  <a:lnTo>
                    <a:pt x="267843" y="254889"/>
                  </a:lnTo>
                  <a:lnTo>
                    <a:pt x="268071" y="252222"/>
                  </a:lnTo>
                  <a:lnTo>
                    <a:pt x="634238" y="252222"/>
                  </a:lnTo>
                  <a:lnTo>
                    <a:pt x="634238" y="246507"/>
                  </a:lnTo>
                  <a:lnTo>
                    <a:pt x="268554" y="246507"/>
                  </a:lnTo>
                  <a:lnTo>
                    <a:pt x="268579" y="246214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89"/>
                  </a:lnTo>
                  <a:lnTo>
                    <a:pt x="251358" y="266090"/>
                  </a:lnTo>
                  <a:lnTo>
                    <a:pt x="247091" y="276517"/>
                  </a:lnTo>
                  <a:lnTo>
                    <a:pt x="240080" y="285229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72" y="303657"/>
                  </a:lnTo>
                  <a:lnTo>
                    <a:pt x="224307" y="302234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300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40"/>
                  </a:lnTo>
                  <a:lnTo>
                    <a:pt x="152590" y="283083"/>
                  </a:lnTo>
                  <a:lnTo>
                    <a:pt x="163601" y="292519"/>
                  </a:lnTo>
                  <a:lnTo>
                    <a:pt x="175806" y="299377"/>
                  </a:lnTo>
                  <a:lnTo>
                    <a:pt x="189179" y="303657"/>
                  </a:lnTo>
                  <a:lnTo>
                    <a:pt x="189179" y="295300"/>
                  </a:lnTo>
                  <a:lnTo>
                    <a:pt x="184442" y="294233"/>
                  </a:lnTo>
                  <a:lnTo>
                    <a:pt x="173913" y="289661"/>
                  </a:lnTo>
                  <a:lnTo>
                    <a:pt x="164299" y="283083"/>
                  </a:lnTo>
                  <a:lnTo>
                    <a:pt x="156375" y="274891"/>
                  </a:lnTo>
                  <a:lnTo>
                    <a:pt x="150583" y="265163"/>
                  </a:lnTo>
                  <a:lnTo>
                    <a:pt x="150495" y="264871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66" y="252222"/>
                  </a:lnTo>
                  <a:lnTo>
                    <a:pt x="176110" y="257175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56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95"/>
                  </a:lnTo>
                  <a:lnTo>
                    <a:pt x="190017" y="264871"/>
                  </a:lnTo>
                  <a:lnTo>
                    <a:pt x="186512" y="257962"/>
                  </a:lnTo>
                  <a:lnTo>
                    <a:pt x="185369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401"/>
                  </a:lnTo>
                  <a:lnTo>
                    <a:pt x="215163" y="217652"/>
                  </a:lnTo>
                  <a:lnTo>
                    <a:pt x="222681" y="218401"/>
                  </a:lnTo>
                  <a:lnTo>
                    <a:pt x="251612" y="246214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23"/>
                  </a:lnTo>
                  <a:lnTo>
                    <a:pt x="239598" y="195072"/>
                  </a:lnTo>
                  <a:lnTo>
                    <a:pt x="634238" y="195072"/>
                  </a:lnTo>
                  <a:lnTo>
                    <a:pt x="6342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17"/>
                  </a:lnTo>
                  <a:lnTo>
                    <a:pt x="187159" y="235940"/>
                  </a:lnTo>
                  <a:lnTo>
                    <a:pt x="191731" y="230225"/>
                  </a:lnTo>
                  <a:lnTo>
                    <a:pt x="196113" y="224510"/>
                  </a:lnTo>
                  <a:lnTo>
                    <a:pt x="201637" y="220599"/>
                  </a:lnTo>
                  <a:lnTo>
                    <a:pt x="208292" y="218516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04" y="153377"/>
                  </a:lnTo>
                  <a:lnTo>
                    <a:pt x="202704" y="189357"/>
                  </a:lnTo>
                  <a:lnTo>
                    <a:pt x="199237" y="189357"/>
                  </a:lnTo>
                  <a:lnTo>
                    <a:pt x="199237" y="195072"/>
                  </a:lnTo>
                  <a:lnTo>
                    <a:pt x="197129" y="196075"/>
                  </a:lnTo>
                  <a:lnTo>
                    <a:pt x="172262" y="229933"/>
                  </a:lnTo>
                  <a:lnTo>
                    <a:pt x="172237" y="230225"/>
                  </a:lnTo>
                  <a:lnTo>
                    <a:pt x="171450" y="237083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62" y="246507"/>
                  </a:lnTo>
                  <a:lnTo>
                    <a:pt x="145440" y="241084"/>
                  </a:lnTo>
                  <a:lnTo>
                    <a:pt x="146900" y="228333"/>
                  </a:lnTo>
                  <a:lnTo>
                    <a:pt x="147015" y="227939"/>
                  </a:lnTo>
                  <a:lnTo>
                    <a:pt x="150152" y="216369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37" y="195072"/>
                  </a:lnTo>
                  <a:lnTo>
                    <a:pt x="199237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77"/>
                  </a:lnTo>
                  <a:lnTo>
                    <a:pt x="187248" y="166776"/>
                  </a:lnTo>
                  <a:lnTo>
                    <a:pt x="196596" y="158496"/>
                  </a:lnTo>
                  <a:lnTo>
                    <a:pt x="202704" y="189357"/>
                  </a:lnTo>
                  <a:lnTo>
                    <a:pt x="202704" y="153377"/>
                  </a:lnTo>
                  <a:lnTo>
                    <a:pt x="202590" y="152781"/>
                  </a:lnTo>
                  <a:lnTo>
                    <a:pt x="214972" y="137922"/>
                  </a:lnTo>
                  <a:lnTo>
                    <a:pt x="634238" y="137922"/>
                  </a:lnTo>
                  <a:lnTo>
                    <a:pt x="634238" y="132207"/>
                  </a:lnTo>
                  <a:lnTo>
                    <a:pt x="219354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906"/>
                  </a:lnTo>
                  <a:lnTo>
                    <a:pt x="238658" y="80772"/>
                  </a:lnTo>
                  <a:lnTo>
                    <a:pt x="634238" y="80772"/>
                  </a:lnTo>
                  <a:lnTo>
                    <a:pt x="6342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7" name="object 147">
              <a:extLst>
                <a:ext uri="{FF2B5EF4-FFF2-40B4-BE49-F238E27FC236}">
                  <a16:creationId xmlns:a16="http://schemas.microsoft.com/office/drawing/2014/main" id="{2BCD6BA7-E8C8-4AC9-52EA-90BB9626BB8F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05142" y="8274072"/>
              <a:ext cx="273748" cy="296036"/>
            </a:xfrm>
            <a:prstGeom prst="rect">
              <a:avLst/>
            </a:prstGeom>
          </p:spPr>
        </p:pic>
        <p:sp>
          <p:nvSpPr>
            <p:cNvPr id="148" name="object 148">
              <a:extLst>
                <a:ext uri="{FF2B5EF4-FFF2-40B4-BE49-F238E27FC236}">
                  <a16:creationId xmlns:a16="http://schemas.microsoft.com/office/drawing/2014/main" id="{9797F15B-FF7A-75A5-6E8B-3EBF52FD86CD}"/>
                </a:ext>
              </a:extLst>
            </p:cNvPr>
            <p:cNvSpPr/>
            <p:nvPr/>
          </p:nvSpPr>
          <p:spPr>
            <a:xfrm>
              <a:off x="813625" y="8359797"/>
              <a:ext cx="1059180" cy="234315"/>
            </a:xfrm>
            <a:custGeom>
              <a:avLst/>
              <a:gdLst/>
              <a:ahLst/>
              <a:cxnLst/>
              <a:rect l="l" t="t" r="r" b="b"/>
              <a:pathLst>
                <a:path w="1059180" h="234315">
                  <a:moveTo>
                    <a:pt x="1046175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046175" y="234315"/>
                  </a:lnTo>
                  <a:lnTo>
                    <a:pt x="1046175" y="228600"/>
                  </a:lnTo>
                  <a:close/>
                </a:path>
                <a:path w="1059180" h="234315">
                  <a:moveTo>
                    <a:pt x="1046175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046175" y="177165"/>
                  </a:lnTo>
                  <a:lnTo>
                    <a:pt x="1046175" y="171450"/>
                  </a:lnTo>
                  <a:close/>
                </a:path>
                <a:path w="1059180" h="234315">
                  <a:moveTo>
                    <a:pt x="1046175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046175" y="120015"/>
                  </a:lnTo>
                  <a:lnTo>
                    <a:pt x="1046175" y="114300"/>
                  </a:lnTo>
                  <a:close/>
                </a:path>
                <a:path w="1059180" h="234315">
                  <a:moveTo>
                    <a:pt x="1046175" y="57150"/>
                  </a:moveTo>
                  <a:lnTo>
                    <a:pt x="560717" y="57150"/>
                  </a:lnTo>
                  <a:lnTo>
                    <a:pt x="488429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488429" y="62865"/>
                  </a:lnTo>
                  <a:lnTo>
                    <a:pt x="488429" y="85725"/>
                  </a:lnTo>
                  <a:lnTo>
                    <a:pt x="560717" y="85725"/>
                  </a:lnTo>
                  <a:lnTo>
                    <a:pt x="560717" y="62865"/>
                  </a:lnTo>
                  <a:lnTo>
                    <a:pt x="1046175" y="62865"/>
                  </a:lnTo>
                  <a:lnTo>
                    <a:pt x="1046175" y="57150"/>
                  </a:lnTo>
                  <a:close/>
                </a:path>
                <a:path w="1059180" h="234315">
                  <a:moveTo>
                    <a:pt x="1046175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046175" y="5715"/>
                  </a:lnTo>
                  <a:lnTo>
                    <a:pt x="1046175" y="0"/>
                  </a:lnTo>
                  <a:close/>
                </a:path>
                <a:path w="1059180" h="234315">
                  <a:moveTo>
                    <a:pt x="1058875" y="2286"/>
                  </a:moveTo>
                  <a:lnTo>
                    <a:pt x="1050302" y="2286"/>
                  </a:lnTo>
                  <a:lnTo>
                    <a:pt x="1050302" y="234315"/>
                  </a:lnTo>
                  <a:lnTo>
                    <a:pt x="1058875" y="234315"/>
                  </a:lnTo>
                  <a:lnTo>
                    <a:pt x="1058875" y="2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>
              <a:extLst>
                <a:ext uri="{FF2B5EF4-FFF2-40B4-BE49-F238E27FC236}">
                  <a16:creationId xmlns:a16="http://schemas.microsoft.com/office/drawing/2014/main" id="{BBFF1658-8550-2CB7-2864-58CEDFA0B41F}"/>
                </a:ext>
              </a:extLst>
            </p:cNvPr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18908" y="8893768"/>
              <a:ext cx="183641" cy="99822"/>
            </a:xfrm>
            <a:prstGeom prst="rect">
              <a:avLst/>
            </a:prstGeom>
          </p:spPr>
        </p:pic>
        <p:sp>
          <p:nvSpPr>
            <p:cNvPr id="150" name="object 150">
              <a:extLst>
                <a:ext uri="{FF2B5EF4-FFF2-40B4-BE49-F238E27FC236}">
                  <a16:creationId xmlns:a16="http://schemas.microsoft.com/office/drawing/2014/main" id="{7C490EE9-EB40-63F8-9A56-EE24CFDF5531}"/>
                </a:ext>
              </a:extLst>
            </p:cNvPr>
            <p:cNvSpPr/>
            <p:nvPr/>
          </p:nvSpPr>
          <p:spPr>
            <a:xfrm>
              <a:off x="1859800" y="8359797"/>
              <a:ext cx="990600" cy="429895"/>
            </a:xfrm>
            <a:custGeom>
              <a:avLst/>
              <a:gdLst/>
              <a:ahLst/>
              <a:cxnLst/>
              <a:rect l="l" t="t" r="r" b="b"/>
              <a:pathLst>
                <a:path w="990600" h="429895">
                  <a:moveTo>
                    <a:pt x="990180" y="57150"/>
                  </a:moveTo>
                  <a:lnTo>
                    <a:pt x="130340" y="57150"/>
                  </a:lnTo>
                  <a:lnTo>
                    <a:pt x="106718" y="28575"/>
                  </a:lnTo>
                  <a:lnTo>
                    <a:pt x="97002" y="28575"/>
                  </a:lnTo>
                  <a:lnTo>
                    <a:pt x="110464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110083" y="62865"/>
                  </a:lnTo>
                  <a:lnTo>
                    <a:pt x="109575" y="66446"/>
                  </a:lnTo>
                  <a:lnTo>
                    <a:pt x="87858" y="98869"/>
                  </a:lnTo>
                  <a:lnTo>
                    <a:pt x="99707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104101" y="120015"/>
                  </a:lnTo>
                  <a:lnTo>
                    <a:pt x="123863" y="145732"/>
                  </a:lnTo>
                  <a:lnTo>
                    <a:pt x="123863" y="146304"/>
                  </a:lnTo>
                  <a:lnTo>
                    <a:pt x="117195" y="142684"/>
                  </a:lnTo>
                  <a:lnTo>
                    <a:pt x="111290" y="140881"/>
                  </a:lnTo>
                  <a:lnTo>
                    <a:pt x="106146" y="140881"/>
                  </a:lnTo>
                  <a:lnTo>
                    <a:pt x="97269" y="142214"/>
                  </a:lnTo>
                  <a:lnTo>
                    <a:pt x="90639" y="145948"/>
                  </a:lnTo>
                  <a:lnTo>
                    <a:pt x="86271" y="152082"/>
                  </a:lnTo>
                  <a:lnTo>
                    <a:pt x="84137" y="160591"/>
                  </a:lnTo>
                  <a:lnTo>
                    <a:pt x="85369" y="167093"/>
                  </a:lnTo>
                  <a:lnTo>
                    <a:pt x="86995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89979" y="177165"/>
                  </a:lnTo>
                  <a:lnTo>
                    <a:pt x="90944" y="178816"/>
                  </a:lnTo>
                  <a:lnTo>
                    <a:pt x="95288" y="184023"/>
                  </a:lnTo>
                  <a:lnTo>
                    <a:pt x="115862" y="202031"/>
                  </a:lnTo>
                  <a:lnTo>
                    <a:pt x="118999" y="197459"/>
                  </a:lnTo>
                  <a:lnTo>
                    <a:pt x="115379" y="194602"/>
                  </a:lnTo>
                  <a:lnTo>
                    <a:pt x="112141" y="190119"/>
                  </a:lnTo>
                  <a:lnTo>
                    <a:pt x="109283" y="184023"/>
                  </a:lnTo>
                  <a:lnTo>
                    <a:pt x="106235" y="177927"/>
                  </a:lnTo>
                  <a:lnTo>
                    <a:pt x="106286" y="177165"/>
                  </a:lnTo>
                  <a:lnTo>
                    <a:pt x="451523" y="177165"/>
                  </a:lnTo>
                  <a:lnTo>
                    <a:pt x="451523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451523" y="234315"/>
                  </a:lnTo>
                  <a:lnTo>
                    <a:pt x="451523" y="282181"/>
                  </a:lnTo>
                  <a:lnTo>
                    <a:pt x="371005" y="282181"/>
                  </a:lnTo>
                  <a:lnTo>
                    <a:pt x="371005" y="289331"/>
                  </a:lnTo>
                  <a:lnTo>
                    <a:pt x="451523" y="289331"/>
                  </a:lnTo>
                  <a:lnTo>
                    <a:pt x="451523" y="339331"/>
                  </a:lnTo>
                  <a:lnTo>
                    <a:pt x="371005" y="339331"/>
                  </a:lnTo>
                  <a:lnTo>
                    <a:pt x="371005" y="346481"/>
                  </a:lnTo>
                  <a:lnTo>
                    <a:pt x="451523" y="346481"/>
                  </a:lnTo>
                  <a:lnTo>
                    <a:pt x="451523" y="373443"/>
                  </a:lnTo>
                  <a:lnTo>
                    <a:pt x="449529" y="371856"/>
                  </a:lnTo>
                  <a:lnTo>
                    <a:pt x="443052" y="370141"/>
                  </a:lnTo>
                  <a:lnTo>
                    <a:pt x="403809" y="382333"/>
                  </a:lnTo>
                  <a:lnTo>
                    <a:pt x="391172" y="396481"/>
                  </a:lnTo>
                  <a:lnTo>
                    <a:pt x="371005" y="396481"/>
                  </a:lnTo>
                  <a:lnTo>
                    <a:pt x="371005" y="403631"/>
                  </a:lnTo>
                  <a:lnTo>
                    <a:pt x="388454" y="403631"/>
                  </a:lnTo>
                  <a:lnTo>
                    <a:pt x="387515" y="408343"/>
                  </a:lnTo>
                  <a:lnTo>
                    <a:pt x="412661" y="429768"/>
                  </a:lnTo>
                  <a:lnTo>
                    <a:pt x="421144" y="428828"/>
                  </a:lnTo>
                  <a:lnTo>
                    <a:pt x="457174" y="405765"/>
                  </a:lnTo>
                  <a:lnTo>
                    <a:pt x="458139" y="403631"/>
                  </a:lnTo>
                  <a:lnTo>
                    <a:pt x="482142" y="403631"/>
                  </a:lnTo>
                  <a:lnTo>
                    <a:pt x="482142" y="396481"/>
                  </a:lnTo>
                  <a:lnTo>
                    <a:pt x="460794" y="396481"/>
                  </a:lnTo>
                  <a:lnTo>
                    <a:pt x="461810" y="391198"/>
                  </a:lnTo>
                  <a:lnTo>
                    <a:pt x="461619" y="383959"/>
                  </a:lnTo>
                  <a:lnTo>
                    <a:pt x="461530" y="383781"/>
                  </a:lnTo>
                  <a:lnTo>
                    <a:pt x="461530" y="346481"/>
                  </a:lnTo>
                  <a:lnTo>
                    <a:pt x="482142" y="346481"/>
                  </a:lnTo>
                  <a:lnTo>
                    <a:pt x="482142" y="339331"/>
                  </a:lnTo>
                  <a:lnTo>
                    <a:pt x="461530" y="339331"/>
                  </a:lnTo>
                  <a:lnTo>
                    <a:pt x="461530" y="289331"/>
                  </a:lnTo>
                  <a:lnTo>
                    <a:pt x="482142" y="289331"/>
                  </a:lnTo>
                  <a:lnTo>
                    <a:pt x="482142" y="282181"/>
                  </a:lnTo>
                  <a:lnTo>
                    <a:pt x="461530" y="282181"/>
                  </a:lnTo>
                  <a:lnTo>
                    <a:pt x="461530" y="234315"/>
                  </a:lnTo>
                  <a:lnTo>
                    <a:pt x="563219" y="234315"/>
                  </a:lnTo>
                  <a:lnTo>
                    <a:pt x="562991" y="234429"/>
                  </a:lnTo>
                  <a:lnTo>
                    <a:pt x="555498" y="239458"/>
                  </a:lnTo>
                  <a:lnTo>
                    <a:pt x="548792" y="245275"/>
                  </a:lnTo>
                  <a:lnTo>
                    <a:pt x="543852" y="251536"/>
                  </a:lnTo>
                  <a:lnTo>
                    <a:pt x="540651" y="258267"/>
                  </a:lnTo>
                  <a:lnTo>
                    <a:pt x="539203" y="265468"/>
                  </a:lnTo>
                  <a:lnTo>
                    <a:pt x="539394" y="271945"/>
                  </a:lnTo>
                  <a:lnTo>
                    <a:pt x="564349" y="286893"/>
                  </a:lnTo>
                  <a:lnTo>
                    <a:pt x="572833" y="285953"/>
                  </a:lnTo>
                  <a:lnTo>
                    <a:pt x="608863" y="262890"/>
                  </a:lnTo>
                  <a:lnTo>
                    <a:pt x="613498" y="248323"/>
                  </a:lnTo>
                  <a:lnTo>
                    <a:pt x="613308" y="241084"/>
                  </a:lnTo>
                  <a:lnTo>
                    <a:pt x="613219" y="240906"/>
                  </a:lnTo>
                  <a:lnTo>
                    <a:pt x="613219" y="234315"/>
                  </a:lnTo>
                  <a:lnTo>
                    <a:pt x="990180" y="234315"/>
                  </a:lnTo>
                  <a:lnTo>
                    <a:pt x="990180" y="228600"/>
                  </a:lnTo>
                  <a:lnTo>
                    <a:pt x="613219" y="228600"/>
                  </a:lnTo>
                  <a:lnTo>
                    <a:pt x="613219" y="177165"/>
                  </a:lnTo>
                  <a:lnTo>
                    <a:pt x="990180" y="177165"/>
                  </a:lnTo>
                  <a:lnTo>
                    <a:pt x="990180" y="171450"/>
                  </a:lnTo>
                  <a:lnTo>
                    <a:pt x="613219" y="171450"/>
                  </a:lnTo>
                  <a:lnTo>
                    <a:pt x="613219" y="120015"/>
                  </a:lnTo>
                  <a:lnTo>
                    <a:pt x="990180" y="120015"/>
                  </a:lnTo>
                  <a:lnTo>
                    <a:pt x="990180" y="114300"/>
                  </a:lnTo>
                  <a:lnTo>
                    <a:pt x="613219" y="114300"/>
                  </a:lnTo>
                  <a:lnTo>
                    <a:pt x="613219" y="85725"/>
                  </a:lnTo>
                  <a:lnTo>
                    <a:pt x="603211" y="85725"/>
                  </a:lnTo>
                  <a:lnTo>
                    <a:pt x="603211" y="114300"/>
                  </a:lnTo>
                  <a:lnTo>
                    <a:pt x="603211" y="120015"/>
                  </a:lnTo>
                  <a:lnTo>
                    <a:pt x="603211" y="171450"/>
                  </a:lnTo>
                  <a:lnTo>
                    <a:pt x="603211" y="177165"/>
                  </a:lnTo>
                  <a:lnTo>
                    <a:pt x="603211" y="228600"/>
                  </a:lnTo>
                  <a:lnTo>
                    <a:pt x="599770" y="228600"/>
                  </a:lnTo>
                  <a:lnTo>
                    <a:pt x="594741" y="227266"/>
                  </a:lnTo>
                  <a:lnTo>
                    <a:pt x="586359" y="227457"/>
                  </a:lnTo>
                  <a:lnTo>
                    <a:pt x="578421" y="228422"/>
                  </a:lnTo>
                  <a:lnTo>
                    <a:pt x="577824" y="228600"/>
                  </a:lnTo>
                  <a:lnTo>
                    <a:pt x="461530" y="228600"/>
                  </a:lnTo>
                  <a:lnTo>
                    <a:pt x="461530" y="177165"/>
                  </a:lnTo>
                  <a:lnTo>
                    <a:pt x="603211" y="177165"/>
                  </a:lnTo>
                  <a:lnTo>
                    <a:pt x="603211" y="171450"/>
                  </a:lnTo>
                  <a:lnTo>
                    <a:pt x="461530" y="171450"/>
                  </a:lnTo>
                  <a:lnTo>
                    <a:pt x="461530" y="120015"/>
                  </a:lnTo>
                  <a:lnTo>
                    <a:pt x="603211" y="120015"/>
                  </a:lnTo>
                  <a:lnTo>
                    <a:pt x="603211" y="114300"/>
                  </a:lnTo>
                  <a:lnTo>
                    <a:pt x="461530" y="114300"/>
                  </a:lnTo>
                  <a:lnTo>
                    <a:pt x="461530" y="85725"/>
                  </a:lnTo>
                  <a:lnTo>
                    <a:pt x="451523" y="85725"/>
                  </a:lnTo>
                  <a:lnTo>
                    <a:pt x="451523" y="114300"/>
                  </a:lnTo>
                  <a:lnTo>
                    <a:pt x="451523" y="120015"/>
                  </a:lnTo>
                  <a:lnTo>
                    <a:pt x="451523" y="171450"/>
                  </a:lnTo>
                  <a:lnTo>
                    <a:pt x="106705" y="171450"/>
                  </a:lnTo>
                  <a:lnTo>
                    <a:pt x="110718" y="164312"/>
                  </a:lnTo>
                  <a:lnTo>
                    <a:pt x="113957" y="159550"/>
                  </a:lnTo>
                  <a:lnTo>
                    <a:pt x="118046" y="157264"/>
                  </a:lnTo>
                  <a:lnTo>
                    <a:pt x="122999" y="157454"/>
                  </a:lnTo>
                  <a:lnTo>
                    <a:pt x="128143" y="157835"/>
                  </a:lnTo>
                  <a:lnTo>
                    <a:pt x="133477" y="159550"/>
                  </a:lnTo>
                  <a:lnTo>
                    <a:pt x="139001" y="162598"/>
                  </a:lnTo>
                  <a:lnTo>
                    <a:pt x="142430" y="158026"/>
                  </a:lnTo>
                  <a:lnTo>
                    <a:pt x="127571" y="138303"/>
                  </a:lnTo>
                  <a:lnTo>
                    <a:pt x="122809" y="131064"/>
                  </a:lnTo>
                  <a:lnTo>
                    <a:pt x="120332" y="123444"/>
                  </a:lnTo>
                  <a:lnTo>
                    <a:pt x="120243" y="120015"/>
                  </a:lnTo>
                  <a:lnTo>
                    <a:pt x="451523" y="120015"/>
                  </a:lnTo>
                  <a:lnTo>
                    <a:pt x="451523" y="114300"/>
                  </a:lnTo>
                  <a:lnTo>
                    <a:pt x="120396" y="114300"/>
                  </a:lnTo>
                  <a:lnTo>
                    <a:pt x="122364" y="105625"/>
                  </a:lnTo>
                  <a:lnTo>
                    <a:pt x="127000" y="95300"/>
                  </a:lnTo>
                  <a:lnTo>
                    <a:pt x="134073" y="84480"/>
                  </a:lnTo>
                  <a:lnTo>
                    <a:pt x="143573" y="73152"/>
                  </a:lnTo>
                  <a:lnTo>
                    <a:pt x="135064" y="62865"/>
                  </a:lnTo>
                  <a:lnTo>
                    <a:pt x="990180" y="62865"/>
                  </a:lnTo>
                  <a:lnTo>
                    <a:pt x="990180" y="57150"/>
                  </a:lnTo>
                  <a:close/>
                </a:path>
                <a:path w="990600" h="429895">
                  <a:moveTo>
                    <a:pt x="990180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990180" y="5715"/>
                  </a:lnTo>
                  <a:lnTo>
                    <a:pt x="9901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" name="object 151">
              <a:extLst>
                <a:ext uri="{FF2B5EF4-FFF2-40B4-BE49-F238E27FC236}">
                  <a16:creationId xmlns:a16="http://schemas.microsoft.com/office/drawing/2014/main" id="{3AF6B993-B1CE-E422-4F92-C69886F5B6C0}"/>
                </a:ext>
              </a:extLst>
            </p:cNvPr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534185" y="8445522"/>
              <a:ext cx="111140" cy="258317"/>
            </a:xfrm>
            <a:prstGeom prst="rect">
              <a:avLst/>
            </a:prstGeom>
          </p:spPr>
        </p:pic>
        <p:sp>
          <p:nvSpPr>
            <p:cNvPr id="152" name="object 152">
              <a:extLst>
                <a:ext uri="{FF2B5EF4-FFF2-40B4-BE49-F238E27FC236}">
                  <a16:creationId xmlns:a16="http://schemas.microsoft.com/office/drawing/2014/main" id="{F28C26AF-A0F6-0732-D53A-93800FE1FCEB}"/>
                </a:ext>
              </a:extLst>
            </p:cNvPr>
            <p:cNvSpPr/>
            <p:nvPr/>
          </p:nvSpPr>
          <p:spPr>
            <a:xfrm>
              <a:off x="2321331" y="8319792"/>
              <a:ext cx="2738120" cy="548640"/>
            </a:xfrm>
            <a:custGeom>
              <a:avLst/>
              <a:gdLst/>
              <a:ahLst/>
              <a:cxnLst/>
              <a:rect l="l" t="t" r="r" b="b"/>
              <a:pathLst>
                <a:path w="2738120" h="548640">
                  <a:moveTo>
                    <a:pt x="475678" y="322186"/>
                  </a:moveTo>
                  <a:lnTo>
                    <a:pt x="455066" y="322186"/>
                  </a:lnTo>
                  <a:lnTo>
                    <a:pt x="455066" y="154305"/>
                  </a:lnTo>
                  <a:lnTo>
                    <a:pt x="455066" y="125730"/>
                  </a:lnTo>
                  <a:lnTo>
                    <a:pt x="445058" y="125730"/>
                  </a:lnTo>
                  <a:lnTo>
                    <a:pt x="0" y="125730"/>
                  </a:lnTo>
                  <a:lnTo>
                    <a:pt x="0" y="154305"/>
                  </a:lnTo>
                  <a:lnTo>
                    <a:pt x="445058" y="154305"/>
                  </a:lnTo>
                  <a:lnTo>
                    <a:pt x="445058" y="322186"/>
                  </a:lnTo>
                  <a:lnTo>
                    <a:pt x="364540" y="322186"/>
                  </a:lnTo>
                  <a:lnTo>
                    <a:pt x="364540" y="329336"/>
                  </a:lnTo>
                  <a:lnTo>
                    <a:pt x="445058" y="329336"/>
                  </a:lnTo>
                  <a:lnTo>
                    <a:pt x="445058" y="379336"/>
                  </a:lnTo>
                  <a:lnTo>
                    <a:pt x="364540" y="379336"/>
                  </a:lnTo>
                  <a:lnTo>
                    <a:pt x="364540" y="386486"/>
                  </a:lnTo>
                  <a:lnTo>
                    <a:pt x="445058" y="386486"/>
                  </a:lnTo>
                  <a:lnTo>
                    <a:pt x="445058" y="413448"/>
                  </a:lnTo>
                  <a:lnTo>
                    <a:pt x="443064" y="411861"/>
                  </a:lnTo>
                  <a:lnTo>
                    <a:pt x="436587" y="410146"/>
                  </a:lnTo>
                  <a:lnTo>
                    <a:pt x="397344" y="422338"/>
                  </a:lnTo>
                  <a:lnTo>
                    <a:pt x="384708" y="436486"/>
                  </a:lnTo>
                  <a:lnTo>
                    <a:pt x="364540" y="436486"/>
                  </a:lnTo>
                  <a:lnTo>
                    <a:pt x="364540" y="443636"/>
                  </a:lnTo>
                  <a:lnTo>
                    <a:pt x="381990" y="443636"/>
                  </a:lnTo>
                  <a:lnTo>
                    <a:pt x="381050" y="448348"/>
                  </a:lnTo>
                  <a:lnTo>
                    <a:pt x="406196" y="469773"/>
                  </a:lnTo>
                  <a:lnTo>
                    <a:pt x="414680" y="468833"/>
                  </a:lnTo>
                  <a:lnTo>
                    <a:pt x="450710" y="445770"/>
                  </a:lnTo>
                  <a:lnTo>
                    <a:pt x="451675" y="443636"/>
                  </a:lnTo>
                  <a:lnTo>
                    <a:pt x="475678" y="443636"/>
                  </a:lnTo>
                  <a:lnTo>
                    <a:pt x="475678" y="436486"/>
                  </a:lnTo>
                  <a:lnTo>
                    <a:pt x="454329" y="436486"/>
                  </a:lnTo>
                  <a:lnTo>
                    <a:pt x="455345" y="431203"/>
                  </a:lnTo>
                  <a:lnTo>
                    <a:pt x="455155" y="423964"/>
                  </a:lnTo>
                  <a:lnTo>
                    <a:pt x="455066" y="423786"/>
                  </a:lnTo>
                  <a:lnTo>
                    <a:pt x="455066" y="386486"/>
                  </a:lnTo>
                  <a:lnTo>
                    <a:pt x="475678" y="386486"/>
                  </a:lnTo>
                  <a:lnTo>
                    <a:pt x="475678" y="379336"/>
                  </a:lnTo>
                  <a:lnTo>
                    <a:pt x="455066" y="379336"/>
                  </a:lnTo>
                  <a:lnTo>
                    <a:pt x="455066" y="329336"/>
                  </a:lnTo>
                  <a:lnTo>
                    <a:pt x="475678" y="329336"/>
                  </a:lnTo>
                  <a:lnTo>
                    <a:pt x="475678" y="322186"/>
                  </a:lnTo>
                  <a:close/>
                </a:path>
                <a:path w="2738120" h="548640">
                  <a:moveTo>
                    <a:pt x="2737612" y="40005"/>
                  </a:moveTo>
                  <a:lnTo>
                    <a:pt x="1905571" y="40005"/>
                  </a:lnTo>
                  <a:lnTo>
                    <a:pt x="1905571" y="0"/>
                  </a:lnTo>
                  <a:lnTo>
                    <a:pt x="1895576" y="0"/>
                  </a:lnTo>
                  <a:lnTo>
                    <a:pt x="1895576" y="268605"/>
                  </a:lnTo>
                  <a:lnTo>
                    <a:pt x="1645831" y="268605"/>
                  </a:lnTo>
                  <a:lnTo>
                    <a:pt x="1645831" y="217170"/>
                  </a:lnTo>
                  <a:lnTo>
                    <a:pt x="1895576" y="217170"/>
                  </a:lnTo>
                  <a:lnTo>
                    <a:pt x="1895576" y="211455"/>
                  </a:lnTo>
                  <a:lnTo>
                    <a:pt x="1645831" y="211455"/>
                  </a:lnTo>
                  <a:lnTo>
                    <a:pt x="1645831" y="160020"/>
                  </a:lnTo>
                  <a:lnTo>
                    <a:pt x="1895576" y="160020"/>
                  </a:lnTo>
                  <a:lnTo>
                    <a:pt x="1895576" y="154305"/>
                  </a:lnTo>
                  <a:lnTo>
                    <a:pt x="1645831" y="154305"/>
                  </a:lnTo>
                  <a:lnTo>
                    <a:pt x="1645831" y="102870"/>
                  </a:lnTo>
                  <a:lnTo>
                    <a:pt x="1895576" y="102870"/>
                  </a:lnTo>
                  <a:lnTo>
                    <a:pt x="1895576" y="97155"/>
                  </a:lnTo>
                  <a:lnTo>
                    <a:pt x="1645831" y="97155"/>
                  </a:lnTo>
                  <a:lnTo>
                    <a:pt x="1645831" y="45720"/>
                  </a:lnTo>
                  <a:lnTo>
                    <a:pt x="1895576" y="45720"/>
                  </a:lnTo>
                  <a:lnTo>
                    <a:pt x="1895576" y="40005"/>
                  </a:lnTo>
                  <a:lnTo>
                    <a:pt x="1637258" y="40005"/>
                  </a:lnTo>
                  <a:lnTo>
                    <a:pt x="1637258" y="45720"/>
                  </a:lnTo>
                  <a:lnTo>
                    <a:pt x="1637258" y="97155"/>
                  </a:lnTo>
                  <a:lnTo>
                    <a:pt x="1637258" y="268605"/>
                  </a:lnTo>
                  <a:lnTo>
                    <a:pt x="1633131" y="268605"/>
                  </a:lnTo>
                  <a:lnTo>
                    <a:pt x="1559547" y="268605"/>
                  </a:lnTo>
                  <a:lnTo>
                    <a:pt x="1559547" y="217170"/>
                  </a:lnTo>
                  <a:lnTo>
                    <a:pt x="1633131" y="217170"/>
                  </a:lnTo>
                  <a:lnTo>
                    <a:pt x="1637258" y="217170"/>
                  </a:lnTo>
                  <a:lnTo>
                    <a:pt x="1637258" y="211455"/>
                  </a:lnTo>
                  <a:lnTo>
                    <a:pt x="1633131" y="211455"/>
                  </a:lnTo>
                  <a:lnTo>
                    <a:pt x="1559547" y="211455"/>
                  </a:lnTo>
                  <a:lnTo>
                    <a:pt x="1559547" y="160020"/>
                  </a:lnTo>
                  <a:lnTo>
                    <a:pt x="1633131" y="160020"/>
                  </a:lnTo>
                  <a:lnTo>
                    <a:pt x="1637258" y="160020"/>
                  </a:lnTo>
                  <a:lnTo>
                    <a:pt x="1637258" y="154305"/>
                  </a:lnTo>
                  <a:lnTo>
                    <a:pt x="1633131" y="154305"/>
                  </a:lnTo>
                  <a:lnTo>
                    <a:pt x="1559547" y="154305"/>
                  </a:lnTo>
                  <a:lnTo>
                    <a:pt x="1559547" y="102870"/>
                  </a:lnTo>
                  <a:lnTo>
                    <a:pt x="1633131" y="102870"/>
                  </a:lnTo>
                  <a:lnTo>
                    <a:pt x="1637258" y="102870"/>
                  </a:lnTo>
                  <a:lnTo>
                    <a:pt x="1637258" y="97155"/>
                  </a:lnTo>
                  <a:lnTo>
                    <a:pt x="1633131" y="97155"/>
                  </a:lnTo>
                  <a:lnTo>
                    <a:pt x="1559547" y="97155"/>
                  </a:lnTo>
                  <a:lnTo>
                    <a:pt x="1559547" y="68580"/>
                  </a:lnTo>
                  <a:lnTo>
                    <a:pt x="1549539" y="68580"/>
                  </a:lnTo>
                  <a:lnTo>
                    <a:pt x="1549539" y="102870"/>
                  </a:lnTo>
                  <a:lnTo>
                    <a:pt x="1549539" y="154305"/>
                  </a:lnTo>
                  <a:lnTo>
                    <a:pt x="1549539" y="160020"/>
                  </a:lnTo>
                  <a:lnTo>
                    <a:pt x="1549539" y="211455"/>
                  </a:lnTo>
                  <a:lnTo>
                    <a:pt x="1549539" y="217170"/>
                  </a:lnTo>
                  <a:lnTo>
                    <a:pt x="1549539" y="268605"/>
                  </a:lnTo>
                  <a:lnTo>
                    <a:pt x="1407858" y="268605"/>
                  </a:lnTo>
                  <a:lnTo>
                    <a:pt x="1407858" y="217170"/>
                  </a:lnTo>
                  <a:lnTo>
                    <a:pt x="1549539" y="217170"/>
                  </a:lnTo>
                  <a:lnTo>
                    <a:pt x="1549539" y="211455"/>
                  </a:lnTo>
                  <a:lnTo>
                    <a:pt x="1407858" y="211455"/>
                  </a:lnTo>
                  <a:lnTo>
                    <a:pt x="1407858" y="160020"/>
                  </a:lnTo>
                  <a:lnTo>
                    <a:pt x="1549539" y="160020"/>
                  </a:lnTo>
                  <a:lnTo>
                    <a:pt x="1549539" y="154305"/>
                  </a:lnTo>
                  <a:lnTo>
                    <a:pt x="1407858" y="154305"/>
                  </a:lnTo>
                  <a:lnTo>
                    <a:pt x="1407858" y="102870"/>
                  </a:lnTo>
                  <a:lnTo>
                    <a:pt x="1549539" y="102870"/>
                  </a:lnTo>
                  <a:lnTo>
                    <a:pt x="1549539" y="68580"/>
                  </a:lnTo>
                  <a:lnTo>
                    <a:pt x="1407858" y="68580"/>
                  </a:lnTo>
                  <a:lnTo>
                    <a:pt x="1397850" y="68580"/>
                  </a:lnTo>
                  <a:lnTo>
                    <a:pt x="1397850" y="102870"/>
                  </a:lnTo>
                  <a:lnTo>
                    <a:pt x="1397850" y="268605"/>
                  </a:lnTo>
                  <a:lnTo>
                    <a:pt x="1394409" y="268605"/>
                  </a:lnTo>
                  <a:lnTo>
                    <a:pt x="1389380" y="267271"/>
                  </a:lnTo>
                  <a:lnTo>
                    <a:pt x="1380998" y="267462"/>
                  </a:lnTo>
                  <a:lnTo>
                    <a:pt x="1373060" y="268427"/>
                  </a:lnTo>
                  <a:lnTo>
                    <a:pt x="1372463" y="268605"/>
                  </a:lnTo>
                  <a:lnTo>
                    <a:pt x="1216520" y="268605"/>
                  </a:lnTo>
                  <a:lnTo>
                    <a:pt x="1251800" y="245745"/>
                  </a:lnTo>
                  <a:lnTo>
                    <a:pt x="1256449" y="231178"/>
                  </a:lnTo>
                  <a:lnTo>
                    <a:pt x="1256258" y="223939"/>
                  </a:lnTo>
                  <a:lnTo>
                    <a:pt x="1256169" y="223761"/>
                  </a:lnTo>
                  <a:lnTo>
                    <a:pt x="1256169" y="217170"/>
                  </a:lnTo>
                  <a:lnTo>
                    <a:pt x="1397850" y="217170"/>
                  </a:lnTo>
                  <a:lnTo>
                    <a:pt x="1397850" y="211455"/>
                  </a:lnTo>
                  <a:lnTo>
                    <a:pt x="1256169" y="211455"/>
                  </a:lnTo>
                  <a:lnTo>
                    <a:pt x="1256169" y="160020"/>
                  </a:lnTo>
                  <a:lnTo>
                    <a:pt x="1397850" y="160020"/>
                  </a:lnTo>
                  <a:lnTo>
                    <a:pt x="1397850" y="154305"/>
                  </a:lnTo>
                  <a:lnTo>
                    <a:pt x="1256169" y="154305"/>
                  </a:lnTo>
                  <a:lnTo>
                    <a:pt x="1256169" y="102870"/>
                  </a:lnTo>
                  <a:lnTo>
                    <a:pt x="1397850" y="102870"/>
                  </a:lnTo>
                  <a:lnTo>
                    <a:pt x="1397850" y="68580"/>
                  </a:lnTo>
                  <a:lnTo>
                    <a:pt x="1256169" y="68580"/>
                  </a:lnTo>
                  <a:lnTo>
                    <a:pt x="1246162" y="68580"/>
                  </a:lnTo>
                  <a:lnTo>
                    <a:pt x="1246162" y="102870"/>
                  </a:lnTo>
                  <a:lnTo>
                    <a:pt x="1246162" y="154305"/>
                  </a:lnTo>
                  <a:lnTo>
                    <a:pt x="1246162" y="160020"/>
                  </a:lnTo>
                  <a:lnTo>
                    <a:pt x="1246162" y="211455"/>
                  </a:lnTo>
                  <a:lnTo>
                    <a:pt x="1242720" y="211455"/>
                  </a:lnTo>
                  <a:lnTo>
                    <a:pt x="1237691" y="210121"/>
                  </a:lnTo>
                  <a:lnTo>
                    <a:pt x="1229309" y="210312"/>
                  </a:lnTo>
                  <a:lnTo>
                    <a:pt x="1221371" y="211277"/>
                  </a:lnTo>
                  <a:lnTo>
                    <a:pt x="1220774" y="211455"/>
                  </a:lnTo>
                  <a:lnTo>
                    <a:pt x="1206169" y="211455"/>
                  </a:lnTo>
                  <a:lnTo>
                    <a:pt x="1206169" y="217170"/>
                  </a:lnTo>
                  <a:lnTo>
                    <a:pt x="1205941" y="217284"/>
                  </a:lnTo>
                  <a:lnTo>
                    <a:pt x="1198448" y="222313"/>
                  </a:lnTo>
                  <a:lnTo>
                    <a:pt x="1191742" y="228130"/>
                  </a:lnTo>
                  <a:lnTo>
                    <a:pt x="1186802" y="234391"/>
                  </a:lnTo>
                  <a:lnTo>
                    <a:pt x="1183601" y="241122"/>
                  </a:lnTo>
                  <a:lnTo>
                    <a:pt x="1182154" y="248323"/>
                  </a:lnTo>
                  <a:lnTo>
                    <a:pt x="1182344" y="254800"/>
                  </a:lnTo>
                  <a:lnTo>
                    <a:pt x="1184821" y="260032"/>
                  </a:lnTo>
                  <a:lnTo>
                    <a:pt x="1189583" y="264033"/>
                  </a:lnTo>
                  <a:lnTo>
                    <a:pt x="1194155" y="267652"/>
                  </a:lnTo>
                  <a:lnTo>
                    <a:pt x="1197102" y="268605"/>
                  </a:lnTo>
                  <a:lnTo>
                    <a:pt x="1104480" y="268605"/>
                  </a:lnTo>
                  <a:lnTo>
                    <a:pt x="1104480" y="217170"/>
                  </a:lnTo>
                  <a:lnTo>
                    <a:pt x="1206169" y="217170"/>
                  </a:lnTo>
                  <a:lnTo>
                    <a:pt x="1206169" y="211455"/>
                  </a:lnTo>
                  <a:lnTo>
                    <a:pt x="1104480" y="211455"/>
                  </a:lnTo>
                  <a:lnTo>
                    <a:pt x="1104480" y="160020"/>
                  </a:lnTo>
                  <a:lnTo>
                    <a:pt x="1246162" y="160020"/>
                  </a:lnTo>
                  <a:lnTo>
                    <a:pt x="1246162" y="154305"/>
                  </a:lnTo>
                  <a:lnTo>
                    <a:pt x="1104480" y="154305"/>
                  </a:lnTo>
                  <a:lnTo>
                    <a:pt x="1104480" y="102870"/>
                  </a:lnTo>
                  <a:lnTo>
                    <a:pt x="1246162" y="102870"/>
                  </a:lnTo>
                  <a:lnTo>
                    <a:pt x="1246162" y="68580"/>
                  </a:lnTo>
                  <a:lnTo>
                    <a:pt x="1104480" y="68580"/>
                  </a:lnTo>
                  <a:lnTo>
                    <a:pt x="1094473" y="68580"/>
                  </a:lnTo>
                  <a:lnTo>
                    <a:pt x="1094473" y="102870"/>
                  </a:lnTo>
                  <a:lnTo>
                    <a:pt x="1094473" y="268605"/>
                  </a:lnTo>
                  <a:lnTo>
                    <a:pt x="952792" y="268605"/>
                  </a:lnTo>
                  <a:lnTo>
                    <a:pt x="952792" y="217170"/>
                  </a:lnTo>
                  <a:lnTo>
                    <a:pt x="1094473" y="217170"/>
                  </a:lnTo>
                  <a:lnTo>
                    <a:pt x="1094473" y="211455"/>
                  </a:lnTo>
                  <a:lnTo>
                    <a:pt x="952792" y="211455"/>
                  </a:lnTo>
                  <a:lnTo>
                    <a:pt x="952792" y="160020"/>
                  </a:lnTo>
                  <a:lnTo>
                    <a:pt x="1094473" y="160020"/>
                  </a:lnTo>
                  <a:lnTo>
                    <a:pt x="1094473" y="154305"/>
                  </a:lnTo>
                  <a:lnTo>
                    <a:pt x="952792" y="154305"/>
                  </a:lnTo>
                  <a:lnTo>
                    <a:pt x="952792" y="102870"/>
                  </a:lnTo>
                  <a:lnTo>
                    <a:pt x="1094473" y="102870"/>
                  </a:lnTo>
                  <a:lnTo>
                    <a:pt x="1094473" y="68580"/>
                  </a:lnTo>
                  <a:lnTo>
                    <a:pt x="952792" y="68580"/>
                  </a:lnTo>
                  <a:lnTo>
                    <a:pt x="942784" y="68580"/>
                  </a:lnTo>
                  <a:lnTo>
                    <a:pt x="942784" y="102870"/>
                  </a:lnTo>
                  <a:lnTo>
                    <a:pt x="942784" y="268605"/>
                  </a:lnTo>
                  <a:lnTo>
                    <a:pt x="801103" y="268605"/>
                  </a:lnTo>
                  <a:lnTo>
                    <a:pt x="801103" y="217170"/>
                  </a:lnTo>
                  <a:lnTo>
                    <a:pt x="942784" y="217170"/>
                  </a:lnTo>
                  <a:lnTo>
                    <a:pt x="942784" y="211455"/>
                  </a:lnTo>
                  <a:lnTo>
                    <a:pt x="801103" y="211455"/>
                  </a:lnTo>
                  <a:lnTo>
                    <a:pt x="801103" y="160020"/>
                  </a:lnTo>
                  <a:lnTo>
                    <a:pt x="942784" y="160020"/>
                  </a:lnTo>
                  <a:lnTo>
                    <a:pt x="942784" y="154305"/>
                  </a:lnTo>
                  <a:lnTo>
                    <a:pt x="801103" y="154305"/>
                  </a:lnTo>
                  <a:lnTo>
                    <a:pt x="801103" y="102870"/>
                  </a:lnTo>
                  <a:lnTo>
                    <a:pt x="942784" y="102870"/>
                  </a:lnTo>
                  <a:lnTo>
                    <a:pt x="942784" y="68580"/>
                  </a:lnTo>
                  <a:lnTo>
                    <a:pt x="801103" y="68580"/>
                  </a:lnTo>
                  <a:lnTo>
                    <a:pt x="791095" y="68580"/>
                  </a:lnTo>
                  <a:lnTo>
                    <a:pt x="791095" y="97155"/>
                  </a:lnTo>
                  <a:lnTo>
                    <a:pt x="791095" y="268605"/>
                  </a:lnTo>
                  <a:lnTo>
                    <a:pt x="541350" y="268605"/>
                  </a:lnTo>
                  <a:lnTo>
                    <a:pt x="541350" y="217170"/>
                  </a:lnTo>
                  <a:lnTo>
                    <a:pt x="791095" y="217170"/>
                  </a:lnTo>
                  <a:lnTo>
                    <a:pt x="791095" y="211455"/>
                  </a:lnTo>
                  <a:lnTo>
                    <a:pt x="541350" y="211455"/>
                  </a:lnTo>
                  <a:lnTo>
                    <a:pt x="541350" y="160020"/>
                  </a:lnTo>
                  <a:lnTo>
                    <a:pt x="791095" y="160020"/>
                  </a:lnTo>
                  <a:lnTo>
                    <a:pt x="791095" y="154305"/>
                  </a:lnTo>
                  <a:lnTo>
                    <a:pt x="541350" y="154305"/>
                  </a:lnTo>
                  <a:lnTo>
                    <a:pt x="541350" y="102870"/>
                  </a:lnTo>
                  <a:lnTo>
                    <a:pt x="791095" y="102870"/>
                  </a:lnTo>
                  <a:lnTo>
                    <a:pt x="791095" y="97155"/>
                  </a:lnTo>
                  <a:lnTo>
                    <a:pt x="541350" y="97155"/>
                  </a:lnTo>
                  <a:lnTo>
                    <a:pt x="541350" y="45720"/>
                  </a:lnTo>
                  <a:lnTo>
                    <a:pt x="1633131" y="45720"/>
                  </a:lnTo>
                  <a:lnTo>
                    <a:pt x="1637258" y="45720"/>
                  </a:lnTo>
                  <a:lnTo>
                    <a:pt x="1637258" y="40005"/>
                  </a:lnTo>
                  <a:lnTo>
                    <a:pt x="1633131" y="40005"/>
                  </a:lnTo>
                  <a:lnTo>
                    <a:pt x="528650" y="40005"/>
                  </a:lnTo>
                  <a:lnTo>
                    <a:pt x="528650" y="45720"/>
                  </a:lnTo>
                  <a:lnTo>
                    <a:pt x="532777" y="45720"/>
                  </a:lnTo>
                  <a:lnTo>
                    <a:pt x="532777" y="97155"/>
                  </a:lnTo>
                  <a:lnTo>
                    <a:pt x="528650" y="97155"/>
                  </a:lnTo>
                  <a:lnTo>
                    <a:pt x="528650" y="102870"/>
                  </a:lnTo>
                  <a:lnTo>
                    <a:pt x="532777" y="102870"/>
                  </a:lnTo>
                  <a:lnTo>
                    <a:pt x="532777" y="154305"/>
                  </a:lnTo>
                  <a:lnTo>
                    <a:pt x="528650" y="154305"/>
                  </a:lnTo>
                  <a:lnTo>
                    <a:pt x="528650" y="160020"/>
                  </a:lnTo>
                  <a:lnTo>
                    <a:pt x="532777" y="160020"/>
                  </a:lnTo>
                  <a:lnTo>
                    <a:pt x="532777" y="211455"/>
                  </a:lnTo>
                  <a:lnTo>
                    <a:pt x="528650" y="211455"/>
                  </a:lnTo>
                  <a:lnTo>
                    <a:pt x="528650" y="217170"/>
                  </a:lnTo>
                  <a:lnTo>
                    <a:pt x="532777" y="217170"/>
                  </a:lnTo>
                  <a:lnTo>
                    <a:pt x="532777" y="268605"/>
                  </a:lnTo>
                  <a:lnTo>
                    <a:pt x="528650" y="268605"/>
                  </a:lnTo>
                  <a:lnTo>
                    <a:pt x="528650" y="274320"/>
                  </a:lnTo>
                  <a:lnTo>
                    <a:pt x="532777" y="274320"/>
                  </a:lnTo>
                  <a:lnTo>
                    <a:pt x="541350" y="274320"/>
                  </a:lnTo>
                  <a:lnTo>
                    <a:pt x="791095" y="274320"/>
                  </a:lnTo>
                  <a:lnTo>
                    <a:pt x="791095" y="322186"/>
                  </a:lnTo>
                  <a:lnTo>
                    <a:pt x="710565" y="322186"/>
                  </a:lnTo>
                  <a:lnTo>
                    <a:pt x="710565" y="329336"/>
                  </a:lnTo>
                  <a:lnTo>
                    <a:pt x="791095" y="329336"/>
                  </a:lnTo>
                  <a:lnTo>
                    <a:pt x="791095" y="379336"/>
                  </a:lnTo>
                  <a:lnTo>
                    <a:pt x="710565" y="379336"/>
                  </a:lnTo>
                  <a:lnTo>
                    <a:pt x="710565" y="386486"/>
                  </a:lnTo>
                  <a:lnTo>
                    <a:pt x="791095" y="386486"/>
                  </a:lnTo>
                  <a:lnTo>
                    <a:pt x="791095" y="436486"/>
                  </a:lnTo>
                  <a:lnTo>
                    <a:pt x="711085" y="436486"/>
                  </a:lnTo>
                  <a:lnTo>
                    <a:pt x="711085" y="434632"/>
                  </a:lnTo>
                  <a:lnTo>
                    <a:pt x="711085" y="426339"/>
                  </a:lnTo>
                  <a:lnTo>
                    <a:pt x="703948" y="428142"/>
                  </a:lnTo>
                  <a:lnTo>
                    <a:pt x="703948" y="450062"/>
                  </a:lnTo>
                  <a:lnTo>
                    <a:pt x="703948" y="478917"/>
                  </a:lnTo>
                  <a:lnTo>
                    <a:pt x="678230" y="485775"/>
                  </a:lnTo>
                  <a:lnTo>
                    <a:pt x="678230" y="456628"/>
                  </a:lnTo>
                  <a:lnTo>
                    <a:pt x="703948" y="450062"/>
                  </a:lnTo>
                  <a:lnTo>
                    <a:pt x="703948" y="428142"/>
                  </a:lnTo>
                  <a:lnTo>
                    <a:pt x="678230" y="434632"/>
                  </a:lnTo>
                  <a:lnTo>
                    <a:pt x="678230" y="387477"/>
                  </a:lnTo>
                  <a:lnTo>
                    <a:pt x="671080" y="387477"/>
                  </a:lnTo>
                  <a:lnTo>
                    <a:pt x="671080" y="509206"/>
                  </a:lnTo>
                  <a:lnTo>
                    <a:pt x="703948" y="500926"/>
                  </a:lnTo>
                  <a:lnTo>
                    <a:pt x="703948" y="548068"/>
                  </a:lnTo>
                  <a:lnTo>
                    <a:pt x="711085" y="548068"/>
                  </a:lnTo>
                  <a:lnTo>
                    <a:pt x="711085" y="500926"/>
                  </a:lnTo>
                  <a:lnTo>
                    <a:pt x="711085" y="485775"/>
                  </a:lnTo>
                  <a:lnTo>
                    <a:pt x="711085" y="450062"/>
                  </a:lnTo>
                  <a:lnTo>
                    <a:pt x="711085" y="443636"/>
                  </a:lnTo>
                  <a:lnTo>
                    <a:pt x="755535" y="443636"/>
                  </a:lnTo>
                  <a:lnTo>
                    <a:pt x="727087" y="476923"/>
                  </a:lnTo>
                  <a:lnTo>
                    <a:pt x="727278" y="483400"/>
                  </a:lnTo>
                  <a:lnTo>
                    <a:pt x="752233" y="498348"/>
                  </a:lnTo>
                  <a:lnTo>
                    <a:pt x="760717" y="497408"/>
                  </a:lnTo>
                  <a:lnTo>
                    <a:pt x="796734" y="474345"/>
                  </a:lnTo>
                  <a:lnTo>
                    <a:pt x="801382" y="459778"/>
                  </a:lnTo>
                  <a:lnTo>
                    <a:pt x="801192" y="452539"/>
                  </a:lnTo>
                  <a:lnTo>
                    <a:pt x="801103" y="452361"/>
                  </a:lnTo>
                  <a:lnTo>
                    <a:pt x="801103" y="443636"/>
                  </a:lnTo>
                  <a:lnTo>
                    <a:pt x="821715" y="443636"/>
                  </a:lnTo>
                  <a:lnTo>
                    <a:pt x="821715" y="436486"/>
                  </a:lnTo>
                  <a:lnTo>
                    <a:pt x="801103" y="436486"/>
                  </a:lnTo>
                  <a:lnTo>
                    <a:pt x="801103" y="386486"/>
                  </a:lnTo>
                  <a:lnTo>
                    <a:pt x="821715" y="386486"/>
                  </a:lnTo>
                  <a:lnTo>
                    <a:pt x="821715" y="379336"/>
                  </a:lnTo>
                  <a:lnTo>
                    <a:pt x="801103" y="379336"/>
                  </a:lnTo>
                  <a:lnTo>
                    <a:pt x="801103" y="329336"/>
                  </a:lnTo>
                  <a:lnTo>
                    <a:pt x="821715" y="329336"/>
                  </a:lnTo>
                  <a:lnTo>
                    <a:pt x="821715" y="322186"/>
                  </a:lnTo>
                  <a:lnTo>
                    <a:pt x="801103" y="322186"/>
                  </a:lnTo>
                  <a:lnTo>
                    <a:pt x="801103" y="274320"/>
                  </a:lnTo>
                  <a:lnTo>
                    <a:pt x="942784" y="274320"/>
                  </a:lnTo>
                  <a:lnTo>
                    <a:pt x="942784" y="322186"/>
                  </a:lnTo>
                  <a:lnTo>
                    <a:pt x="862253" y="322186"/>
                  </a:lnTo>
                  <a:lnTo>
                    <a:pt x="862253" y="329336"/>
                  </a:lnTo>
                  <a:lnTo>
                    <a:pt x="942784" y="329336"/>
                  </a:lnTo>
                  <a:lnTo>
                    <a:pt x="942784" y="379336"/>
                  </a:lnTo>
                  <a:lnTo>
                    <a:pt x="862253" y="379336"/>
                  </a:lnTo>
                  <a:lnTo>
                    <a:pt x="862253" y="386486"/>
                  </a:lnTo>
                  <a:lnTo>
                    <a:pt x="942784" y="386486"/>
                  </a:lnTo>
                  <a:lnTo>
                    <a:pt x="942784" y="413448"/>
                  </a:lnTo>
                  <a:lnTo>
                    <a:pt x="940790" y="411861"/>
                  </a:lnTo>
                  <a:lnTo>
                    <a:pt x="934313" y="410146"/>
                  </a:lnTo>
                  <a:lnTo>
                    <a:pt x="895070" y="422338"/>
                  </a:lnTo>
                  <a:lnTo>
                    <a:pt x="882434" y="436486"/>
                  </a:lnTo>
                  <a:lnTo>
                    <a:pt x="862253" y="436486"/>
                  </a:lnTo>
                  <a:lnTo>
                    <a:pt x="862253" y="443636"/>
                  </a:lnTo>
                  <a:lnTo>
                    <a:pt x="879716" y="443636"/>
                  </a:lnTo>
                  <a:lnTo>
                    <a:pt x="878776" y="448348"/>
                  </a:lnTo>
                  <a:lnTo>
                    <a:pt x="903922" y="469773"/>
                  </a:lnTo>
                  <a:lnTo>
                    <a:pt x="912406" y="468833"/>
                  </a:lnTo>
                  <a:lnTo>
                    <a:pt x="948423" y="445770"/>
                  </a:lnTo>
                  <a:lnTo>
                    <a:pt x="949388" y="443636"/>
                  </a:lnTo>
                  <a:lnTo>
                    <a:pt x="973404" y="443636"/>
                  </a:lnTo>
                  <a:lnTo>
                    <a:pt x="973404" y="436486"/>
                  </a:lnTo>
                  <a:lnTo>
                    <a:pt x="952055" y="436486"/>
                  </a:lnTo>
                  <a:lnTo>
                    <a:pt x="953071" y="431203"/>
                  </a:lnTo>
                  <a:lnTo>
                    <a:pt x="952881" y="423964"/>
                  </a:lnTo>
                  <a:lnTo>
                    <a:pt x="952792" y="423786"/>
                  </a:lnTo>
                  <a:lnTo>
                    <a:pt x="952792" y="386486"/>
                  </a:lnTo>
                  <a:lnTo>
                    <a:pt x="973404" y="386486"/>
                  </a:lnTo>
                  <a:lnTo>
                    <a:pt x="973404" y="379336"/>
                  </a:lnTo>
                  <a:lnTo>
                    <a:pt x="952792" y="379336"/>
                  </a:lnTo>
                  <a:lnTo>
                    <a:pt x="952792" y="329336"/>
                  </a:lnTo>
                  <a:lnTo>
                    <a:pt x="973404" y="329336"/>
                  </a:lnTo>
                  <a:lnTo>
                    <a:pt x="973404" y="322186"/>
                  </a:lnTo>
                  <a:lnTo>
                    <a:pt x="952792" y="322186"/>
                  </a:lnTo>
                  <a:lnTo>
                    <a:pt x="952792" y="274320"/>
                  </a:lnTo>
                  <a:lnTo>
                    <a:pt x="1094473" y="274320"/>
                  </a:lnTo>
                  <a:lnTo>
                    <a:pt x="1094473" y="322186"/>
                  </a:lnTo>
                  <a:lnTo>
                    <a:pt x="1013942" y="322186"/>
                  </a:lnTo>
                  <a:lnTo>
                    <a:pt x="1013942" y="329336"/>
                  </a:lnTo>
                  <a:lnTo>
                    <a:pt x="1058913" y="329336"/>
                  </a:lnTo>
                  <a:lnTo>
                    <a:pt x="1054252" y="331584"/>
                  </a:lnTo>
                  <a:lnTo>
                    <a:pt x="1046759" y="336613"/>
                  </a:lnTo>
                  <a:lnTo>
                    <a:pt x="1040053" y="342430"/>
                  </a:lnTo>
                  <a:lnTo>
                    <a:pt x="1035113" y="348691"/>
                  </a:lnTo>
                  <a:lnTo>
                    <a:pt x="1031913" y="355422"/>
                  </a:lnTo>
                  <a:lnTo>
                    <a:pt x="1030465" y="362623"/>
                  </a:lnTo>
                  <a:lnTo>
                    <a:pt x="1030655" y="369100"/>
                  </a:lnTo>
                  <a:lnTo>
                    <a:pt x="1055611" y="384048"/>
                  </a:lnTo>
                  <a:lnTo>
                    <a:pt x="1064094" y="383108"/>
                  </a:lnTo>
                  <a:lnTo>
                    <a:pt x="1100112" y="360045"/>
                  </a:lnTo>
                  <a:lnTo>
                    <a:pt x="1104760" y="345478"/>
                  </a:lnTo>
                  <a:lnTo>
                    <a:pt x="1104569" y="338239"/>
                  </a:lnTo>
                  <a:lnTo>
                    <a:pt x="1104480" y="338061"/>
                  </a:lnTo>
                  <a:lnTo>
                    <a:pt x="1104480" y="329336"/>
                  </a:lnTo>
                  <a:lnTo>
                    <a:pt x="1125093" y="329336"/>
                  </a:lnTo>
                  <a:lnTo>
                    <a:pt x="1125093" y="322186"/>
                  </a:lnTo>
                  <a:lnTo>
                    <a:pt x="1104480" y="322186"/>
                  </a:lnTo>
                  <a:lnTo>
                    <a:pt x="1104480" y="274320"/>
                  </a:lnTo>
                  <a:lnTo>
                    <a:pt x="1357858" y="274320"/>
                  </a:lnTo>
                  <a:lnTo>
                    <a:pt x="1357630" y="274434"/>
                  </a:lnTo>
                  <a:lnTo>
                    <a:pt x="1350137" y="279463"/>
                  </a:lnTo>
                  <a:lnTo>
                    <a:pt x="1343431" y="285280"/>
                  </a:lnTo>
                  <a:lnTo>
                    <a:pt x="1338491" y="291541"/>
                  </a:lnTo>
                  <a:lnTo>
                    <a:pt x="1335290" y="298272"/>
                  </a:lnTo>
                  <a:lnTo>
                    <a:pt x="1333842" y="305473"/>
                  </a:lnTo>
                  <a:lnTo>
                    <a:pt x="1334033" y="311950"/>
                  </a:lnTo>
                  <a:lnTo>
                    <a:pt x="1358988" y="326898"/>
                  </a:lnTo>
                  <a:lnTo>
                    <a:pt x="1367472" y="325958"/>
                  </a:lnTo>
                  <a:lnTo>
                    <a:pt x="1403489" y="302895"/>
                  </a:lnTo>
                  <a:lnTo>
                    <a:pt x="1408137" y="288328"/>
                  </a:lnTo>
                  <a:lnTo>
                    <a:pt x="1407947" y="281089"/>
                  </a:lnTo>
                  <a:lnTo>
                    <a:pt x="1407858" y="280911"/>
                  </a:lnTo>
                  <a:lnTo>
                    <a:pt x="1407858" y="274320"/>
                  </a:lnTo>
                  <a:lnTo>
                    <a:pt x="1549539" y="274320"/>
                  </a:lnTo>
                  <a:lnTo>
                    <a:pt x="1549539" y="322186"/>
                  </a:lnTo>
                  <a:lnTo>
                    <a:pt x="1469009" y="322186"/>
                  </a:lnTo>
                  <a:lnTo>
                    <a:pt x="1469009" y="329336"/>
                  </a:lnTo>
                  <a:lnTo>
                    <a:pt x="1513979" y="329336"/>
                  </a:lnTo>
                  <a:lnTo>
                    <a:pt x="1509318" y="331584"/>
                  </a:lnTo>
                  <a:lnTo>
                    <a:pt x="1501825" y="336613"/>
                  </a:lnTo>
                  <a:lnTo>
                    <a:pt x="1495120" y="342430"/>
                  </a:lnTo>
                  <a:lnTo>
                    <a:pt x="1490179" y="348691"/>
                  </a:lnTo>
                  <a:lnTo>
                    <a:pt x="1486979" y="355422"/>
                  </a:lnTo>
                  <a:lnTo>
                    <a:pt x="1485531" y="362623"/>
                  </a:lnTo>
                  <a:lnTo>
                    <a:pt x="1485722" y="369100"/>
                  </a:lnTo>
                  <a:lnTo>
                    <a:pt x="1510677" y="384048"/>
                  </a:lnTo>
                  <a:lnTo>
                    <a:pt x="1519161" y="383108"/>
                  </a:lnTo>
                  <a:lnTo>
                    <a:pt x="1555178" y="360045"/>
                  </a:lnTo>
                  <a:lnTo>
                    <a:pt x="1559826" y="345478"/>
                  </a:lnTo>
                  <a:lnTo>
                    <a:pt x="1559636" y="338239"/>
                  </a:lnTo>
                  <a:lnTo>
                    <a:pt x="1559547" y="338061"/>
                  </a:lnTo>
                  <a:lnTo>
                    <a:pt x="1559547" y="329336"/>
                  </a:lnTo>
                  <a:lnTo>
                    <a:pt x="1580159" y="329336"/>
                  </a:lnTo>
                  <a:lnTo>
                    <a:pt x="1580159" y="322186"/>
                  </a:lnTo>
                  <a:lnTo>
                    <a:pt x="1559547" y="322186"/>
                  </a:lnTo>
                  <a:lnTo>
                    <a:pt x="1559547" y="274320"/>
                  </a:lnTo>
                  <a:lnTo>
                    <a:pt x="1633131" y="274320"/>
                  </a:lnTo>
                  <a:lnTo>
                    <a:pt x="1637258" y="274320"/>
                  </a:lnTo>
                  <a:lnTo>
                    <a:pt x="1645831" y="274320"/>
                  </a:lnTo>
                  <a:lnTo>
                    <a:pt x="1895576" y="274320"/>
                  </a:lnTo>
                  <a:lnTo>
                    <a:pt x="1895576" y="371475"/>
                  </a:lnTo>
                  <a:lnTo>
                    <a:pt x="1905571" y="371475"/>
                  </a:lnTo>
                  <a:lnTo>
                    <a:pt x="1905571" y="274320"/>
                  </a:lnTo>
                  <a:lnTo>
                    <a:pt x="2737612" y="274320"/>
                  </a:lnTo>
                  <a:lnTo>
                    <a:pt x="2737612" y="268605"/>
                  </a:lnTo>
                  <a:lnTo>
                    <a:pt x="1905571" y="268605"/>
                  </a:lnTo>
                  <a:lnTo>
                    <a:pt x="1905571" y="217170"/>
                  </a:lnTo>
                  <a:lnTo>
                    <a:pt x="2737612" y="217170"/>
                  </a:lnTo>
                  <a:lnTo>
                    <a:pt x="2737612" y="211455"/>
                  </a:lnTo>
                  <a:lnTo>
                    <a:pt x="1905571" y="211455"/>
                  </a:lnTo>
                  <a:lnTo>
                    <a:pt x="1905571" y="160020"/>
                  </a:lnTo>
                  <a:lnTo>
                    <a:pt x="2737612" y="160020"/>
                  </a:lnTo>
                  <a:lnTo>
                    <a:pt x="2737612" y="154305"/>
                  </a:lnTo>
                  <a:lnTo>
                    <a:pt x="1905571" y="154305"/>
                  </a:lnTo>
                  <a:lnTo>
                    <a:pt x="1905571" y="102870"/>
                  </a:lnTo>
                  <a:lnTo>
                    <a:pt x="2737612" y="102870"/>
                  </a:lnTo>
                  <a:lnTo>
                    <a:pt x="2737612" y="97155"/>
                  </a:lnTo>
                  <a:lnTo>
                    <a:pt x="1905571" y="97155"/>
                  </a:lnTo>
                  <a:lnTo>
                    <a:pt x="1905571" y="45720"/>
                  </a:lnTo>
                  <a:lnTo>
                    <a:pt x="2737612" y="45720"/>
                  </a:lnTo>
                  <a:lnTo>
                    <a:pt x="2737612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3" name="object 153">
              <a:extLst>
                <a:ext uri="{FF2B5EF4-FFF2-40B4-BE49-F238E27FC236}">
                  <a16:creationId xmlns:a16="http://schemas.microsoft.com/office/drawing/2014/main" id="{E6C0EE75-F065-E2BB-8140-E27D9E6733A9}"/>
                </a:ext>
              </a:extLst>
            </p:cNvPr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096896" y="8621544"/>
              <a:ext cx="150629" cy="160591"/>
            </a:xfrm>
            <a:prstGeom prst="rect">
              <a:avLst/>
            </a:prstGeom>
          </p:spPr>
        </p:pic>
        <p:sp>
          <p:nvSpPr>
            <p:cNvPr id="154" name="object 154">
              <a:extLst>
                <a:ext uri="{FF2B5EF4-FFF2-40B4-BE49-F238E27FC236}">
                  <a16:creationId xmlns:a16="http://schemas.microsoft.com/office/drawing/2014/main" id="{29CF0D97-F7B7-833D-63CC-132996C6C3C0}"/>
                </a:ext>
              </a:extLst>
            </p:cNvPr>
            <p:cNvSpPr/>
            <p:nvPr/>
          </p:nvSpPr>
          <p:spPr>
            <a:xfrm>
              <a:off x="4226903" y="8222637"/>
              <a:ext cx="1936750" cy="481330"/>
            </a:xfrm>
            <a:custGeom>
              <a:avLst/>
              <a:gdLst/>
              <a:ahLst/>
              <a:cxnLst/>
              <a:rect l="l" t="t" r="r" b="b"/>
              <a:pathLst>
                <a:path w="1936750" h="481329">
                  <a:moveTo>
                    <a:pt x="758736" y="385483"/>
                  </a:moveTo>
                  <a:lnTo>
                    <a:pt x="758545" y="378244"/>
                  </a:lnTo>
                  <a:lnTo>
                    <a:pt x="758444" y="378040"/>
                  </a:lnTo>
                  <a:lnTo>
                    <a:pt x="758444" y="97180"/>
                  </a:lnTo>
                  <a:lnTo>
                    <a:pt x="758444" y="68580"/>
                  </a:lnTo>
                  <a:lnTo>
                    <a:pt x="748449" y="68580"/>
                  </a:lnTo>
                  <a:lnTo>
                    <a:pt x="748449" y="68961"/>
                  </a:lnTo>
                  <a:lnTo>
                    <a:pt x="606755" y="74295"/>
                  </a:lnTo>
                  <a:lnTo>
                    <a:pt x="596760" y="74295"/>
                  </a:lnTo>
                  <a:lnTo>
                    <a:pt x="596760" y="74676"/>
                  </a:lnTo>
                  <a:lnTo>
                    <a:pt x="455066" y="80010"/>
                  </a:lnTo>
                  <a:lnTo>
                    <a:pt x="445071" y="80010"/>
                  </a:lnTo>
                  <a:lnTo>
                    <a:pt x="445071" y="80391"/>
                  </a:lnTo>
                  <a:lnTo>
                    <a:pt x="303377" y="85725"/>
                  </a:lnTo>
                  <a:lnTo>
                    <a:pt x="293382" y="85725"/>
                  </a:lnTo>
                  <a:lnTo>
                    <a:pt x="293382" y="86106"/>
                  </a:lnTo>
                  <a:lnTo>
                    <a:pt x="151688" y="91440"/>
                  </a:lnTo>
                  <a:lnTo>
                    <a:pt x="141693" y="91440"/>
                  </a:lnTo>
                  <a:lnTo>
                    <a:pt x="141693" y="91821"/>
                  </a:lnTo>
                  <a:lnTo>
                    <a:pt x="0" y="97155"/>
                  </a:lnTo>
                  <a:lnTo>
                    <a:pt x="0" y="125755"/>
                  </a:lnTo>
                  <a:lnTo>
                    <a:pt x="141693" y="120421"/>
                  </a:lnTo>
                  <a:lnTo>
                    <a:pt x="141693" y="419341"/>
                  </a:lnTo>
                  <a:lnTo>
                    <a:pt x="61163" y="419341"/>
                  </a:lnTo>
                  <a:lnTo>
                    <a:pt x="61163" y="426491"/>
                  </a:lnTo>
                  <a:lnTo>
                    <a:pt x="106133" y="426491"/>
                  </a:lnTo>
                  <a:lnTo>
                    <a:pt x="101473" y="428739"/>
                  </a:lnTo>
                  <a:lnTo>
                    <a:pt x="77685" y="459778"/>
                  </a:lnTo>
                  <a:lnTo>
                    <a:pt x="77876" y="466255"/>
                  </a:lnTo>
                  <a:lnTo>
                    <a:pt x="102831" y="481203"/>
                  </a:lnTo>
                  <a:lnTo>
                    <a:pt x="111315" y="480263"/>
                  </a:lnTo>
                  <a:lnTo>
                    <a:pt x="147332" y="457200"/>
                  </a:lnTo>
                  <a:lnTo>
                    <a:pt x="151980" y="442633"/>
                  </a:lnTo>
                  <a:lnTo>
                    <a:pt x="151790" y="435394"/>
                  </a:lnTo>
                  <a:lnTo>
                    <a:pt x="151688" y="435190"/>
                  </a:lnTo>
                  <a:lnTo>
                    <a:pt x="151688" y="426491"/>
                  </a:lnTo>
                  <a:lnTo>
                    <a:pt x="172300" y="426491"/>
                  </a:lnTo>
                  <a:lnTo>
                    <a:pt x="172300" y="419341"/>
                  </a:lnTo>
                  <a:lnTo>
                    <a:pt x="151688" y="419341"/>
                  </a:lnTo>
                  <a:lnTo>
                    <a:pt x="151688" y="120040"/>
                  </a:lnTo>
                  <a:lnTo>
                    <a:pt x="293382" y="114706"/>
                  </a:lnTo>
                  <a:lnTo>
                    <a:pt x="293382" y="367741"/>
                  </a:lnTo>
                  <a:lnTo>
                    <a:pt x="291376" y="366141"/>
                  </a:lnTo>
                  <a:lnTo>
                    <a:pt x="284899" y="364426"/>
                  </a:lnTo>
                  <a:lnTo>
                    <a:pt x="245656" y="376618"/>
                  </a:lnTo>
                  <a:lnTo>
                    <a:pt x="229374" y="402628"/>
                  </a:lnTo>
                  <a:lnTo>
                    <a:pt x="229565" y="409105"/>
                  </a:lnTo>
                  <a:lnTo>
                    <a:pt x="254520" y="424053"/>
                  </a:lnTo>
                  <a:lnTo>
                    <a:pt x="263004" y="423113"/>
                  </a:lnTo>
                  <a:lnTo>
                    <a:pt x="299021" y="400050"/>
                  </a:lnTo>
                  <a:lnTo>
                    <a:pt x="303669" y="385483"/>
                  </a:lnTo>
                  <a:lnTo>
                    <a:pt x="303479" y="378244"/>
                  </a:lnTo>
                  <a:lnTo>
                    <a:pt x="303377" y="378040"/>
                  </a:lnTo>
                  <a:lnTo>
                    <a:pt x="303377" y="114325"/>
                  </a:lnTo>
                  <a:lnTo>
                    <a:pt x="445071" y="108991"/>
                  </a:lnTo>
                  <a:lnTo>
                    <a:pt x="445071" y="224866"/>
                  </a:lnTo>
                  <a:lnTo>
                    <a:pt x="443064" y="223266"/>
                  </a:lnTo>
                  <a:lnTo>
                    <a:pt x="436587" y="221551"/>
                  </a:lnTo>
                  <a:lnTo>
                    <a:pt x="397344" y="233743"/>
                  </a:lnTo>
                  <a:lnTo>
                    <a:pt x="381063" y="259753"/>
                  </a:lnTo>
                  <a:lnTo>
                    <a:pt x="381254" y="266230"/>
                  </a:lnTo>
                  <a:lnTo>
                    <a:pt x="406209" y="281178"/>
                  </a:lnTo>
                  <a:lnTo>
                    <a:pt x="414693" y="280238"/>
                  </a:lnTo>
                  <a:lnTo>
                    <a:pt x="450710" y="257175"/>
                  </a:lnTo>
                  <a:lnTo>
                    <a:pt x="455358" y="242608"/>
                  </a:lnTo>
                  <a:lnTo>
                    <a:pt x="455168" y="235369"/>
                  </a:lnTo>
                  <a:lnTo>
                    <a:pt x="455066" y="235165"/>
                  </a:lnTo>
                  <a:lnTo>
                    <a:pt x="455066" y="108610"/>
                  </a:lnTo>
                  <a:lnTo>
                    <a:pt x="596760" y="103276"/>
                  </a:lnTo>
                  <a:lnTo>
                    <a:pt x="596760" y="310591"/>
                  </a:lnTo>
                  <a:lnTo>
                    <a:pt x="594753" y="308991"/>
                  </a:lnTo>
                  <a:lnTo>
                    <a:pt x="588276" y="307276"/>
                  </a:lnTo>
                  <a:lnTo>
                    <a:pt x="549033" y="319468"/>
                  </a:lnTo>
                  <a:lnTo>
                    <a:pt x="532752" y="345478"/>
                  </a:lnTo>
                  <a:lnTo>
                    <a:pt x="532942" y="351955"/>
                  </a:lnTo>
                  <a:lnTo>
                    <a:pt x="557898" y="366903"/>
                  </a:lnTo>
                  <a:lnTo>
                    <a:pt x="566381" y="365963"/>
                  </a:lnTo>
                  <a:lnTo>
                    <a:pt x="602399" y="342900"/>
                  </a:lnTo>
                  <a:lnTo>
                    <a:pt x="607047" y="328333"/>
                  </a:lnTo>
                  <a:lnTo>
                    <a:pt x="606856" y="321094"/>
                  </a:lnTo>
                  <a:lnTo>
                    <a:pt x="606755" y="320890"/>
                  </a:lnTo>
                  <a:lnTo>
                    <a:pt x="606755" y="102895"/>
                  </a:lnTo>
                  <a:lnTo>
                    <a:pt x="748449" y="97561"/>
                  </a:lnTo>
                  <a:lnTo>
                    <a:pt x="748449" y="367741"/>
                  </a:lnTo>
                  <a:lnTo>
                    <a:pt x="746442" y="366141"/>
                  </a:lnTo>
                  <a:lnTo>
                    <a:pt x="739965" y="364426"/>
                  </a:lnTo>
                  <a:lnTo>
                    <a:pt x="700722" y="376618"/>
                  </a:lnTo>
                  <a:lnTo>
                    <a:pt x="684441" y="402628"/>
                  </a:lnTo>
                  <a:lnTo>
                    <a:pt x="684631" y="409105"/>
                  </a:lnTo>
                  <a:lnTo>
                    <a:pt x="709587" y="424053"/>
                  </a:lnTo>
                  <a:lnTo>
                    <a:pt x="718070" y="423113"/>
                  </a:lnTo>
                  <a:lnTo>
                    <a:pt x="754087" y="400050"/>
                  </a:lnTo>
                  <a:lnTo>
                    <a:pt x="757288" y="393052"/>
                  </a:lnTo>
                  <a:lnTo>
                    <a:pt x="758736" y="385483"/>
                  </a:lnTo>
                  <a:close/>
                </a:path>
                <a:path w="1936750" h="481329">
                  <a:moveTo>
                    <a:pt x="1936508" y="137160"/>
                  </a:moveTo>
                  <a:lnTo>
                    <a:pt x="1104480" y="137160"/>
                  </a:lnTo>
                  <a:lnTo>
                    <a:pt x="1104480" y="0"/>
                  </a:lnTo>
                  <a:lnTo>
                    <a:pt x="1094486" y="0"/>
                  </a:lnTo>
                  <a:lnTo>
                    <a:pt x="1094486" y="308610"/>
                  </a:lnTo>
                  <a:lnTo>
                    <a:pt x="844740" y="308610"/>
                  </a:lnTo>
                  <a:lnTo>
                    <a:pt x="844740" y="257175"/>
                  </a:lnTo>
                  <a:lnTo>
                    <a:pt x="1094486" y="257175"/>
                  </a:lnTo>
                  <a:lnTo>
                    <a:pt x="1094486" y="251460"/>
                  </a:lnTo>
                  <a:lnTo>
                    <a:pt x="844740" y="251460"/>
                  </a:lnTo>
                  <a:lnTo>
                    <a:pt x="844740" y="200025"/>
                  </a:lnTo>
                  <a:lnTo>
                    <a:pt x="1094486" y="200025"/>
                  </a:lnTo>
                  <a:lnTo>
                    <a:pt x="1094486" y="194310"/>
                  </a:lnTo>
                  <a:lnTo>
                    <a:pt x="844740" y="194310"/>
                  </a:lnTo>
                  <a:lnTo>
                    <a:pt x="844740" y="142875"/>
                  </a:lnTo>
                  <a:lnTo>
                    <a:pt x="1094486" y="142875"/>
                  </a:lnTo>
                  <a:lnTo>
                    <a:pt x="1094486" y="137160"/>
                  </a:lnTo>
                  <a:lnTo>
                    <a:pt x="832040" y="137160"/>
                  </a:lnTo>
                  <a:lnTo>
                    <a:pt x="832040" y="142875"/>
                  </a:lnTo>
                  <a:lnTo>
                    <a:pt x="836168" y="142875"/>
                  </a:lnTo>
                  <a:lnTo>
                    <a:pt x="836168" y="194310"/>
                  </a:lnTo>
                  <a:lnTo>
                    <a:pt x="832040" y="194310"/>
                  </a:lnTo>
                  <a:lnTo>
                    <a:pt x="832040" y="200025"/>
                  </a:lnTo>
                  <a:lnTo>
                    <a:pt x="836168" y="200025"/>
                  </a:lnTo>
                  <a:lnTo>
                    <a:pt x="836168" y="251460"/>
                  </a:lnTo>
                  <a:lnTo>
                    <a:pt x="832040" y="251460"/>
                  </a:lnTo>
                  <a:lnTo>
                    <a:pt x="832040" y="257175"/>
                  </a:lnTo>
                  <a:lnTo>
                    <a:pt x="836168" y="257175"/>
                  </a:lnTo>
                  <a:lnTo>
                    <a:pt x="836168" y="308610"/>
                  </a:lnTo>
                  <a:lnTo>
                    <a:pt x="832040" y="308610"/>
                  </a:lnTo>
                  <a:lnTo>
                    <a:pt x="832040" y="314325"/>
                  </a:lnTo>
                  <a:lnTo>
                    <a:pt x="836168" y="314325"/>
                  </a:lnTo>
                  <a:lnTo>
                    <a:pt x="836168" y="365760"/>
                  </a:lnTo>
                  <a:lnTo>
                    <a:pt x="832040" y="365760"/>
                  </a:lnTo>
                  <a:lnTo>
                    <a:pt x="832040" y="371475"/>
                  </a:lnTo>
                  <a:lnTo>
                    <a:pt x="836168" y="371475"/>
                  </a:lnTo>
                  <a:lnTo>
                    <a:pt x="844740" y="371475"/>
                  </a:lnTo>
                  <a:lnTo>
                    <a:pt x="1936508" y="371475"/>
                  </a:lnTo>
                  <a:lnTo>
                    <a:pt x="1936508" y="365760"/>
                  </a:lnTo>
                  <a:lnTo>
                    <a:pt x="844740" y="365760"/>
                  </a:lnTo>
                  <a:lnTo>
                    <a:pt x="844740" y="314325"/>
                  </a:lnTo>
                  <a:lnTo>
                    <a:pt x="1094486" y="314325"/>
                  </a:lnTo>
                  <a:lnTo>
                    <a:pt x="1094486" y="354330"/>
                  </a:lnTo>
                  <a:lnTo>
                    <a:pt x="1104480" y="354330"/>
                  </a:lnTo>
                  <a:lnTo>
                    <a:pt x="1104480" y="314325"/>
                  </a:lnTo>
                  <a:lnTo>
                    <a:pt x="1936508" y="314325"/>
                  </a:lnTo>
                  <a:lnTo>
                    <a:pt x="1936508" y="308610"/>
                  </a:lnTo>
                  <a:lnTo>
                    <a:pt x="1104480" y="308610"/>
                  </a:lnTo>
                  <a:lnTo>
                    <a:pt x="1104480" y="257175"/>
                  </a:lnTo>
                  <a:lnTo>
                    <a:pt x="1936508" y="257175"/>
                  </a:lnTo>
                  <a:lnTo>
                    <a:pt x="1936508" y="251460"/>
                  </a:lnTo>
                  <a:lnTo>
                    <a:pt x="1104480" y="251460"/>
                  </a:lnTo>
                  <a:lnTo>
                    <a:pt x="1104480" y="200025"/>
                  </a:lnTo>
                  <a:lnTo>
                    <a:pt x="1936508" y="200025"/>
                  </a:lnTo>
                  <a:lnTo>
                    <a:pt x="1936508" y="194310"/>
                  </a:lnTo>
                  <a:lnTo>
                    <a:pt x="1104480" y="194310"/>
                  </a:lnTo>
                  <a:lnTo>
                    <a:pt x="1104480" y="142875"/>
                  </a:lnTo>
                  <a:lnTo>
                    <a:pt x="1936508" y="142875"/>
                  </a:lnTo>
                  <a:lnTo>
                    <a:pt x="1936508" y="137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5" name="object 155">
              <a:extLst>
                <a:ext uri="{FF2B5EF4-FFF2-40B4-BE49-F238E27FC236}">
                  <a16:creationId xmlns:a16="http://schemas.microsoft.com/office/drawing/2014/main" id="{924A94DB-D720-CC56-FCCC-5B0111C441E0}"/>
                </a:ext>
              </a:extLst>
            </p:cNvPr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201374" y="8507244"/>
              <a:ext cx="130301" cy="160591"/>
            </a:xfrm>
            <a:prstGeom prst="rect">
              <a:avLst/>
            </a:prstGeom>
          </p:spPr>
        </p:pic>
        <p:sp>
          <p:nvSpPr>
            <p:cNvPr id="156" name="object 156">
              <a:extLst>
                <a:ext uri="{FF2B5EF4-FFF2-40B4-BE49-F238E27FC236}">
                  <a16:creationId xmlns:a16="http://schemas.microsoft.com/office/drawing/2014/main" id="{784C98E6-C389-5792-A705-F5325F59C5EB}"/>
                </a:ext>
              </a:extLst>
            </p:cNvPr>
            <p:cNvSpPr/>
            <p:nvPr/>
          </p:nvSpPr>
          <p:spPr>
            <a:xfrm>
              <a:off x="5331383" y="8165487"/>
              <a:ext cx="1936750" cy="428625"/>
            </a:xfrm>
            <a:custGeom>
              <a:avLst/>
              <a:gdLst/>
              <a:ahLst/>
              <a:cxnLst/>
              <a:rect l="l" t="t" r="r" b="b"/>
              <a:pathLst>
                <a:path w="1936750" h="428625">
                  <a:moveTo>
                    <a:pt x="758736" y="299758"/>
                  </a:moveTo>
                  <a:lnTo>
                    <a:pt x="758545" y="292519"/>
                  </a:lnTo>
                  <a:lnTo>
                    <a:pt x="758444" y="292315"/>
                  </a:lnTo>
                  <a:lnTo>
                    <a:pt x="758444" y="28663"/>
                  </a:lnTo>
                  <a:lnTo>
                    <a:pt x="758444" y="0"/>
                  </a:lnTo>
                  <a:lnTo>
                    <a:pt x="748449" y="0"/>
                  </a:lnTo>
                  <a:lnTo>
                    <a:pt x="748449" y="762"/>
                  </a:lnTo>
                  <a:lnTo>
                    <a:pt x="606755" y="11430"/>
                  </a:lnTo>
                  <a:lnTo>
                    <a:pt x="596760" y="11430"/>
                  </a:lnTo>
                  <a:lnTo>
                    <a:pt x="596760" y="12192"/>
                  </a:lnTo>
                  <a:lnTo>
                    <a:pt x="455066" y="22860"/>
                  </a:lnTo>
                  <a:lnTo>
                    <a:pt x="445071" y="22860"/>
                  </a:lnTo>
                  <a:lnTo>
                    <a:pt x="445071" y="23622"/>
                  </a:lnTo>
                  <a:lnTo>
                    <a:pt x="303377" y="34290"/>
                  </a:lnTo>
                  <a:lnTo>
                    <a:pt x="293382" y="34290"/>
                  </a:lnTo>
                  <a:lnTo>
                    <a:pt x="293382" y="35052"/>
                  </a:lnTo>
                  <a:lnTo>
                    <a:pt x="151688" y="45720"/>
                  </a:lnTo>
                  <a:lnTo>
                    <a:pt x="141693" y="45720"/>
                  </a:lnTo>
                  <a:lnTo>
                    <a:pt x="141693" y="46482"/>
                  </a:lnTo>
                  <a:lnTo>
                    <a:pt x="0" y="57150"/>
                  </a:lnTo>
                  <a:lnTo>
                    <a:pt x="0" y="85813"/>
                  </a:lnTo>
                  <a:lnTo>
                    <a:pt x="141693" y="75145"/>
                  </a:lnTo>
                  <a:lnTo>
                    <a:pt x="141693" y="367741"/>
                  </a:lnTo>
                  <a:lnTo>
                    <a:pt x="139687" y="366141"/>
                  </a:lnTo>
                  <a:lnTo>
                    <a:pt x="133210" y="364426"/>
                  </a:lnTo>
                  <a:lnTo>
                    <a:pt x="124828" y="364617"/>
                  </a:lnTo>
                  <a:lnTo>
                    <a:pt x="87274" y="382435"/>
                  </a:lnTo>
                  <a:lnTo>
                    <a:pt x="77685" y="402628"/>
                  </a:lnTo>
                  <a:lnTo>
                    <a:pt x="77876" y="409105"/>
                  </a:lnTo>
                  <a:lnTo>
                    <a:pt x="102831" y="424053"/>
                  </a:lnTo>
                  <a:lnTo>
                    <a:pt x="111315" y="423113"/>
                  </a:lnTo>
                  <a:lnTo>
                    <a:pt x="147332" y="400050"/>
                  </a:lnTo>
                  <a:lnTo>
                    <a:pt x="151980" y="385483"/>
                  </a:lnTo>
                  <a:lnTo>
                    <a:pt x="151790" y="378244"/>
                  </a:lnTo>
                  <a:lnTo>
                    <a:pt x="151688" y="378040"/>
                  </a:lnTo>
                  <a:lnTo>
                    <a:pt x="151688" y="74383"/>
                  </a:lnTo>
                  <a:lnTo>
                    <a:pt x="293382" y="63715"/>
                  </a:lnTo>
                  <a:lnTo>
                    <a:pt x="293382" y="282016"/>
                  </a:lnTo>
                  <a:lnTo>
                    <a:pt x="291376" y="280416"/>
                  </a:lnTo>
                  <a:lnTo>
                    <a:pt x="284899" y="278701"/>
                  </a:lnTo>
                  <a:lnTo>
                    <a:pt x="245656" y="290893"/>
                  </a:lnTo>
                  <a:lnTo>
                    <a:pt x="229374" y="316903"/>
                  </a:lnTo>
                  <a:lnTo>
                    <a:pt x="229565" y="323380"/>
                  </a:lnTo>
                  <a:lnTo>
                    <a:pt x="254520" y="338328"/>
                  </a:lnTo>
                  <a:lnTo>
                    <a:pt x="263004" y="337388"/>
                  </a:lnTo>
                  <a:lnTo>
                    <a:pt x="299021" y="314325"/>
                  </a:lnTo>
                  <a:lnTo>
                    <a:pt x="303669" y="299758"/>
                  </a:lnTo>
                  <a:lnTo>
                    <a:pt x="303479" y="292519"/>
                  </a:lnTo>
                  <a:lnTo>
                    <a:pt x="303377" y="292315"/>
                  </a:lnTo>
                  <a:lnTo>
                    <a:pt x="303377" y="62953"/>
                  </a:lnTo>
                  <a:lnTo>
                    <a:pt x="445071" y="52285"/>
                  </a:lnTo>
                  <a:lnTo>
                    <a:pt x="445071" y="167716"/>
                  </a:lnTo>
                  <a:lnTo>
                    <a:pt x="443064" y="166116"/>
                  </a:lnTo>
                  <a:lnTo>
                    <a:pt x="436587" y="164401"/>
                  </a:lnTo>
                  <a:lnTo>
                    <a:pt x="397344" y="176593"/>
                  </a:lnTo>
                  <a:lnTo>
                    <a:pt x="381063" y="202603"/>
                  </a:lnTo>
                  <a:lnTo>
                    <a:pt x="381254" y="209080"/>
                  </a:lnTo>
                  <a:lnTo>
                    <a:pt x="406209" y="224028"/>
                  </a:lnTo>
                  <a:lnTo>
                    <a:pt x="414693" y="223088"/>
                  </a:lnTo>
                  <a:lnTo>
                    <a:pt x="450710" y="200025"/>
                  </a:lnTo>
                  <a:lnTo>
                    <a:pt x="455358" y="185458"/>
                  </a:lnTo>
                  <a:lnTo>
                    <a:pt x="455168" y="178219"/>
                  </a:lnTo>
                  <a:lnTo>
                    <a:pt x="455066" y="178015"/>
                  </a:lnTo>
                  <a:lnTo>
                    <a:pt x="455066" y="51523"/>
                  </a:lnTo>
                  <a:lnTo>
                    <a:pt x="596760" y="40855"/>
                  </a:lnTo>
                  <a:lnTo>
                    <a:pt x="596760" y="224866"/>
                  </a:lnTo>
                  <a:lnTo>
                    <a:pt x="594753" y="223266"/>
                  </a:lnTo>
                  <a:lnTo>
                    <a:pt x="588276" y="221551"/>
                  </a:lnTo>
                  <a:lnTo>
                    <a:pt x="549033" y="233743"/>
                  </a:lnTo>
                  <a:lnTo>
                    <a:pt x="532752" y="259753"/>
                  </a:lnTo>
                  <a:lnTo>
                    <a:pt x="532942" y="266230"/>
                  </a:lnTo>
                  <a:lnTo>
                    <a:pt x="557898" y="281178"/>
                  </a:lnTo>
                  <a:lnTo>
                    <a:pt x="566381" y="280238"/>
                  </a:lnTo>
                  <a:lnTo>
                    <a:pt x="602399" y="257175"/>
                  </a:lnTo>
                  <a:lnTo>
                    <a:pt x="607047" y="242608"/>
                  </a:lnTo>
                  <a:lnTo>
                    <a:pt x="606856" y="235369"/>
                  </a:lnTo>
                  <a:lnTo>
                    <a:pt x="606755" y="235165"/>
                  </a:lnTo>
                  <a:lnTo>
                    <a:pt x="606755" y="40093"/>
                  </a:lnTo>
                  <a:lnTo>
                    <a:pt x="748449" y="29425"/>
                  </a:lnTo>
                  <a:lnTo>
                    <a:pt x="748449" y="282016"/>
                  </a:lnTo>
                  <a:lnTo>
                    <a:pt x="746442" y="280416"/>
                  </a:lnTo>
                  <a:lnTo>
                    <a:pt x="739965" y="278701"/>
                  </a:lnTo>
                  <a:lnTo>
                    <a:pt x="700722" y="290893"/>
                  </a:lnTo>
                  <a:lnTo>
                    <a:pt x="684441" y="316903"/>
                  </a:lnTo>
                  <a:lnTo>
                    <a:pt x="684631" y="323380"/>
                  </a:lnTo>
                  <a:lnTo>
                    <a:pt x="709587" y="338328"/>
                  </a:lnTo>
                  <a:lnTo>
                    <a:pt x="718070" y="337388"/>
                  </a:lnTo>
                  <a:lnTo>
                    <a:pt x="754087" y="314325"/>
                  </a:lnTo>
                  <a:lnTo>
                    <a:pt x="757288" y="307327"/>
                  </a:lnTo>
                  <a:lnTo>
                    <a:pt x="758736" y="299758"/>
                  </a:lnTo>
                  <a:close/>
                </a:path>
                <a:path w="1936750" h="428625">
                  <a:moveTo>
                    <a:pt x="1936508" y="194310"/>
                  </a:moveTo>
                  <a:lnTo>
                    <a:pt x="832027" y="194310"/>
                  </a:lnTo>
                  <a:lnTo>
                    <a:pt x="832027" y="200025"/>
                  </a:lnTo>
                  <a:lnTo>
                    <a:pt x="836155" y="200025"/>
                  </a:lnTo>
                  <a:lnTo>
                    <a:pt x="836155" y="251460"/>
                  </a:lnTo>
                  <a:lnTo>
                    <a:pt x="832027" y="251460"/>
                  </a:lnTo>
                  <a:lnTo>
                    <a:pt x="832027" y="257175"/>
                  </a:lnTo>
                  <a:lnTo>
                    <a:pt x="836155" y="257175"/>
                  </a:lnTo>
                  <a:lnTo>
                    <a:pt x="836155" y="308610"/>
                  </a:lnTo>
                  <a:lnTo>
                    <a:pt x="832027" y="308610"/>
                  </a:lnTo>
                  <a:lnTo>
                    <a:pt x="832027" y="314325"/>
                  </a:lnTo>
                  <a:lnTo>
                    <a:pt x="836155" y="314325"/>
                  </a:lnTo>
                  <a:lnTo>
                    <a:pt x="836155" y="365760"/>
                  </a:lnTo>
                  <a:lnTo>
                    <a:pt x="832027" y="365760"/>
                  </a:lnTo>
                  <a:lnTo>
                    <a:pt x="832027" y="371475"/>
                  </a:lnTo>
                  <a:lnTo>
                    <a:pt x="836155" y="371475"/>
                  </a:lnTo>
                  <a:lnTo>
                    <a:pt x="836155" y="422910"/>
                  </a:lnTo>
                  <a:lnTo>
                    <a:pt x="832027" y="422910"/>
                  </a:lnTo>
                  <a:lnTo>
                    <a:pt x="832027" y="428625"/>
                  </a:lnTo>
                  <a:lnTo>
                    <a:pt x="836155" y="428625"/>
                  </a:lnTo>
                  <a:lnTo>
                    <a:pt x="844727" y="428625"/>
                  </a:lnTo>
                  <a:lnTo>
                    <a:pt x="1936508" y="428625"/>
                  </a:lnTo>
                  <a:lnTo>
                    <a:pt x="1936508" y="422910"/>
                  </a:lnTo>
                  <a:lnTo>
                    <a:pt x="844727" y="422910"/>
                  </a:lnTo>
                  <a:lnTo>
                    <a:pt x="844727" y="371475"/>
                  </a:lnTo>
                  <a:lnTo>
                    <a:pt x="1936508" y="371475"/>
                  </a:lnTo>
                  <a:lnTo>
                    <a:pt x="1936508" y="365760"/>
                  </a:lnTo>
                  <a:lnTo>
                    <a:pt x="844727" y="365760"/>
                  </a:lnTo>
                  <a:lnTo>
                    <a:pt x="844727" y="314325"/>
                  </a:lnTo>
                  <a:lnTo>
                    <a:pt x="1936508" y="314325"/>
                  </a:lnTo>
                  <a:lnTo>
                    <a:pt x="1936508" y="308610"/>
                  </a:lnTo>
                  <a:lnTo>
                    <a:pt x="844727" y="308610"/>
                  </a:lnTo>
                  <a:lnTo>
                    <a:pt x="844727" y="257175"/>
                  </a:lnTo>
                  <a:lnTo>
                    <a:pt x="1936508" y="257175"/>
                  </a:lnTo>
                  <a:lnTo>
                    <a:pt x="1936508" y="251460"/>
                  </a:lnTo>
                  <a:lnTo>
                    <a:pt x="844727" y="251460"/>
                  </a:lnTo>
                  <a:lnTo>
                    <a:pt x="844727" y="200025"/>
                  </a:lnTo>
                  <a:lnTo>
                    <a:pt x="1936508" y="200025"/>
                  </a:lnTo>
                  <a:lnTo>
                    <a:pt x="1936508" y="1943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7" name="object 157">
              <a:extLst>
                <a:ext uri="{FF2B5EF4-FFF2-40B4-BE49-F238E27FC236}">
                  <a16:creationId xmlns:a16="http://schemas.microsoft.com/office/drawing/2014/main" id="{25C3B8B5-272A-63E0-B2A0-DDE7B990EC31}"/>
                </a:ext>
              </a:extLst>
            </p:cNvPr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305852" y="8421519"/>
              <a:ext cx="130301" cy="281177"/>
            </a:xfrm>
            <a:prstGeom prst="rect">
              <a:avLst/>
            </a:prstGeom>
          </p:spPr>
        </p:pic>
        <p:sp>
          <p:nvSpPr>
            <p:cNvPr id="158" name="object 158">
              <a:extLst>
                <a:ext uri="{FF2B5EF4-FFF2-40B4-BE49-F238E27FC236}">
                  <a16:creationId xmlns:a16="http://schemas.microsoft.com/office/drawing/2014/main" id="{A2D86A56-1777-5C6A-EF6D-4F53683381B5}"/>
                </a:ext>
              </a:extLst>
            </p:cNvPr>
            <p:cNvSpPr/>
            <p:nvPr/>
          </p:nvSpPr>
          <p:spPr>
            <a:xfrm>
              <a:off x="6513538" y="8244163"/>
              <a:ext cx="767080" cy="447675"/>
            </a:xfrm>
            <a:custGeom>
              <a:avLst/>
              <a:gdLst/>
              <a:ahLst/>
              <a:cxnLst/>
              <a:rect l="l" t="t" r="r" b="b"/>
              <a:pathLst>
                <a:path w="767079" h="447675">
                  <a:moveTo>
                    <a:pt x="74295" y="221081"/>
                  </a:moveTo>
                  <a:lnTo>
                    <a:pt x="74104" y="213842"/>
                  </a:lnTo>
                  <a:lnTo>
                    <a:pt x="71539" y="208597"/>
                  </a:lnTo>
                  <a:lnTo>
                    <a:pt x="66586" y="205359"/>
                  </a:lnTo>
                  <a:lnTo>
                    <a:pt x="62014" y="201739"/>
                  </a:lnTo>
                  <a:lnTo>
                    <a:pt x="55537" y="200025"/>
                  </a:lnTo>
                  <a:lnTo>
                    <a:pt x="47155" y="200215"/>
                  </a:lnTo>
                  <a:lnTo>
                    <a:pt x="39217" y="201180"/>
                  </a:lnTo>
                  <a:lnTo>
                    <a:pt x="4648" y="224294"/>
                  </a:lnTo>
                  <a:lnTo>
                    <a:pt x="0" y="238226"/>
                  </a:lnTo>
                  <a:lnTo>
                    <a:pt x="88" y="241363"/>
                  </a:lnTo>
                  <a:lnTo>
                    <a:pt x="0" y="447103"/>
                  </a:lnTo>
                  <a:lnTo>
                    <a:pt x="10007" y="447103"/>
                  </a:lnTo>
                  <a:lnTo>
                    <a:pt x="10007" y="255981"/>
                  </a:lnTo>
                  <a:lnTo>
                    <a:pt x="12001" y="257556"/>
                  </a:lnTo>
                  <a:lnTo>
                    <a:pt x="17907" y="259461"/>
                  </a:lnTo>
                  <a:lnTo>
                    <a:pt x="25146" y="259651"/>
                  </a:lnTo>
                  <a:lnTo>
                    <a:pt x="33629" y="258711"/>
                  </a:lnTo>
                  <a:lnTo>
                    <a:pt x="69659" y="235648"/>
                  </a:lnTo>
                  <a:lnTo>
                    <a:pt x="72847" y="228650"/>
                  </a:lnTo>
                  <a:lnTo>
                    <a:pt x="74295" y="221081"/>
                  </a:lnTo>
                  <a:close/>
                </a:path>
                <a:path w="767079" h="447675">
                  <a:moveTo>
                    <a:pt x="225983" y="163931"/>
                  </a:moveTo>
                  <a:lnTo>
                    <a:pt x="225793" y="156692"/>
                  </a:lnTo>
                  <a:lnTo>
                    <a:pt x="223227" y="151447"/>
                  </a:lnTo>
                  <a:lnTo>
                    <a:pt x="218274" y="148209"/>
                  </a:lnTo>
                  <a:lnTo>
                    <a:pt x="213702" y="144589"/>
                  </a:lnTo>
                  <a:lnTo>
                    <a:pt x="207225" y="142875"/>
                  </a:lnTo>
                  <a:lnTo>
                    <a:pt x="198843" y="143065"/>
                  </a:lnTo>
                  <a:lnTo>
                    <a:pt x="190906" y="144030"/>
                  </a:lnTo>
                  <a:lnTo>
                    <a:pt x="156337" y="167144"/>
                  </a:lnTo>
                  <a:lnTo>
                    <a:pt x="151688" y="181076"/>
                  </a:lnTo>
                  <a:lnTo>
                    <a:pt x="151777" y="184213"/>
                  </a:lnTo>
                  <a:lnTo>
                    <a:pt x="151688" y="435673"/>
                  </a:lnTo>
                  <a:lnTo>
                    <a:pt x="161696" y="435673"/>
                  </a:lnTo>
                  <a:lnTo>
                    <a:pt x="161696" y="198831"/>
                  </a:lnTo>
                  <a:lnTo>
                    <a:pt x="163690" y="200406"/>
                  </a:lnTo>
                  <a:lnTo>
                    <a:pt x="169595" y="202311"/>
                  </a:lnTo>
                  <a:lnTo>
                    <a:pt x="176834" y="202501"/>
                  </a:lnTo>
                  <a:lnTo>
                    <a:pt x="185318" y="201561"/>
                  </a:lnTo>
                  <a:lnTo>
                    <a:pt x="221348" y="178498"/>
                  </a:lnTo>
                  <a:lnTo>
                    <a:pt x="224536" y="171500"/>
                  </a:lnTo>
                  <a:lnTo>
                    <a:pt x="225983" y="163931"/>
                  </a:lnTo>
                  <a:close/>
                </a:path>
                <a:path w="767079" h="447675">
                  <a:moveTo>
                    <a:pt x="377672" y="106781"/>
                  </a:moveTo>
                  <a:lnTo>
                    <a:pt x="377482" y="99542"/>
                  </a:lnTo>
                  <a:lnTo>
                    <a:pt x="374916" y="94297"/>
                  </a:lnTo>
                  <a:lnTo>
                    <a:pt x="369963" y="91059"/>
                  </a:lnTo>
                  <a:lnTo>
                    <a:pt x="365391" y="87439"/>
                  </a:lnTo>
                  <a:lnTo>
                    <a:pt x="358914" y="85725"/>
                  </a:lnTo>
                  <a:lnTo>
                    <a:pt x="350532" y="85915"/>
                  </a:lnTo>
                  <a:lnTo>
                    <a:pt x="342595" y="86880"/>
                  </a:lnTo>
                  <a:lnTo>
                    <a:pt x="308025" y="109994"/>
                  </a:lnTo>
                  <a:lnTo>
                    <a:pt x="303377" y="123926"/>
                  </a:lnTo>
                  <a:lnTo>
                    <a:pt x="303466" y="127063"/>
                  </a:lnTo>
                  <a:lnTo>
                    <a:pt x="303377" y="424243"/>
                  </a:lnTo>
                  <a:lnTo>
                    <a:pt x="313385" y="424243"/>
                  </a:lnTo>
                  <a:lnTo>
                    <a:pt x="313385" y="141681"/>
                  </a:lnTo>
                  <a:lnTo>
                    <a:pt x="315379" y="143256"/>
                  </a:lnTo>
                  <a:lnTo>
                    <a:pt x="321284" y="145161"/>
                  </a:lnTo>
                  <a:lnTo>
                    <a:pt x="328523" y="145351"/>
                  </a:lnTo>
                  <a:lnTo>
                    <a:pt x="337007" y="144411"/>
                  </a:lnTo>
                  <a:lnTo>
                    <a:pt x="373037" y="121348"/>
                  </a:lnTo>
                  <a:lnTo>
                    <a:pt x="376224" y="114350"/>
                  </a:lnTo>
                  <a:lnTo>
                    <a:pt x="377672" y="106781"/>
                  </a:lnTo>
                  <a:close/>
                </a:path>
                <a:path w="767079" h="447675">
                  <a:moveTo>
                    <a:pt x="549694" y="54914"/>
                  </a:moveTo>
                  <a:lnTo>
                    <a:pt x="500392" y="54914"/>
                  </a:lnTo>
                  <a:lnTo>
                    <a:pt x="505129" y="52832"/>
                  </a:lnTo>
                  <a:lnTo>
                    <a:pt x="513080" y="47917"/>
                  </a:lnTo>
                  <a:lnTo>
                    <a:pt x="519772" y="42062"/>
                  </a:lnTo>
                  <a:lnTo>
                    <a:pt x="524725" y="35623"/>
                  </a:lnTo>
                  <a:lnTo>
                    <a:pt x="527913" y="28625"/>
                  </a:lnTo>
                  <a:lnTo>
                    <a:pt x="529361" y="21056"/>
                  </a:lnTo>
                  <a:lnTo>
                    <a:pt x="529170" y="13817"/>
                  </a:lnTo>
                  <a:lnTo>
                    <a:pt x="526605" y="8572"/>
                  </a:lnTo>
                  <a:lnTo>
                    <a:pt x="521652" y="5334"/>
                  </a:lnTo>
                  <a:lnTo>
                    <a:pt x="517080" y="1714"/>
                  </a:lnTo>
                  <a:lnTo>
                    <a:pt x="510603" y="0"/>
                  </a:lnTo>
                  <a:lnTo>
                    <a:pt x="502221" y="190"/>
                  </a:lnTo>
                  <a:lnTo>
                    <a:pt x="494284" y="1155"/>
                  </a:lnTo>
                  <a:lnTo>
                    <a:pt x="459714" y="24269"/>
                  </a:lnTo>
                  <a:lnTo>
                    <a:pt x="455066" y="38201"/>
                  </a:lnTo>
                  <a:lnTo>
                    <a:pt x="455155" y="41338"/>
                  </a:lnTo>
                  <a:lnTo>
                    <a:pt x="455066" y="54914"/>
                  </a:lnTo>
                  <a:lnTo>
                    <a:pt x="438556" y="54914"/>
                  </a:lnTo>
                  <a:lnTo>
                    <a:pt x="438556" y="62064"/>
                  </a:lnTo>
                  <a:lnTo>
                    <a:pt x="455066" y="62064"/>
                  </a:lnTo>
                  <a:lnTo>
                    <a:pt x="455066" y="412813"/>
                  </a:lnTo>
                  <a:lnTo>
                    <a:pt x="465074" y="412813"/>
                  </a:lnTo>
                  <a:lnTo>
                    <a:pt x="465074" y="62064"/>
                  </a:lnTo>
                  <a:lnTo>
                    <a:pt x="549694" y="62064"/>
                  </a:lnTo>
                  <a:lnTo>
                    <a:pt x="549694" y="54914"/>
                  </a:lnTo>
                  <a:close/>
                </a:path>
                <a:path w="767079" h="447675">
                  <a:moveTo>
                    <a:pt x="681050" y="106781"/>
                  </a:moveTo>
                  <a:lnTo>
                    <a:pt x="680859" y="99542"/>
                  </a:lnTo>
                  <a:lnTo>
                    <a:pt x="678294" y="94297"/>
                  </a:lnTo>
                  <a:lnTo>
                    <a:pt x="673341" y="91059"/>
                  </a:lnTo>
                  <a:lnTo>
                    <a:pt x="668769" y="87439"/>
                  </a:lnTo>
                  <a:lnTo>
                    <a:pt x="662292" y="85725"/>
                  </a:lnTo>
                  <a:lnTo>
                    <a:pt x="653910" y="85915"/>
                  </a:lnTo>
                  <a:lnTo>
                    <a:pt x="645985" y="86880"/>
                  </a:lnTo>
                  <a:lnTo>
                    <a:pt x="611403" y="109994"/>
                  </a:lnTo>
                  <a:lnTo>
                    <a:pt x="606755" y="123926"/>
                  </a:lnTo>
                  <a:lnTo>
                    <a:pt x="606844" y="127063"/>
                  </a:lnTo>
                  <a:lnTo>
                    <a:pt x="606755" y="401383"/>
                  </a:lnTo>
                  <a:lnTo>
                    <a:pt x="616762" y="401383"/>
                  </a:lnTo>
                  <a:lnTo>
                    <a:pt x="616762" y="141681"/>
                  </a:lnTo>
                  <a:lnTo>
                    <a:pt x="618756" y="143256"/>
                  </a:lnTo>
                  <a:lnTo>
                    <a:pt x="624662" y="145161"/>
                  </a:lnTo>
                  <a:lnTo>
                    <a:pt x="631901" y="145351"/>
                  </a:lnTo>
                  <a:lnTo>
                    <a:pt x="640384" y="144411"/>
                  </a:lnTo>
                  <a:lnTo>
                    <a:pt x="676414" y="121348"/>
                  </a:lnTo>
                  <a:lnTo>
                    <a:pt x="679602" y="114350"/>
                  </a:lnTo>
                  <a:lnTo>
                    <a:pt x="681050" y="106781"/>
                  </a:lnTo>
                  <a:close/>
                </a:path>
                <a:path w="767079" h="447675">
                  <a:moveTo>
                    <a:pt x="767054" y="117919"/>
                  </a:moveTo>
                  <a:lnTo>
                    <a:pt x="758482" y="117919"/>
                  </a:lnTo>
                  <a:lnTo>
                    <a:pt x="758482" y="349948"/>
                  </a:lnTo>
                  <a:lnTo>
                    <a:pt x="767054" y="349948"/>
                  </a:lnTo>
                  <a:lnTo>
                    <a:pt x="767054" y="1179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>
              <a:extLst>
                <a:ext uri="{FF2B5EF4-FFF2-40B4-BE49-F238E27FC236}">
                  <a16:creationId xmlns:a16="http://schemas.microsoft.com/office/drawing/2014/main" id="{19988844-7F03-135B-B8EF-6326F6F54428}"/>
                </a:ext>
              </a:extLst>
            </p:cNvPr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327569" y="8916438"/>
              <a:ext cx="118586" cy="133921"/>
            </a:xfrm>
            <a:prstGeom prst="rect">
              <a:avLst/>
            </a:prstGeom>
          </p:spPr>
        </p:pic>
        <p:sp>
          <p:nvSpPr>
            <p:cNvPr id="160" name="object 160">
              <a:extLst>
                <a:ext uri="{FF2B5EF4-FFF2-40B4-BE49-F238E27FC236}">
                  <a16:creationId xmlns:a16="http://schemas.microsoft.com/office/drawing/2014/main" id="{3BF50B98-8291-931D-C191-68EC13647AF3}"/>
                </a:ext>
              </a:extLst>
            </p:cNvPr>
            <p:cNvSpPr/>
            <p:nvPr/>
          </p:nvSpPr>
          <p:spPr>
            <a:xfrm>
              <a:off x="266700" y="8616895"/>
              <a:ext cx="6854190" cy="998219"/>
            </a:xfrm>
            <a:custGeom>
              <a:avLst/>
              <a:gdLst/>
              <a:ahLst/>
              <a:cxnLst/>
              <a:rect l="l" t="t" r="r" b="b"/>
              <a:pathLst>
                <a:path w="6854190" h="998220">
                  <a:moveTo>
                    <a:pt x="546925" y="992428"/>
                  </a:moveTo>
                  <a:lnTo>
                    <a:pt x="0" y="992428"/>
                  </a:lnTo>
                  <a:lnTo>
                    <a:pt x="0" y="998143"/>
                  </a:lnTo>
                  <a:lnTo>
                    <a:pt x="546925" y="998143"/>
                  </a:lnTo>
                  <a:lnTo>
                    <a:pt x="546925" y="992428"/>
                  </a:lnTo>
                  <a:close/>
                </a:path>
                <a:path w="6854190" h="998220">
                  <a:moveTo>
                    <a:pt x="546925" y="935278"/>
                  </a:moveTo>
                  <a:lnTo>
                    <a:pt x="0" y="935278"/>
                  </a:lnTo>
                  <a:lnTo>
                    <a:pt x="0" y="940993"/>
                  </a:lnTo>
                  <a:lnTo>
                    <a:pt x="546925" y="940993"/>
                  </a:lnTo>
                  <a:lnTo>
                    <a:pt x="546925" y="935278"/>
                  </a:lnTo>
                  <a:close/>
                </a:path>
                <a:path w="6854190" h="998220">
                  <a:moveTo>
                    <a:pt x="546925" y="878128"/>
                  </a:moveTo>
                  <a:lnTo>
                    <a:pt x="0" y="878128"/>
                  </a:lnTo>
                  <a:lnTo>
                    <a:pt x="0" y="883843"/>
                  </a:lnTo>
                  <a:lnTo>
                    <a:pt x="546925" y="883843"/>
                  </a:lnTo>
                  <a:lnTo>
                    <a:pt x="546925" y="878128"/>
                  </a:lnTo>
                  <a:close/>
                </a:path>
                <a:path w="6854190" h="998220">
                  <a:moveTo>
                    <a:pt x="546925" y="820978"/>
                  </a:moveTo>
                  <a:lnTo>
                    <a:pt x="0" y="820978"/>
                  </a:lnTo>
                  <a:lnTo>
                    <a:pt x="0" y="826693"/>
                  </a:lnTo>
                  <a:lnTo>
                    <a:pt x="546925" y="826693"/>
                  </a:lnTo>
                  <a:lnTo>
                    <a:pt x="546925" y="820978"/>
                  </a:lnTo>
                  <a:close/>
                </a:path>
                <a:path w="6854190" h="998220">
                  <a:moveTo>
                    <a:pt x="546925" y="763828"/>
                  </a:moveTo>
                  <a:lnTo>
                    <a:pt x="0" y="763828"/>
                  </a:lnTo>
                  <a:lnTo>
                    <a:pt x="0" y="769543"/>
                  </a:lnTo>
                  <a:lnTo>
                    <a:pt x="546925" y="769543"/>
                  </a:lnTo>
                  <a:lnTo>
                    <a:pt x="546925" y="763828"/>
                  </a:lnTo>
                  <a:close/>
                </a:path>
                <a:path w="6854190" h="998220">
                  <a:moveTo>
                    <a:pt x="6853593" y="0"/>
                  </a:moveTo>
                  <a:lnTo>
                    <a:pt x="6095149" y="57150"/>
                  </a:lnTo>
                  <a:lnTo>
                    <a:pt x="6095149" y="85801"/>
                  </a:lnTo>
                  <a:lnTo>
                    <a:pt x="6853593" y="28651"/>
                  </a:lnTo>
                  <a:lnTo>
                    <a:pt x="6853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1" name="object 161">
              <a:extLst>
                <a:ext uri="{FF2B5EF4-FFF2-40B4-BE49-F238E27FC236}">
                  <a16:creationId xmlns:a16="http://schemas.microsoft.com/office/drawing/2014/main" id="{804587C8-E178-E5D3-B071-5631AAB6C39D}"/>
                </a:ext>
              </a:extLst>
            </p:cNvPr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07975" y="9380724"/>
              <a:ext cx="158876" cy="182879"/>
            </a:xfrm>
            <a:prstGeom prst="rect">
              <a:avLst/>
            </a:prstGeom>
          </p:spPr>
        </p:pic>
        <p:pic>
          <p:nvPicPr>
            <p:cNvPr id="162" name="object 162">
              <a:extLst>
                <a:ext uri="{FF2B5EF4-FFF2-40B4-BE49-F238E27FC236}">
                  <a16:creationId xmlns:a16="http://schemas.microsoft.com/office/drawing/2014/main" id="{3CF8005C-D4AB-7848-BFE5-E9FE5A697DAE}"/>
                </a:ext>
              </a:extLst>
            </p:cNvPr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24002" y="9352149"/>
              <a:ext cx="273748" cy="296036"/>
            </a:xfrm>
            <a:prstGeom prst="rect">
              <a:avLst/>
            </a:prstGeom>
          </p:spPr>
        </p:pic>
        <p:sp>
          <p:nvSpPr>
            <p:cNvPr id="163" name="object 163">
              <a:extLst>
                <a:ext uri="{FF2B5EF4-FFF2-40B4-BE49-F238E27FC236}">
                  <a16:creationId xmlns:a16="http://schemas.microsoft.com/office/drawing/2014/main" id="{7D377755-5ACE-9208-D65E-95FBB50544EA}"/>
                </a:ext>
              </a:extLst>
            </p:cNvPr>
            <p:cNvSpPr/>
            <p:nvPr/>
          </p:nvSpPr>
          <p:spPr>
            <a:xfrm>
              <a:off x="813625" y="9243564"/>
              <a:ext cx="1046480" cy="371475"/>
            </a:xfrm>
            <a:custGeom>
              <a:avLst/>
              <a:gdLst/>
              <a:ahLst/>
              <a:cxnLst/>
              <a:rect l="l" t="t" r="r" b="b"/>
              <a:pathLst>
                <a:path w="1046480" h="371475">
                  <a:moveTo>
                    <a:pt x="1046175" y="365760"/>
                  </a:moveTo>
                  <a:lnTo>
                    <a:pt x="0" y="365760"/>
                  </a:lnTo>
                  <a:lnTo>
                    <a:pt x="0" y="371475"/>
                  </a:lnTo>
                  <a:lnTo>
                    <a:pt x="1046175" y="371475"/>
                  </a:lnTo>
                  <a:lnTo>
                    <a:pt x="1046175" y="365760"/>
                  </a:lnTo>
                  <a:close/>
                </a:path>
                <a:path w="1046480" h="371475">
                  <a:moveTo>
                    <a:pt x="1046175" y="137160"/>
                  </a:moveTo>
                  <a:lnTo>
                    <a:pt x="214147" y="137160"/>
                  </a:lnTo>
                  <a:lnTo>
                    <a:pt x="214147" y="0"/>
                  </a:lnTo>
                  <a:lnTo>
                    <a:pt x="204152" y="0"/>
                  </a:lnTo>
                  <a:lnTo>
                    <a:pt x="204152" y="137160"/>
                  </a:lnTo>
                  <a:lnTo>
                    <a:pt x="0" y="137160"/>
                  </a:lnTo>
                  <a:lnTo>
                    <a:pt x="0" y="142875"/>
                  </a:lnTo>
                  <a:lnTo>
                    <a:pt x="204152" y="142875"/>
                  </a:lnTo>
                  <a:lnTo>
                    <a:pt x="204152" y="194310"/>
                  </a:lnTo>
                  <a:lnTo>
                    <a:pt x="0" y="194310"/>
                  </a:lnTo>
                  <a:lnTo>
                    <a:pt x="0" y="200025"/>
                  </a:lnTo>
                  <a:lnTo>
                    <a:pt x="204152" y="200025"/>
                  </a:lnTo>
                  <a:lnTo>
                    <a:pt x="204152" y="251460"/>
                  </a:lnTo>
                  <a:lnTo>
                    <a:pt x="0" y="251460"/>
                  </a:lnTo>
                  <a:lnTo>
                    <a:pt x="0" y="257175"/>
                  </a:lnTo>
                  <a:lnTo>
                    <a:pt x="204152" y="257175"/>
                  </a:lnTo>
                  <a:lnTo>
                    <a:pt x="204152" y="308610"/>
                  </a:lnTo>
                  <a:lnTo>
                    <a:pt x="0" y="308610"/>
                  </a:lnTo>
                  <a:lnTo>
                    <a:pt x="0" y="314325"/>
                  </a:lnTo>
                  <a:lnTo>
                    <a:pt x="204152" y="314325"/>
                  </a:lnTo>
                  <a:lnTo>
                    <a:pt x="204152" y="325755"/>
                  </a:lnTo>
                  <a:lnTo>
                    <a:pt x="214147" y="325755"/>
                  </a:lnTo>
                  <a:lnTo>
                    <a:pt x="214147" y="314325"/>
                  </a:lnTo>
                  <a:lnTo>
                    <a:pt x="1046175" y="314325"/>
                  </a:lnTo>
                  <a:lnTo>
                    <a:pt x="1046175" y="308610"/>
                  </a:lnTo>
                  <a:lnTo>
                    <a:pt x="214147" y="308610"/>
                  </a:lnTo>
                  <a:lnTo>
                    <a:pt x="214147" y="257175"/>
                  </a:lnTo>
                  <a:lnTo>
                    <a:pt x="1046175" y="257175"/>
                  </a:lnTo>
                  <a:lnTo>
                    <a:pt x="1046175" y="251460"/>
                  </a:lnTo>
                  <a:lnTo>
                    <a:pt x="214147" y="251460"/>
                  </a:lnTo>
                  <a:lnTo>
                    <a:pt x="214147" y="200025"/>
                  </a:lnTo>
                  <a:lnTo>
                    <a:pt x="1046175" y="200025"/>
                  </a:lnTo>
                  <a:lnTo>
                    <a:pt x="1046175" y="194310"/>
                  </a:lnTo>
                  <a:lnTo>
                    <a:pt x="214147" y="194310"/>
                  </a:lnTo>
                  <a:lnTo>
                    <a:pt x="214147" y="142875"/>
                  </a:lnTo>
                  <a:lnTo>
                    <a:pt x="1046175" y="142875"/>
                  </a:lnTo>
                  <a:lnTo>
                    <a:pt x="1046175" y="137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" name="object 164">
              <a:extLst>
                <a:ext uri="{FF2B5EF4-FFF2-40B4-BE49-F238E27FC236}">
                  <a16:creationId xmlns:a16="http://schemas.microsoft.com/office/drawing/2014/main" id="{076E38A4-C83B-9754-6ACC-2368631A216E}"/>
                </a:ext>
              </a:extLst>
            </p:cNvPr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97762" y="9499596"/>
              <a:ext cx="130301" cy="160591"/>
            </a:xfrm>
            <a:prstGeom prst="rect">
              <a:avLst/>
            </a:prstGeom>
          </p:spPr>
        </p:pic>
        <p:sp>
          <p:nvSpPr>
            <p:cNvPr id="165" name="object 165">
              <a:extLst>
                <a:ext uri="{FF2B5EF4-FFF2-40B4-BE49-F238E27FC236}">
                  <a16:creationId xmlns:a16="http://schemas.microsoft.com/office/drawing/2014/main" id="{A43186C6-3FFF-1D37-1634-D826611A7677}"/>
                </a:ext>
              </a:extLst>
            </p:cNvPr>
            <p:cNvSpPr/>
            <p:nvPr/>
          </p:nvSpPr>
          <p:spPr>
            <a:xfrm>
              <a:off x="937247" y="9649329"/>
              <a:ext cx="111760" cy="274320"/>
            </a:xfrm>
            <a:custGeom>
              <a:avLst/>
              <a:gdLst/>
              <a:ahLst/>
              <a:cxnLst/>
              <a:rect l="l" t="t" r="r" b="b"/>
              <a:pathLst>
                <a:path w="111759" h="274320">
                  <a:moveTo>
                    <a:pt x="111137" y="70726"/>
                  </a:moveTo>
                  <a:lnTo>
                    <a:pt x="26517" y="70726"/>
                  </a:lnTo>
                  <a:lnTo>
                    <a:pt x="26517" y="0"/>
                  </a:lnTo>
                  <a:lnTo>
                    <a:pt x="16522" y="0"/>
                  </a:lnTo>
                  <a:lnTo>
                    <a:pt x="16522" y="70726"/>
                  </a:lnTo>
                  <a:lnTo>
                    <a:pt x="0" y="70726"/>
                  </a:lnTo>
                  <a:lnTo>
                    <a:pt x="0" y="77876"/>
                  </a:lnTo>
                  <a:lnTo>
                    <a:pt x="16522" y="77876"/>
                  </a:lnTo>
                  <a:lnTo>
                    <a:pt x="16522" y="274320"/>
                  </a:lnTo>
                  <a:lnTo>
                    <a:pt x="26517" y="274320"/>
                  </a:lnTo>
                  <a:lnTo>
                    <a:pt x="26517" y="77876"/>
                  </a:lnTo>
                  <a:lnTo>
                    <a:pt x="111137" y="77876"/>
                  </a:lnTo>
                  <a:lnTo>
                    <a:pt x="111137" y="70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6" name="object 166">
              <a:extLst>
                <a:ext uri="{FF2B5EF4-FFF2-40B4-BE49-F238E27FC236}">
                  <a16:creationId xmlns:a16="http://schemas.microsoft.com/office/drawing/2014/main" id="{0DB8B30E-A444-6C82-A642-8418A5BEE0A4}"/>
                </a:ext>
              </a:extLst>
            </p:cNvPr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937252" y="9606181"/>
              <a:ext cx="126817" cy="63865"/>
            </a:xfrm>
            <a:prstGeom prst="rect">
              <a:avLst/>
            </a:prstGeom>
          </p:spPr>
        </p:pic>
        <p:sp>
          <p:nvSpPr>
            <p:cNvPr id="167" name="object 167">
              <a:extLst>
                <a:ext uri="{FF2B5EF4-FFF2-40B4-BE49-F238E27FC236}">
                  <a16:creationId xmlns:a16="http://schemas.microsoft.com/office/drawing/2014/main" id="{9E3B8F75-0C2B-5E39-E064-C8EF0D0D2E7D}"/>
                </a:ext>
              </a:extLst>
            </p:cNvPr>
            <p:cNvSpPr/>
            <p:nvPr/>
          </p:nvSpPr>
          <p:spPr>
            <a:xfrm>
              <a:off x="953096" y="8359809"/>
              <a:ext cx="1897380" cy="1564005"/>
            </a:xfrm>
            <a:custGeom>
              <a:avLst/>
              <a:gdLst/>
              <a:ahLst/>
              <a:cxnLst/>
              <a:rect l="l" t="t" r="r" b="b"/>
              <a:pathLst>
                <a:path w="1897380" h="1564004">
                  <a:moveTo>
                    <a:pt x="75717" y="1377353"/>
                  </a:moveTo>
                  <a:lnTo>
                    <a:pt x="72847" y="1370393"/>
                  </a:lnTo>
                  <a:lnTo>
                    <a:pt x="72771" y="1370203"/>
                  </a:lnTo>
                  <a:lnTo>
                    <a:pt x="67246" y="1365631"/>
                  </a:lnTo>
                  <a:lnTo>
                    <a:pt x="67246" y="1374965"/>
                  </a:lnTo>
                  <a:lnTo>
                    <a:pt x="67246" y="1378585"/>
                  </a:lnTo>
                  <a:lnTo>
                    <a:pt x="65252" y="1382776"/>
                  </a:lnTo>
                  <a:lnTo>
                    <a:pt x="34671" y="1407833"/>
                  </a:lnTo>
                  <a:lnTo>
                    <a:pt x="18389" y="1413446"/>
                  </a:lnTo>
                  <a:lnTo>
                    <a:pt x="14389" y="1413256"/>
                  </a:lnTo>
                  <a:lnTo>
                    <a:pt x="10388" y="1412875"/>
                  </a:lnTo>
                  <a:lnTo>
                    <a:pt x="8483" y="1411160"/>
                  </a:lnTo>
                  <a:lnTo>
                    <a:pt x="8674" y="1408112"/>
                  </a:lnTo>
                  <a:lnTo>
                    <a:pt x="34671" y="1379816"/>
                  </a:lnTo>
                  <a:lnTo>
                    <a:pt x="56388" y="1370393"/>
                  </a:lnTo>
                  <a:lnTo>
                    <a:pt x="62103" y="1370965"/>
                  </a:lnTo>
                  <a:lnTo>
                    <a:pt x="64960" y="1371346"/>
                  </a:lnTo>
                  <a:lnTo>
                    <a:pt x="66675" y="1372679"/>
                  </a:lnTo>
                  <a:lnTo>
                    <a:pt x="67246" y="1374965"/>
                  </a:lnTo>
                  <a:lnTo>
                    <a:pt x="67246" y="1365631"/>
                  </a:lnTo>
                  <a:lnTo>
                    <a:pt x="66103" y="1364678"/>
                  </a:lnTo>
                  <a:lnTo>
                    <a:pt x="60960" y="1361821"/>
                  </a:lnTo>
                  <a:lnTo>
                    <a:pt x="55143" y="1360678"/>
                  </a:lnTo>
                  <a:lnTo>
                    <a:pt x="48679" y="1361249"/>
                  </a:lnTo>
                  <a:lnTo>
                    <a:pt x="10655" y="1377861"/>
                  </a:lnTo>
                  <a:lnTo>
                    <a:pt x="0" y="1406867"/>
                  </a:lnTo>
                  <a:lnTo>
                    <a:pt x="2959" y="1414018"/>
                  </a:lnTo>
                  <a:lnTo>
                    <a:pt x="9817" y="1419542"/>
                  </a:lnTo>
                  <a:lnTo>
                    <a:pt x="14960" y="1422400"/>
                  </a:lnTo>
                  <a:lnTo>
                    <a:pt x="20675" y="1423543"/>
                  </a:lnTo>
                  <a:lnTo>
                    <a:pt x="26962" y="1422971"/>
                  </a:lnTo>
                  <a:lnTo>
                    <a:pt x="35026" y="1422057"/>
                  </a:lnTo>
                  <a:lnTo>
                    <a:pt x="42964" y="1419898"/>
                  </a:lnTo>
                  <a:lnTo>
                    <a:pt x="50749" y="1416494"/>
                  </a:lnTo>
                  <a:lnTo>
                    <a:pt x="55727" y="1413446"/>
                  </a:lnTo>
                  <a:lnTo>
                    <a:pt x="58394" y="1411833"/>
                  </a:lnTo>
                  <a:lnTo>
                    <a:pt x="65100" y="1406258"/>
                  </a:lnTo>
                  <a:lnTo>
                    <a:pt x="70104" y="1400111"/>
                  </a:lnTo>
                  <a:lnTo>
                    <a:pt x="73393" y="1393393"/>
                  </a:lnTo>
                  <a:lnTo>
                    <a:pt x="74968" y="1386103"/>
                  </a:lnTo>
                  <a:lnTo>
                    <a:pt x="75717" y="1377353"/>
                  </a:lnTo>
                  <a:close/>
                </a:path>
                <a:path w="1897380" h="1564004">
                  <a:moveTo>
                    <a:pt x="110959" y="1391539"/>
                  </a:moveTo>
                  <a:lnTo>
                    <a:pt x="110210" y="1385062"/>
                  </a:lnTo>
                  <a:lnTo>
                    <a:pt x="106578" y="1381531"/>
                  </a:lnTo>
                  <a:lnTo>
                    <a:pt x="100101" y="1380959"/>
                  </a:lnTo>
                  <a:lnTo>
                    <a:pt x="93433" y="1381531"/>
                  </a:lnTo>
                  <a:lnTo>
                    <a:pt x="89814" y="1385062"/>
                  </a:lnTo>
                  <a:lnTo>
                    <a:pt x="89242" y="1391539"/>
                  </a:lnTo>
                  <a:lnTo>
                    <a:pt x="89814" y="1398016"/>
                  </a:lnTo>
                  <a:lnTo>
                    <a:pt x="93433" y="1401724"/>
                  </a:lnTo>
                  <a:lnTo>
                    <a:pt x="100101" y="1402676"/>
                  </a:lnTo>
                  <a:lnTo>
                    <a:pt x="106578" y="1401724"/>
                  </a:lnTo>
                  <a:lnTo>
                    <a:pt x="110210" y="1398016"/>
                  </a:lnTo>
                  <a:lnTo>
                    <a:pt x="110959" y="1391539"/>
                  </a:lnTo>
                  <a:close/>
                </a:path>
                <a:path w="1897380" h="1564004">
                  <a:moveTo>
                    <a:pt x="833412" y="1126363"/>
                  </a:moveTo>
                  <a:lnTo>
                    <a:pt x="833221" y="1119124"/>
                  </a:lnTo>
                  <a:lnTo>
                    <a:pt x="833120" y="1118920"/>
                  </a:lnTo>
                  <a:lnTo>
                    <a:pt x="833120" y="855268"/>
                  </a:lnTo>
                  <a:lnTo>
                    <a:pt x="833120" y="826604"/>
                  </a:lnTo>
                  <a:lnTo>
                    <a:pt x="823125" y="826604"/>
                  </a:lnTo>
                  <a:lnTo>
                    <a:pt x="823125" y="827366"/>
                  </a:lnTo>
                  <a:lnTo>
                    <a:pt x="681431" y="838034"/>
                  </a:lnTo>
                  <a:lnTo>
                    <a:pt x="671436" y="838034"/>
                  </a:lnTo>
                  <a:lnTo>
                    <a:pt x="671436" y="838796"/>
                  </a:lnTo>
                  <a:lnTo>
                    <a:pt x="529742" y="849464"/>
                  </a:lnTo>
                  <a:lnTo>
                    <a:pt x="519747" y="849464"/>
                  </a:lnTo>
                  <a:lnTo>
                    <a:pt x="519747" y="850226"/>
                  </a:lnTo>
                  <a:lnTo>
                    <a:pt x="378053" y="860894"/>
                  </a:lnTo>
                  <a:lnTo>
                    <a:pt x="368058" y="860894"/>
                  </a:lnTo>
                  <a:lnTo>
                    <a:pt x="368058" y="861656"/>
                  </a:lnTo>
                  <a:lnTo>
                    <a:pt x="226364" y="872324"/>
                  </a:lnTo>
                  <a:lnTo>
                    <a:pt x="216369" y="872324"/>
                  </a:lnTo>
                  <a:lnTo>
                    <a:pt x="216369" y="873086"/>
                  </a:lnTo>
                  <a:lnTo>
                    <a:pt x="74676" y="883754"/>
                  </a:lnTo>
                  <a:lnTo>
                    <a:pt x="74676" y="912418"/>
                  </a:lnTo>
                  <a:lnTo>
                    <a:pt x="216369" y="901750"/>
                  </a:lnTo>
                  <a:lnTo>
                    <a:pt x="216369" y="1165771"/>
                  </a:lnTo>
                  <a:lnTo>
                    <a:pt x="214363" y="1164183"/>
                  </a:lnTo>
                  <a:lnTo>
                    <a:pt x="207886" y="1162469"/>
                  </a:lnTo>
                  <a:lnTo>
                    <a:pt x="199504" y="1162646"/>
                  </a:lnTo>
                  <a:lnTo>
                    <a:pt x="161950" y="1180465"/>
                  </a:lnTo>
                  <a:lnTo>
                    <a:pt x="152361" y="1200658"/>
                  </a:lnTo>
                  <a:lnTo>
                    <a:pt x="152552" y="1207135"/>
                  </a:lnTo>
                  <a:lnTo>
                    <a:pt x="177507" y="1222082"/>
                  </a:lnTo>
                  <a:lnTo>
                    <a:pt x="185978" y="1221143"/>
                  </a:lnTo>
                  <a:lnTo>
                    <a:pt x="222008" y="1198079"/>
                  </a:lnTo>
                  <a:lnTo>
                    <a:pt x="226656" y="1183513"/>
                  </a:lnTo>
                  <a:lnTo>
                    <a:pt x="226466" y="1176274"/>
                  </a:lnTo>
                  <a:lnTo>
                    <a:pt x="226364" y="1176070"/>
                  </a:lnTo>
                  <a:lnTo>
                    <a:pt x="226364" y="900988"/>
                  </a:lnTo>
                  <a:lnTo>
                    <a:pt x="368058" y="890320"/>
                  </a:lnTo>
                  <a:lnTo>
                    <a:pt x="368058" y="1108621"/>
                  </a:lnTo>
                  <a:lnTo>
                    <a:pt x="366052" y="1107033"/>
                  </a:lnTo>
                  <a:lnTo>
                    <a:pt x="359575" y="1105319"/>
                  </a:lnTo>
                  <a:lnTo>
                    <a:pt x="320332" y="1117498"/>
                  </a:lnTo>
                  <a:lnTo>
                    <a:pt x="304050" y="1143508"/>
                  </a:lnTo>
                  <a:lnTo>
                    <a:pt x="304241" y="1149985"/>
                  </a:lnTo>
                  <a:lnTo>
                    <a:pt x="329196" y="1164932"/>
                  </a:lnTo>
                  <a:lnTo>
                    <a:pt x="337667" y="1163993"/>
                  </a:lnTo>
                  <a:lnTo>
                    <a:pt x="373697" y="1140929"/>
                  </a:lnTo>
                  <a:lnTo>
                    <a:pt x="378345" y="1126363"/>
                  </a:lnTo>
                  <a:lnTo>
                    <a:pt x="378155" y="1119124"/>
                  </a:lnTo>
                  <a:lnTo>
                    <a:pt x="378053" y="1118920"/>
                  </a:lnTo>
                  <a:lnTo>
                    <a:pt x="378053" y="889558"/>
                  </a:lnTo>
                  <a:lnTo>
                    <a:pt x="519747" y="878890"/>
                  </a:lnTo>
                  <a:lnTo>
                    <a:pt x="519747" y="965746"/>
                  </a:lnTo>
                  <a:lnTo>
                    <a:pt x="517740" y="964158"/>
                  </a:lnTo>
                  <a:lnTo>
                    <a:pt x="511263" y="962444"/>
                  </a:lnTo>
                  <a:lnTo>
                    <a:pt x="472020" y="974623"/>
                  </a:lnTo>
                  <a:lnTo>
                    <a:pt x="455739" y="1000633"/>
                  </a:lnTo>
                  <a:lnTo>
                    <a:pt x="455930" y="1007110"/>
                  </a:lnTo>
                  <a:lnTo>
                    <a:pt x="480885" y="1022057"/>
                  </a:lnTo>
                  <a:lnTo>
                    <a:pt x="489369" y="1021118"/>
                  </a:lnTo>
                  <a:lnTo>
                    <a:pt x="525386" y="998054"/>
                  </a:lnTo>
                  <a:lnTo>
                    <a:pt x="530034" y="983488"/>
                  </a:lnTo>
                  <a:lnTo>
                    <a:pt x="529844" y="976249"/>
                  </a:lnTo>
                  <a:lnTo>
                    <a:pt x="529742" y="976045"/>
                  </a:lnTo>
                  <a:lnTo>
                    <a:pt x="529742" y="878128"/>
                  </a:lnTo>
                  <a:lnTo>
                    <a:pt x="671436" y="867460"/>
                  </a:lnTo>
                  <a:lnTo>
                    <a:pt x="671436" y="1051471"/>
                  </a:lnTo>
                  <a:lnTo>
                    <a:pt x="669429" y="1049883"/>
                  </a:lnTo>
                  <a:lnTo>
                    <a:pt x="662952" y="1048169"/>
                  </a:lnTo>
                  <a:lnTo>
                    <a:pt x="623709" y="1060348"/>
                  </a:lnTo>
                  <a:lnTo>
                    <a:pt x="607428" y="1086358"/>
                  </a:lnTo>
                  <a:lnTo>
                    <a:pt x="607618" y="1092835"/>
                  </a:lnTo>
                  <a:lnTo>
                    <a:pt x="632574" y="1107782"/>
                  </a:lnTo>
                  <a:lnTo>
                    <a:pt x="641057" y="1106843"/>
                  </a:lnTo>
                  <a:lnTo>
                    <a:pt x="677075" y="1083779"/>
                  </a:lnTo>
                  <a:lnTo>
                    <a:pt x="681723" y="1069213"/>
                  </a:lnTo>
                  <a:lnTo>
                    <a:pt x="681532" y="1061974"/>
                  </a:lnTo>
                  <a:lnTo>
                    <a:pt x="681431" y="1061770"/>
                  </a:lnTo>
                  <a:lnTo>
                    <a:pt x="681431" y="866698"/>
                  </a:lnTo>
                  <a:lnTo>
                    <a:pt x="823125" y="856030"/>
                  </a:lnTo>
                  <a:lnTo>
                    <a:pt x="823125" y="1108621"/>
                  </a:lnTo>
                  <a:lnTo>
                    <a:pt x="821118" y="1107033"/>
                  </a:lnTo>
                  <a:lnTo>
                    <a:pt x="814641" y="1105319"/>
                  </a:lnTo>
                  <a:lnTo>
                    <a:pt x="775398" y="1117498"/>
                  </a:lnTo>
                  <a:lnTo>
                    <a:pt x="759117" y="1143508"/>
                  </a:lnTo>
                  <a:lnTo>
                    <a:pt x="759307" y="1149985"/>
                  </a:lnTo>
                  <a:lnTo>
                    <a:pt x="784263" y="1164932"/>
                  </a:lnTo>
                  <a:lnTo>
                    <a:pt x="792746" y="1163993"/>
                  </a:lnTo>
                  <a:lnTo>
                    <a:pt x="828763" y="1140929"/>
                  </a:lnTo>
                  <a:lnTo>
                    <a:pt x="831964" y="1133932"/>
                  </a:lnTo>
                  <a:lnTo>
                    <a:pt x="833412" y="1126363"/>
                  </a:lnTo>
                  <a:close/>
                </a:path>
                <a:path w="1897380" h="1564004">
                  <a:moveTo>
                    <a:pt x="1896884" y="1020914"/>
                  </a:moveTo>
                  <a:lnTo>
                    <a:pt x="1064856" y="1020914"/>
                  </a:lnTo>
                  <a:lnTo>
                    <a:pt x="1064856" y="992339"/>
                  </a:lnTo>
                  <a:lnTo>
                    <a:pt x="1054849" y="992339"/>
                  </a:lnTo>
                  <a:lnTo>
                    <a:pt x="1054849" y="1135214"/>
                  </a:lnTo>
                  <a:lnTo>
                    <a:pt x="1051356" y="1135214"/>
                  </a:lnTo>
                  <a:lnTo>
                    <a:pt x="1046378" y="1133894"/>
                  </a:lnTo>
                  <a:lnTo>
                    <a:pt x="1037996" y="1134071"/>
                  </a:lnTo>
                  <a:lnTo>
                    <a:pt x="1030058" y="1135037"/>
                  </a:lnTo>
                  <a:lnTo>
                    <a:pt x="1029462" y="1135214"/>
                  </a:lnTo>
                  <a:lnTo>
                    <a:pt x="1014857" y="1135214"/>
                  </a:lnTo>
                  <a:lnTo>
                    <a:pt x="1014857" y="1140929"/>
                  </a:lnTo>
                  <a:lnTo>
                    <a:pt x="1014628" y="1141044"/>
                  </a:lnTo>
                  <a:lnTo>
                    <a:pt x="1007135" y="1146073"/>
                  </a:lnTo>
                  <a:lnTo>
                    <a:pt x="1000429" y="1151890"/>
                  </a:lnTo>
                  <a:lnTo>
                    <a:pt x="995489" y="1158151"/>
                  </a:lnTo>
                  <a:lnTo>
                    <a:pt x="992289" y="1164882"/>
                  </a:lnTo>
                  <a:lnTo>
                    <a:pt x="990841" y="1172083"/>
                  </a:lnTo>
                  <a:lnTo>
                    <a:pt x="991031" y="1178560"/>
                  </a:lnTo>
                  <a:lnTo>
                    <a:pt x="993508" y="1183792"/>
                  </a:lnTo>
                  <a:lnTo>
                    <a:pt x="998270" y="1187792"/>
                  </a:lnTo>
                  <a:lnTo>
                    <a:pt x="1002842" y="1191412"/>
                  </a:lnTo>
                  <a:lnTo>
                    <a:pt x="1005763" y="1192364"/>
                  </a:lnTo>
                  <a:lnTo>
                    <a:pt x="919403" y="1192364"/>
                  </a:lnTo>
                  <a:lnTo>
                    <a:pt x="919403" y="1140929"/>
                  </a:lnTo>
                  <a:lnTo>
                    <a:pt x="1014857" y="1140929"/>
                  </a:lnTo>
                  <a:lnTo>
                    <a:pt x="1014857" y="1135214"/>
                  </a:lnTo>
                  <a:lnTo>
                    <a:pt x="919403" y="1135214"/>
                  </a:lnTo>
                  <a:lnTo>
                    <a:pt x="919403" y="1083779"/>
                  </a:lnTo>
                  <a:lnTo>
                    <a:pt x="1054849" y="1083779"/>
                  </a:lnTo>
                  <a:lnTo>
                    <a:pt x="1054849" y="1078064"/>
                  </a:lnTo>
                  <a:lnTo>
                    <a:pt x="919403" y="1078064"/>
                  </a:lnTo>
                  <a:lnTo>
                    <a:pt x="919403" y="1026629"/>
                  </a:lnTo>
                  <a:lnTo>
                    <a:pt x="1054849" y="1026629"/>
                  </a:lnTo>
                  <a:lnTo>
                    <a:pt x="1054849" y="1020914"/>
                  </a:lnTo>
                  <a:lnTo>
                    <a:pt x="919403" y="1020914"/>
                  </a:lnTo>
                  <a:lnTo>
                    <a:pt x="919403" y="0"/>
                  </a:lnTo>
                  <a:lnTo>
                    <a:pt x="910831" y="0"/>
                  </a:lnTo>
                  <a:lnTo>
                    <a:pt x="910831" y="1020914"/>
                  </a:lnTo>
                  <a:lnTo>
                    <a:pt x="906703" y="1020914"/>
                  </a:lnTo>
                  <a:lnTo>
                    <a:pt x="906703" y="1026629"/>
                  </a:lnTo>
                  <a:lnTo>
                    <a:pt x="910831" y="1026629"/>
                  </a:lnTo>
                  <a:lnTo>
                    <a:pt x="910831" y="1078064"/>
                  </a:lnTo>
                  <a:lnTo>
                    <a:pt x="906703" y="1078064"/>
                  </a:lnTo>
                  <a:lnTo>
                    <a:pt x="906703" y="1083779"/>
                  </a:lnTo>
                  <a:lnTo>
                    <a:pt x="910831" y="1083779"/>
                  </a:lnTo>
                  <a:lnTo>
                    <a:pt x="910831" y="1135214"/>
                  </a:lnTo>
                  <a:lnTo>
                    <a:pt x="906703" y="1135214"/>
                  </a:lnTo>
                  <a:lnTo>
                    <a:pt x="906703" y="1140929"/>
                  </a:lnTo>
                  <a:lnTo>
                    <a:pt x="910831" y="1140929"/>
                  </a:lnTo>
                  <a:lnTo>
                    <a:pt x="910831" y="1192364"/>
                  </a:lnTo>
                  <a:lnTo>
                    <a:pt x="906703" y="1192364"/>
                  </a:lnTo>
                  <a:lnTo>
                    <a:pt x="906703" y="1198079"/>
                  </a:lnTo>
                  <a:lnTo>
                    <a:pt x="910831" y="1198079"/>
                  </a:lnTo>
                  <a:lnTo>
                    <a:pt x="910831" y="1249514"/>
                  </a:lnTo>
                  <a:lnTo>
                    <a:pt x="906703" y="1249514"/>
                  </a:lnTo>
                  <a:lnTo>
                    <a:pt x="906703" y="1255229"/>
                  </a:lnTo>
                  <a:lnTo>
                    <a:pt x="910831" y="1255229"/>
                  </a:lnTo>
                  <a:lnTo>
                    <a:pt x="919403" y="1255229"/>
                  </a:lnTo>
                  <a:lnTo>
                    <a:pt x="1014857" y="1255229"/>
                  </a:lnTo>
                  <a:lnTo>
                    <a:pt x="1014628" y="1255344"/>
                  </a:lnTo>
                  <a:lnTo>
                    <a:pt x="990841" y="1286383"/>
                  </a:lnTo>
                  <a:lnTo>
                    <a:pt x="990930" y="1289519"/>
                  </a:lnTo>
                  <a:lnTo>
                    <a:pt x="990841" y="1303096"/>
                  </a:lnTo>
                  <a:lnTo>
                    <a:pt x="974331" y="1303096"/>
                  </a:lnTo>
                  <a:lnTo>
                    <a:pt x="974331" y="1310246"/>
                  </a:lnTo>
                  <a:lnTo>
                    <a:pt x="990841" y="1310246"/>
                  </a:lnTo>
                  <a:lnTo>
                    <a:pt x="990841" y="1360246"/>
                  </a:lnTo>
                  <a:lnTo>
                    <a:pt x="974331" y="1360246"/>
                  </a:lnTo>
                  <a:lnTo>
                    <a:pt x="974331" y="1367396"/>
                  </a:lnTo>
                  <a:lnTo>
                    <a:pt x="990841" y="1367396"/>
                  </a:lnTo>
                  <a:lnTo>
                    <a:pt x="990841" y="1400683"/>
                  </a:lnTo>
                  <a:lnTo>
                    <a:pt x="990841" y="1563839"/>
                  </a:lnTo>
                  <a:lnTo>
                    <a:pt x="1000848" y="1563839"/>
                  </a:lnTo>
                  <a:lnTo>
                    <a:pt x="1000848" y="1418437"/>
                  </a:lnTo>
                  <a:lnTo>
                    <a:pt x="1002842" y="1420012"/>
                  </a:lnTo>
                  <a:lnTo>
                    <a:pt x="1008748" y="1421930"/>
                  </a:lnTo>
                  <a:lnTo>
                    <a:pt x="1015987" y="1422107"/>
                  </a:lnTo>
                  <a:lnTo>
                    <a:pt x="1024470" y="1421168"/>
                  </a:lnTo>
                  <a:lnTo>
                    <a:pt x="1060500" y="1398104"/>
                  </a:lnTo>
                  <a:lnTo>
                    <a:pt x="1065136" y="1383538"/>
                  </a:lnTo>
                  <a:lnTo>
                    <a:pt x="1064945" y="1376299"/>
                  </a:lnTo>
                  <a:lnTo>
                    <a:pt x="1062380" y="1371066"/>
                  </a:lnTo>
                  <a:lnTo>
                    <a:pt x="1057427" y="1367815"/>
                  </a:lnTo>
                  <a:lnTo>
                    <a:pt x="1056894" y="1367396"/>
                  </a:lnTo>
                  <a:lnTo>
                    <a:pt x="1085469" y="1367396"/>
                  </a:lnTo>
                  <a:lnTo>
                    <a:pt x="1085469" y="1360246"/>
                  </a:lnTo>
                  <a:lnTo>
                    <a:pt x="1019289" y="1360246"/>
                  </a:lnTo>
                  <a:lnTo>
                    <a:pt x="1019289" y="1367396"/>
                  </a:lnTo>
                  <a:lnTo>
                    <a:pt x="1014628" y="1369644"/>
                  </a:lnTo>
                  <a:lnTo>
                    <a:pt x="1007135" y="1374673"/>
                  </a:lnTo>
                  <a:lnTo>
                    <a:pt x="1000848" y="1380134"/>
                  </a:lnTo>
                  <a:lnTo>
                    <a:pt x="1000848" y="1367396"/>
                  </a:lnTo>
                  <a:lnTo>
                    <a:pt x="1019289" y="1367396"/>
                  </a:lnTo>
                  <a:lnTo>
                    <a:pt x="1019289" y="1360246"/>
                  </a:lnTo>
                  <a:lnTo>
                    <a:pt x="1000848" y="1360246"/>
                  </a:lnTo>
                  <a:lnTo>
                    <a:pt x="1000848" y="1310246"/>
                  </a:lnTo>
                  <a:lnTo>
                    <a:pt x="1085469" y="1310246"/>
                  </a:lnTo>
                  <a:lnTo>
                    <a:pt x="1085469" y="1303096"/>
                  </a:lnTo>
                  <a:lnTo>
                    <a:pt x="1036167" y="1303096"/>
                  </a:lnTo>
                  <a:lnTo>
                    <a:pt x="1040904" y="1301013"/>
                  </a:lnTo>
                  <a:lnTo>
                    <a:pt x="1065136" y="1269238"/>
                  </a:lnTo>
                  <a:lnTo>
                    <a:pt x="1064945" y="1261999"/>
                  </a:lnTo>
                  <a:lnTo>
                    <a:pt x="1062380" y="1256766"/>
                  </a:lnTo>
                  <a:lnTo>
                    <a:pt x="1060030" y="1255229"/>
                  </a:lnTo>
                  <a:lnTo>
                    <a:pt x="1896884" y="1255229"/>
                  </a:lnTo>
                  <a:lnTo>
                    <a:pt x="1896884" y="1249514"/>
                  </a:lnTo>
                  <a:lnTo>
                    <a:pt x="1051356" y="1249514"/>
                  </a:lnTo>
                  <a:lnTo>
                    <a:pt x="1046378" y="1248194"/>
                  </a:lnTo>
                  <a:lnTo>
                    <a:pt x="1037996" y="1248371"/>
                  </a:lnTo>
                  <a:lnTo>
                    <a:pt x="1030058" y="1249337"/>
                  </a:lnTo>
                  <a:lnTo>
                    <a:pt x="1029462" y="1249514"/>
                  </a:lnTo>
                  <a:lnTo>
                    <a:pt x="919403" y="1249514"/>
                  </a:lnTo>
                  <a:lnTo>
                    <a:pt x="919403" y="1198079"/>
                  </a:lnTo>
                  <a:lnTo>
                    <a:pt x="1896884" y="1198079"/>
                  </a:lnTo>
                  <a:lnTo>
                    <a:pt x="1896884" y="1192364"/>
                  </a:lnTo>
                  <a:lnTo>
                    <a:pt x="1025207" y="1192364"/>
                  </a:lnTo>
                  <a:lnTo>
                    <a:pt x="1032776" y="1190294"/>
                  </a:lnTo>
                  <a:lnTo>
                    <a:pt x="1040904" y="1186713"/>
                  </a:lnTo>
                  <a:lnTo>
                    <a:pt x="1065136" y="1154938"/>
                  </a:lnTo>
                  <a:lnTo>
                    <a:pt x="1064945" y="1147699"/>
                  </a:lnTo>
                  <a:lnTo>
                    <a:pt x="1064856" y="1147521"/>
                  </a:lnTo>
                  <a:lnTo>
                    <a:pt x="1064856" y="1140929"/>
                  </a:lnTo>
                  <a:lnTo>
                    <a:pt x="1896884" y="1140929"/>
                  </a:lnTo>
                  <a:lnTo>
                    <a:pt x="1896884" y="1135214"/>
                  </a:lnTo>
                  <a:lnTo>
                    <a:pt x="1064856" y="1135214"/>
                  </a:lnTo>
                  <a:lnTo>
                    <a:pt x="1064856" y="1083779"/>
                  </a:lnTo>
                  <a:lnTo>
                    <a:pt x="1896884" y="1083779"/>
                  </a:lnTo>
                  <a:lnTo>
                    <a:pt x="1896884" y="1078064"/>
                  </a:lnTo>
                  <a:lnTo>
                    <a:pt x="1064856" y="1078064"/>
                  </a:lnTo>
                  <a:lnTo>
                    <a:pt x="1064856" y="1026629"/>
                  </a:lnTo>
                  <a:lnTo>
                    <a:pt x="1896884" y="1026629"/>
                  </a:lnTo>
                  <a:lnTo>
                    <a:pt x="1896884" y="1020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>
              <a:extLst>
                <a:ext uri="{FF2B5EF4-FFF2-40B4-BE49-F238E27FC236}">
                  <a16:creationId xmlns:a16="http://schemas.microsoft.com/office/drawing/2014/main" id="{FECC5739-3BCB-88E3-A48E-CC7F81A05890}"/>
                </a:ext>
              </a:extLst>
            </p:cNvPr>
            <p:cNvSpPr/>
            <p:nvPr/>
          </p:nvSpPr>
          <p:spPr>
            <a:xfrm>
              <a:off x="2038245" y="9637899"/>
              <a:ext cx="189230" cy="29845"/>
            </a:xfrm>
            <a:custGeom>
              <a:avLst/>
              <a:gdLst/>
              <a:ahLst/>
              <a:cxnLst/>
              <a:rect l="l" t="t" r="r" b="b"/>
              <a:pathLst>
                <a:path w="189230" h="29845">
                  <a:moveTo>
                    <a:pt x="94538" y="29634"/>
                  </a:moveTo>
                  <a:lnTo>
                    <a:pt x="66376" y="27782"/>
                  </a:lnTo>
                  <a:lnTo>
                    <a:pt x="41232" y="22226"/>
                  </a:lnTo>
                  <a:lnTo>
                    <a:pt x="19107" y="12965"/>
                  </a:lnTo>
                  <a:lnTo>
                    <a:pt x="0" y="0"/>
                  </a:lnTo>
                  <a:lnTo>
                    <a:pt x="19107" y="9839"/>
                  </a:lnTo>
                  <a:lnTo>
                    <a:pt x="41232" y="16868"/>
                  </a:lnTo>
                  <a:lnTo>
                    <a:pt x="66376" y="21085"/>
                  </a:lnTo>
                  <a:lnTo>
                    <a:pt x="94538" y="22491"/>
                  </a:lnTo>
                  <a:lnTo>
                    <a:pt x="122701" y="21085"/>
                  </a:lnTo>
                  <a:lnTo>
                    <a:pt x="147845" y="16868"/>
                  </a:lnTo>
                  <a:lnTo>
                    <a:pt x="169970" y="9839"/>
                  </a:lnTo>
                  <a:lnTo>
                    <a:pt x="189077" y="0"/>
                  </a:lnTo>
                  <a:lnTo>
                    <a:pt x="169970" y="12965"/>
                  </a:lnTo>
                  <a:lnTo>
                    <a:pt x="147845" y="22226"/>
                  </a:lnTo>
                  <a:lnTo>
                    <a:pt x="122701" y="27782"/>
                  </a:lnTo>
                  <a:lnTo>
                    <a:pt x="94538" y="29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>
              <a:extLst>
                <a:ext uri="{FF2B5EF4-FFF2-40B4-BE49-F238E27FC236}">
                  <a16:creationId xmlns:a16="http://schemas.microsoft.com/office/drawing/2014/main" id="{55A1DC23-8CE3-638E-AA31-95BD28C8C91F}"/>
                </a:ext>
              </a:extLst>
            </p:cNvPr>
            <p:cNvSpPr/>
            <p:nvPr/>
          </p:nvSpPr>
          <p:spPr>
            <a:xfrm>
              <a:off x="2038245" y="9637899"/>
              <a:ext cx="189230" cy="29845"/>
            </a:xfrm>
            <a:custGeom>
              <a:avLst/>
              <a:gdLst/>
              <a:ahLst/>
              <a:cxnLst/>
              <a:rect l="l" t="t" r="r" b="b"/>
              <a:pathLst>
                <a:path w="189230" h="29845">
                  <a:moveTo>
                    <a:pt x="0" y="0"/>
                  </a:moveTo>
                  <a:lnTo>
                    <a:pt x="19107" y="12965"/>
                  </a:lnTo>
                  <a:lnTo>
                    <a:pt x="41232" y="22226"/>
                  </a:lnTo>
                  <a:lnTo>
                    <a:pt x="66376" y="27782"/>
                  </a:lnTo>
                  <a:lnTo>
                    <a:pt x="94538" y="29634"/>
                  </a:lnTo>
                  <a:lnTo>
                    <a:pt x="122701" y="27782"/>
                  </a:lnTo>
                  <a:lnTo>
                    <a:pt x="147845" y="22226"/>
                  </a:lnTo>
                  <a:lnTo>
                    <a:pt x="169970" y="12965"/>
                  </a:lnTo>
                  <a:lnTo>
                    <a:pt x="189077" y="0"/>
                  </a:lnTo>
                  <a:lnTo>
                    <a:pt x="169970" y="9839"/>
                  </a:lnTo>
                  <a:lnTo>
                    <a:pt x="147845" y="16868"/>
                  </a:lnTo>
                  <a:lnTo>
                    <a:pt x="122701" y="21085"/>
                  </a:lnTo>
                  <a:lnTo>
                    <a:pt x="94538" y="22491"/>
                  </a:lnTo>
                  <a:lnTo>
                    <a:pt x="66376" y="21085"/>
                  </a:lnTo>
                  <a:lnTo>
                    <a:pt x="41232" y="16868"/>
                  </a:lnTo>
                  <a:lnTo>
                    <a:pt x="19107" y="9839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>
              <a:extLst>
                <a:ext uri="{FF2B5EF4-FFF2-40B4-BE49-F238E27FC236}">
                  <a16:creationId xmlns:a16="http://schemas.microsoft.com/office/drawing/2014/main" id="{B78A95DE-5115-1065-7C5A-A197C577D87A}"/>
                </a:ext>
              </a:extLst>
            </p:cNvPr>
            <p:cNvSpPr/>
            <p:nvPr/>
          </p:nvSpPr>
          <p:spPr>
            <a:xfrm>
              <a:off x="2038245" y="9752199"/>
              <a:ext cx="189230" cy="29845"/>
            </a:xfrm>
            <a:custGeom>
              <a:avLst/>
              <a:gdLst/>
              <a:ahLst/>
              <a:cxnLst/>
              <a:rect l="l" t="t" r="r" b="b"/>
              <a:pathLst>
                <a:path w="189230" h="29845">
                  <a:moveTo>
                    <a:pt x="94538" y="29634"/>
                  </a:moveTo>
                  <a:lnTo>
                    <a:pt x="66376" y="27782"/>
                  </a:lnTo>
                  <a:lnTo>
                    <a:pt x="41232" y="22226"/>
                  </a:lnTo>
                  <a:lnTo>
                    <a:pt x="19107" y="12965"/>
                  </a:lnTo>
                  <a:lnTo>
                    <a:pt x="0" y="0"/>
                  </a:lnTo>
                  <a:lnTo>
                    <a:pt x="19107" y="9839"/>
                  </a:lnTo>
                  <a:lnTo>
                    <a:pt x="41232" y="16868"/>
                  </a:lnTo>
                  <a:lnTo>
                    <a:pt x="66376" y="21085"/>
                  </a:lnTo>
                  <a:lnTo>
                    <a:pt x="94538" y="22491"/>
                  </a:lnTo>
                  <a:lnTo>
                    <a:pt x="122701" y="21085"/>
                  </a:lnTo>
                  <a:lnTo>
                    <a:pt x="147845" y="16868"/>
                  </a:lnTo>
                  <a:lnTo>
                    <a:pt x="169970" y="9839"/>
                  </a:lnTo>
                  <a:lnTo>
                    <a:pt x="189077" y="0"/>
                  </a:lnTo>
                  <a:lnTo>
                    <a:pt x="169970" y="12965"/>
                  </a:lnTo>
                  <a:lnTo>
                    <a:pt x="147845" y="22226"/>
                  </a:lnTo>
                  <a:lnTo>
                    <a:pt x="122701" y="27782"/>
                  </a:lnTo>
                  <a:lnTo>
                    <a:pt x="94538" y="29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>
              <a:extLst>
                <a:ext uri="{FF2B5EF4-FFF2-40B4-BE49-F238E27FC236}">
                  <a16:creationId xmlns:a16="http://schemas.microsoft.com/office/drawing/2014/main" id="{0D6AA9EA-5823-612C-F1E4-165A321F4C2E}"/>
                </a:ext>
              </a:extLst>
            </p:cNvPr>
            <p:cNvSpPr/>
            <p:nvPr/>
          </p:nvSpPr>
          <p:spPr>
            <a:xfrm>
              <a:off x="2038245" y="9752199"/>
              <a:ext cx="189230" cy="29845"/>
            </a:xfrm>
            <a:custGeom>
              <a:avLst/>
              <a:gdLst/>
              <a:ahLst/>
              <a:cxnLst/>
              <a:rect l="l" t="t" r="r" b="b"/>
              <a:pathLst>
                <a:path w="189230" h="29845">
                  <a:moveTo>
                    <a:pt x="0" y="0"/>
                  </a:moveTo>
                  <a:lnTo>
                    <a:pt x="19107" y="12965"/>
                  </a:lnTo>
                  <a:lnTo>
                    <a:pt x="41232" y="22226"/>
                  </a:lnTo>
                  <a:lnTo>
                    <a:pt x="66376" y="27782"/>
                  </a:lnTo>
                  <a:lnTo>
                    <a:pt x="94538" y="29634"/>
                  </a:lnTo>
                  <a:lnTo>
                    <a:pt x="122701" y="27782"/>
                  </a:lnTo>
                  <a:lnTo>
                    <a:pt x="147845" y="22226"/>
                  </a:lnTo>
                  <a:lnTo>
                    <a:pt x="169970" y="12965"/>
                  </a:lnTo>
                  <a:lnTo>
                    <a:pt x="189077" y="0"/>
                  </a:lnTo>
                  <a:lnTo>
                    <a:pt x="169970" y="9839"/>
                  </a:lnTo>
                  <a:lnTo>
                    <a:pt x="147845" y="16868"/>
                  </a:lnTo>
                  <a:lnTo>
                    <a:pt x="122701" y="21085"/>
                  </a:lnTo>
                  <a:lnTo>
                    <a:pt x="94538" y="22491"/>
                  </a:lnTo>
                  <a:lnTo>
                    <a:pt x="66376" y="21085"/>
                  </a:lnTo>
                  <a:lnTo>
                    <a:pt x="41232" y="16868"/>
                  </a:lnTo>
                  <a:lnTo>
                    <a:pt x="19107" y="9839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>
              <a:extLst>
                <a:ext uri="{FF2B5EF4-FFF2-40B4-BE49-F238E27FC236}">
                  <a16:creationId xmlns:a16="http://schemas.microsoft.com/office/drawing/2014/main" id="{7C27ED11-EAE1-431D-CE13-B9E2CC901C39}"/>
                </a:ext>
              </a:extLst>
            </p:cNvPr>
            <p:cNvSpPr/>
            <p:nvPr/>
          </p:nvSpPr>
          <p:spPr>
            <a:xfrm>
              <a:off x="2017953" y="8359809"/>
              <a:ext cx="1936750" cy="1564005"/>
            </a:xfrm>
            <a:custGeom>
              <a:avLst/>
              <a:gdLst/>
              <a:ahLst/>
              <a:cxnLst/>
              <a:rect l="l" t="t" r="r" b="b"/>
              <a:pathLst>
                <a:path w="1936750" h="1564004">
                  <a:moveTo>
                    <a:pt x="151968" y="1126363"/>
                  </a:moveTo>
                  <a:lnTo>
                    <a:pt x="151777" y="1119124"/>
                  </a:lnTo>
                  <a:lnTo>
                    <a:pt x="151688" y="1118946"/>
                  </a:lnTo>
                  <a:lnTo>
                    <a:pt x="151688" y="1006754"/>
                  </a:lnTo>
                  <a:lnTo>
                    <a:pt x="151688" y="978052"/>
                  </a:lnTo>
                  <a:lnTo>
                    <a:pt x="141681" y="978052"/>
                  </a:lnTo>
                  <a:lnTo>
                    <a:pt x="141681" y="979004"/>
                  </a:lnTo>
                  <a:lnTo>
                    <a:pt x="0" y="992339"/>
                  </a:lnTo>
                  <a:lnTo>
                    <a:pt x="0" y="1021041"/>
                  </a:lnTo>
                  <a:lnTo>
                    <a:pt x="141681" y="1007706"/>
                  </a:lnTo>
                  <a:lnTo>
                    <a:pt x="141681" y="1108608"/>
                  </a:lnTo>
                  <a:lnTo>
                    <a:pt x="139687" y="1107033"/>
                  </a:lnTo>
                  <a:lnTo>
                    <a:pt x="133210" y="1105319"/>
                  </a:lnTo>
                  <a:lnTo>
                    <a:pt x="124828" y="1105496"/>
                  </a:lnTo>
                  <a:lnTo>
                    <a:pt x="87261" y="1123315"/>
                  </a:lnTo>
                  <a:lnTo>
                    <a:pt x="77673" y="1143508"/>
                  </a:lnTo>
                  <a:lnTo>
                    <a:pt x="77863" y="1149985"/>
                  </a:lnTo>
                  <a:lnTo>
                    <a:pt x="102819" y="1164932"/>
                  </a:lnTo>
                  <a:lnTo>
                    <a:pt x="111302" y="1163993"/>
                  </a:lnTo>
                  <a:lnTo>
                    <a:pt x="147332" y="1140929"/>
                  </a:lnTo>
                  <a:lnTo>
                    <a:pt x="150520" y="1133932"/>
                  </a:lnTo>
                  <a:lnTo>
                    <a:pt x="151968" y="1126363"/>
                  </a:lnTo>
                  <a:close/>
                </a:path>
                <a:path w="1936750" h="1564004">
                  <a:moveTo>
                    <a:pt x="288798" y="979766"/>
                  </a:moveTo>
                  <a:lnTo>
                    <a:pt x="251942" y="935189"/>
                  </a:lnTo>
                  <a:lnTo>
                    <a:pt x="242227" y="935189"/>
                  </a:lnTo>
                  <a:lnTo>
                    <a:pt x="246811" y="940930"/>
                  </a:lnTo>
                  <a:lnTo>
                    <a:pt x="250583" y="946988"/>
                  </a:lnTo>
                  <a:lnTo>
                    <a:pt x="253530" y="953363"/>
                  </a:lnTo>
                  <a:lnTo>
                    <a:pt x="255651" y="960056"/>
                  </a:lnTo>
                  <a:lnTo>
                    <a:pt x="255727" y="966660"/>
                  </a:lnTo>
                  <a:lnTo>
                    <a:pt x="254800" y="973061"/>
                  </a:lnTo>
                  <a:lnTo>
                    <a:pt x="233083" y="1005484"/>
                  </a:lnTo>
                  <a:lnTo>
                    <a:pt x="269087" y="1052347"/>
                  </a:lnTo>
                  <a:lnTo>
                    <a:pt x="269087" y="1052918"/>
                  </a:lnTo>
                  <a:lnTo>
                    <a:pt x="262420" y="1049312"/>
                  </a:lnTo>
                  <a:lnTo>
                    <a:pt x="256514" y="1047496"/>
                  </a:lnTo>
                  <a:lnTo>
                    <a:pt x="251371" y="1047496"/>
                  </a:lnTo>
                  <a:lnTo>
                    <a:pt x="242493" y="1048829"/>
                  </a:lnTo>
                  <a:lnTo>
                    <a:pt x="235864" y="1052563"/>
                  </a:lnTo>
                  <a:lnTo>
                    <a:pt x="231495" y="1058697"/>
                  </a:lnTo>
                  <a:lnTo>
                    <a:pt x="229362" y="1067206"/>
                  </a:lnTo>
                  <a:lnTo>
                    <a:pt x="230593" y="1073708"/>
                  </a:lnTo>
                  <a:lnTo>
                    <a:pt x="232867" y="1079779"/>
                  </a:lnTo>
                  <a:lnTo>
                    <a:pt x="236169" y="1085430"/>
                  </a:lnTo>
                  <a:lnTo>
                    <a:pt x="240512" y="1090637"/>
                  </a:lnTo>
                  <a:lnTo>
                    <a:pt x="261086" y="1108646"/>
                  </a:lnTo>
                  <a:lnTo>
                    <a:pt x="264223" y="1104074"/>
                  </a:lnTo>
                  <a:lnTo>
                    <a:pt x="260604" y="1101217"/>
                  </a:lnTo>
                  <a:lnTo>
                    <a:pt x="257365" y="1096746"/>
                  </a:lnTo>
                  <a:lnTo>
                    <a:pt x="254508" y="1090637"/>
                  </a:lnTo>
                  <a:lnTo>
                    <a:pt x="251460" y="1084541"/>
                  </a:lnTo>
                  <a:lnTo>
                    <a:pt x="251942" y="1077976"/>
                  </a:lnTo>
                  <a:lnTo>
                    <a:pt x="255943" y="1070927"/>
                  </a:lnTo>
                  <a:lnTo>
                    <a:pt x="259181" y="1066165"/>
                  </a:lnTo>
                  <a:lnTo>
                    <a:pt x="263271" y="1063879"/>
                  </a:lnTo>
                  <a:lnTo>
                    <a:pt x="268224" y="1064069"/>
                  </a:lnTo>
                  <a:lnTo>
                    <a:pt x="273367" y="1064450"/>
                  </a:lnTo>
                  <a:lnTo>
                    <a:pt x="278701" y="1066165"/>
                  </a:lnTo>
                  <a:lnTo>
                    <a:pt x="284226" y="1069213"/>
                  </a:lnTo>
                  <a:lnTo>
                    <a:pt x="287655" y="1064641"/>
                  </a:lnTo>
                  <a:lnTo>
                    <a:pt x="272796" y="1044917"/>
                  </a:lnTo>
                  <a:lnTo>
                    <a:pt x="268033" y="1037678"/>
                  </a:lnTo>
                  <a:lnTo>
                    <a:pt x="265557" y="1030058"/>
                  </a:lnTo>
                  <a:lnTo>
                    <a:pt x="265366" y="1022057"/>
                  </a:lnTo>
                  <a:lnTo>
                    <a:pt x="267589" y="1012240"/>
                  </a:lnTo>
                  <a:lnTo>
                    <a:pt x="272224" y="1001915"/>
                  </a:lnTo>
                  <a:lnTo>
                    <a:pt x="279298" y="991095"/>
                  </a:lnTo>
                  <a:lnTo>
                    <a:pt x="288798" y="979766"/>
                  </a:lnTo>
                  <a:close/>
                </a:path>
                <a:path w="1936750" h="1564004">
                  <a:moveTo>
                    <a:pt x="323989" y="1303096"/>
                  </a:moveTo>
                  <a:lnTo>
                    <a:pt x="277368" y="1303096"/>
                  </a:lnTo>
                  <a:lnTo>
                    <a:pt x="279438" y="1302194"/>
                  </a:lnTo>
                  <a:lnTo>
                    <a:pt x="284429" y="1299146"/>
                  </a:lnTo>
                  <a:lnTo>
                    <a:pt x="304419" y="1263053"/>
                  </a:lnTo>
                  <a:lnTo>
                    <a:pt x="301548" y="1256093"/>
                  </a:lnTo>
                  <a:lnTo>
                    <a:pt x="301472" y="1255903"/>
                  </a:lnTo>
                  <a:lnTo>
                    <a:pt x="295948" y="1251331"/>
                  </a:lnTo>
                  <a:lnTo>
                    <a:pt x="295948" y="1260665"/>
                  </a:lnTo>
                  <a:lnTo>
                    <a:pt x="295948" y="1264285"/>
                  </a:lnTo>
                  <a:lnTo>
                    <a:pt x="263372" y="1293533"/>
                  </a:lnTo>
                  <a:lnTo>
                    <a:pt x="247078" y="1299146"/>
                  </a:lnTo>
                  <a:lnTo>
                    <a:pt x="243078" y="1298956"/>
                  </a:lnTo>
                  <a:lnTo>
                    <a:pt x="239369" y="1298613"/>
                  </a:lnTo>
                  <a:lnTo>
                    <a:pt x="239369" y="1289519"/>
                  </a:lnTo>
                  <a:lnTo>
                    <a:pt x="238391" y="1289519"/>
                  </a:lnTo>
                  <a:lnTo>
                    <a:pt x="270802" y="1261516"/>
                  </a:lnTo>
                  <a:lnTo>
                    <a:pt x="285089" y="1256093"/>
                  </a:lnTo>
                  <a:lnTo>
                    <a:pt x="290804" y="1256665"/>
                  </a:lnTo>
                  <a:lnTo>
                    <a:pt x="293662" y="1257046"/>
                  </a:lnTo>
                  <a:lnTo>
                    <a:pt x="295376" y="1258379"/>
                  </a:lnTo>
                  <a:lnTo>
                    <a:pt x="295948" y="1260665"/>
                  </a:lnTo>
                  <a:lnTo>
                    <a:pt x="295948" y="1251331"/>
                  </a:lnTo>
                  <a:lnTo>
                    <a:pt x="294805" y="1250378"/>
                  </a:lnTo>
                  <a:lnTo>
                    <a:pt x="289661" y="1247521"/>
                  </a:lnTo>
                  <a:lnTo>
                    <a:pt x="283845" y="1246378"/>
                  </a:lnTo>
                  <a:lnTo>
                    <a:pt x="277368" y="1246949"/>
                  </a:lnTo>
                  <a:lnTo>
                    <a:pt x="239344" y="1263561"/>
                  </a:lnTo>
                  <a:lnTo>
                    <a:pt x="228701" y="1292567"/>
                  </a:lnTo>
                  <a:lnTo>
                    <a:pt x="229362" y="1294180"/>
                  </a:lnTo>
                  <a:lnTo>
                    <a:pt x="229362" y="1303096"/>
                  </a:lnTo>
                  <a:lnTo>
                    <a:pt x="212852" y="1303096"/>
                  </a:lnTo>
                  <a:lnTo>
                    <a:pt x="212852" y="1310246"/>
                  </a:lnTo>
                  <a:lnTo>
                    <a:pt x="229362" y="1310246"/>
                  </a:lnTo>
                  <a:lnTo>
                    <a:pt x="229362" y="1360246"/>
                  </a:lnTo>
                  <a:lnTo>
                    <a:pt x="212852" y="1360246"/>
                  </a:lnTo>
                  <a:lnTo>
                    <a:pt x="212852" y="1367396"/>
                  </a:lnTo>
                  <a:lnTo>
                    <a:pt x="229362" y="1367396"/>
                  </a:lnTo>
                  <a:lnTo>
                    <a:pt x="229362" y="1400810"/>
                  </a:lnTo>
                  <a:lnTo>
                    <a:pt x="228701" y="1406867"/>
                  </a:lnTo>
                  <a:lnTo>
                    <a:pt x="229362" y="1408480"/>
                  </a:lnTo>
                  <a:lnTo>
                    <a:pt x="229362" y="1563839"/>
                  </a:lnTo>
                  <a:lnTo>
                    <a:pt x="239369" y="1563839"/>
                  </a:lnTo>
                  <a:lnTo>
                    <a:pt x="239369" y="1420025"/>
                  </a:lnTo>
                  <a:lnTo>
                    <a:pt x="243649" y="1422400"/>
                  </a:lnTo>
                  <a:lnTo>
                    <a:pt x="249364" y="1423543"/>
                  </a:lnTo>
                  <a:lnTo>
                    <a:pt x="255651" y="1422971"/>
                  </a:lnTo>
                  <a:lnTo>
                    <a:pt x="263728" y="1422057"/>
                  </a:lnTo>
                  <a:lnTo>
                    <a:pt x="271653" y="1419898"/>
                  </a:lnTo>
                  <a:lnTo>
                    <a:pt x="279438" y="1416494"/>
                  </a:lnTo>
                  <a:lnTo>
                    <a:pt x="284429" y="1413446"/>
                  </a:lnTo>
                  <a:lnTo>
                    <a:pt x="287083" y="1411833"/>
                  </a:lnTo>
                  <a:lnTo>
                    <a:pt x="304419" y="1377353"/>
                  </a:lnTo>
                  <a:lnTo>
                    <a:pt x="301548" y="1370393"/>
                  </a:lnTo>
                  <a:lnTo>
                    <a:pt x="301472" y="1370203"/>
                  </a:lnTo>
                  <a:lnTo>
                    <a:pt x="298081" y="1367396"/>
                  </a:lnTo>
                  <a:lnTo>
                    <a:pt x="323989" y="1367396"/>
                  </a:lnTo>
                  <a:lnTo>
                    <a:pt x="323989" y="1360246"/>
                  </a:lnTo>
                  <a:lnTo>
                    <a:pt x="295948" y="1360246"/>
                  </a:lnTo>
                  <a:lnTo>
                    <a:pt x="295948" y="1374965"/>
                  </a:lnTo>
                  <a:lnTo>
                    <a:pt x="295948" y="1378585"/>
                  </a:lnTo>
                  <a:lnTo>
                    <a:pt x="263372" y="1407833"/>
                  </a:lnTo>
                  <a:lnTo>
                    <a:pt x="247078" y="1413446"/>
                  </a:lnTo>
                  <a:lnTo>
                    <a:pt x="243078" y="1413256"/>
                  </a:lnTo>
                  <a:lnTo>
                    <a:pt x="239369" y="1412913"/>
                  </a:lnTo>
                  <a:lnTo>
                    <a:pt x="239369" y="1401711"/>
                  </a:lnTo>
                  <a:lnTo>
                    <a:pt x="270802" y="1375816"/>
                  </a:lnTo>
                  <a:lnTo>
                    <a:pt x="285089" y="1370393"/>
                  </a:lnTo>
                  <a:lnTo>
                    <a:pt x="290804" y="1370965"/>
                  </a:lnTo>
                  <a:lnTo>
                    <a:pt x="293662" y="1371346"/>
                  </a:lnTo>
                  <a:lnTo>
                    <a:pt x="295376" y="1372679"/>
                  </a:lnTo>
                  <a:lnTo>
                    <a:pt x="295948" y="1374965"/>
                  </a:lnTo>
                  <a:lnTo>
                    <a:pt x="295948" y="1360246"/>
                  </a:lnTo>
                  <a:lnTo>
                    <a:pt x="254228" y="1360246"/>
                  </a:lnTo>
                  <a:lnTo>
                    <a:pt x="254228" y="1367396"/>
                  </a:lnTo>
                  <a:lnTo>
                    <a:pt x="253479" y="1367726"/>
                  </a:lnTo>
                  <a:lnTo>
                    <a:pt x="245935" y="1372387"/>
                  </a:lnTo>
                  <a:lnTo>
                    <a:pt x="239369" y="1377848"/>
                  </a:lnTo>
                  <a:lnTo>
                    <a:pt x="239369" y="1367396"/>
                  </a:lnTo>
                  <a:lnTo>
                    <a:pt x="254228" y="1367396"/>
                  </a:lnTo>
                  <a:lnTo>
                    <a:pt x="254228" y="1360246"/>
                  </a:lnTo>
                  <a:lnTo>
                    <a:pt x="239369" y="1360246"/>
                  </a:lnTo>
                  <a:lnTo>
                    <a:pt x="239369" y="1310246"/>
                  </a:lnTo>
                  <a:lnTo>
                    <a:pt x="323989" y="1310246"/>
                  </a:lnTo>
                  <a:lnTo>
                    <a:pt x="323989" y="1303096"/>
                  </a:lnTo>
                  <a:close/>
                </a:path>
                <a:path w="1936750" h="1564004">
                  <a:moveTo>
                    <a:pt x="592175" y="979766"/>
                  </a:moveTo>
                  <a:lnTo>
                    <a:pt x="555320" y="935189"/>
                  </a:lnTo>
                  <a:lnTo>
                    <a:pt x="545604" y="935189"/>
                  </a:lnTo>
                  <a:lnTo>
                    <a:pt x="550189" y="940930"/>
                  </a:lnTo>
                  <a:lnTo>
                    <a:pt x="553961" y="946988"/>
                  </a:lnTo>
                  <a:lnTo>
                    <a:pt x="556907" y="953363"/>
                  </a:lnTo>
                  <a:lnTo>
                    <a:pt x="559028" y="960056"/>
                  </a:lnTo>
                  <a:lnTo>
                    <a:pt x="559104" y="966660"/>
                  </a:lnTo>
                  <a:lnTo>
                    <a:pt x="558177" y="973061"/>
                  </a:lnTo>
                  <a:lnTo>
                    <a:pt x="536460" y="1005484"/>
                  </a:lnTo>
                  <a:lnTo>
                    <a:pt x="572465" y="1052347"/>
                  </a:lnTo>
                  <a:lnTo>
                    <a:pt x="572465" y="1052918"/>
                  </a:lnTo>
                  <a:lnTo>
                    <a:pt x="565797" y="1049312"/>
                  </a:lnTo>
                  <a:lnTo>
                    <a:pt x="559892" y="1047496"/>
                  </a:lnTo>
                  <a:lnTo>
                    <a:pt x="554748" y="1047496"/>
                  </a:lnTo>
                  <a:lnTo>
                    <a:pt x="545871" y="1048829"/>
                  </a:lnTo>
                  <a:lnTo>
                    <a:pt x="539242" y="1052563"/>
                  </a:lnTo>
                  <a:lnTo>
                    <a:pt x="534873" y="1058697"/>
                  </a:lnTo>
                  <a:lnTo>
                    <a:pt x="532739" y="1067206"/>
                  </a:lnTo>
                  <a:lnTo>
                    <a:pt x="533971" y="1073708"/>
                  </a:lnTo>
                  <a:lnTo>
                    <a:pt x="536244" y="1079779"/>
                  </a:lnTo>
                  <a:lnTo>
                    <a:pt x="539546" y="1085430"/>
                  </a:lnTo>
                  <a:lnTo>
                    <a:pt x="543890" y="1090637"/>
                  </a:lnTo>
                  <a:lnTo>
                    <a:pt x="564464" y="1108646"/>
                  </a:lnTo>
                  <a:lnTo>
                    <a:pt x="567601" y="1104074"/>
                  </a:lnTo>
                  <a:lnTo>
                    <a:pt x="563981" y="1101217"/>
                  </a:lnTo>
                  <a:lnTo>
                    <a:pt x="560743" y="1096746"/>
                  </a:lnTo>
                  <a:lnTo>
                    <a:pt x="557885" y="1090637"/>
                  </a:lnTo>
                  <a:lnTo>
                    <a:pt x="554837" y="1084541"/>
                  </a:lnTo>
                  <a:lnTo>
                    <a:pt x="555320" y="1077976"/>
                  </a:lnTo>
                  <a:lnTo>
                    <a:pt x="559320" y="1070927"/>
                  </a:lnTo>
                  <a:lnTo>
                    <a:pt x="562559" y="1066165"/>
                  </a:lnTo>
                  <a:lnTo>
                    <a:pt x="566648" y="1063879"/>
                  </a:lnTo>
                  <a:lnTo>
                    <a:pt x="571601" y="1064069"/>
                  </a:lnTo>
                  <a:lnTo>
                    <a:pt x="576745" y="1064450"/>
                  </a:lnTo>
                  <a:lnTo>
                    <a:pt x="582079" y="1066165"/>
                  </a:lnTo>
                  <a:lnTo>
                    <a:pt x="587603" y="1069213"/>
                  </a:lnTo>
                  <a:lnTo>
                    <a:pt x="591032" y="1064641"/>
                  </a:lnTo>
                  <a:lnTo>
                    <a:pt x="576173" y="1044917"/>
                  </a:lnTo>
                  <a:lnTo>
                    <a:pt x="571411" y="1037678"/>
                  </a:lnTo>
                  <a:lnTo>
                    <a:pt x="568934" y="1030058"/>
                  </a:lnTo>
                  <a:lnTo>
                    <a:pt x="568744" y="1022057"/>
                  </a:lnTo>
                  <a:lnTo>
                    <a:pt x="570966" y="1012240"/>
                  </a:lnTo>
                  <a:lnTo>
                    <a:pt x="575602" y="1001915"/>
                  </a:lnTo>
                  <a:lnTo>
                    <a:pt x="582676" y="991095"/>
                  </a:lnTo>
                  <a:lnTo>
                    <a:pt x="592175" y="979766"/>
                  </a:lnTo>
                  <a:close/>
                </a:path>
                <a:path w="1936750" h="1564004">
                  <a:moveTo>
                    <a:pt x="1140764" y="1391539"/>
                  </a:moveTo>
                  <a:lnTo>
                    <a:pt x="1140002" y="1385062"/>
                  </a:lnTo>
                  <a:lnTo>
                    <a:pt x="1136383" y="1381531"/>
                  </a:lnTo>
                  <a:lnTo>
                    <a:pt x="1129906" y="1380959"/>
                  </a:lnTo>
                  <a:lnTo>
                    <a:pt x="1123238" y="1381531"/>
                  </a:lnTo>
                  <a:lnTo>
                    <a:pt x="1119619" y="1385062"/>
                  </a:lnTo>
                  <a:lnTo>
                    <a:pt x="1119047" y="1391539"/>
                  </a:lnTo>
                  <a:lnTo>
                    <a:pt x="1119619" y="1398016"/>
                  </a:lnTo>
                  <a:lnTo>
                    <a:pt x="1123238" y="1401724"/>
                  </a:lnTo>
                  <a:lnTo>
                    <a:pt x="1129906" y="1402676"/>
                  </a:lnTo>
                  <a:lnTo>
                    <a:pt x="1136383" y="1401724"/>
                  </a:lnTo>
                  <a:lnTo>
                    <a:pt x="1140002" y="1398016"/>
                  </a:lnTo>
                  <a:lnTo>
                    <a:pt x="1140764" y="1391539"/>
                  </a:lnTo>
                  <a:close/>
                </a:path>
                <a:path w="1936750" h="1564004">
                  <a:moveTo>
                    <a:pt x="1140764" y="1277239"/>
                  </a:moveTo>
                  <a:lnTo>
                    <a:pt x="1140002" y="1270762"/>
                  </a:lnTo>
                  <a:lnTo>
                    <a:pt x="1136383" y="1267231"/>
                  </a:lnTo>
                  <a:lnTo>
                    <a:pt x="1129906" y="1266659"/>
                  </a:lnTo>
                  <a:lnTo>
                    <a:pt x="1123238" y="1267231"/>
                  </a:lnTo>
                  <a:lnTo>
                    <a:pt x="1119619" y="1270762"/>
                  </a:lnTo>
                  <a:lnTo>
                    <a:pt x="1119047" y="1277239"/>
                  </a:lnTo>
                  <a:lnTo>
                    <a:pt x="1119619" y="1283716"/>
                  </a:lnTo>
                  <a:lnTo>
                    <a:pt x="1123238" y="1287424"/>
                  </a:lnTo>
                  <a:lnTo>
                    <a:pt x="1129906" y="1288376"/>
                  </a:lnTo>
                  <a:lnTo>
                    <a:pt x="1136383" y="1287424"/>
                  </a:lnTo>
                  <a:lnTo>
                    <a:pt x="1140002" y="1283716"/>
                  </a:lnTo>
                  <a:lnTo>
                    <a:pt x="1140764" y="1277239"/>
                  </a:lnTo>
                  <a:close/>
                </a:path>
                <a:path w="1936750" h="1564004">
                  <a:moveTo>
                    <a:pt x="1936508" y="1020914"/>
                  </a:moveTo>
                  <a:lnTo>
                    <a:pt x="1104480" y="1020914"/>
                  </a:lnTo>
                  <a:lnTo>
                    <a:pt x="1104480" y="935189"/>
                  </a:lnTo>
                  <a:lnTo>
                    <a:pt x="1095908" y="935189"/>
                  </a:lnTo>
                  <a:lnTo>
                    <a:pt x="1095908" y="1380959"/>
                  </a:lnTo>
                  <a:lnTo>
                    <a:pt x="1095044" y="1382776"/>
                  </a:lnTo>
                  <a:lnTo>
                    <a:pt x="1064475" y="1407833"/>
                  </a:lnTo>
                  <a:lnTo>
                    <a:pt x="1048181" y="1413446"/>
                  </a:lnTo>
                  <a:lnTo>
                    <a:pt x="1044181" y="1413256"/>
                  </a:lnTo>
                  <a:lnTo>
                    <a:pt x="1040180" y="1412875"/>
                  </a:lnTo>
                  <a:lnTo>
                    <a:pt x="1038275" y="1411160"/>
                  </a:lnTo>
                  <a:lnTo>
                    <a:pt x="1038466" y="1408112"/>
                  </a:lnTo>
                  <a:lnTo>
                    <a:pt x="1064475" y="1379816"/>
                  </a:lnTo>
                  <a:lnTo>
                    <a:pt x="1094473" y="1380959"/>
                  </a:lnTo>
                  <a:lnTo>
                    <a:pt x="1095908" y="1380959"/>
                  </a:lnTo>
                  <a:lnTo>
                    <a:pt x="1095908" y="935189"/>
                  </a:lnTo>
                  <a:lnTo>
                    <a:pt x="1094473" y="935189"/>
                  </a:lnTo>
                  <a:lnTo>
                    <a:pt x="1094473" y="1020914"/>
                  </a:lnTo>
                  <a:lnTo>
                    <a:pt x="1094473" y="1026629"/>
                  </a:lnTo>
                  <a:lnTo>
                    <a:pt x="1094473" y="1303096"/>
                  </a:lnTo>
                  <a:lnTo>
                    <a:pt x="1078471" y="1303096"/>
                  </a:lnTo>
                  <a:lnTo>
                    <a:pt x="1080541" y="1302194"/>
                  </a:lnTo>
                  <a:lnTo>
                    <a:pt x="1085532" y="1299146"/>
                  </a:lnTo>
                  <a:lnTo>
                    <a:pt x="1088186" y="1297533"/>
                  </a:lnTo>
                  <a:lnTo>
                    <a:pt x="1094473" y="1292326"/>
                  </a:lnTo>
                  <a:lnTo>
                    <a:pt x="1094473" y="1269161"/>
                  </a:lnTo>
                  <a:lnTo>
                    <a:pt x="1091044" y="1273238"/>
                  </a:lnTo>
                  <a:lnTo>
                    <a:pt x="1075905" y="1286383"/>
                  </a:lnTo>
                  <a:lnTo>
                    <a:pt x="1070190" y="1290383"/>
                  </a:lnTo>
                  <a:lnTo>
                    <a:pt x="1064475" y="1293533"/>
                  </a:lnTo>
                  <a:lnTo>
                    <a:pt x="1053045" y="1298105"/>
                  </a:lnTo>
                  <a:lnTo>
                    <a:pt x="1048181" y="1299146"/>
                  </a:lnTo>
                  <a:lnTo>
                    <a:pt x="1044181" y="1298956"/>
                  </a:lnTo>
                  <a:lnTo>
                    <a:pt x="1040180" y="1298575"/>
                  </a:lnTo>
                  <a:lnTo>
                    <a:pt x="1038275" y="1296860"/>
                  </a:lnTo>
                  <a:lnTo>
                    <a:pt x="1038466" y="1293812"/>
                  </a:lnTo>
                  <a:lnTo>
                    <a:pt x="1064475" y="1265516"/>
                  </a:lnTo>
                  <a:lnTo>
                    <a:pt x="1086192" y="1256093"/>
                  </a:lnTo>
                  <a:lnTo>
                    <a:pt x="1091907" y="1256665"/>
                  </a:lnTo>
                  <a:lnTo>
                    <a:pt x="1094473" y="1257007"/>
                  </a:lnTo>
                  <a:lnTo>
                    <a:pt x="1094473" y="1249514"/>
                  </a:lnTo>
                  <a:lnTo>
                    <a:pt x="1094346" y="1249514"/>
                  </a:lnTo>
                  <a:lnTo>
                    <a:pt x="1090764" y="1247521"/>
                  </a:lnTo>
                  <a:lnTo>
                    <a:pt x="1084948" y="1246378"/>
                  </a:lnTo>
                  <a:lnTo>
                    <a:pt x="1078471" y="1246949"/>
                  </a:lnTo>
                  <a:lnTo>
                    <a:pt x="1070292" y="1247863"/>
                  </a:lnTo>
                  <a:lnTo>
                    <a:pt x="1064196" y="1249514"/>
                  </a:lnTo>
                  <a:lnTo>
                    <a:pt x="971435" y="1249514"/>
                  </a:lnTo>
                  <a:lnTo>
                    <a:pt x="971702" y="1248092"/>
                  </a:lnTo>
                  <a:lnTo>
                    <a:pt x="974648" y="1243711"/>
                  </a:lnTo>
                  <a:lnTo>
                    <a:pt x="979601" y="1240091"/>
                  </a:lnTo>
                  <a:lnTo>
                    <a:pt x="985126" y="1235900"/>
                  </a:lnTo>
                  <a:lnTo>
                    <a:pt x="988275" y="1231049"/>
                  </a:lnTo>
                  <a:lnTo>
                    <a:pt x="989037" y="1225511"/>
                  </a:lnTo>
                  <a:lnTo>
                    <a:pt x="988275" y="1221905"/>
                  </a:lnTo>
                  <a:lnTo>
                    <a:pt x="986561" y="1218476"/>
                  </a:lnTo>
                  <a:lnTo>
                    <a:pt x="983894" y="1215224"/>
                  </a:lnTo>
                  <a:lnTo>
                    <a:pt x="977315" y="1208176"/>
                  </a:lnTo>
                  <a:lnTo>
                    <a:pt x="977315" y="1217510"/>
                  </a:lnTo>
                  <a:lnTo>
                    <a:pt x="976363" y="1222476"/>
                  </a:lnTo>
                  <a:lnTo>
                    <a:pt x="973416" y="1226845"/>
                  </a:lnTo>
                  <a:lnTo>
                    <a:pt x="968463" y="1230655"/>
                  </a:lnTo>
                  <a:lnTo>
                    <a:pt x="962939" y="1234478"/>
                  </a:lnTo>
                  <a:lnTo>
                    <a:pt x="959789" y="1239227"/>
                  </a:lnTo>
                  <a:lnTo>
                    <a:pt x="959027" y="1244942"/>
                  </a:lnTo>
                  <a:lnTo>
                    <a:pt x="959789" y="1248562"/>
                  </a:lnTo>
                  <a:lnTo>
                    <a:pt x="960259" y="1249514"/>
                  </a:lnTo>
                  <a:lnTo>
                    <a:pt x="844727" y="1249514"/>
                  </a:lnTo>
                  <a:lnTo>
                    <a:pt x="844727" y="1198079"/>
                  </a:lnTo>
                  <a:lnTo>
                    <a:pt x="964171" y="1198079"/>
                  </a:lnTo>
                  <a:lnTo>
                    <a:pt x="971892" y="1206652"/>
                  </a:lnTo>
                  <a:lnTo>
                    <a:pt x="974750" y="1209509"/>
                  </a:lnTo>
                  <a:lnTo>
                    <a:pt x="976553" y="1213129"/>
                  </a:lnTo>
                  <a:lnTo>
                    <a:pt x="977315" y="1217510"/>
                  </a:lnTo>
                  <a:lnTo>
                    <a:pt x="977315" y="1208176"/>
                  </a:lnTo>
                  <a:lnTo>
                    <a:pt x="975893" y="1206652"/>
                  </a:lnTo>
                  <a:lnTo>
                    <a:pt x="972845" y="1202651"/>
                  </a:lnTo>
                  <a:lnTo>
                    <a:pt x="971130" y="1199134"/>
                  </a:lnTo>
                  <a:lnTo>
                    <a:pt x="970991" y="1198079"/>
                  </a:lnTo>
                  <a:lnTo>
                    <a:pt x="1094473" y="1198079"/>
                  </a:lnTo>
                  <a:lnTo>
                    <a:pt x="1094473" y="1192364"/>
                  </a:lnTo>
                  <a:lnTo>
                    <a:pt x="971435" y="1192364"/>
                  </a:lnTo>
                  <a:lnTo>
                    <a:pt x="971702" y="1190942"/>
                  </a:lnTo>
                  <a:lnTo>
                    <a:pt x="974648" y="1186561"/>
                  </a:lnTo>
                  <a:lnTo>
                    <a:pt x="979601" y="1182941"/>
                  </a:lnTo>
                  <a:lnTo>
                    <a:pt x="985126" y="1178750"/>
                  </a:lnTo>
                  <a:lnTo>
                    <a:pt x="988275" y="1173899"/>
                  </a:lnTo>
                  <a:lnTo>
                    <a:pt x="989037" y="1168361"/>
                  </a:lnTo>
                  <a:lnTo>
                    <a:pt x="988275" y="1164755"/>
                  </a:lnTo>
                  <a:lnTo>
                    <a:pt x="986561" y="1161326"/>
                  </a:lnTo>
                  <a:lnTo>
                    <a:pt x="983894" y="1158074"/>
                  </a:lnTo>
                  <a:lnTo>
                    <a:pt x="977315" y="1151026"/>
                  </a:lnTo>
                  <a:lnTo>
                    <a:pt x="977315" y="1160360"/>
                  </a:lnTo>
                  <a:lnTo>
                    <a:pt x="976363" y="1165326"/>
                  </a:lnTo>
                  <a:lnTo>
                    <a:pt x="973416" y="1169695"/>
                  </a:lnTo>
                  <a:lnTo>
                    <a:pt x="968463" y="1173505"/>
                  </a:lnTo>
                  <a:lnTo>
                    <a:pt x="962939" y="1177328"/>
                  </a:lnTo>
                  <a:lnTo>
                    <a:pt x="959789" y="1182077"/>
                  </a:lnTo>
                  <a:lnTo>
                    <a:pt x="959027" y="1187792"/>
                  </a:lnTo>
                  <a:lnTo>
                    <a:pt x="959789" y="1191412"/>
                  </a:lnTo>
                  <a:lnTo>
                    <a:pt x="960259" y="1192364"/>
                  </a:lnTo>
                  <a:lnTo>
                    <a:pt x="844727" y="1192364"/>
                  </a:lnTo>
                  <a:lnTo>
                    <a:pt x="844727" y="1140929"/>
                  </a:lnTo>
                  <a:lnTo>
                    <a:pt x="964171" y="1140929"/>
                  </a:lnTo>
                  <a:lnTo>
                    <a:pt x="971892" y="1149502"/>
                  </a:lnTo>
                  <a:lnTo>
                    <a:pt x="974750" y="1152359"/>
                  </a:lnTo>
                  <a:lnTo>
                    <a:pt x="976553" y="1155979"/>
                  </a:lnTo>
                  <a:lnTo>
                    <a:pt x="977315" y="1160360"/>
                  </a:lnTo>
                  <a:lnTo>
                    <a:pt x="977315" y="1151026"/>
                  </a:lnTo>
                  <a:lnTo>
                    <a:pt x="975893" y="1149502"/>
                  </a:lnTo>
                  <a:lnTo>
                    <a:pt x="972845" y="1145501"/>
                  </a:lnTo>
                  <a:lnTo>
                    <a:pt x="971130" y="1141984"/>
                  </a:lnTo>
                  <a:lnTo>
                    <a:pt x="970991" y="1140929"/>
                  </a:lnTo>
                  <a:lnTo>
                    <a:pt x="1094473" y="1140929"/>
                  </a:lnTo>
                  <a:lnTo>
                    <a:pt x="1094473" y="1135214"/>
                  </a:lnTo>
                  <a:lnTo>
                    <a:pt x="971435" y="1135214"/>
                  </a:lnTo>
                  <a:lnTo>
                    <a:pt x="971702" y="1133792"/>
                  </a:lnTo>
                  <a:lnTo>
                    <a:pt x="974648" y="1129411"/>
                  </a:lnTo>
                  <a:lnTo>
                    <a:pt x="979601" y="1125791"/>
                  </a:lnTo>
                  <a:lnTo>
                    <a:pt x="985126" y="1121600"/>
                  </a:lnTo>
                  <a:lnTo>
                    <a:pt x="988275" y="1116749"/>
                  </a:lnTo>
                  <a:lnTo>
                    <a:pt x="989037" y="1111211"/>
                  </a:lnTo>
                  <a:lnTo>
                    <a:pt x="988275" y="1107605"/>
                  </a:lnTo>
                  <a:lnTo>
                    <a:pt x="986561" y="1104176"/>
                  </a:lnTo>
                  <a:lnTo>
                    <a:pt x="983894" y="1100924"/>
                  </a:lnTo>
                  <a:lnTo>
                    <a:pt x="975893" y="1092352"/>
                  </a:lnTo>
                  <a:lnTo>
                    <a:pt x="971892" y="1092352"/>
                  </a:lnTo>
                  <a:lnTo>
                    <a:pt x="974750" y="1095209"/>
                  </a:lnTo>
                  <a:lnTo>
                    <a:pt x="976553" y="1098829"/>
                  </a:lnTo>
                  <a:lnTo>
                    <a:pt x="962939" y="1120178"/>
                  </a:lnTo>
                  <a:lnTo>
                    <a:pt x="959789" y="1124927"/>
                  </a:lnTo>
                  <a:lnTo>
                    <a:pt x="959027" y="1130642"/>
                  </a:lnTo>
                  <a:lnTo>
                    <a:pt x="959789" y="1134262"/>
                  </a:lnTo>
                  <a:lnTo>
                    <a:pt x="960259" y="1135214"/>
                  </a:lnTo>
                  <a:lnTo>
                    <a:pt x="844727" y="1135214"/>
                  </a:lnTo>
                  <a:lnTo>
                    <a:pt x="844727" y="1083779"/>
                  </a:lnTo>
                  <a:lnTo>
                    <a:pt x="1094473" y="1083779"/>
                  </a:lnTo>
                  <a:lnTo>
                    <a:pt x="1094473" y="1078064"/>
                  </a:lnTo>
                  <a:lnTo>
                    <a:pt x="844727" y="1078064"/>
                  </a:lnTo>
                  <a:lnTo>
                    <a:pt x="844727" y="1026629"/>
                  </a:lnTo>
                  <a:lnTo>
                    <a:pt x="1094473" y="1026629"/>
                  </a:lnTo>
                  <a:lnTo>
                    <a:pt x="1094473" y="1020914"/>
                  </a:lnTo>
                  <a:lnTo>
                    <a:pt x="844727" y="1020914"/>
                  </a:lnTo>
                  <a:lnTo>
                    <a:pt x="844727" y="0"/>
                  </a:lnTo>
                  <a:lnTo>
                    <a:pt x="836155" y="0"/>
                  </a:lnTo>
                  <a:lnTo>
                    <a:pt x="836155" y="1020914"/>
                  </a:lnTo>
                  <a:lnTo>
                    <a:pt x="832027" y="1020914"/>
                  </a:lnTo>
                  <a:lnTo>
                    <a:pt x="832027" y="1026629"/>
                  </a:lnTo>
                  <a:lnTo>
                    <a:pt x="836155" y="1026629"/>
                  </a:lnTo>
                  <a:lnTo>
                    <a:pt x="836155" y="1078064"/>
                  </a:lnTo>
                  <a:lnTo>
                    <a:pt x="832027" y="1078064"/>
                  </a:lnTo>
                  <a:lnTo>
                    <a:pt x="832027" y="1083779"/>
                  </a:lnTo>
                  <a:lnTo>
                    <a:pt x="836155" y="1083779"/>
                  </a:lnTo>
                  <a:lnTo>
                    <a:pt x="836155" y="1135214"/>
                  </a:lnTo>
                  <a:lnTo>
                    <a:pt x="832027" y="1135214"/>
                  </a:lnTo>
                  <a:lnTo>
                    <a:pt x="832027" y="1140929"/>
                  </a:lnTo>
                  <a:lnTo>
                    <a:pt x="836155" y="1140929"/>
                  </a:lnTo>
                  <a:lnTo>
                    <a:pt x="836155" y="1192364"/>
                  </a:lnTo>
                  <a:lnTo>
                    <a:pt x="832027" y="1192364"/>
                  </a:lnTo>
                  <a:lnTo>
                    <a:pt x="832027" y="1198079"/>
                  </a:lnTo>
                  <a:lnTo>
                    <a:pt x="836155" y="1198079"/>
                  </a:lnTo>
                  <a:lnTo>
                    <a:pt x="836155" y="1249514"/>
                  </a:lnTo>
                  <a:lnTo>
                    <a:pt x="832027" y="1249514"/>
                  </a:lnTo>
                  <a:lnTo>
                    <a:pt x="832027" y="1255229"/>
                  </a:lnTo>
                  <a:lnTo>
                    <a:pt x="836155" y="1255229"/>
                  </a:lnTo>
                  <a:lnTo>
                    <a:pt x="844727" y="1255229"/>
                  </a:lnTo>
                  <a:lnTo>
                    <a:pt x="964171" y="1255229"/>
                  </a:lnTo>
                  <a:lnTo>
                    <a:pt x="971892" y="1263802"/>
                  </a:lnTo>
                  <a:lnTo>
                    <a:pt x="974750" y="1266659"/>
                  </a:lnTo>
                  <a:lnTo>
                    <a:pt x="976553" y="1270279"/>
                  </a:lnTo>
                  <a:lnTo>
                    <a:pt x="977315" y="1274660"/>
                  </a:lnTo>
                  <a:lnTo>
                    <a:pt x="976363" y="1279626"/>
                  </a:lnTo>
                  <a:lnTo>
                    <a:pt x="973416" y="1283995"/>
                  </a:lnTo>
                  <a:lnTo>
                    <a:pt x="968463" y="1287805"/>
                  </a:lnTo>
                  <a:lnTo>
                    <a:pt x="962939" y="1291628"/>
                  </a:lnTo>
                  <a:lnTo>
                    <a:pt x="959789" y="1296377"/>
                  </a:lnTo>
                  <a:lnTo>
                    <a:pt x="959027" y="1302092"/>
                  </a:lnTo>
                  <a:lnTo>
                    <a:pt x="959789" y="1305712"/>
                  </a:lnTo>
                  <a:lnTo>
                    <a:pt x="961504" y="1309141"/>
                  </a:lnTo>
                  <a:lnTo>
                    <a:pt x="964171" y="1312379"/>
                  </a:lnTo>
                  <a:lnTo>
                    <a:pt x="971892" y="1320952"/>
                  </a:lnTo>
                  <a:lnTo>
                    <a:pt x="974750" y="1323809"/>
                  </a:lnTo>
                  <a:lnTo>
                    <a:pt x="976553" y="1327429"/>
                  </a:lnTo>
                  <a:lnTo>
                    <a:pt x="962939" y="1348778"/>
                  </a:lnTo>
                  <a:lnTo>
                    <a:pt x="959789" y="1353527"/>
                  </a:lnTo>
                  <a:lnTo>
                    <a:pt x="959027" y="1359242"/>
                  </a:lnTo>
                  <a:lnTo>
                    <a:pt x="959789" y="1362862"/>
                  </a:lnTo>
                  <a:lnTo>
                    <a:pt x="961504" y="1366291"/>
                  </a:lnTo>
                  <a:lnTo>
                    <a:pt x="964171" y="1369529"/>
                  </a:lnTo>
                  <a:lnTo>
                    <a:pt x="971892" y="1378102"/>
                  </a:lnTo>
                  <a:lnTo>
                    <a:pt x="974750" y="1380959"/>
                  </a:lnTo>
                  <a:lnTo>
                    <a:pt x="976553" y="1384579"/>
                  </a:lnTo>
                  <a:lnTo>
                    <a:pt x="962939" y="1405928"/>
                  </a:lnTo>
                  <a:lnTo>
                    <a:pt x="959789" y="1410677"/>
                  </a:lnTo>
                  <a:lnTo>
                    <a:pt x="959027" y="1416392"/>
                  </a:lnTo>
                  <a:lnTo>
                    <a:pt x="959789" y="1420012"/>
                  </a:lnTo>
                  <a:lnTo>
                    <a:pt x="961504" y="1423441"/>
                  </a:lnTo>
                  <a:lnTo>
                    <a:pt x="964171" y="1426679"/>
                  </a:lnTo>
                  <a:lnTo>
                    <a:pt x="971892" y="1435252"/>
                  </a:lnTo>
                  <a:lnTo>
                    <a:pt x="975893" y="1435252"/>
                  </a:lnTo>
                  <a:lnTo>
                    <a:pt x="972845" y="1431251"/>
                  </a:lnTo>
                  <a:lnTo>
                    <a:pt x="971130" y="1427734"/>
                  </a:lnTo>
                  <a:lnTo>
                    <a:pt x="970749" y="1424686"/>
                  </a:lnTo>
                  <a:lnTo>
                    <a:pt x="971702" y="1419542"/>
                  </a:lnTo>
                  <a:lnTo>
                    <a:pt x="974648" y="1415161"/>
                  </a:lnTo>
                  <a:lnTo>
                    <a:pt x="979601" y="1411541"/>
                  </a:lnTo>
                  <a:lnTo>
                    <a:pt x="985126" y="1407350"/>
                  </a:lnTo>
                  <a:lnTo>
                    <a:pt x="988275" y="1402499"/>
                  </a:lnTo>
                  <a:lnTo>
                    <a:pt x="989037" y="1396961"/>
                  </a:lnTo>
                  <a:lnTo>
                    <a:pt x="988275" y="1393355"/>
                  </a:lnTo>
                  <a:lnTo>
                    <a:pt x="986561" y="1389926"/>
                  </a:lnTo>
                  <a:lnTo>
                    <a:pt x="983894" y="1386674"/>
                  </a:lnTo>
                  <a:lnTo>
                    <a:pt x="975893" y="1378102"/>
                  </a:lnTo>
                  <a:lnTo>
                    <a:pt x="972845" y="1374101"/>
                  </a:lnTo>
                  <a:lnTo>
                    <a:pt x="971130" y="1370584"/>
                  </a:lnTo>
                  <a:lnTo>
                    <a:pt x="970749" y="1367536"/>
                  </a:lnTo>
                  <a:lnTo>
                    <a:pt x="971702" y="1362392"/>
                  </a:lnTo>
                  <a:lnTo>
                    <a:pt x="974648" y="1358011"/>
                  </a:lnTo>
                  <a:lnTo>
                    <a:pt x="979601" y="1354391"/>
                  </a:lnTo>
                  <a:lnTo>
                    <a:pt x="985126" y="1350200"/>
                  </a:lnTo>
                  <a:lnTo>
                    <a:pt x="988275" y="1345349"/>
                  </a:lnTo>
                  <a:lnTo>
                    <a:pt x="989037" y="1339811"/>
                  </a:lnTo>
                  <a:lnTo>
                    <a:pt x="988275" y="1336205"/>
                  </a:lnTo>
                  <a:lnTo>
                    <a:pt x="986561" y="1332776"/>
                  </a:lnTo>
                  <a:lnTo>
                    <a:pt x="983894" y="1329524"/>
                  </a:lnTo>
                  <a:lnTo>
                    <a:pt x="975893" y="1320952"/>
                  </a:lnTo>
                  <a:lnTo>
                    <a:pt x="972845" y="1316951"/>
                  </a:lnTo>
                  <a:lnTo>
                    <a:pt x="971130" y="1313434"/>
                  </a:lnTo>
                  <a:lnTo>
                    <a:pt x="970749" y="1310386"/>
                  </a:lnTo>
                  <a:lnTo>
                    <a:pt x="971702" y="1305242"/>
                  </a:lnTo>
                  <a:lnTo>
                    <a:pt x="974648" y="1300861"/>
                  </a:lnTo>
                  <a:lnTo>
                    <a:pt x="979601" y="1297241"/>
                  </a:lnTo>
                  <a:lnTo>
                    <a:pt x="985126" y="1293050"/>
                  </a:lnTo>
                  <a:lnTo>
                    <a:pt x="988275" y="1288199"/>
                  </a:lnTo>
                  <a:lnTo>
                    <a:pt x="989037" y="1282661"/>
                  </a:lnTo>
                  <a:lnTo>
                    <a:pt x="988275" y="1279055"/>
                  </a:lnTo>
                  <a:lnTo>
                    <a:pt x="986561" y="1275626"/>
                  </a:lnTo>
                  <a:lnTo>
                    <a:pt x="983894" y="1272374"/>
                  </a:lnTo>
                  <a:lnTo>
                    <a:pt x="975893" y="1263802"/>
                  </a:lnTo>
                  <a:lnTo>
                    <a:pt x="972845" y="1259801"/>
                  </a:lnTo>
                  <a:lnTo>
                    <a:pt x="971130" y="1256284"/>
                  </a:lnTo>
                  <a:lnTo>
                    <a:pt x="970991" y="1255229"/>
                  </a:lnTo>
                  <a:lnTo>
                    <a:pt x="1051648" y="1255229"/>
                  </a:lnTo>
                  <a:lnTo>
                    <a:pt x="1047038" y="1258087"/>
                  </a:lnTo>
                  <a:lnTo>
                    <a:pt x="1040447" y="1263561"/>
                  </a:lnTo>
                  <a:lnTo>
                    <a:pt x="1035532" y="1269669"/>
                  </a:lnTo>
                  <a:lnTo>
                    <a:pt x="1032306" y="1276413"/>
                  </a:lnTo>
                  <a:lnTo>
                    <a:pt x="1030757" y="1283817"/>
                  </a:lnTo>
                  <a:lnTo>
                    <a:pt x="1029804" y="1292567"/>
                  </a:lnTo>
                  <a:lnTo>
                    <a:pt x="1032751" y="1299718"/>
                  </a:lnTo>
                  <a:lnTo>
                    <a:pt x="1036942" y="1303096"/>
                  </a:lnTo>
                  <a:lnTo>
                    <a:pt x="1013942" y="1303096"/>
                  </a:lnTo>
                  <a:lnTo>
                    <a:pt x="1013942" y="1310246"/>
                  </a:lnTo>
                  <a:lnTo>
                    <a:pt x="1094473" y="1310246"/>
                  </a:lnTo>
                  <a:lnTo>
                    <a:pt x="1094473" y="1360246"/>
                  </a:lnTo>
                  <a:lnTo>
                    <a:pt x="1013942" y="1360246"/>
                  </a:lnTo>
                  <a:lnTo>
                    <a:pt x="1013942" y="1367396"/>
                  </a:lnTo>
                  <a:lnTo>
                    <a:pt x="1055319" y="1367396"/>
                  </a:lnTo>
                  <a:lnTo>
                    <a:pt x="1054569" y="1367726"/>
                  </a:lnTo>
                  <a:lnTo>
                    <a:pt x="1030757" y="1398117"/>
                  </a:lnTo>
                  <a:lnTo>
                    <a:pt x="1029804" y="1406867"/>
                  </a:lnTo>
                  <a:lnTo>
                    <a:pt x="1032751" y="1414018"/>
                  </a:lnTo>
                  <a:lnTo>
                    <a:pt x="1039609" y="1419542"/>
                  </a:lnTo>
                  <a:lnTo>
                    <a:pt x="1044752" y="1422400"/>
                  </a:lnTo>
                  <a:lnTo>
                    <a:pt x="1050467" y="1423543"/>
                  </a:lnTo>
                  <a:lnTo>
                    <a:pt x="1056754" y="1422971"/>
                  </a:lnTo>
                  <a:lnTo>
                    <a:pt x="1064831" y="1422057"/>
                  </a:lnTo>
                  <a:lnTo>
                    <a:pt x="1072756" y="1419898"/>
                  </a:lnTo>
                  <a:lnTo>
                    <a:pt x="1080541" y="1416494"/>
                  </a:lnTo>
                  <a:lnTo>
                    <a:pt x="1085532" y="1413446"/>
                  </a:lnTo>
                  <a:lnTo>
                    <a:pt x="1088186" y="1411833"/>
                  </a:lnTo>
                  <a:lnTo>
                    <a:pt x="1105522" y="1377353"/>
                  </a:lnTo>
                  <a:lnTo>
                    <a:pt x="1104480" y="1374838"/>
                  </a:lnTo>
                  <a:lnTo>
                    <a:pt x="1104480" y="1367396"/>
                  </a:lnTo>
                  <a:lnTo>
                    <a:pt x="1125093" y="1367396"/>
                  </a:lnTo>
                  <a:lnTo>
                    <a:pt x="1125093" y="1360246"/>
                  </a:lnTo>
                  <a:lnTo>
                    <a:pt x="1104480" y="1360246"/>
                  </a:lnTo>
                  <a:lnTo>
                    <a:pt x="1104480" y="1310246"/>
                  </a:lnTo>
                  <a:lnTo>
                    <a:pt x="1125093" y="1310246"/>
                  </a:lnTo>
                  <a:lnTo>
                    <a:pt x="1125093" y="1303096"/>
                  </a:lnTo>
                  <a:lnTo>
                    <a:pt x="1104480" y="1303096"/>
                  </a:lnTo>
                  <a:lnTo>
                    <a:pt x="1104480" y="1273098"/>
                  </a:lnTo>
                  <a:lnTo>
                    <a:pt x="1104760" y="1271803"/>
                  </a:lnTo>
                  <a:lnTo>
                    <a:pt x="1105522" y="1263053"/>
                  </a:lnTo>
                  <a:lnTo>
                    <a:pt x="1104480" y="1260538"/>
                  </a:lnTo>
                  <a:lnTo>
                    <a:pt x="1104480" y="1255229"/>
                  </a:lnTo>
                  <a:lnTo>
                    <a:pt x="1936508" y="1255229"/>
                  </a:lnTo>
                  <a:lnTo>
                    <a:pt x="1936508" y="1249514"/>
                  </a:lnTo>
                  <a:lnTo>
                    <a:pt x="1104480" y="1249514"/>
                  </a:lnTo>
                  <a:lnTo>
                    <a:pt x="1104480" y="1198079"/>
                  </a:lnTo>
                  <a:lnTo>
                    <a:pt x="1936508" y="1198079"/>
                  </a:lnTo>
                  <a:lnTo>
                    <a:pt x="1936508" y="1192364"/>
                  </a:lnTo>
                  <a:lnTo>
                    <a:pt x="1104480" y="1192364"/>
                  </a:lnTo>
                  <a:lnTo>
                    <a:pt x="1104480" y="1140929"/>
                  </a:lnTo>
                  <a:lnTo>
                    <a:pt x="1936508" y="1140929"/>
                  </a:lnTo>
                  <a:lnTo>
                    <a:pt x="1936508" y="1135214"/>
                  </a:lnTo>
                  <a:lnTo>
                    <a:pt x="1104480" y="1135214"/>
                  </a:lnTo>
                  <a:lnTo>
                    <a:pt x="1104480" y="1083779"/>
                  </a:lnTo>
                  <a:lnTo>
                    <a:pt x="1936508" y="1083779"/>
                  </a:lnTo>
                  <a:lnTo>
                    <a:pt x="1936508" y="1078064"/>
                  </a:lnTo>
                  <a:lnTo>
                    <a:pt x="1104480" y="1078064"/>
                  </a:lnTo>
                  <a:lnTo>
                    <a:pt x="1104480" y="1026629"/>
                  </a:lnTo>
                  <a:lnTo>
                    <a:pt x="1936508" y="1026629"/>
                  </a:lnTo>
                  <a:lnTo>
                    <a:pt x="1936508" y="1020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>
              <a:extLst>
                <a:ext uri="{FF2B5EF4-FFF2-40B4-BE49-F238E27FC236}">
                  <a16:creationId xmlns:a16="http://schemas.microsoft.com/office/drawing/2014/main" id="{33F1FFE2-EE43-AA90-EADE-35B347019EF9}"/>
                </a:ext>
              </a:extLst>
            </p:cNvPr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047759" y="9455019"/>
              <a:ext cx="110966" cy="71151"/>
            </a:xfrm>
            <a:prstGeom prst="rect">
              <a:avLst/>
            </a:prstGeom>
          </p:spPr>
        </p:pic>
        <p:sp>
          <p:nvSpPr>
            <p:cNvPr id="174" name="object 174">
              <a:extLst>
                <a:ext uri="{FF2B5EF4-FFF2-40B4-BE49-F238E27FC236}">
                  <a16:creationId xmlns:a16="http://schemas.microsoft.com/office/drawing/2014/main" id="{7B1F7F28-FB86-1AA3-40EA-869D2FB32425}"/>
                </a:ext>
              </a:extLst>
            </p:cNvPr>
            <p:cNvSpPr/>
            <p:nvPr/>
          </p:nvSpPr>
          <p:spPr>
            <a:xfrm>
              <a:off x="3954462" y="8359809"/>
              <a:ext cx="1104900" cy="1435735"/>
            </a:xfrm>
            <a:custGeom>
              <a:avLst/>
              <a:gdLst/>
              <a:ahLst/>
              <a:cxnLst/>
              <a:rect l="l" t="t" r="r" b="b"/>
              <a:pathLst>
                <a:path w="1104900" h="1435734">
                  <a:moveTo>
                    <a:pt x="308737" y="1391539"/>
                  </a:moveTo>
                  <a:lnTo>
                    <a:pt x="307975" y="1385062"/>
                  </a:lnTo>
                  <a:lnTo>
                    <a:pt x="304355" y="1381531"/>
                  </a:lnTo>
                  <a:lnTo>
                    <a:pt x="297878" y="1380959"/>
                  </a:lnTo>
                  <a:lnTo>
                    <a:pt x="291211" y="1381531"/>
                  </a:lnTo>
                  <a:lnTo>
                    <a:pt x="287591" y="1385062"/>
                  </a:lnTo>
                  <a:lnTo>
                    <a:pt x="287020" y="1391539"/>
                  </a:lnTo>
                  <a:lnTo>
                    <a:pt x="287591" y="1398016"/>
                  </a:lnTo>
                  <a:lnTo>
                    <a:pt x="291211" y="1401724"/>
                  </a:lnTo>
                  <a:lnTo>
                    <a:pt x="297878" y="1402676"/>
                  </a:lnTo>
                  <a:lnTo>
                    <a:pt x="304355" y="1401724"/>
                  </a:lnTo>
                  <a:lnTo>
                    <a:pt x="307975" y="1398016"/>
                  </a:lnTo>
                  <a:lnTo>
                    <a:pt x="308737" y="1391539"/>
                  </a:lnTo>
                  <a:close/>
                </a:path>
                <a:path w="1104900" h="1435734">
                  <a:moveTo>
                    <a:pt x="308737" y="1277239"/>
                  </a:moveTo>
                  <a:lnTo>
                    <a:pt x="307975" y="1270762"/>
                  </a:lnTo>
                  <a:lnTo>
                    <a:pt x="304355" y="1267231"/>
                  </a:lnTo>
                  <a:lnTo>
                    <a:pt x="297878" y="1266659"/>
                  </a:lnTo>
                  <a:lnTo>
                    <a:pt x="291211" y="1267231"/>
                  </a:lnTo>
                  <a:lnTo>
                    <a:pt x="287591" y="1270762"/>
                  </a:lnTo>
                  <a:lnTo>
                    <a:pt x="287020" y="1277239"/>
                  </a:lnTo>
                  <a:lnTo>
                    <a:pt x="287591" y="1283716"/>
                  </a:lnTo>
                  <a:lnTo>
                    <a:pt x="291211" y="1287424"/>
                  </a:lnTo>
                  <a:lnTo>
                    <a:pt x="297878" y="1288376"/>
                  </a:lnTo>
                  <a:lnTo>
                    <a:pt x="304355" y="1287424"/>
                  </a:lnTo>
                  <a:lnTo>
                    <a:pt x="307975" y="1283716"/>
                  </a:lnTo>
                  <a:lnTo>
                    <a:pt x="308737" y="1277239"/>
                  </a:lnTo>
                  <a:close/>
                </a:path>
                <a:path w="1104900" h="1435734">
                  <a:moveTo>
                    <a:pt x="1104480" y="1020914"/>
                  </a:moveTo>
                  <a:lnTo>
                    <a:pt x="272440" y="1020914"/>
                  </a:lnTo>
                  <a:lnTo>
                    <a:pt x="272440" y="935189"/>
                  </a:lnTo>
                  <a:lnTo>
                    <a:pt x="263880" y="935189"/>
                  </a:lnTo>
                  <a:lnTo>
                    <a:pt x="263880" y="1380959"/>
                  </a:lnTo>
                  <a:lnTo>
                    <a:pt x="263017" y="1382776"/>
                  </a:lnTo>
                  <a:lnTo>
                    <a:pt x="232435" y="1407833"/>
                  </a:lnTo>
                  <a:lnTo>
                    <a:pt x="216154" y="1413446"/>
                  </a:lnTo>
                  <a:lnTo>
                    <a:pt x="212153" y="1413256"/>
                  </a:lnTo>
                  <a:lnTo>
                    <a:pt x="208153" y="1412875"/>
                  </a:lnTo>
                  <a:lnTo>
                    <a:pt x="206248" y="1411160"/>
                  </a:lnTo>
                  <a:lnTo>
                    <a:pt x="206438" y="1408112"/>
                  </a:lnTo>
                  <a:lnTo>
                    <a:pt x="232435" y="1379816"/>
                  </a:lnTo>
                  <a:lnTo>
                    <a:pt x="262445" y="1380959"/>
                  </a:lnTo>
                  <a:lnTo>
                    <a:pt x="263880" y="1380959"/>
                  </a:lnTo>
                  <a:lnTo>
                    <a:pt x="263880" y="935189"/>
                  </a:lnTo>
                  <a:lnTo>
                    <a:pt x="262445" y="935189"/>
                  </a:lnTo>
                  <a:lnTo>
                    <a:pt x="262445" y="1020914"/>
                  </a:lnTo>
                  <a:lnTo>
                    <a:pt x="262445" y="1026629"/>
                  </a:lnTo>
                  <a:lnTo>
                    <a:pt x="262445" y="1303096"/>
                  </a:lnTo>
                  <a:lnTo>
                    <a:pt x="246443" y="1303096"/>
                  </a:lnTo>
                  <a:lnTo>
                    <a:pt x="248513" y="1302194"/>
                  </a:lnTo>
                  <a:lnTo>
                    <a:pt x="253504" y="1299146"/>
                  </a:lnTo>
                  <a:lnTo>
                    <a:pt x="256159" y="1297533"/>
                  </a:lnTo>
                  <a:lnTo>
                    <a:pt x="262445" y="1292326"/>
                  </a:lnTo>
                  <a:lnTo>
                    <a:pt x="262445" y="1269161"/>
                  </a:lnTo>
                  <a:lnTo>
                    <a:pt x="259016" y="1273238"/>
                  </a:lnTo>
                  <a:lnTo>
                    <a:pt x="243865" y="1286383"/>
                  </a:lnTo>
                  <a:lnTo>
                    <a:pt x="238150" y="1290383"/>
                  </a:lnTo>
                  <a:lnTo>
                    <a:pt x="232435" y="1293533"/>
                  </a:lnTo>
                  <a:lnTo>
                    <a:pt x="221005" y="1298105"/>
                  </a:lnTo>
                  <a:lnTo>
                    <a:pt x="216154" y="1299146"/>
                  </a:lnTo>
                  <a:lnTo>
                    <a:pt x="212153" y="1298956"/>
                  </a:lnTo>
                  <a:lnTo>
                    <a:pt x="208153" y="1298575"/>
                  </a:lnTo>
                  <a:lnTo>
                    <a:pt x="206248" y="1296860"/>
                  </a:lnTo>
                  <a:lnTo>
                    <a:pt x="206438" y="1293812"/>
                  </a:lnTo>
                  <a:lnTo>
                    <a:pt x="232435" y="1265516"/>
                  </a:lnTo>
                  <a:lnTo>
                    <a:pt x="254152" y="1256093"/>
                  </a:lnTo>
                  <a:lnTo>
                    <a:pt x="259867" y="1256665"/>
                  </a:lnTo>
                  <a:lnTo>
                    <a:pt x="262445" y="1257020"/>
                  </a:lnTo>
                  <a:lnTo>
                    <a:pt x="262445" y="1249514"/>
                  </a:lnTo>
                  <a:lnTo>
                    <a:pt x="262305" y="1249514"/>
                  </a:lnTo>
                  <a:lnTo>
                    <a:pt x="258724" y="1247521"/>
                  </a:lnTo>
                  <a:lnTo>
                    <a:pt x="252920" y="1246378"/>
                  </a:lnTo>
                  <a:lnTo>
                    <a:pt x="246443" y="1246949"/>
                  </a:lnTo>
                  <a:lnTo>
                    <a:pt x="238264" y="1247863"/>
                  </a:lnTo>
                  <a:lnTo>
                    <a:pt x="232168" y="1249514"/>
                  </a:lnTo>
                  <a:lnTo>
                    <a:pt x="139395" y="1249514"/>
                  </a:lnTo>
                  <a:lnTo>
                    <a:pt x="139661" y="1248092"/>
                  </a:lnTo>
                  <a:lnTo>
                    <a:pt x="142621" y="1243711"/>
                  </a:lnTo>
                  <a:lnTo>
                    <a:pt x="147574" y="1240091"/>
                  </a:lnTo>
                  <a:lnTo>
                    <a:pt x="153098" y="1235900"/>
                  </a:lnTo>
                  <a:lnTo>
                    <a:pt x="156235" y="1231049"/>
                  </a:lnTo>
                  <a:lnTo>
                    <a:pt x="156997" y="1225511"/>
                  </a:lnTo>
                  <a:lnTo>
                    <a:pt x="156235" y="1221905"/>
                  </a:lnTo>
                  <a:lnTo>
                    <a:pt x="154520" y="1218476"/>
                  </a:lnTo>
                  <a:lnTo>
                    <a:pt x="151853" y="1215224"/>
                  </a:lnTo>
                  <a:lnTo>
                    <a:pt x="145288" y="1208201"/>
                  </a:lnTo>
                  <a:lnTo>
                    <a:pt x="145288" y="1217510"/>
                  </a:lnTo>
                  <a:lnTo>
                    <a:pt x="144335" y="1222476"/>
                  </a:lnTo>
                  <a:lnTo>
                    <a:pt x="141376" y="1226845"/>
                  </a:lnTo>
                  <a:lnTo>
                    <a:pt x="136423" y="1230655"/>
                  </a:lnTo>
                  <a:lnTo>
                    <a:pt x="130898" y="1234478"/>
                  </a:lnTo>
                  <a:lnTo>
                    <a:pt x="127762" y="1239227"/>
                  </a:lnTo>
                  <a:lnTo>
                    <a:pt x="127000" y="1244942"/>
                  </a:lnTo>
                  <a:lnTo>
                    <a:pt x="127762" y="1248562"/>
                  </a:lnTo>
                  <a:lnTo>
                    <a:pt x="128231" y="1249514"/>
                  </a:lnTo>
                  <a:lnTo>
                    <a:pt x="12700" y="1249514"/>
                  </a:lnTo>
                  <a:lnTo>
                    <a:pt x="12700" y="1198079"/>
                  </a:lnTo>
                  <a:lnTo>
                    <a:pt x="132143" y="1198079"/>
                  </a:lnTo>
                  <a:lnTo>
                    <a:pt x="139852" y="1206652"/>
                  </a:lnTo>
                  <a:lnTo>
                    <a:pt x="142709" y="1209509"/>
                  </a:lnTo>
                  <a:lnTo>
                    <a:pt x="144526" y="1213129"/>
                  </a:lnTo>
                  <a:lnTo>
                    <a:pt x="145288" y="1217510"/>
                  </a:lnTo>
                  <a:lnTo>
                    <a:pt x="145288" y="1208201"/>
                  </a:lnTo>
                  <a:lnTo>
                    <a:pt x="143852" y="1206652"/>
                  </a:lnTo>
                  <a:lnTo>
                    <a:pt x="140804" y="1202651"/>
                  </a:lnTo>
                  <a:lnTo>
                    <a:pt x="139090" y="1199134"/>
                  </a:lnTo>
                  <a:lnTo>
                    <a:pt x="138950" y="1198079"/>
                  </a:lnTo>
                  <a:lnTo>
                    <a:pt x="262445" y="1198079"/>
                  </a:lnTo>
                  <a:lnTo>
                    <a:pt x="262445" y="1192364"/>
                  </a:lnTo>
                  <a:lnTo>
                    <a:pt x="139395" y="1192364"/>
                  </a:lnTo>
                  <a:lnTo>
                    <a:pt x="139661" y="1190942"/>
                  </a:lnTo>
                  <a:lnTo>
                    <a:pt x="142621" y="1186561"/>
                  </a:lnTo>
                  <a:lnTo>
                    <a:pt x="147574" y="1182941"/>
                  </a:lnTo>
                  <a:lnTo>
                    <a:pt x="153098" y="1178750"/>
                  </a:lnTo>
                  <a:lnTo>
                    <a:pt x="156235" y="1173899"/>
                  </a:lnTo>
                  <a:lnTo>
                    <a:pt x="156997" y="1168361"/>
                  </a:lnTo>
                  <a:lnTo>
                    <a:pt x="156235" y="1164755"/>
                  </a:lnTo>
                  <a:lnTo>
                    <a:pt x="154520" y="1161326"/>
                  </a:lnTo>
                  <a:lnTo>
                    <a:pt x="151853" y="1158074"/>
                  </a:lnTo>
                  <a:lnTo>
                    <a:pt x="145288" y="1151051"/>
                  </a:lnTo>
                  <a:lnTo>
                    <a:pt x="145288" y="1160360"/>
                  </a:lnTo>
                  <a:lnTo>
                    <a:pt x="144335" y="1165326"/>
                  </a:lnTo>
                  <a:lnTo>
                    <a:pt x="141376" y="1169695"/>
                  </a:lnTo>
                  <a:lnTo>
                    <a:pt x="136423" y="1173505"/>
                  </a:lnTo>
                  <a:lnTo>
                    <a:pt x="130898" y="1177328"/>
                  </a:lnTo>
                  <a:lnTo>
                    <a:pt x="127762" y="1182077"/>
                  </a:lnTo>
                  <a:lnTo>
                    <a:pt x="127000" y="1187792"/>
                  </a:lnTo>
                  <a:lnTo>
                    <a:pt x="127762" y="1191412"/>
                  </a:lnTo>
                  <a:lnTo>
                    <a:pt x="128231" y="1192364"/>
                  </a:lnTo>
                  <a:lnTo>
                    <a:pt x="12700" y="1192364"/>
                  </a:lnTo>
                  <a:lnTo>
                    <a:pt x="12700" y="1140929"/>
                  </a:lnTo>
                  <a:lnTo>
                    <a:pt x="132143" y="1140929"/>
                  </a:lnTo>
                  <a:lnTo>
                    <a:pt x="139852" y="1149502"/>
                  </a:lnTo>
                  <a:lnTo>
                    <a:pt x="142709" y="1152359"/>
                  </a:lnTo>
                  <a:lnTo>
                    <a:pt x="144526" y="1155979"/>
                  </a:lnTo>
                  <a:lnTo>
                    <a:pt x="145288" y="1160360"/>
                  </a:lnTo>
                  <a:lnTo>
                    <a:pt x="145288" y="1151051"/>
                  </a:lnTo>
                  <a:lnTo>
                    <a:pt x="143852" y="1149502"/>
                  </a:lnTo>
                  <a:lnTo>
                    <a:pt x="140804" y="1145501"/>
                  </a:lnTo>
                  <a:lnTo>
                    <a:pt x="139090" y="1141984"/>
                  </a:lnTo>
                  <a:lnTo>
                    <a:pt x="138950" y="1140929"/>
                  </a:lnTo>
                  <a:lnTo>
                    <a:pt x="262445" y="1140929"/>
                  </a:lnTo>
                  <a:lnTo>
                    <a:pt x="262445" y="1135214"/>
                  </a:lnTo>
                  <a:lnTo>
                    <a:pt x="139395" y="1135214"/>
                  </a:lnTo>
                  <a:lnTo>
                    <a:pt x="139661" y="1133792"/>
                  </a:lnTo>
                  <a:lnTo>
                    <a:pt x="142621" y="1129411"/>
                  </a:lnTo>
                  <a:lnTo>
                    <a:pt x="147574" y="1125791"/>
                  </a:lnTo>
                  <a:lnTo>
                    <a:pt x="153098" y="1121600"/>
                  </a:lnTo>
                  <a:lnTo>
                    <a:pt x="156235" y="1116749"/>
                  </a:lnTo>
                  <a:lnTo>
                    <a:pt x="156997" y="1111211"/>
                  </a:lnTo>
                  <a:lnTo>
                    <a:pt x="156235" y="1107605"/>
                  </a:lnTo>
                  <a:lnTo>
                    <a:pt x="154520" y="1104176"/>
                  </a:lnTo>
                  <a:lnTo>
                    <a:pt x="151853" y="1100924"/>
                  </a:lnTo>
                  <a:lnTo>
                    <a:pt x="143852" y="1092352"/>
                  </a:lnTo>
                  <a:lnTo>
                    <a:pt x="139852" y="1092352"/>
                  </a:lnTo>
                  <a:lnTo>
                    <a:pt x="142709" y="1095209"/>
                  </a:lnTo>
                  <a:lnTo>
                    <a:pt x="144526" y="1098829"/>
                  </a:lnTo>
                  <a:lnTo>
                    <a:pt x="130898" y="1120178"/>
                  </a:lnTo>
                  <a:lnTo>
                    <a:pt x="127762" y="1124927"/>
                  </a:lnTo>
                  <a:lnTo>
                    <a:pt x="127000" y="1130642"/>
                  </a:lnTo>
                  <a:lnTo>
                    <a:pt x="127762" y="1134262"/>
                  </a:lnTo>
                  <a:lnTo>
                    <a:pt x="128231" y="1135214"/>
                  </a:lnTo>
                  <a:lnTo>
                    <a:pt x="12700" y="1135214"/>
                  </a:lnTo>
                  <a:lnTo>
                    <a:pt x="12700" y="1083779"/>
                  </a:lnTo>
                  <a:lnTo>
                    <a:pt x="262445" y="1083779"/>
                  </a:lnTo>
                  <a:lnTo>
                    <a:pt x="262445" y="1078064"/>
                  </a:lnTo>
                  <a:lnTo>
                    <a:pt x="12700" y="1078064"/>
                  </a:lnTo>
                  <a:lnTo>
                    <a:pt x="12700" y="1026629"/>
                  </a:lnTo>
                  <a:lnTo>
                    <a:pt x="262445" y="1026629"/>
                  </a:lnTo>
                  <a:lnTo>
                    <a:pt x="262445" y="1020914"/>
                  </a:lnTo>
                  <a:lnTo>
                    <a:pt x="12700" y="1020914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20914"/>
                  </a:lnTo>
                  <a:lnTo>
                    <a:pt x="0" y="1020914"/>
                  </a:lnTo>
                  <a:lnTo>
                    <a:pt x="0" y="1026629"/>
                  </a:lnTo>
                  <a:lnTo>
                    <a:pt x="4127" y="1026629"/>
                  </a:lnTo>
                  <a:lnTo>
                    <a:pt x="4127" y="1078064"/>
                  </a:lnTo>
                  <a:lnTo>
                    <a:pt x="0" y="1078064"/>
                  </a:lnTo>
                  <a:lnTo>
                    <a:pt x="0" y="1083779"/>
                  </a:lnTo>
                  <a:lnTo>
                    <a:pt x="4127" y="1083779"/>
                  </a:lnTo>
                  <a:lnTo>
                    <a:pt x="4127" y="1135214"/>
                  </a:lnTo>
                  <a:lnTo>
                    <a:pt x="0" y="1135214"/>
                  </a:lnTo>
                  <a:lnTo>
                    <a:pt x="0" y="1140929"/>
                  </a:lnTo>
                  <a:lnTo>
                    <a:pt x="4127" y="1140929"/>
                  </a:lnTo>
                  <a:lnTo>
                    <a:pt x="4127" y="1192364"/>
                  </a:lnTo>
                  <a:lnTo>
                    <a:pt x="0" y="1192364"/>
                  </a:lnTo>
                  <a:lnTo>
                    <a:pt x="0" y="1198079"/>
                  </a:lnTo>
                  <a:lnTo>
                    <a:pt x="4127" y="1198079"/>
                  </a:lnTo>
                  <a:lnTo>
                    <a:pt x="4127" y="1249514"/>
                  </a:lnTo>
                  <a:lnTo>
                    <a:pt x="0" y="1249514"/>
                  </a:lnTo>
                  <a:lnTo>
                    <a:pt x="0" y="1255229"/>
                  </a:lnTo>
                  <a:lnTo>
                    <a:pt x="4127" y="1255229"/>
                  </a:lnTo>
                  <a:lnTo>
                    <a:pt x="12700" y="1255229"/>
                  </a:lnTo>
                  <a:lnTo>
                    <a:pt x="132143" y="1255229"/>
                  </a:lnTo>
                  <a:lnTo>
                    <a:pt x="139852" y="1263802"/>
                  </a:lnTo>
                  <a:lnTo>
                    <a:pt x="142709" y="1266659"/>
                  </a:lnTo>
                  <a:lnTo>
                    <a:pt x="144526" y="1270279"/>
                  </a:lnTo>
                  <a:lnTo>
                    <a:pt x="145288" y="1274660"/>
                  </a:lnTo>
                  <a:lnTo>
                    <a:pt x="144335" y="1279626"/>
                  </a:lnTo>
                  <a:lnTo>
                    <a:pt x="141376" y="1283995"/>
                  </a:lnTo>
                  <a:lnTo>
                    <a:pt x="136423" y="1287805"/>
                  </a:lnTo>
                  <a:lnTo>
                    <a:pt x="130898" y="1291628"/>
                  </a:lnTo>
                  <a:lnTo>
                    <a:pt x="127762" y="1296377"/>
                  </a:lnTo>
                  <a:lnTo>
                    <a:pt x="127000" y="1302092"/>
                  </a:lnTo>
                  <a:lnTo>
                    <a:pt x="127762" y="1305712"/>
                  </a:lnTo>
                  <a:lnTo>
                    <a:pt x="129476" y="1309141"/>
                  </a:lnTo>
                  <a:lnTo>
                    <a:pt x="132143" y="1312379"/>
                  </a:lnTo>
                  <a:lnTo>
                    <a:pt x="139852" y="1320952"/>
                  </a:lnTo>
                  <a:lnTo>
                    <a:pt x="142709" y="1323809"/>
                  </a:lnTo>
                  <a:lnTo>
                    <a:pt x="144526" y="1327429"/>
                  </a:lnTo>
                  <a:lnTo>
                    <a:pt x="130898" y="1348778"/>
                  </a:lnTo>
                  <a:lnTo>
                    <a:pt x="127762" y="1353527"/>
                  </a:lnTo>
                  <a:lnTo>
                    <a:pt x="127000" y="1359242"/>
                  </a:lnTo>
                  <a:lnTo>
                    <a:pt x="127762" y="1362862"/>
                  </a:lnTo>
                  <a:lnTo>
                    <a:pt x="129476" y="1366291"/>
                  </a:lnTo>
                  <a:lnTo>
                    <a:pt x="132143" y="1369529"/>
                  </a:lnTo>
                  <a:lnTo>
                    <a:pt x="139852" y="1378102"/>
                  </a:lnTo>
                  <a:lnTo>
                    <a:pt x="142709" y="1380959"/>
                  </a:lnTo>
                  <a:lnTo>
                    <a:pt x="144526" y="1384579"/>
                  </a:lnTo>
                  <a:lnTo>
                    <a:pt x="130898" y="1405928"/>
                  </a:lnTo>
                  <a:lnTo>
                    <a:pt x="127762" y="1410677"/>
                  </a:lnTo>
                  <a:lnTo>
                    <a:pt x="127000" y="1416392"/>
                  </a:lnTo>
                  <a:lnTo>
                    <a:pt x="127762" y="1420012"/>
                  </a:lnTo>
                  <a:lnTo>
                    <a:pt x="129476" y="1423441"/>
                  </a:lnTo>
                  <a:lnTo>
                    <a:pt x="132143" y="1426679"/>
                  </a:lnTo>
                  <a:lnTo>
                    <a:pt x="139852" y="1435252"/>
                  </a:lnTo>
                  <a:lnTo>
                    <a:pt x="143852" y="1435252"/>
                  </a:lnTo>
                  <a:lnTo>
                    <a:pt x="140804" y="1431251"/>
                  </a:lnTo>
                  <a:lnTo>
                    <a:pt x="139090" y="1427734"/>
                  </a:lnTo>
                  <a:lnTo>
                    <a:pt x="138709" y="1424686"/>
                  </a:lnTo>
                  <a:lnTo>
                    <a:pt x="139661" y="1419542"/>
                  </a:lnTo>
                  <a:lnTo>
                    <a:pt x="142621" y="1415161"/>
                  </a:lnTo>
                  <a:lnTo>
                    <a:pt x="147574" y="1411541"/>
                  </a:lnTo>
                  <a:lnTo>
                    <a:pt x="153098" y="1407350"/>
                  </a:lnTo>
                  <a:lnTo>
                    <a:pt x="156235" y="1402499"/>
                  </a:lnTo>
                  <a:lnTo>
                    <a:pt x="156997" y="1396961"/>
                  </a:lnTo>
                  <a:lnTo>
                    <a:pt x="156235" y="1393355"/>
                  </a:lnTo>
                  <a:lnTo>
                    <a:pt x="154520" y="1389926"/>
                  </a:lnTo>
                  <a:lnTo>
                    <a:pt x="151853" y="1386674"/>
                  </a:lnTo>
                  <a:lnTo>
                    <a:pt x="143852" y="1378102"/>
                  </a:lnTo>
                  <a:lnTo>
                    <a:pt x="140804" y="1374101"/>
                  </a:lnTo>
                  <a:lnTo>
                    <a:pt x="139090" y="1370584"/>
                  </a:lnTo>
                  <a:lnTo>
                    <a:pt x="138709" y="1367536"/>
                  </a:lnTo>
                  <a:lnTo>
                    <a:pt x="139661" y="1362392"/>
                  </a:lnTo>
                  <a:lnTo>
                    <a:pt x="142621" y="1358011"/>
                  </a:lnTo>
                  <a:lnTo>
                    <a:pt x="147574" y="1354391"/>
                  </a:lnTo>
                  <a:lnTo>
                    <a:pt x="153098" y="1350200"/>
                  </a:lnTo>
                  <a:lnTo>
                    <a:pt x="156235" y="1345349"/>
                  </a:lnTo>
                  <a:lnTo>
                    <a:pt x="156997" y="1339811"/>
                  </a:lnTo>
                  <a:lnTo>
                    <a:pt x="156235" y="1336205"/>
                  </a:lnTo>
                  <a:lnTo>
                    <a:pt x="154520" y="1332776"/>
                  </a:lnTo>
                  <a:lnTo>
                    <a:pt x="151853" y="1329524"/>
                  </a:lnTo>
                  <a:lnTo>
                    <a:pt x="143852" y="1320952"/>
                  </a:lnTo>
                  <a:lnTo>
                    <a:pt x="140804" y="1316951"/>
                  </a:lnTo>
                  <a:lnTo>
                    <a:pt x="139090" y="1313434"/>
                  </a:lnTo>
                  <a:lnTo>
                    <a:pt x="138709" y="1310386"/>
                  </a:lnTo>
                  <a:lnTo>
                    <a:pt x="139661" y="1305242"/>
                  </a:lnTo>
                  <a:lnTo>
                    <a:pt x="142621" y="1300861"/>
                  </a:lnTo>
                  <a:lnTo>
                    <a:pt x="147574" y="1297241"/>
                  </a:lnTo>
                  <a:lnTo>
                    <a:pt x="153098" y="1293050"/>
                  </a:lnTo>
                  <a:lnTo>
                    <a:pt x="156235" y="1288199"/>
                  </a:lnTo>
                  <a:lnTo>
                    <a:pt x="156997" y="1282661"/>
                  </a:lnTo>
                  <a:lnTo>
                    <a:pt x="156235" y="1279055"/>
                  </a:lnTo>
                  <a:lnTo>
                    <a:pt x="154520" y="1275626"/>
                  </a:lnTo>
                  <a:lnTo>
                    <a:pt x="151853" y="1272374"/>
                  </a:lnTo>
                  <a:lnTo>
                    <a:pt x="143852" y="1263802"/>
                  </a:lnTo>
                  <a:lnTo>
                    <a:pt x="140804" y="1259801"/>
                  </a:lnTo>
                  <a:lnTo>
                    <a:pt x="139090" y="1256284"/>
                  </a:lnTo>
                  <a:lnTo>
                    <a:pt x="138950" y="1255229"/>
                  </a:lnTo>
                  <a:lnTo>
                    <a:pt x="219621" y="1255229"/>
                  </a:lnTo>
                  <a:lnTo>
                    <a:pt x="215011" y="1258087"/>
                  </a:lnTo>
                  <a:lnTo>
                    <a:pt x="208419" y="1263561"/>
                  </a:lnTo>
                  <a:lnTo>
                    <a:pt x="203504" y="1269669"/>
                  </a:lnTo>
                  <a:lnTo>
                    <a:pt x="200279" y="1276413"/>
                  </a:lnTo>
                  <a:lnTo>
                    <a:pt x="198716" y="1283817"/>
                  </a:lnTo>
                  <a:lnTo>
                    <a:pt x="197764" y="1292567"/>
                  </a:lnTo>
                  <a:lnTo>
                    <a:pt x="200723" y="1299718"/>
                  </a:lnTo>
                  <a:lnTo>
                    <a:pt x="204914" y="1303096"/>
                  </a:lnTo>
                  <a:lnTo>
                    <a:pt x="181914" y="1303096"/>
                  </a:lnTo>
                  <a:lnTo>
                    <a:pt x="181914" y="1310246"/>
                  </a:lnTo>
                  <a:lnTo>
                    <a:pt x="262445" y="1310246"/>
                  </a:lnTo>
                  <a:lnTo>
                    <a:pt x="262445" y="1360246"/>
                  </a:lnTo>
                  <a:lnTo>
                    <a:pt x="181914" y="1360246"/>
                  </a:lnTo>
                  <a:lnTo>
                    <a:pt x="181914" y="1367396"/>
                  </a:lnTo>
                  <a:lnTo>
                    <a:pt x="223291" y="1367396"/>
                  </a:lnTo>
                  <a:lnTo>
                    <a:pt x="222542" y="1367726"/>
                  </a:lnTo>
                  <a:lnTo>
                    <a:pt x="198716" y="1398117"/>
                  </a:lnTo>
                  <a:lnTo>
                    <a:pt x="197764" y="1406867"/>
                  </a:lnTo>
                  <a:lnTo>
                    <a:pt x="200723" y="1414018"/>
                  </a:lnTo>
                  <a:lnTo>
                    <a:pt x="207581" y="1419542"/>
                  </a:lnTo>
                  <a:lnTo>
                    <a:pt x="212725" y="1422400"/>
                  </a:lnTo>
                  <a:lnTo>
                    <a:pt x="218440" y="1423543"/>
                  </a:lnTo>
                  <a:lnTo>
                    <a:pt x="224726" y="1422971"/>
                  </a:lnTo>
                  <a:lnTo>
                    <a:pt x="232791" y="1422057"/>
                  </a:lnTo>
                  <a:lnTo>
                    <a:pt x="240728" y="1419898"/>
                  </a:lnTo>
                  <a:lnTo>
                    <a:pt x="248513" y="1416494"/>
                  </a:lnTo>
                  <a:lnTo>
                    <a:pt x="253504" y="1413446"/>
                  </a:lnTo>
                  <a:lnTo>
                    <a:pt x="256159" y="1411833"/>
                  </a:lnTo>
                  <a:lnTo>
                    <a:pt x="273494" y="1377353"/>
                  </a:lnTo>
                  <a:lnTo>
                    <a:pt x="272440" y="1374813"/>
                  </a:lnTo>
                  <a:lnTo>
                    <a:pt x="272440" y="1367396"/>
                  </a:lnTo>
                  <a:lnTo>
                    <a:pt x="293052" y="1367396"/>
                  </a:lnTo>
                  <a:lnTo>
                    <a:pt x="293052" y="1360246"/>
                  </a:lnTo>
                  <a:lnTo>
                    <a:pt x="272440" y="1360246"/>
                  </a:lnTo>
                  <a:lnTo>
                    <a:pt x="272440" y="1310246"/>
                  </a:lnTo>
                  <a:lnTo>
                    <a:pt x="293052" y="1310246"/>
                  </a:lnTo>
                  <a:lnTo>
                    <a:pt x="293052" y="1303096"/>
                  </a:lnTo>
                  <a:lnTo>
                    <a:pt x="272440" y="1303096"/>
                  </a:lnTo>
                  <a:lnTo>
                    <a:pt x="272440" y="1273162"/>
                  </a:lnTo>
                  <a:lnTo>
                    <a:pt x="272732" y="1271803"/>
                  </a:lnTo>
                  <a:lnTo>
                    <a:pt x="273494" y="1263053"/>
                  </a:lnTo>
                  <a:lnTo>
                    <a:pt x="272440" y="1260513"/>
                  </a:lnTo>
                  <a:lnTo>
                    <a:pt x="272440" y="1255229"/>
                  </a:lnTo>
                  <a:lnTo>
                    <a:pt x="1104480" y="1255229"/>
                  </a:lnTo>
                  <a:lnTo>
                    <a:pt x="1104480" y="1249514"/>
                  </a:lnTo>
                  <a:lnTo>
                    <a:pt x="272440" y="1249514"/>
                  </a:lnTo>
                  <a:lnTo>
                    <a:pt x="272440" y="1198079"/>
                  </a:lnTo>
                  <a:lnTo>
                    <a:pt x="1104480" y="1198079"/>
                  </a:lnTo>
                  <a:lnTo>
                    <a:pt x="1104480" y="1192364"/>
                  </a:lnTo>
                  <a:lnTo>
                    <a:pt x="272440" y="1192364"/>
                  </a:lnTo>
                  <a:lnTo>
                    <a:pt x="272440" y="1140929"/>
                  </a:lnTo>
                  <a:lnTo>
                    <a:pt x="1104480" y="1140929"/>
                  </a:lnTo>
                  <a:lnTo>
                    <a:pt x="1104480" y="1135214"/>
                  </a:lnTo>
                  <a:lnTo>
                    <a:pt x="272440" y="1135214"/>
                  </a:lnTo>
                  <a:lnTo>
                    <a:pt x="272440" y="1083779"/>
                  </a:lnTo>
                  <a:lnTo>
                    <a:pt x="1104480" y="1083779"/>
                  </a:lnTo>
                  <a:lnTo>
                    <a:pt x="1104480" y="1078064"/>
                  </a:lnTo>
                  <a:lnTo>
                    <a:pt x="272440" y="1078064"/>
                  </a:lnTo>
                  <a:lnTo>
                    <a:pt x="272440" y="1026629"/>
                  </a:lnTo>
                  <a:lnTo>
                    <a:pt x="1104480" y="1026629"/>
                  </a:lnTo>
                  <a:lnTo>
                    <a:pt x="1104480" y="1020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5" name="object 175">
              <a:extLst>
                <a:ext uri="{FF2B5EF4-FFF2-40B4-BE49-F238E27FC236}">
                  <a16:creationId xmlns:a16="http://schemas.microsoft.com/office/drawing/2014/main" id="{FB1716C4-0B65-E631-A85C-AE441B7D8FFD}"/>
                </a:ext>
              </a:extLst>
            </p:cNvPr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152236" y="9455019"/>
              <a:ext cx="110966" cy="128301"/>
            </a:xfrm>
            <a:prstGeom prst="rect">
              <a:avLst/>
            </a:prstGeom>
          </p:spPr>
        </p:pic>
        <p:sp>
          <p:nvSpPr>
            <p:cNvPr id="176" name="object 176">
              <a:extLst>
                <a:ext uri="{FF2B5EF4-FFF2-40B4-BE49-F238E27FC236}">
                  <a16:creationId xmlns:a16="http://schemas.microsoft.com/office/drawing/2014/main" id="{0973A577-3B19-3B79-0E4F-D67692CAC40B}"/>
                </a:ext>
              </a:extLst>
            </p:cNvPr>
            <p:cNvSpPr/>
            <p:nvPr/>
          </p:nvSpPr>
          <p:spPr>
            <a:xfrm>
              <a:off x="5058943" y="8359809"/>
              <a:ext cx="1104900" cy="1435735"/>
            </a:xfrm>
            <a:custGeom>
              <a:avLst/>
              <a:gdLst/>
              <a:ahLst/>
              <a:cxnLst/>
              <a:rect l="l" t="t" r="r" b="b"/>
              <a:pathLst>
                <a:path w="1104900" h="1435734">
                  <a:moveTo>
                    <a:pt x="308737" y="1391539"/>
                  </a:moveTo>
                  <a:lnTo>
                    <a:pt x="307975" y="1385062"/>
                  </a:lnTo>
                  <a:lnTo>
                    <a:pt x="304355" y="1381531"/>
                  </a:lnTo>
                  <a:lnTo>
                    <a:pt x="297878" y="1380959"/>
                  </a:lnTo>
                  <a:lnTo>
                    <a:pt x="291211" y="1381531"/>
                  </a:lnTo>
                  <a:lnTo>
                    <a:pt x="287591" y="1385062"/>
                  </a:lnTo>
                  <a:lnTo>
                    <a:pt x="287020" y="1391539"/>
                  </a:lnTo>
                  <a:lnTo>
                    <a:pt x="287591" y="1398016"/>
                  </a:lnTo>
                  <a:lnTo>
                    <a:pt x="291211" y="1401724"/>
                  </a:lnTo>
                  <a:lnTo>
                    <a:pt x="297878" y="1402676"/>
                  </a:lnTo>
                  <a:lnTo>
                    <a:pt x="304355" y="1401724"/>
                  </a:lnTo>
                  <a:lnTo>
                    <a:pt x="307975" y="1398016"/>
                  </a:lnTo>
                  <a:lnTo>
                    <a:pt x="308737" y="1391539"/>
                  </a:lnTo>
                  <a:close/>
                </a:path>
                <a:path w="1104900" h="1435734">
                  <a:moveTo>
                    <a:pt x="308737" y="1277239"/>
                  </a:moveTo>
                  <a:lnTo>
                    <a:pt x="307975" y="1270762"/>
                  </a:lnTo>
                  <a:lnTo>
                    <a:pt x="304355" y="1267231"/>
                  </a:lnTo>
                  <a:lnTo>
                    <a:pt x="297878" y="1266659"/>
                  </a:lnTo>
                  <a:lnTo>
                    <a:pt x="291211" y="1267231"/>
                  </a:lnTo>
                  <a:lnTo>
                    <a:pt x="287591" y="1270762"/>
                  </a:lnTo>
                  <a:lnTo>
                    <a:pt x="287020" y="1277239"/>
                  </a:lnTo>
                  <a:lnTo>
                    <a:pt x="287591" y="1283716"/>
                  </a:lnTo>
                  <a:lnTo>
                    <a:pt x="291211" y="1287424"/>
                  </a:lnTo>
                  <a:lnTo>
                    <a:pt x="297878" y="1288376"/>
                  </a:lnTo>
                  <a:lnTo>
                    <a:pt x="304355" y="1287424"/>
                  </a:lnTo>
                  <a:lnTo>
                    <a:pt x="307975" y="1283716"/>
                  </a:lnTo>
                  <a:lnTo>
                    <a:pt x="308737" y="1277239"/>
                  </a:lnTo>
                  <a:close/>
                </a:path>
                <a:path w="1104900" h="1435734">
                  <a:moveTo>
                    <a:pt x="1104468" y="1020914"/>
                  </a:moveTo>
                  <a:lnTo>
                    <a:pt x="272440" y="1020914"/>
                  </a:lnTo>
                  <a:lnTo>
                    <a:pt x="272440" y="935189"/>
                  </a:lnTo>
                  <a:lnTo>
                    <a:pt x="263880" y="935189"/>
                  </a:lnTo>
                  <a:lnTo>
                    <a:pt x="263880" y="1380959"/>
                  </a:lnTo>
                  <a:lnTo>
                    <a:pt x="263017" y="1382776"/>
                  </a:lnTo>
                  <a:lnTo>
                    <a:pt x="232435" y="1407833"/>
                  </a:lnTo>
                  <a:lnTo>
                    <a:pt x="216154" y="1413446"/>
                  </a:lnTo>
                  <a:lnTo>
                    <a:pt x="212153" y="1413256"/>
                  </a:lnTo>
                  <a:lnTo>
                    <a:pt x="208153" y="1412875"/>
                  </a:lnTo>
                  <a:lnTo>
                    <a:pt x="206248" y="1411160"/>
                  </a:lnTo>
                  <a:lnTo>
                    <a:pt x="206438" y="1408112"/>
                  </a:lnTo>
                  <a:lnTo>
                    <a:pt x="232435" y="1379816"/>
                  </a:lnTo>
                  <a:lnTo>
                    <a:pt x="262445" y="1380959"/>
                  </a:lnTo>
                  <a:lnTo>
                    <a:pt x="263880" y="1380959"/>
                  </a:lnTo>
                  <a:lnTo>
                    <a:pt x="263880" y="935189"/>
                  </a:lnTo>
                  <a:lnTo>
                    <a:pt x="262445" y="935189"/>
                  </a:lnTo>
                  <a:lnTo>
                    <a:pt x="262445" y="1020914"/>
                  </a:lnTo>
                  <a:lnTo>
                    <a:pt x="262445" y="1026629"/>
                  </a:lnTo>
                  <a:lnTo>
                    <a:pt x="262445" y="1303096"/>
                  </a:lnTo>
                  <a:lnTo>
                    <a:pt x="246443" y="1303096"/>
                  </a:lnTo>
                  <a:lnTo>
                    <a:pt x="248513" y="1302194"/>
                  </a:lnTo>
                  <a:lnTo>
                    <a:pt x="253492" y="1299146"/>
                  </a:lnTo>
                  <a:lnTo>
                    <a:pt x="256159" y="1297533"/>
                  </a:lnTo>
                  <a:lnTo>
                    <a:pt x="262445" y="1292313"/>
                  </a:lnTo>
                  <a:lnTo>
                    <a:pt x="262445" y="1269161"/>
                  </a:lnTo>
                  <a:lnTo>
                    <a:pt x="259016" y="1273238"/>
                  </a:lnTo>
                  <a:lnTo>
                    <a:pt x="243865" y="1286383"/>
                  </a:lnTo>
                  <a:lnTo>
                    <a:pt x="238150" y="1290383"/>
                  </a:lnTo>
                  <a:lnTo>
                    <a:pt x="232435" y="1293533"/>
                  </a:lnTo>
                  <a:lnTo>
                    <a:pt x="221005" y="1298105"/>
                  </a:lnTo>
                  <a:lnTo>
                    <a:pt x="216154" y="1299146"/>
                  </a:lnTo>
                  <a:lnTo>
                    <a:pt x="212153" y="1298956"/>
                  </a:lnTo>
                  <a:lnTo>
                    <a:pt x="208153" y="1298575"/>
                  </a:lnTo>
                  <a:lnTo>
                    <a:pt x="206248" y="1296860"/>
                  </a:lnTo>
                  <a:lnTo>
                    <a:pt x="206438" y="1293812"/>
                  </a:lnTo>
                  <a:lnTo>
                    <a:pt x="232435" y="1265516"/>
                  </a:lnTo>
                  <a:lnTo>
                    <a:pt x="254152" y="1256093"/>
                  </a:lnTo>
                  <a:lnTo>
                    <a:pt x="259867" y="1256665"/>
                  </a:lnTo>
                  <a:lnTo>
                    <a:pt x="262445" y="1257020"/>
                  </a:lnTo>
                  <a:lnTo>
                    <a:pt x="262445" y="1249514"/>
                  </a:lnTo>
                  <a:lnTo>
                    <a:pt x="262305" y="1249514"/>
                  </a:lnTo>
                  <a:lnTo>
                    <a:pt x="258724" y="1247521"/>
                  </a:lnTo>
                  <a:lnTo>
                    <a:pt x="252920" y="1246378"/>
                  </a:lnTo>
                  <a:lnTo>
                    <a:pt x="246443" y="1246949"/>
                  </a:lnTo>
                  <a:lnTo>
                    <a:pt x="238252" y="1247863"/>
                  </a:lnTo>
                  <a:lnTo>
                    <a:pt x="232156" y="1249514"/>
                  </a:lnTo>
                  <a:lnTo>
                    <a:pt x="139395" y="1249514"/>
                  </a:lnTo>
                  <a:lnTo>
                    <a:pt x="139661" y="1248092"/>
                  </a:lnTo>
                  <a:lnTo>
                    <a:pt x="142621" y="1243711"/>
                  </a:lnTo>
                  <a:lnTo>
                    <a:pt x="147574" y="1240091"/>
                  </a:lnTo>
                  <a:lnTo>
                    <a:pt x="153098" y="1235900"/>
                  </a:lnTo>
                  <a:lnTo>
                    <a:pt x="156235" y="1231049"/>
                  </a:lnTo>
                  <a:lnTo>
                    <a:pt x="156997" y="1225511"/>
                  </a:lnTo>
                  <a:lnTo>
                    <a:pt x="156235" y="1221905"/>
                  </a:lnTo>
                  <a:lnTo>
                    <a:pt x="154520" y="1218476"/>
                  </a:lnTo>
                  <a:lnTo>
                    <a:pt x="151853" y="1215224"/>
                  </a:lnTo>
                  <a:lnTo>
                    <a:pt x="145288" y="1208201"/>
                  </a:lnTo>
                  <a:lnTo>
                    <a:pt x="145288" y="1217510"/>
                  </a:lnTo>
                  <a:lnTo>
                    <a:pt x="144335" y="1222476"/>
                  </a:lnTo>
                  <a:lnTo>
                    <a:pt x="141376" y="1226845"/>
                  </a:lnTo>
                  <a:lnTo>
                    <a:pt x="136423" y="1230655"/>
                  </a:lnTo>
                  <a:lnTo>
                    <a:pt x="130898" y="1234478"/>
                  </a:lnTo>
                  <a:lnTo>
                    <a:pt x="127762" y="1239227"/>
                  </a:lnTo>
                  <a:lnTo>
                    <a:pt x="127000" y="1244942"/>
                  </a:lnTo>
                  <a:lnTo>
                    <a:pt x="127762" y="1248562"/>
                  </a:lnTo>
                  <a:lnTo>
                    <a:pt x="128231" y="1249514"/>
                  </a:lnTo>
                  <a:lnTo>
                    <a:pt x="12700" y="1249514"/>
                  </a:lnTo>
                  <a:lnTo>
                    <a:pt x="12700" y="1198079"/>
                  </a:lnTo>
                  <a:lnTo>
                    <a:pt x="132143" y="1198079"/>
                  </a:lnTo>
                  <a:lnTo>
                    <a:pt x="139852" y="1206652"/>
                  </a:lnTo>
                  <a:lnTo>
                    <a:pt x="142709" y="1209509"/>
                  </a:lnTo>
                  <a:lnTo>
                    <a:pt x="144526" y="1213129"/>
                  </a:lnTo>
                  <a:lnTo>
                    <a:pt x="145288" y="1217510"/>
                  </a:lnTo>
                  <a:lnTo>
                    <a:pt x="145288" y="1208201"/>
                  </a:lnTo>
                  <a:lnTo>
                    <a:pt x="143852" y="1206652"/>
                  </a:lnTo>
                  <a:lnTo>
                    <a:pt x="140804" y="1202651"/>
                  </a:lnTo>
                  <a:lnTo>
                    <a:pt x="139090" y="1199134"/>
                  </a:lnTo>
                  <a:lnTo>
                    <a:pt x="138950" y="1198079"/>
                  </a:lnTo>
                  <a:lnTo>
                    <a:pt x="262445" y="1198079"/>
                  </a:lnTo>
                  <a:lnTo>
                    <a:pt x="262445" y="1192364"/>
                  </a:lnTo>
                  <a:lnTo>
                    <a:pt x="139395" y="1192364"/>
                  </a:lnTo>
                  <a:lnTo>
                    <a:pt x="139661" y="1190942"/>
                  </a:lnTo>
                  <a:lnTo>
                    <a:pt x="142621" y="1186561"/>
                  </a:lnTo>
                  <a:lnTo>
                    <a:pt x="147574" y="1182941"/>
                  </a:lnTo>
                  <a:lnTo>
                    <a:pt x="153098" y="1178750"/>
                  </a:lnTo>
                  <a:lnTo>
                    <a:pt x="156235" y="1173899"/>
                  </a:lnTo>
                  <a:lnTo>
                    <a:pt x="156997" y="1168361"/>
                  </a:lnTo>
                  <a:lnTo>
                    <a:pt x="156235" y="1164755"/>
                  </a:lnTo>
                  <a:lnTo>
                    <a:pt x="154520" y="1161326"/>
                  </a:lnTo>
                  <a:lnTo>
                    <a:pt x="151853" y="1158074"/>
                  </a:lnTo>
                  <a:lnTo>
                    <a:pt x="145288" y="1151051"/>
                  </a:lnTo>
                  <a:lnTo>
                    <a:pt x="145288" y="1160360"/>
                  </a:lnTo>
                  <a:lnTo>
                    <a:pt x="144335" y="1165326"/>
                  </a:lnTo>
                  <a:lnTo>
                    <a:pt x="141376" y="1169695"/>
                  </a:lnTo>
                  <a:lnTo>
                    <a:pt x="136423" y="1173505"/>
                  </a:lnTo>
                  <a:lnTo>
                    <a:pt x="130898" y="1177328"/>
                  </a:lnTo>
                  <a:lnTo>
                    <a:pt x="127762" y="1182077"/>
                  </a:lnTo>
                  <a:lnTo>
                    <a:pt x="127000" y="1187792"/>
                  </a:lnTo>
                  <a:lnTo>
                    <a:pt x="127762" y="1191412"/>
                  </a:lnTo>
                  <a:lnTo>
                    <a:pt x="128231" y="1192364"/>
                  </a:lnTo>
                  <a:lnTo>
                    <a:pt x="12700" y="1192364"/>
                  </a:lnTo>
                  <a:lnTo>
                    <a:pt x="12700" y="1140929"/>
                  </a:lnTo>
                  <a:lnTo>
                    <a:pt x="132143" y="1140929"/>
                  </a:lnTo>
                  <a:lnTo>
                    <a:pt x="139852" y="1149502"/>
                  </a:lnTo>
                  <a:lnTo>
                    <a:pt x="142709" y="1152359"/>
                  </a:lnTo>
                  <a:lnTo>
                    <a:pt x="144526" y="1155979"/>
                  </a:lnTo>
                  <a:lnTo>
                    <a:pt x="145288" y="1160360"/>
                  </a:lnTo>
                  <a:lnTo>
                    <a:pt x="145288" y="1151051"/>
                  </a:lnTo>
                  <a:lnTo>
                    <a:pt x="143852" y="1149502"/>
                  </a:lnTo>
                  <a:lnTo>
                    <a:pt x="140804" y="1145501"/>
                  </a:lnTo>
                  <a:lnTo>
                    <a:pt x="139090" y="1141984"/>
                  </a:lnTo>
                  <a:lnTo>
                    <a:pt x="138950" y="1140929"/>
                  </a:lnTo>
                  <a:lnTo>
                    <a:pt x="262445" y="1140929"/>
                  </a:lnTo>
                  <a:lnTo>
                    <a:pt x="262445" y="1135214"/>
                  </a:lnTo>
                  <a:lnTo>
                    <a:pt x="139395" y="1135214"/>
                  </a:lnTo>
                  <a:lnTo>
                    <a:pt x="139661" y="1133792"/>
                  </a:lnTo>
                  <a:lnTo>
                    <a:pt x="142621" y="1129411"/>
                  </a:lnTo>
                  <a:lnTo>
                    <a:pt x="147574" y="1125791"/>
                  </a:lnTo>
                  <a:lnTo>
                    <a:pt x="153098" y="1121600"/>
                  </a:lnTo>
                  <a:lnTo>
                    <a:pt x="156235" y="1116749"/>
                  </a:lnTo>
                  <a:lnTo>
                    <a:pt x="156997" y="1111211"/>
                  </a:lnTo>
                  <a:lnTo>
                    <a:pt x="156235" y="1107605"/>
                  </a:lnTo>
                  <a:lnTo>
                    <a:pt x="154520" y="1104176"/>
                  </a:lnTo>
                  <a:lnTo>
                    <a:pt x="151853" y="1100924"/>
                  </a:lnTo>
                  <a:lnTo>
                    <a:pt x="143852" y="1092352"/>
                  </a:lnTo>
                  <a:lnTo>
                    <a:pt x="139852" y="1092352"/>
                  </a:lnTo>
                  <a:lnTo>
                    <a:pt x="142709" y="1095209"/>
                  </a:lnTo>
                  <a:lnTo>
                    <a:pt x="144526" y="1098829"/>
                  </a:lnTo>
                  <a:lnTo>
                    <a:pt x="130898" y="1120178"/>
                  </a:lnTo>
                  <a:lnTo>
                    <a:pt x="127762" y="1124927"/>
                  </a:lnTo>
                  <a:lnTo>
                    <a:pt x="127000" y="1130642"/>
                  </a:lnTo>
                  <a:lnTo>
                    <a:pt x="127762" y="1134262"/>
                  </a:lnTo>
                  <a:lnTo>
                    <a:pt x="128231" y="1135214"/>
                  </a:lnTo>
                  <a:lnTo>
                    <a:pt x="12700" y="1135214"/>
                  </a:lnTo>
                  <a:lnTo>
                    <a:pt x="12700" y="1083779"/>
                  </a:lnTo>
                  <a:lnTo>
                    <a:pt x="262445" y="1083779"/>
                  </a:lnTo>
                  <a:lnTo>
                    <a:pt x="262445" y="1078064"/>
                  </a:lnTo>
                  <a:lnTo>
                    <a:pt x="12700" y="1078064"/>
                  </a:lnTo>
                  <a:lnTo>
                    <a:pt x="12700" y="1026629"/>
                  </a:lnTo>
                  <a:lnTo>
                    <a:pt x="262445" y="1026629"/>
                  </a:lnTo>
                  <a:lnTo>
                    <a:pt x="262445" y="1020914"/>
                  </a:lnTo>
                  <a:lnTo>
                    <a:pt x="12700" y="1020914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20914"/>
                  </a:lnTo>
                  <a:lnTo>
                    <a:pt x="0" y="1020914"/>
                  </a:lnTo>
                  <a:lnTo>
                    <a:pt x="0" y="1026629"/>
                  </a:lnTo>
                  <a:lnTo>
                    <a:pt x="4127" y="1026629"/>
                  </a:lnTo>
                  <a:lnTo>
                    <a:pt x="4127" y="1078064"/>
                  </a:lnTo>
                  <a:lnTo>
                    <a:pt x="0" y="1078064"/>
                  </a:lnTo>
                  <a:lnTo>
                    <a:pt x="0" y="1083779"/>
                  </a:lnTo>
                  <a:lnTo>
                    <a:pt x="4127" y="1083779"/>
                  </a:lnTo>
                  <a:lnTo>
                    <a:pt x="4127" y="1135214"/>
                  </a:lnTo>
                  <a:lnTo>
                    <a:pt x="0" y="1135214"/>
                  </a:lnTo>
                  <a:lnTo>
                    <a:pt x="0" y="1140929"/>
                  </a:lnTo>
                  <a:lnTo>
                    <a:pt x="4127" y="1140929"/>
                  </a:lnTo>
                  <a:lnTo>
                    <a:pt x="4127" y="1192364"/>
                  </a:lnTo>
                  <a:lnTo>
                    <a:pt x="0" y="1192364"/>
                  </a:lnTo>
                  <a:lnTo>
                    <a:pt x="0" y="1198079"/>
                  </a:lnTo>
                  <a:lnTo>
                    <a:pt x="4127" y="1198079"/>
                  </a:lnTo>
                  <a:lnTo>
                    <a:pt x="4127" y="1249514"/>
                  </a:lnTo>
                  <a:lnTo>
                    <a:pt x="0" y="1249514"/>
                  </a:lnTo>
                  <a:lnTo>
                    <a:pt x="0" y="1255229"/>
                  </a:lnTo>
                  <a:lnTo>
                    <a:pt x="4127" y="1255229"/>
                  </a:lnTo>
                  <a:lnTo>
                    <a:pt x="12700" y="1255229"/>
                  </a:lnTo>
                  <a:lnTo>
                    <a:pt x="132143" y="1255229"/>
                  </a:lnTo>
                  <a:lnTo>
                    <a:pt x="139852" y="1263802"/>
                  </a:lnTo>
                  <a:lnTo>
                    <a:pt x="142709" y="1266659"/>
                  </a:lnTo>
                  <a:lnTo>
                    <a:pt x="144526" y="1270279"/>
                  </a:lnTo>
                  <a:lnTo>
                    <a:pt x="145288" y="1274660"/>
                  </a:lnTo>
                  <a:lnTo>
                    <a:pt x="144335" y="1279626"/>
                  </a:lnTo>
                  <a:lnTo>
                    <a:pt x="141376" y="1283995"/>
                  </a:lnTo>
                  <a:lnTo>
                    <a:pt x="136423" y="1287805"/>
                  </a:lnTo>
                  <a:lnTo>
                    <a:pt x="130898" y="1291628"/>
                  </a:lnTo>
                  <a:lnTo>
                    <a:pt x="127762" y="1296377"/>
                  </a:lnTo>
                  <a:lnTo>
                    <a:pt x="127000" y="1302092"/>
                  </a:lnTo>
                  <a:lnTo>
                    <a:pt x="127762" y="1305712"/>
                  </a:lnTo>
                  <a:lnTo>
                    <a:pt x="129476" y="1309141"/>
                  </a:lnTo>
                  <a:lnTo>
                    <a:pt x="132143" y="1312379"/>
                  </a:lnTo>
                  <a:lnTo>
                    <a:pt x="139852" y="1320952"/>
                  </a:lnTo>
                  <a:lnTo>
                    <a:pt x="142709" y="1323809"/>
                  </a:lnTo>
                  <a:lnTo>
                    <a:pt x="144526" y="1327429"/>
                  </a:lnTo>
                  <a:lnTo>
                    <a:pt x="130898" y="1348778"/>
                  </a:lnTo>
                  <a:lnTo>
                    <a:pt x="127762" y="1353527"/>
                  </a:lnTo>
                  <a:lnTo>
                    <a:pt x="127000" y="1359242"/>
                  </a:lnTo>
                  <a:lnTo>
                    <a:pt x="127762" y="1362862"/>
                  </a:lnTo>
                  <a:lnTo>
                    <a:pt x="129476" y="1366291"/>
                  </a:lnTo>
                  <a:lnTo>
                    <a:pt x="132143" y="1369529"/>
                  </a:lnTo>
                  <a:lnTo>
                    <a:pt x="139852" y="1378102"/>
                  </a:lnTo>
                  <a:lnTo>
                    <a:pt x="142709" y="1380959"/>
                  </a:lnTo>
                  <a:lnTo>
                    <a:pt x="144526" y="1384579"/>
                  </a:lnTo>
                  <a:lnTo>
                    <a:pt x="130898" y="1405928"/>
                  </a:lnTo>
                  <a:lnTo>
                    <a:pt x="127762" y="1410677"/>
                  </a:lnTo>
                  <a:lnTo>
                    <a:pt x="127000" y="1416392"/>
                  </a:lnTo>
                  <a:lnTo>
                    <a:pt x="127762" y="1420012"/>
                  </a:lnTo>
                  <a:lnTo>
                    <a:pt x="129476" y="1423441"/>
                  </a:lnTo>
                  <a:lnTo>
                    <a:pt x="132143" y="1426679"/>
                  </a:lnTo>
                  <a:lnTo>
                    <a:pt x="139852" y="1435252"/>
                  </a:lnTo>
                  <a:lnTo>
                    <a:pt x="143852" y="1435252"/>
                  </a:lnTo>
                  <a:lnTo>
                    <a:pt x="140804" y="1431251"/>
                  </a:lnTo>
                  <a:lnTo>
                    <a:pt x="139090" y="1427734"/>
                  </a:lnTo>
                  <a:lnTo>
                    <a:pt x="138709" y="1424686"/>
                  </a:lnTo>
                  <a:lnTo>
                    <a:pt x="139661" y="1419542"/>
                  </a:lnTo>
                  <a:lnTo>
                    <a:pt x="142621" y="1415161"/>
                  </a:lnTo>
                  <a:lnTo>
                    <a:pt x="147574" y="1411541"/>
                  </a:lnTo>
                  <a:lnTo>
                    <a:pt x="153098" y="1407350"/>
                  </a:lnTo>
                  <a:lnTo>
                    <a:pt x="156235" y="1402499"/>
                  </a:lnTo>
                  <a:lnTo>
                    <a:pt x="156997" y="1396961"/>
                  </a:lnTo>
                  <a:lnTo>
                    <a:pt x="156235" y="1393355"/>
                  </a:lnTo>
                  <a:lnTo>
                    <a:pt x="154520" y="1389926"/>
                  </a:lnTo>
                  <a:lnTo>
                    <a:pt x="151853" y="1386674"/>
                  </a:lnTo>
                  <a:lnTo>
                    <a:pt x="143852" y="1378102"/>
                  </a:lnTo>
                  <a:lnTo>
                    <a:pt x="140804" y="1374101"/>
                  </a:lnTo>
                  <a:lnTo>
                    <a:pt x="139090" y="1370584"/>
                  </a:lnTo>
                  <a:lnTo>
                    <a:pt x="138709" y="1367536"/>
                  </a:lnTo>
                  <a:lnTo>
                    <a:pt x="139661" y="1362392"/>
                  </a:lnTo>
                  <a:lnTo>
                    <a:pt x="142621" y="1358011"/>
                  </a:lnTo>
                  <a:lnTo>
                    <a:pt x="147574" y="1354391"/>
                  </a:lnTo>
                  <a:lnTo>
                    <a:pt x="153098" y="1350200"/>
                  </a:lnTo>
                  <a:lnTo>
                    <a:pt x="156235" y="1345349"/>
                  </a:lnTo>
                  <a:lnTo>
                    <a:pt x="156997" y="1339811"/>
                  </a:lnTo>
                  <a:lnTo>
                    <a:pt x="156235" y="1336205"/>
                  </a:lnTo>
                  <a:lnTo>
                    <a:pt x="154520" y="1332776"/>
                  </a:lnTo>
                  <a:lnTo>
                    <a:pt x="151853" y="1329524"/>
                  </a:lnTo>
                  <a:lnTo>
                    <a:pt x="143852" y="1320952"/>
                  </a:lnTo>
                  <a:lnTo>
                    <a:pt x="140804" y="1316951"/>
                  </a:lnTo>
                  <a:lnTo>
                    <a:pt x="139090" y="1313434"/>
                  </a:lnTo>
                  <a:lnTo>
                    <a:pt x="138709" y="1310386"/>
                  </a:lnTo>
                  <a:lnTo>
                    <a:pt x="139661" y="1305242"/>
                  </a:lnTo>
                  <a:lnTo>
                    <a:pt x="142621" y="1300861"/>
                  </a:lnTo>
                  <a:lnTo>
                    <a:pt x="147574" y="1297241"/>
                  </a:lnTo>
                  <a:lnTo>
                    <a:pt x="153098" y="1293050"/>
                  </a:lnTo>
                  <a:lnTo>
                    <a:pt x="156235" y="1288199"/>
                  </a:lnTo>
                  <a:lnTo>
                    <a:pt x="156997" y="1282661"/>
                  </a:lnTo>
                  <a:lnTo>
                    <a:pt x="156235" y="1279055"/>
                  </a:lnTo>
                  <a:lnTo>
                    <a:pt x="154520" y="1275626"/>
                  </a:lnTo>
                  <a:lnTo>
                    <a:pt x="151853" y="1272374"/>
                  </a:lnTo>
                  <a:lnTo>
                    <a:pt x="143852" y="1263802"/>
                  </a:lnTo>
                  <a:lnTo>
                    <a:pt x="140804" y="1259801"/>
                  </a:lnTo>
                  <a:lnTo>
                    <a:pt x="139090" y="1256284"/>
                  </a:lnTo>
                  <a:lnTo>
                    <a:pt x="138950" y="1255229"/>
                  </a:lnTo>
                  <a:lnTo>
                    <a:pt x="219621" y="1255229"/>
                  </a:lnTo>
                  <a:lnTo>
                    <a:pt x="215011" y="1258087"/>
                  </a:lnTo>
                  <a:lnTo>
                    <a:pt x="208419" y="1263561"/>
                  </a:lnTo>
                  <a:lnTo>
                    <a:pt x="203504" y="1269669"/>
                  </a:lnTo>
                  <a:lnTo>
                    <a:pt x="200266" y="1276413"/>
                  </a:lnTo>
                  <a:lnTo>
                    <a:pt x="198716" y="1283817"/>
                  </a:lnTo>
                  <a:lnTo>
                    <a:pt x="197764" y="1292567"/>
                  </a:lnTo>
                  <a:lnTo>
                    <a:pt x="200723" y="1299718"/>
                  </a:lnTo>
                  <a:lnTo>
                    <a:pt x="204914" y="1303096"/>
                  </a:lnTo>
                  <a:lnTo>
                    <a:pt x="181914" y="1303096"/>
                  </a:lnTo>
                  <a:lnTo>
                    <a:pt x="181914" y="1310246"/>
                  </a:lnTo>
                  <a:lnTo>
                    <a:pt x="262445" y="1310246"/>
                  </a:lnTo>
                  <a:lnTo>
                    <a:pt x="262445" y="1360246"/>
                  </a:lnTo>
                  <a:lnTo>
                    <a:pt x="181914" y="1360246"/>
                  </a:lnTo>
                  <a:lnTo>
                    <a:pt x="181914" y="1367396"/>
                  </a:lnTo>
                  <a:lnTo>
                    <a:pt x="223291" y="1367396"/>
                  </a:lnTo>
                  <a:lnTo>
                    <a:pt x="222542" y="1367726"/>
                  </a:lnTo>
                  <a:lnTo>
                    <a:pt x="198716" y="1398117"/>
                  </a:lnTo>
                  <a:lnTo>
                    <a:pt x="197764" y="1406867"/>
                  </a:lnTo>
                  <a:lnTo>
                    <a:pt x="200723" y="1414018"/>
                  </a:lnTo>
                  <a:lnTo>
                    <a:pt x="207581" y="1419542"/>
                  </a:lnTo>
                  <a:lnTo>
                    <a:pt x="212725" y="1422400"/>
                  </a:lnTo>
                  <a:lnTo>
                    <a:pt x="218440" y="1423543"/>
                  </a:lnTo>
                  <a:lnTo>
                    <a:pt x="224726" y="1422971"/>
                  </a:lnTo>
                  <a:lnTo>
                    <a:pt x="232791" y="1422057"/>
                  </a:lnTo>
                  <a:lnTo>
                    <a:pt x="240728" y="1419898"/>
                  </a:lnTo>
                  <a:lnTo>
                    <a:pt x="248513" y="1416494"/>
                  </a:lnTo>
                  <a:lnTo>
                    <a:pt x="253492" y="1413446"/>
                  </a:lnTo>
                  <a:lnTo>
                    <a:pt x="256159" y="1411833"/>
                  </a:lnTo>
                  <a:lnTo>
                    <a:pt x="273494" y="1377353"/>
                  </a:lnTo>
                  <a:lnTo>
                    <a:pt x="272440" y="1374813"/>
                  </a:lnTo>
                  <a:lnTo>
                    <a:pt x="272440" y="1367396"/>
                  </a:lnTo>
                  <a:lnTo>
                    <a:pt x="293052" y="1367396"/>
                  </a:lnTo>
                  <a:lnTo>
                    <a:pt x="293052" y="1360246"/>
                  </a:lnTo>
                  <a:lnTo>
                    <a:pt x="272440" y="1360246"/>
                  </a:lnTo>
                  <a:lnTo>
                    <a:pt x="272440" y="1310246"/>
                  </a:lnTo>
                  <a:lnTo>
                    <a:pt x="293052" y="1310246"/>
                  </a:lnTo>
                  <a:lnTo>
                    <a:pt x="293052" y="1303096"/>
                  </a:lnTo>
                  <a:lnTo>
                    <a:pt x="272440" y="1303096"/>
                  </a:lnTo>
                  <a:lnTo>
                    <a:pt x="272440" y="1273162"/>
                  </a:lnTo>
                  <a:lnTo>
                    <a:pt x="272732" y="1271803"/>
                  </a:lnTo>
                  <a:lnTo>
                    <a:pt x="273494" y="1263053"/>
                  </a:lnTo>
                  <a:lnTo>
                    <a:pt x="272440" y="1260513"/>
                  </a:lnTo>
                  <a:lnTo>
                    <a:pt x="272440" y="1255229"/>
                  </a:lnTo>
                  <a:lnTo>
                    <a:pt x="1104468" y="1255229"/>
                  </a:lnTo>
                  <a:lnTo>
                    <a:pt x="1104468" y="1249514"/>
                  </a:lnTo>
                  <a:lnTo>
                    <a:pt x="272440" y="1249514"/>
                  </a:lnTo>
                  <a:lnTo>
                    <a:pt x="272440" y="1198079"/>
                  </a:lnTo>
                  <a:lnTo>
                    <a:pt x="1104468" y="1198079"/>
                  </a:lnTo>
                  <a:lnTo>
                    <a:pt x="1104468" y="1192364"/>
                  </a:lnTo>
                  <a:lnTo>
                    <a:pt x="272440" y="1192364"/>
                  </a:lnTo>
                  <a:lnTo>
                    <a:pt x="272440" y="1140929"/>
                  </a:lnTo>
                  <a:lnTo>
                    <a:pt x="1104468" y="1140929"/>
                  </a:lnTo>
                  <a:lnTo>
                    <a:pt x="1104468" y="1135214"/>
                  </a:lnTo>
                  <a:lnTo>
                    <a:pt x="272440" y="1135214"/>
                  </a:lnTo>
                  <a:lnTo>
                    <a:pt x="272440" y="1083779"/>
                  </a:lnTo>
                  <a:lnTo>
                    <a:pt x="1104468" y="1083779"/>
                  </a:lnTo>
                  <a:lnTo>
                    <a:pt x="1104468" y="1078064"/>
                  </a:lnTo>
                  <a:lnTo>
                    <a:pt x="272440" y="1078064"/>
                  </a:lnTo>
                  <a:lnTo>
                    <a:pt x="272440" y="1026629"/>
                  </a:lnTo>
                  <a:lnTo>
                    <a:pt x="1104468" y="1026629"/>
                  </a:lnTo>
                  <a:lnTo>
                    <a:pt x="1104468" y="1020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>
              <a:extLst>
                <a:ext uri="{FF2B5EF4-FFF2-40B4-BE49-F238E27FC236}">
                  <a16:creationId xmlns:a16="http://schemas.microsoft.com/office/drawing/2014/main" id="{8884562B-A4EE-0907-8A1E-F9F5E1146FAA}"/>
                </a:ext>
              </a:extLst>
            </p:cNvPr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256714" y="9455019"/>
              <a:ext cx="110966" cy="128301"/>
            </a:xfrm>
            <a:prstGeom prst="rect">
              <a:avLst/>
            </a:prstGeom>
          </p:spPr>
        </p:pic>
        <p:sp>
          <p:nvSpPr>
            <p:cNvPr id="178" name="object 178">
              <a:extLst>
                <a:ext uri="{FF2B5EF4-FFF2-40B4-BE49-F238E27FC236}">
                  <a16:creationId xmlns:a16="http://schemas.microsoft.com/office/drawing/2014/main" id="{53B49FAB-A107-BAA0-CC81-5B12BB3EE9C7}"/>
                </a:ext>
              </a:extLst>
            </p:cNvPr>
            <p:cNvSpPr/>
            <p:nvPr/>
          </p:nvSpPr>
          <p:spPr>
            <a:xfrm>
              <a:off x="6163411" y="8359809"/>
              <a:ext cx="1104900" cy="1435735"/>
            </a:xfrm>
            <a:custGeom>
              <a:avLst/>
              <a:gdLst/>
              <a:ahLst/>
              <a:cxnLst/>
              <a:rect l="l" t="t" r="r" b="b"/>
              <a:pathLst>
                <a:path w="1104900" h="1435734">
                  <a:moveTo>
                    <a:pt x="308737" y="1391539"/>
                  </a:moveTo>
                  <a:lnTo>
                    <a:pt x="307975" y="1385062"/>
                  </a:lnTo>
                  <a:lnTo>
                    <a:pt x="304355" y="1381531"/>
                  </a:lnTo>
                  <a:lnTo>
                    <a:pt x="297878" y="1380959"/>
                  </a:lnTo>
                  <a:lnTo>
                    <a:pt x="291211" y="1381531"/>
                  </a:lnTo>
                  <a:lnTo>
                    <a:pt x="287591" y="1385062"/>
                  </a:lnTo>
                  <a:lnTo>
                    <a:pt x="287020" y="1391539"/>
                  </a:lnTo>
                  <a:lnTo>
                    <a:pt x="287591" y="1398016"/>
                  </a:lnTo>
                  <a:lnTo>
                    <a:pt x="291211" y="1401724"/>
                  </a:lnTo>
                  <a:lnTo>
                    <a:pt x="297878" y="1402676"/>
                  </a:lnTo>
                  <a:lnTo>
                    <a:pt x="304355" y="1401724"/>
                  </a:lnTo>
                  <a:lnTo>
                    <a:pt x="307975" y="1398016"/>
                  </a:lnTo>
                  <a:lnTo>
                    <a:pt x="308737" y="1391539"/>
                  </a:lnTo>
                  <a:close/>
                </a:path>
                <a:path w="1104900" h="1435734">
                  <a:moveTo>
                    <a:pt x="308737" y="1277239"/>
                  </a:moveTo>
                  <a:lnTo>
                    <a:pt x="307975" y="1270762"/>
                  </a:lnTo>
                  <a:lnTo>
                    <a:pt x="304355" y="1267231"/>
                  </a:lnTo>
                  <a:lnTo>
                    <a:pt x="297878" y="1266659"/>
                  </a:lnTo>
                  <a:lnTo>
                    <a:pt x="291211" y="1267231"/>
                  </a:lnTo>
                  <a:lnTo>
                    <a:pt x="287591" y="1270762"/>
                  </a:lnTo>
                  <a:lnTo>
                    <a:pt x="287020" y="1277239"/>
                  </a:lnTo>
                  <a:lnTo>
                    <a:pt x="287591" y="1283716"/>
                  </a:lnTo>
                  <a:lnTo>
                    <a:pt x="291211" y="1287424"/>
                  </a:lnTo>
                  <a:lnTo>
                    <a:pt x="297878" y="1288376"/>
                  </a:lnTo>
                  <a:lnTo>
                    <a:pt x="304355" y="1287424"/>
                  </a:lnTo>
                  <a:lnTo>
                    <a:pt x="307975" y="1283716"/>
                  </a:lnTo>
                  <a:lnTo>
                    <a:pt x="308737" y="1277239"/>
                  </a:lnTo>
                  <a:close/>
                </a:path>
                <a:path w="1104900" h="1435734">
                  <a:moveTo>
                    <a:pt x="1104480" y="1020914"/>
                  </a:moveTo>
                  <a:lnTo>
                    <a:pt x="272453" y="1020914"/>
                  </a:lnTo>
                  <a:lnTo>
                    <a:pt x="272453" y="935189"/>
                  </a:lnTo>
                  <a:lnTo>
                    <a:pt x="263880" y="935189"/>
                  </a:lnTo>
                  <a:lnTo>
                    <a:pt x="263880" y="1380959"/>
                  </a:lnTo>
                  <a:lnTo>
                    <a:pt x="263017" y="1382776"/>
                  </a:lnTo>
                  <a:lnTo>
                    <a:pt x="232448" y="1407833"/>
                  </a:lnTo>
                  <a:lnTo>
                    <a:pt x="216154" y="1413446"/>
                  </a:lnTo>
                  <a:lnTo>
                    <a:pt x="212153" y="1413256"/>
                  </a:lnTo>
                  <a:lnTo>
                    <a:pt x="208153" y="1412875"/>
                  </a:lnTo>
                  <a:lnTo>
                    <a:pt x="206248" y="1411160"/>
                  </a:lnTo>
                  <a:lnTo>
                    <a:pt x="206438" y="1408112"/>
                  </a:lnTo>
                  <a:lnTo>
                    <a:pt x="206514" y="1407833"/>
                  </a:lnTo>
                  <a:lnTo>
                    <a:pt x="207657" y="1403045"/>
                  </a:lnTo>
                  <a:lnTo>
                    <a:pt x="239877" y="1375816"/>
                  </a:lnTo>
                  <a:lnTo>
                    <a:pt x="254165" y="1370393"/>
                  </a:lnTo>
                  <a:lnTo>
                    <a:pt x="259880" y="1370965"/>
                  </a:lnTo>
                  <a:lnTo>
                    <a:pt x="262445" y="1371307"/>
                  </a:lnTo>
                  <a:lnTo>
                    <a:pt x="262445" y="1380959"/>
                  </a:lnTo>
                  <a:lnTo>
                    <a:pt x="263880" y="1380959"/>
                  </a:lnTo>
                  <a:lnTo>
                    <a:pt x="263880" y="935189"/>
                  </a:lnTo>
                  <a:lnTo>
                    <a:pt x="262445" y="935189"/>
                  </a:lnTo>
                  <a:lnTo>
                    <a:pt x="262445" y="1020914"/>
                  </a:lnTo>
                  <a:lnTo>
                    <a:pt x="262445" y="1026629"/>
                  </a:lnTo>
                  <a:lnTo>
                    <a:pt x="262445" y="1303096"/>
                  </a:lnTo>
                  <a:lnTo>
                    <a:pt x="246443" y="1303096"/>
                  </a:lnTo>
                  <a:lnTo>
                    <a:pt x="248513" y="1302194"/>
                  </a:lnTo>
                  <a:lnTo>
                    <a:pt x="253504" y="1299146"/>
                  </a:lnTo>
                  <a:lnTo>
                    <a:pt x="256159" y="1297533"/>
                  </a:lnTo>
                  <a:lnTo>
                    <a:pt x="262445" y="1292326"/>
                  </a:lnTo>
                  <a:lnTo>
                    <a:pt x="262445" y="1269161"/>
                  </a:lnTo>
                  <a:lnTo>
                    <a:pt x="259016" y="1273238"/>
                  </a:lnTo>
                  <a:lnTo>
                    <a:pt x="243878" y="1286383"/>
                  </a:lnTo>
                  <a:lnTo>
                    <a:pt x="238163" y="1290383"/>
                  </a:lnTo>
                  <a:lnTo>
                    <a:pt x="232448" y="1293533"/>
                  </a:lnTo>
                  <a:lnTo>
                    <a:pt x="221018" y="1298105"/>
                  </a:lnTo>
                  <a:lnTo>
                    <a:pt x="216154" y="1299146"/>
                  </a:lnTo>
                  <a:lnTo>
                    <a:pt x="212153" y="1298956"/>
                  </a:lnTo>
                  <a:lnTo>
                    <a:pt x="208153" y="1298575"/>
                  </a:lnTo>
                  <a:lnTo>
                    <a:pt x="206248" y="1296860"/>
                  </a:lnTo>
                  <a:lnTo>
                    <a:pt x="206438" y="1293812"/>
                  </a:lnTo>
                  <a:lnTo>
                    <a:pt x="206514" y="1293533"/>
                  </a:lnTo>
                  <a:lnTo>
                    <a:pt x="207657" y="1288745"/>
                  </a:lnTo>
                  <a:lnTo>
                    <a:pt x="239877" y="1261516"/>
                  </a:lnTo>
                  <a:lnTo>
                    <a:pt x="254165" y="1256093"/>
                  </a:lnTo>
                  <a:lnTo>
                    <a:pt x="259880" y="1256665"/>
                  </a:lnTo>
                  <a:lnTo>
                    <a:pt x="262445" y="1257007"/>
                  </a:lnTo>
                  <a:lnTo>
                    <a:pt x="262445" y="1249514"/>
                  </a:lnTo>
                  <a:lnTo>
                    <a:pt x="262318" y="1249514"/>
                  </a:lnTo>
                  <a:lnTo>
                    <a:pt x="258737" y="1247521"/>
                  </a:lnTo>
                  <a:lnTo>
                    <a:pt x="252920" y="1246378"/>
                  </a:lnTo>
                  <a:lnTo>
                    <a:pt x="246443" y="1246949"/>
                  </a:lnTo>
                  <a:lnTo>
                    <a:pt x="238264" y="1247863"/>
                  </a:lnTo>
                  <a:lnTo>
                    <a:pt x="232168" y="1249514"/>
                  </a:lnTo>
                  <a:lnTo>
                    <a:pt x="139407" y="1249514"/>
                  </a:lnTo>
                  <a:lnTo>
                    <a:pt x="139674" y="1248092"/>
                  </a:lnTo>
                  <a:lnTo>
                    <a:pt x="142621" y="1243711"/>
                  </a:lnTo>
                  <a:lnTo>
                    <a:pt x="147574" y="1240091"/>
                  </a:lnTo>
                  <a:lnTo>
                    <a:pt x="153098" y="1235900"/>
                  </a:lnTo>
                  <a:lnTo>
                    <a:pt x="156248" y="1231049"/>
                  </a:lnTo>
                  <a:lnTo>
                    <a:pt x="157010" y="1225511"/>
                  </a:lnTo>
                  <a:lnTo>
                    <a:pt x="156248" y="1221905"/>
                  </a:lnTo>
                  <a:lnTo>
                    <a:pt x="154533" y="1218476"/>
                  </a:lnTo>
                  <a:lnTo>
                    <a:pt x="151866" y="1215224"/>
                  </a:lnTo>
                  <a:lnTo>
                    <a:pt x="145288" y="1208176"/>
                  </a:lnTo>
                  <a:lnTo>
                    <a:pt x="145288" y="1217510"/>
                  </a:lnTo>
                  <a:lnTo>
                    <a:pt x="144335" y="1222476"/>
                  </a:lnTo>
                  <a:lnTo>
                    <a:pt x="141389" y="1226845"/>
                  </a:lnTo>
                  <a:lnTo>
                    <a:pt x="136436" y="1230655"/>
                  </a:lnTo>
                  <a:lnTo>
                    <a:pt x="130911" y="1234478"/>
                  </a:lnTo>
                  <a:lnTo>
                    <a:pt x="127762" y="1239227"/>
                  </a:lnTo>
                  <a:lnTo>
                    <a:pt x="127000" y="1244942"/>
                  </a:lnTo>
                  <a:lnTo>
                    <a:pt x="127762" y="1248562"/>
                  </a:lnTo>
                  <a:lnTo>
                    <a:pt x="128231" y="1249514"/>
                  </a:lnTo>
                  <a:lnTo>
                    <a:pt x="12700" y="1249514"/>
                  </a:lnTo>
                  <a:lnTo>
                    <a:pt x="12700" y="1198079"/>
                  </a:lnTo>
                  <a:lnTo>
                    <a:pt x="132143" y="1198079"/>
                  </a:lnTo>
                  <a:lnTo>
                    <a:pt x="139865" y="1206652"/>
                  </a:lnTo>
                  <a:lnTo>
                    <a:pt x="142722" y="1209509"/>
                  </a:lnTo>
                  <a:lnTo>
                    <a:pt x="144526" y="1213129"/>
                  </a:lnTo>
                  <a:lnTo>
                    <a:pt x="145288" y="1217510"/>
                  </a:lnTo>
                  <a:lnTo>
                    <a:pt x="145288" y="1208176"/>
                  </a:lnTo>
                  <a:lnTo>
                    <a:pt x="143865" y="1206652"/>
                  </a:lnTo>
                  <a:lnTo>
                    <a:pt x="140817" y="1202651"/>
                  </a:lnTo>
                  <a:lnTo>
                    <a:pt x="139103" y="1199134"/>
                  </a:lnTo>
                  <a:lnTo>
                    <a:pt x="138963" y="1198079"/>
                  </a:lnTo>
                  <a:lnTo>
                    <a:pt x="262445" y="1198079"/>
                  </a:lnTo>
                  <a:lnTo>
                    <a:pt x="262445" y="1192364"/>
                  </a:lnTo>
                  <a:lnTo>
                    <a:pt x="139407" y="1192364"/>
                  </a:lnTo>
                  <a:lnTo>
                    <a:pt x="139674" y="1190942"/>
                  </a:lnTo>
                  <a:lnTo>
                    <a:pt x="142621" y="1186561"/>
                  </a:lnTo>
                  <a:lnTo>
                    <a:pt x="147574" y="1182941"/>
                  </a:lnTo>
                  <a:lnTo>
                    <a:pt x="153098" y="1178750"/>
                  </a:lnTo>
                  <a:lnTo>
                    <a:pt x="156248" y="1173899"/>
                  </a:lnTo>
                  <a:lnTo>
                    <a:pt x="157010" y="1168361"/>
                  </a:lnTo>
                  <a:lnTo>
                    <a:pt x="156248" y="1164755"/>
                  </a:lnTo>
                  <a:lnTo>
                    <a:pt x="154533" y="1161326"/>
                  </a:lnTo>
                  <a:lnTo>
                    <a:pt x="151866" y="1158074"/>
                  </a:lnTo>
                  <a:lnTo>
                    <a:pt x="145288" y="1151026"/>
                  </a:lnTo>
                  <a:lnTo>
                    <a:pt x="145288" y="1160360"/>
                  </a:lnTo>
                  <a:lnTo>
                    <a:pt x="144335" y="1165326"/>
                  </a:lnTo>
                  <a:lnTo>
                    <a:pt x="141389" y="1169695"/>
                  </a:lnTo>
                  <a:lnTo>
                    <a:pt x="136436" y="1173505"/>
                  </a:lnTo>
                  <a:lnTo>
                    <a:pt x="130911" y="1177328"/>
                  </a:lnTo>
                  <a:lnTo>
                    <a:pt x="127762" y="1182077"/>
                  </a:lnTo>
                  <a:lnTo>
                    <a:pt x="127000" y="1187792"/>
                  </a:lnTo>
                  <a:lnTo>
                    <a:pt x="127762" y="1191412"/>
                  </a:lnTo>
                  <a:lnTo>
                    <a:pt x="128231" y="1192364"/>
                  </a:lnTo>
                  <a:lnTo>
                    <a:pt x="12700" y="1192364"/>
                  </a:lnTo>
                  <a:lnTo>
                    <a:pt x="12700" y="1140929"/>
                  </a:lnTo>
                  <a:lnTo>
                    <a:pt x="132143" y="1140929"/>
                  </a:lnTo>
                  <a:lnTo>
                    <a:pt x="139865" y="1149502"/>
                  </a:lnTo>
                  <a:lnTo>
                    <a:pt x="142722" y="1152359"/>
                  </a:lnTo>
                  <a:lnTo>
                    <a:pt x="144526" y="1155979"/>
                  </a:lnTo>
                  <a:lnTo>
                    <a:pt x="145288" y="1160360"/>
                  </a:lnTo>
                  <a:lnTo>
                    <a:pt x="145288" y="1151026"/>
                  </a:lnTo>
                  <a:lnTo>
                    <a:pt x="143865" y="1149502"/>
                  </a:lnTo>
                  <a:lnTo>
                    <a:pt x="140817" y="1145501"/>
                  </a:lnTo>
                  <a:lnTo>
                    <a:pt x="139103" y="1141984"/>
                  </a:lnTo>
                  <a:lnTo>
                    <a:pt x="138963" y="1140929"/>
                  </a:lnTo>
                  <a:lnTo>
                    <a:pt x="262445" y="1140929"/>
                  </a:lnTo>
                  <a:lnTo>
                    <a:pt x="262445" y="1135214"/>
                  </a:lnTo>
                  <a:lnTo>
                    <a:pt x="139407" y="1135214"/>
                  </a:lnTo>
                  <a:lnTo>
                    <a:pt x="139674" y="1133792"/>
                  </a:lnTo>
                  <a:lnTo>
                    <a:pt x="142621" y="1129411"/>
                  </a:lnTo>
                  <a:lnTo>
                    <a:pt x="147574" y="1125791"/>
                  </a:lnTo>
                  <a:lnTo>
                    <a:pt x="153098" y="1121600"/>
                  </a:lnTo>
                  <a:lnTo>
                    <a:pt x="156248" y="1116749"/>
                  </a:lnTo>
                  <a:lnTo>
                    <a:pt x="157010" y="1111211"/>
                  </a:lnTo>
                  <a:lnTo>
                    <a:pt x="156248" y="1107605"/>
                  </a:lnTo>
                  <a:lnTo>
                    <a:pt x="154533" y="1104176"/>
                  </a:lnTo>
                  <a:lnTo>
                    <a:pt x="151866" y="1100924"/>
                  </a:lnTo>
                  <a:lnTo>
                    <a:pt x="143865" y="1092352"/>
                  </a:lnTo>
                  <a:lnTo>
                    <a:pt x="139865" y="1092352"/>
                  </a:lnTo>
                  <a:lnTo>
                    <a:pt x="142722" y="1095209"/>
                  </a:lnTo>
                  <a:lnTo>
                    <a:pt x="144526" y="1098829"/>
                  </a:lnTo>
                  <a:lnTo>
                    <a:pt x="130911" y="1120178"/>
                  </a:lnTo>
                  <a:lnTo>
                    <a:pt x="127762" y="1124927"/>
                  </a:lnTo>
                  <a:lnTo>
                    <a:pt x="127000" y="1130642"/>
                  </a:lnTo>
                  <a:lnTo>
                    <a:pt x="127762" y="1134262"/>
                  </a:lnTo>
                  <a:lnTo>
                    <a:pt x="128231" y="1135214"/>
                  </a:lnTo>
                  <a:lnTo>
                    <a:pt x="12700" y="1135214"/>
                  </a:lnTo>
                  <a:lnTo>
                    <a:pt x="12700" y="1083779"/>
                  </a:lnTo>
                  <a:lnTo>
                    <a:pt x="262445" y="1083779"/>
                  </a:lnTo>
                  <a:lnTo>
                    <a:pt x="262445" y="1078064"/>
                  </a:lnTo>
                  <a:lnTo>
                    <a:pt x="12700" y="1078064"/>
                  </a:lnTo>
                  <a:lnTo>
                    <a:pt x="12700" y="1026629"/>
                  </a:lnTo>
                  <a:lnTo>
                    <a:pt x="262445" y="1026629"/>
                  </a:lnTo>
                  <a:lnTo>
                    <a:pt x="262445" y="1020914"/>
                  </a:lnTo>
                  <a:lnTo>
                    <a:pt x="12700" y="1020914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20914"/>
                  </a:lnTo>
                  <a:lnTo>
                    <a:pt x="0" y="1020914"/>
                  </a:lnTo>
                  <a:lnTo>
                    <a:pt x="0" y="1026629"/>
                  </a:lnTo>
                  <a:lnTo>
                    <a:pt x="4127" y="1026629"/>
                  </a:lnTo>
                  <a:lnTo>
                    <a:pt x="4127" y="1078064"/>
                  </a:lnTo>
                  <a:lnTo>
                    <a:pt x="0" y="1078064"/>
                  </a:lnTo>
                  <a:lnTo>
                    <a:pt x="0" y="1083779"/>
                  </a:lnTo>
                  <a:lnTo>
                    <a:pt x="4127" y="1083779"/>
                  </a:lnTo>
                  <a:lnTo>
                    <a:pt x="4127" y="1135214"/>
                  </a:lnTo>
                  <a:lnTo>
                    <a:pt x="0" y="1135214"/>
                  </a:lnTo>
                  <a:lnTo>
                    <a:pt x="0" y="1140929"/>
                  </a:lnTo>
                  <a:lnTo>
                    <a:pt x="4127" y="1140929"/>
                  </a:lnTo>
                  <a:lnTo>
                    <a:pt x="4127" y="1192364"/>
                  </a:lnTo>
                  <a:lnTo>
                    <a:pt x="0" y="1192364"/>
                  </a:lnTo>
                  <a:lnTo>
                    <a:pt x="0" y="1198079"/>
                  </a:lnTo>
                  <a:lnTo>
                    <a:pt x="4127" y="1198079"/>
                  </a:lnTo>
                  <a:lnTo>
                    <a:pt x="4127" y="1249514"/>
                  </a:lnTo>
                  <a:lnTo>
                    <a:pt x="0" y="1249514"/>
                  </a:lnTo>
                  <a:lnTo>
                    <a:pt x="0" y="1255229"/>
                  </a:lnTo>
                  <a:lnTo>
                    <a:pt x="4127" y="1255229"/>
                  </a:lnTo>
                  <a:lnTo>
                    <a:pt x="12700" y="1255229"/>
                  </a:lnTo>
                  <a:lnTo>
                    <a:pt x="132143" y="1255229"/>
                  </a:lnTo>
                  <a:lnTo>
                    <a:pt x="139865" y="1263802"/>
                  </a:lnTo>
                  <a:lnTo>
                    <a:pt x="142722" y="1266659"/>
                  </a:lnTo>
                  <a:lnTo>
                    <a:pt x="144526" y="1270279"/>
                  </a:lnTo>
                  <a:lnTo>
                    <a:pt x="145288" y="1274660"/>
                  </a:lnTo>
                  <a:lnTo>
                    <a:pt x="144335" y="1279626"/>
                  </a:lnTo>
                  <a:lnTo>
                    <a:pt x="141389" y="1283995"/>
                  </a:lnTo>
                  <a:lnTo>
                    <a:pt x="136436" y="1287805"/>
                  </a:lnTo>
                  <a:lnTo>
                    <a:pt x="130911" y="1291628"/>
                  </a:lnTo>
                  <a:lnTo>
                    <a:pt x="127762" y="1296377"/>
                  </a:lnTo>
                  <a:lnTo>
                    <a:pt x="127000" y="1302092"/>
                  </a:lnTo>
                  <a:lnTo>
                    <a:pt x="127762" y="1305712"/>
                  </a:lnTo>
                  <a:lnTo>
                    <a:pt x="129476" y="1309141"/>
                  </a:lnTo>
                  <a:lnTo>
                    <a:pt x="132143" y="1312379"/>
                  </a:lnTo>
                  <a:lnTo>
                    <a:pt x="139865" y="1320952"/>
                  </a:lnTo>
                  <a:lnTo>
                    <a:pt x="142722" y="1323809"/>
                  </a:lnTo>
                  <a:lnTo>
                    <a:pt x="144526" y="1327429"/>
                  </a:lnTo>
                  <a:lnTo>
                    <a:pt x="130911" y="1348778"/>
                  </a:lnTo>
                  <a:lnTo>
                    <a:pt x="127762" y="1353527"/>
                  </a:lnTo>
                  <a:lnTo>
                    <a:pt x="127000" y="1359242"/>
                  </a:lnTo>
                  <a:lnTo>
                    <a:pt x="127762" y="1362862"/>
                  </a:lnTo>
                  <a:lnTo>
                    <a:pt x="129476" y="1366291"/>
                  </a:lnTo>
                  <a:lnTo>
                    <a:pt x="132143" y="1369529"/>
                  </a:lnTo>
                  <a:lnTo>
                    <a:pt x="139865" y="1378102"/>
                  </a:lnTo>
                  <a:lnTo>
                    <a:pt x="142722" y="1380959"/>
                  </a:lnTo>
                  <a:lnTo>
                    <a:pt x="144526" y="1384579"/>
                  </a:lnTo>
                  <a:lnTo>
                    <a:pt x="130911" y="1405928"/>
                  </a:lnTo>
                  <a:lnTo>
                    <a:pt x="127762" y="1410677"/>
                  </a:lnTo>
                  <a:lnTo>
                    <a:pt x="127000" y="1416392"/>
                  </a:lnTo>
                  <a:lnTo>
                    <a:pt x="127762" y="1420012"/>
                  </a:lnTo>
                  <a:lnTo>
                    <a:pt x="129476" y="1423441"/>
                  </a:lnTo>
                  <a:lnTo>
                    <a:pt x="132143" y="1426679"/>
                  </a:lnTo>
                  <a:lnTo>
                    <a:pt x="139865" y="1435252"/>
                  </a:lnTo>
                  <a:lnTo>
                    <a:pt x="143865" y="1435252"/>
                  </a:lnTo>
                  <a:lnTo>
                    <a:pt x="140817" y="1431251"/>
                  </a:lnTo>
                  <a:lnTo>
                    <a:pt x="139103" y="1427734"/>
                  </a:lnTo>
                  <a:lnTo>
                    <a:pt x="138722" y="1424686"/>
                  </a:lnTo>
                  <a:lnTo>
                    <a:pt x="139674" y="1419542"/>
                  </a:lnTo>
                  <a:lnTo>
                    <a:pt x="142621" y="1415161"/>
                  </a:lnTo>
                  <a:lnTo>
                    <a:pt x="147574" y="1411541"/>
                  </a:lnTo>
                  <a:lnTo>
                    <a:pt x="153098" y="1407350"/>
                  </a:lnTo>
                  <a:lnTo>
                    <a:pt x="156248" y="1402499"/>
                  </a:lnTo>
                  <a:lnTo>
                    <a:pt x="157010" y="1396961"/>
                  </a:lnTo>
                  <a:lnTo>
                    <a:pt x="156248" y="1393355"/>
                  </a:lnTo>
                  <a:lnTo>
                    <a:pt x="154533" y="1389926"/>
                  </a:lnTo>
                  <a:lnTo>
                    <a:pt x="151866" y="1386674"/>
                  </a:lnTo>
                  <a:lnTo>
                    <a:pt x="143865" y="1378102"/>
                  </a:lnTo>
                  <a:lnTo>
                    <a:pt x="140817" y="1374101"/>
                  </a:lnTo>
                  <a:lnTo>
                    <a:pt x="139103" y="1370584"/>
                  </a:lnTo>
                  <a:lnTo>
                    <a:pt x="138722" y="1367536"/>
                  </a:lnTo>
                  <a:lnTo>
                    <a:pt x="139674" y="1362392"/>
                  </a:lnTo>
                  <a:lnTo>
                    <a:pt x="142621" y="1358011"/>
                  </a:lnTo>
                  <a:lnTo>
                    <a:pt x="147574" y="1354391"/>
                  </a:lnTo>
                  <a:lnTo>
                    <a:pt x="153098" y="1350200"/>
                  </a:lnTo>
                  <a:lnTo>
                    <a:pt x="156248" y="1345349"/>
                  </a:lnTo>
                  <a:lnTo>
                    <a:pt x="157010" y="1339811"/>
                  </a:lnTo>
                  <a:lnTo>
                    <a:pt x="156248" y="1336205"/>
                  </a:lnTo>
                  <a:lnTo>
                    <a:pt x="154533" y="1332776"/>
                  </a:lnTo>
                  <a:lnTo>
                    <a:pt x="151866" y="1329524"/>
                  </a:lnTo>
                  <a:lnTo>
                    <a:pt x="143865" y="1320952"/>
                  </a:lnTo>
                  <a:lnTo>
                    <a:pt x="140817" y="1316951"/>
                  </a:lnTo>
                  <a:lnTo>
                    <a:pt x="139103" y="1313434"/>
                  </a:lnTo>
                  <a:lnTo>
                    <a:pt x="138722" y="1310386"/>
                  </a:lnTo>
                  <a:lnTo>
                    <a:pt x="139674" y="1305242"/>
                  </a:lnTo>
                  <a:lnTo>
                    <a:pt x="142621" y="1300861"/>
                  </a:lnTo>
                  <a:lnTo>
                    <a:pt x="147574" y="1297241"/>
                  </a:lnTo>
                  <a:lnTo>
                    <a:pt x="153098" y="1293050"/>
                  </a:lnTo>
                  <a:lnTo>
                    <a:pt x="156248" y="1288199"/>
                  </a:lnTo>
                  <a:lnTo>
                    <a:pt x="157010" y="1282661"/>
                  </a:lnTo>
                  <a:lnTo>
                    <a:pt x="156248" y="1279055"/>
                  </a:lnTo>
                  <a:lnTo>
                    <a:pt x="154533" y="1275626"/>
                  </a:lnTo>
                  <a:lnTo>
                    <a:pt x="151866" y="1272374"/>
                  </a:lnTo>
                  <a:lnTo>
                    <a:pt x="143865" y="1263802"/>
                  </a:lnTo>
                  <a:lnTo>
                    <a:pt x="140817" y="1259801"/>
                  </a:lnTo>
                  <a:lnTo>
                    <a:pt x="139103" y="1256284"/>
                  </a:lnTo>
                  <a:lnTo>
                    <a:pt x="138963" y="1255229"/>
                  </a:lnTo>
                  <a:lnTo>
                    <a:pt x="219633" y="1255229"/>
                  </a:lnTo>
                  <a:lnTo>
                    <a:pt x="215011" y="1258087"/>
                  </a:lnTo>
                  <a:lnTo>
                    <a:pt x="208419" y="1263561"/>
                  </a:lnTo>
                  <a:lnTo>
                    <a:pt x="203517" y="1269669"/>
                  </a:lnTo>
                  <a:lnTo>
                    <a:pt x="200279" y="1276413"/>
                  </a:lnTo>
                  <a:lnTo>
                    <a:pt x="198729" y="1283817"/>
                  </a:lnTo>
                  <a:lnTo>
                    <a:pt x="197777" y="1292567"/>
                  </a:lnTo>
                  <a:lnTo>
                    <a:pt x="200723" y="1299718"/>
                  </a:lnTo>
                  <a:lnTo>
                    <a:pt x="204914" y="1303096"/>
                  </a:lnTo>
                  <a:lnTo>
                    <a:pt x="181927" y="1303096"/>
                  </a:lnTo>
                  <a:lnTo>
                    <a:pt x="181927" y="1310246"/>
                  </a:lnTo>
                  <a:lnTo>
                    <a:pt x="262445" y="1310246"/>
                  </a:lnTo>
                  <a:lnTo>
                    <a:pt x="262445" y="1360246"/>
                  </a:lnTo>
                  <a:lnTo>
                    <a:pt x="181927" y="1360246"/>
                  </a:lnTo>
                  <a:lnTo>
                    <a:pt x="181927" y="1367396"/>
                  </a:lnTo>
                  <a:lnTo>
                    <a:pt x="223304" y="1367396"/>
                  </a:lnTo>
                  <a:lnTo>
                    <a:pt x="222554" y="1367726"/>
                  </a:lnTo>
                  <a:lnTo>
                    <a:pt x="198729" y="1398117"/>
                  </a:lnTo>
                  <a:lnTo>
                    <a:pt x="197777" y="1406867"/>
                  </a:lnTo>
                  <a:lnTo>
                    <a:pt x="200723" y="1414018"/>
                  </a:lnTo>
                  <a:lnTo>
                    <a:pt x="207581" y="1419542"/>
                  </a:lnTo>
                  <a:lnTo>
                    <a:pt x="212725" y="1422400"/>
                  </a:lnTo>
                  <a:lnTo>
                    <a:pt x="218440" y="1423543"/>
                  </a:lnTo>
                  <a:lnTo>
                    <a:pt x="224726" y="1422971"/>
                  </a:lnTo>
                  <a:lnTo>
                    <a:pt x="232803" y="1422057"/>
                  </a:lnTo>
                  <a:lnTo>
                    <a:pt x="240728" y="1419898"/>
                  </a:lnTo>
                  <a:lnTo>
                    <a:pt x="248513" y="1416494"/>
                  </a:lnTo>
                  <a:lnTo>
                    <a:pt x="253504" y="1413446"/>
                  </a:lnTo>
                  <a:lnTo>
                    <a:pt x="256159" y="1411833"/>
                  </a:lnTo>
                  <a:lnTo>
                    <a:pt x="273494" y="1377353"/>
                  </a:lnTo>
                  <a:lnTo>
                    <a:pt x="272453" y="1374838"/>
                  </a:lnTo>
                  <a:lnTo>
                    <a:pt x="272453" y="1367396"/>
                  </a:lnTo>
                  <a:lnTo>
                    <a:pt x="293065" y="1367396"/>
                  </a:lnTo>
                  <a:lnTo>
                    <a:pt x="293065" y="1360246"/>
                  </a:lnTo>
                  <a:lnTo>
                    <a:pt x="272453" y="1360246"/>
                  </a:lnTo>
                  <a:lnTo>
                    <a:pt x="272453" y="1310246"/>
                  </a:lnTo>
                  <a:lnTo>
                    <a:pt x="293065" y="1310246"/>
                  </a:lnTo>
                  <a:lnTo>
                    <a:pt x="293065" y="1303096"/>
                  </a:lnTo>
                  <a:lnTo>
                    <a:pt x="272453" y="1303096"/>
                  </a:lnTo>
                  <a:lnTo>
                    <a:pt x="272453" y="1273111"/>
                  </a:lnTo>
                  <a:lnTo>
                    <a:pt x="272732" y="1271803"/>
                  </a:lnTo>
                  <a:lnTo>
                    <a:pt x="273494" y="1263053"/>
                  </a:lnTo>
                  <a:lnTo>
                    <a:pt x="272453" y="1260538"/>
                  </a:lnTo>
                  <a:lnTo>
                    <a:pt x="272453" y="1255229"/>
                  </a:lnTo>
                  <a:lnTo>
                    <a:pt x="1104480" y="1255229"/>
                  </a:lnTo>
                  <a:lnTo>
                    <a:pt x="1104480" y="1249514"/>
                  </a:lnTo>
                  <a:lnTo>
                    <a:pt x="272453" y="1249514"/>
                  </a:lnTo>
                  <a:lnTo>
                    <a:pt x="272453" y="1198079"/>
                  </a:lnTo>
                  <a:lnTo>
                    <a:pt x="1104480" y="1198079"/>
                  </a:lnTo>
                  <a:lnTo>
                    <a:pt x="1104480" y="1192364"/>
                  </a:lnTo>
                  <a:lnTo>
                    <a:pt x="272453" y="1192364"/>
                  </a:lnTo>
                  <a:lnTo>
                    <a:pt x="272453" y="1140929"/>
                  </a:lnTo>
                  <a:lnTo>
                    <a:pt x="1104480" y="1140929"/>
                  </a:lnTo>
                  <a:lnTo>
                    <a:pt x="1104480" y="1135214"/>
                  </a:lnTo>
                  <a:lnTo>
                    <a:pt x="272453" y="1135214"/>
                  </a:lnTo>
                  <a:lnTo>
                    <a:pt x="272453" y="1083779"/>
                  </a:lnTo>
                  <a:lnTo>
                    <a:pt x="1104480" y="1083779"/>
                  </a:lnTo>
                  <a:lnTo>
                    <a:pt x="1104480" y="1078064"/>
                  </a:lnTo>
                  <a:lnTo>
                    <a:pt x="272453" y="1078064"/>
                  </a:lnTo>
                  <a:lnTo>
                    <a:pt x="272453" y="1026629"/>
                  </a:lnTo>
                  <a:lnTo>
                    <a:pt x="1104480" y="1026629"/>
                  </a:lnTo>
                  <a:lnTo>
                    <a:pt x="1104480" y="1020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9" name="object 179">
              <a:extLst>
                <a:ext uri="{FF2B5EF4-FFF2-40B4-BE49-F238E27FC236}">
                  <a16:creationId xmlns:a16="http://schemas.microsoft.com/office/drawing/2014/main" id="{078015CD-A6EF-9E46-D68C-34F90AE4E7E2}"/>
                </a:ext>
              </a:extLst>
            </p:cNvPr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361192" y="9455019"/>
              <a:ext cx="110966" cy="128301"/>
            </a:xfrm>
            <a:prstGeom prst="rect">
              <a:avLst/>
            </a:prstGeom>
          </p:spPr>
        </p:pic>
        <p:sp>
          <p:nvSpPr>
            <p:cNvPr id="180" name="object 180">
              <a:extLst>
                <a:ext uri="{FF2B5EF4-FFF2-40B4-BE49-F238E27FC236}">
                  <a16:creationId xmlns:a16="http://schemas.microsoft.com/office/drawing/2014/main" id="{A4DA6F0E-9D63-EBB1-34FC-AD214613F512}"/>
                </a:ext>
              </a:extLst>
            </p:cNvPr>
            <p:cNvSpPr/>
            <p:nvPr/>
          </p:nvSpPr>
          <p:spPr>
            <a:xfrm>
              <a:off x="7272027" y="8359797"/>
              <a:ext cx="8890" cy="1255395"/>
            </a:xfrm>
            <a:custGeom>
              <a:avLst/>
              <a:gdLst/>
              <a:ahLst/>
              <a:cxnLst/>
              <a:rect l="l" t="t" r="r" b="b"/>
              <a:pathLst>
                <a:path w="8890" h="1255395">
                  <a:moveTo>
                    <a:pt x="8572" y="1255242"/>
                  </a:moveTo>
                  <a:lnTo>
                    <a:pt x="0" y="1255242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12552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>
              <a:extLst>
                <a:ext uri="{FF2B5EF4-FFF2-40B4-BE49-F238E27FC236}">
                  <a16:creationId xmlns:a16="http://schemas.microsoft.com/office/drawing/2014/main" id="{EB66922D-D545-9ADA-CA9F-CA12720C2024}"/>
                </a:ext>
              </a:extLst>
            </p:cNvPr>
            <p:cNvSpPr/>
            <p:nvPr/>
          </p:nvSpPr>
          <p:spPr>
            <a:xfrm>
              <a:off x="3048425" y="8927009"/>
              <a:ext cx="2966720" cy="85725"/>
            </a:xfrm>
            <a:custGeom>
              <a:avLst/>
              <a:gdLst/>
              <a:ahLst/>
              <a:cxnLst/>
              <a:rect l="l" t="t" r="r" b="b"/>
              <a:pathLst>
                <a:path w="2966720" h="85725">
                  <a:moveTo>
                    <a:pt x="0" y="61437"/>
                  </a:moveTo>
                  <a:lnTo>
                    <a:pt x="2966698" y="85723"/>
                  </a:lnTo>
                </a:path>
                <a:path w="2966720" h="85725">
                  <a:moveTo>
                    <a:pt x="0" y="61437"/>
                  </a:moveTo>
                  <a:lnTo>
                    <a:pt x="2966162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>
              <a:extLst>
                <a:ext uri="{FF2B5EF4-FFF2-40B4-BE49-F238E27FC236}">
                  <a16:creationId xmlns:a16="http://schemas.microsoft.com/office/drawing/2014/main" id="{A6D67382-2269-A988-D313-B3A43B535D3A}"/>
                </a:ext>
              </a:extLst>
            </p:cNvPr>
            <p:cNvSpPr/>
            <p:nvPr/>
          </p:nvSpPr>
          <p:spPr>
            <a:xfrm>
              <a:off x="4190051" y="8674122"/>
              <a:ext cx="758825" cy="134620"/>
            </a:xfrm>
            <a:custGeom>
              <a:avLst/>
              <a:gdLst/>
              <a:ahLst/>
              <a:cxnLst/>
              <a:rect l="l" t="t" r="r" b="b"/>
              <a:pathLst>
                <a:path w="758825" h="134620">
                  <a:moveTo>
                    <a:pt x="251144" y="134294"/>
                  </a:moveTo>
                  <a:lnTo>
                    <a:pt x="192645" y="134160"/>
                  </a:lnTo>
                  <a:lnTo>
                    <a:pt x="140802" y="130842"/>
                  </a:lnTo>
                  <a:lnTo>
                    <a:pt x="95617" y="124339"/>
                  </a:lnTo>
                  <a:lnTo>
                    <a:pt x="57088" y="114652"/>
                  </a:lnTo>
                  <a:lnTo>
                    <a:pt x="0" y="85725"/>
                  </a:lnTo>
                  <a:lnTo>
                    <a:pt x="25215" y="101311"/>
                  </a:lnTo>
                  <a:lnTo>
                    <a:pt x="57088" y="113598"/>
                  </a:lnTo>
                  <a:lnTo>
                    <a:pt x="95617" y="122585"/>
                  </a:lnTo>
                  <a:lnTo>
                    <a:pt x="140802" y="128273"/>
                  </a:lnTo>
                  <a:lnTo>
                    <a:pt x="192645" y="130662"/>
                  </a:lnTo>
                  <a:lnTo>
                    <a:pt x="251144" y="129752"/>
                  </a:lnTo>
                  <a:lnTo>
                    <a:pt x="316300" y="125542"/>
                  </a:lnTo>
                  <a:lnTo>
                    <a:pt x="388112" y="118033"/>
                  </a:lnTo>
                  <a:lnTo>
                    <a:pt x="459647" y="109376"/>
                  </a:lnTo>
                  <a:lnTo>
                    <a:pt x="523970" y="98978"/>
                  </a:lnTo>
                  <a:lnTo>
                    <a:pt x="581080" y="86837"/>
                  </a:lnTo>
                  <a:lnTo>
                    <a:pt x="630977" y="72954"/>
                  </a:lnTo>
                  <a:lnTo>
                    <a:pt x="673662" y="57329"/>
                  </a:lnTo>
                  <a:lnTo>
                    <a:pt x="709135" y="39961"/>
                  </a:lnTo>
                  <a:lnTo>
                    <a:pt x="758444" y="0"/>
                  </a:lnTo>
                  <a:lnTo>
                    <a:pt x="737396" y="21248"/>
                  </a:lnTo>
                  <a:lnTo>
                    <a:pt x="673662" y="58926"/>
                  </a:lnTo>
                  <a:lnTo>
                    <a:pt x="630977" y="75355"/>
                  </a:lnTo>
                  <a:lnTo>
                    <a:pt x="581080" y="90178"/>
                  </a:lnTo>
                  <a:lnTo>
                    <a:pt x="523970" y="103395"/>
                  </a:lnTo>
                  <a:lnTo>
                    <a:pt x="459647" y="115005"/>
                  </a:lnTo>
                  <a:lnTo>
                    <a:pt x="388112" y="125009"/>
                  </a:lnTo>
                  <a:lnTo>
                    <a:pt x="316300" y="131244"/>
                  </a:lnTo>
                  <a:lnTo>
                    <a:pt x="251144" y="1342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>
              <a:extLst>
                <a:ext uri="{FF2B5EF4-FFF2-40B4-BE49-F238E27FC236}">
                  <a16:creationId xmlns:a16="http://schemas.microsoft.com/office/drawing/2014/main" id="{4342CD80-341F-69CC-74A9-DDF5229D5060}"/>
                </a:ext>
              </a:extLst>
            </p:cNvPr>
            <p:cNvSpPr/>
            <p:nvPr/>
          </p:nvSpPr>
          <p:spPr>
            <a:xfrm>
              <a:off x="4190051" y="8674122"/>
              <a:ext cx="758825" cy="134620"/>
            </a:xfrm>
            <a:custGeom>
              <a:avLst/>
              <a:gdLst/>
              <a:ahLst/>
              <a:cxnLst/>
              <a:rect l="l" t="t" r="r" b="b"/>
              <a:pathLst>
                <a:path w="758825" h="134620">
                  <a:moveTo>
                    <a:pt x="0" y="85725"/>
                  </a:moveTo>
                  <a:lnTo>
                    <a:pt x="57088" y="114652"/>
                  </a:lnTo>
                  <a:lnTo>
                    <a:pt x="95617" y="124339"/>
                  </a:lnTo>
                  <a:lnTo>
                    <a:pt x="140802" y="130842"/>
                  </a:lnTo>
                  <a:lnTo>
                    <a:pt x="192645" y="134160"/>
                  </a:lnTo>
                  <a:lnTo>
                    <a:pt x="251144" y="134294"/>
                  </a:lnTo>
                  <a:lnTo>
                    <a:pt x="316300" y="131244"/>
                  </a:lnTo>
                  <a:lnTo>
                    <a:pt x="388112" y="125009"/>
                  </a:lnTo>
                  <a:lnTo>
                    <a:pt x="459647" y="115005"/>
                  </a:lnTo>
                  <a:lnTo>
                    <a:pt x="523970" y="103395"/>
                  </a:lnTo>
                  <a:lnTo>
                    <a:pt x="581080" y="90178"/>
                  </a:lnTo>
                  <a:lnTo>
                    <a:pt x="630977" y="75355"/>
                  </a:lnTo>
                  <a:lnTo>
                    <a:pt x="673662" y="58926"/>
                  </a:lnTo>
                  <a:lnTo>
                    <a:pt x="709135" y="40890"/>
                  </a:lnTo>
                  <a:lnTo>
                    <a:pt x="758444" y="0"/>
                  </a:lnTo>
                  <a:lnTo>
                    <a:pt x="737396" y="20851"/>
                  </a:lnTo>
                  <a:lnTo>
                    <a:pt x="709135" y="39961"/>
                  </a:lnTo>
                  <a:lnTo>
                    <a:pt x="673662" y="57329"/>
                  </a:lnTo>
                  <a:lnTo>
                    <a:pt x="630977" y="72954"/>
                  </a:lnTo>
                  <a:lnTo>
                    <a:pt x="581080" y="86837"/>
                  </a:lnTo>
                  <a:lnTo>
                    <a:pt x="523970" y="98978"/>
                  </a:lnTo>
                  <a:lnTo>
                    <a:pt x="459647" y="109376"/>
                  </a:lnTo>
                  <a:lnTo>
                    <a:pt x="388112" y="118033"/>
                  </a:lnTo>
                  <a:lnTo>
                    <a:pt x="316300" y="125542"/>
                  </a:lnTo>
                  <a:lnTo>
                    <a:pt x="251144" y="129752"/>
                  </a:lnTo>
                  <a:lnTo>
                    <a:pt x="192645" y="130662"/>
                  </a:lnTo>
                  <a:lnTo>
                    <a:pt x="140802" y="128273"/>
                  </a:lnTo>
                  <a:lnTo>
                    <a:pt x="95617" y="122585"/>
                  </a:lnTo>
                  <a:lnTo>
                    <a:pt x="57088" y="113598"/>
                  </a:lnTo>
                  <a:lnTo>
                    <a:pt x="25215" y="101311"/>
                  </a:lnTo>
                  <a:lnTo>
                    <a:pt x="0" y="85725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>
              <a:extLst>
                <a:ext uri="{FF2B5EF4-FFF2-40B4-BE49-F238E27FC236}">
                  <a16:creationId xmlns:a16="http://schemas.microsoft.com/office/drawing/2014/main" id="{30281C2F-00DC-2C46-BDF0-5E2CD1023005}"/>
                </a:ext>
              </a:extLst>
            </p:cNvPr>
            <p:cNvSpPr/>
            <p:nvPr/>
          </p:nvSpPr>
          <p:spPr>
            <a:xfrm>
              <a:off x="5294529" y="8111121"/>
              <a:ext cx="1711325" cy="106045"/>
            </a:xfrm>
            <a:custGeom>
              <a:avLst/>
              <a:gdLst/>
              <a:ahLst/>
              <a:cxnLst/>
              <a:rect l="l" t="t" r="r" b="b"/>
              <a:pathLst>
                <a:path w="1711325" h="106045">
                  <a:moveTo>
                    <a:pt x="1711233" y="105800"/>
                  </a:moveTo>
                  <a:lnTo>
                    <a:pt x="1659006" y="78673"/>
                  </a:lnTo>
                  <a:lnTo>
                    <a:pt x="1614928" y="66454"/>
                  </a:lnTo>
                  <a:lnTo>
                    <a:pt x="1558874" y="55133"/>
                  </a:lnTo>
                  <a:lnTo>
                    <a:pt x="1490843" y="44709"/>
                  </a:lnTo>
                  <a:lnTo>
                    <a:pt x="1410836" y="35183"/>
                  </a:lnTo>
                  <a:lnTo>
                    <a:pt x="1367466" y="30859"/>
                  </a:lnTo>
                  <a:lnTo>
                    <a:pt x="1322697" y="26896"/>
                  </a:lnTo>
                  <a:lnTo>
                    <a:pt x="1276530" y="23294"/>
                  </a:lnTo>
                  <a:lnTo>
                    <a:pt x="1228963" y="20053"/>
                  </a:lnTo>
                  <a:lnTo>
                    <a:pt x="1179997" y="17173"/>
                  </a:lnTo>
                  <a:lnTo>
                    <a:pt x="1129633" y="14654"/>
                  </a:lnTo>
                  <a:lnTo>
                    <a:pt x="1077869" y="12496"/>
                  </a:lnTo>
                  <a:lnTo>
                    <a:pt x="1024707" y="10699"/>
                  </a:lnTo>
                  <a:lnTo>
                    <a:pt x="970145" y="9263"/>
                  </a:lnTo>
                  <a:lnTo>
                    <a:pt x="914184" y="8189"/>
                  </a:lnTo>
                  <a:lnTo>
                    <a:pt x="799460" y="6658"/>
                  </a:lnTo>
                  <a:lnTo>
                    <a:pt x="743485" y="6239"/>
                  </a:lnTo>
                  <a:lnTo>
                    <a:pt x="688898" y="6218"/>
                  </a:lnTo>
                  <a:lnTo>
                    <a:pt x="635701" y="6595"/>
                  </a:lnTo>
                  <a:lnTo>
                    <a:pt x="583892" y="7370"/>
                  </a:lnTo>
                  <a:lnTo>
                    <a:pt x="533472" y="8543"/>
                  </a:lnTo>
                  <a:lnTo>
                    <a:pt x="484442" y="10114"/>
                  </a:lnTo>
                  <a:lnTo>
                    <a:pt x="436800" y="12084"/>
                  </a:lnTo>
                  <a:lnTo>
                    <a:pt x="390548" y="14451"/>
                  </a:lnTo>
                  <a:lnTo>
                    <a:pt x="345684" y="17217"/>
                  </a:lnTo>
                  <a:lnTo>
                    <a:pt x="302210" y="20380"/>
                  </a:lnTo>
                  <a:lnTo>
                    <a:pt x="221968" y="27765"/>
                  </a:lnTo>
                  <a:lnTo>
                    <a:pt x="153675" y="36367"/>
                  </a:lnTo>
                  <a:lnTo>
                    <a:pt x="97332" y="46185"/>
                  </a:lnTo>
                  <a:lnTo>
                    <a:pt x="52938" y="57220"/>
                  </a:lnTo>
                  <a:lnTo>
                    <a:pt x="0" y="82940"/>
                  </a:lnTo>
                  <a:lnTo>
                    <a:pt x="20494" y="69301"/>
                  </a:lnTo>
                  <a:lnTo>
                    <a:pt x="97332" y="45373"/>
                  </a:lnTo>
                  <a:lnTo>
                    <a:pt x="153675" y="35084"/>
                  </a:lnTo>
                  <a:lnTo>
                    <a:pt x="221968" y="25912"/>
                  </a:lnTo>
                  <a:lnTo>
                    <a:pt x="302210" y="17857"/>
                  </a:lnTo>
                  <a:lnTo>
                    <a:pt x="345684" y="14331"/>
                  </a:lnTo>
                  <a:lnTo>
                    <a:pt x="390548" y="11191"/>
                  </a:lnTo>
                  <a:lnTo>
                    <a:pt x="436800" y="8438"/>
                  </a:lnTo>
                  <a:lnTo>
                    <a:pt x="484442" y="6072"/>
                  </a:lnTo>
                  <a:lnTo>
                    <a:pt x="533472" y="4093"/>
                  </a:lnTo>
                  <a:lnTo>
                    <a:pt x="583892" y="2501"/>
                  </a:lnTo>
                  <a:lnTo>
                    <a:pt x="635701" y="1295"/>
                  </a:lnTo>
                  <a:lnTo>
                    <a:pt x="688898" y="477"/>
                  </a:lnTo>
                  <a:lnTo>
                    <a:pt x="743485" y="45"/>
                  </a:lnTo>
                  <a:lnTo>
                    <a:pt x="799460" y="0"/>
                  </a:lnTo>
                  <a:lnTo>
                    <a:pt x="856825" y="341"/>
                  </a:lnTo>
                  <a:lnTo>
                    <a:pt x="914184" y="1534"/>
                  </a:lnTo>
                  <a:lnTo>
                    <a:pt x="970145" y="3076"/>
                  </a:lnTo>
                  <a:lnTo>
                    <a:pt x="1024707" y="4967"/>
                  </a:lnTo>
                  <a:lnTo>
                    <a:pt x="1077869" y="7208"/>
                  </a:lnTo>
                  <a:lnTo>
                    <a:pt x="1129633" y="9798"/>
                  </a:lnTo>
                  <a:lnTo>
                    <a:pt x="1179997" y="12737"/>
                  </a:lnTo>
                  <a:lnTo>
                    <a:pt x="1228963" y="16026"/>
                  </a:lnTo>
                  <a:lnTo>
                    <a:pt x="1276530" y="19664"/>
                  </a:lnTo>
                  <a:lnTo>
                    <a:pt x="1322697" y="23652"/>
                  </a:lnTo>
                  <a:lnTo>
                    <a:pt x="1367466" y="27988"/>
                  </a:lnTo>
                  <a:lnTo>
                    <a:pt x="1410836" y="32675"/>
                  </a:lnTo>
                  <a:lnTo>
                    <a:pt x="1490843" y="42869"/>
                  </a:lnTo>
                  <a:lnTo>
                    <a:pt x="1558874" y="53861"/>
                  </a:lnTo>
                  <a:lnTo>
                    <a:pt x="1614928" y="65650"/>
                  </a:lnTo>
                  <a:lnTo>
                    <a:pt x="1659006" y="78237"/>
                  </a:lnTo>
                  <a:lnTo>
                    <a:pt x="1691108" y="91620"/>
                  </a:lnTo>
                  <a:lnTo>
                    <a:pt x="1711233" y="105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>
              <a:extLst>
                <a:ext uri="{FF2B5EF4-FFF2-40B4-BE49-F238E27FC236}">
                  <a16:creationId xmlns:a16="http://schemas.microsoft.com/office/drawing/2014/main" id="{FBDEDDCF-88C3-4392-0079-2FE48437FA26}"/>
                </a:ext>
              </a:extLst>
            </p:cNvPr>
            <p:cNvSpPr/>
            <p:nvPr/>
          </p:nvSpPr>
          <p:spPr>
            <a:xfrm>
              <a:off x="5294529" y="8111121"/>
              <a:ext cx="1711325" cy="106045"/>
            </a:xfrm>
            <a:custGeom>
              <a:avLst/>
              <a:gdLst/>
              <a:ahLst/>
              <a:cxnLst/>
              <a:rect l="l" t="t" r="r" b="b"/>
              <a:pathLst>
                <a:path w="1711325" h="106045">
                  <a:moveTo>
                    <a:pt x="0" y="82940"/>
                  </a:moveTo>
                  <a:lnTo>
                    <a:pt x="52938" y="57220"/>
                  </a:lnTo>
                  <a:lnTo>
                    <a:pt x="97332" y="46185"/>
                  </a:lnTo>
                  <a:lnTo>
                    <a:pt x="153675" y="36367"/>
                  </a:lnTo>
                  <a:lnTo>
                    <a:pt x="221968" y="27765"/>
                  </a:lnTo>
                  <a:lnTo>
                    <a:pt x="302210" y="20380"/>
                  </a:lnTo>
                  <a:lnTo>
                    <a:pt x="345684" y="17217"/>
                  </a:lnTo>
                  <a:lnTo>
                    <a:pt x="390548" y="14451"/>
                  </a:lnTo>
                  <a:lnTo>
                    <a:pt x="436800" y="12084"/>
                  </a:lnTo>
                  <a:lnTo>
                    <a:pt x="484442" y="10114"/>
                  </a:lnTo>
                  <a:lnTo>
                    <a:pt x="533472" y="8543"/>
                  </a:lnTo>
                  <a:lnTo>
                    <a:pt x="583892" y="7370"/>
                  </a:lnTo>
                  <a:lnTo>
                    <a:pt x="635701" y="6595"/>
                  </a:lnTo>
                  <a:lnTo>
                    <a:pt x="688898" y="6218"/>
                  </a:lnTo>
                  <a:lnTo>
                    <a:pt x="743485" y="6239"/>
                  </a:lnTo>
                  <a:lnTo>
                    <a:pt x="799460" y="6658"/>
                  </a:lnTo>
                  <a:lnTo>
                    <a:pt x="856825" y="7475"/>
                  </a:lnTo>
                  <a:lnTo>
                    <a:pt x="914184" y="8189"/>
                  </a:lnTo>
                  <a:lnTo>
                    <a:pt x="970145" y="9263"/>
                  </a:lnTo>
                  <a:lnTo>
                    <a:pt x="1024707" y="10699"/>
                  </a:lnTo>
                  <a:lnTo>
                    <a:pt x="1077869" y="12496"/>
                  </a:lnTo>
                  <a:lnTo>
                    <a:pt x="1129633" y="14654"/>
                  </a:lnTo>
                  <a:lnTo>
                    <a:pt x="1179997" y="17173"/>
                  </a:lnTo>
                  <a:lnTo>
                    <a:pt x="1228963" y="20053"/>
                  </a:lnTo>
                  <a:lnTo>
                    <a:pt x="1276530" y="23294"/>
                  </a:lnTo>
                  <a:lnTo>
                    <a:pt x="1322697" y="26896"/>
                  </a:lnTo>
                  <a:lnTo>
                    <a:pt x="1367466" y="30859"/>
                  </a:lnTo>
                  <a:lnTo>
                    <a:pt x="1410836" y="35183"/>
                  </a:lnTo>
                  <a:lnTo>
                    <a:pt x="1490843" y="44709"/>
                  </a:lnTo>
                  <a:lnTo>
                    <a:pt x="1558874" y="55133"/>
                  </a:lnTo>
                  <a:lnTo>
                    <a:pt x="1614928" y="66454"/>
                  </a:lnTo>
                  <a:lnTo>
                    <a:pt x="1659006" y="78673"/>
                  </a:lnTo>
                  <a:lnTo>
                    <a:pt x="1711233" y="105800"/>
                  </a:lnTo>
                  <a:lnTo>
                    <a:pt x="1691108" y="91620"/>
                  </a:lnTo>
                  <a:lnTo>
                    <a:pt x="1614928" y="65650"/>
                  </a:lnTo>
                  <a:lnTo>
                    <a:pt x="1558874" y="53861"/>
                  </a:lnTo>
                  <a:lnTo>
                    <a:pt x="1490843" y="42869"/>
                  </a:lnTo>
                  <a:lnTo>
                    <a:pt x="1410836" y="32675"/>
                  </a:lnTo>
                  <a:lnTo>
                    <a:pt x="1367466" y="27988"/>
                  </a:lnTo>
                  <a:lnTo>
                    <a:pt x="1322697" y="23652"/>
                  </a:lnTo>
                  <a:lnTo>
                    <a:pt x="1276530" y="19664"/>
                  </a:lnTo>
                  <a:lnTo>
                    <a:pt x="1228963" y="16026"/>
                  </a:lnTo>
                  <a:lnTo>
                    <a:pt x="1179997" y="12737"/>
                  </a:lnTo>
                  <a:lnTo>
                    <a:pt x="1129633" y="9798"/>
                  </a:lnTo>
                  <a:lnTo>
                    <a:pt x="1077869" y="7208"/>
                  </a:lnTo>
                  <a:lnTo>
                    <a:pt x="1024707" y="4967"/>
                  </a:lnTo>
                  <a:lnTo>
                    <a:pt x="970145" y="3076"/>
                  </a:lnTo>
                  <a:lnTo>
                    <a:pt x="914184" y="1534"/>
                  </a:lnTo>
                  <a:lnTo>
                    <a:pt x="856825" y="341"/>
                  </a:lnTo>
                  <a:lnTo>
                    <a:pt x="799460" y="0"/>
                  </a:lnTo>
                  <a:lnTo>
                    <a:pt x="743485" y="45"/>
                  </a:lnTo>
                  <a:lnTo>
                    <a:pt x="688898" y="477"/>
                  </a:lnTo>
                  <a:lnTo>
                    <a:pt x="635701" y="1295"/>
                  </a:lnTo>
                  <a:lnTo>
                    <a:pt x="583892" y="2501"/>
                  </a:lnTo>
                  <a:lnTo>
                    <a:pt x="533472" y="4093"/>
                  </a:lnTo>
                  <a:lnTo>
                    <a:pt x="484442" y="6072"/>
                  </a:lnTo>
                  <a:lnTo>
                    <a:pt x="436800" y="8438"/>
                  </a:lnTo>
                  <a:lnTo>
                    <a:pt x="390548" y="11191"/>
                  </a:lnTo>
                  <a:lnTo>
                    <a:pt x="345684" y="14331"/>
                  </a:lnTo>
                  <a:lnTo>
                    <a:pt x="302210" y="17857"/>
                  </a:lnTo>
                  <a:lnTo>
                    <a:pt x="221968" y="25912"/>
                  </a:lnTo>
                  <a:lnTo>
                    <a:pt x="153675" y="35084"/>
                  </a:lnTo>
                  <a:lnTo>
                    <a:pt x="97332" y="45373"/>
                  </a:lnTo>
                  <a:lnTo>
                    <a:pt x="52938" y="56778"/>
                  </a:lnTo>
                  <a:lnTo>
                    <a:pt x="20494" y="69301"/>
                  </a:lnTo>
                  <a:lnTo>
                    <a:pt x="0" y="8294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>
              <a:extLst>
                <a:ext uri="{FF2B5EF4-FFF2-40B4-BE49-F238E27FC236}">
                  <a16:creationId xmlns:a16="http://schemas.microsoft.com/office/drawing/2014/main" id="{124740D5-DA04-51FE-B815-CBE08D961674}"/>
                </a:ext>
              </a:extLst>
            </p:cNvPr>
            <p:cNvSpPr/>
            <p:nvPr/>
          </p:nvSpPr>
          <p:spPr>
            <a:xfrm>
              <a:off x="990917" y="9143544"/>
              <a:ext cx="2094864" cy="123189"/>
            </a:xfrm>
            <a:custGeom>
              <a:avLst/>
              <a:gdLst/>
              <a:ahLst/>
              <a:cxnLst/>
              <a:rect l="l" t="t" r="r" b="b"/>
              <a:pathLst>
                <a:path w="2094864" h="123190">
                  <a:moveTo>
                    <a:pt x="2094655" y="122880"/>
                  </a:moveTo>
                  <a:lnTo>
                    <a:pt x="2048142" y="98740"/>
                  </a:lnTo>
                  <a:lnTo>
                    <a:pt x="2008012" y="87421"/>
                  </a:lnTo>
                  <a:lnTo>
                    <a:pt x="1956632" y="76602"/>
                  </a:lnTo>
                  <a:lnTo>
                    <a:pt x="1894002" y="66284"/>
                  </a:lnTo>
                  <a:lnTo>
                    <a:pt x="1820123" y="56467"/>
                  </a:lnTo>
                  <a:lnTo>
                    <a:pt x="1734995" y="47150"/>
                  </a:lnTo>
                  <a:lnTo>
                    <a:pt x="1693250" y="43139"/>
                  </a:lnTo>
                  <a:lnTo>
                    <a:pt x="1650395" y="39336"/>
                  </a:lnTo>
                  <a:lnTo>
                    <a:pt x="1606430" y="35742"/>
                  </a:lnTo>
                  <a:lnTo>
                    <a:pt x="1561355" y="32356"/>
                  </a:lnTo>
                  <a:lnTo>
                    <a:pt x="1515170" y="29178"/>
                  </a:lnTo>
                  <a:lnTo>
                    <a:pt x="1467875" y="26208"/>
                  </a:lnTo>
                  <a:lnTo>
                    <a:pt x="1419470" y="23447"/>
                  </a:lnTo>
                  <a:lnTo>
                    <a:pt x="1369956" y="20894"/>
                  </a:lnTo>
                  <a:lnTo>
                    <a:pt x="1319331" y="18549"/>
                  </a:lnTo>
                  <a:lnTo>
                    <a:pt x="1267596" y="16412"/>
                  </a:lnTo>
                  <a:lnTo>
                    <a:pt x="1160796" y="12763"/>
                  </a:lnTo>
                  <a:lnTo>
                    <a:pt x="993376" y="8495"/>
                  </a:lnTo>
                  <a:lnTo>
                    <a:pt x="884311" y="6375"/>
                  </a:lnTo>
                  <a:lnTo>
                    <a:pt x="779640" y="5305"/>
                  </a:lnTo>
                  <a:lnTo>
                    <a:pt x="728953" y="5163"/>
                  </a:lnTo>
                  <a:lnTo>
                    <a:pt x="679364" y="5284"/>
                  </a:lnTo>
                  <a:lnTo>
                    <a:pt x="630874" y="5666"/>
                  </a:lnTo>
                  <a:lnTo>
                    <a:pt x="583482" y="6312"/>
                  </a:lnTo>
                  <a:lnTo>
                    <a:pt x="537189" y="7219"/>
                  </a:lnTo>
                  <a:lnTo>
                    <a:pt x="491995" y="8389"/>
                  </a:lnTo>
                  <a:lnTo>
                    <a:pt x="447899" y="9821"/>
                  </a:lnTo>
                  <a:lnTo>
                    <a:pt x="404902" y="11515"/>
                  </a:lnTo>
                  <a:lnTo>
                    <a:pt x="363003" y="13471"/>
                  </a:lnTo>
                  <a:lnTo>
                    <a:pt x="277506" y="18597"/>
                  </a:lnTo>
                  <a:lnTo>
                    <a:pt x="203222" y="24775"/>
                  </a:lnTo>
                  <a:lnTo>
                    <a:pt x="140151" y="32005"/>
                  </a:lnTo>
                  <a:lnTo>
                    <a:pt x="88294" y="40287"/>
                  </a:lnTo>
                  <a:lnTo>
                    <a:pt x="47649" y="49621"/>
                  </a:lnTo>
                  <a:lnTo>
                    <a:pt x="0" y="71445"/>
                  </a:lnTo>
                  <a:lnTo>
                    <a:pt x="18218" y="59883"/>
                  </a:lnTo>
                  <a:lnTo>
                    <a:pt x="88294" y="39685"/>
                  </a:lnTo>
                  <a:lnTo>
                    <a:pt x="140151" y="31049"/>
                  </a:lnTo>
                  <a:lnTo>
                    <a:pt x="203222" y="23389"/>
                  </a:lnTo>
                  <a:lnTo>
                    <a:pt x="277506" y="16704"/>
                  </a:lnTo>
                  <a:lnTo>
                    <a:pt x="363003" y="10995"/>
                  </a:lnTo>
                  <a:lnTo>
                    <a:pt x="404902" y="8753"/>
                  </a:lnTo>
                  <a:lnTo>
                    <a:pt x="447899" y="6766"/>
                  </a:lnTo>
                  <a:lnTo>
                    <a:pt x="491995" y="5034"/>
                  </a:lnTo>
                  <a:lnTo>
                    <a:pt x="537189" y="3557"/>
                  </a:lnTo>
                  <a:lnTo>
                    <a:pt x="583482" y="2336"/>
                  </a:lnTo>
                  <a:lnTo>
                    <a:pt x="630874" y="1369"/>
                  </a:lnTo>
                  <a:lnTo>
                    <a:pt x="679364" y="657"/>
                  </a:lnTo>
                  <a:lnTo>
                    <a:pt x="728953" y="201"/>
                  </a:lnTo>
                  <a:lnTo>
                    <a:pt x="779640" y="0"/>
                  </a:lnTo>
                  <a:lnTo>
                    <a:pt x="831426" y="53"/>
                  </a:lnTo>
                  <a:lnTo>
                    <a:pt x="938294" y="926"/>
                  </a:lnTo>
                  <a:lnTo>
                    <a:pt x="1049557" y="2819"/>
                  </a:lnTo>
                  <a:lnTo>
                    <a:pt x="1105731" y="4506"/>
                  </a:lnTo>
                  <a:lnTo>
                    <a:pt x="1214751" y="8482"/>
                  </a:lnTo>
                  <a:lnTo>
                    <a:pt x="1319331" y="13260"/>
                  </a:lnTo>
                  <a:lnTo>
                    <a:pt x="1369956" y="15950"/>
                  </a:lnTo>
                  <a:lnTo>
                    <a:pt x="1419470" y="18841"/>
                  </a:lnTo>
                  <a:lnTo>
                    <a:pt x="1467875" y="21933"/>
                  </a:lnTo>
                  <a:lnTo>
                    <a:pt x="1515170" y="25225"/>
                  </a:lnTo>
                  <a:lnTo>
                    <a:pt x="1561355" y="28718"/>
                  </a:lnTo>
                  <a:lnTo>
                    <a:pt x="1606430" y="32412"/>
                  </a:lnTo>
                  <a:lnTo>
                    <a:pt x="1650395" y="36306"/>
                  </a:lnTo>
                  <a:lnTo>
                    <a:pt x="1693250" y="40401"/>
                  </a:lnTo>
                  <a:lnTo>
                    <a:pt x="1734995" y="44697"/>
                  </a:lnTo>
                  <a:lnTo>
                    <a:pt x="1820123" y="54594"/>
                  </a:lnTo>
                  <a:lnTo>
                    <a:pt x="1894002" y="64915"/>
                  </a:lnTo>
                  <a:lnTo>
                    <a:pt x="1956632" y="75661"/>
                  </a:lnTo>
                  <a:lnTo>
                    <a:pt x="2008012" y="86830"/>
                  </a:lnTo>
                  <a:lnTo>
                    <a:pt x="2048142" y="98423"/>
                  </a:lnTo>
                  <a:lnTo>
                    <a:pt x="2077024" y="110439"/>
                  </a:lnTo>
                  <a:lnTo>
                    <a:pt x="2094655" y="122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>
              <a:extLst>
                <a:ext uri="{FF2B5EF4-FFF2-40B4-BE49-F238E27FC236}">
                  <a16:creationId xmlns:a16="http://schemas.microsoft.com/office/drawing/2014/main" id="{271AB495-F46A-FF6B-9136-F2BDF6BAA2E1}"/>
                </a:ext>
              </a:extLst>
            </p:cNvPr>
            <p:cNvSpPr/>
            <p:nvPr/>
          </p:nvSpPr>
          <p:spPr>
            <a:xfrm>
              <a:off x="990917" y="9143544"/>
              <a:ext cx="2094864" cy="123189"/>
            </a:xfrm>
            <a:custGeom>
              <a:avLst/>
              <a:gdLst/>
              <a:ahLst/>
              <a:cxnLst/>
              <a:rect l="l" t="t" r="r" b="b"/>
              <a:pathLst>
                <a:path w="2094864" h="123190">
                  <a:moveTo>
                    <a:pt x="0" y="71445"/>
                  </a:moveTo>
                  <a:lnTo>
                    <a:pt x="47649" y="49621"/>
                  </a:lnTo>
                  <a:lnTo>
                    <a:pt x="88294" y="40287"/>
                  </a:lnTo>
                  <a:lnTo>
                    <a:pt x="140151" y="32005"/>
                  </a:lnTo>
                  <a:lnTo>
                    <a:pt x="203222" y="24775"/>
                  </a:lnTo>
                  <a:lnTo>
                    <a:pt x="277506" y="18597"/>
                  </a:lnTo>
                  <a:lnTo>
                    <a:pt x="363003" y="13471"/>
                  </a:lnTo>
                  <a:lnTo>
                    <a:pt x="404902" y="11515"/>
                  </a:lnTo>
                  <a:lnTo>
                    <a:pt x="447899" y="9821"/>
                  </a:lnTo>
                  <a:lnTo>
                    <a:pt x="491995" y="8389"/>
                  </a:lnTo>
                  <a:lnTo>
                    <a:pt x="537189" y="7219"/>
                  </a:lnTo>
                  <a:lnTo>
                    <a:pt x="583482" y="6312"/>
                  </a:lnTo>
                  <a:lnTo>
                    <a:pt x="630874" y="5666"/>
                  </a:lnTo>
                  <a:lnTo>
                    <a:pt x="679364" y="5284"/>
                  </a:lnTo>
                  <a:lnTo>
                    <a:pt x="728953" y="5163"/>
                  </a:lnTo>
                  <a:lnTo>
                    <a:pt x="779640" y="5305"/>
                  </a:lnTo>
                  <a:lnTo>
                    <a:pt x="831426" y="5709"/>
                  </a:lnTo>
                  <a:lnTo>
                    <a:pt x="884311" y="6375"/>
                  </a:lnTo>
                  <a:lnTo>
                    <a:pt x="938294" y="7304"/>
                  </a:lnTo>
                  <a:lnTo>
                    <a:pt x="993376" y="8495"/>
                  </a:lnTo>
                  <a:lnTo>
                    <a:pt x="1049557" y="9948"/>
                  </a:lnTo>
                  <a:lnTo>
                    <a:pt x="1105731" y="11252"/>
                  </a:lnTo>
                  <a:lnTo>
                    <a:pt x="1160796" y="12763"/>
                  </a:lnTo>
                  <a:lnTo>
                    <a:pt x="1214751" y="14484"/>
                  </a:lnTo>
                  <a:lnTo>
                    <a:pt x="1267596" y="16412"/>
                  </a:lnTo>
                  <a:lnTo>
                    <a:pt x="1319331" y="18549"/>
                  </a:lnTo>
                  <a:lnTo>
                    <a:pt x="1369956" y="20894"/>
                  </a:lnTo>
                  <a:lnTo>
                    <a:pt x="1419470" y="23447"/>
                  </a:lnTo>
                  <a:lnTo>
                    <a:pt x="1467875" y="26208"/>
                  </a:lnTo>
                  <a:lnTo>
                    <a:pt x="1515170" y="29178"/>
                  </a:lnTo>
                  <a:lnTo>
                    <a:pt x="1561355" y="32356"/>
                  </a:lnTo>
                  <a:lnTo>
                    <a:pt x="1606430" y="35742"/>
                  </a:lnTo>
                  <a:lnTo>
                    <a:pt x="1650395" y="39336"/>
                  </a:lnTo>
                  <a:lnTo>
                    <a:pt x="1693250" y="43139"/>
                  </a:lnTo>
                  <a:lnTo>
                    <a:pt x="1734995" y="47150"/>
                  </a:lnTo>
                  <a:lnTo>
                    <a:pt x="1820123" y="56467"/>
                  </a:lnTo>
                  <a:lnTo>
                    <a:pt x="1894002" y="66284"/>
                  </a:lnTo>
                  <a:lnTo>
                    <a:pt x="1956632" y="76602"/>
                  </a:lnTo>
                  <a:lnTo>
                    <a:pt x="2008012" y="87421"/>
                  </a:lnTo>
                  <a:lnTo>
                    <a:pt x="2048142" y="98740"/>
                  </a:lnTo>
                  <a:lnTo>
                    <a:pt x="2094655" y="122880"/>
                  </a:lnTo>
                  <a:lnTo>
                    <a:pt x="2077024" y="110439"/>
                  </a:lnTo>
                  <a:lnTo>
                    <a:pt x="2008012" y="86830"/>
                  </a:lnTo>
                  <a:lnTo>
                    <a:pt x="1956632" y="75661"/>
                  </a:lnTo>
                  <a:lnTo>
                    <a:pt x="1894002" y="64915"/>
                  </a:lnTo>
                  <a:lnTo>
                    <a:pt x="1820123" y="54594"/>
                  </a:lnTo>
                  <a:lnTo>
                    <a:pt x="1734995" y="44697"/>
                  </a:lnTo>
                  <a:lnTo>
                    <a:pt x="1693250" y="40401"/>
                  </a:lnTo>
                  <a:lnTo>
                    <a:pt x="1650395" y="36306"/>
                  </a:lnTo>
                  <a:lnTo>
                    <a:pt x="1606430" y="32412"/>
                  </a:lnTo>
                  <a:lnTo>
                    <a:pt x="1561355" y="28718"/>
                  </a:lnTo>
                  <a:lnTo>
                    <a:pt x="1515170" y="25225"/>
                  </a:lnTo>
                  <a:lnTo>
                    <a:pt x="1467875" y="21933"/>
                  </a:lnTo>
                  <a:lnTo>
                    <a:pt x="1419470" y="18841"/>
                  </a:lnTo>
                  <a:lnTo>
                    <a:pt x="1369956" y="15950"/>
                  </a:lnTo>
                  <a:lnTo>
                    <a:pt x="1319331" y="13260"/>
                  </a:lnTo>
                  <a:lnTo>
                    <a:pt x="1267596" y="10771"/>
                  </a:lnTo>
                  <a:lnTo>
                    <a:pt x="1214751" y="8482"/>
                  </a:lnTo>
                  <a:lnTo>
                    <a:pt x="1160796" y="6394"/>
                  </a:lnTo>
                  <a:lnTo>
                    <a:pt x="1105731" y="4506"/>
                  </a:lnTo>
                  <a:lnTo>
                    <a:pt x="1049557" y="2819"/>
                  </a:lnTo>
                  <a:lnTo>
                    <a:pt x="993376" y="1745"/>
                  </a:lnTo>
                  <a:lnTo>
                    <a:pt x="938294" y="926"/>
                  </a:lnTo>
                  <a:lnTo>
                    <a:pt x="884311" y="362"/>
                  </a:lnTo>
                  <a:lnTo>
                    <a:pt x="831426" y="53"/>
                  </a:lnTo>
                  <a:lnTo>
                    <a:pt x="779640" y="0"/>
                  </a:lnTo>
                  <a:lnTo>
                    <a:pt x="728953" y="201"/>
                  </a:lnTo>
                  <a:lnTo>
                    <a:pt x="679364" y="657"/>
                  </a:lnTo>
                  <a:lnTo>
                    <a:pt x="630874" y="1369"/>
                  </a:lnTo>
                  <a:lnTo>
                    <a:pt x="583482" y="2336"/>
                  </a:lnTo>
                  <a:lnTo>
                    <a:pt x="537189" y="3557"/>
                  </a:lnTo>
                  <a:lnTo>
                    <a:pt x="491995" y="5034"/>
                  </a:lnTo>
                  <a:lnTo>
                    <a:pt x="447899" y="6766"/>
                  </a:lnTo>
                  <a:lnTo>
                    <a:pt x="404902" y="8753"/>
                  </a:lnTo>
                  <a:lnTo>
                    <a:pt x="363003" y="10995"/>
                  </a:lnTo>
                  <a:lnTo>
                    <a:pt x="277506" y="16704"/>
                  </a:lnTo>
                  <a:lnTo>
                    <a:pt x="203222" y="23389"/>
                  </a:lnTo>
                  <a:lnTo>
                    <a:pt x="140151" y="31049"/>
                  </a:lnTo>
                  <a:lnTo>
                    <a:pt x="88294" y="39685"/>
                  </a:lnTo>
                  <a:lnTo>
                    <a:pt x="47649" y="49296"/>
                  </a:lnTo>
                  <a:lnTo>
                    <a:pt x="18218" y="59883"/>
                  </a:lnTo>
                  <a:lnTo>
                    <a:pt x="0" y="7144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8" name="object 188">
            <a:extLst>
              <a:ext uri="{FF2B5EF4-FFF2-40B4-BE49-F238E27FC236}">
                <a16:creationId xmlns:a16="http://schemas.microsoft.com/office/drawing/2014/main" id="{6D0CB399-64BB-591D-F6AC-073AE508A241}"/>
              </a:ext>
            </a:extLst>
          </p:cNvPr>
          <p:cNvSpPr txBox="1"/>
          <p:nvPr/>
        </p:nvSpPr>
        <p:spPr>
          <a:xfrm>
            <a:off x="266700" y="8080397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Georgia"/>
              </a:rPr>
              <a:t>62</a:t>
            </a:r>
            <a:endParaRPr sz="750" b="1">
              <a:latin typeface="Bauer Bodoni Std Bold Cond" panose="02070903080706020303" pitchFamily="18" charset="77"/>
              <a:cs typeface="Georgia"/>
            </a:endParaRPr>
          </a:p>
        </p:txBody>
      </p:sp>
      <p:sp>
        <p:nvSpPr>
          <p:cNvPr id="189" name="object 189">
            <a:extLst>
              <a:ext uri="{FF2B5EF4-FFF2-40B4-BE49-F238E27FC236}">
                <a16:creationId xmlns:a16="http://schemas.microsoft.com/office/drawing/2014/main" id="{3773A4FC-1B85-97A6-8593-16A3C8F28979}"/>
              </a:ext>
            </a:extLst>
          </p:cNvPr>
          <p:cNvSpPr txBox="1"/>
          <p:nvPr/>
        </p:nvSpPr>
        <p:spPr>
          <a:xfrm>
            <a:off x="941069" y="8061347"/>
            <a:ext cx="43688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Bauer Bodoni Std Bold Cond" panose="02070903080706020303" pitchFamily="18" charset="77"/>
                <a:cs typeface="Georgia"/>
              </a:rPr>
              <a:t>a</a:t>
            </a:r>
            <a:r>
              <a:rPr sz="900" b="1" spc="-10" dirty="0">
                <a:latin typeface="Bauer Bodoni Std Bold Cond" panose="02070903080706020303" pitchFamily="18" charset="77"/>
                <a:cs typeface="Georgia"/>
              </a:rPr>
              <a:t> </a:t>
            </a:r>
            <a:r>
              <a:rPr sz="900" b="1" spc="-20" dirty="0">
                <a:latin typeface="Bauer Bodoni Std Bold Cond" panose="02070903080706020303" pitchFamily="18" charset="77"/>
                <a:cs typeface="Georgia"/>
              </a:rPr>
              <a:t>tempo</a:t>
            </a:r>
            <a:endParaRPr sz="900" b="1" dirty="0">
              <a:latin typeface="Bauer Bodoni Std Bold Cond" panose="02070903080706020303" pitchFamily="18" charset="77"/>
              <a:cs typeface="Georgia"/>
            </a:endParaRPr>
          </a:p>
        </p:txBody>
      </p:sp>
      <p:sp>
        <p:nvSpPr>
          <p:cNvPr id="190" name="object 190">
            <a:extLst>
              <a:ext uri="{FF2B5EF4-FFF2-40B4-BE49-F238E27FC236}">
                <a16:creationId xmlns:a16="http://schemas.microsoft.com/office/drawing/2014/main" id="{05AF5A2E-657E-CF23-E6BD-3721717306DF}"/>
              </a:ext>
            </a:extLst>
          </p:cNvPr>
          <p:cNvSpPr txBox="1"/>
          <p:nvPr/>
        </p:nvSpPr>
        <p:spPr>
          <a:xfrm>
            <a:off x="6349159" y="7870847"/>
            <a:ext cx="16700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0" dirty="0">
                <a:latin typeface="Bauer Bodoni Std" panose="02070603080706020303" pitchFamily="18" charset="77"/>
                <a:cs typeface="Georgia"/>
              </a:rPr>
              <a:t>rit.</a:t>
            </a:r>
            <a:endParaRPr sz="80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191" name="object 191">
            <a:extLst>
              <a:ext uri="{FF2B5EF4-FFF2-40B4-BE49-F238E27FC236}">
                <a16:creationId xmlns:a16="http://schemas.microsoft.com/office/drawing/2014/main" id="{56A74BED-5A85-CA42-C56D-92063D6B0E83}"/>
              </a:ext>
            </a:extLst>
          </p:cNvPr>
          <p:cNvSpPr/>
          <p:nvPr/>
        </p:nvSpPr>
        <p:spPr>
          <a:xfrm>
            <a:off x="65536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>
            <a:extLst>
              <a:ext uri="{FF2B5EF4-FFF2-40B4-BE49-F238E27FC236}">
                <a16:creationId xmlns:a16="http://schemas.microsoft.com/office/drawing/2014/main" id="{0300A9D4-9AA0-412F-9798-7C9F458F5E12}"/>
              </a:ext>
            </a:extLst>
          </p:cNvPr>
          <p:cNvSpPr/>
          <p:nvPr/>
        </p:nvSpPr>
        <p:spPr>
          <a:xfrm>
            <a:off x="66425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>
            <a:extLst>
              <a:ext uri="{FF2B5EF4-FFF2-40B4-BE49-F238E27FC236}">
                <a16:creationId xmlns:a16="http://schemas.microsoft.com/office/drawing/2014/main" id="{64B2A8D8-AFB3-A8D9-B2C8-39660035FE06}"/>
              </a:ext>
            </a:extLst>
          </p:cNvPr>
          <p:cNvSpPr/>
          <p:nvPr/>
        </p:nvSpPr>
        <p:spPr>
          <a:xfrm>
            <a:off x="67314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>
            <a:extLst>
              <a:ext uri="{FF2B5EF4-FFF2-40B4-BE49-F238E27FC236}">
                <a16:creationId xmlns:a16="http://schemas.microsoft.com/office/drawing/2014/main" id="{E03576E5-DD92-37BB-424B-90C79DF4E50C}"/>
              </a:ext>
            </a:extLst>
          </p:cNvPr>
          <p:cNvSpPr/>
          <p:nvPr/>
        </p:nvSpPr>
        <p:spPr>
          <a:xfrm>
            <a:off x="68203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>
            <a:extLst>
              <a:ext uri="{FF2B5EF4-FFF2-40B4-BE49-F238E27FC236}">
                <a16:creationId xmlns:a16="http://schemas.microsoft.com/office/drawing/2014/main" id="{CFC7DDD0-CBCA-E1D9-72F6-4E6D9E85ED11}"/>
              </a:ext>
            </a:extLst>
          </p:cNvPr>
          <p:cNvSpPr/>
          <p:nvPr/>
        </p:nvSpPr>
        <p:spPr>
          <a:xfrm>
            <a:off x="69092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>
            <a:extLst>
              <a:ext uri="{FF2B5EF4-FFF2-40B4-BE49-F238E27FC236}">
                <a16:creationId xmlns:a16="http://schemas.microsoft.com/office/drawing/2014/main" id="{35C47B45-4DF3-9529-2BEE-8F867CE3AF1A}"/>
              </a:ext>
            </a:extLst>
          </p:cNvPr>
          <p:cNvSpPr/>
          <p:nvPr/>
        </p:nvSpPr>
        <p:spPr>
          <a:xfrm>
            <a:off x="69981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>
            <a:extLst>
              <a:ext uri="{FF2B5EF4-FFF2-40B4-BE49-F238E27FC236}">
                <a16:creationId xmlns:a16="http://schemas.microsoft.com/office/drawing/2014/main" id="{0C5FCF1E-1092-B7B6-046F-D19C9DBD1A3F}"/>
              </a:ext>
            </a:extLst>
          </p:cNvPr>
          <p:cNvSpPr/>
          <p:nvPr/>
        </p:nvSpPr>
        <p:spPr>
          <a:xfrm>
            <a:off x="70870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>
            <a:extLst>
              <a:ext uri="{FF2B5EF4-FFF2-40B4-BE49-F238E27FC236}">
                <a16:creationId xmlns:a16="http://schemas.microsoft.com/office/drawing/2014/main" id="{5A707D31-9497-FB08-96CD-E7EA47618E44}"/>
              </a:ext>
            </a:extLst>
          </p:cNvPr>
          <p:cNvSpPr/>
          <p:nvPr/>
        </p:nvSpPr>
        <p:spPr>
          <a:xfrm>
            <a:off x="71759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6">
            <a:extLst>
              <a:ext uri="{FF2B5EF4-FFF2-40B4-BE49-F238E27FC236}">
                <a16:creationId xmlns:a16="http://schemas.microsoft.com/office/drawing/2014/main" id="{04CB43C0-62FE-4421-BCE8-0F4C87454101}"/>
              </a:ext>
            </a:extLst>
          </p:cNvPr>
          <p:cNvSpPr txBox="1"/>
          <p:nvPr/>
        </p:nvSpPr>
        <p:spPr>
          <a:xfrm>
            <a:off x="2535336" y="10145900"/>
            <a:ext cx="2489835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Bauer Bodoni Std" panose="02070603080706020303" pitchFamily="18" charset="77"/>
                <a:cs typeface="Georgia"/>
              </a:rPr>
              <a:t>Composed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by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Martin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He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spc="-40" dirty="0">
                <a:latin typeface="Bauer Bodoni Std" panose="02070603080706020303" pitchFamily="18" charset="77"/>
                <a:cs typeface="Georgia"/>
              </a:rPr>
              <a:t>(2026)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for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Giuseppe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Bruni.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spc="-10" dirty="0">
                <a:latin typeface="Bauer Bodoni Std" panose="02070603080706020303" pitchFamily="18" charset="77"/>
                <a:cs typeface="Georgia"/>
                <a:hlinkClick r:id="rId59"/>
              </a:rPr>
              <a:t>www.martinhe.co.uk</a:t>
            </a:r>
            <a:endParaRPr sz="600" dirty="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200" name="object 5">
            <a:extLst>
              <a:ext uri="{FF2B5EF4-FFF2-40B4-BE49-F238E27FC236}">
                <a16:creationId xmlns:a16="http://schemas.microsoft.com/office/drawing/2014/main" id="{C61CA762-A140-6914-FB81-2BC750D3D1BA}"/>
              </a:ext>
            </a:extLst>
          </p:cNvPr>
          <p:cNvSpPr txBox="1"/>
          <p:nvPr/>
        </p:nvSpPr>
        <p:spPr>
          <a:xfrm>
            <a:off x="387349" y="1786391"/>
            <a:ext cx="99059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000" b="1" dirty="0">
                <a:latin typeface="Bauer Bodoni Std" panose="02070603080706020303" pitchFamily="18" charset="77"/>
                <a:cs typeface="Georgia"/>
              </a:rPr>
              <a:t>Thema I Var. II</a:t>
            </a:r>
            <a:endParaRPr sz="1000" b="1" dirty="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201" name="object 5">
            <a:extLst>
              <a:ext uri="{FF2B5EF4-FFF2-40B4-BE49-F238E27FC236}">
                <a16:creationId xmlns:a16="http://schemas.microsoft.com/office/drawing/2014/main" id="{15C52130-0D82-FBEA-03E4-5AED9B29309D}"/>
              </a:ext>
            </a:extLst>
          </p:cNvPr>
          <p:cNvSpPr txBox="1"/>
          <p:nvPr/>
        </p:nvSpPr>
        <p:spPr>
          <a:xfrm>
            <a:off x="5073651" y="3441700"/>
            <a:ext cx="99059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000" b="1" dirty="0">
                <a:latin typeface="Bauer Bodoni Std" panose="02070603080706020303" pitchFamily="18" charset="77"/>
                <a:cs typeface="Georgia"/>
              </a:rPr>
              <a:t>Thema III</a:t>
            </a:r>
            <a:endParaRPr sz="1000" b="1" dirty="0">
              <a:latin typeface="Bauer Bodoni Std" panose="02070603080706020303" pitchFamily="18" charset="77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77180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3899" y="215900"/>
            <a:ext cx="101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Bauer Bodoni Std Black" panose="02070903080706020303" pitchFamily="18" charset="77"/>
                <a:cs typeface="Source Serif 4"/>
              </a:rPr>
              <a:t>3</a:t>
            </a:r>
            <a:endParaRPr sz="1200">
              <a:latin typeface="Bauer Bodoni Std Black" panose="02070903080706020303" pitchFamily="18" charset="77"/>
              <a:cs typeface="Source Serif 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9387" y="436816"/>
            <a:ext cx="3926204" cy="1059815"/>
            <a:chOff x="179387" y="436816"/>
            <a:chExt cx="3926204" cy="1059815"/>
          </a:xfrm>
        </p:grpSpPr>
        <p:sp>
          <p:nvSpPr>
            <p:cNvPr id="4" name="object 4"/>
            <p:cNvSpPr/>
            <p:nvPr/>
          </p:nvSpPr>
          <p:spPr>
            <a:xfrm>
              <a:off x="179387" y="677427"/>
              <a:ext cx="634365" cy="819150"/>
            </a:xfrm>
            <a:custGeom>
              <a:avLst/>
              <a:gdLst/>
              <a:ahLst/>
              <a:cxnLst/>
              <a:rect l="l" t="t" r="r" b="b"/>
              <a:pathLst>
                <a:path w="634365" h="819150">
                  <a:moveTo>
                    <a:pt x="68859" y="75755"/>
                  </a:moveTo>
                  <a:lnTo>
                    <a:pt x="40284" y="114490"/>
                  </a:lnTo>
                  <a:lnTo>
                    <a:pt x="20281" y="153454"/>
                  </a:lnTo>
                  <a:lnTo>
                    <a:pt x="7048" y="205473"/>
                  </a:lnTo>
                  <a:lnTo>
                    <a:pt x="6286" y="221183"/>
                  </a:lnTo>
                  <a:lnTo>
                    <a:pt x="7175" y="236702"/>
                  </a:lnTo>
                  <a:lnTo>
                    <a:pt x="8991" y="252145"/>
                  </a:lnTo>
                  <a:lnTo>
                    <a:pt x="11747" y="267550"/>
                  </a:lnTo>
                  <a:lnTo>
                    <a:pt x="15430" y="282879"/>
                  </a:lnTo>
                  <a:lnTo>
                    <a:pt x="35039" y="349567"/>
                  </a:lnTo>
                  <a:lnTo>
                    <a:pt x="37287" y="358267"/>
                  </a:lnTo>
                  <a:lnTo>
                    <a:pt x="39039" y="366509"/>
                  </a:lnTo>
                  <a:lnTo>
                    <a:pt x="40284" y="374269"/>
                  </a:lnTo>
                  <a:lnTo>
                    <a:pt x="41148" y="385635"/>
                  </a:lnTo>
                  <a:lnTo>
                    <a:pt x="40284" y="394919"/>
                  </a:lnTo>
                  <a:lnTo>
                    <a:pt x="16497" y="434352"/>
                  </a:lnTo>
                  <a:lnTo>
                    <a:pt x="0" y="445947"/>
                  </a:lnTo>
                  <a:lnTo>
                    <a:pt x="0" y="448729"/>
                  </a:lnTo>
                  <a:lnTo>
                    <a:pt x="29425" y="475640"/>
                  </a:lnTo>
                  <a:lnTo>
                    <a:pt x="41148" y="510895"/>
                  </a:lnTo>
                  <a:lnTo>
                    <a:pt x="40474" y="520687"/>
                  </a:lnTo>
                  <a:lnTo>
                    <a:pt x="38785" y="531482"/>
                  </a:lnTo>
                  <a:lnTo>
                    <a:pt x="36055" y="543293"/>
                  </a:lnTo>
                  <a:lnTo>
                    <a:pt x="15430" y="613422"/>
                  </a:lnTo>
                  <a:lnTo>
                    <a:pt x="11747" y="628840"/>
                  </a:lnTo>
                  <a:lnTo>
                    <a:pt x="8991" y="644271"/>
                  </a:lnTo>
                  <a:lnTo>
                    <a:pt x="7175" y="659688"/>
                  </a:lnTo>
                  <a:lnTo>
                    <a:pt x="6286" y="675119"/>
                  </a:lnTo>
                  <a:lnTo>
                    <a:pt x="7048" y="690816"/>
                  </a:lnTo>
                  <a:lnTo>
                    <a:pt x="20281" y="742619"/>
                  </a:lnTo>
                  <a:lnTo>
                    <a:pt x="39573" y="780084"/>
                  </a:lnTo>
                  <a:lnTo>
                    <a:pt x="68859" y="818705"/>
                  </a:lnTo>
                  <a:lnTo>
                    <a:pt x="68859" y="816152"/>
                  </a:lnTo>
                  <a:lnTo>
                    <a:pt x="60032" y="803541"/>
                  </a:lnTo>
                  <a:lnTo>
                    <a:pt x="52146" y="790981"/>
                  </a:lnTo>
                  <a:lnTo>
                    <a:pt x="34353" y="753325"/>
                  </a:lnTo>
                  <a:lnTo>
                    <a:pt x="29425" y="711542"/>
                  </a:lnTo>
                  <a:lnTo>
                    <a:pt x="30886" y="697433"/>
                  </a:lnTo>
                  <a:lnTo>
                    <a:pt x="33286" y="683183"/>
                  </a:lnTo>
                  <a:lnTo>
                    <a:pt x="36601" y="668782"/>
                  </a:lnTo>
                  <a:lnTo>
                    <a:pt x="40855" y="654240"/>
                  </a:lnTo>
                  <a:lnTo>
                    <a:pt x="59143" y="598106"/>
                  </a:lnTo>
                  <a:lnTo>
                    <a:pt x="63068" y="584923"/>
                  </a:lnTo>
                  <a:lnTo>
                    <a:pt x="66001" y="572477"/>
                  </a:lnTo>
                  <a:lnTo>
                    <a:pt x="67932" y="560793"/>
                  </a:lnTo>
                  <a:lnTo>
                    <a:pt x="68859" y="549859"/>
                  </a:lnTo>
                  <a:lnTo>
                    <a:pt x="67983" y="531812"/>
                  </a:lnTo>
                  <a:lnTo>
                    <a:pt x="53149" y="489318"/>
                  </a:lnTo>
                  <a:lnTo>
                    <a:pt x="23355" y="460908"/>
                  </a:lnTo>
                  <a:lnTo>
                    <a:pt x="2286" y="447344"/>
                  </a:lnTo>
                  <a:lnTo>
                    <a:pt x="13335" y="441007"/>
                  </a:lnTo>
                  <a:lnTo>
                    <a:pt x="45237" y="416331"/>
                  </a:lnTo>
                  <a:lnTo>
                    <a:pt x="65074" y="380593"/>
                  </a:lnTo>
                  <a:lnTo>
                    <a:pt x="68859" y="346671"/>
                  </a:lnTo>
                  <a:lnTo>
                    <a:pt x="67932" y="335635"/>
                  </a:lnTo>
                  <a:lnTo>
                    <a:pt x="66001" y="323888"/>
                  </a:lnTo>
                  <a:lnTo>
                    <a:pt x="63068" y="311404"/>
                  </a:lnTo>
                  <a:lnTo>
                    <a:pt x="59143" y="298196"/>
                  </a:lnTo>
                  <a:lnTo>
                    <a:pt x="40284" y="240436"/>
                  </a:lnTo>
                  <a:lnTo>
                    <a:pt x="36283" y="226275"/>
                  </a:lnTo>
                  <a:lnTo>
                    <a:pt x="33147" y="212318"/>
                  </a:lnTo>
                  <a:lnTo>
                    <a:pt x="30848" y="198551"/>
                  </a:lnTo>
                  <a:lnTo>
                    <a:pt x="29425" y="185000"/>
                  </a:lnTo>
                  <a:lnTo>
                    <a:pt x="29502" y="170446"/>
                  </a:lnTo>
                  <a:lnTo>
                    <a:pt x="39141" y="130263"/>
                  </a:lnTo>
                  <a:lnTo>
                    <a:pt x="60426" y="91084"/>
                  </a:lnTo>
                  <a:lnTo>
                    <a:pt x="68859" y="78536"/>
                  </a:lnTo>
                  <a:lnTo>
                    <a:pt x="68859" y="75755"/>
                  </a:lnTo>
                  <a:close/>
                </a:path>
                <a:path w="634365" h="819150">
                  <a:moveTo>
                    <a:pt x="6342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818007"/>
                  </a:lnTo>
                  <a:lnTo>
                    <a:pt x="94449" y="818007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634238" y="309372"/>
                  </a:lnTo>
                  <a:lnTo>
                    <a:pt x="6342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634238" y="252222"/>
                  </a:lnTo>
                  <a:lnTo>
                    <a:pt x="6342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634238" y="195072"/>
                  </a:lnTo>
                  <a:lnTo>
                    <a:pt x="6342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634238" y="137922"/>
                  </a:lnTo>
                  <a:lnTo>
                    <a:pt x="6342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634238" y="80772"/>
                  </a:lnTo>
                  <a:lnTo>
                    <a:pt x="6342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142" y="666750"/>
              <a:ext cx="273748" cy="2960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13625" y="752484"/>
              <a:ext cx="1182370" cy="234315"/>
            </a:xfrm>
            <a:custGeom>
              <a:avLst/>
              <a:gdLst/>
              <a:ahLst/>
              <a:cxnLst/>
              <a:rect l="l" t="t" r="r" b="b"/>
              <a:pathLst>
                <a:path w="1182370" h="234315">
                  <a:moveTo>
                    <a:pt x="1182166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182166" y="234315"/>
                  </a:lnTo>
                  <a:lnTo>
                    <a:pt x="1182166" y="228600"/>
                  </a:lnTo>
                  <a:close/>
                </a:path>
                <a:path w="1182370" h="234315">
                  <a:moveTo>
                    <a:pt x="1182166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182166" y="177165"/>
                  </a:lnTo>
                  <a:lnTo>
                    <a:pt x="1182166" y="171450"/>
                  </a:lnTo>
                  <a:close/>
                </a:path>
                <a:path w="1182370" h="234315">
                  <a:moveTo>
                    <a:pt x="1182166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182166" y="120015"/>
                  </a:lnTo>
                  <a:lnTo>
                    <a:pt x="1182166" y="114300"/>
                  </a:lnTo>
                  <a:close/>
                </a:path>
                <a:path w="1182370" h="234315">
                  <a:moveTo>
                    <a:pt x="1182166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182166" y="62865"/>
                  </a:lnTo>
                  <a:lnTo>
                    <a:pt x="1182166" y="57150"/>
                  </a:lnTo>
                  <a:close/>
                </a:path>
                <a:path w="1182370" h="234315">
                  <a:moveTo>
                    <a:pt x="1182166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182166" y="5715"/>
                  </a:lnTo>
                  <a:lnTo>
                    <a:pt x="11821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6055" y="614172"/>
              <a:ext cx="150629" cy="28117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6283" y="636841"/>
              <a:ext cx="111140" cy="25493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97012" y="436825"/>
              <a:ext cx="412750" cy="451484"/>
            </a:xfrm>
            <a:custGeom>
              <a:avLst/>
              <a:gdLst/>
              <a:ahLst/>
              <a:cxnLst/>
              <a:rect l="l" t="t" r="r" b="b"/>
              <a:pathLst>
                <a:path w="412750" h="451484">
                  <a:moveTo>
                    <a:pt x="111137" y="197777"/>
                  </a:moveTo>
                  <a:lnTo>
                    <a:pt x="61874" y="197777"/>
                  </a:lnTo>
                  <a:lnTo>
                    <a:pt x="66586" y="195694"/>
                  </a:lnTo>
                  <a:lnTo>
                    <a:pt x="74523" y="190779"/>
                  </a:lnTo>
                  <a:lnTo>
                    <a:pt x="81229" y="184924"/>
                  </a:lnTo>
                  <a:lnTo>
                    <a:pt x="86169" y="178498"/>
                  </a:lnTo>
                  <a:lnTo>
                    <a:pt x="89369" y="171488"/>
                  </a:lnTo>
                  <a:lnTo>
                    <a:pt x="90817" y="163918"/>
                  </a:lnTo>
                  <a:lnTo>
                    <a:pt x="90627" y="156679"/>
                  </a:lnTo>
                  <a:lnTo>
                    <a:pt x="88049" y="151447"/>
                  </a:lnTo>
                  <a:lnTo>
                    <a:pt x="83096" y="148209"/>
                  </a:lnTo>
                  <a:lnTo>
                    <a:pt x="78524" y="144589"/>
                  </a:lnTo>
                  <a:lnTo>
                    <a:pt x="72047" y="142875"/>
                  </a:lnTo>
                  <a:lnTo>
                    <a:pt x="63665" y="143065"/>
                  </a:lnTo>
                  <a:lnTo>
                    <a:pt x="55740" y="144030"/>
                  </a:lnTo>
                  <a:lnTo>
                    <a:pt x="21158" y="167132"/>
                  </a:lnTo>
                  <a:lnTo>
                    <a:pt x="16522" y="181063"/>
                  </a:lnTo>
                  <a:lnTo>
                    <a:pt x="16611" y="184213"/>
                  </a:lnTo>
                  <a:lnTo>
                    <a:pt x="16522" y="197777"/>
                  </a:lnTo>
                  <a:lnTo>
                    <a:pt x="0" y="197777"/>
                  </a:lnTo>
                  <a:lnTo>
                    <a:pt x="0" y="204927"/>
                  </a:lnTo>
                  <a:lnTo>
                    <a:pt x="16522" y="204927"/>
                  </a:lnTo>
                  <a:lnTo>
                    <a:pt x="16522" y="254927"/>
                  </a:lnTo>
                  <a:lnTo>
                    <a:pt x="0" y="254927"/>
                  </a:lnTo>
                  <a:lnTo>
                    <a:pt x="0" y="262077"/>
                  </a:lnTo>
                  <a:lnTo>
                    <a:pt x="16522" y="262077"/>
                  </a:lnTo>
                  <a:lnTo>
                    <a:pt x="16522" y="451383"/>
                  </a:lnTo>
                  <a:lnTo>
                    <a:pt x="26517" y="451383"/>
                  </a:lnTo>
                  <a:lnTo>
                    <a:pt x="26517" y="262077"/>
                  </a:lnTo>
                  <a:lnTo>
                    <a:pt x="111137" y="262077"/>
                  </a:lnTo>
                  <a:lnTo>
                    <a:pt x="111137" y="254927"/>
                  </a:lnTo>
                  <a:lnTo>
                    <a:pt x="26517" y="254927"/>
                  </a:lnTo>
                  <a:lnTo>
                    <a:pt x="26517" y="204927"/>
                  </a:lnTo>
                  <a:lnTo>
                    <a:pt x="111137" y="204927"/>
                  </a:lnTo>
                  <a:lnTo>
                    <a:pt x="111137" y="197777"/>
                  </a:lnTo>
                  <a:close/>
                </a:path>
                <a:path w="412750" h="451484">
                  <a:moveTo>
                    <a:pt x="261886" y="140627"/>
                  </a:moveTo>
                  <a:lnTo>
                    <a:pt x="212610" y="140627"/>
                  </a:lnTo>
                  <a:lnTo>
                    <a:pt x="217322" y="138544"/>
                  </a:lnTo>
                  <a:lnTo>
                    <a:pt x="225272" y="133629"/>
                  </a:lnTo>
                  <a:lnTo>
                    <a:pt x="231965" y="127774"/>
                  </a:lnTo>
                  <a:lnTo>
                    <a:pt x="236905" y="121348"/>
                  </a:lnTo>
                  <a:lnTo>
                    <a:pt x="240106" y="114338"/>
                  </a:lnTo>
                  <a:lnTo>
                    <a:pt x="241554" y="106768"/>
                  </a:lnTo>
                  <a:lnTo>
                    <a:pt x="241363" y="99529"/>
                  </a:lnTo>
                  <a:lnTo>
                    <a:pt x="238798" y="94297"/>
                  </a:lnTo>
                  <a:lnTo>
                    <a:pt x="233845" y="91059"/>
                  </a:lnTo>
                  <a:lnTo>
                    <a:pt x="229273" y="87439"/>
                  </a:lnTo>
                  <a:lnTo>
                    <a:pt x="222796" y="85725"/>
                  </a:lnTo>
                  <a:lnTo>
                    <a:pt x="214414" y="85915"/>
                  </a:lnTo>
                  <a:lnTo>
                    <a:pt x="206476" y="86880"/>
                  </a:lnTo>
                  <a:lnTo>
                    <a:pt x="171907" y="109982"/>
                  </a:lnTo>
                  <a:lnTo>
                    <a:pt x="167259" y="123913"/>
                  </a:lnTo>
                  <a:lnTo>
                    <a:pt x="167347" y="127063"/>
                  </a:lnTo>
                  <a:lnTo>
                    <a:pt x="167259" y="140627"/>
                  </a:lnTo>
                  <a:lnTo>
                    <a:pt x="150736" y="140627"/>
                  </a:lnTo>
                  <a:lnTo>
                    <a:pt x="150736" y="147777"/>
                  </a:lnTo>
                  <a:lnTo>
                    <a:pt x="167259" y="147777"/>
                  </a:lnTo>
                  <a:lnTo>
                    <a:pt x="167259" y="197777"/>
                  </a:lnTo>
                  <a:lnTo>
                    <a:pt x="150736" y="197777"/>
                  </a:lnTo>
                  <a:lnTo>
                    <a:pt x="150736" y="204927"/>
                  </a:lnTo>
                  <a:lnTo>
                    <a:pt x="167259" y="204927"/>
                  </a:lnTo>
                  <a:lnTo>
                    <a:pt x="167259" y="254927"/>
                  </a:lnTo>
                  <a:lnTo>
                    <a:pt x="150736" y="254927"/>
                  </a:lnTo>
                  <a:lnTo>
                    <a:pt x="150736" y="262077"/>
                  </a:lnTo>
                  <a:lnTo>
                    <a:pt x="167259" y="262077"/>
                  </a:lnTo>
                  <a:lnTo>
                    <a:pt x="167259" y="447814"/>
                  </a:lnTo>
                  <a:lnTo>
                    <a:pt x="177266" y="447814"/>
                  </a:lnTo>
                  <a:lnTo>
                    <a:pt x="177266" y="262077"/>
                  </a:lnTo>
                  <a:lnTo>
                    <a:pt x="261886" y="262077"/>
                  </a:lnTo>
                  <a:lnTo>
                    <a:pt x="261886" y="254927"/>
                  </a:lnTo>
                  <a:lnTo>
                    <a:pt x="177266" y="254927"/>
                  </a:lnTo>
                  <a:lnTo>
                    <a:pt x="177266" y="204927"/>
                  </a:lnTo>
                  <a:lnTo>
                    <a:pt x="261886" y="204927"/>
                  </a:lnTo>
                  <a:lnTo>
                    <a:pt x="261886" y="197777"/>
                  </a:lnTo>
                  <a:lnTo>
                    <a:pt x="177266" y="197777"/>
                  </a:lnTo>
                  <a:lnTo>
                    <a:pt x="177266" y="147777"/>
                  </a:lnTo>
                  <a:lnTo>
                    <a:pt x="261886" y="147777"/>
                  </a:lnTo>
                  <a:lnTo>
                    <a:pt x="261886" y="140627"/>
                  </a:lnTo>
                  <a:close/>
                </a:path>
                <a:path w="412750" h="451484">
                  <a:moveTo>
                    <a:pt x="412623" y="26327"/>
                  </a:moveTo>
                  <a:lnTo>
                    <a:pt x="391274" y="26327"/>
                  </a:lnTo>
                  <a:lnTo>
                    <a:pt x="392290" y="21043"/>
                  </a:lnTo>
                  <a:lnTo>
                    <a:pt x="392099" y="13804"/>
                  </a:lnTo>
                  <a:lnTo>
                    <a:pt x="389534" y="8572"/>
                  </a:lnTo>
                  <a:lnTo>
                    <a:pt x="384581" y="5334"/>
                  </a:lnTo>
                  <a:lnTo>
                    <a:pt x="380009" y="1714"/>
                  </a:lnTo>
                  <a:lnTo>
                    <a:pt x="373532" y="0"/>
                  </a:lnTo>
                  <a:lnTo>
                    <a:pt x="365150" y="190"/>
                  </a:lnTo>
                  <a:lnTo>
                    <a:pt x="357212" y="1155"/>
                  </a:lnTo>
                  <a:lnTo>
                    <a:pt x="322643" y="24257"/>
                  </a:lnTo>
                  <a:lnTo>
                    <a:pt x="321652" y="26327"/>
                  </a:lnTo>
                  <a:lnTo>
                    <a:pt x="301485" y="26327"/>
                  </a:lnTo>
                  <a:lnTo>
                    <a:pt x="301485" y="33477"/>
                  </a:lnTo>
                  <a:lnTo>
                    <a:pt x="318935" y="33477"/>
                  </a:lnTo>
                  <a:lnTo>
                    <a:pt x="317995" y="38188"/>
                  </a:lnTo>
                  <a:lnTo>
                    <a:pt x="318084" y="41338"/>
                  </a:lnTo>
                  <a:lnTo>
                    <a:pt x="317995" y="83477"/>
                  </a:lnTo>
                  <a:lnTo>
                    <a:pt x="301485" y="83477"/>
                  </a:lnTo>
                  <a:lnTo>
                    <a:pt x="301485" y="90627"/>
                  </a:lnTo>
                  <a:lnTo>
                    <a:pt x="317995" y="90627"/>
                  </a:lnTo>
                  <a:lnTo>
                    <a:pt x="317995" y="140627"/>
                  </a:lnTo>
                  <a:lnTo>
                    <a:pt x="301485" y="140627"/>
                  </a:lnTo>
                  <a:lnTo>
                    <a:pt x="301485" y="147777"/>
                  </a:lnTo>
                  <a:lnTo>
                    <a:pt x="317995" y="147777"/>
                  </a:lnTo>
                  <a:lnTo>
                    <a:pt x="317995" y="197777"/>
                  </a:lnTo>
                  <a:lnTo>
                    <a:pt x="301485" y="197777"/>
                  </a:lnTo>
                  <a:lnTo>
                    <a:pt x="301485" y="204927"/>
                  </a:lnTo>
                  <a:lnTo>
                    <a:pt x="317995" y="204927"/>
                  </a:lnTo>
                  <a:lnTo>
                    <a:pt x="317995" y="254927"/>
                  </a:lnTo>
                  <a:lnTo>
                    <a:pt x="301485" y="254927"/>
                  </a:lnTo>
                  <a:lnTo>
                    <a:pt x="301485" y="262077"/>
                  </a:lnTo>
                  <a:lnTo>
                    <a:pt x="317995" y="262077"/>
                  </a:lnTo>
                  <a:lnTo>
                    <a:pt x="317995" y="444246"/>
                  </a:lnTo>
                  <a:lnTo>
                    <a:pt x="328002" y="444246"/>
                  </a:lnTo>
                  <a:lnTo>
                    <a:pt x="328002" y="262077"/>
                  </a:lnTo>
                  <a:lnTo>
                    <a:pt x="412623" y="262077"/>
                  </a:lnTo>
                  <a:lnTo>
                    <a:pt x="412623" y="254927"/>
                  </a:lnTo>
                  <a:lnTo>
                    <a:pt x="328002" y="254927"/>
                  </a:lnTo>
                  <a:lnTo>
                    <a:pt x="328002" y="204927"/>
                  </a:lnTo>
                  <a:lnTo>
                    <a:pt x="412623" y="204927"/>
                  </a:lnTo>
                  <a:lnTo>
                    <a:pt x="412623" y="197777"/>
                  </a:lnTo>
                  <a:lnTo>
                    <a:pt x="328002" y="197777"/>
                  </a:lnTo>
                  <a:lnTo>
                    <a:pt x="328002" y="147777"/>
                  </a:lnTo>
                  <a:lnTo>
                    <a:pt x="412623" y="147777"/>
                  </a:lnTo>
                  <a:lnTo>
                    <a:pt x="412623" y="140627"/>
                  </a:lnTo>
                  <a:lnTo>
                    <a:pt x="328002" y="140627"/>
                  </a:lnTo>
                  <a:lnTo>
                    <a:pt x="328002" y="90627"/>
                  </a:lnTo>
                  <a:lnTo>
                    <a:pt x="412623" y="90627"/>
                  </a:lnTo>
                  <a:lnTo>
                    <a:pt x="412623" y="83477"/>
                  </a:lnTo>
                  <a:lnTo>
                    <a:pt x="328002" y="83477"/>
                  </a:lnTo>
                  <a:lnTo>
                    <a:pt x="328002" y="55956"/>
                  </a:lnTo>
                  <a:lnTo>
                    <a:pt x="329996" y="57531"/>
                  </a:lnTo>
                  <a:lnTo>
                    <a:pt x="335902" y="59436"/>
                  </a:lnTo>
                  <a:lnTo>
                    <a:pt x="343141" y="59626"/>
                  </a:lnTo>
                  <a:lnTo>
                    <a:pt x="351624" y="58674"/>
                  </a:lnTo>
                  <a:lnTo>
                    <a:pt x="387654" y="35623"/>
                  </a:lnTo>
                  <a:lnTo>
                    <a:pt x="388620" y="33477"/>
                  </a:lnTo>
                  <a:lnTo>
                    <a:pt x="412623" y="33477"/>
                  </a:lnTo>
                  <a:lnTo>
                    <a:pt x="412623" y="263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5755" y="809148"/>
              <a:ext cx="76009" cy="16278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12063" y="494737"/>
              <a:ext cx="2056764" cy="514984"/>
            </a:xfrm>
            <a:custGeom>
              <a:avLst/>
              <a:gdLst/>
              <a:ahLst/>
              <a:cxnLst/>
              <a:rect l="l" t="t" r="r" b="b"/>
              <a:pathLst>
                <a:path w="2056764" h="514984">
                  <a:moveTo>
                    <a:pt x="602945" y="357746"/>
                  </a:moveTo>
                  <a:lnTo>
                    <a:pt x="0" y="372033"/>
                  </a:lnTo>
                  <a:lnTo>
                    <a:pt x="0" y="400621"/>
                  </a:lnTo>
                  <a:lnTo>
                    <a:pt x="602945" y="386334"/>
                  </a:lnTo>
                  <a:lnTo>
                    <a:pt x="602945" y="357746"/>
                  </a:lnTo>
                  <a:close/>
                </a:path>
                <a:path w="2056764" h="514984">
                  <a:moveTo>
                    <a:pt x="965276" y="82715"/>
                  </a:moveTo>
                  <a:lnTo>
                    <a:pt x="916012" y="82715"/>
                  </a:lnTo>
                  <a:lnTo>
                    <a:pt x="920724" y="80632"/>
                  </a:lnTo>
                  <a:lnTo>
                    <a:pt x="928662" y="75717"/>
                  </a:lnTo>
                  <a:lnTo>
                    <a:pt x="935367" y="69862"/>
                  </a:lnTo>
                  <a:lnTo>
                    <a:pt x="940308" y="63436"/>
                  </a:lnTo>
                  <a:lnTo>
                    <a:pt x="943508" y="56426"/>
                  </a:lnTo>
                  <a:lnTo>
                    <a:pt x="944956" y="48856"/>
                  </a:lnTo>
                  <a:lnTo>
                    <a:pt x="944765" y="41617"/>
                  </a:lnTo>
                  <a:lnTo>
                    <a:pt x="942187" y="36385"/>
                  </a:lnTo>
                  <a:lnTo>
                    <a:pt x="937234" y="33147"/>
                  </a:lnTo>
                  <a:lnTo>
                    <a:pt x="932662" y="29527"/>
                  </a:lnTo>
                  <a:lnTo>
                    <a:pt x="926185" y="27813"/>
                  </a:lnTo>
                  <a:lnTo>
                    <a:pt x="917803" y="28003"/>
                  </a:lnTo>
                  <a:lnTo>
                    <a:pt x="909878" y="28968"/>
                  </a:lnTo>
                  <a:lnTo>
                    <a:pt x="875296" y="52070"/>
                  </a:lnTo>
                  <a:lnTo>
                    <a:pt x="870661" y="66001"/>
                  </a:lnTo>
                  <a:lnTo>
                    <a:pt x="870750" y="69151"/>
                  </a:lnTo>
                  <a:lnTo>
                    <a:pt x="870661" y="82715"/>
                  </a:lnTo>
                  <a:lnTo>
                    <a:pt x="854138" y="82715"/>
                  </a:lnTo>
                  <a:lnTo>
                    <a:pt x="854138" y="89865"/>
                  </a:lnTo>
                  <a:lnTo>
                    <a:pt x="870661" y="89865"/>
                  </a:lnTo>
                  <a:lnTo>
                    <a:pt x="870661" y="139865"/>
                  </a:lnTo>
                  <a:lnTo>
                    <a:pt x="854138" y="139865"/>
                  </a:lnTo>
                  <a:lnTo>
                    <a:pt x="854138" y="147015"/>
                  </a:lnTo>
                  <a:lnTo>
                    <a:pt x="870661" y="147015"/>
                  </a:lnTo>
                  <a:lnTo>
                    <a:pt x="870661" y="197015"/>
                  </a:lnTo>
                  <a:lnTo>
                    <a:pt x="854138" y="197015"/>
                  </a:lnTo>
                  <a:lnTo>
                    <a:pt x="854138" y="204165"/>
                  </a:lnTo>
                  <a:lnTo>
                    <a:pt x="870661" y="204165"/>
                  </a:lnTo>
                  <a:lnTo>
                    <a:pt x="870661" y="266026"/>
                  </a:lnTo>
                  <a:lnTo>
                    <a:pt x="870661" y="375754"/>
                  </a:lnTo>
                  <a:lnTo>
                    <a:pt x="870661" y="457771"/>
                  </a:lnTo>
                  <a:lnTo>
                    <a:pt x="870661" y="465772"/>
                  </a:lnTo>
                  <a:lnTo>
                    <a:pt x="876655" y="465772"/>
                  </a:lnTo>
                  <a:lnTo>
                    <a:pt x="878903" y="457771"/>
                  </a:lnTo>
                  <a:lnTo>
                    <a:pt x="880656" y="457771"/>
                  </a:lnTo>
                  <a:lnTo>
                    <a:pt x="880656" y="452361"/>
                  </a:lnTo>
                  <a:lnTo>
                    <a:pt x="880757" y="452056"/>
                  </a:lnTo>
                  <a:lnTo>
                    <a:pt x="883805" y="447484"/>
                  </a:lnTo>
                  <a:lnTo>
                    <a:pt x="888377" y="442912"/>
                  </a:lnTo>
                  <a:lnTo>
                    <a:pt x="896264" y="436003"/>
                  </a:lnTo>
                  <a:lnTo>
                    <a:pt x="903452" y="429196"/>
                  </a:lnTo>
                  <a:lnTo>
                    <a:pt x="926757" y="396405"/>
                  </a:lnTo>
                  <a:lnTo>
                    <a:pt x="932192" y="375754"/>
                  </a:lnTo>
                  <a:lnTo>
                    <a:pt x="932319" y="374611"/>
                  </a:lnTo>
                  <a:lnTo>
                    <a:pt x="932408" y="373761"/>
                  </a:lnTo>
                  <a:lnTo>
                    <a:pt x="932827" y="369760"/>
                  </a:lnTo>
                  <a:lnTo>
                    <a:pt x="932903" y="357187"/>
                  </a:lnTo>
                  <a:lnTo>
                    <a:pt x="932078" y="352044"/>
                  </a:lnTo>
                  <a:lnTo>
                    <a:pt x="930376" y="347751"/>
                  </a:lnTo>
                  <a:lnTo>
                    <a:pt x="934186" y="340702"/>
                  </a:lnTo>
                  <a:lnTo>
                    <a:pt x="936002" y="332994"/>
                  </a:lnTo>
                  <a:lnTo>
                    <a:pt x="935812" y="324612"/>
                  </a:lnTo>
                  <a:lnTo>
                    <a:pt x="934720" y="313105"/>
                  </a:lnTo>
                  <a:lnTo>
                    <a:pt x="932599" y="302895"/>
                  </a:lnTo>
                  <a:lnTo>
                    <a:pt x="929436" y="293966"/>
                  </a:lnTo>
                  <a:lnTo>
                    <a:pt x="925233" y="286321"/>
                  </a:lnTo>
                  <a:lnTo>
                    <a:pt x="922667" y="288607"/>
                  </a:lnTo>
                  <a:lnTo>
                    <a:pt x="927811" y="301459"/>
                  </a:lnTo>
                  <a:lnTo>
                    <a:pt x="929716" y="307936"/>
                  </a:lnTo>
                  <a:lnTo>
                    <a:pt x="930567" y="314134"/>
                  </a:lnTo>
                  <a:lnTo>
                    <a:pt x="930376" y="320040"/>
                  </a:lnTo>
                  <a:lnTo>
                    <a:pt x="928662" y="335470"/>
                  </a:lnTo>
                  <a:lnTo>
                    <a:pt x="927811" y="338734"/>
                  </a:lnTo>
                  <a:lnTo>
                    <a:pt x="927811" y="352044"/>
                  </a:lnTo>
                  <a:lnTo>
                    <a:pt x="927811" y="362610"/>
                  </a:lnTo>
                  <a:lnTo>
                    <a:pt x="926376" y="373761"/>
                  </a:lnTo>
                  <a:lnTo>
                    <a:pt x="903516" y="411759"/>
                  </a:lnTo>
                  <a:lnTo>
                    <a:pt x="880656" y="426948"/>
                  </a:lnTo>
                  <a:lnTo>
                    <a:pt x="880656" y="410921"/>
                  </a:lnTo>
                  <a:lnTo>
                    <a:pt x="883805" y="405193"/>
                  </a:lnTo>
                  <a:lnTo>
                    <a:pt x="887996" y="397764"/>
                  </a:lnTo>
                  <a:lnTo>
                    <a:pt x="892568" y="391756"/>
                  </a:lnTo>
                  <a:lnTo>
                    <a:pt x="897521" y="387184"/>
                  </a:lnTo>
                  <a:lnTo>
                    <a:pt x="904684" y="380326"/>
                  </a:lnTo>
                  <a:lnTo>
                    <a:pt x="910666" y="374611"/>
                  </a:lnTo>
                  <a:lnTo>
                    <a:pt x="920381" y="363753"/>
                  </a:lnTo>
                  <a:lnTo>
                    <a:pt x="927811" y="352044"/>
                  </a:lnTo>
                  <a:lnTo>
                    <a:pt x="927811" y="338734"/>
                  </a:lnTo>
                  <a:lnTo>
                    <a:pt x="927519" y="339852"/>
                  </a:lnTo>
                  <a:lnTo>
                    <a:pt x="925144" y="344322"/>
                  </a:lnTo>
                  <a:lnTo>
                    <a:pt x="880656" y="377850"/>
                  </a:lnTo>
                  <a:lnTo>
                    <a:pt x="880656" y="283781"/>
                  </a:lnTo>
                  <a:lnTo>
                    <a:pt x="882662" y="285369"/>
                  </a:lnTo>
                  <a:lnTo>
                    <a:pt x="888568" y="287274"/>
                  </a:lnTo>
                  <a:lnTo>
                    <a:pt x="928662" y="275742"/>
                  </a:lnTo>
                  <a:lnTo>
                    <a:pt x="944956" y="248881"/>
                  </a:lnTo>
                  <a:lnTo>
                    <a:pt x="944765" y="241642"/>
                  </a:lnTo>
                  <a:lnTo>
                    <a:pt x="942187" y="236410"/>
                  </a:lnTo>
                  <a:lnTo>
                    <a:pt x="937234" y="233172"/>
                  </a:lnTo>
                  <a:lnTo>
                    <a:pt x="932662" y="229552"/>
                  </a:lnTo>
                  <a:lnTo>
                    <a:pt x="926185" y="227838"/>
                  </a:lnTo>
                  <a:lnTo>
                    <a:pt x="917803" y="228028"/>
                  </a:lnTo>
                  <a:lnTo>
                    <a:pt x="909878" y="228993"/>
                  </a:lnTo>
                  <a:lnTo>
                    <a:pt x="902093" y="231305"/>
                  </a:lnTo>
                  <a:lnTo>
                    <a:pt x="894448" y="234988"/>
                  </a:lnTo>
                  <a:lnTo>
                    <a:pt x="886942" y="240030"/>
                  </a:lnTo>
                  <a:lnTo>
                    <a:pt x="880656" y="245491"/>
                  </a:lnTo>
                  <a:lnTo>
                    <a:pt x="880656" y="204165"/>
                  </a:lnTo>
                  <a:lnTo>
                    <a:pt x="965276" y="204165"/>
                  </a:lnTo>
                  <a:lnTo>
                    <a:pt x="965276" y="197015"/>
                  </a:lnTo>
                  <a:lnTo>
                    <a:pt x="880656" y="197015"/>
                  </a:lnTo>
                  <a:lnTo>
                    <a:pt x="880656" y="147015"/>
                  </a:lnTo>
                  <a:lnTo>
                    <a:pt x="965276" y="147015"/>
                  </a:lnTo>
                  <a:lnTo>
                    <a:pt x="965276" y="139865"/>
                  </a:lnTo>
                  <a:lnTo>
                    <a:pt x="880656" y="139865"/>
                  </a:lnTo>
                  <a:lnTo>
                    <a:pt x="880656" y="89865"/>
                  </a:lnTo>
                  <a:lnTo>
                    <a:pt x="965276" y="89865"/>
                  </a:lnTo>
                  <a:lnTo>
                    <a:pt x="965276" y="82715"/>
                  </a:lnTo>
                  <a:close/>
                </a:path>
                <a:path w="2056764" h="514984">
                  <a:moveTo>
                    <a:pt x="1154734" y="28854"/>
                  </a:moveTo>
                  <a:lnTo>
                    <a:pt x="1059294" y="0"/>
                  </a:lnTo>
                  <a:lnTo>
                    <a:pt x="1059294" y="7429"/>
                  </a:lnTo>
                  <a:lnTo>
                    <a:pt x="1130160" y="28575"/>
                  </a:lnTo>
                  <a:lnTo>
                    <a:pt x="1130160" y="28854"/>
                  </a:lnTo>
                  <a:lnTo>
                    <a:pt x="1059294" y="49999"/>
                  </a:lnTo>
                  <a:lnTo>
                    <a:pt x="1059294" y="57721"/>
                  </a:lnTo>
                  <a:lnTo>
                    <a:pt x="1154734" y="28854"/>
                  </a:lnTo>
                  <a:close/>
                </a:path>
                <a:path w="2056764" h="514984">
                  <a:moveTo>
                    <a:pt x="2056307" y="257746"/>
                  </a:moveTo>
                  <a:lnTo>
                    <a:pt x="1077861" y="257746"/>
                  </a:lnTo>
                  <a:lnTo>
                    <a:pt x="1077861" y="204165"/>
                  </a:lnTo>
                  <a:lnTo>
                    <a:pt x="1162481" y="204165"/>
                  </a:lnTo>
                  <a:lnTo>
                    <a:pt x="1162481" y="197015"/>
                  </a:lnTo>
                  <a:lnTo>
                    <a:pt x="1113205" y="197015"/>
                  </a:lnTo>
                  <a:lnTo>
                    <a:pt x="1117917" y="194932"/>
                  </a:lnTo>
                  <a:lnTo>
                    <a:pt x="1125867" y="190017"/>
                  </a:lnTo>
                  <a:lnTo>
                    <a:pt x="1132560" y="184162"/>
                  </a:lnTo>
                  <a:lnTo>
                    <a:pt x="1137513" y="177736"/>
                  </a:lnTo>
                  <a:lnTo>
                    <a:pt x="1140714" y="170726"/>
                  </a:lnTo>
                  <a:lnTo>
                    <a:pt x="1142161" y="163156"/>
                  </a:lnTo>
                  <a:lnTo>
                    <a:pt x="1141971" y="155917"/>
                  </a:lnTo>
                  <a:lnTo>
                    <a:pt x="1139393" y="150685"/>
                  </a:lnTo>
                  <a:lnTo>
                    <a:pt x="1134440" y="147447"/>
                  </a:lnTo>
                  <a:lnTo>
                    <a:pt x="1133894" y="147015"/>
                  </a:lnTo>
                  <a:lnTo>
                    <a:pt x="1162481" y="147015"/>
                  </a:lnTo>
                  <a:lnTo>
                    <a:pt x="1162481" y="139865"/>
                  </a:lnTo>
                  <a:lnTo>
                    <a:pt x="1113205" y="139865"/>
                  </a:lnTo>
                  <a:lnTo>
                    <a:pt x="1117917" y="137782"/>
                  </a:lnTo>
                  <a:lnTo>
                    <a:pt x="1142161" y="106006"/>
                  </a:lnTo>
                  <a:lnTo>
                    <a:pt x="1141971" y="98767"/>
                  </a:lnTo>
                  <a:lnTo>
                    <a:pt x="1139393" y="93535"/>
                  </a:lnTo>
                  <a:lnTo>
                    <a:pt x="1134440" y="90297"/>
                  </a:lnTo>
                  <a:lnTo>
                    <a:pt x="1129868" y="86677"/>
                  </a:lnTo>
                  <a:lnTo>
                    <a:pt x="1123391" y="84963"/>
                  </a:lnTo>
                  <a:lnTo>
                    <a:pt x="1115009" y="85153"/>
                  </a:lnTo>
                  <a:lnTo>
                    <a:pt x="1107084" y="86118"/>
                  </a:lnTo>
                  <a:lnTo>
                    <a:pt x="1099299" y="88430"/>
                  </a:lnTo>
                  <a:lnTo>
                    <a:pt x="1096314" y="89877"/>
                  </a:lnTo>
                  <a:lnTo>
                    <a:pt x="1096314" y="147015"/>
                  </a:lnTo>
                  <a:lnTo>
                    <a:pt x="1091653" y="149263"/>
                  </a:lnTo>
                  <a:lnTo>
                    <a:pt x="1084148" y="154305"/>
                  </a:lnTo>
                  <a:lnTo>
                    <a:pt x="1077861" y="159766"/>
                  </a:lnTo>
                  <a:lnTo>
                    <a:pt x="1077861" y="147015"/>
                  </a:lnTo>
                  <a:lnTo>
                    <a:pt x="1096314" y="147015"/>
                  </a:lnTo>
                  <a:lnTo>
                    <a:pt x="1096314" y="89877"/>
                  </a:lnTo>
                  <a:lnTo>
                    <a:pt x="1067866" y="123151"/>
                  </a:lnTo>
                  <a:lnTo>
                    <a:pt x="1067955" y="126301"/>
                  </a:lnTo>
                  <a:lnTo>
                    <a:pt x="1067866" y="139865"/>
                  </a:lnTo>
                  <a:lnTo>
                    <a:pt x="1051344" y="139865"/>
                  </a:lnTo>
                  <a:lnTo>
                    <a:pt x="1051344" y="147015"/>
                  </a:lnTo>
                  <a:lnTo>
                    <a:pt x="1067866" y="147015"/>
                  </a:lnTo>
                  <a:lnTo>
                    <a:pt x="1067866" y="180301"/>
                  </a:lnTo>
                  <a:lnTo>
                    <a:pt x="1067866" y="197015"/>
                  </a:lnTo>
                  <a:lnTo>
                    <a:pt x="1051344" y="197015"/>
                  </a:lnTo>
                  <a:lnTo>
                    <a:pt x="1051344" y="204165"/>
                  </a:lnTo>
                  <a:lnTo>
                    <a:pt x="1067866" y="204165"/>
                  </a:lnTo>
                  <a:lnTo>
                    <a:pt x="1067866" y="257746"/>
                  </a:lnTo>
                  <a:lnTo>
                    <a:pt x="1067866" y="486346"/>
                  </a:lnTo>
                  <a:lnTo>
                    <a:pt x="996429" y="486346"/>
                  </a:lnTo>
                  <a:lnTo>
                    <a:pt x="996429" y="434911"/>
                  </a:lnTo>
                  <a:lnTo>
                    <a:pt x="1067866" y="434911"/>
                  </a:lnTo>
                  <a:lnTo>
                    <a:pt x="1067866" y="429196"/>
                  </a:lnTo>
                  <a:lnTo>
                    <a:pt x="996429" y="429196"/>
                  </a:lnTo>
                  <a:lnTo>
                    <a:pt x="996429" y="377761"/>
                  </a:lnTo>
                  <a:lnTo>
                    <a:pt x="1067866" y="377761"/>
                  </a:lnTo>
                  <a:lnTo>
                    <a:pt x="1067866" y="372046"/>
                  </a:lnTo>
                  <a:lnTo>
                    <a:pt x="996429" y="372046"/>
                  </a:lnTo>
                  <a:lnTo>
                    <a:pt x="996429" y="320611"/>
                  </a:lnTo>
                  <a:lnTo>
                    <a:pt x="1067866" y="320611"/>
                  </a:lnTo>
                  <a:lnTo>
                    <a:pt x="1067866" y="314896"/>
                  </a:lnTo>
                  <a:lnTo>
                    <a:pt x="996429" y="314896"/>
                  </a:lnTo>
                  <a:lnTo>
                    <a:pt x="996429" y="263461"/>
                  </a:lnTo>
                  <a:lnTo>
                    <a:pt x="1067866" y="263461"/>
                  </a:lnTo>
                  <a:lnTo>
                    <a:pt x="1067866" y="257746"/>
                  </a:lnTo>
                  <a:lnTo>
                    <a:pt x="983729" y="257746"/>
                  </a:lnTo>
                  <a:lnTo>
                    <a:pt x="983729" y="263461"/>
                  </a:lnTo>
                  <a:lnTo>
                    <a:pt x="987856" y="263461"/>
                  </a:lnTo>
                  <a:lnTo>
                    <a:pt x="987856" y="314896"/>
                  </a:lnTo>
                  <a:lnTo>
                    <a:pt x="983729" y="314896"/>
                  </a:lnTo>
                  <a:lnTo>
                    <a:pt x="983729" y="320611"/>
                  </a:lnTo>
                  <a:lnTo>
                    <a:pt x="987856" y="320611"/>
                  </a:lnTo>
                  <a:lnTo>
                    <a:pt x="987856" y="372046"/>
                  </a:lnTo>
                  <a:lnTo>
                    <a:pt x="983729" y="372046"/>
                  </a:lnTo>
                  <a:lnTo>
                    <a:pt x="983729" y="377761"/>
                  </a:lnTo>
                  <a:lnTo>
                    <a:pt x="987856" y="377761"/>
                  </a:lnTo>
                  <a:lnTo>
                    <a:pt x="987856" y="429196"/>
                  </a:lnTo>
                  <a:lnTo>
                    <a:pt x="983729" y="429196"/>
                  </a:lnTo>
                  <a:lnTo>
                    <a:pt x="983729" y="434911"/>
                  </a:lnTo>
                  <a:lnTo>
                    <a:pt x="987856" y="434911"/>
                  </a:lnTo>
                  <a:lnTo>
                    <a:pt x="987856" y="486346"/>
                  </a:lnTo>
                  <a:lnTo>
                    <a:pt x="983729" y="486346"/>
                  </a:lnTo>
                  <a:lnTo>
                    <a:pt x="983729" y="492061"/>
                  </a:lnTo>
                  <a:lnTo>
                    <a:pt x="987856" y="492061"/>
                  </a:lnTo>
                  <a:lnTo>
                    <a:pt x="996429" y="492061"/>
                  </a:lnTo>
                  <a:lnTo>
                    <a:pt x="1067866" y="492061"/>
                  </a:lnTo>
                  <a:lnTo>
                    <a:pt x="1067866" y="514921"/>
                  </a:lnTo>
                  <a:lnTo>
                    <a:pt x="1077861" y="514921"/>
                  </a:lnTo>
                  <a:lnTo>
                    <a:pt x="1077861" y="492061"/>
                  </a:lnTo>
                  <a:lnTo>
                    <a:pt x="2056307" y="492061"/>
                  </a:lnTo>
                  <a:lnTo>
                    <a:pt x="2056307" y="486346"/>
                  </a:lnTo>
                  <a:lnTo>
                    <a:pt x="1077861" y="486346"/>
                  </a:lnTo>
                  <a:lnTo>
                    <a:pt x="1077861" y="434911"/>
                  </a:lnTo>
                  <a:lnTo>
                    <a:pt x="2056307" y="434911"/>
                  </a:lnTo>
                  <a:lnTo>
                    <a:pt x="2056307" y="429196"/>
                  </a:lnTo>
                  <a:lnTo>
                    <a:pt x="1077861" y="429196"/>
                  </a:lnTo>
                  <a:lnTo>
                    <a:pt x="1077861" y="377761"/>
                  </a:lnTo>
                  <a:lnTo>
                    <a:pt x="2056307" y="377761"/>
                  </a:lnTo>
                  <a:lnTo>
                    <a:pt x="2056307" y="372046"/>
                  </a:lnTo>
                  <a:lnTo>
                    <a:pt x="1077861" y="372046"/>
                  </a:lnTo>
                  <a:lnTo>
                    <a:pt x="1077861" y="320611"/>
                  </a:lnTo>
                  <a:lnTo>
                    <a:pt x="2056307" y="320611"/>
                  </a:lnTo>
                  <a:lnTo>
                    <a:pt x="2056307" y="314896"/>
                  </a:lnTo>
                  <a:lnTo>
                    <a:pt x="1077861" y="314896"/>
                  </a:lnTo>
                  <a:lnTo>
                    <a:pt x="1077861" y="263461"/>
                  </a:lnTo>
                  <a:lnTo>
                    <a:pt x="2056307" y="263461"/>
                  </a:lnTo>
                  <a:lnTo>
                    <a:pt x="2056307" y="257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9930" y="722566"/>
              <a:ext cx="74294" cy="116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90953" y="754770"/>
              <a:ext cx="450215" cy="232410"/>
            </a:xfrm>
            <a:custGeom>
              <a:avLst/>
              <a:gdLst/>
              <a:ahLst/>
              <a:cxnLst/>
              <a:rect l="l" t="t" r="r" b="b"/>
              <a:pathLst>
                <a:path w="450214" h="232409">
                  <a:moveTo>
                    <a:pt x="59436" y="70866"/>
                  </a:moveTo>
                  <a:lnTo>
                    <a:pt x="22580" y="26289"/>
                  </a:lnTo>
                  <a:lnTo>
                    <a:pt x="12865" y="26289"/>
                  </a:lnTo>
                  <a:lnTo>
                    <a:pt x="17449" y="32016"/>
                  </a:lnTo>
                  <a:lnTo>
                    <a:pt x="21221" y="38074"/>
                  </a:lnTo>
                  <a:lnTo>
                    <a:pt x="24168" y="44450"/>
                  </a:lnTo>
                  <a:lnTo>
                    <a:pt x="26289" y="51142"/>
                  </a:lnTo>
                  <a:lnTo>
                    <a:pt x="26365" y="57759"/>
                  </a:lnTo>
                  <a:lnTo>
                    <a:pt x="25438" y="64147"/>
                  </a:lnTo>
                  <a:lnTo>
                    <a:pt x="3721" y="96583"/>
                  </a:lnTo>
                  <a:lnTo>
                    <a:pt x="39725" y="143446"/>
                  </a:lnTo>
                  <a:lnTo>
                    <a:pt x="39725" y="144018"/>
                  </a:lnTo>
                  <a:lnTo>
                    <a:pt x="33058" y="140398"/>
                  </a:lnTo>
                  <a:lnTo>
                    <a:pt x="27152" y="138582"/>
                  </a:lnTo>
                  <a:lnTo>
                    <a:pt x="22009" y="138582"/>
                  </a:lnTo>
                  <a:lnTo>
                    <a:pt x="13131" y="139928"/>
                  </a:lnTo>
                  <a:lnTo>
                    <a:pt x="6502" y="143662"/>
                  </a:lnTo>
                  <a:lnTo>
                    <a:pt x="2133" y="149783"/>
                  </a:lnTo>
                  <a:lnTo>
                    <a:pt x="0" y="158305"/>
                  </a:lnTo>
                  <a:lnTo>
                    <a:pt x="1231" y="164807"/>
                  </a:lnTo>
                  <a:lnTo>
                    <a:pt x="3505" y="170878"/>
                  </a:lnTo>
                  <a:lnTo>
                    <a:pt x="6807" y="176517"/>
                  </a:lnTo>
                  <a:lnTo>
                    <a:pt x="11150" y="181737"/>
                  </a:lnTo>
                  <a:lnTo>
                    <a:pt x="31724" y="199732"/>
                  </a:lnTo>
                  <a:lnTo>
                    <a:pt x="34861" y="195160"/>
                  </a:lnTo>
                  <a:lnTo>
                    <a:pt x="31242" y="192303"/>
                  </a:lnTo>
                  <a:lnTo>
                    <a:pt x="28003" y="187833"/>
                  </a:lnTo>
                  <a:lnTo>
                    <a:pt x="25146" y="181737"/>
                  </a:lnTo>
                  <a:lnTo>
                    <a:pt x="22098" y="175641"/>
                  </a:lnTo>
                  <a:lnTo>
                    <a:pt x="22580" y="169062"/>
                  </a:lnTo>
                  <a:lnTo>
                    <a:pt x="26581" y="162013"/>
                  </a:lnTo>
                  <a:lnTo>
                    <a:pt x="29819" y="157251"/>
                  </a:lnTo>
                  <a:lnTo>
                    <a:pt x="33909" y="154965"/>
                  </a:lnTo>
                  <a:lnTo>
                    <a:pt x="38862" y="155155"/>
                  </a:lnTo>
                  <a:lnTo>
                    <a:pt x="44005" y="155536"/>
                  </a:lnTo>
                  <a:lnTo>
                    <a:pt x="49339" y="157251"/>
                  </a:lnTo>
                  <a:lnTo>
                    <a:pt x="54864" y="160299"/>
                  </a:lnTo>
                  <a:lnTo>
                    <a:pt x="58293" y="155727"/>
                  </a:lnTo>
                  <a:lnTo>
                    <a:pt x="43434" y="136017"/>
                  </a:lnTo>
                  <a:lnTo>
                    <a:pt x="38671" y="128778"/>
                  </a:lnTo>
                  <a:lnTo>
                    <a:pt x="36195" y="121158"/>
                  </a:lnTo>
                  <a:lnTo>
                    <a:pt x="36004" y="113157"/>
                  </a:lnTo>
                  <a:lnTo>
                    <a:pt x="38227" y="103327"/>
                  </a:lnTo>
                  <a:lnTo>
                    <a:pt x="42862" y="93002"/>
                  </a:lnTo>
                  <a:lnTo>
                    <a:pt x="49936" y="82181"/>
                  </a:lnTo>
                  <a:lnTo>
                    <a:pt x="59436" y="70866"/>
                  </a:lnTo>
                  <a:close/>
                </a:path>
                <a:path w="450214" h="232409">
                  <a:moveTo>
                    <a:pt x="270471" y="70866"/>
                  </a:moveTo>
                  <a:lnTo>
                    <a:pt x="233616" y="26289"/>
                  </a:lnTo>
                  <a:lnTo>
                    <a:pt x="223901" y="26289"/>
                  </a:lnTo>
                  <a:lnTo>
                    <a:pt x="228485" y="32016"/>
                  </a:lnTo>
                  <a:lnTo>
                    <a:pt x="232257" y="38074"/>
                  </a:lnTo>
                  <a:lnTo>
                    <a:pt x="235204" y="44450"/>
                  </a:lnTo>
                  <a:lnTo>
                    <a:pt x="237324" y="51142"/>
                  </a:lnTo>
                  <a:lnTo>
                    <a:pt x="237401" y="57759"/>
                  </a:lnTo>
                  <a:lnTo>
                    <a:pt x="236474" y="64147"/>
                  </a:lnTo>
                  <a:lnTo>
                    <a:pt x="214757" y="96583"/>
                  </a:lnTo>
                  <a:lnTo>
                    <a:pt x="250761" y="143446"/>
                  </a:lnTo>
                  <a:lnTo>
                    <a:pt x="250761" y="144018"/>
                  </a:lnTo>
                  <a:lnTo>
                    <a:pt x="244094" y="140398"/>
                  </a:lnTo>
                  <a:lnTo>
                    <a:pt x="238188" y="138582"/>
                  </a:lnTo>
                  <a:lnTo>
                    <a:pt x="233045" y="138582"/>
                  </a:lnTo>
                  <a:lnTo>
                    <a:pt x="224167" y="139928"/>
                  </a:lnTo>
                  <a:lnTo>
                    <a:pt x="217538" y="143662"/>
                  </a:lnTo>
                  <a:lnTo>
                    <a:pt x="213169" y="149783"/>
                  </a:lnTo>
                  <a:lnTo>
                    <a:pt x="211035" y="158305"/>
                  </a:lnTo>
                  <a:lnTo>
                    <a:pt x="212267" y="164807"/>
                  </a:lnTo>
                  <a:lnTo>
                    <a:pt x="214541" y="170878"/>
                  </a:lnTo>
                  <a:lnTo>
                    <a:pt x="217843" y="176517"/>
                  </a:lnTo>
                  <a:lnTo>
                    <a:pt x="222186" y="181737"/>
                  </a:lnTo>
                  <a:lnTo>
                    <a:pt x="242760" y="199732"/>
                  </a:lnTo>
                  <a:lnTo>
                    <a:pt x="245897" y="195160"/>
                  </a:lnTo>
                  <a:lnTo>
                    <a:pt x="242277" y="192303"/>
                  </a:lnTo>
                  <a:lnTo>
                    <a:pt x="239039" y="187833"/>
                  </a:lnTo>
                  <a:lnTo>
                    <a:pt x="236181" y="181737"/>
                  </a:lnTo>
                  <a:lnTo>
                    <a:pt x="233133" y="175641"/>
                  </a:lnTo>
                  <a:lnTo>
                    <a:pt x="233616" y="169062"/>
                  </a:lnTo>
                  <a:lnTo>
                    <a:pt x="237617" y="162013"/>
                  </a:lnTo>
                  <a:lnTo>
                    <a:pt x="240855" y="157251"/>
                  </a:lnTo>
                  <a:lnTo>
                    <a:pt x="244944" y="154965"/>
                  </a:lnTo>
                  <a:lnTo>
                    <a:pt x="249897" y="155155"/>
                  </a:lnTo>
                  <a:lnTo>
                    <a:pt x="255041" y="155536"/>
                  </a:lnTo>
                  <a:lnTo>
                    <a:pt x="260375" y="157251"/>
                  </a:lnTo>
                  <a:lnTo>
                    <a:pt x="265899" y="160299"/>
                  </a:lnTo>
                  <a:lnTo>
                    <a:pt x="269328" y="155727"/>
                  </a:lnTo>
                  <a:lnTo>
                    <a:pt x="254469" y="136017"/>
                  </a:lnTo>
                  <a:lnTo>
                    <a:pt x="249707" y="128778"/>
                  </a:lnTo>
                  <a:lnTo>
                    <a:pt x="247230" y="121158"/>
                  </a:lnTo>
                  <a:lnTo>
                    <a:pt x="247040" y="113157"/>
                  </a:lnTo>
                  <a:lnTo>
                    <a:pt x="249262" y="103327"/>
                  </a:lnTo>
                  <a:lnTo>
                    <a:pt x="253898" y="93002"/>
                  </a:lnTo>
                  <a:lnTo>
                    <a:pt x="260972" y="82181"/>
                  </a:lnTo>
                  <a:lnTo>
                    <a:pt x="270471" y="70866"/>
                  </a:lnTo>
                  <a:close/>
                </a:path>
                <a:path w="450214" h="232409">
                  <a:moveTo>
                    <a:pt x="432079" y="0"/>
                  </a:moveTo>
                  <a:lnTo>
                    <a:pt x="422071" y="0"/>
                  </a:lnTo>
                  <a:lnTo>
                    <a:pt x="422071" y="232029"/>
                  </a:lnTo>
                  <a:lnTo>
                    <a:pt x="432079" y="232029"/>
                  </a:lnTo>
                  <a:lnTo>
                    <a:pt x="432079" y="0"/>
                  </a:lnTo>
                  <a:close/>
                </a:path>
                <a:path w="450214" h="232409">
                  <a:moveTo>
                    <a:pt x="450075" y="0"/>
                  </a:moveTo>
                  <a:lnTo>
                    <a:pt x="440080" y="0"/>
                  </a:lnTo>
                  <a:lnTo>
                    <a:pt x="440080" y="232029"/>
                  </a:lnTo>
                  <a:lnTo>
                    <a:pt x="450075" y="232029"/>
                  </a:lnTo>
                  <a:lnTo>
                    <a:pt x="450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83897" y="699897"/>
              <a:ext cx="268604" cy="30346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068370" y="495309"/>
              <a:ext cx="1037590" cy="491490"/>
            </a:xfrm>
            <a:custGeom>
              <a:avLst/>
              <a:gdLst/>
              <a:ahLst/>
              <a:cxnLst/>
              <a:rect l="l" t="t" r="r" b="b"/>
              <a:pathLst>
                <a:path w="1037589" h="491490">
                  <a:moveTo>
                    <a:pt x="232156" y="94678"/>
                  </a:moveTo>
                  <a:lnTo>
                    <a:pt x="230352" y="90195"/>
                  </a:lnTo>
                  <a:lnTo>
                    <a:pt x="226733" y="86575"/>
                  </a:lnTo>
                  <a:lnTo>
                    <a:pt x="223113" y="82765"/>
                  </a:lnTo>
                  <a:lnTo>
                    <a:pt x="218922" y="80860"/>
                  </a:lnTo>
                  <a:lnTo>
                    <a:pt x="215303" y="80860"/>
                  </a:lnTo>
                  <a:lnTo>
                    <a:pt x="215303" y="102006"/>
                  </a:lnTo>
                  <a:lnTo>
                    <a:pt x="214922" y="108483"/>
                  </a:lnTo>
                  <a:lnTo>
                    <a:pt x="212255" y="114960"/>
                  </a:lnTo>
                  <a:lnTo>
                    <a:pt x="207302" y="121437"/>
                  </a:lnTo>
                  <a:lnTo>
                    <a:pt x="193865" y="138303"/>
                  </a:lnTo>
                  <a:lnTo>
                    <a:pt x="193865" y="99720"/>
                  </a:lnTo>
                  <a:lnTo>
                    <a:pt x="203568" y="89535"/>
                  </a:lnTo>
                  <a:lnTo>
                    <a:pt x="206438" y="89725"/>
                  </a:lnTo>
                  <a:lnTo>
                    <a:pt x="211772" y="90678"/>
                  </a:lnTo>
                  <a:lnTo>
                    <a:pt x="214655" y="94678"/>
                  </a:lnTo>
                  <a:lnTo>
                    <a:pt x="214807" y="95821"/>
                  </a:lnTo>
                  <a:lnTo>
                    <a:pt x="215303" y="102006"/>
                  </a:lnTo>
                  <a:lnTo>
                    <a:pt x="215303" y="80860"/>
                  </a:lnTo>
                  <a:lnTo>
                    <a:pt x="214160" y="80860"/>
                  </a:lnTo>
                  <a:lnTo>
                    <a:pt x="206540" y="81432"/>
                  </a:lnTo>
                  <a:lnTo>
                    <a:pt x="199771" y="84289"/>
                  </a:lnTo>
                  <a:lnTo>
                    <a:pt x="193865" y="89433"/>
                  </a:lnTo>
                  <a:lnTo>
                    <a:pt x="193865" y="0"/>
                  </a:lnTo>
                  <a:lnTo>
                    <a:pt x="187007" y="0"/>
                  </a:lnTo>
                  <a:lnTo>
                    <a:pt x="187007" y="153162"/>
                  </a:lnTo>
                  <a:lnTo>
                    <a:pt x="202260" y="138303"/>
                  </a:lnTo>
                  <a:lnTo>
                    <a:pt x="209296" y="131445"/>
                  </a:lnTo>
                  <a:lnTo>
                    <a:pt x="224155" y="118008"/>
                  </a:lnTo>
                  <a:lnTo>
                    <a:pt x="228917" y="112864"/>
                  </a:lnTo>
                  <a:lnTo>
                    <a:pt x="231584" y="106870"/>
                  </a:lnTo>
                  <a:lnTo>
                    <a:pt x="232156" y="100012"/>
                  </a:lnTo>
                  <a:lnTo>
                    <a:pt x="232156" y="94678"/>
                  </a:lnTo>
                  <a:close/>
                </a:path>
                <a:path w="1037589" h="491490">
                  <a:moveTo>
                    <a:pt x="546912" y="151828"/>
                  </a:moveTo>
                  <a:lnTo>
                    <a:pt x="545109" y="147345"/>
                  </a:lnTo>
                  <a:lnTo>
                    <a:pt x="541489" y="143725"/>
                  </a:lnTo>
                  <a:lnTo>
                    <a:pt x="537870" y="139915"/>
                  </a:lnTo>
                  <a:lnTo>
                    <a:pt x="533679" y="138010"/>
                  </a:lnTo>
                  <a:lnTo>
                    <a:pt x="530059" y="138010"/>
                  </a:lnTo>
                  <a:lnTo>
                    <a:pt x="530059" y="159156"/>
                  </a:lnTo>
                  <a:lnTo>
                    <a:pt x="529678" y="165633"/>
                  </a:lnTo>
                  <a:lnTo>
                    <a:pt x="527011" y="172110"/>
                  </a:lnTo>
                  <a:lnTo>
                    <a:pt x="522058" y="178587"/>
                  </a:lnTo>
                  <a:lnTo>
                    <a:pt x="508622" y="195453"/>
                  </a:lnTo>
                  <a:lnTo>
                    <a:pt x="508622" y="156870"/>
                  </a:lnTo>
                  <a:lnTo>
                    <a:pt x="518325" y="146685"/>
                  </a:lnTo>
                  <a:lnTo>
                    <a:pt x="521195" y="146875"/>
                  </a:lnTo>
                  <a:lnTo>
                    <a:pt x="526529" y="147828"/>
                  </a:lnTo>
                  <a:lnTo>
                    <a:pt x="529412" y="151828"/>
                  </a:lnTo>
                  <a:lnTo>
                    <a:pt x="529564" y="152971"/>
                  </a:lnTo>
                  <a:lnTo>
                    <a:pt x="530059" y="159156"/>
                  </a:lnTo>
                  <a:lnTo>
                    <a:pt x="530059" y="138010"/>
                  </a:lnTo>
                  <a:lnTo>
                    <a:pt x="528916" y="138010"/>
                  </a:lnTo>
                  <a:lnTo>
                    <a:pt x="521296" y="138582"/>
                  </a:lnTo>
                  <a:lnTo>
                    <a:pt x="514527" y="141439"/>
                  </a:lnTo>
                  <a:lnTo>
                    <a:pt x="508622" y="146583"/>
                  </a:lnTo>
                  <a:lnTo>
                    <a:pt x="508622" y="57150"/>
                  </a:lnTo>
                  <a:lnTo>
                    <a:pt x="501764" y="57150"/>
                  </a:lnTo>
                  <a:lnTo>
                    <a:pt x="501764" y="210312"/>
                  </a:lnTo>
                  <a:lnTo>
                    <a:pt x="517017" y="195453"/>
                  </a:lnTo>
                  <a:lnTo>
                    <a:pt x="524052" y="188595"/>
                  </a:lnTo>
                  <a:lnTo>
                    <a:pt x="538911" y="175158"/>
                  </a:lnTo>
                  <a:lnTo>
                    <a:pt x="543674" y="170014"/>
                  </a:lnTo>
                  <a:lnTo>
                    <a:pt x="546341" y="164020"/>
                  </a:lnTo>
                  <a:lnTo>
                    <a:pt x="546912" y="157162"/>
                  </a:lnTo>
                  <a:lnTo>
                    <a:pt x="546912" y="151828"/>
                  </a:lnTo>
                  <a:close/>
                </a:path>
                <a:path w="1037589" h="491490">
                  <a:moveTo>
                    <a:pt x="710933" y="180403"/>
                  </a:moveTo>
                  <a:lnTo>
                    <a:pt x="709129" y="175920"/>
                  </a:lnTo>
                  <a:lnTo>
                    <a:pt x="705510" y="172300"/>
                  </a:lnTo>
                  <a:lnTo>
                    <a:pt x="701890" y="168490"/>
                  </a:lnTo>
                  <a:lnTo>
                    <a:pt x="697699" y="166585"/>
                  </a:lnTo>
                  <a:lnTo>
                    <a:pt x="694080" y="166585"/>
                  </a:lnTo>
                  <a:lnTo>
                    <a:pt x="694080" y="187731"/>
                  </a:lnTo>
                  <a:lnTo>
                    <a:pt x="693699" y="194208"/>
                  </a:lnTo>
                  <a:lnTo>
                    <a:pt x="691032" y="200685"/>
                  </a:lnTo>
                  <a:lnTo>
                    <a:pt x="686079" y="207162"/>
                  </a:lnTo>
                  <a:lnTo>
                    <a:pt x="672642" y="224028"/>
                  </a:lnTo>
                  <a:lnTo>
                    <a:pt x="672642" y="185445"/>
                  </a:lnTo>
                  <a:lnTo>
                    <a:pt x="682345" y="175260"/>
                  </a:lnTo>
                  <a:lnTo>
                    <a:pt x="685215" y="175450"/>
                  </a:lnTo>
                  <a:lnTo>
                    <a:pt x="690549" y="176403"/>
                  </a:lnTo>
                  <a:lnTo>
                    <a:pt x="693432" y="180403"/>
                  </a:lnTo>
                  <a:lnTo>
                    <a:pt x="693585" y="181546"/>
                  </a:lnTo>
                  <a:lnTo>
                    <a:pt x="694080" y="187731"/>
                  </a:lnTo>
                  <a:lnTo>
                    <a:pt x="694080" y="166585"/>
                  </a:lnTo>
                  <a:lnTo>
                    <a:pt x="692937" y="166585"/>
                  </a:lnTo>
                  <a:lnTo>
                    <a:pt x="685317" y="167157"/>
                  </a:lnTo>
                  <a:lnTo>
                    <a:pt x="678548" y="170014"/>
                  </a:lnTo>
                  <a:lnTo>
                    <a:pt x="672642" y="175158"/>
                  </a:lnTo>
                  <a:lnTo>
                    <a:pt x="672642" y="85725"/>
                  </a:lnTo>
                  <a:lnTo>
                    <a:pt x="665784" y="85725"/>
                  </a:lnTo>
                  <a:lnTo>
                    <a:pt x="665784" y="238887"/>
                  </a:lnTo>
                  <a:lnTo>
                    <a:pt x="681037" y="224028"/>
                  </a:lnTo>
                  <a:lnTo>
                    <a:pt x="688073" y="217170"/>
                  </a:lnTo>
                  <a:lnTo>
                    <a:pt x="702932" y="203733"/>
                  </a:lnTo>
                  <a:lnTo>
                    <a:pt x="707694" y="198589"/>
                  </a:lnTo>
                  <a:lnTo>
                    <a:pt x="710361" y="192595"/>
                  </a:lnTo>
                  <a:lnTo>
                    <a:pt x="710933" y="185737"/>
                  </a:lnTo>
                  <a:lnTo>
                    <a:pt x="710933" y="180403"/>
                  </a:lnTo>
                  <a:close/>
                </a:path>
                <a:path w="1037589" h="491490">
                  <a:moveTo>
                    <a:pt x="1024318" y="485775"/>
                  </a:moveTo>
                  <a:lnTo>
                    <a:pt x="0" y="485775"/>
                  </a:lnTo>
                  <a:lnTo>
                    <a:pt x="0" y="491490"/>
                  </a:lnTo>
                  <a:lnTo>
                    <a:pt x="1024318" y="491490"/>
                  </a:lnTo>
                  <a:lnTo>
                    <a:pt x="1024318" y="485775"/>
                  </a:lnTo>
                  <a:close/>
                </a:path>
                <a:path w="1037589" h="491490">
                  <a:moveTo>
                    <a:pt x="1024318" y="428625"/>
                  </a:moveTo>
                  <a:lnTo>
                    <a:pt x="0" y="428625"/>
                  </a:lnTo>
                  <a:lnTo>
                    <a:pt x="0" y="434340"/>
                  </a:lnTo>
                  <a:lnTo>
                    <a:pt x="1024318" y="434340"/>
                  </a:lnTo>
                  <a:lnTo>
                    <a:pt x="1024318" y="428625"/>
                  </a:lnTo>
                  <a:close/>
                </a:path>
                <a:path w="1037589" h="491490">
                  <a:moveTo>
                    <a:pt x="1024318" y="257175"/>
                  </a:moveTo>
                  <a:lnTo>
                    <a:pt x="911999" y="257175"/>
                  </a:lnTo>
                  <a:lnTo>
                    <a:pt x="919607" y="255104"/>
                  </a:lnTo>
                  <a:lnTo>
                    <a:pt x="927735" y="251510"/>
                  </a:lnTo>
                  <a:lnTo>
                    <a:pt x="951966" y="219735"/>
                  </a:lnTo>
                  <a:lnTo>
                    <a:pt x="951776" y="212496"/>
                  </a:lnTo>
                  <a:lnTo>
                    <a:pt x="949210" y="207264"/>
                  </a:lnTo>
                  <a:lnTo>
                    <a:pt x="944257" y="204025"/>
                  </a:lnTo>
                  <a:lnTo>
                    <a:pt x="939685" y="200406"/>
                  </a:lnTo>
                  <a:lnTo>
                    <a:pt x="933208" y="198691"/>
                  </a:lnTo>
                  <a:lnTo>
                    <a:pt x="924826" y="198882"/>
                  </a:lnTo>
                  <a:lnTo>
                    <a:pt x="916901" y="199847"/>
                  </a:lnTo>
                  <a:lnTo>
                    <a:pt x="909104" y="202158"/>
                  </a:lnTo>
                  <a:lnTo>
                    <a:pt x="901471" y="205841"/>
                  </a:lnTo>
                  <a:lnTo>
                    <a:pt x="893965" y="210883"/>
                  </a:lnTo>
                  <a:lnTo>
                    <a:pt x="892619" y="212051"/>
                  </a:lnTo>
                  <a:lnTo>
                    <a:pt x="892619" y="257175"/>
                  </a:lnTo>
                  <a:lnTo>
                    <a:pt x="887679" y="257175"/>
                  </a:lnTo>
                  <a:lnTo>
                    <a:pt x="887679" y="254647"/>
                  </a:lnTo>
                  <a:lnTo>
                    <a:pt x="889673" y="256222"/>
                  </a:lnTo>
                  <a:lnTo>
                    <a:pt x="892619" y="257175"/>
                  </a:lnTo>
                  <a:lnTo>
                    <a:pt x="892619" y="212051"/>
                  </a:lnTo>
                  <a:lnTo>
                    <a:pt x="887272" y="216687"/>
                  </a:lnTo>
                  <a:lnTo>
                    <a:pt x="882319" y="222948"/>
                  </a:lnTo>
                  <a:lnTo>
                    <a:pt x="879119" y="229692"/>
                  </a:lnTo>
                  <a:lnTo>
                    <a:pt x="877671" y="236880"/>
                  </a:lnTo>
                  <a:lnTo>
                    <a:pt x="877760" y="240030"/>
                  </a:lnTo>
                  <a:lnTo>
                    <a:pt x="877671" y="240030"/>
                  </a:lnTo>
                  <a:lnTo>
                    <a:pt x="877671" y="371475"/>
                  </a:lnTo>
                  <a:lnTo>
                    <a:pt x="736942" y="371475"/>
                  </a:lnTo>
                  <a:lnTo>
                    <a:pt x="736942" y="320040"/>
                  </a:lnTo>
                  <a:lnTo>
                    <a:pt x="877671" y="320040"/>
                  </a:lnTo>
                  <a:lnTo>
                    <a:pt x="877671" y="314325"/>
                  </a:lnTo>
                  <a:lnTo>
                    <a:pt x="736942" y="314325"/>
                  </a:lnTo>
                  <a:lnTo>
                    <a:pt x="736942" y="262890"/>
                  </a:lnTo>
                  <a:lnTo>
                    <a:pt x="877671" y="262890"/>
                  </a:lnTo>
                  <a:lnTo>
                    <a:pt x="877671" y="257175"/>
                  </a:lnTo>
                  <a:lnTo>
                    <a:pt x="736942" y="257175"/>
                  </a:lnTo>
                  <a:lnTo>
                    <a:pt x="736942" y="226072"/>
                  </a:lnTo>
                  <a:lnTo>
                    <a:pt x="738936" y="227647"/>
                  </a:lnTo>
                  <a:lnTo>
                    <a:pt x="744842" y="229552"/>
                  </a:lnTo>
                  <a:lnTo>
                    <a:pt x="784948" y="218020"/>
                  </a:lnTo>
                  <a:lnTo>
                    <a:pt x="797560" y="203593"/>
                  </a:lnTo>
                  <a:lnTo>
                    <a:pt x="821563" y="203593"/>
                  </a:lnTo>
                  <a:lnTo>
                    <a:pt x="821563" y="196443"/>
                  </a:lnTo>
                  <a:lnTo>
                    <a:pt x="800214" y="196443"/>
                  </a:lnTo>
                  <a:lnTo>
                    <a:pt x="801230" y="191160"/>
                  </a:lnTo>
                  <a:lnTo>
                    <a:pt x="801039" y="183921"/>
                  </a:lnTo>
                  <a:lnTo>
                    <a:pt x="798474" y="178689"/>
                  </a:lnTo>
                  <a:lnTo>
                    <a:pt x="793521" y="175450"/>
                  </a:lnTo>
                  <a:lnTo>
                    <a:pt x="788949" y="171831"/>
                  </a:lnTo>
                  <a:lnTo>
                    <a:pt x="782472" y="170116"/>
                  </a:lnTo>
                  <a:lnTo>
                    <a:pt x="774090" y="170307"/>
                  </a:lnTo>
                  <a:lnTo>
                    <a:pt x="766152" y="171272"/>
                  </a:lnTo>
                  <a:lnTo>
                    <a:pt x="731583" y="194373"/>
                  </a:lnTo>
                  <a:lnTo>
                    <a:pt x="730592" y="196443"/>
                  </a:lnTo>
                  <a:lnTo>
                    <a:pt x="710425" y="196443"/>
                  </a:lnTo>
                  <a:lnTo>
                    <a:pt x="710425" y="203593"/>
                  </a:lnTo>
                  <a:lnTo>
                    <a:pt x="727875" y="203593"/>
                  </a:lnTo>
                  <a:lnTo>
                    <a:pt x="726935" y="208305"/>
                  </a:lnTo>
                  <a:lnTo>
                    <a:pt x="727024" y="211455"/>
                  </a:lnTo>
                  <a:lnTo>
                    <a:pt x="726935" y="257175"/>
                  </a:lnTo>
                  <a:lnTo>
                    <a:pt x="726935" y="262890"/>
                  </a:lnTo>
                  <a:lnTo>
                    <a:pt x="726935" y="314325"/>
                  </a:lnTo>
                  <a:lnTo>
                    <a:pt x="726935" y="320040"/>
                  </a:lnTo>
                  <a:lnTo>
                    <a:pt x="726935" y="371475"/>
                  </a:lnTo>
                  <a:lnTo>
                    <a:pt x="572922" y="371475"/>
                  </a:lnTo>
                  <a:lnTo>
                    <a:pt x="572922" y="320040"/>
                  </a:lnTo>
                  <a:lnTo>
                    <a:pt x="726935" y="320040"/>
                  </a:lnTo>
                  <a:lnTo>
                    <a:pt x="726935" y="314325"/>
                  </a:lnTo>
                  <a:lnTo>
                    <a:pt x="572922" y="314325"/>
                  </a:lnTo>
                  <a:lnTo>
                    <a:pt x="572922" y="262890"/>
                  </a:lnTo>
                  <a:lnTo>
                    <a:pt x="726935" y="262890"/>
                  </a:lnTo>
                  <a:lnTo>
                    <a:pt x="726935" y="257175"/>
                  </a:lnTo>
                  <a:lnTo>
                    <a:pt x="572922" y="257175"/>
                  </a:lnTo>
                  <a:lnTo>
                    <a:pt x="572922" y="203593"/>
                  </a:lnTo>
                  <a:lnTo>
                    <a:pt x="657542" y="203593"/>
                  </a:lnTo>
                  <a:lnTo>
                    <a:pt x="657542" y="196443"/>
                  </a:lnTo>
                  <a:lnTo>
                    <a:pt x="608266" y="196443"/>
                  </a:lnTo>
                  <a:lnTo>
                    <a:pt x="612978" y="194360"/>
                  </a:lnTo>
                  <a:lnTo>
                    <a:pt x="620928" y="189445"/>
                  </a:lnTo>
                  <a:lnTo>
                    <a:pt x="627621" y="183591"/>
                  </a:lnTo>
                  <a:lnTo>
                    <a:pt x="632574" y="177165"/>
                  </a:lnTo>
                  <a:lnTo>
                    <a:pt x="635762" y="170154"/>
                  </a:lnTo>
                  <a:lnTo>
                    <a:pt x="637209" y="162585"/>
                  </a:lnTo>
                  <a:lnTo>
                    <a:pt x="637019" y="155346"/>
                  </a:lnTo>
                  <a:lnTo>
                    <a:pt x="634453" y="150114"/>
                  </a:lnTo>
                  <a:lnTo>
                    <a:pt x="629500" y="146875"/>
                  </a:lnTo>
                  <a:lnTo>
                    <a:pt x="624928" y="143256"/>
                  </a:lnTo>
                  <a:lnTo>
                    <a:pt x="618451" y="141541"/>
                  </a:lnTo>
                  <a:lnTo>
                    <a:pt x="610069" y="141732"/>
                  </a:lnTo>
                  <a:lnTo>
                    <a:pt x="602132" y="142697"/>
                  </a:lnTo>
                  <a:lnTo>
                    <a:pt x="567563" y="165798"/>
                  </a:lnTo>
                  <a:lnTo>
                    <a:pt x="562914" y="179730"/>
                  </a:lnTo>
                  <a:lnTo>
                    <a:pt x="563003" y="182880"/>
                  </a:lnTo>
                  <a:lnTo>
                    <a:pt x="562914" y="196443"/>
                  </a:lnTo>
                  <a:lnTo>
                    <a:pt x="546404" y="196443"/>
                  </a:lnTo>
                  <a:lnTo>
                    <a:pt x="546404" y="203593"/>
                  </a:lnTo>
                  <a:lnTo>
                    <a:pt x="562914" y="203593"/>
                  </a:lnTo>
                  <a:lnTo>
                    <a:pt x="562914" y="257175"/>
                  </a:lnTo>
                  <a:lnTo>
                    <a:pt x="562914" y="262890"/>
                  </a:lnTo>
                  <a:lnTo>
                    <a:pt x="562914" y="314325"/>
                  </a:lnTo>
                  <a:lnTo>
                    <a:pt x="562914" y="320040"/>
                  </a:lnTo>
                  <a:lnTo>
                    <a:pt x="562914" y="371475"/>
                  </a:lnTo>
                  <a:lnTo>
                    <a:pt x="408901" y="371475"/>
                  </a:lnTo>
                  <a:lnTo>
                    <a:pt x="408901" y="320040"/>
                  </a:lnTo>
                  <a:lnTo>
                    <a:pt x="562914" y="320040"/>
                  </a:lnTo>
                  <a:lnTo>
                    <a:pt x="562914" y="314325"/>
                  </a:lnTo>
                  <a:lnTo>
                    <a:pt x="408901" y="314325"/>
                  </a:lnTo>
                  <a:lnTo>
                    <a:pt x="408901" y="262890"/>
                  </a:lnTo>
                  <a:lnTo>
                    <a:pt x="562914" y="262890"/>
                  </a:lnTo>
                  <a:lnTo>
                    <a:pt x="562914" y="257175"/>
                  </a:lnTo>
                  <a:lnTo>
                    <a:pt x="408901" y="257175"/>
                  </a:lnTo>
                  <a:lnTo>
                    <a:pt x="408901" y="203593"/>
                  </a:lnTo>
                  <a:lnTo>
                    <a:pt x="493522" y="203593"/>
                  </a:lnTo>
                  <a:lnTo>
                    <a:pt x="493522" y="196443"/>
                  </a:lnTo>
                  <a:lnTo>
                    <a:pt x="408901" y="196443"/>
                  </a:lnTo>
                  <a:lnTo>
                    <a:pt x="408901" y="168922"/>
                  </a:lnTo>
                  <a:lnTo>
                    <a:pt x="410895" y="170497"/>
                  </a:lnTo>
                  <a:lnTo>
                    <a:pt x="416801" y="172402"/>
                  </a:lnTo>
                  <a:lnTo>
                    <a:pt x="456907" y="160870"/>
                  </a:lnTo>
                  <a:lnTo>
                    <a:pt x="469519" y="146443"/>
                  </a:lnTo>
                  <a:lnTo>
                    <a:pt x="493522" y="146443"/>
                  </a:lnTo>
                  <a:lnTo>
                    <a:pt x="493522" y="139293"/>
                  </a:lnTo>
                  <a:lnTo>
                    <a:pt x="472173" y="139293"/>
                  </a:lnTo>
                  <a:lnTo>
                    <a:pt x="473189" y="134010"/>
                  </a:lnTo>
                  <a:lnTo>
                    <a:pt x="472998" y="126771"/>
                  </a:lnTo>
                  <a:lnTo>
                    <a:pt x="470433" y="121539"/>
                  </a:lnTo>
                  <a:lnTo>
                    <a:pt x="465480" y="118300"/>
                  </a:lnTo>
                  <a:lnTo>
                    <a:pt x="460908" y="114681"/>
                  </a:lnTo>
                  <a:lnTo>
                    <a:pt x="454431" y="112966"/>
                  </a:lnTo>
                  <a:lnTo>
                    <a:pt x="446049" y="113157"/>
                  </a:lnTo>
                  <a:lnTo>
                    <a:pt x="438111" y="114122"/>
                  </a:lnTo>
                  <a:lnTo>
                    <a:pt x="403542" y="137223"/>
                  </a:lnTo>
                  <a:lnTo>
                    <a:pt x="402551" y="139293"/>
                  </a:lnTo>
                  <a:lnTo>
                    <a:pt x="382384" y="139293"/>
                  </a:lnTo>
                  <a:lnTo>
                    <a:pt x="382384" y="146443"/>
                  </a:lnTo>
                  <a:lnTo>
                    <a:pt x="399834" y="146443"/>
                  </a:lnTo>
                  <a:lnTo>
                    <a:pt x="398894" y="151155"/>
                  </a:lnTo>
                  <a:lnTo>
                    <a:pt x="398983" y="154305"/>
                  </a:lnTo>
                  <a:lnTo>
                    <a:pt x="398894" y="196443"/>
                  </a:lnTo>
                  <a:lnTo>
                    <a:pt x="382384" y="196443"/>
                  </a:lnTo>
                  <a:lnTo>
                    <a:pt x="382384" y="203593"/>
                  </a:lnTo>
                  <a:lnTo>
                    <a:pt x="398894" y="203593"/>
                  </a:lnTo>
                  <a:lnTo>
                    <a:pt x="398894" y="257175"/>
                  </a:lnTo>
                  <a:lnTo>
                    <a:pt x="398894" y="262890"/>
                  </a:lnTo>
                  <a:lnTo>
                    <a:pt x="398894" y="314325"/>
                  </a:lnTo>
                  <a:lnTo>
                    <a:pt x="398894" y="320040"/>
                  </a:lnTo>
                  <a:lnTo>
                    <a:pt x="398894" y="371475"/>
                  </a:lnTo>
                  <a:lnTo>
                    <a:pt x="258165" y="371475"/>
                  </a:lnTo>
                  <a:lnTo>
                    <a:pt x="258165" y="320040"/>
                  </a:lnTo>
                  <a:lnTo>
                    <a:pt x="398894" y="320040"/>
                  </a:lnTo>
                  <a:lnTo>
                    <a:pt x="398894" y="314325"/>
                  </a:lnTo>
                  <a:lnTo>
                    <a:pt x="258165" y="314325"/>
                  </a:lnTo>
                  <a:lnTo>
                    <a:pt x="258165" y="262890"/>
                  </a:lnTo>
                  <a:lnTo>
                    <a:pt x="398894" y="262890"/>
                  </a:lnTo>
                  <a:lnTo>
                    <a:pt x="398894" y="257175"/>
                  </a:lnTo>
                  <a:lnTo>
                    <a:pt x="258165" y="257175"/>
                  </a:lnTo>
                  <a:lnTo>
                    <a:pt x="258165" y="203593"/>
                  </a:lnTo>
                  <a:lnTo>
                    <a:pt x="342785" y="203593"/>
                  </a:lnTo>
                  <a:lnTo>
                    <a:pt x="342785" y="196443"/>
                  </a:lnTo>
                  <a:lnTo>
                    <a:pt x="258165" y="196443"/>
                  </a:lnTo>
                  <a:lnTo>
                    <a:pt x="258165" y="146443"/>
                  </a:lnTo>
                  <a:lnTo>
                    <a:pt x="342785" y="146443"/>
                  </a:lnTo>
                  <a:lnTo>
                    <a:pt x="342785" y="139293"/>
                  </a:lnTo>
                  <a:lnTo>
                    <a:pt x="293509" y="139293"/>
                  </a:lnTo>
                  <a:lnTo>
                    <a:pt x="298221" y="137210"/>
                  </a:lnTo>
                  <a:lnTo>
                    <a:pt x="306171" y="132295"/>
                  </a:lnTo>
                  <a:lnTo>
                    <a:pt x="312864" y="126441"/>
                  </a:lnTo>
                  <a:lnTo>
                    <a:pt x="317804" y="120015"/>
                  </a:lnTo>
                  <a:lnTo>
                    <a:pt x="321005" y="113004"/>
                  </a:lnTo>
                  <a:lnTo>
                    <a:pt x="322453" y="105435"/>
                  </a:lnTo>
                  <a:lnTo>
                    <a:pt x="322262" y="98196"/>
                  </a:lnTo>
                  <a:lnTo>
                    <a:pt x="319697" y="92964"/>
                  </a:lnTo>
                  <a:lnTo>
                    <a:pt x="314744" y="89725"/>
                  </a:lnTo>
                  <a:lnTo>
                    <a:pt x="310172" y="86106"/>
                  </a:lnTo>
                  <a:lnTo>
                    <a:pt x="303695" y="84391"/>
                  </a:lnTo>
                  <a:lnTo>
                    <a:pt x="295313" y="84582"/>
                  </a:lnTo>
                  <a:lnTo>
                    <a:pt x="287375" y="85547"/>
                  </a:lnTo>
                  <a:lnTo>
                    <a:pt x="252806" y="108648"/>
                  </a:lnTo>
                  <a:lnTo>
                    <a:pt x="248158" y="122580"/>
                  </a:lnTo>
                  <a:lnTo>
                    <a:pt x="248246" y="125730"/>
                  </a:lnTo>
                  <a:lnTo>
                    <a:pt x="248158" y="139293"/>
                  </a:lnTo>
                  <a:lnTo>
                    <a:pt x="231635" y="139293"/>
                  </a:lnTo>
                  <a:lnTo>
                    <a:pt x="231635" y="146443"/>
                  </a:lnTo>
                  <a:lnTo>
                    <a:pt x="248158" y="146443"/>
                  </a:lnTo>
                  <a:lnTo>
                    <a:pt x="248158" y="196443"/>
                  </a:lnTo>
                  <a:lnTo>
                    <a:pt x="231635" y="196443"/>
                  </a:lnTo>
                  <a:lnTo>
                    <a:pt x="231635" y="203593"/>
                  </a:lnTo>
                  <a:lnTo>
                    <a:pt x="248158" y="203593"/>
                  </a:lnTo>
                  <a:lnTo>
                    <a:pt x="248158" y="257175"/>
                  </a:lnTo>
                  <a:lnTo>
                    <a:pt x="248158" y="262890"/>
                  </a:lnTo>
                  <a:lnTo>
                    <a:pt x="248158" y="314325"/>
                  </a:lnTo>
                  <a:lnTo>
                    <a:pt x="248158" y="320040"/>
                  </a:lnTo>
                  <a:lnTo>
                    <a:pt x="248158" y="371475"/>
                  </a:lnTo>
                  <a:lnTo>
                    <a:pt x="94145" y="371475"/>
                  </a:lnTo>
                  <a:lnTo>
                    <a:pt x="94145" y="320040"/>
                  </a:lnTo>
                  <a:lnTo>
                    <a:pt x="248158" y="320040"/>
                  </a:lnTo>
                  <a:lnTo>
                    <a:pt x="248158" y="314325"/>
                  </a:lnTo>
                  <a:lnTo>
                    <a:pt x="94145" y="314325"/>
                  </a:lnTo>
                  <a:lnTo>
                    <a:pt x="94145" y="262890"/>
                  </a:lnTo>
                  <a:lnTo>
                    <a:pt x="248158" y="262890"/>
                  </a:lnTo>
                  <a:lnTo>
                    <a:pt x="248158" y="257175"/>
                  </a:lnTo>
                  <a:lnTo>
                    <a:pt x="94145" y="257175"/>
                  </a:lnTo>
                  <a:lnTo>
                    <a:pt x="94145" y="203593"/>
                  </a:lnTo>
                  <a:lnTo>
                    <a:pt x="178765" y="203593"/>
                  </a:lnTo>
                  <a:lnTo>
                    <a:pt x="178765" y="196443"/>
                  </a:lnTo>
                  <a:lnTo>
                    <a:pt x="94145" y="196443"/>
                  </a:lnTo>
                  <a:lnTo>
                    <a:pt x="94145" y="146443"/>
                  </a:lnTo>
                  <a:lnTo>
                    <a:pt x="178765" y="146443"/>
                  </a:lnTo>
                  <a:lnTo>
                    <a:pt x="178765" y="139293"/>
                  </a:lnTo>
                  <a:lnTo>
                    <a:pt x="94145" y="139293"/>
                  </a:lnTo>
                  <a:lnTo>
                    <a:pt x="94145" y="111772"/>
                  </a:lnTo>
                  <a:lnTo>
                    <a:pt x="96139" y="113347"/>
                  </a:lnTo>
                  <a:lnTo>
                    <a:pt x="102044" y="115252"/>
                  </a:lnTo>
                  <a:lnTo>
                    <a:pt x="142151" y="103720"/>
                  </a:lnTo>
                  <a:lnTo>
                    <a:pt x="154762" y="89293"/>
                  </a:lnTo>
                  <a:lnTo>
                    <a:pt x="178765" y="89293"/>
                  </a:lnTo>
                  <a:lnTo>
                    <a:pt x="178765" y="82143"/>
                  </a:lnTo>
                  <a:lnTo>
                    <a:pt x="157416" y="82143"/>
                  </a:lnTo>
                  <a:lnTo>
                    <a:pt x="158432" y="76860"/>
                  </a:lnTo>
                  <a:lnTo>
                    <a:pt x="158242" y="69621"/>
                  </a:lnTo>
                  <a:lnTo>
                    <a:pt x="155676" y="64389"/>
                  </a:lnTo>
                  <a:lnTo>
                    <a:pt x="150723" y="61150"/>
                  </a:lnTo>
                  <a:lnTo>
                    <a:pt x="146151" y="57531"/>
                  </a:lnTo>
                  <a:lnTo>
                    <a:pt x="139674" y="55816"/>
                  </a:lnTo>
                  <a:lnTo>
                    <a:pt x="131292" y="56007"/>
                  </a:lnTo>
                  <a:lnTo>
                    <a:pt x="123355" y="56972"/>
                  </a:lnTo>
                  <a:lnTo>
                    <a:pt x="88785" y="80073"/>
                  </a:lnTo>
                  <a:lnTo>
                    <a:pt x="87795" y="82143"/>
                  </a:lnTo>
                  <a:lnTo>
                    <a:pt x="67614" y="82143"/>
                  </a:lnTo>
                  <a:lnTo>
                    <a:pt x="67614" y="89293"/>
                  </a:lnTo>
                  <a:lnTo>
                    <a:pt x="85077" y="89293"/>
                  </a:lnTo>
                  <a:lnTo>
                    <a:pt x="84137" y="94005"/>
                  </a:lnTo>
                  <a:lnTo>
                    <a:pt x="84226" y="97155"/>
                  </a:lnTo>
                  <a:lnTo>
                    <a:pt x="84137" y="139293"/>
                  </a:lnTo>
                  <a:lnTo>
                    <a:pt x="67614" y="139293"/>
                  </a:lnTo>
                  <a:lnTo>
                    <a:pt x="67614" y="146443"/>
                  </a:lnTo>
                  <a:lnTo>
                    <a:pt x="84137" y="146443"/>
                  </a:lnTo>
                  <a:lnTo>
                    <a:pt x="84137" y="196443"/>
                  </a:lnTo>
                  <a:lnTo>
                    <a:pt x="67614" y="196443"/>
                  </a:lnTo>
                  <a:lnTo>
                    <a:pt x="67614" y="203593"/>
                  </a:lnTo>
                  <a:lnTo>
                    <a:pt x="84137" y="203593"/>
                  </a:lnTo>
                  <a:lnTo>
                    <a:pt x="84137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84137" y="262890"/>
                  </a:lnTo>
                  <a:lnTo>
                    <a:pt x="84137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84137" y="320040"/>
                  </a:lnTo>
                  <a:lnTo>
                    <a:pt x="84137" y="371475"/>
                  </a:lnTo>
                  <a:lnTo>
                    <a:pt x="0" y="371475"/>
                  </a:lnTo>
                  <a:lnTo>
                    <a:pt x="0" y="377190"/>
                  </a:lnTo>
                  <a:lnTo>
                    <a:pt x="726935" y="377190"/>
                  </a:lnTo>
                  <a:lnTo>
                    <a:pt x="726935" y="400050"/>
                  </a:lnTo>
                  <a:lnTo>
                    <a:pt x="736942" y="400050"/>
                  </a:lnTo>
                  <a:lnTo>
                    <a:pt x="736942" y="377190"/>
                  </a:lnTo>
                  <a:lnTo>
                    <a:pt x="877671" y="377190"/>
                  </a:lnTo>
                  <a:lnTo>
                    <a:pt x="877671" y="414337"/>
                  </a:lnTo>
                  <a:lnTo>
                    <a:pt x="887679" y="414337"/>
                  </a:lnTo>
                  <a:lnTo>
                    <a:pt x="887679" y="377190"/>
                  </a:lnTo>
                  <a:lnTo>
                    <a:pt x="1024318" y="377190"/>
                  </a:lnTo>
                  <a:lnTo>
                    <a:pt x="1024318" y="371475"/>
                  </a:lnTo>
                  <a:lnTo>
                    <a:pt x="887679" y="371475"/>
                  </a:lnTo>
                  <a:lnTo>
                    <a:pt x="887679" y="320040"/>
                  </a:lnTo>
                  <a:lnTo>
                    <a:pt x="1024318" y="320040"/>
                  </a:lnTo>
                  <a:lnTo>
                    <a:pt x="1024318" y="314325"/>
                  </a:lnTo>
                  <a:lnTo>
                    <a:pt x="887679" y="314325"/>
                  </a:lnTo>
                  <a:lnTo>
                    <a:pt x="887679" y="262890"/>
                  </a:lnTo>
                  <a:lnTo>
                    <a:pt x="1024318" y="262890"/>
                  </a:lnTo>
                  <a:lnTo>
                    <a:pt x="1024318" y="257175"/>
                  </a:lnTo>
                  <a:close/>
                </a:path>
                <a:path w="1037589" h="491490">
                  <a:moveTo>
                    <a:pt x="1037018" y="259461"/>
                  </a:moveTo>
                  <a:lnTo>
                    <a:pt x="1028446" y="259461"/>
                  </a:lnTo>
                  <a:lnTo>
                    <a:pt x="1028446" y="491490"/>
                  </a:lnTo>
                  <a:lnTo>
                    <a:pt x="1037018" y="491490"/>
                  </a:lnTo>
                  <a:lnTo>
                    <a:pt x="1037018" y="2594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66700" y="473075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68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39815" y="311150"/>
            <a:ext cx="43688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Bauer Bodoni Std Bold Cond" panose="02070903080706020303" pitchFamily="18" charset="77"/>
                <a:cs typeface="Source Serif 4"/>
              </a:rPr>
              <a:t>a</a:t>
            </a:r>
            <a:r>
              <a:rPr sz="900" b="1" spc="-5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900" b="1" spc="-10" dirty="0">
                <a:latin typeface="Bauer Bodoni Std Bold Cond" panose="02070903080706020303" pitchFamily="18" charset="77"/>
                <a:cs typeface="Source Serif 4"/>
              </a:rPr>
              <a:t>tempo</a:t>
            </a:r>
            <a:endParaRPr sz="900" b="1" dirty="0">
              <a:latin typeface="Bauer Bodoni Std Bold Cond" panose="02070903080706020303" pitchFamily="18" charset="77"/>
              <a:cs typeface="Source Serif 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9387" y="463550"/>
            <a:ext cx="7101840" cy="3797935"/>
            <a:chOff x="179387" y="463550"/>
            <a:chExt cx="7101840" cy="3797935"/>
          </a:xfrm>
        </p:grpSpPr>
        <p:sp>
          <p:nvSpPr>
            <p:cNvPr id="19" name="object 19"/>
            <p:cNvSpPr/>
            <p:nvPr/>
          </p:nvSpPr>
          <p:spPr>
            <a:xfrm>
              <a:off x="3152508" y="581034"/>
              <a:ext cx="4115435" cy="487045"/>
            </a:xfrm>
            <a:custGeom>
              <a:avLst/>
              <a:gdLst/>
              <a:ahLst/>
              <a:cxnLst/>
              <a:rect l="l" t="t" r="r" b="b"/>
              <a:pathLst>
                <a:path w="4115434" h="487044">
                  <a:moveTo>
                    <a:pt x="164020" y="257175"/>
                  </a:moveTo>
                  <a:lnTo>
                    <a:pt x="0" y="257175"/>
                  </a:lnTo>
                  <a:lnTo>
                    <a:pt x="0" y="285750"/>
                  </a:lnTo>
                  <a:lnTo>
                    <a:pt x="164020" y="285750"/>
                  </a:lnTo>
                  <a:lnTo>
                    <a:pt x="164020" y="257175"/>
                  </a:lnTo>
                  <a:close/>
                </a:path>
                <a:path w="4115434" h="487044">
                  <a:moveTo>
                    <a:pt x="478777" y="257175"/>
                  </a:moveTo>
                  <a:lnTo>
                    <a:pt x="314756" y="257175"/>
                  </a:lnTo>
                  <a:lnTo>
                    <a:pt x="314756" y="285750"/>
                  </a:lnTo>
                  <a:lnTo>
                    <a:pt x="478777" y="285750"/>
                  </a:lnTo>
                  <a:lnTo>
                    <a:pt x="478777" y="257175"/>
                  </a:lnTo>
                  <a:close/>
                </a:path>
                <a:path w="4115434" h="487044">
                  <a:moveTo>
                    <a:pt x="793534" y="299910"/>
                  </a:moveTo>
                  <a:lnTo>
                    <a:pt x="642797" y="285623"/>
                  </a:lnTo>
                  <a:lnTo>
                    <a:pt x="642797" y="314325"/>
                  </a:lnTo>
                  <a:lnTo>
                    <a:pt x="793534" y="328612"/>
                  </a:lnTo>
                  <a:lnTo>
                    <a:pt x="793534" y="299910"/>
                  </a:lnTo>
                  <a:close/>
                </a:path>
                <a:path w="4115434" h="487044">
                  <a:moveTo>
                    <a:pt x="2093785" y="94678"/>
                  </a:moveTo>
                  <a:lnTo>
                    <a:pt x="2091982" y="90195"/>
                  </a:lnTo>
                  <a:lnTo>
                    <a:pt x="2088362" y="86575"/>
                  </a:lnTo>
                  <a:lnTo>
                    <a:pt x="2084743" y="82765"/>
                  </a:lnTo>
                  <a:lnTo>
                    <a:pt x="2080552" y="80860"/>
                  </a:lnTo>
                  <a:lnTo>
                    <a:pt x="2076932" y="80860"/>
                  </a:lnTo>
                  <a:lnTo>
                    <a:pt x="2076932" y="102006"/>
                  </a:lnTo>
                  <a:lnTo>
                    <a:pt x="2076551" y="108483"/>
                  </a:lnTo>
                  <a:lnTo>
                    <a:pt x="2073884" y="114960"/>
                  </a:lnTo>
                  <a:lnTo>
                    <a:pt x="2068931" y="121437"/>
                  </a:lnTo>
                  <a:lnTo>
                    <a:pt x="2055495" y="138303"/>
                  </a:lnTo>
                  <a:lnTo>
                    <a:pt x="2055495" y="99720"/>
                  </a:lnTo>
                  <a:lnTo>
                    <a:pt x="2065210" y="89535"/>
                  </a:lnTo>
                  <a:lnTo>
                    <a:pt x="2068068" y="89725"/>
                  </a:lnTo>
                  <a:lnTo>
                    <a:pt x="2073402" y="90678"/>
                  </a:lnTo>
                  <a:lnTo>
                    <a:pt x="2076297" y="94678"/>
                  </a:lnTo>
                  <a:lnTo>
                    <a:pt x="2076437" y="95821"/>
                  </a:lnTo>
                  <a:lnTo>
                    <a:pt x="2076932" y="102006"/>
                  </a:lnTo>
                  <a:lnTo>
                    <a:pt x="2076932" y="80860"/>
                  </a:lnTo>
                  <a:lnTo>
                    <a:pt x="2075789" y="80860"/>
                  </a:lnTo>
                  <a:lnTo>
                    <a:pt x="2068169" y="81432"/>
                  </a:lnTo>
                  <a:lnTo>
                    <a:pt x="2061400" y="84289"/>
                  </a:lnTo>
                  <a:lnTo>
                    <a:pt x="2055495" y="89433"/>
                  </a:lnTo>
                  <a:lnTo>
                    <a:pt x="2055495" y="0"/>
                  </a:lnTo>
                  <a:lnTo>
                    <a:pt x="2048637" y="0"/>
                  </a:lnTo>
                  <a:lnTo>
                    <a:pt x="2048637" y="153162"/>
                  </a:lnTo>
                  <a:lnTo>
                    <a:pt x="2063889" y="138303"/>
                  </a:lnTo>
                  <a:lnTo>
                    <a:pt x="2070925" y="131445"/>
                  </a:lnTo>
                  <a:lnTo>
                    <a:pt x="2085784" y="118008"/>
                  </a:lnTo>
                  <a:lnTo>
                    <a:pt x="2090547" y="112864"/>
                  </a:lnTo>
                  <a:lnTo>
                    <a:pt x="2093214" y="106870"/>
                  </a:lnTo>
                  <a:lnTo>
                    <a:pt x="2093785" y="100012"/>
                  </a:lnTo>
                  <a:lnTo>
                    <a:pt x="2093785" y="94678"/>
                  </a:lnTo>
                  <a:close/>
                </a:path>
                <a:path w="4115434" h="487044">
                  <a:moveTo>
                    <a:pt x="4115384" y="171450"/>
                  </a:moveTo>
                  <a:lnTo>
                    <a:pt x="3567531" y="171450"/>
                  </a:lnTo>
                  <a:lnTo>
                    <a:pt x="3557536" y="171450"/>
                  </a:lnTo>
                  <a:lnTo>
                    <a:pt x="3557536" y="177165"/>
                  </a:lnTo>
                  <a:lnTo>
                    <a:pt x="3557536" y="342900"/>
                  </a:lnTo>
                  <a:lnTo>
                    <a:pt x="3554082" y="342900"/>
                  </a:lnTo>
                  <a:lnTo>
                    <a:pt x="3549053" y="341566"/>
                  </a:lnTo>
                  <a:lnTo>
                    <a:pt x="3540671" y="341757"/>
                  </a:lnTo>
                  <a:lnTo>
                    <a:pt x="3532746" y="342722"/>
                  </a:lnTo>
                  <a:lnTo>
                    <a:pt x="3532136" y="342900"/>
                  </a:lnTo>
                  <a:lnTo>
                    <a:pt x="3517519" y="342900"/>
                  </a:lnTo>
                  <a:lnTo>
                    <a:pt x="3517519" y="348615"/>
                  </a:lnTo>
                  <a:lnTo>
                    <a:pt x="3517315" y="348716"/>
                  </a:lnTo>
                  <a:lnTo>
                    <a:pt x="3509810" y="353758"/>
                  </a:lnTo>
                  <a:lnTo>
                    <a:pt x="3503117" y="359562"/>
                  </a:lnTo>
                  <a:lnTo>
                    <a:pt x="3498177" y="365823"/>
                  </a:lnTo>
                  <a:lnTo>
                    <a:pt x="3494976" y="372567"/>
                  </a:lnTo>
                  <a:lnTo>
                    <a:pt x="3493528" y="379755"/>
                  </a:lnTo>
                  <a:lnTo>
                    <a:pt x="3493719" y="386232"/>
                  </a:lnTo>
                  <a:lnTo>
                    <a:pt x="3496195" y="391477"/>
                  </a:lnTo>
                  <a:lnTo>
                    <a:pt x="3500958" y="395478"/>
                  </a:lnTo>
                  <a:lnTo>
                    <a:pt x="3505530" y="399097"/>
                  </a:lnTo>
                  <a:lnTo>
                    <a:pt x="3508476" y="400050"/>
                  </a:lnTo>
                  <a:lnTo>
                    <a:pt x="3059468" y="400050"/>
                  </a:lnTo>
                  <a:lnTo>
                    <a:pt x="3059468" y="348615"/>
                  </a:lnTo>
                  <a:lnTo>
                    <a:pt x="3130905" y="348615"/>
                  </a:lnTo>
                  <a:lnTo>
                    <a:pt x="3130905" y="353187"/>
                  </a:lnTo>
                  <a:lnTo>
                    <a:pt x="3135592" y="348615"/>
                  </a:lnTo>
                  <a:lnTo>
                    <a:pt x="3343300" y="348615"/>
                  </a:lnTo>
                  <a:lnTo>
                    <a:pt x="3342792" y="351180"/>
                  </a:lnTo>
                  <a:lnTo>
                    <a:pt x="3342983" y="357657"/>
                  </a:lnTo>
                  <a:lnTo>
                    <a:pt x="3367938" y="372618"/>
                  </a:lnTo>
                  <a:lnTo>
                    <a:pt x="3376422" y="371665"/>
                  </a:lnTo>
                  <a:lnTo>
                    <a:pt x="3412439" y="348615"/>
                  </a:lnTo>
                  <a:lnTo>
                    <a:pt x="3517519" y="348615"/>
                  </a:lnTo>
                  <a:lnTo>
                    <a:pt x="3517519" y="342900"/>
                  </a:lnTo>
                  <a:lnTo>
                    <a:pt x="3415042" y="342900"/>
                  </a:lnTo>
                  <a:lnTo>
                    <a:pt x="3415639" y="341604"/>
                  </a:lnTo>
                  <a:lnTo>
                    <a:pt x="3417087" y="334035"/>
                  </a:lnTo>
                  <a:lnTo>
                    <a:pt x="3416897" y="326796"/>
                  </a:lnTo>
                  <a:lnTo>
                    <a:pt x="3416795" y="326593"/>
                  </a:lnTo>
                  <a:lnTo>
                    <a:pt x="3416795" y="291465"/>
                  </a:lnTo>
                  <a:lnTo>
                    <a:pt x="3557536" y="291465"/>
                  </a:lnTo>
                  <a:lnTo>
                    <a:pt x="3557536" y="285750"/>
                  </a:lnTo>
                  <a:lnTo>
                    <a:pt x="3416795" y="285750"/>
                  </a:lnTo>
                  <a:lnTo>
                    <a:pt x="3416795" y="234315"/>
                  </a:lnTo>
                  <a:lnTo>
                    <a:pt x="3557536" y="234315"/>
                  </a:lnTo>
                  <a:lnTo>
                    <a:pt x="3557536" y="228600"/>
                  </a:lnTo>
                  <a:lnTo>
                    <a:pt x="3416795" y="228600"/>
                  </a:lnTo>
                  <a:lnTo>
                    <a:pt x="3416795" y="177165"/>
                  </a:lnTo>
                  <a:lnTo>
                    <a:pt x="3557536" y="177165"/>
                  </a:lnTo>
                  <a:lnTo>
                    <a:pt x="3557536" y="171450"/>
                  </a:lnTo>
                  <a:lnTo>
                    <a:pt x="3416795" y="171450"/>
                  </a:lnTo>
                  <a:lnTo>
                    <a:pt x="3416795" y="128587"/>
                  </a:lnTo>
                  <a:lnTo>
                    <a:pt x="3406800" y="128587"/>
                  </a:lnTo>
                  <a:lnTo>
                    <a:pt x="3406800" y="171450"/>
                  </a:lnTo>
                  <a:lnTo>
                    <a:pt x="3406800" y="177165"/>
                  </a:lnTo>
                  <a:lnTo>
                    <a:pt x="3406800" y="316306"/>
                  </a:lnTo>
                  <a:lnTo>
                    <a:pt x="3404793" y="314706"/>
                  </a:lnTo>
                  <a:lnTo>
                    <a:pt x="3398316" y="312991"/>
                  </a:lnTo>
                  <a:lnTo>
                    <a:pt x="3389934" y="313182"/>
                  </a:lnTo>
                  <a:lnTo>
                    <a:pt x="3382010" y="314147"/>
                  </a:lnTo>
                  <a:lnTo>
                    <a:pt x="3347428" y="337248"/>
                  </a:lnTo>
                  <a:lnTo>
                    <a:pt x="3344748" y="342900"/>
                  </a:lnTo>
                  <a:lnTo>
                    <a:pt x="3226384" y="342900"/>
                  </a:lnTo>
                  <a:lnTo>
                    <a:pt x="3261703" y="320040"/>
                  </a:lnTo>
                  <a:lnTo>
                    <a:pt x="3266351" y="305460"/>
                  </a:lnTo>
                  <a:lnTo>
                    <a:pt x="3266160" y="298221"/>
                  </a:lnTo>
                  <a:lnTo>
                    <a:pt x="3266059" y="298018"/>
                  </a:lnTo>
                  <a:lnTo>
                    <a:pt x="3266059" y="291465"/>
                  </a:lnTo>
                  <a:lnTo>
                    <a:pt x="3406800" y="291465"/>
                  </a:lnTo>
                  <a:lnTo>
                    <a:pt x="3406800" y="285750"/>
                  </a:lnTo>
                  <a:lnTo>
                    <a:pt x="3266059" y="285750"/>
                  </a:lnTo>
                  <a:lnTo>
                    <a:pt x="3266059" y="234315"/>
                  </a:lnTo>
                  <a:lnTo>
                    <a:pt x="3406800" y="234315"/>
                  </a:lnTo>
                  <a:lnTo>
                    <a:pt x="3406800" y="228600"/>
                  </a:lnTo>
                  <a:lnTo>
                    <a:pt x="3266059" y="228600"/>
                  </a:lnTo>
                  <a:lnTo>
                    <a:pt x="3266059" y="177165"/>
                  </a:lnTo>
                  <a:lnTo>
                    <a:pt x="3406800" y="177165"/>
                  </a:lnTo>
                  <a:lnTo>
                    <a:pt x="3406800" y="171450"/>
                  </a:lnTo>
                  <a:lnTo>
                    <a:pt x="3266059" y="171450"/>
                  </a:lnTo>
                  <a:lnTo>
                    <a:pt x="3266059" y="114300"/>
                  </a:lnTo>
                  <a:lnTo>
                    <a:pt x="3256064" y="114300"/>
                  </a:lnTo>
                  <a:lnTo>
                    <a:pt x="3256064" y="171450"/>
                  </a:lnTo>
                  <a:lnTo>
                    <a:pt x="3256064" y="177165"/>
                  </a:lnTo>
                  <a:lnTo>
                    <a:pt x="3256064" y="228600"/>
                  </a:lnTo>
                  <a:lnTo>
                    <a:pt x="3256064" y="234315"/>
                  </a:lnTo>
                  <a:lnTo>
                    <a:pt x="3256064" y="285750"/>
                  </a:lnTo>
                  <a:lnTo>
                    <a:pt x="3252609" y="285750"/>
                  </a:lnTo>
                  <a:lnTo>
                    <a:pt x="3247580" y="284416"/>
                  </a:lnTo>
                  <a:lnTo>
                    <a:pt x="3239198" y="284607"/>
                  </a:lnTo>
                  <a:lnTo>
                    <a:pt x="3231273" y="285572"/>
                  </a:lnTo>
                  <a:lnTo>
                    <a:pt x="3230664" y="285750"/>
                  </a:lnTo>
                  <a:lnTo>
                    <a:pt x="3216046" y="285750"/>
                  </a:lnTo>
                  <a:lnTo>
                    <a:pt x="3216046" y="291465"/>
                  </a:lnTo>
                  <a:lnTo>
                    <a:pt x="3215843" y="291566"/>
                  </a:lnTo>
                  <a:lnTo>
                    <a:pt x="3208337" y="296608"/>
                  </a:lnTo>
                  <a:lnTo>
                    <a:pt x="3201644" y="302412"/>
                  </a:lnTo>
                  <a:lnTo>
                    <a:pt x="3196691" y="308673"/>
                  </a:lnTo>
                  <a:lnTo>
                    <a:pt x="3193491" y="315417"/>
                  </a:lnTo>
                  <a:lnTo>
                    <a:pt x="3192056" y="322605"/>
                  </a:lnTo>
                  <a:lnTo>
                    <a:pt x="3192246" y="329082"/>
                  </a:lnTo>
                  <a:lnTo>
                    <a:pt x="3194723" y="334327"/>
                  </a:lnTo>
                  <a:lnTo>
                    <a:pt x="3199485" y="338328"/>
                  </a:lnTo>
                  <a:lnTo>
                    <a:pt x="3204057" y="341947"/>
                  </a:lnTo>
                  <a:lnTo>
                    <a:pt x="3207004" y="342900"/>
                  </a:lnTo>
                  <a:lnTo>
                    <a:pt x="3141446" y="342900"/>
                  </a:lnTo>
                  <a:lnTo>
                    <a:pt x="3146145" y="338328"/>
                  </a:lnTo>
                  <a:lnTo>
                    <a:pt x="3153194" y="331470"/>
                  </a:lnTo>
                  <a:lnTo>
                    <a:pt x="3168053" y="318033"/>
                  </a:lnTo>
                  <a:lnTo>
                    <a:pt x="3172815" y="312889"/>
                  </a:lnTo>
                  <a:lnTo>
                    <a:pt x="3175482" y="306895"/>
                  </a:lnTo>
                  <a:lnTo>
                    <a:pt x="3176054" y="300037"/>
                  </a:lnTo>
                  <a:lnTo>
                    <a:pt x="3176054" y="294703"/>
                  </a:lnTo>
                  <a:lnTo>
                    <a:pt x="3174733" y="291465"/>
                  </a:lnTo>
                  <a:lnTo>
                    <a:pt x="3216046" y="291465"/>
                  </a:lnTo>
                  <a:lnTo>
                    <a:pt x="3216046" y="285750"/>
                  </a:lnTo>
                  <a:lnTo>
                    <a:pt x="3169805" y="285750"/>
                  </a:lnTo>
                  <a:lnTo>
                    <a:pt x="3166999" y="282790"/>
                  </a:lnTo>
                  <a:lnTo>
                    <a:pt x="3162808" y="280885"/>
                  </a:lnTo>
                  <a:lnTo>
                    <a:pt x="3159188" y="280885"/>
                  </a:lnTo>
                  <a:lnTo>
                    <a:pt x="3159188" y="302031"/>
                  </a:lnTo>
                  <a:lnTo>
                    <a:pt x="3158807" y="308508"/>
                  </a:lnTo>
                  <a:lnTo>
                    <a:pt x="3156140" y="314985"/>
                  </a:lnTo>
                  <a:lnTo>
                    <a:pt x="3151187" y="321462"/>
                  </a:lnTo>
                  <a:lnTo>
                    <a:pt x="3137763" y="338328"/>
                  </a:lnTo>
                  <a:lnTo>
                    <a:pt x="3137763" y="299745"/>
                  </a:lnTo>
                  <a:lnTo>
                    <a:pt x="3137954" y="298030"/>
                  </a:lnTo>
                  <a:lnTo>
                    <a:pt x="3139376" y="295846"/>
                  </a:lnTo>
                  <a:lnTo>
                    <a:pt x="3142043" y="293179"/>
                  </a:lnTo>
                  <a:lnTo>
                    <a:pt x="3143885" y="291465"/>
                  </a:lnTo>
                  <a:lnTo>
                    <a:pt x="3156216" y="291465"/>
                  </a:lnTo>
                  <a:lnTo>
                    <a:pt x="3158553" y="294703"/>
                  </a:lnTo>
                  <a:lnTo>
                    <a:pt x="3158706" y="295846"/>
                  </a:lnTo>
                  <a:lnTo>
                    <a:pt x="3159188" y="302031"/>
                  </a:lnTo>
                  <a:lnTo>
                    <a:pt x="3159188" y="280885"/>
                  </a:lnTo>
                  <a:lnTo>
                    <a:pt x="3158045" y="280885"/>
                  </a:lnTo>
                  <a:lnTo>
                    <a:pt x="3150425" y="281457"/>
                  </a:lnTo>
                  <a:lnTo>
                    <a:pt x="3143669" y="284314"/>
                  </a:lnTo>
                  <a:lnTo>
                    <a:pt x="3142018" y="285750"/>
                  </a:lnTo>
                  <a:lnTo>
                    <a:pt x="3137763" y="285750"/>
                  </a:lnTo>
                  <a:lnTo>
                    <a:pt x="3137763" y="234315"/>
                  </a:lnTo>
                  <a:lnTo>
                    <a:pt x="3256064" y="234315"/>
                  </a:lnTo>
                  <a:lnTo>
                    <a:pt x="3256064" y="228600"/>
                  </a:lnTo>
                  <a:lnTo>
                    <a:pt x="3137763" y="228600"/>
                  </a:lnTo>
                  <a:lnTo>
                    <a:pt x="3137763" y="200025"/>
                  </a:lnTo>
                  <a:lnTo>
                    <a:pt x="3130905" y="200025"/>
                  </a:lnTo>
                  <a:lnTo>
                    <a:pt x="3130905" y="342900"/>
                  </a:lnTo>
                  <a:lnTo>
                    <a:pt x="3059468" y="342900"/>
                  </a:lnTo>
                  <a:lnTo>
                    <a:pt x="3059468" y="291465"/>
                  </a:lnTo>
                  <a:lnTo>
                    <a:pt x="3130905" y="291465"/>
                  </a:lnTo>
                  <a:lnTo>
                    <a:pt x="3130905" y="285750"/>
                  </a:lnTo>
                  <a:lnTo>
                    <a:pt x="3059468" y="285750"/>
                  </a:lnTo>
                  <a:lnTo>
                    <a:pt x="3059468" y="234315"/>
                  </a:lnTo>
                  <a:lnTo>
                    <a:pt x="3130905" y="234315"/>
                  </a:lnTo>
                  <a:lnTo>
                    <a:pt x="3130905" y="228600"/>
                  </a:lnTo>
                  <a:lnTo>
                    <a:pt x="3059468" y="228600"/>
                  </a:lnTo>
                  <a:lnTo>
                    <a:pt x="3059468" y="177165"/>
                  </a:lnTo>
                  <a:lnTo>
                    <a:pt x="3256064" y="177165"/>
                  </a:lnTo>
                  <a:lnTo>
                    <a:pt x="3256064" y="171450"/>
                  </a:lnTo>
                  <a:lnTo>
                    <a:pt x="3050895" y="171450"/>
                  </a:lnTo>
                  <a:lnTo>
                    <a:pt x="3050895" y="177165"/>
                  </a:lnTo>
                  <a:lnTo>
                    <a:pt x="3050895" y="228600"/>
                  </a:lnTo>
                  <a:lnTo>
                    <a:pt x="3050895" y="400050"/>
                  </a:lnTo>
                  <a:lnTo>
                    <a:pt x="3046768" y="400050"/>
                  </a:lnTo>
                  <a:lnTo>
                    <a:pt x="2910116" y="400050"/>
                  </a:lnTo>
                  <a:lnTo>
                    <a:pt x="2910116" y="348615"/>
                  </a:lnTo>
                  <a:lnTo>
                    <a:pt x="3046768" y="348615"/>
                  </a:lnTo>
                  <a:lnTo>
                    <a:pt x="3050895" y="348615"/>
                  </a:lnTo>
                  <a:lnTo>
                    <a:pt x="3050895" y="342900"/>
                  </a:lnTo>
                  <a:lnTo>
                    <a:pt x="3046768" y="342900"/>
                  </a:lnTo>
                  <a:lnTo>
                    <a:pt x="2910116" y="342900"/>
                  </a:lnTo>
                  <a:lnTo>
                    <a:pt x="2910116" y="291465"/>
                  </a:lnTo>
                  <a:lnTo>
                    <a:pt x="3046768" y="291465"/>
                  </a:lnTo>
                  <a:lnTo>
                    <a:pt x="3050895" y="291465"/>
                  </a:lnTo>
                  <a:lnTo>
                    <a:pt x="3050895" y="285750"/>
                  </a:lnTo>
                  <a:lnTo>
                    <a:pt x="3046768" y="285750"/>
                  </a:lnTo>
                  <a:lnTo>
                    <a:pt x="2934449" y="285750"/>
                  </a:lnTo>
                  <a:lnTo>
                    <a:pt x="2969768" y="262890"/>
                  </a:lnTo>
                  <a:lnTo>
                    <a:pt x="2974416" y="248310"/>
                  </a:lnTo>
                  <a:lnTo>
                    <a:pt x="2974225" y="241071"/>
                  </a:lnTo>
                  <a:lnTo>
                    <a:pt x="2971647" y="235839"/>
                  </a:lnTo>
                  <a:lnTo>
                    <a:pt x="2969310" y="234315"/>
                  </a:lnTo>
                  <a:lnTo>
                    <a:pt x="3046768" y="234315"/>
                  </a:lnTo>
                  <a:lnTo>
                    <a:pt x="3050895" y="234315"/>
                  </a:lnTo>
                  <a:lnTo>
                    <a:pt x="3050895" y="228600"/>
                  </a:lnTo>
                  <a:lnTo>
                    <a:pt x="3046768" y="228600"/>
                  </a:lnTo>
                  <a:lnTo>
                    <a:pt x="2960674" y="228600"/>
                  </a:lnTo>
                  <a:lnTo>
                    <a:pt x="2955645" y="227266"/>
                  </a:lnTo>
                  <a:lnTo>
                    <a:pt x="2947263" y="227457"/>
                  </a:lnTo>
                  <a:lnTo>
                    <a:pt x="2939338" y="228422"/>
                  </a:lnTo>
                  <a:lnTo>
                    <a:pt x="2938729" y="228600"/>
                  </a:lnTo>
                  <a:lnTo>
                    <a:pt x="2924111" y="228600"/>
                  </a:lnTo>
                  <a:lnTo>
                    <a:pt x="2924111" y="234315"/>
                  </a:lnTo>
                  <a:lnTo>
                    <a:pt x="2923908" y="234416"/>
                  </a:lnTo>
                  <a:lnTo>
                    <a:pt x="2916402" y="239458"/>
                  </a:lnTo>
                  <a:lnTo>
                    <a:pt x="2915069" y="240626"/>
                  </a:lnTo>
                  <a:lnTo>
                    <a:pt x="2915069" y="285750"/>
                  </a:lnTo>
                  <a:lnTo>
                    <a:pt x="2910116" y="285750"/>
                  </a:lnTo>
                  <a:lnTo>
                    <a:pt x="2910116" y="283210"/>
                  </a:lnTo>
                  <a:lnTo>
                    <a:pt x="2912122" y="284797"/>
                  </a:lnTo>
                  <a:lnTo>
                    <a:pt x="2915069" y="285750"/>
                  </a:lnTo>
                  <a:lnTo>
                    <a:pt x="2915069" y="240626"/>
                  </a:lnTo>
                  <a:lnTo>
                    <a:pt x="2909709" y="245262"/>
                  </a:lnTo>
                  <a:lnTo>
                    <a:pt x="2904756" y="251523"/>
                  </a:lnTo>
                  <a:lnTo>
                    <a:pt x="2901569" y="258267"/>
                  </a:lnTo>
                  <a:lnTo>
                    <a:pt x="2900121" y="265455"/>
                  </a:lnTo>
                  <a:lnTo>
                    <a:pt x="2900210" y="268605"/>
                  </a:lnTo>
                  <a:lnTo>
                    <a:pt x="2900121" y="268605"/>
                  </a:lnTo>
                  <a:lnTo>
                    <a:pt x="2900121" y="414210"/>
                  </a:lnTo>
                  <a:lnTo>
                    <a:pt x="2811018" y="405765"/>
                  </a:lnTo>
                  <a:lnTo>
                    <a:pt x="2900121" y="405765"/>
                  </a:lnTo>
                  <a:lnTo>
                    <a:pt x="2900121" y="400050"/>
                  </a:lnTo>
                  <a:lnTo>
                    <a:pt x="2759379" y="400050"/>
                  </a:lnTo>
                  <a:lnTo>
                    <a:pt x="2759379" y="348615"/>
                  </a:lnTo>
                  <a:lnTo>
                    <a:pt x="2900121" y="348615"/>
                  </a:lnTo>
                  <a:lnTo>
                    <a:pt x="2900121" y="342900"/>
                  </a:lnTo>
                  <a:lnTo>
                    <a:pt x="2759379" y="342900"/>
                  </a:lnTo>
                  <a:lnTo>
                    <a:pt x="2759379" y="291465"/>
                  </a:lnTo>
                  <a:lnTo>
                    <a:pt x="2900121" y="291465"/>
                  </a:lnTo>
                  <a:lnTo>
                    <a:pt x="2900121" y="285750"/>
                  </a:lnTo>
                  <a:lnTo>
                    <a:pt x="2759379" y="285750"/>
                  </a:lnTo>
                  <a:lnTo>
                    <a:pt x="2759379" y="254635"/>
                  </a:lnTo>
                  <a:lnTo>
                    <a:pt x="2761386" y="256222"/>
                  </a:lnTo>
                  <a:lnTo>
                    <a:pt x="2767292" y="258127"/>
                  </a:lnTo>
                  <a:lnTo>
                    <a:pt x="2774531" y="258318"/>
                  </a:lnTo>
                  <a:lnTo>
                    <a:pt x="2783001" y="257365"/>
                  </a:lnTo>
                  <a:lnTo>
                    <a:pt x="2819031" y="234315"/>
                  </a:lnTo>
                  <a:lnTo>
                    <a:pt x="2924111" y="234315"/>
                  </a:lnTo>
                  <a:lnTo>
                    <a:pt x="2924111" y="228600"/>
                  </a:lnTo>
                  <a:lnTo>
                    <a:pt x="2821635" y="228600"/>
                  </a:lnTo>
                  <a:lnTo>
                    <a:pt x="2822232" y="227304"/>
                  </a:lnTo>
                  <a:lnTo>
                    <a:pt x="2823680" y="219735"/>
                  </a:lnTo>
                  <a:lnTo>
                    <a:pt x="2823489" y="212496"/>
                  </a:lnTo>
                  <a:lnTo>
                    <a:pt x="2820911" y="207264"/>
                  </a:lnTo>
                  <a:lnTo>
                    <a:pt x="2815958" y="204025"/>
                  </a:lnTo>
                  <a:lnTo>
                    <a:pt x="2811386" y="200406"/>
                  </a:lnTo>
                  <a:lnTo>
                    <a:pt x="2804909" y="198691"/>
                  </a:lnTo>
                  <a:lnTo>
                    <a:pt x="2796527" y="198882"/>
                  </a:lnTo>
                  <a:lnTo>
                    <a:pt x="2788602" y="199847"/>
                  </a:lnTo>
                  <a:lnTo>
                    <a:pt x="2754020" y="222948"/>
                  </a:lnTo>
                  <a:lnTo>
                    <a:pt x="2751328" y="228600"/>
                  </a:lnTo>
                  <a:lnTo>
                    <a:pt x="2749893" y="228600"/>
                  </a:lnTo>
                  <a:lnTo>
                    <a:pt x="2749893" y="234315"/>
                  </a:lnTo>
                  <a:lnTo>
                    <a:pt x="2749385" y="236880"/>
                  </a:lnTo>
                  <a:lnTo>
                    <a:pt x="2749473" y="240030"/>
                  </a:lnTo>
                  <a:lnTo>
                    <a:pt x="2749385" y="285750"/>
                  </a:lnTo>
                  <a:lnTo>
                    <a:pt x="2749385" y="291465"/>
                  </a:lnTo>
                  <a:lnTo>
                    <a:pt x="2749385" y="342900"/>
                  </a:lnTo>
                  <a:lnTo>
                    <a:pt x="2749385" y="348615"/>
                  </a:lnTo>
                  <a:lnTo>
                    <a:pt x="2749385" y="399923"/>
                  </a:lnTo>
                  <a:lnTo>
                    <a:pt x="2749385" y="400050"/>
                  </a:lnTo>
                  <a:lnTo>
                    <a:pt x="1977199" y="400050"/>
                  </a:lnTo>
                  <a:lnTo>
                    <a:pt x="1977199" y="348615"/>
                  </a:lnTo>
                  <a:lnTo>
                    <a:pt x="2434615" y="348615"/>
                  </a:lnTo>
                  <a:lnTo>
                    <a:pt x="2434615" y="371475"/>
                  </a:lnTo>
                  <a:lnTo>
                    <a:pt x="2585364" y="385762"/>
                  </a:lnTo>
                  <a:lnTo>
                    <a:pt x="2595359" y="385762"/>
                  </a:lnTo>
                  <a:lnTo>
                    <a:pt x="2595359" y="348615"/>
                  </a:lnTo>
                  <a:lnTo>
                    <a:pt x="2749385" y="348615"/>
                  </a:lnTo>
                  <a:lnTo>
                    <a:pt x="2749385" y="342900"/>
                  </a:lnTo>
                  <a:lnTo>
                    <a:pt x="2595359" y="342900"/>
                  </a:lnTo>
                  <a:lnTo>
                    <a:pt x="2595359" y="291465"/>
                  </a:lnTo>
                  <a:lnTo>
                    <a:pt x="2749385" y="291465"/>
                  </a:lnTo>
                  <a:lnTo>
                    <a:pt x="2749385" y="285750"/>
                  </a:lnTo>
                  <a:lnTo>
                    <a:pt x="2595359" y="285750"/>
                  </a:lnTo>
                  <a:lnTo>
                    <a:pt x="2595359" y="234315"/>
                  </a:lnTo>
                  <a:lnTo>
                    <a:pt x="2688234" y="234315"/>
                  </a:lnTo>
                  <a:lnTo>
                    <a:pt x="2688234" y="267462"/>
                  </a:lnTo>
                  <a:lnTo>
                    <a:pt x="2703474" y="252603"/>
                  </a:lnTo>
                  <a:lnTo>
                    <a:pt x="2710523" y="245745"/>
                  </a:lnTo>
                  <a:lnTo>
                    <a:pt x="2723159" y="234315"/>
                  </a:lnTo>
                  <a:lnTo>
                    <a:pt x="2749893" y="234315"/>
                  </a:lnTo>
                  <a:lnTo>
                    <a:pt x="2749893" y="228600"/>
                  </a:lnTo>
                  <a:lnTo>
                    <a:pt x="2728811" y="228600"/>
                  </a:lnTo>
                  <a:lnTo>
                    <a:pt x="2730144" y="227164"/>
                  </a:lnTo>
                  <a:lnTo>
                    <a:pt x="2732811" y="221170"/>
                  </a:lnTo>
                  <a:lnTo>
                    <a:pt x="2733383" y="214312"/>
                  </a:lnTo>
                  <a:lnTo>
                    <a:pt x="2733383" y="208978"/>
                  </a:lnTo>
                  <a:lnTo>
                    <a:pt x="2731566" y="204495"/>
                  </a:lnTo>
                  <a:lnTo>
                    <a:pt x="2727947" y="200875"/>
                  </a:lnTo>
                  <a:lnTo>
                    <a:pt x="2724327" y="197065"/>
                  </a:lnTo>
                  <a:lnTo>
                    <a:pt x="2720136" y="195160"/>
                  </a:lnTo>
                  <a:lnTo>
                    <a:pt x="2716517" y="195160"/>
                  </a:lnTo>
                  <a:lnTo>
                    <a:pt x="2716517" y="216306"/>
                  </a:lnTo>
                  <a:lnTo>
                    <a:pt x="2716136" y="222783"/>
                  </a:lnTo>
                  <a:lnTo>
                    <a:pt x="2713736" y="228600"/>
                  </a:lnTo>
                  <a:lnTo>
                    <a:pt x="2709595" y="228600"/>
                  </a:lnTo>
                  <a:lnTo>
                    <a:pt x="2709595" y="234315"/>
                  </a:lnTo>
                  <a:lnTo>
                    <a:pt x="2708516" y="235737"/>
                  </a:lnTo>
                  <a:lnTo>
                    <a:pt x="2695092" y="252603"/>
                  </a:lnTo>
                  <a:lnTo>
                    <a:pt x="2695092" y="234315"/>
                  </a:lnTo>
                  <a:lnTo>
                    <a:pt x="2709595" y="234315"/>
                  </a:lnTo>
                  <a:lnTo>
                    <a:pt x="2709595" y="228600"/>
                  </a:lnTo>
                  <a:lnTo>
                    <a:pt x="2695092" y="228600"/>
                  </a:lnTo>
                  <a:lnTo>
                    <a:pt x="2695092" y="214020"/>
                  </a:lnTo>
                  <a:lnTo>
                    <a:pt x="2704795" y="203835"/>
                  </a:lnTo>
                  <a:lnTo>
                    <a:pt x="2707665" y="204025"/>
                  </a:lnTo>
                  <a:lnTo>
                    <a:pt x="2712999" y="204978"/>
                  </a:lnTo>
                  <a:lnTo>
                    <a:pt x="2715882" y="208978"/>
                  </a:lnTo>
                  <a:lnTo>
                    <a:pt x="2716034" y="210121"/>
                  </a:lnTo>
                  <a:lnTo>
                    <a:pt x="2716517" y="216306"/>
                  </a:lnTo>
                  <a:lnTo>
                    <a:pt x="2716517" y="195160"/>
                  </a:lnTo>
                  <a:lnTo>
                    <a:pt x="2715374" y="195160"/>
                  </a:lnTo>
                  <a:lnTo>
                    <a:pt x="2707754" y="195732"/>
                  </a:lnTo>
                  <a:lnTo>
                    <a:pt x="2700998" y="198589"/>
                  </a:lnTo>
                  <a:lnTo>
                    <a:pt x="2695092" y="203733"/>
                  </a:lnTo>
                  <a:lnTo>
                    <a:pt x="2695092" y="177165"/>
                  </a:lnTo>
                  <a:lnTo>
                    <a:pt x="3046768" y="177165"/>
                  </a:lnTo>
                  <a:lnTo>
                    <a:pt x="3050895" y="177165"/>
                  </a:lnTo>
                  <a:lnTo>
                    <a:pt x="3050895" y="171450"/>
                  </a:lnTo>
                  <a:lnTo>
                    <a:pt x="3046768" y="171450"/>
                  </a:lnTo>
                  <a:lnTo>
                    <a:pt x="2695092" y="171450"/>
                  </a:lnTo>
                  <a:lnTo>
                    <a:pt x="2695092" y="114300"/>
                  </a:lnTo>
                  <a:lnTo>
                    <a:pt x="2688234" y="114300"/>
                  </a:lnTo>
                  <a:lnTo>
                    <a:pt x="2688234" y="171450"/>
                  </a:lnTo>
                  <a:lnTo>
                    <a:pt x="2688234" y="177165"/>
                  </a:lnTo>
                  <a:lnTo>
                    <a:pt x="2688234" y="228600"/>
                  </a:lnTo>
                  <a:lnTo>
                    <a:pt x="2619679" y="228600"/>
                  </a:lnTo>
                  <a:lnTo>
                    <a:pt x="2627287" y="226529"/>
                  </a:lnTo>
                  <a:lnTo>
                    <a:pt x="2635415" y="222935"/>
                  </a:lnTo>
                  <a:lnTo>
                    <a:pt x="2659659" y="191160"/>
                  </a:lnTo>
                  <a:lnTo>
                    <a:pt x="2659469" y="183921"/>
                  </a:lnTo>
                  <a:lnTo>
                    <a:pt x="2656890" y="178689"/>
                  </a:lnTo>
                  <a:lnTo>
                    <a:pt x="2654554" y="177165"/>
                  </a:lnTo>
                  <a:lnTo>
                    <a:pt x="2688234" y="177165"/>
                  </a:lnTo>
                  <a:lnTo>
                    <a:pt x="2688234" y="171450"/>
                  </a:lnTo>
                  <a:lnTo>
                    <a:pt x="2645918" y="171450"/>
                  </a:lnTo>
                  <a:lnTo>
                    <a:pt x="2640888" y="170116"/>
                  </a:lnTo>
                  <a:lnTo>
                    <a:pt x="2632506" y="170307"/>
                  </a:lnTo>
                  <a:lnTo>
                    <a:pt x="2624582" y="171272"/>
                  </a:lnTo>
                  <a:lnTo>
                    <a:pt x="2623972" y="171450"/>
                  </a:lnTo>
                  <a:lnTo>
                    <a:pt x="2609354" y="171450"/>
                  </a:lnTo>
                  <a:lnTo>
                    <a:pt x="2609354" y="177165"/>
                  </a:lnTo>
                  <a:lnTo>
                    <a:pt x="2609151" y="177266"/>
                  </a:lnTo>
                  <a:lnTo>
                    <a:pt x="2601645" y="182308"/>
                  </a:lnTo>
                  <a:lnTo>
                    <a:pt x="2600312" y="183476"/>
                  </a:lnTo>
                  <a:lnTo>
                    <a:pt x="2600312" y="228600"/>
                  </a:lnTo>
                  <a:lnTo>
                    <a:pt x="2595359" y="228600"/>
                  </a:lnTo>
                  <a:lnTo>
                    <a:pt x="2595359" y="226060"/>
                  </a:lnTo>
                  <a:lnTo>
                    <a:pt x="2597366" y="227647"/>
                  </a:lnTo>
                  <a:lnTo>
                    <a:pt x="2600312" y="228600"/>
                  </a:lnTo>
                  <a:lnTo>
                    <a:pt x="2600312" y="183476"/>
                  </a:lnTo>
                  <a:lnTo>
                    <a:pt x="2594953" y="188112"/>
                  </a:lnTo>
                  <a:lnTo>
                    <a:pt x="2590000" y="194373"/>
                  </a:lnTo>
                  <a:lnTo>
                    <a:pt x="2586799" y="201117"/>
                  </a:lnTo>
                  <a:lnTo>
                    <a:pt x="2585364" y="208305"/>
                  </a:lnTo>
                  <a:lnTo>
                    <a:pt x="2585453" y="211455"/>
                  </a:lnTo>
                  <a:lnTo>
                    <a:pt x="2585364" y="211455"/>
                  </a:lnTo>
                  <a:lnTo>
                    <a:pt x="2585364" y="357060"/>
                  </a:lnTo>
                  <a:lnTo>
                    <a:pt x="2496248" y="348615"/>
                  </a:lnTo>
                  <a:lnTo>
                    <a:pt x="2585364" y="348615"/>
                  </a:lnTo>
                  <a:lnTo>
                    <a:pt x="2585364" y="342900"/>
                  </a:lnTo>
                  <a:lnTo>
                    <a:pt x="2444623" y="342900"/>
                  </a:lnTo>
                  <a:lnTo>
                    <a:pt x="2444623" y="291465"/>
                  </a:lnTo>
                  <a:lnTo>
                    <a:pt x="2585364" y="291465"/>
                  </a:lnTo>
                  <a:lnTo>
                    <a:pt x="2585364" y="285750"/>
                  </a:lnTo>
                  <a:lnTo>
                    <a:pt x="2444623" y="285750"/>
                  </a:lnTo>
                  <a:lnTo>
                    <a:pt x="2444623" y="234315"/>
                  </a:lnTo>
                  <a:lnTo>
                    <a:pt x="2585364" y="234315"/>
                  </a:lnTo>
                  <a:lnTo>
                    <a:pt x="2585364" y="228600"/>
                  </a:lnTo>
                  <a:lnTo>
                    <a:pt x="2444623" y="228600"/>
                  </a:lnTo>
                  <a:lnTo>
                    <a:pt x="2444623" y="197497"/>
                  </a:lnTo>
                  <a:lnTo>
                    <a:pt x="2446617" y="199072"/>
                  </a:lnTo>
                  <a:lnTo>
                    <a:pt x="2452522" y="200977"/>
                  </a:lnTo>
                  <a:lnTo>
                    <a:pt x="2459761" y="201168"/>
                  </a:lnTo>
                  <a:lnTo>
                    <a:pt x="2468245" y="200215"/>
                  </a:lnTo>
                  <a:lnTo>
                    <a:pt x="2504275" y="177165"/>
                  </a:lnTo>
                  <a:lnTo>
                    <a:pt x="2609354" y="177165"/>
                  </a:lnTo>
                  <a:lnTo>
                    <a:pt x="2609354" y="171450"/>
                  </a:lnTo>
                  <a:lnTo>
                    <a:pt x="2506865" y="171450"/>
                  </a:lnTo>
                  <a:lnTo>
                    <a:pt x="2507462" y="170154"/>
                  </a:lnTo>
                  <a:lnTo>
                    <a:pt x="2508910" y="162585"/>
                  </a:lnTo>
                  <a:lnTo>
                    <a:pt x="2508720" y="155346"/>
                  </a:lnTo>
                  <a:lnTo>
                    <a:pt x="2506154" y="150114"/>
                  </a:lnTo>
                  <a:lnTo>
                    <a:pt x="2501201" y="146875"/>
                  </a:lnTo>
                  <a:lnTo>
                    <a:pt x="2496629" y="143256"/>
                  </a:lnTo>
                  <a:lnTo>
                    <a:pt x="2490152" y="141541"/>
                  </a:lnTo>
                  <a:lnTo>
                    <a:pt x="2481770" y="141732"/>
                  </a:lnTo>
                  <a:lnTo>
                    <a:pt x="2473833" y="142697"/>
                  </a:lnTo>
                  <a:lnTo>
                    <a:pt x="2439263" y="165798"/>
                  </a:lnTo>
                  <a:lnTo>
                    <a:pt x="2436571" y="171450"/>
                  </a:lnTo>
                  <a:lnTo>
                    <a:pt x="2435123" y="171450"/>
                  </a:lnTo>
                  <a:lnTo>
                    <a:pt x="2435123" y="177165"/>
                  </a:lnTo>
                  <a:lnTo>
                    <a:pt x="2434615" y="179730"/>
                  </a:lnTo>
                  <a:lnTo>
                    <a:pt x="2434704" y="182880"/>
                  </a:lnTo>
                  <a:lnTo>
                    <a:pt x="2434615" y="228600"/>
                  </a:lnTo>
                  <a:lnTo>
                    <a:pt x="2434615" y="234315"/>
                  </a:lnTo>
                  <a:lnTo>
                    <a:pt x="2434615" y="285750"/>
                  </a:lnTo>
                  <a:lnTo>
                    <a:pt x="2434615" y="291465"/>
                  </a:lnTo>
                  <a:lnTo>
                    <a:pt x="2434615" y="342773"/>
                  </a:lnTo>
                  <a:lnTo>
                    <a:pt x="2434615" y="342900"/>
                  </a:lnTo>
                  <a:lnTo>
                    <a:pt x="1977199" y="342900"/>
                  </a:lnTo>
                  <a:lnTo>
                    <a:pt x="1977199" y="291465"/>
                  </a:lnTo>
                  <a:lnTo>
                    <a:pt x="2109787" y="291465"/>
                  </a:lnTo>
                  <a:lnTo>
                    <a:pt x="2109787" y="314325"/>
                  </a:lnTo>
                  <a:lnTo>
                    <a:pt x="2260536" y="328612"/>
                  </a:lnTo>
                  <a:lnTo>
                    <a:pt x="2270531" y="328612"/>
                  </a:lnTo>
                  <a:lnTo>
                    <a:pt x="2270531" y="291465"/>
                  </a:lnTo>
                  <a:lnTo>
                    <a:pt x="2434615" y="291465"/>
                  </a:lnTo>
                  <a:lnTo>
                    <a:pt x="2434615" y="285750"/>
                  </a:lnTo>
                  <a:lnTo>
                    <a:pt x="2270531" y="285750"/>
                  </a:lnTo>
                  <a:lnTo>
                    <a:pt x="2270531" y="234315"/>
                  </a:lnTo>
                  <a:lnTo>
                    <a:pt x="2434615" y="234315"/>
                  </a:lnTo>
                  <a:lnTo>
                    <a:pt x="2434615" y="228600"/>
                  </a:lnTo>
                  <a:lnTo>
                    <a:pt x="2270531" y="228600"/>
                  </a:lnTo>
                  <a:lnTo>
                    <a:pt x="2270531" y="177165"/>
                  </a:lnTo>
                  <a:lnTo>
                    <a:pt x="2435123" y="177165"/>
                  </a:lnTo>
                  <a:lnTo>
                    <a:pt x="2435123" y="171450"/>
                  </a:lnTo>
                  <a:lnTo>
                    <a:pt x="2294864" y="171450"/>
                  </a:lnTo>
                  <a:lnTo>
                    <a:pt x="2302472" y="169379"/>
                  </a:lnTo>
                  <a:lnTo>
                    <a:pt x="2333383" y="141579"/>
                  </a:lnTo>
                  <a:lnTo>
                    <a:pt x="2334831" y="134010"/>
                  </a:lnTo>
                  <a:lnTo>
                    <a:pt x="2334641" y="126771"/>
                  </a:lnTo>
                  <a:lnTo>
                    <a:pt x="2332063" y="121539"/>
                  </a:lnTo>
                  <a:lnTo>
                    <a:pt x="2327110" y="118300"/>
                  </a:lnTo>
                  <a:lnTo>
                    <a:pt x="2322538" y="114681"/>
                  </a:lnTo>
                  <a:lnTo>
                    <a:pt x="2316061" y="112966"/>
                  </a:lnTo>
                  <a:lnTo>
                    <a:pt x="2307679" y="113157"/>
                  </a:lnTo>
                  <a:lnTo>
                    <a:pt x="2299754" y="114122"/>
                  </a:lnTo>
                  <a:lnTo>
                    <a:pt x="2291969" y="116433"/>
                  </a:lnTo>
                  <a:lnTo>
                    <a:pt x="2284323" y="120116"/>
                  </a:lnTo>
                  <a:lnTo>
                    <a:pt x="2276818" y="125158"/>
                  </a:lnTo>
                  <a:lnTo>
                    <a:pt x="2275484" y="126326"/>
                  </a:lnTo>
                  <a:lnTo>
                    <a:pt x="2275484" y="171450"/>
                  </a:lnTo>
                  <a:lnTo>
                    <a:pt x="2270531" y="171450"/>
                  </a:lnTo>
                  <a:lnTo>
                    <a:pt x="2270531" y="168910"/>
                  </a:lnTo>
                  <a:lnTo>
                    <a:pt x="2272538" y="170497"/>
                  </a:lnTo>
                  <a:lnTo>
                    <a:pt x="2275484" y="171450"/>
                  </a:lnTo>
                  <a:lnTo>
                    <a:pt x="2275484" y="126326"/>
                  </a:lnTo>
                  <a:lnTo>
                    <a:pt x="2270125" y="130962"/>
                  </a:lnTo>
                  <a:lnTo>
                    <a:pt x="2265172" y="137223"/>
                  </a:lnTo>
                  <a:lnTo>
                    <a:pt x="2261984" y="143967"/>
                  </a:lnTo>
                  <a:lnTo>
                    <a:pt x="2260536" y="151155"/>
                  </a:lnTo>
                  <a:lnTo>
                    <a:pt x="2260625" y="154305"/>
                  </a:lnTo>
                  <a:lnTo>
                    <a:pt x="2260536" y="154305"/>
                  </a:lnTo>
                  <a:lnTo>
                    <a:pt x="2260536" y="299910"/>
                  </a:lnTo>
                  <a:lnTo>
                    <a:pt x="2171420" y="291465"/>
                  </a:lnTo>
                  <a:lnTo>
                    <a:pt x="2260536" y="291465"/>
                  </a:lnTo>
                  <a:lnTo>
                    <a:pt x="2260536" y="285750"/>
                  </a:lnTo>
                  <a:lnTo>
                    <a:pt x="2119795" y="285750"/>
                  </a:lnTo>
                  <a:lnTo>
                    <a:pt x="2119795" y="234315"/>
                  </a:lnTo>
                  <a:lnTo>
                    <a:pt x="2260536" y="234315"/>
                  </a:lnTo>
                  <a:lnTo>
                    <a:pt x="2260536" y="228600"/>
                  </a:lnTo>
                  <a:lnTo>
                    <a:pt x="2119795" y="228600"/>
                  </a:lnTo>
                  <a:lnTo>
                    <a:pt x="2119795" y="177165"/>
                  </a:lnTo>
                  <a:lnTo>
                    <a:pt x="2260536" y="177165"/>
                  </a:lnTo>
                  <a:lnTo>
                    <a:pt x="2260536" y="171450"/>
                  </a:lnTo>
                  <a:lnTo>
                    <a:pt x="2119795" y="171450"/>
                  </a:lnTo>
                  <a:lnTo>
                    <a:pt x="2119795" y="140347"/>
                  </a:lnTo>
                  <a:lnTo>
                    <a:pt x="2121789" y="141922"/>
                  </a:lnTo>
                  <a:lnTo>
                    <a:pt x="2127694" y="143827"/>
                  </a:lnTo>
                  <a:lnTo>
                    <a:pt x="2134933" y="144018"/>
                  </a:lnTo>
                  <a:lnTo>
                    <a:pt x="2143417" y="143065"/>
                  </a:lnTo>
                  <a:lnTo>
                    <a:pt x="2179447" y="120015"/>
                  </a:lnTo>
                  <a:lnTo>
                    <a:pt x="2180425" y="117868"/>
                  </a:lnTo>
                  <a:lnTo>
                    <a:pt x="2204415" y="117868"/>
                  </a:lnTo>
                  <a:lnTo>
                    <a:pt x="2204415" y="110718"/>
                  </a:lnTo>
                  <a:lnTo>
                    <a:pt x="2183079" y="110718"/>
                  </a:lnTo>
                  <a:lnTo>
                    <a:pt x="2184082" y="105435"/>
                  </a:lnTo>
                  <a:lnTo>
                    <a:pt x="2183892" y="98196"/>
                  </a:lnTo>
                  <a:lnTo>
                    <a:pt x="2181326" y="92964"/>
                  </a:lnTo>
                  <a:lnTo>
                    <a:pt x="2176373" y="89725"/>
                  </a:lnTo>
                  <a:lnTo>
                    <a:pt x="2171801" y="86106"/>
                  </a:lnTo>
                  <a:lnTo>
                    <a:pt x="2165324" y="84391"/>
                  </a:lnTo>
                  <a:lnTo>
                    <a:pt x="2156942" y="84582"/>
                  </a:lnTo>
                  <a:lnTo>
                    <a:pt x="2149017" y="85547"/>
                  </a:lnTo>
                  <a:lnTo>
                    <a:pt x="2114435" y="108648"/>
                  </a:lnTo>
                  <a:lnTo>
                    <a:pt x="2113445" y="110718"/>
                  </a:lnTo>
                  <a:lnTo>
                    <a:pt x="2093277" y="110718"/>
                  </a:lnTo>
                  <a:lnTo>
                    <a:pt x="2093277" y="117868"/>
                  </a:lnTo>
                  <a:lnTo>
                    <a:pt x="2110727" y="117868"/>
                  </a:lnTo>
                  <a:lnTo>
                    <a:pt x="2109787" y="122580"/>
                  </a:lnTo>
                  <a:lnTo>
                    <a:pt x="2109876" y="125730"/>
                  </a:lnTo>
                  <a:lnTo>
                    <a:pt x="2109787" y="171450"/>
                  </a:lnTo>
                  <a:lnTo>
                    <a:pt x="2109787" y="285750"/>
                  </a:lnTo>
                  <a:lnTo>
                    <a:pt x="1977199" y="285750"/>
                  </a:lnTo>
                  <a:lnTo>
                    <a:pt x="1977199" y="234315"/>
                  </a:lnTo>
                  <a:lnTo>
                    <a:pt x="2109787" y="234315"/>
                  </a:lnTo>
                  <a:lnTo>
                    <a:pt x="2109787" y="228600"/>
                  </a:lnTo>
                  <a:lnTo>
                    <a:pt x="1977199" y="228600"/>
                  </a:lnTo>
                  <a:lnTo>
                    <a:pt x="1977199" y="177165"/>
                  </a:lnTo>
                  <a:lnTo>
                    <a:pt x="2109787" y="177165"/>
                  </a:lnTo>
                  <a:lnTo>
                    <a:pt x="2109787" y="171450"/>
                  </a:lnTo>
                  <a:lnTo>
                    <a:pt x="1968627" y="171450"/>
                  </a:lnTo>
                  <a:lnTo>
                    <a:pt x="1968627" y="177165"/>
                  </a:lnTo>
                  <a:lnTo>
                    <a:pt x="1968627" y="228600"/>
                  </a:lnTo>
                  <a:lnTo>
                    <a:pt x="1968627" y="400050"/>
                  </a:lnTo>
                  <a:lnTo>
                    <a:pt x="1964499" y="400050"/>
                  </a:lnTo>
                  <a:lnTo>
                    <a:pt x="1513103" y="400050"/>
                  </a:lnTo>
                  <a:lnTo>
                    <a:pt x="1513103" y="348615"/>
                  </a:lnTo>
                  <a:lnTo>
                    <a:pt x="1605965" y="348615"/>
                  </a:lnTo>
                  <a:lnTo>
                    <a:pt x="1605965" y="353187"/>
                  </a:lnTo>
                  <a:lnTo>
                    <a:pt x="1610652" y="348615"/>
                  </a:lnTo>
                  <a:lnTo>
                    <a:pt x="1818373" y="348615"/>
                  </a:lnTo>
                  <a:lnTo>
                    <a:pt x="1817865" y="351180"/>
                  </a:lnTo>
                  <a:lnTo>
                    <a:pt x="1818055" y="357657"/>
                  </a:lnTo>
                  <a:lnTo>
                    <a:pt x="1843011" y="372618"/>
                  </a:lnTo>
                  <a:lnTo>
                    <a:pt x="1851494" y="371665"/>
                  </a:lnTo>
                  <a:lnTo>
                    <a:pt x="1887512" y="348615"/>
                  </a:lnTo>
                  <a:lnTo>
                    <a:pt x="1964499" y="348615"/>
                  </a:lnTo>
                  <a:lnTo>
                    <a:pt x="1968627" y="348615"/>
                  </a:lnTo>
                  <a:lnTo>
                    <a:pt x="1968627" y="342900"/>
                  </a:lnTo>
                  <a:lnTo>
                    <a:pt x="1964499" y="342900"/>
                  </a:lnTo>
                  <a:lnTo>
                    <a:pt x="1890115" y="342900"/>
                  </a:lnTo>
                  <a:lnTo>
                    <a:pt x="1890712" y="341604"/>
                  </a:lnTo>
                  <a:lnTo>
                    <a:pt x="1892160" y="334035"/>
                  </a:lnTo>
                  <a:lnTo>
                    <a:pt x="1891969" y="326796"/>
                  </a:lnTo>
                  <a:lnTo>
                    <a:pt x="1891868" y="326593"/>
                  </a:lnTo>
                  <a:lnTo>
                    <a:pt x="1891868" y="291465"/>
                  </a:lnTo>
                  <a:lnTo>
                    <a:pt x="1964499" y="291465"/>
                  </a:lnTo>
                  <a:lnTo>
                    <a:pt x="1968627" y="291465"/>
                  </a:lnTo>
                  <a:lnTo>
                    <a:pt x="1968627" y="285750"/>
                  </a:lnTo>
                  <a:lnTo>
                    <a:pt x="1964499" y="285750"/>
                  </a:lnTo>
                  <a:lnTo>
                    <a:pt x="1891868" y="285750"/>
                  </a:lnTo>
                  <a:lnTo>
                    <a:pt x="1891868" y="234315"/>
                  </a:lnTo>
                  <a:lnTo>
                    <a:pt x="1964499" y="234315"/>
                  </a:lnTo>
                  <a:lnTo>
                    <a:pt x="1968627" y="234315"/>
                  </a:lnTo>
                  <a:lnTo>
                    <a:pt x="1968627" y="228600"/>
                  </a:lnTo>
                  <a:lnTo>
                    <a:pt x="1964499" y="228600"/>
                  </a:lnTo>
                  <a:lnTo>
                    <a:pt x="1891868" y="228600"/>
                  </a:lnTo>
                  <a:lnTo>
                    <a:pt x="1891868" y="177165"/>
                  </a:lnTo>
                  <a:lnTo>
                    <a:pt x="1964499" y="177165"/>
                  </a:lnTo>
                  <a:lnTo>
                    <a:pt x="1968627" y="177165"/>
                  </a:lnTo>
                  <a:lnTo>
                    <a:pt x="1968627" y="171450"/>
                  </a:lnTo>
                  <a:lnTo>
                    <a:pt x="1964499" y="171450"/>
                  </a:lnTo>
                  <a:lnTo>
                    <a:pt x="1891868" y="171450"/>
                  </a:lnTo>
                  <a:lnTo>
                    <a:pt x="1891868" y="157289"/>
                  </a:lnTo>
                  <a:lnTo>
                    <a:pt x="1891868" y="128587"/>
                  </a:lnTo>
                  <a:lnTo>
                    <a:pt x="1881873" y="127647"/>
                  </a:lnTo>
                  <a:lnTo>
                    <a:pt x="1881873" y="156349"/>
                  </a:lnTo>
                  <a:lnTo>
                    <a:pt x="1881873" y="171450"/>
                  </a:lnTo>
                  <a:lnTo>
                    <a:pt x="1881873" y="316306"/>
                  </a:lnTo>
                  <a:lnTo>
                    <a:pt x="1879866" y="314706"/>
                  </a:lnTo>
                  <a:lnTo>
                    <a:pt x="1873389" y="312991"/>
                  </a:lnTo>
                  <a:lnTo>
                    <a:pt x="1865007" y="313182"/>
                  </a:lnTo>
                  <a:lnTo>
                    <a:pt x="1857082" y="314147"/>
                  </a:lnTo>
                  <a:lnTo>
                    <a:pt x="1822500" y="337248"/>
                  </a:lnTo>
                  <a:lnTo>
                    <a:pt x="1819808" y="342900"/>
                  </a:lnTo>
                  <a:lnTo>
                    <a:pt x="1701444" y="342900"/>
                  </a:lnTo>
                  <a:lnTo>
                    <a:pt x="1736775" y="320040"/>
                  </a:lnTo>
                  <a:lnTo>
                    <a:pt x="1741411" y="305460"/>
                  </a:lnTo>
                  <a:lnTo>
                    <a:pt x="1741220" y="298221"/>
                  </a:lnTo>
                  <a:lnTo>
                    <a:pt x="1741131" y="298043"/>
                  </a:lnTo>
                  <a:lnTo>
                    <a:pt x="1741131" y="291465"/>
                  </a:lnTo>
                  <a:lnTo>
                    <a:pt x="1881873" y="291465"/>
                  </a:lnTo>
                  <a:lnTo>
                    <a:pt x="1881873" y="285750"/>
                  </a:lnTo>
                  <a:lnTo>
                    <a:pt x="1741131" y="285750"/>
                  </a:lnTo>
                  <a:lnTo>
                    <a:pt x="1741131" y="234315"/>
                  </a:lnTo>
                  <a:lnTo>
                    <a:pt x="1881873" y="234315"/>
                  </a:lnTo>
                  <a:lnTo>
                    <a:pt x="1881873" y="228600"/>
                  </a:lnTo>
                  <a:lnTo>
                    <a:pt x="1741131" y="228600"/>
                  </a:lnTo>
                  <a:lnTo>
                    <a:pt x="1741131" y="177165"/>
                  </a:lnTo>
                  <a:lnTo>
                    <a:pt x="1881873" y="177165"/>
                  </a:lnTo>
                  <a:lnTo>
                    <a:pt x="1881873" y="171450"/>
                  </a:lnTo>
                  <a:lnTo>
                    <a:pt x="1741131" y="171450"/>
                  </a:lnTo>
                  <a:lnTo>
                    <a:pt x="1741131" y="143002"/>
                  </a:lnTo>
                  <a:lnTo>
                    <a:pt x="1881873" y="156349"/>
                  </a:lnTo>
                  <a:lnTo>
                    <a:pt x="1881873" y="127647"/>
                  </a:lnTo>
                  <a:lnTo>
                    <a:pt x="1741131" y="114300"/>
                  </a:lnTo>
                  <a:lnTo>
                    <a:pt x="1731124" y="114300"/>
                  </a:lnTo>
                  <a:lnTo>
                    <a:pt x="1731124" y="171450"/>
                  </a:lnTo>
                  <a:lnTo>
                    <a:pt x="1731124" y="177165"/>
                  </a:lnTo>
                  <a:lnTo>
                    <a:pt x="1731124" y="228600"/>
                  </a:lnTo>
                  <a:lnTo>
                    <a:pt x="1731124" y="234315"/>
                  </a:lnTo>
                  <a:lnTo>
                    <a:pt x="1731124" y="285750"/>
                  </a:lnTo>
                  <a:lnTo>
                    <a:pt x="1727682" y="285750"/>
                  </a:lnTo>
                  <a:lnTo>
                    <a:pt x="1722653" y="284416"/>
                  </a:lnTo>
                  <a:lnTo>
                    <a:pt x="1714271" y="284607"/>
                  </a:lnTo>
                  <a:lnTo>
                    <a:pt x="1706346" y="285572"/>
                  </a:lnTo>
                  <a:lnTo>
                    <a:pt x="1705737" y="285750"/>
                  </a:lnTo>
                  <a:lnTo>
                    <a:pt x="1691119" y="285750"/>
                  </a:lnTo>
                  <a:lnTo>
                    <a:pt x="1691119" y="291465"/>
                  </a:lnTo>
                  <a:lnTo>
                    <a:pt x="1690916" y="291566"/>
                  </a:lnTo>
                  <a:lnTo>
                    <a:pt x="1683410" y="296608"/>
                  </a:lnTo>
                  <a:lnTo>
                    <a:pt x="1676717" y="302412"/>
                  </a:lnTo>
                  <a:lnTo>
                    <a:pt x="1671764" y="308673"/>
                  </a:lnTo>
                  <a:lnTo>
                    <a:pt x="1668564" y="315417"/>
                  </a:lnTo>
                  <a:lnTo>
                    <a:pt x="1667116" y="322605"/>
                  </a:lnTo>
                  <a:lnTo>
                    <a:pt x="1667306" y="329082"/>
                  </a:lnTo>
                  <a:lnTo>
                    <a:pt x="1669783" y="334327"/>
                  </a:lnTo>
                  <a:lnTo>
                    <a:pt x="1674545" y="338328"/>
                  </a:lnTo>
                  <a:lnTo>
                    <a:pt x="1679117" y="341947"/>
                  </a:lnTo>
                  <a:lnTo>
                    <a:pt x="1682064" y="342900"/>
                  </a:lnTo>
                  <a:lnTo>
                    <a:pt x="1616519" y="342900"/>
                  </a:lnTo>
                  <a:lnTo>
                    <a:pt x="1621218" y="338328"/>
                  </a:lnTo>
                  <a:lnTo>
                    <a:pt x="1628254" y="331470"/>
                  </a:lnTo>
                  <a:lnTo>
                    <a:pt x="1643113" y="318033"/>
                  </a:lnTo>
                  <a:lnTo>
                    <a:pt x="1647875" y="312889"/>
                  </a:lnTo>
                  <a:lnTo>
                    <a:pt x="1650542" y="306895"/>
                  </a:lnTo>
                  <a:lnTo>
                    <a:pt x="1651114" y="300037"/>
                  </a:lnTo>
                  <a:lnTo>
                    <a:pt x="1651114" y="294703"/>
                  </a:lnTo>
                  <a:lnTo>
                    <a:pt x="1649806" y="291465"/>
                  </a:lnTo>
                  <a:lnTo>
                    <a:pt x="1691119" y="291465"/>
                  </a:lnTo>
                  <a:lnTo>
                    <a:pt x="1691119" y="285750"/>
                  </a:lnTo>
                  <a:lnTo>
                    <a:pt x="1644878" y="285750"/>
                  </a:lnTo>
                  <a:lnTo>
                    <a:pt x="1642071" y="282790"/>
                  </a:lnTo>
                  <a:lnTo>
                    <a:pt x="1637880" y="280885"/>
                  </a:lnTo>
                  <a:lnTo>
                    <a:pt x="1634261" y="280885"/>
                  </a:lnTo>
                  <a:lnTo>
                    <a:pt x="1634261" y="302031"/>
                  </a:lnTo>
                  <a:lnTo>
                    <a:pt x="1633880" y="308508"/>
                  </a:lnTo>
                  <a:lnTo>
                    <a:pt x="1631213" y="314985"/>
                  </a:lnTo>
                  <a:lnTo>
                    <a:pt x="1626260" y="321462"/>
                  </a:lnTo>
                  <a:lnTo>
                    <a:pt x="1612823" y="338328"/>
                  </a:lnTo>
                  <a:lnTo>
                    <a:pt x="1612823" y="299745"/>
                  </a:lnTo>
                  <a:lnTo>
                    <a:pt x="1613014" y="298030"/>
                  </a:lnTo>
                  <a:lnTo>
                    <a:pt x="1614449" y="295846"/>
                  </a:lnTo>
                  <a:lnTo>
                    <a:pt x="1617116" y="293179"/>
                  </a:lnTo>
                  <a:lnTo>
                    <a:pt x="1618957" y="291465"/>
                  </a:lnTo>
                  <a:lnTo>
                    <a:pt x="1631276" y="291465"/>
                  </a:lnTo>
                  <a:lnTo>
                    <a:pt x="1633626" y="294703"/>
                  </a:lnTo>
                  <a:lnTo>
                    <a:pt x="1633766" y="295846"/>
                  </a:lnTo>
                  <a:lnTo>
                    <a:pt x="1634261" y="302031"/>
                  </a:lnTo>
                  <a:lnTo>
                    <a:pt x="1634261" y="280885"/>
                  </a:lnTo>
                  <a:lnTo>
                    <a:pt x="1633118" y="280885"/>
                  </a:lnTo>
                  <a:lnTo>
                    <a:pt x="1625498" y="281457"/>
                  </a:lnTo>
                  <a:lnTo>
                    <a:pt x="1618729" y="284314"/>
                  </a:lnTo>
                  <a:lnTo>
                    <a:pt x="1617078" y="285750"/>
                  </a:lnTo>
                  <a:lnTo>
                    <a:pt x="1612823" y="285750"/>
                  </a:lnTo>
                  <a:lnTo>
                    <a:pt x="1612823" y="234315"/>
                  </a:lnTo>
                  <a:lnTo>
                    <a:pt x="1731124" y="234315"/>
                  </a:lnTo>
                  <a:lnTo>
                    <a:pt x="1731124" y="228600"/>
                  </a:lnTo>
                  <a:lnTo>
                    <a:pt x="1612823" y="228600"/>
                  </a:lnTo>
                  <a:lnTo>
                    <a:pt x="1612823" y="200025"/>
                  </a:lnTo>
                  <a:lnTo>
                    <a:pt x="1605965" y="200025"/>
                  </a:lnTo>
                  <a:lnTo>
                    <a:pt x="1605965" y="342900"/>
                  </a:lnTo>
                  <a:lnTo>
                    <a:pt x="1513103" y="342900"/>
                  </a:lnTo>
                  <a:lnTo>
                    <a:pt x="1513103" y="311797"/>
                  </a:lnTo>
                  <a:lnTo>
                    <a:pt x="1515097" y="313372"/>
                  </a:lnTo>
                  <a:lnTo>
                    <a:pt x="1521002" y="315277"/>
                  </a:lnTo>
                  <a:lnTo>
                    <a:pt x="1561109" y="303745"/>
                  </a:lnTo>
                  <a:lnTo>
                    <a:pt x="1572755" y="291465"/>
                  </a:lnTo>
                  <a:lnTo>
                    <a:pt x="1605965" y="291465"/>
                  </a:lnTo>
                  <a:lnTo>
                    <a:pt x="1605965" y="285750"/>
                  </a:lnTo>
                  <a:lnTo>
                    <a:pt x="1575358" y="285750"/>
                  </a:lnTo>
                  <a:lnTo>
                    <a:pt x="1575955" y="284454"/>
                  </a:lnTo>
                  <a:lnTo>
                    <a:pt x="1577390" y="276885"/>
                  </a:lnTo>
                  <a:lnTo>
                    <a:pt x="1577200" y="269646"/>
                  </a:lnTo>
                  <a:lnTo>
                    <a:pt x="1574634" y="264414"/>
                  </a:lnTo>
                  <a:lnTo>
                    <a:pt x="1569681" y="261175"/>
                  </a:lnTo>
                  <a:lnTo>
                    <a:pt x="1565109" y="257556"/>
                  </a:lnTo>
                  <a:lnTo>
                    <a:pt x="1558632" y="255841"/>
                  </a:lnTo>
                  <a:lnTo>
                    <a:pt x="1550250" y="256032"/>
                  </a:lnTo>
                  <a:lnTo>
                    <a:pt x="1542326" y="256997"/>
                  </a:lnTo>
                  <a:lnTo>
                    <a:pt x="1507744" y="280098"/>
                  </a:lnTo>
                  <a:lnTo>
                    <a:pt x="1505051" y="285750"/>
                  </a:lnTo>
                  <a:lnTo>
                    <a:pt x="1503603" y="285750"/>
                  </a:lnTo>
                  <a:lnTo>
                    <a:pt x="1503603" y="291465"/>
                  </a:lnTo>
                  <a:lnTo>
                    <a:pt x="1503095" y="294030"/>
                  </a:lnTo>
                  <a:lnTo>
                    <a:pt x="1503184" y="297180"/>
                  </a:lnTo>
                  <a:lnTo>
                    <a:pt x="1503095" y="342900"/>
                  </a:lnTo>
                  <a:lnTo>
                    <a:pt x="1503095" y="348615"/>
                  </a:lnTo>
                  <a:lnTo>
                    <a:pt x="1503095" y="400050"/>
                  </a:lnTo>
                  <a:lnTo>
                    <a:pt x="1503095" y="405765"/>
                  </a:lnTo>
                  <a:lnTo>
                    <a:pt x="1503095" y="442798"/>
                  </a:lnTo>
                  <a:lnTo>
                    <a:pt x="1349082" y="429387"/>
                  </a:lnTo>
                  <a:lnTo>
                    <a:pt x="1349082" y="405765"/>
                  </a:lnTo>
                  <a:lnTo>
                    <a:pt x="1503095" y="405765"/>
                  </a:lnTo>
                  <a:lnTo>
                    <a:pt x="1503095" y="400050"/>
                  </a:lnTo>
                  <a:lnTo>
                    <a:pt x="1349082" y="400050"/>
                  </a:lnTo>
                  <a:lnTo>
                    <a:pt x="1349082" y="348615"/>
                  </a:lnTo>
                  <a:lnTo>
                    <a:pt x="1503095" y="348615"/>
                  </a:lnTo>
                  <a:lnTo>
                    <a:pt x="1503095" y="342900"/>
                  </a:lnTo>
                  <a:lnTo>
                    <a:pt x="1349082" y="342900"/>
                  </a:lnTo>
                  <a:lnTo>
                    <a:pt x="1349082" y="291465"/>
                  </a:lnTo>
                  <a:lnTo>
                    <a:pt x="1441945" y="291465"/>
                  </a:lnTo>
                  <a:lnTo>
                    <a:pt x="1441945" y="324612"/>
                  </a:lnTo>
                  <a:lnTo>
                    <a:pt x="1457198" y="309753"/>
                  </a:lnTo>
                  <a:lnTo>
                    <a:pt x="1464233" y="302895"/>
                  </a:lnTo>
                  <a:lnTo>
                    <a:pt x="1476870" y="291465"/>
                  </a:lnTo>
                  <a:lnTo>
                    <a:pt x="1503603" y="291465"/>
                  </a:lnTo>
                  <a:lnTo>
                    <a:pt x="1503603" y="285750"/>
                  </a:lnTo>
                  <a:lnTo>
                    <a:pt x="1482521" y="285750"/>
                  </a:lnTo>
                  <a:lnTo>
                    <a:pt x="1483855" y="284314"/>
                  </a:lnTo>
                  <a:lnTo>
                    <a:pt x="1486522" y="278320"/>
                  </a:lnTo>
                  <a:lnTo>
                    <a:pt x="1487093" y="271462"/>
                  </a:lnTo>
                  <a:lnTo>
                    <a:pt x="1487093" y="266128"/>
                  </a:lnTo>
                  <a:lnTo>
                    <a:pt x="1485290" y="261645"/>
                  </a:lnTo>
                  <a:lnTo>
                    <a:pt x="1481670" y="258025"/>
                  </a:lnTo>
                  <a:lnTo>
                    <a:pt x="1478051" y="254215"/>
                  </a:lnTo>
                  <a:lnTo>
                    <a:pt x="1473860" y="252310"/>
                  </a:lnTo>
                  <a:lnTo>
                    <a:pt x="1470240" y="252310"/>
                  </a:lnTo>
                  <a:lnTo>
                    <a:pt x="1470240" y="273456"/>
                  </a:lnTo>
                  <a:lnTo>
                    <a:pt x="1469859" y="279933"/>
                  </a:lnTo>
                  <a:lnTo>
                    <a:pt x="1467459" y="285750"/>
                  </a:lnTo>
                  <a:lnTo>
                    <a:pt x="1463319" y="285750"/>
                  </a:lnTo>
                  <a:lnTo>
                    <a:pt x="1463319" y="291465"/>
                  </a:lnTo>
                  <a:lnTo>
                    <a:pt x="1462239" y="292887"/>
                  </a:lnTo>
                  <a:lnTo>
                    <a:pt x="1448803" y="309753"/>
                  </a:lnTo>
                  <a:lnTo>
                    <a:pt x="1448803" y="291465"/>
                  </a:lnTo>
                  <a:lnTo>
                    <a:pt x="1463319" y="291465"/>
                  </a:lnTo>
                  <a:lnTo>
                    <a:pt x="1463319" y="285750"/>
                  </a:lnTo>
                  <a:lnTo>
                    <a:pt x="1448803" y="285750"/>
                  </a:lnTo>
                  <a:lnTo>
                    <a:pt x="1448803" y="271170"/>
                  </a:lnTo>
                  <a:lnTo>
                    <a:pt x="1458518" y="260985"/>
                  </a:lnTo>
                  <a:lnTo>
                    <a:pt x="1461376" y="261175"/>
                  </a:lnTo>
                  <a:lnTo>
                    <a:pt x="1466710" y="262128"/>
                  </a:lnTo>
                  <a:lnTo>
                    <a:pt x="1469605" y="266128"/>
                  </a:lnTo>
                  <a:lnTo>
                    <a:pt x="1469745" y="267271"/>
                  </a:lnTo>
                  <a:lnTo>
                    <a:pt x="1470240" y="273456"/>
                  </a:lnTo>
                  <a:lnTo>
                    <a:pt x="1470240" y="252310"/>
                  </a:lnTo>
                  <a:lnTo>
                    <a:pt x="1469097" y="252310"/>
                  </a:lnTo>
                  <a:lnTo>
                    <a:pt x="1461477" y="252882"/>
                  </a:lnTo>
                  <a:lnTo>
                    <a:pt x="1454708" y="255739"/>
                  </a:lnTo>
                  <a:lnTo>
                    <a:pt x="1448803" y="260883"/>
                  </a:lnTo>
                  <a:lnTo>
                    <a:pt x="1448803" y="234315"/>
                  </a:lnTo>
                  <a:lnTo>
                    <a:pt x="1605965" y="234315"/>
                  </a:lnTo>
                  <a:lnTo>
                    <a:pt x="1605965" y="228600"/>
                  </a:lnTo>
                  <a:lnTo>
                    <a:pt x="1448803" y="228600"/>
                  </a:lnTo>
                  <a:lnTo>
                    <a:pt x="1448803" y="177165"/>
                  </a:lnTo>
                  <a:lnTo>
                    <a:pt x="1731124" y="177165"/>
                  </a:lnTo>
                  <a:lnTo>
                    <a:pt x="1731124" y="171450"/>
                  </a:lnTo>
                  <a:lnTo>
                    <a:pt x="1448803" y="171450"/>
                  </a:lnTo>
                  <a:lnTo>
                    <a:pt x="1441945" y="171450"/>
                  </a:lnTo>
                  <a:lnTo>
                    <a:pt x="1441945" y="177165"/>
                  </a:lnTo>
                  <a:lnTo>
                    <a:pt x="1441945" y="228600"/>
                  </a:lnTo>
                  <a:lnTo>
                    <a:pt x="1441945" y="234315"/>
                  </a:lnTo>
                  <a:lnTo>
                    <a:pt x="1441945" y="285750"/>
                  </a:lnTo>
                  <a:lnTo>
                    <a:pt x="1373403" y="285750"/>
                  </a:lnTo>
                  <a:lnTo>
                    <a:pt x="1408734" y="262890"/>
                  </a:lnTo>
                  <a:lnTo>
                    <a:pt x="1413370" y="248310"/>
                  </a:lnTo>
                  <a:lnTo>
                    <a:pt x="1413179" y="241071"/>
                  </a:lnTo>
                  <a:lnTo>
                    <a:pt x="1410614" y="235839"/>
                  </a:lnTo>
                  <a:lnTo>
                    <a:pt x="1408277" y="234315"/>
                  </a:lnTo>
                  <a:lnTo>
                    <a:pt x="1441945" y="234315"/>
                  </a:lnTo>
                  <a:lnTo>
                    <a:pt x="1441945" y="228600"/>
                  </a:lnTo>
                  <a:lnTo>
                    <a:pt x="1399641" y="228600"/>
                  </a:lnTo>
                  <a:lnTo>
                    <a:pt x="1394612" y="227266"/>
                  </a:lnTo>
                  <a:lnTo>
                    <a:pt x="1386230" y="227457"/>
                  </a:lnTo>
                  <a:lnTo>
                    <a:pt x="1378305" y="228422"/>
                  </a:lnTo>
                  <a:lnTo>
                    <a:pt x="1377696" y="228600"/>
                  </a:lnTo>
                  <a:lnTo>
                    <a:pt x="1363078" y="228600"/>
                  </a:lnTo>
                  <a:lnTo>
                    <a:pt x="1363078" y="234315"/>
                  </a:lnTo>
                  <a:lnTo>
                    <a:pt x="1362875" y="234416"/>
                  </a:lnTo>
                  <a:lnTo>
                    <a:pt x="1355369" y="239458"/>
                  </a:lnTo>
                  <a:lnTo>
                    <a:pt x="1354023" y="240626"/>
                  </a:lnTo>
                  <a:lnTo>
                    <a:pt x="1354023" y="285750"/>
                  </a:lnTo>
                  <a:lnTo>
                    <a:pt x="1349082" y="285750"/>
                  </a:lnTo>
                  <a:lnTo>
                    <a:pt x="1349082" y="283222"/>
                  </a:lnTo>
                  <a:lnTo>
                    <a:pt x="1351076" y="284797"/>
                  </a:lnTo>
                  <a:lnTo>
                    <a:pt x="1354023" y="285750"/>
                  </a:lnTo>
                  <a:lnTo>
                    <a:pt x="1354023" y="240626"/>
                  </a:lnTo>
                  <a:lnTo>
                    <a:pt x="1348676" y="245262"/>
                  </a:lnTo>
                  <a:lnTo>
                    <a:pt x="1343723" y="251523"/>
                  </a:lnTo>
                  <a:lnTo>
                    <a:pt x="1340523" y="258267"/>
                  </a:lnTo>
                  <a:lnTo>
                    <a:pt x="1339075" y="265455"/>
                  </a:lnTo>
                  <a:lnTo>
                    <a:pt x="1339164" y="268605"/>
                  </a:lnTo>
                  <a:lnTo>
                    <a:pt x="1339075" y="268605"/>
                  </a:lnTo>
                  <a:lnTo>
                    <a:pt x="1339075" y="400050"/>
                  </a:lnTo>
                  <a:lnTo>
                    <a:pt x="1198346" y="400050"/>
                  </a:lnTo>
                  <a:lnTo>
                    <a:pt x="1198346" y="348615"/>
                  </a:lnTo>
                  <a:lnTo>
                    <a:pt x="1339075" y="348615"/>
                  </a:lnTo>
                  <a:lnTo>
                    <a:pt x="1339075" y="342900"/>
                  </a:lnTo>
                  <a:lnTo>
                    <a:pt x="1198346" y="342900"/>
                  </a:lnTo>
                  <a:lnTo>
                    <a:pt x="1198346" y="291465"/>
                  </a:lnTo>
                  <a:lnTo>
                    <a:pt x="1339075" y="291465"/>
                  </a:lnTo>
                  <a:lnTo>
                    <a:pt x="1339075" y="285750"/>
                  </a:lnTo>
                  <a:lnTo>
                    <a:pt x="1198346" y="285750"/>
                  </a:lnTo>
                  <a:lnTo>
                    <a:pt x="1198346" y="254647"/>
                  </a:lnTo>
                  <a:lnTo>
                    <a:pt x="1200340" y="256222"/>
                  </a:lnTo>
                  <a:lnTo>
                    <a:pt x="1206246" y="258127"/>
                  </a:lnTo>
                  <a:lnTo>
                    <a:pt x="1246352" y="246595"/>
                  </a:lnTo>
                  <a:lnTo>
                    <a:pt x="1257998" y="234315"/>
                  </a:lnTo>
                  <a:lnTo>
                    <a:pt x="1363078" y="234315"/>
                  </a:lnTo>
                  <a:lnTo>
                    <a:pt x="1363078" y="228600"/>
                  </a:lnTo>
                  <a:lnTo>
                    <a:pt x="1260589" y="228600"/>
                  </a:lnTo>
                  <a:lnTo>
                    <a:pt x="1261186" y="227304"/>
                  </a:lnTo>
                  <a:lnTo>
                    <a:pt x="1262634" y="219735"/>
                  </a:lnTo>
                  <a:lnTo>
                    <a:pt x="1262443" y="212496"/>
                  </a:lnTo>
                  <a:lnTo>
                    <a:pt x="1259878" y="207264"/>
                  </a:lnTo>
                  <a:lnTo>
                    <a:pt x="1254925" y="204025"/>
                  </a:lnTo>
                  <a:lnTo>
                    <a:pt x="1250353" y="200406"/>
                  </a:lnTo>
                  <a:lnTo>
                    <a:pt x="1243876" y="198691"/>
                  </a:lnTo>
                  <a:lnTo>
                    <a:pt x="1235494" y="198882"/>
                  </a:lnTo>
                  <a:lnTo>
                    <a:pt x="1227556" y="199847"/>
                  </a:lnTo>
                  <a:lnTo>
                    <a:pt x="1192987" y="222948"/>
                  </a:lnTo>
                  <a:lnTo>
                    <a:pt x="1190294" y="228600"/>
                  </a:lnTo>
                  <a:lnTo>
                    <a:pt x="1188847" y="228600"/>
                  </a:lnTo>
                  <a:lnTo>
                    <a:pt x="1188847" y="234315"/>
                  </a:lnTo>
                  <a:lnTo>
                    <a:pt x="1188339" y="236880"/>
                  </a:lnTo>
                  <a:lnTo>
                    <a:pt x="1188427" y="240030"/>
                  </a:lnTo>
                  <a:lnTo>
                    <a:pt x="1188339" y="285750"/>
                  </a:lnTo>
                  <a:lnTo>
                    <a:pt x="1188339" y="291465"/>
                  </a:lnTo>
                  <a:lnTo>
                    <a:pt x="1188339" y="342900"/>
                  </a:lnTo>
                  <a:lnTo>
                    <a:pt x="1188339" y="348615"/>
                  </a:lnTo>
                  <a:lnTo>
                    <a:pt x="1188339" y="385648"/>
                  </a:lnTo>
                  <a:lnTo>
                    <a:pt x="1034326" y="372237"/>
                  </a:lnTo>
                  <a:lnTo>
                    <a:pt x="1034326" y="348615"/>
                  </a:lnTo>
                  <a:lnTo>
                    <a:pt x="1188339" y="348615"/>
                  </a:lnTo>
                  <a:lnTo>
                    <a:pt x="1188339" y="342900"/>
                  </a:lnTo>
                  <a:lnTo>
                    <a:pt x="1034326" y="342900"/>
                  </a:lnTo>
                  <a:lnTo>
                    <a:pt x="1034326" y="291465"/>
                  </a:lnTo>
                  <a:lnTo>
                    <a:pt x="1188339" y="291465"/>
                  </a:lnTo>
                  <a:lnTo>
                    <a:pt x="1188339" y="285750"/>
                  </a:lnTo>
                  <a:lnTo>
                    <a:pt x="1034326" y="285750"/>
                  </a:lnTo>
                  <a:lnTo>
                    <a:pt x="1034326" y="234315"/>
                  </a:lnTo>
                  <a:lnTo>
                    <a:pt x="1127188" y="234315"/>
                  </a:lnTo>
                  <a:lnTo>
                    <a:pt x="1127188" y="267462"/>
                  </a:lnTo>
                  <a:lnTo>
                    <a:pt x="1142441" y="252603"/>
                  </a:lnTo>
                  <a:lnTo>
                    <a:pt x="1149477" y="245745"/>
                  </a:lnTo>
                  <a:lnTo>
                    <a:pt x="1162113" y="234315"/>
                  </a:lnTo>
                  <a:lnTo>
                    <a:pt x="1188847" y="234315"/>
                  </a:lnTo>
                  <a:lnTo>
                    <a:pt x="1188847" y="228600"/>
                  </a:lnTo>
                  <a:lnTo>
                    <a:pt x="1167765" y="228600"/>
                  </a:lnTo>
                  <a:lnTo>
                    <a:pt x="1169098" y="227164"/>
                  </a:lnTo>
                  <a:lnTo>
                    <a:pt x="1171765" y="221170"/>
                  </a:lnTo>
                  <a:lnTo>
                    <a:pt x="1172337" y="214312"/>
                  </a:lnTo>
                  <a:lnTo>
                    <a:pt x="1172337" y="208978"/>
                  </a:lnTo>
                  <a:lnTo>
                    <a:pt x="1170533" y="204495"/>
                  </a:lnTo>
                  <a:lnTo>
                    <a:pt x="1166914" y="200875"/>
                  </a:lnTo>
                  <a:lnTo>
                    <a:pt x="1163294" y="197065"/>
                  </a:lnTo>
                  <a:lnTo>
                    <a:pt x="1159103" y="195160"/>
                  </a:lnTo>
                  <a:lnTo>
                    <a:pt x="1155484" y="195160"/>
                  </a:lnTo>
                  <a:lnTo>
                    <a:pt x="1155484" y="216306"/>
                  </a:lnTo>
                  <a:lnTo>
                    <a:pt x="1155103" y="222783"/>
                  </a:lnTo>
                  <a:lnTo>
                    <a:pt x="1152702" y="228600"/>
                  </a:lnTo>
                  <a:lnTo>
                    <a:pt x="1148562" y="228600"/>
                  </a:lnTo>
                  <a:lnTo>
                    <a:pt x="1148562" y="234315"/>
                  </a:lnTo>
                  <a:lnTo>
                    <a:pt x="1147483" y="235737"/>
                  </a:lnTo>
                  <a:lnTo>
                    <a:pt x="1134046" y="252603"/>
                  </a:lnTo>
                  <a:lnTo>
                    <a:pt x="1134046" y="234315"/>
                  </a:lnTo>
                  <a:lnTo>
                    <a:pt x="1148562" y="234315"/>
                  </a:lnTo>
                  <a:lnTo>
                    <a:pt x="1148562" y="228600"/>
                  </a:lnTo>
                  <a:lnTo>
                    <a:pt x="1134046" y="228600"/>
                  </a:lnTo>
                  <a:lnTo>
                    <a:pt x="1134046" y="214020"/>
                  </a:lnTo>
                  <a:lnTo>
                    <a:pt x="1143749" y="203835"/>
                  </a:lnTo>
                  <a:lnTo>
                    <a:pt x="1146619" y="204025"/>
                  </a:lnTo>
                  <a:lnTo>
                    <a:pt x="1151953" y="204978"/>
                  </a:lnTo>
                  <a:lnTo>
                    <a:pt x="1154836" y="208978"/>
                  </a:lnTo>
                  <a:lnTo>
                    <a:pt x="1154988" y="210121"/>
                  </a:lnTo>
                  <a:lnTo>
                    <a:pt x="1155484" y="216306"/>
                  </a:lnTo>
                  <a:lnTo>
                    <a:pt x="1155484" y="195160"/>
                  </a:lnTo>
                  <a:lnTo>
                    <a:pt x="1154341" y="195160"/>
                  </a:lnTo>
                  <a:lnTo>
                    <a:pt x="1146721" y="195732"/>
                  </a:lnTo>
                  <a:lnTo>
                    <a:pt x="1139952" y="198589"/>
                  </a:lnTo>
                  <a:lnTo>
                    <a:pt x="1134046" y="203733"/>
                  </a:lnTo>
                  <a:lnTo>
                    <a:pt x="1134046" y="177165"/>
                  </a:lnTo>
                  <a:lnTo>
                    <a:pt x="1441945" y="177165"/>
                  </a:lnTo>
                  <a:lnTo>
                    <a:pt x="1441945" y="171450"/>
                  </a:lnTo>
                  <a:lnTo>
                    <a:pt x="1134046" y="171450"/>
                  </a:lnTo>
                  <a:lnTo>
                    <a:pt x="1134046" y="114300"/>
                  </a:lnTo>
                  <a:lnTo>
                    <a:pt x="1127188" y="114300"/>
                  </a:lnTo>
                  <a:lnTo>
                    <a:pt x="1127188" y="171450"/>
                  </a:lnTo>
                  <a:lnTo>
                    <a:pt x="1127188" y="177165"/>
                  </a:lnTo>
                  <a:lnTo>
                    <a:pt x="1127188" y="228600"/>
                  </a:lnTo>
                  <a:lnTo>
                    <a:pt x="1058646" y="228600"/>
                  </a:lnTo>
                  <a:lnTo>
                    <a:pt x="1066253" y="226529"/>
                  </a:lnTo>
                  <a:lnTo>
                    <a:pt x="1074381" y="222935"/>
                  </a:lnTo>
                  <a:lnTo>
                    <a:pt x="1098613" y="191160"/>
                  </a:lnTo>
                  <a:lnTo>
                    <a:pt x="1098423" y="183921"/>
                  </a:lnTo>
                  <a:lnTo>
                    <a:pt x="1095857" y="178689"/>
                  </a:lnTo>
                  <a:lnTo>
                    <a:pt x="1093520" y="177165"/>
                  </a:lnTo>
                  <a:lnTo>
                    <a:pt x="1127188" y="177165"/>
                  </a:lnTo>
                  <a:lnTo>
                    <a:pt x="1127188" y="171450"/>
                  </a:lnTo>
                  <a:lnTo>
                    <a:pt x="1084884" y="171450"/>
                  </a:lnTo>
                  <a:lnTo>
                    <a:pt x="1079855" y="170116"/>
                  </a:lnTo>
                  <a:lnTo>
                    <a:pt x="1071473" y="170307"/>
                  </a:lnTo>
                  <a:lnTo>
                    <a:pt x="1063536" y="171272"/>
                  </a:lnTo>
                  <a:lnTo>
                    <a:pt x="1062926" y="171450"/>
                  </a:lnTo>
                  <a:lnTo>
                    <a:pt x="940181" y="171450"/>
                  </a:lnTo>
                  <a:lnTo>
                    <a:pt x="940181" y="177165"/>
                  </a:lnTo>
                  <a:lnTo>
                    <a:pt x="1048308" y="177165"/>
                  </a:lnTo>
                  <a:lnTo>
                    <a:pt x="1048105" y="177266"/>
                  </a:lnTo>
                  <a:lnTo>
                    <a:pt x="1040612" y="182308"/>
                  </a:lnTo>
                  <a:lnTo>
                    <a:pt x="1039266" y="183476"/>
                  </a:lnTo>
                  <a:lnTo>
                    <a:pt x="1039266" y="228600"/>
                  </a:lnTo>
                  <a:lnTo>
                    <a:pt x="1034326" y="228600"/>
                  </a:lnTo>
                  <a:lnTo>
                    <a:pt x="1034326" y="226072"/>
                  </a:lnTo>
                  <a:lnTo>
                    <a:pt x="1036320" y="227647"/>
                  </a:lnTo>
                  <a:lnTo>
                    <a:pt x="1039266" y="228600"/>
                  </a:lnTo>
                  <a:lnTo>
                    <a:pt x="1039266" y="183476"/>
                  </a:lnTo>
                  <a:lnTo>
                    <a:pt x="1033907" y="188112"/>
                  </a:lnTo>
                  <a:lnTo>
                    <a:pt x="1028966" y="194373"/>
                  </a:lnTo>
                  <a:lnTo>
                    <a:pt x="1025766" y="201117"/>
                  </a:lnTo>
                  <a:lnTo>
                    <a:pt x="1024318" y="208305"/>
                  </a:lnTo>
                  <a:lnTo>
                    <a:pt x="1024407" y="211455"/>
                  </a:lnTo>
                  <a:lnTo>
                    <a:pt x="1024318" y="228600"/>
                  </a:lnTo>
                  <a:lnTo>
                    <a:pt x="940181" y="228600"/>
                  </a:lnTo>
                  <a:lnTo>
                    <a:pt x="940181" y="234315"/>
                  </a:lnTo>
                  <a:lnTo>
                    <a:pt x="1024318" y="234315"/>
                  </a:lnTo>
                  <a:lnTo>
                    <a:pt x="1024318" y="285750"/>
                  </a:lnTo>
                  <a:lnTo>
                    <a:pt x="940181" y="285750"/>
                  </a:lnTo>
                  <a:lnTo>
                    <a:pt x="940181" y="291465"/>
                  </a:lnTo>
                  <a:lnTo>
                    <a:pt x="1024318" y="291465"/>
                  </a:lnTo>
                  <a:lnTo>
                    <a:pt x="1024318" y="342900"/>
                  </a:lnTo>
                  <a:lnTo>
                    <a:pt x="940181" y="342900"/>
                  </a:lnTo>
                  <a:lnTo>
                    <a:pt x="940181" y="348615"/>
                  </a:lnTo>
                  <a:lnTo>
                    <a:pt x="1024318" y="348615"/>
                  </a:lnTo>
                  <a:lnTo>
                    <a:pt x="1024318" y="371360"/>
                  </a:lnTo>
                  <a:lnTo>
                    <a:pt x="1024318" y="400050"/>
                  </a:lnTo>
                  <a:lnTo>
                    <a:pt x="940181" y="400050"/>
                  </a:lnTo>
                  <a:lnTo>
                    <a:pt x="940181" y="405765"/>
                  </a:lnTo>
                  <a:lnTo>
                    <a:pt x="1089926" y="405765"/>
                  </a:lnTo>
                  <a:lnTo>
                    <a:pt x="1188339" y="414337"/>
                  </a:lnTo>
                  <a:lnTo>
                    <a:pt x="1198346" y="414337"/>
                  </a:lnTo>
                  <a:lnTo>
                    <a:pt x="1198346" y="405765"/>
                  </a:lnTo>
                  <a:lnTo>
                    <a:pt x="1339075" y="405765"/>
                  </a:lnTo>
                  <a:lnTo>
                    <a:pt x="1339075" y="428510"/>
                  </a:lnTo>
                  <a:lnTo>
                    <a:pt x="1339075" y="457200"/>
                  </a:lnTo>
                  <a:lnTo>
                    <a:pt x="1503095" y="471487"/>
                  </a:lnTo>
                  <a:lnTo>
                    <a:pt x="1513103" y="471487"/>
                  </a:lnTo>
                  <a:lnTo>
                    <a:pt x="1513103" y="405765"/>
                  </a:lnTo>
                  <a:lnTo>
                    <a:pt x="1964499" y="405765"/>
                  </a:lnTo>
                  <a:lnTo>
                    <a:pt x="1968627" y="405765"/>
                  </a:lnTo>
                  <a:lnTo>
                    <a:pt x="1977199" y="405765"/>
                  </a:lnTo>
                  <a:lnTo>
                    <a:pt x="2749385" y="405765"/>
                  </a:lnTo>
                  <a:lnTo>
                    <a:pt x="2749385" y="428625"/>
                  </a:lnTo>
                  <a:lnTo>
                    <a:pt x="2900121" y="442912"/>
                  </a:lnTo>
                  <a:lnTo>
                    <a:pt x="2910116" y="442912"/>
                  </a:lnTo>
                  <a:lnTo>
                    <a:pt x="2910116" y="405765"/>
                  </a:lnTo>
                  <a:lnTo>
                    <a:pt x="3046768" y="405765"/>
                  </a:lnTo>
                  <a:lnTo>
                    <a:pt x="3050895" y="405765"/>
                  </a:lnTo>
                  <a:lnTo>
                    <a:pt x="3059468" y="405765"/>
                  </a:lnTo>
                  <a:lnTo>
                    <a:pt x="3644773" y="405765"/>
                  </a:lnTo>
                  <a:lnTo>
                    <a:pt x="3644265" y="408330"/>
                  </a:lnTo>
                  <a:lnTo>
                    <a:pt x="3669411" y="429768"/>
                  </a:lnTo>
                  <a:lnTo>
                    <a:pt x="3677894" y="428815"/>
                  </a:lnTo>
                  <a:lnTo>
                    <a:pt x="3713911" y="405765"/>
                  </a:lnTo>
                  <a:lnTo>
                    <a:pt x="3756850" y="405765"/>
                  </a:lnTo>
                  <a:lnTo>
                    <a:pt x="3756850" y="467487"/>
                  </a:lnTo>
                  <a:lnTo>
                    <a:pt x="3772103" y="452628"/>
                  </a:lnTo>
                  <a:lnTo>
                    <a:pt x="3779139" y="445770"/>
                  </a:lnTo>
                  <a:lnTo>
                    <a:pt x="3793998" y="432333"/>
                  </a:lnTo>
                  <a:lnTo>
                    <a:pt x="3798760" y="427189"/>
                  </a:lnTo>
                  <a:lnTo>
                    <a:pt x="3801427" y="421195"/>
                  </a:lnTo>
                  <a:lnTo>
                    <a:pt x="3801999" y="414337"/>
                  </a:lnTo>
                  <a:lnTo>
                    <a:pt x="3801999" y="409003"/>
                  </a:lnTo>
                  <a:lnTo>
                    <a:pt x="3800691" y="405765"/>
                  </a:lnTo>
                  <a:lnTo>
                    <a:pt x="3841991" y="405765"/>
                  </a:lnTo>
                  <a:lnTo>
                    <a:pt x="3818001" y="436905"/>
                  </a:lnTo>
                  <a:lnTo>
                    <a:pt x="3818191" y="443382"/>
                  </a:lnTo>
                  <a:lnTo>
                    <a:pt x="3843147" y="458343"/>
                  </a:lnTo>
                  <a:lnTo>
                    <a:pt x="3851630" y="457390"/>
                  </a:lnTo>
                  <a:lnTo>
                    <a:pt x="3887647" y="434340"/>
                  </a:lnTo>
                  <a:lnTo>
                    <a:pt x="3892296" y="419760"/>
                  </a:lnTo>
                  <a:lnTo>
                    <a:pt x="3892105" y="412521"/>
                  </a:lnTo>
                  <a:lnTo>
                    <a:pt x="3892016" y="412343"/>
                  </a:lnTo>
                  <a:lnTo>
                    <a:pt x="3892016" y="405765"/>
                  </a:lnTo>
                  <a:lnTo>
                    <a:pt x="4032745" y="405765"/>
                  </a:lnTo>
                  <a:lnTo>
                    <a:pt x="4032745" y="430593"/>
                  </a:lnTo>
                  <a:lnTo>
                    <a:pt x="4030751" y="429006"/>
                  </a:lnTo>
                  <a:lnTo>
                    <a:pt x="4024274" y="427291"/>
                  </a:lnTo>
                  <a:lnTo>
                    <a:pt x="3985031" y="439483"/>
                  </a:lnTo>
                  <a:lnTo>
                    <a:pt x="3972395" y="453618"/>
                  </a:lnTo>
                  <a:lnTo>
                    <a:pt x="3952227" y="453618"/>
                  </a:lnTo>
                  <a:lnTo>
                    <a:pt x="3952227" y="460768"/>
                  </a:lnTo>
                  <a:lnTo>
                    <a:pt x="3969677" y="460768"/>
                  </a:lnTo>
                  <a:lnTo>
                    <a:pt x="3968737" y="465480"/>
                  </a:lnTo>
                  <a:lnTo>
                    <a:pt x="3993883" y="486918"/>
                  </a:lnTo>
                  <a:lnTo>
                    <a:pt x="4002367" y="485965"/>
                  </a:lnTo>
                  <a:lnTo>
                    <a:pt x="4038396" y="462915"/>
                  </a:lnTo>
                  <a:lnTo>
                    <a:pt x="4039362" y="460768"/>
                  </a:lnTo>
                  <a:lnTo>
                    <a:pt x="4063365" y="460768"/>
                  </a:lnTo>
                  <a:lnTo>
                    <a:pt x="4063365" y="453618"/>
                  </a:lnTo>
                  <a:lnTo>
                    <a:pt x="4042016" y="453618"/>
                  </a:lnTo>
                  <a:lnTo>
                    <a:pt x="4043032" y="448335"/>
                  </a:lnTo>
                  <a:lnTo>
                    <a:pt x="4042841" y="441096"/>
                  </a:lnTo>
                  <a:lnTo>
                    <a:pt x="4042753" y="440918"/>
                  </a:lnTo>
                  <a:lnTo>
                    <a:pt x="4042753" y="405765"/>
                  </a:lnTo>
                  <a:lnTo>
                    <a:pt x="4115384" y="405765"/>
                  </a:lnTo>
                  <a:lnTo>
                    <a:pt x="4115384" y="400050"/>
                  </a:lnTo>
                  <a:lnTo>
                    <a:pt x="4042753" y="400050"/>
                  </a:lnTo>
                  <a:lnTo>
                    <a:pt x="4042753" y="348615"/>
                  </a:lnTo>
                  <a:lnTo>
                    <a:pt x="4115384" y="348615"/>
                  </a:lnTo>
                  <a:lnTo>
                    <a:pt x="4115384" y="342900"/>
                  </a:lnTo>
                  <a:lnTo>
                    <a:pt x="4042753" y="342900"/>
                  </a:lnTo>
                  <a:lnTo>
                    <a:pt x="4042753" y="291465"/>
                  </a:lnTo>
                  <a:lnTo>
                    <a:pt x="4115384" y="291465"/>
                  </a:lnTo>
                  <a:lnTo>
                    <a:pt x="4115384" y="285750"/>
                  </a:lnTo>
                  <a:lnTo>
                    <a:pt x="4042753" y="285750"/>
                  </a:lnTo>
                  <a:lnTo>
                    <a:pt x="4042753" y="242887"/>
                  </a:lnTo>
                  <a:lnTo>
                    <a:pt x="4032745" y="242887"/>
                  </a:lnTo>
                  <a:lnTo>
                    <a:pt x="4032745" y="285750"/>
                  </a:lnTo>
                  <a:lnTo>
                    <a:pt x="4032745" y="291465"/>
                  </a:lnTo>
                  <a:lnTo>
                    <a:pt x="4032745" y="342900"/>
                  </a:lnTo>
                  <a:lnTo>
                    <a:pt x="4032745" y="348615"/>
                  </a:lnTo>
                  <a:lnTo>
                    <a:pt x="4032745" y="400050"/>
                  </a:lnTo>
                  <a:lnTo>
                    <a:pt x="3892016" y="400050"/>
                  </a:lnTo>
                  <a:lnTo>
                    <a:pt x="3892016" y="348615"/>
                  </a:lnTo>
                  <a:lnTo>
                    <a:pt x="4032745" y="348615"/>
                  </a:lnTo>
                  <a:lnTo>
                    <a:pt x="4032745" y="342900"/>
                  </a:lnTo>
                  <a:lnTo>
                    <a:pt x="3892016" y="342900"/>
                  </a:lnTo>
                  <a:lnTo>
                    <a:pt x="3892016" y="291465"/>
                  </a:lnTo>
                  <a:lnTo>
                    <a:pt x="4032745" y="291465"/>
                  </a:lnTo>
                  <a:lnTo>
                    <a:pt x="4032745" y="285750"/>
                  </a:lnTo>
                  <a:lnTo>
                    <a:pt x="3892016" y="285750"/>
                  </a:lnTo>
                  <a:lnTo>
                    <a:pt x="3892016" y="234315"/>
                  </a:lnTo>
                  <a:lnTo>
                    <a:pt x="4115384" y="234315"/>
                  </a:lnTo>
                  <a:lnTo>
                    <a:pt x="4115384" y="228600"/>
                  </a:lnTo>
                  <a:lnTo>
                    <a:pt x="3892016" y="228600"/>
                  </a:lnTo>
                  <a:lnTo>
                    <a:pt x="3882009" y="228600"/>
                  </a:lnTo>
                  <a:lnTo>
                    <a:pt x="3882009" y="234315"/>
                  </a:lnTo>
                  <a:lnTo>
                    <a:pt x="3882009" y="400050"/>
                  </a:lnTo>
                  <a:lnTo>
                    <a:pt x="3878567" y="400050"/>
                  </a:lnTo>
                  <a:lnTo>
                    <a:pt x="3873538" y="398716"/>
                  </a:lnTo>
                  <a:lnTo>
                    <a:pt x="3865156" y="398907"/>
                  </a:lnTo>
                  <a:lnTo>
                    <a:pt x="3857218" y="399872"/>
                  </a:lnTo>
                  <a:lnTo>
                    <a:pt x="3856609" y="400050"/>
                  </a:lnTo>
                  <a:lnTo>
                    <a:pt x="3795763" y="400050"/>
                  </a:lnTo>
                  <a:lnTo>
                    <a:pt x="3792956" y="397090"/>
                  </a:lnTo>
                  <a:lnTo>
                    <a:pt x="3788765" y="395185"/>
                  </a:lnTo>
                  <a:lnTo>
                    <a:pt x="3785146" y="395185"/>
                  </a:lnTo>
                  <a:lnTo>
                    <a:pt x="3785146" y="416331"/>
                  </a:lnTo>
                  <a:lnTo>
                    <a:pt x="3784765" y="422808"/>
                  </a:lnTo>
                  <a:lnTo>
                    <a:pt x="3782098" y="429285"/>
                  </a:lnTo>
                  <a:lnTo>
                    <a:pt x="3777145" y="435762"/>
                  </a:lnTo>
                  <a:lnTo>
                    <a:pt x="3763708" y="452628"/>
                  </a:lnTo>
                  <a:lnTo>
                    <a:pt x="3763708" y="414045"/>
                  </a:lnTo>
                  <a:lnTo>
                    <a:pt x="3763899" y="412330"/>
                  </a:lnTo>
                  <a:lnTo>
                    <a:pt x="3765334" y="410146"/>
                  </a:lnTo>
                  <a:lnTo>
                    <a:pt x="3768001" y="407479"/>
                  </a:lnTo>
                  <a:lnTo>
                    <a:pt x="3769842" y="405765"/>
                  </a:lnTo>
                  <a:lnTo>
                    <a:pt x="3782161" y="405765"/>
                  </a:lnTo>
                  <a:lnTo>
                    <a:pt x="3784498" y="409003"/>
                  </a:lnTo>
                  <a:lnTo>
                    <a:pt x="3784650" y="410146"/>
                  </a:lnTo>
                  <a:lnTo>
                    <a:pt x="3785146" y="416331"/>
                  </a:lnTo>
                  <a:lnTo>
                    <a:pt x="3785146" y="395185"/>
                  </a:lnTo>
                  <a:lnTo>
                    <a:pt x="3784003" y="395185"/>
                  </a:lnTo>
                  <a:lnTo>
                    <a:pt x="3776383" y="395757"/>
                  </a:lnTo>
                  <a:lnTo>
                    <a:pt x="3769614" y="398614"/>
                  </a:lnTo>
                  <a:lnTo>
                    <a:pt x="3767963" y="400050"/>
                  </a:lnTo>
                  <a:lnTo>
                    <a:pt x="3763708" y="400050"/>
                  </a:lnTo>
                  <a:lnTo>
                    <a:pt x="3763708" y="348615"/>
                  </a:lnTo>
                  <a:lnTo>
                    <a:pt x="3882009" y="348615"/>
                  </a:lnTo>
                  <a:lnTo>
                    <a:pt x="3882009" y="342900"/>
                  </a:lnTo>
                  <a:lnTo>
                    <a:pt x="3763708" y="342900"/>
                  </a:lnTo>
                  <a:lnTo>
                    <a:pt x="3763708" y="314325"/>
                  </a:lnTo>
                  <a:lnTo>
                    <a:pt x="3756850" y="314325"/>
                  </a:lnTo>
                  <a:lnTo>
                    <a:pt x="3756850" y="342900"/>
                  </a:lnTo>
                  <a:lnTo>
                    <a:pt x="3756850" y="348615"/>
                  </a:lnTo>
                  <a:lnTo>
                    <a:pt x="3756850" y="400050"/>
                  </a:lnTo>
                  <a:lnTo>
                    <a:pt x="3716515" y="400050"/>
                  </a:lnTo>
                  <a:lnTo>
                    <a:pt x="3717112" y="398754"/>
                  </a:lnTo>
                  <a:lnTo>
                    <a:pt x="3718560" y="391185"/>
                  </a:lnTo>
                  <a:lnTo>
                    <a:pt x="3718369" y="383946"/>
                  </a:lnTo>
                  <a:lnTo>
                    <a:pt x="3718280" y="383768"/>
                  </a:lnTo>
                  <a:lnTo>
                    <a:pt x="3718280" y="348615"/>
                  </a:lnTo>
                  <a:lnTo>
                    <a:pt x="3756850" y="348615"/>
                  </a:lnTo>
                  <a:lnTo>
                    <a:pt x="3756850" y="342900"/>
                  </a:lnTo>
                  <a:lnTo>
                    <a:pt x="3718280" y="342900"/>
                  </a:lnTo>
                  <a:lnTo>
                    <a:pt x="3718280" y="291465"/>
                  </a:lnTo>
                  <a:lnTo>
                    <a:pt x="3882009" y="291465"/>
                  </a:lnTo>
                  <a:lnTo>
                    <a:pt x="3882009" y="285750"/>
                  </a:lnTo>
                  <a:lnTo>
                    <a:pt x="3718280" y="285750"/>
                  </a:lnTo>
                  <a:lnTo>
                    <a:pt x="3718280" y="234315"/>
                  </a:lnTo>
                  <a:lnTo>
                    <a:pt x="3882009" y="234315"/>
                  </a:lnTo>
                  <a:lnTo>
                    <a:pt x="3882009" y="228600"/>
                  </a:lnTo>
                  <a:lnTo>
                    <a:pt x="3718280" y="228600"/>
                  </a:lnTo>
                  <a:lnTo>
                    <a:pt x="3718280" y="185737"/>
                  </a:lnTo>
                  <a:lnTo>
                    <a:pt x="3708273" y="185737"/>
                  </a:lnTo>
                  <a:lnTo>
                    <a:pt x="3708273" y="228600"/>
                  </a:lnTo>
                  <a:lnTo>
                    <a:pt x="3708273" y="234315"/>
                  </a:lnTo>
                  <a:lnTo>
                    <a:pt x="3708273" y="373443"/>
                  </a:lnTo>
                  <a:lnTo>
                    <a:pt x="3706279" y="371856"/>
                  </a:lnTo>
                  <a:lnTo>
                    <a:pt x="3699802" y="370141"/>
                  </a:lnTo>
                  <a:lnTo>
                    <a:pt x="3691420" y="370332"/>
                  </a:lnTo>
                  <a:lnTo>
                    <a:pt x="3683482" y="371297"/>
                  </a:lnTo>
                  <a:lnTo>
                    <a:pt x="3648913" y="394398"/>
                  </a:lnTo>
                  <a:lnTo>
                    <a:pt x="3646220" y="400050"/>
                  </a:lnTo>
                  <a:lnTo>
                    <a:pt x="3527856" y="400050"/>
                  </a:lnTo>
                  <a:lnTo>
                    <a:pt x="3563175" y="377190"/>
                  </a:lnTo>
                  <a:lnTo>
                    <a:pt x="3567823" y="362610"/>
                  </a:lnTo>
                  <a:lnTo>
                    <a:pt x="3567633" y="355371"/>
                  </a:lnTo>
                  <a:lnTo>
                    <a:pt x="3567531" y="355168"/>
                  </a:lnTo>
                  <a:lnTo>
                    <a:pt x="3567531" y="348615"/>
                  </a:lnTo>
                  <a:lnTo>
                    <a:pt x="3708273" y="348615"/>
                  </a:lnTo>
                  <a:lnTo>
                    <a:pt x="3708273" y="342900"/>
                  </a:lnTo>
                  <a:lnTo>
                    <a:pt x="3567531" y="342900"/>
                  </a:lnTo>
                  <a:lnTo>
                    <a:pt x="3567531" y="291465"/>
                  </a:lnTo>
                  <a:lnTo>
                    <a:pt x="3708273" y="291465"/>
                  </a:lnTo>
                  <a:lnTo>
                    <a:pt x="3708273" y="285750"/>
                  </a:lnTo>
                  <a:lnTo>
                    <a:pt x="3567531" y="285750"/>
                  </a:lnTo>
                  <a:lnTo>
                    <a:pt x="3567531" y="234315"/>
                  </a:lnTo>
                  <a:lnTo>
                    <a:pt x="3708273" y="234315"/>
                  </a:lnTo>
                  <a:lnTo>
                    <a:pt x="3708273" y="228600"/>
                  </a:lnTo>
                  <a:lnTo>
                    <a:pt x="3567531" y="228600"/>
                  </a:lnTo>
                  <a:lnTo>
                    <a:pt x="3567531" y="177165"/>
                  </a:lnTo>
                  <a:lnTo>
                    <a:pt x="4115384" y="177165"/>
                  </a:lnTo>
                  <a:lnTo>
                    <a:pt x="4115384" y="171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6700" y="695334"/>
              <a:ext cx="7014209" cy="805815"/>
            </a:xfrm>
            <a:custGeom>
              <a:avLst/>
              <a:gdLst/>
              <a:ahLst/>
              <a:cxnLst/>
              <a:rect l="l" t="t" r="r" b="b"/>
              <a:pathLst>
                <a:path w="7014209" h="805815">
                  <a:moveTo>
                    <a:pt x="546925" y="800100"/>
                  </a:moveTo>
                  <a:lnTo>
                    <a:pt x="0" y="800100"/>
                  </a:lnTo>
                  <a:lnTo>
                    <a:pt x="0" y="805815"/>
                  </a:lnTo>
                  <a:lnTo>
                    <a:pt x="546925" y="805815"/>
                  </a:lnTo>
                  <a:lnTo>
                    <a:pt x="546925" y="800100"/>
                  </a:lnTo>
                  <a:close/>
                </a:path>
                <a:path w="7014209" h="805815">
                  <a:moveTo>
                    <a:pt x="546925" y="742950"/>
                  </a:moveTo>
                  <a:lnTo>
                    <a:pt x="0" y="742950"/>
                  </a:lnTo>
                  <a:lnTo>
                    <a:pt x="0" y="748665"/>
                  </a:lnTo>
                  <a:lnTo>
                    <a:pt x="546925" y="748665"/>
                  </a:lnTo>
                  <a:lnTo>
                    <a:pt x="546925" y="742950"/>
                  </a:lnTo>
                  <a:close/>
                </a:path>
                <a:path w="7014209" h="805815">
                  <a:moveTo>
                    <a:pt x="546925" y="685800"/>
                  </a:moveTo>
                  <a:lnTo>
                    <a:pt x="0" y="685800"/>
                  </a:lnTo>
                  <a:lnTo>
                    <a:pt x="0" y="691515"/>
                  </a:lnTo>
                  <a:lnTo>
                    <a:pt x="546925" y="691515"/>
                  </a:lnTo>
                  <a:lnTo>
                    <a:pt x="546925" y="685800"/>
                  </a:lnTo>
                  <a:close/>
                </a:path>
                <a:path w="7014209" h="805815">
                  <a:moveTo>
                    <a:pt x="546925" y="628650"/>
                  </a:moveTo>
                  <a:lnTo>
                    <a:pt x="0" y="628650"/>
                  </a:lnTo>
                  <a:lnTo>
                    <a:pt x="0" y="634365"/>
                  </a:lnTo>
                  <a:lnTo>
                    <a:pt x="546925" y="634365"/>
                  </a:lnTo>
                  <a:lnTo>
                    <a:pt x="546925" y="628650"/>
                  </a:lnTo>
                  <a:close/>
                </a:path>
                <a:path w="7014209" h="805815">
                  <a:moveTo>
                    <a:pt x="546925" y="571500"/>
                  </a:moveTo>
                  <a:lnTo>
                    <a:pt x="0" y="571500"/>
                  </a:lnTo>
                  <a:lnTo>
                    <a:pt x="0" y="577215"/>
                  </a:lnTo>
                  <a:lnTo>
                    <a:pt x="546925" y="577215"/>
                  </a:lnTo>
                  <a:lnTo>
                    <a:pt x="546925" y="571500"/>
                  </a:lnTo>
                  <a:close/>
                </a:path>
                <a:path w="7014209" h="805815">
                  <a:moveTo>
                    <a:pt x="6302603" y="14287"/>
                  </a:moveTo>
                  <a:lnTo>
                    <a:pt x="6151867" y="0"/>
                  </a:lnTo>
                  <a:lnTo>
                    <a:pt x="6151867" y="28702"/>
                  </a:lnTo>
                  <a:lnTo>
                    <a:pt x="6302603" y="42989"/>
                  </a:lnTo>
                  <a:lnTo>
                    <a:pt x="6302603" y="14287"/>
                  </a:lnTo>
                  <a:close/>
                </a:path>
                <a:path w="7014209" h="805815">
                  <a:moveTo>
                    <a:pt x="6604089" y="71437"/>
                  </a:moveTo>
                  <a:lnTo>
                    <a:pt x="6453340" y="57150"/>
                  </a:lnTo>
                  <a:lnTo>
                    <a:pt x="6453340" y="85852"/>
                  </a:lnTo>
                  <a:lnTo>
                    <a:pt x="6604089" y="100139"/>
                  </a:lnTo>
                  <a:lnTo>
                    <a:pt x="6604089" y="71437"/>
                  </a:lnTo>
                  <a:close/>
                </a:path>
                <a:path w="7014209" h="805815">
                  <a:moveTo>
                    <a:pt x="6928561" y="128587"/>
                  </a:moveTo>
                  <a:lnTo>
                    <a:pt x="6777825" y="114300"/>
                  </a:lnTo>
                  <a:lnTo>
                    <a:pt x="6777825" y="143002"/>
                  </a:lnTo>
                  <a:lnTo>
                    <a:pt x="6928561" y="157289"/>
                  </a:lnTo>
                  <a:lnTo>
                    <a:pt x="6928561" y="128587"/>
                  </a:lnTo>
                  <a:close/>
                </a:path>
                <a:path w="7014209" h="805815">
                  <a:moveTo>
                    <a:pt x="6928840" y="334035"/>
                  </a:moveTo>
                  <a:lnTo>
                    <a:pt x="6928650" y="326796"/>
                  </a:lnTo>
                  <a:lnTo>
                    <a:pt x="6926085" y="321564"/>
                  </a:lnTo>
                  <a:lnTo>
                    <a:pt x="6921132" y="318325"/>
                  </a:lnTo>
                  <a:lnTo>
                    <a:pt x="6916560" y="314706"/>
                  </a:lnTo>
                  <a:lnTo>
                    <a:pt x="6910083" y="312991"/>
                  </a:lnTo>
                  <a:lnTo>
                    <a:pt x="6901701" y="313182"/>
                  </a:lnTo>
                  <a:lnTo>
                    <a:pt x="6893763" y="314147"/>
                  </a:lnTo>
                  <a:lnTo>
                    <a:pt x="6859194" y="337248"/>
                  </a:lnTo>
                  <a:lnTo>
                    <a:pt x="6854545" y="351180"/>
                  </a:lnTo>
                  <a:lnTo>
                    <a:pt x="6854736" y="357657"/>
                  </a:lnTo>
                  <a:lnTo>
                    <a:pt x="6879691" y="372618"/>
                  </a:lnTo>
                  <a:lnTo>
                    <a:pt x="6888175" y="371665"/>
                  </a:lnTo>
                  <a:lnTo>
                    <a:pt x="6924205" y="348615"/>
                  </a:lnTo>
                  <a:lnTo>
                    <a:pt x="6927393" y="341604"/>
                  </a:lnTo>
                  <a:lnTo>
                    <a:pt x="6928840" y="334035"/>
                  </a:lnTo>
                  <a:close/>
                </a:path>
                <a:path w="7014209" h="805815">
                  <a:moveTo>
                    <a:pt x="7013892" y="59436"/>
                  </a:moveTo>
                  <a:lnTo>
                    <a:pt x="7005320" y="59436"/>
                  </a:lnTo>
                  <a:lnTo>
                    <a:pt x="7005320" y="291465"/>
                  </a:lnTo>
                  <a:lnTo>
                    <a:pt x="7013892" y="291465"/>
                  </a:lnTo>
                  <a:lnTo>
                    <a:pt x="7013892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7975" y="1266825"/>
              <a:ext cx="158876" cy="18287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4002" y="1238250"/>
              <a:ext cx="273748" cy="29603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13625" y="1181109"/>
              <a:ext cx="1182370" cy="500380"/>
            </a:xfrm>
            <a:custGeom>
              <a:avLst/>
              <a:gdLst/>
              <a:ahLst/>
              <a:cxnLst/>
              <a:rect l="l" t="t" r="r" b="b"/>
              <a:pathLst>
                <a:path w="1182370" h="500380">
                  <a:moveTo>
                    <a:pt x="308724" y="456336"/>
                  </a:moveTo>
                  <a:lnTo>
                    <a:pt x="307975" y="449859"/>
                  </a:lnTo>
                  <a:lnTo>
                    <a:pt x="304342" y="446341"/>
                  </a:lnTo>
                  <a:lnTo>
                    <a:pt x="297865" y="445770"/>
                  </a:lnTo>
                  <a:lnTo>
                    <a:pt x="291198" y="446341"/>
                  </a:lnTo>
                  <a:lnTo>
                    <a:pt x="287578" y="449859"/>
                  </a:lnTo>
                  <a:lnTo>
                    <a:pt x="287007" y="456336"/>
                  </a:lnTo>
                  <a:lnTo>
                    <a:pt x="287578" y="462813"/>
                  </a:lnTo>
                  <a:lnTo>
                    <a:pt x="291198" y="466534"/>
                  </a:lnTo>
                  <a:lnTo>
                    <a:pt x="297865" y="467487"/>
                  </a:lnTo>
                  <a:lnTo>
                    <a:pt x="304342" y="466534"/>
                  </a:lnTo>
                  <a:lnTo>
                    <a:pt x="307975" y="462813"/>
                  </a:lnTo>
                  <a:lnTo>
                    <a:pt x="308724" y="456336"/>
                  </a:lnTo>
                  <a:close/>
                </a:path>
                <a:path w="1182370" h="500380">
                  <a:moveTo>
                    <a:pt x="308724" y="342036"/>
                  </a:moveTo>
                  <a:lnTo>
                    <a:pt x="307975" y="335559"/>
                  </a:lnTo>
                  <a:lnTo>
                    <a:pt x="304342" y="332041"/>
                  </a:lnTo>
                  <a:lnTo>
                    <a:pt x="297865" y="331470"/>
                  </a:lnTo>
                  <a:lnTo>
                    <a:pt x="291198" y="332041"/>
                  </a:lnTo>
                  <a:lnTo>
                    <a:pt x="287578" y="335559"/>
                  </a:lnTo>
                  <a:lnTo>
                    <a:pt x="287007" y="342036"/>
                  </a:lnTo>
                  <a:lnTo>
                    <a:pt x="287578" y="348513"/>
                  </a:lnTo>
                  <a:lnTo>
                    <a:pt x="291198" y="352234"/>
                  </a:lnTo>
                  <a:lnTo>
                    <a:pt x="297865" y="353187"/>
                  </a:lnTo>
                  <a:lnTo>
                    <a:pt x="304342" y="352234"/>
                  </a:lnTo>
                  <a:lnTo>
                    <a:pt x="307975" y="348513"/>
                  </a:lnTo>
                  <a:lnTo>
                    <a:pt x="308724" y="342036"/>
                  </a:lnTo>
                  <a:close/>
                </a:path>
                <a:path w="1182370" h="500380">
                  <a:moveTo>
                    <a:pt x="1182166" y="85725"/>
                  </a:moveTo>
                  <a:lnTo>
                    <a:pt x="272440" y="85725"/>
                  </a:lnTo>
                  <a:lnTo>
                    <a:pt x="272440" y="0"/>
                  </a:lnTo>
                  <a:lnTo>
                    <a:pt x="263867" y="0"/>
                  </a:lnTo>
                  <a:lnTo>
                    <a:pt x="263867" y="445770"/>
                  </a:lnTo>
                  <a:lnTo>
                    <a:pt x="263017" y="447573"/>
                  </a:lnTo>
                  <a:lnTo>
                    <a:pt x="232435" y="472630"/>
                  </a:lnTo>
                  <a:lnTo>
                    <a:pt x="216154" y="478243"/>
                  </a:lnTo>
                  <a:lnTo>
                    <a:pt x="212153" y="478053"/>
                  </a:lnTo>
                  <a:lnTo>
                    <a:pt x="208153" y="477672"/>
                  </a:lnTo>
                  <a:lnTo>
                    <a:pt x="206248" y="475957"/>
                  </a:lnTo>
                  <a:lnTo>
                    <a:pt x="206438" y="472909"/>
                  </a:lnTo>
                  <a:lnTo>
                    <a:pt x="232435" y="444627"/>
                  </a:lnTo>
                  <a:lnTo>
                    <a:pt x="262445" y="445770"/>
                  </a:lnTo>
                  <a:lnTo>
                    <a:pt x="263867" y="445770"/>
                  </a:lnTo>
                  <a:lnTo>
                    <a:pt x="263867" y="0"/>
                  </a:lnTo>
                  <a:lnTo>
                    <a:pt x="262445" y="0"/>
                  </a:lnTo>
                  <a:lnTo>
                    <a:pt x="262445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262445" y="91440"/>
                  </a:lnTo>
                  <a:lnTo>
                    <a:pt x="262445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262445" y="148590"/>
                  </a:lnTo>
                  <a:lnTo>
                    <a:pt x="262445" y="200025"/>
                  </a:lnTo>
                  <a:lnTo>
                    <a:pt x="262445" y="367893"/>
                  </a:lnTo>
                  <a:lnTo>
                    <a:pt x="246443" y="367893"/>
                  </a:lnTo>
                  <a:lnTo>
                    <a:pt x="248513" y="366991"/>
                  </a:lnTo>
                  <a:lnTo>
                    <a:pt x="253492" y="363943"/>
                  </a:lnTo>
                  <a:lnTo>
                    <a:pt x="256159" y="362331"/>
                  </a:lnTo>
                  <a:lnTo>
                    <a:pt x="262445" y="357111"/>
                  </a:lnTo>
                  <a:lnTo>
                    <a:pt x="262445" y="333959"/>
                  </a:lnTo>
                  <a:lnTo>
                    <a:pt x="259016" y="338035"/>
                  </a:lnTo>
                  <a:lnTo>
                    <a:pt x="243865" y="351180"/>
                  </a:lnTo>
                  <a:lnTo>
                    <a:pt x="238150" y="355180"/>
                  </a:lnTo>
                  <a:lnTo>
                    <a:pt x="232435" y="358330"/>
                  </a:lnTo>
                  <a:lnTo>
                    <a:pt x="221005" y="362902"/>
                  </a:lnTo>
                  <a:lnTo>
                    <a:pt x="216154" y="363943"/>
                  </a:lnTo>
                  <a:lnTo>
                    <a:pt x="212153" y="363753"/>
                  </a:lnTo>
                  <a:lnTo>
                    <a:pt x="208153" y="363372"/>
                  </a:lnTo>
                  <a:lnTo>
                    <a:pt x="206248" y="361657"/>
                  </a:lnTo>
                  <a:lnTo>
                    <a:pt x="206438" y="358609"/>
                  </a:lnTo>
                  <a:lnTo>
                    <a:pt x="232435" y="330327"/>
                  </a:lnTo>
                  <a:lnTo>
                    <a:pt x="254152" y="320890"/>
                  </a:lnTo>
                  <a:lnTo>
                    <a:pt x="259867" y="321462"/>
                  </a:lnTo>
                  <a:lnTo>
                    <a:pt x="262445" y="321818"/>
                  </a:lnTo>
                  <a:lnTo>
                    <a:pt x="262445" y="314325"/>
                  </a:lnTo>
                  <a:lnTo>
                    <a:pt x="258724" y="312318"/>
                  </a:lnTo>
                  <a:lnTo>
                    <a:pt x="252907" y="311175"/>
                  </a:lnTo>
                  <a:lnTo>
                    <a:pt x="246443" y="311746"/>
                  </a:lnTo>
                  <a:lnTo>
                    <a:pt x="238252" y="312661"/>
                  </a:lnTo>
                  <a:lnTo>
                    <a:pt x="232105" y="314325"/>
                  </a:lnTo>
                  <a:lnTo>
                    <a:pt x="139395" y="314325"/>
                  </a:lnTo>
                  <a:lnTo>
                    <a:pt x="139661" y="312889"/>
                  </a:lnTo>
                  <a:lnTo>
                    <a:pt x="142608" y="308508"/>
                  </a:lnTo>
                  <a:lnTo>
                    <a:pt x="147574" y="304888"/>
                  </a:lnTo>
                  <a:lnTo>
                    <a:pt x="153098" y="300697"/>
                  </a:lnTo>
                  <a:lnTo>
                    <a:pt x="156235" y="295846"/>
                  </a:lnTo>
                  <a:lnTo>
                    <a:pt x="156997" y="290322"/>
                  </a:lnTo>
                  <a:lnTo>
                    <a:pt x="156235" y="286702"/>
                  </a:lnTo>
                  <a:lnTo>
                    <a:pt x="154520" y="283273"/>
                  </a:lnTo>
                  <a:lnTo>
                    <a:pt x="151853" y="280035"/>
                  </a:lnTo>
                  <a:lnTo>
                    <a:pt x="143852" y="271462"/>
                  </a:lnTo>
                  <a:lnTo>
                    <a:pt x="140804" y="267462"/>
                  </a:lnTo>
                  <a:lnTo>
                    <a:pt x="139090" y="263931"/>
                  </a:lnTo>
                  <a:lnTo>
                    <a:pt x="138950" y="262890"/>
                  </a:lnTo>
                  <a:lnTo>
                    <a:pt x="262445" y="262890"/>
                  </a:lnTo>
                  <a:lnTo>
                    <a:pt x="262445" y="257175"/>
                  </a:lnTo>
                  <a:lnTo>
                    <a:pt x="139395" y="257175"/>
                  </a:lnTo>
                  <a:lnTo>
                    <a:pt x="139661" y="255739"/>
                  </a:lnTo>
                  <a:lnTo>
                    <a:pt x="142608" y="251358"/>
                  </a:lnTo>
                  <a:lnTo>
                    <a:pt x="147574" y="247738"/>
                  </a:lnTo>
                  <a:lnTo>
                    <a:pt x="153098" y="243547"/>
                  </a:lnTo>
                  <a:lnTo>
                    <a:pt x="156235" y="238696"/>
                  </a:lnTo>
                  <a:lnTo>
                    <a:pt x="156997" y="233172"/>
                  </a:lnTo>
                  <a:lnTo>
                    <a:pt x="156235" y="229552"/>
                  </a:lnTo>
                  <a:lnTo>
                    <a:pt x="154520" y="226123"/>
                  </a:lnTo>
                  <a:lnTo>
                    <a:pt x="151853" y="222885"/>
                  </a:lnTo>
                  <a:lnTo>
                    <a:pt x="143852" y="214312"/>
                  </a:lnTo>
                  <a:lnTo>
                    <a:pt x="140804" y="210312"/>
                  </a:lnTo>
                  <a:lnTo>
                    <a:pt x="139090" y="206781"/>
                  </a:lnTo>
                  <a:lnTo>
                    <a:pt x="138950" y="205740"/>
                  </a:lnTo>
                  <a:lnTo>
                    <a:pt x="262445" y="205740"/>
                  </a:lnTo>
                  <a:lnTo>
                    <a:pt x="262445" y="200025"/>
                  </a:lnTo>
                  <a:lnTo>
                    <a:pt x="139395" y="200025"/>
                  </a:lnTo>
                  <a:lnTo>
                    <a:pt x="139661" y="198589"/>
                  </a:lnTo>
                  <a:lnTo>
                    <a:pt x="142608" y="194208"/>
                  </a:lnTo>
                  <a:lnTo>
                    <a:pt x="147574" y="190588"/>
                  </a:lnTo>
                  <a:lnTo>
                    <a:pt x="153098" y="186397"/>
                  </a:lnTo>
                  <a:lnTo>
                    <a:pt x="156235" y="181546"/>
                  </a:lnTo>
                  <a:lnTo>
                    <a:pt x="156997" y="176022"/>
                  </a:lnTo>
                  <a:lnTo>
                    <a:pt x="156235" y="172402"/>
                  </a:lnTo>
                  <a:lnTo>
                    <a:pt x="154520" y="168973"/>
                  </a:lnTo>
                  <a:lnTo>
                    <a:pt x="151853" y="165735"/>
                  </a:lnTo>
                  <a:lnTo>
                    <a:pt x="143852" y="157162"/>
                  </a:lnTo>
                  <a:lnTo>
                    <a:pt x="139852" y="157162"/>
                  </a:lnTo>
                  <a:lnTo>
                    <a:pt x="142709" y="160020"/>
                  </a:lnTo>
                  <a:lnTo>
                    <a:pt x="144526" y="163639"/>
                  </a:lnTo>
                  <a:lnTo>
                    <a:pt x="130898" y="184975"/>
                  </a:lnTo>
                  <a:lnTo>
                    <a:pt x="127749" y="189738"/>
                  </a:lnTo>
                  <a:lnTo>
                    <a:pt x="127000" y="195453"/>
                  </a:lnTo>
                  <a:lnTo>
                    <a:pt x="127749" y="199072"/>
                  </a:lnTo>
                  <a:lnTo>
                    <a:pt x="128219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32143" y="205740"/>
                  </a:lnTo>
                  <a:lnTo>
                    <a:pt x="139852" y="214312"/>
                  </a:lnTo>
                  <a:lnTo>
                    <a:pt x="142709" y="217170"/>
                  </a:lnTo>
                  <a:lnTo>
                    <a:pt x="144526" y="220789"/>
                  </a:lnTo>
                  <a:lnTo>
                    <a:pt x="145288" y="225171"/>
                  </a:lnTo>
                  <a:lnTo>
                    <a:pt x="144322" y="230124"/>
                  </a:lnTo>
                  <a:lnTo>
                    <a:pt x="141376" y="234505"/>
                  </a:lnTo>
                  <a:lnTo>
                    <a:pt x="136423" y="238315"/>
                  </a:lnTo>
                  <a:lnTo>
                    <a:pt x="130898" y="242125"/>
                  </a:lnTo>
                  <a:lnTo>
                    <a:pt x="127749" y="246888"/>
                  </a:lnTo>
                  <a:lnTo>
                    <a:pt x="127000" y="252603"/>
                  </a:lnTo>
                  <a:lnTo>
                    <a:pt x="127749" y="256222"/>
                  </a:lnTo>
                  <a:lnTo>
                    <a:pt x="128219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132143" y="262890"/>
                  </a:lnTo>
                  <a:lnTo>
                    <a:pt x="139852" y="271462"/>
                  </a:lnTo>
                  <a:lnTo>
                    <a:pt x="142709" y="274320"/>
                  </a:lnTo>
                  <a:lnTo>
                    <a:pt x="144526" y="277939"/>
                  </a:lnTo>
                  <a:lnTo>
                    <a:pt x="145288" y="282321"/>
                  </a:lnTo>
                  <a:lnTo>
                    <a:pt x="144322" y="287274"/>
                  </a:lnTo>
                  <a:lnTo>
                    <a:pt x="141376" y="291655"/>
                  </a:lnTo>
                  <a:lnTo>
                    <a:pt x="136423" y="295465"/>
                  </a:lnTo>
                  <a:lnTo>
                    <a:pt x="130898" y="299275"/>
                  </a:lnTo>
                  <a:lnTo>
                    <a:pt x="127749" y="304038"/>
                  </a:lnTo>
                  <a:lnTo>
                    <a:pt x="127000" y="309753"/>
                  </a:lnTo>
                  <a:lnTo>
                    <a:pt x="127749" y="313372"/>
                  </a:lnTo>
                  <a:lnTo>
                    <a:pt x="128219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132143" y="320040"/>
                  </a:lnTo>
                  <a:lnTo>
                    <a:pt x="139852" y="328612"/>
                  </a:lnTo>
                  <a:lnTo>
                    <a:pt x="142709" y="331470"/>
                  </a:lnTo>
                  <a:lnTo>
                    <a:pt x="144526" y="335089"/>
                  </a:lnTo>
                  <a:lnTo>
                    <a:pt x="145288" y="339471"/>
                  </a:lnTo>
                  <a:lnTo>
                    <a:pt x="144322" y="344424"/>
                  </a:lnTo>
                  <a:lnTo>
                    <a:pt x="141376" y="348805"/>
                  </a:lnTo>
                  <a:lnTo>
                    <a:pt x="136423" y="352615"/>
                  </a:lnTo>
                  <a:lnTo>
                    <a:pt x="130898" y="356425"/>
                  </a:lnTo>
                  <a:lnTo>
                    <a:pt x="127749" y="361188"/>
                  </a:lnTo>
                  <a:lnTo>
                    <a:pt x="127000" y="366903"/>
                  </a:lnTo>
                  <a:lnTo>
                    <a:pt x="127749" y="370522"/>
                  </a:lnTo>
                  <a:lnTo>
                    <a:pt x="129463" y="373951"/>
                  </a:lnTo>
                  <a:lnTo>
                    <a:pt x="132143" y="377190"/>
                  </a:lnTo>
                  <a:lnTo>
                    <a:pt x="139852" y="385762"/>
                  </a:lnTo>
                  <a:lnTo>
                    <a:pt x="142709" y="388620"/>
                  </a:lnTo>
                  <a:lnTo>
                    <a:pt x="144526" y="392239"/>
                  </a:lnTo>
                  <a:lnTo>
                    <a:pt x="130898" y="413575"/>
                  </a:lnTo>
                  <a:lnTo>
                    <a:pt x="127749" y="418338"/>
                  </a:lnTo>
                  <a:lnTo>
                    <a:pt x="127000" y="424053"/>
                  </a:lnTo>
                  <a:lnTo>
                    <a:pt x="127749" y="427672"/>
                  </a:lnTo>
                  <a:lnTo>
                    <a:pt x="129463" y="431101"/>
                  </a:lnTo>
                  <a:lnTo>
                    <a:pt x="132143" y="434340"/>
                  </a:lnTo>
                  <a:lnTo>
                    <a:pt x="139852" y="442912"/>
                  </a:lnTo>
                  <a:lnTo>
                    <a:pt x="142709" y="445770"/>
                  </a:lnTo>
                  <a:lnTo>
                    <a:pt x="144526" y="449389"/>
                  </a:lnTo>
                  <a:lnTo>
                    <a:pt x="130898" y="470725"/>
                  </a:lnTo>
                  <a:lnTo>
                    <a:pt x="127749" y="475488"/>
                  </a:lnTo>
                  <a:lnTo>
                    <a:pt x="127000" y="481203"/>
                  </a:lnTo>
                  <a:lnTo>
                    <a:pt x="127749" y="484822"/>
                  </a:lnTo>
                  <a:lnTo>
                    <a:pt x="129463" y="488251"/>
                  </a:lnTo>
                  <a:lnTo>
                    <a:pt x="132143" y="491490"/>
                  </a:lnTo>
                  <a:lnTo>
                    <a:pt x="139852" y="500062"/>
                  </a:lnTo>
                  <a:lnTo>
                    <a:pt x="143852" y="500062"/>
                  </a:lnTo>
                  <a:lnTo>
                    <a:pt x="140804" y="496062"/>
                  </a:lnTo>
                  <a:lnTo>
                    <a:pt x="139090" y="492531"/>
                  </a:lnTo>
                  <a:lnTo>
                    <a:pt x="138709" y="489483"/>
                  </a:lnTo>
                  <a:lnTo>
                    <a:pt x="139661" y="484339"/>
                  </a:lnTo>
                  <a:lnTo>
                    <a:pt x="142608" y="479958"/>
                  </a:lnTo>
                  <a:lnTo>
                    <a:pt x="147574" y="476338"/>
                  </a:lnTo>
                  <a:lnTo>
                    <a:pt x="153098" y="472147"/>
                  </a:lnTo>
                  <a:lnTo>
                    <a:pt x="156235" y="467296"/>
                  </a:lnTo>
                  <a:lnTo>
                    <a:pt x="156997" y="461772"/>
                  </a:lnTo>
                  <a:lnTo>
                    <a:pt x="156235" y="458152"/>
                  </a:lnTo>
                  <a:lnTo>
                    <a:pt x="154520" y="454723"/>
                  </a:lnTo>
                  <a:lnTo>
                    <a:pt x="151853" y="451485"/>
                  </a:lnTo>
                  <a:lnTo>
                    <a:pt x="143852" y="442912"/>
                  </a:lnTo>
                  <a:lnTo>
                    <a:pt x="140804" y="438912"/>
                  </a:lnTo>
                  <a:lnTo>
                    <a:pt x="139090" y="435381"/>
                  </a:lnTo>
                  <a:lnTo>
                    <a:pt x="138709" y="432333"/>
                  </a:lnTo>
                  <a:lnTo>
                    <a:pt x="139661" y="427189"/>
                  </a:lnTo>
                  <a:lnTo>
                    <a:pt x="142608" y="422808"/>
                  </a:lnTo>
                  <a:lnTo>
                    <a:pt x="147574" y="419188"/>
                  </a:lnTo>
                  <a:lnTo>
                    <a:pt x="153098" y="414997"/>
                  </a:lnTo>
                  <a:lnTo>
                    <a:pt x="156235" y="410146"/>
                  </a:lnTo>
                  <a:lnTo>
                    <a:pt x="156997" y="404622"/>
                  </a:lnTo>
                  <a:lnTo>
                    <a:pt x="156235" y="401002"/>
                  </a:lnTo>
                  <a:lnTo>
                    <a:pt x="154520" y="397573"/>
                  </a:lnTo>
                  <a:lnTo>
                    <a:pt x="151853" y="394335"/>
                  </a:lnTo>
                  <a:lnTo>
                    <a:pt x="143852" y="385762"/>
                  </a:lnTo>
                  <a:lnTo>
                    <a:pt x="140804" y="381762"/>
                  </a:lnTo>
                  <a:lnTo>
                    <a:pt x="139090" y="378231"/>
                  </a:lnTo>
                  <a:lnTo>
                    <a:pt x="138709" y="375183"/>
                  </a:lnTo>
                  <a:lnTo>
                    <a:pt x="139661" y="370039"/>
                  </a:lnTo>
                  <a:lnTo>
                    <a:pt x="142608" y="365658"/>
                  </a:lnTo>
                  <a:lnTo>
                    <a:pt x="147574" y="362038"/>
                  </a:lnTo>
                  <a:lnTo>
                    <a:pt x="153098" y="357847"/>
                  </a:lnTo>
                  <a:lnTo>
                    <a:pt x="156235" y="352996"/>
                  </a:lnTo>
                  <a:lnTo>
                    <a:pt x="156997" y="347472"/>
                  </a:lnTo>
                  <a:lnTo>
                    <a:pt x="156235" y="343852"/>
                  </a:lnTo>
                  <a:lnTo>
                    <a:pt x="154520" y="340423"/>
                  </a:lnTo>
                  <a:lnTo>
                    <a:pt x="151853" y="337185"/>
                  </a:lnTo>
                  <a:lnTo>
                    <a:pt x="143852" y="328612"/>
                  </a:lnTo>
                  <a:lnTo>
                    <a:pt x="140804" y="324612"/>
                  </a:lnTo>
                  <a:lnTo>
                    <a:pt x="139090" y="321081"/>
                  </a:lnTo>
                  <a:lnTo>
                    <a:pt x="138950" y="320040"/>
                  </a:lnTo>
                  <a:lnTo>
                    <a:pt x="219621" y="320040"/>
                  </a:lnTo>
                  <a:lnTo>
                    <a:pt x="215011" y="322897"/>
                  </a:lnTo>
                  <a:lnTo>
                    <a:pt x="208419" y="328358"/>
                  </a:lnTo>
                  <a:lnTo>
                    <a:pt x="203504" y="334467"/>
                  </a:lnTo>
                  <a:lnTo>
                    <a:pt x="200266" y="341223"/>
                  </a:lnTo>
                  <a:lnTo>
                    <a:pt x="198716" y="348615"/>
                  </a:lnTo>
                  <a:lnTo>
                    <a:pt x="197764" y="357378"/>
                  </a:lnTo>
                  <a:lnTo>
                    <a:pt x="200723" y="364515"/>
                  </a:lnTo>
                  <a:lnTo>
                    <a:pt x="204914" y="367893"/>
                  </a:lnTo>
                  <a:lnTo>
                    <a:pt x="181914" y="367893"/>
                  </a:lnTo>
                  <a:lnTo>
                    <a:pt x="181914" y="375043"/>
                  </a:lnTo>
                  <a:lnTo>
                    <a:pt x="262445" y="375043"/>
                  </a:lnTo>
                  <a:lnTo>
                    <a:pt x="262445" y="425043"/>
                  </a:lnTo>
                  <a:lnTo>
                    <a:pt x="181914" y="425043"/>
                  </a:lnTo>
                  <a:lnTo>
                    <a:pt x="181914" y="432193"/>
                  </a:lnTo>
                  <a:lnTo>
                    <a:pt x="223316" y="432193"/>
                  </a:lnTo>
                  <a:lnTo>
                    <a:pt x="222542" y="432536"/>
                  </a:lnTo>
                  <a:lnTo>
                    <a:pt x="198716" y="462915"/>
                  </a:lnTo>
                  <a:lnTo>
                    <a:pt x="197764" y="471678"/>
                  </a:lnTo>
                  <a:lnTo>
                    <a:pt x="200723" y="478815"/>
                  </a:lnTo>
                  <a:lnTo>
                    <a:pt x="207581" y="484339"/>
                  </a:lnTo>
                  <a:lnTo>
                    <a:pt x="212725" y="487197"/>
                  </a:lnTo>
                  <a:lnTo>
                    <a:pt x="218440" y="488340"/>
                  </a:lnTo>
                  <a:lnTo>
                    <a:pt x="224726" y="487768"/>
                  </a:lnTo>
                  <a:lnTo>
                    <a:pt x="232791" y="486867"/>
                  </a:lnTo>
                  <a:lnTo>
                    <a:pt x="240728" y="484695"/>
                  </a:lnTo>
                  <a:lnTo>
                    <a:pt x="248513" y="481291"/>
                  </a:lnTo>
                  <a:lnTo>
                    <a:pt x="253492" y="478243"/>
                  </a:lnTo>
                  <a:lnTo>
                    <a:pt x="256159" y="476631"/>
                  </a:lnTo>
                  <a:lnTo>
                    <a:pt x="273481" y="442150"/>
                  </a:lnTo>
                  <a:lnTo>
                    <a:pt x="272440" y="439635"/>
                  </a:lnTo>
                  <a:lnTo>
                    <a:pt x="272440" y="432193"/>
                  </a:lnTo>
                  <a:lnTo>
                    <a:pt x="293052" y="432193"/>
                  </a:lnTo>
                  <a:lnTo>
                    <a:pt x="293052" y="425043"/>
                  </a:lnTo>
                  <a:lnTo>
                    <a:pt x="272440" y="425043"/>
                  </a:lnTo>
                  <a:lnTo>
                    <a:pt x="272440" y="375043"/>
                  </a:lnTo>
                  <a:lnTo>
                    <a:pt x="293052" y="375043"/>
                  </a:lnTo>
                  <a:lnTo>
                    <a:pt x="293052" y="367893"/>
                  </a:lnTo>
                  <a:lnTo>
                    <a:pt x="272440" y="367893"/>
                  </a:lnTo>
                  <a:lnTo>
                    <a:pt x="272440" y="337972"/>
                  </a:lnTo>
                  <a:lnTo>
                    <a:pt x="272732" y="336613"/>
                  </a:lnTo>
                  <a:lnTo>
                    <a:pt x="273481" y="327850"/>
                  </a:lnTo>
                  <a:lnTo>
                    <a:pt x="272440" y="325335"/>
                  </a:lnTo>
                  <a:lnTo>
                    <a:pt x="272440" y="320040"/>
                  </a:lnTo>
                  <a:lnTo>
                    <a:pt x="1182166" y="320040"/>
                  </a:lnTo>
                  <a:lnTo>
                    <a:pt x="1182166" y="314325"/>
                  </a:lnTo>
                  <a:lnTo>
                    <a:pt x="272440" y="314325"/>
                  </a:lnTo>
                  <a:lnTo>
                    <a:pt x="272440" y="262890"/>
                  </a:lnTo>
                  <a:lnTo>
                    <a:pt x="1182166" y="262890"/>
                  </a:lnTo>
                  <a:lnTo>
                    <a:pt x="1182166" y="257175"/>
                  </a:lnTo>
                  <a:lnTo>
                    <a:pt x="272440" y="257175"/>
                  </a:lnTo>
                  <a:lnTo>
                    <a:pt x="272440" y="205740"/>
                  </a:lnTo>
                  <a:lnTo>
                    <a:pt x="1182166" y="205740"/>
                  </a:lnTo>
                  <a:lnTo>
                    <a:pt x="1182166" y="200025"/>
                  </a:lnTo>
                  <a:lnTo>
                    <a:pt x="272440" y="200025"/>
                  </a:lnTo>
                  <a:lnTo>
                    <a:pt x="272440" y="148590"/>
                  </a:lnTo>
                  <a:lnTo>
                    <a:pt x="1182166" y="148590"/>
                  </a:lnTo>
                  <a:lnTo>
                    <a:pt x="1182166" y="142875"/>
                  </a:lnTo>
                  <a:lnTo>
                    <a:pt x="272440" y="142875"/>
                  </a:lnTo>
                  <a:lnTo>
                    <a:pt x="272440" y="91440"/>
                  </a:lnTo>
                  <a:lnTo>
                    <a:pt x="1182166" y="91440"/>
                  </a:lnTo>
                  <a:lnTo>
                    <a:pt x="1182166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1396" y="1341120"/>
              <a:ext cx="110966" cy="12830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34935" y="1638300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462496" y="71198"/>
                  </a:moveTo>
                  <a:lnTo>
                    <a:pt x="385463" y="70486"/>
                  </a:lnTo>
                  <a:lnTo>
                    <a:pt x="315272" y="68350"/>
                  </a:lnTo>
                  <a:lnTo>
                    <a:pt x="251921" y="64790"/>
                  </a:lnTo>
                  <a:lnTo>
                    <a:pt x="195410" y="59806"/>
                  </a:lnTo>
                  <a:lnTo>
                    <a:pt x="145740" y="53398"/>
                  </a:lnTo>
                  <a:lnTo>
                    <a:pt x="102911" y="45567"/>
                  </a:lnTo>
                  <a:lnTo>
                    <a:pt x="37774" y="25631"/>
                  </a:lnTo>
                  <a:lnTo>
                    <a:pt x="0" y="0"/>
                  </a:lnTo>
                  <a:lnTo>
                    <a:pt x="17607" y="13443"/>
                  </a:lnTo>
                  <a:lnTo>
                    <a:pt x="43660" y="25305"/>
                  </a:lnTo>
                  <a:lnTo>
                    <a:pt x="121102" y="44284"/>
                  </a:lnTo>
                  <a:lnTo>
                    <a:pt x="172490" y="51402"/>
                  </a:lnTo>
                  <a:lnTo>
                    <a:pt x="232324" y="56937"/>
                  </a:lnTo>
                  <a:lnTo>
                    <a:pt x="300602" y="60891"/>
                  </a:lnTo>
                  <a:lnTo>
                    <a:pt x="377326" y="63264"/>
                  </a:lnTo>
                  <a:lnTo>
                    <a:pt x="462496" y="64054"/>
                  </a:lnTo>
                  <a:lnTo>
                    <a:pt x="547665" y="63264"/>
                  </a:lnTo>
                  <a:lnTo>
                    <a:pt x="624389" y="60891"/>
                  </a:lnTo>
                  <a:lnTo>
                    <a:pt x="692667" y="56937"/>
                  </a:lnTo>
                  <a:lnTo>
                    <a:pt x="752501" y="51402"/>
                  </a:lnTo>
                  <a:lnTo>
                    <a:pt x="803889" y="44284"/>
                  </a:lnTo>
                  <a:lnTo>
                    <a:pt x="846833" y="35586"/>
                  </a:lnTo>
                  <a:lnTo>
                    <a:pt x="907384" y="13443"/>
                  </a:lnTo>
                  <a:lnTo>
                    <a:pt x="924992" y="0"/>
                  </a:lnTo>
                  <a:lnTo>
                    <a:pt x="909525" y="13527"/>
                  </a:lnTo>
                  <a:lnTo>
                    <a:pt x="858069" y="36311"/>
                  </a:lnTo>
                  <a:lnTo>
                    <a:pt x="779251" y="53398"/>
                  </a:lnTo>
                  <a:lnTo>
                    <a:pt x="729581" y="59806"/>
                  </a:lnTo>
                  <a:lnTo>
                    <a:pt x="673071" y="64790"/>
                  </a:lnTo>
                  <a:lnTo>
                    <a:pt x="609719" y="68350"/>
                  </a:lnTo>
                  <a:lnTo>
                    <a:pt x="539528" y="70486"/>
                  </a:lnTo>
                  <a:lnTo>
                    <a:pt x="462496" y="711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34935" y="1638300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0" y="0"/>
                  </a:moveTo>
                  <a:lnTo>
                    <a:pt x="37774" y="25631"/>
                  </a:lnTo>
                  <a:lnTo>
                    <a:pt x="102911" y="45567"/>
                  </a:lnTo>
                  <a:lnTo>
                    <a:pt x="145740" y="53398"/>
                  </a:lnTo>
                  <a:lnTo>
                    <a:pt x="195410" y="59806"/>
                  </a:lnTo>
                  <a:lnTo>
                    <a:pt x="251921" y="64790"/>
                  </a:lnTo>
                  <a:lnTo>
                    <a:pt x="315272" y="68350"/>
                  </a:lnTo>
                  <a:lnTo>
                    <a:pt x="385463" y="70486"/>
                  </a:lnTo>
                  <a:lnTo>
                    <a:pt x="462496" y="71198"/>
                  </a:lnTo>
                  <a:lnTo>
                    <a:pt x="539528" y="70486"/>
                  </a:lnTo>
                  <a:lnTo>
                    <a:pt x="609719" y="68350"/>
                  </a:lnTo>
                  <a:lnTo>
                    <a:pt x="673071" y="64790"/>
                  </a:lnTo>
                  <a:lnTo>
                    <a:pt x="729581" y="59806"/>
                  </a:lnTo>
                  <a:lnTo>
                    <a:pt x="779251" y="53398"/>
                  </a:lnTo>
                  <a:lnTo>
                    <a:pt x="822080" y="45567"/>
                  </a:lnTo>
                  <a:lnTo>
                    <a:pt x="887217" y="25631"/>
                  </a:lnTo>
                  <a:lnTo>
                    <a:pt x="924992" y="0"/>
                  </a:lnTo>
                  <a:lnTo>
                    <a:pt x="907384" y="13443"/>
                  </a:lnTo>
                  <a:lnTo>
                    <a:pt x="881331" y="25305"/>
                  </a:lnTo>
                  <a:lnTo>
                    <a:pt x="803889" y="44284"/>
                  </a:lnTo>
                  <a:lnTo>
                    <a:pt x="752501" y="51402"/>
                  </a:lnTo>
                  <a:lnTo>
                    <a:pt x="692667" y="56937"/>
                  </a:lnTo>
                  <a:lnTo>
                    <a:pt x="624389" y="60891"/>
                  </a:lnTo>
                  <a:lnTo>
                    <a:pt x="547665" y="63264"/>
                  </a:lnTo>
                  <a:lnTo>
                    <a:pt x="462496" y="64054"/>
                  </a:lnTo>
                  <a:lnTo>
                    <a:pt x="377326" y="63264"/>
                  </a:lnTo>
                  <a:lnTo>
                    <a:pt x="300602" y="60891"/>
                  </a:lnTo>
                  <a:lnTo>
                    <a:pt x="232324" y="56937"/>
                  </a:lnTo>
                  <a:lnTo>
                    <a:pt x="172490" y="51402"/>
                  </a:lnTo>
                  <a:lnTo>
                    <a:pt x="121102" y="44284"/>
                  </a:lnTo>
                  <a:lnTo>
                    <a:pt x="78158" y="35586"/>
                  </a:lnTo>
                  <a:lnTo>
                    <a:pt x="17607" y="1344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34935" y="1524000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462496" y="71198"/>
                  </a:moveTo>
                  <a:lnTo>
                    <a:pt x="385463" y="70486"/>
                  </a:lnTo>
                  <a:lnTo>
                    <a:pt x="315272" y="68350"/>
                  </a:lnTo>
                  <a:lnTo>
                    <a:pt x="251921" y="64790"/>
                  </a:lnTo>
                  <a:lnTo>
                    <a:pt x="195410" y="59806"/>
                  </a:lnTo>
                  <a:lnTo>
                    <a:pt x="145740" y="53398"/>
                  </a:lnTo>
                  <a:lnTo>
                    <a:pt x="102911" y="45567"/>
                  </a:lnTo>
                  <a:lnTo>
                    <a:pt x="37774" y="25631"/>
                  </a:lnTo>
                  <a:lnTo>
                    <a:pt x="0" y="0"/>
                  </a:lnTo>
                  <a:lnTo>
                    <a:pt x="17607" y="13443"/>
                  </a:lnTo>
                  <a:lnTo>
                    <a:pt x="43660" y="25305"/>
                  </a:lnTo>
                  <a:lnTo>
                    <a:pt x="121102" y="44284"/>
                  </a:lnTo>
                  <a:lnTo>
                    <a:pt x="172490" y="51402"/>
                  </a:lnTo>
                  <a:lnTo>
                    <a:pt x="232324" y="56937"/>
                  </a:lnTo>
                  <a:lnTo>
                    <a:pt x="300602" y="60891"/>
                  </a:lnTo>
                  <a:lnTo>
                    <a:pt x="377326" y="63264"/>
                  </a:lnTo>
                  <a:lnTo>
                    <a:pt x="462496" y="64054"/>
                  </a:lnTo>
                  <a:lnTo>
                    <a:pt x="547665" y="63264"/>
                  </a:lnTo>
                  <a:lnTo>
                    <a:pt x="624389" y="60891"/>
                  </a:lnTo>
                  <a:lnTo>
                    <a:pt x="692667" y="56937"/>
                  </a:lnTo>
                  <a:lnTo>
                    <a:pt x="752501" y="51402"/>
                  </a:lnTo>
                  <a:lnTo>
                    <a:pt x="803889" y="44284"/>
                  </a:lnTo>
                  <a:lnTo>
                    <a:pt x="846833" y="35586"/>
                  </a:lnTo>
                  <a:lnTo>
                    <a:pt x="907384" y="13443"/>
                  </a:lnTo>
                  <a:lnTo>
                    <a:pt x="924992" y="0"/>
                  </a:lnTo>
                  <a:lnTo>
                    <a:pt x="909525" y="13527"/>
                  </a:lnTo>
                  <a:lnTo>
                    <a:pt x="858069" y="36311"/>
                  </a:lnTo>
                  <a:lnTo>
                    <a:pt x="779251" y="53398"/>
                  </a:lnTo>
                  <a:lnTo>
                    <a:pt x="729581" y="59806"/>
                  </a:lnTo>
                  <a:lnTo>
                    <a:pt x="673071" y="64790"/>
                  </a:lnTo>
                  <a:lnTo>
                    <a:pt x="609719" y="68350"/>
                  </a:lnTo>
                  <a:lnTo>
                    <a:pt x="539528" y="70486"/>
                  </a:lnTo>
                  <a:lnTo>
                    <a:pt x="462496" y="711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34935" y="1524000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0" y="0"/>
                  </a:moveTo>
                  <a:lnTo>
                    <a:pt x="37774" y="25631"/>
                  </a:lnTo>
                  <a:lnTo>
                    <a:pt x="102911" y="45567"/>
                  </a:lnTo>
                  <a:lnTo>
                    <a:pt x="145740" y="53398"/>
                  </a:lnTo>
                  <a:lnTo>
                    <a:pt x="195410" y="59806"/>
                  </a:lnTo>
                  <a:lnTo>
                    <a:pt x="251921" y="64790"/>
                  </a:lnTo>
                  <a:lnTo>
                    <a:pt x="315272" y="68350"/>
                  </a:lnTo>
                  <a:lnTo>
                    <a:pt x="385463" y="70486"/>
                  </a:lnTo>
                  <a:lnTo>
                    <a:pt x="462496" y="71198"/>
                  </a:lnTo>
                  <a:lnTo>
                    <a:pt x="539528" y="70486"/>
                  </a:lnTo>
                  <a:lnTo>
                    <a:pt x="609719" y="68350"/>
                  </a:lnTo>
                  <a:lnTo>
                    <a:pt x="673071" y="64790"/>
                  </a:lnTo>
                  <a:lnTo>
                    <a:pt x="729581" y="59806"/>
                  </a:lnTo>
                  <a:lnTo>
                    <a:pt x="779251" y="53398"/>
                  </a:lnTo>
                  <a:lnTo>
                    <a:pt x="822080" y="45567"/>
                  </a:lnTo>
                  <a:lnTo>
                    <a:pt x="887217" y="25631"/>
                  </a:lnTo>
                  <a:lnTo>
                    <a:pt x="924992" y="0"/>
                  </a:lnTo>
                  <a:lnTo>
                    <a:pt x="907384" y="13443"/>
                  </a:lnTo>
                  <a:lnTo>
                    <a:pt x="881331" y="25305"/>
                  </a:lnTo>
                  <a:lnTo>
                    <a:pt x="803889" y="44284"/>
                  </a:lnTo>
                  <a:lnTo>
                    <a:pt x="752501" y="51402"/>
                  </a:lnTo>
                  <a:lnTo>
                    <a:pt x="692667" y="56937"/>
                  </a:lnTo>
                  <a:lnTo>
                    <a:pt x="624389" y="60891"/>
                  </a:lnTo>
                  <a:lnTo>
                    <a:pt x="547665" y="63264"/>
                  </a:lnTo>
                  <a:lnTo>
                    <a:pt x="462496" y="64054"/>
                  </a:lnTo>
                  <a:lnTo>
                    <a:pt x="377326" y="63264"/>
                  </a:lnTo>
                  <a:lnTo>
                    <a:pt x="300602" y="60891"/>
                  </a:lnTo>
                  <a:lnTo>
                    <a:pt x="232324" y="56937"/>
                  </a:lnTo>
                  <a:lnTo>
                    <a:pt x="172490" y="51402"/>
                  </a:lnTo>
                  <a:lnTo>
                    <a:pt x="121102" y="44284"/>
                  </a:lnTo>
                  <a:lnTo>
                    <a:pt x="78158" y="35586"/>
                  </a:lnTo>
                  <a:lnTo>
                    <a:pt x="17607" y="1344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34935" y="1352789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924992" y="71198"/>
                  </a:moveTo>
                  <a:lnTo>
                    <a:pt x="881331" y="45892"/>
                  </a:lnTo>
                  <a:lnTo>
                    <a:pt x="803889" y="26913"/>
                  </a:lnTo>
                  <a:lnTo>
                    <a:pt x="752501" y="19796"/>
                  </a:lnTo>
                  <a:lnTo>
                    <a:pt x="692667" y="14260"/>
                  </a:lnTo>
                  <a:lnTo>
                    <a:pt x="624389" y="10306"/>
                  </a:lnTo>
                  <a:lnTo>
                    <a:pt x="547665" y="7934"/>
                  </a:lnTo>
                  <a:lnTo>
                    <a:pt x="462496" y="7143"/>
                  </a:lnTo>
                  <a:lnTo>
                    <a:pt x="377326" y="7934"/>
                  </a:lnTo>
                  <a:lnTo>
                    <a:pt x="300602" y="10306"/>
                  </a:lnTo>
                  <a:lnTo>
                    <a:pt x="232324" y="14260"/>
                  </a:lnTo>
                  <a:lnTo>
                    <a:pt x="172490" y="19796"/>
                  </a:lnTo>
                  <a:lnTo>
                    <a:pt x="121102" y="26913"/>
                  </a:lnTo>
                  <a:lnTo>
                    <a:pt x="78158" y="35612"/>
                  </a:lnTo>
                  <a:lnTo>
                    <a:pt x="17607" y="57754"/>
                  </a:lnTo>
                  <a:lnTo>
                    <a:pt x="0" y="71198"/>
                  </a:lnTo>
                  <a:lnTo>
                    <a:pt x="15466" y="57670"/>
                  </a:lnTo>
                  <a:lnTo>
                    <a:pt x="66922" y="34887"/>
                  </a:lnTo>
                  <a:lnTo>
                    <a:pt x="145740" y="17799"/>
                  </a:lnTo>
                  <a:lnTo>
                    <a:pt x="195410" y="11391"/>
                  </a:lnTo>
                  <a:lnTo>
                    <a:pt x="251921" y="6407"/>
                  </a:lnTo>
                  <a:lnTo>
                    <a:pt x="315272" y="2847"/>
                  </a:lnTo>
                  <a:lnTo>
                    <a:pt x="385463" y="711"/>
                  </a:lnTo>
                  <a:lnTo>
                    <a:pt x="462496" y="0"/>
                  </a:lnTo>
                  <a:lnTo>
                    <a:pt x="539528" y="711"/>
                  </a:lnTo>
                  <a:lnTo>
                    <a:pt x="609719" y="2847"/>
                  </a:lnTo>
                  <a:lnTo>
                    <a:pt x="673071" y="6407"/>
                  </a:lnTo>
                  <a:lnTo>
                    <a:pt x="729581" y="11391"/>
                  </a:lnTo>
                  <a:lnTo>
                    <a:pt x="779251" y="17799"/>
                  </a:lnTo>
                  <a:lnTo>
                    <a:pt x="822080" y="25631"/>
                  </a:lnTo>
                  <a:lnTo>
                    <a:pt x="887217" y="45567"/>
                  </a:lnTo>
                  <a:lnTo>
                    <a:pt x="909525" y="57670"/>
                  </a:lnTo>
                  <a:lnTo>
                    <a:pt x="924992" y="711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34935" y="1352789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0" y="71198"/>
                  </a:moveTo>
                  <a:lnTo>
                    <a:pt x="43660" y="45892"/>
                  </a:lnTo>
                  <a:lnTo>
                    <a:pt x="121102" y="26913"/>
                  </a:lnTo>
                  <a:lnTo>
                    <a:pt x="172490" y="19796"/>
                  </a:lnTo>
                  <a:lnTo>
                    <a:pt x="232324" y="14260"/>
                  </a:lnTo>
                  <a:lnTo>
                    <a:pt x="300602" y="10306"/>
                  </a:lnTo>
                  <a:lnTo>
                    <a:pt x="377326" y="7934"/>
                  </a:lnTo>
                  <a:lnTo>
                    <a:pt x="462496" y="7143"/>
                  </a:lnTo>
                  <a:lnTo>
                    <a:pt x="547665" y="7934"/>
                  </a:lnTo>
                  <a:lnTo>
                    <a:pt x="624389" y="10306"/>
                  </a:lnTo>
                  <a:lnTo>
                    <a:pt x="692667" y="14260"/>
                  </a:lnTo>
                  <a:lnTo>
                    <a:pt x="752501" y="19796"/>
                  </a:lnTo>
                  <a:lnTo>
                    <a:pt x="803889" y="26913"/>
                  </a:lnTo>
                  <a:lnTo>
                    <a:pt x="846833" y="35612"/>
                  </a:lnTo>
                  <a:lnTo>
                    <a:pt x="907384" y="57754"/>
                  </a:lnTo>
                  <a:lnTo>
                    <a:pt x="924992" y="71198"/>
                  </a:lnTo>
                  <a:lnTo>
                    <a:pt x="909525" y="57670"/>
                  </a:lnTo>
                  <a:lnTo>
                    <a:pt x="858069" y="34887"/>
                  </a:lnTo>
                  <a:lnTo>
                    <a:pt x="779251" y="17799"/>
                  </a:lnTo>
                  <a:lnTo>
                    <a:pt x="729581" y="11391"/>
                  </a:lnTo>
                  <a:lnTo>
                    <a:pt x="673071" y="6407"/>
                  </a:lnTo>
                  <a:lnTo>
                    <a:pt x="609719" y="2847"/>
                  </a:lnTo>
                  <a:lnTo>
                    <a:pt x="539528" y="711"/>
                  </a:lnTo>
                  <a:lnTo>
                    <a:pt x="462496" y="0"/>
                  </a:lnTo>
                  <a:lnTo>
                    <a:pt x="385463" y="711"/>
                  </a:lnTo>
                  <a:lnTo>
                    <a:pt x="315272" y="2847"/>
                  </a:lnTo>
                  <a:lnTo>
                    <a:pt x="251921" y="6407"/>
                  </a:lnTo>
                  <a:lnTo>
                    <a:pt x="195410" y="11391"/>
                  </a:lnTo>
                  <a:lnTo>
                    <a:pt x="145740" y="17799"/>
                  </a:lnTo>
                  <a:lnTo>
                    <a:pt x="102911" y="25631"/>
                  </a:lnTo>
                  <a:lnTo>
                    <a:pt x="37774" y="45567"/>
                  </a:lnTo>
                  <a:lnTo>
                    <a:pt x="15466" y="57670"/>
                  </a:lnTo>
                  <a:lnTo>
                    <a:pt x="0" y="7119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34935" y="1295639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924992" y="71198"/>
                  </a:moveTo>
                  <a:lnTo>
                    <a:pt x="881331" y="45892"/>
                  </a:lnTo>
                  <a:lnTo>
                    <a:pt x="803889" y="26913"/>
                  </a:lnTo>
                  <a:lnTo>
                    <a:pt x="752501" y="19796"/>
                  </a:lnTo>
                  <a:lnTo>
                    <a:pt x="692667" y="14260"/>
                  </a:lnTo>
                  <a:lnTo>
                    <a:pt x="624389" y="10306"/>
                  </a:lnTo>
                  <a:lnTo>
                    <a:pt x="547665" y="7934"/>
                  </a:lnTo>
                  <a:lnTo>
                    <a:pt x="462496" y="7143"/>
                  </a:lnTo>
                  <a:lnTo>
                    <a:pt x="377326" y="7934"/>
                  </a:lnTo>
                  <a:lnTo>
                    <a:pt x="300602" y="10306"/>
                  </a:lnTo>
                  <a:lnTo>
                    <a:pt x="232324" y="14260"/>
                  </a:lnTo>
                  <a:lnTo>
                    <a:pt x="172490" y="19796"/>
                  </a:lnTo>
                  <a:lnTo>
                    <a:pt x="121102" y="26913"/>
                  </a:lnTo>
                  <a:lnTo>
                    <a:pt x="78158" y="35612"/>
                  </a:lnTo>
                  <a:lnTo>
                    <a:pt x="17607" y="57754"/>
                  </a:lnTo>
                  <a:lnTo>
                    <a:pt x="0" y="71198"/>
                  </a:lnTo>
                  <a:lnTo>
                    <a:pt x="15466" y="57670"/>
                  </a:lnTo>
                  <a:lnTo>
                    <a:pt x="66922" y="34887"/>
                  </a:lnTo>
                  <a:lnTo>
                    <a:pt x="145740" y="17799"/>
                  </a:lnTo>
                  <a:lnTo>
                    <a:pt x="195410" y="11391"/>
                  </a:lnTo>
                  <a:lnTo>
                    <a:pt x="251921" y="6407"/>
                  </a:lnTo>
                  <a:lnTo>
                    <a:pt x="315272" y="2847"/>
                  </a:lnTo>
                  <a:lnTo>
                    <a:pt x="385463" y="711"/>
                  </a:lnTo>
                  <a:lnTo>
                    <a:pt x="462496" y="0"/>
                  </a:lnTo>
                  <a:lnTo>
                    <a:pt x="539528" y="711"/>
                  </a:lnTo>
                  <a:lnTo>
                    <a:pt x="609719" y="2847"/>
                  </a:lnTo>
                  <a:lnTo>
                    <a:pt x="673071" y="6407"/>
                  </a:lnTo>
                  <a:lnTo>
                    <a:pt x="729581" y="11391"/>
                  </a:lnTo>
                  <a:lnTo>
                    <a:pt x="779251" y="17799"/>
                  </a:lnTo>
                  <a:lnTo>
                    <a:pt x="822080" y="25631"/>
                  </a:lnTo>
                  <a:lnTo>
                    <a:pt x="887217" y="45567"/>
                  </a:lnTo>
                  <a:lnTo>
                    <a:pt x="909525" y="57670"/>
                  </a:lnTo>
                  <a:lnTo>
                    <a:pt x="924992" y="711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34935" y="1295639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0" y="71198"/>
                  </a:moveTo>
                  <a:lnTo>
                    <a:pt x="43660" y="45892"/>
                  </a:lnTo>
                  <a:lnTo>
                    <a:pt x="121102" y="26913"/>
                  </a:lnTo>
                  <a:lnTo>
                    <a:pt x="172490" y="19796"/>
                  </a:lnTo>
                  <a:lnTo>
                    <a:pt x="232324" y="14260"/>
                  </a:lnTo>
                  <a:lnTo>
                    <a:pt x="300602" y="10306"/>
                  </a:lnTo>
                  <a:lnTo>
                    <a:pt x="377326" y="7934"/>
                  </a:lnTo>
                  <a:lnTo>
                    <a:pt x="462496" y="7143"/>
                  </a:lnTo>
                  <a:lnTo>
                    <a:pt x="547665" y="7934"/>
                  </a:lnTo>
                  <a:lnTo>
                    <a:pt x="624389" y="10306"/>
                  </a:lnTo>
                  <a:lnTo>
                    <a:pt x="692667" y="14260"/>
                  </a:lnTo>
                  <a:lnTo>
                    <a:pt x="752501" y="19796"/>
                  </a:lnTo>
                  <a:lnTo>
                    <a:pt x="803889" y="26913"/>
                  </a:lnTo>
                  <a:lnTo>
                    <a:pt x="846833" y="35612"/>
                  </a:lnTo>
                  <a:lnTo>
                    <a:pt x="907384" y="57754"/>
                  </a:lnTo>
                  <a:lnTo>
                    <a:pt x="924992" y="71198"/>
                  </a:lnTo>
                  <a:lnTo>
                    <a:pt x="909525" y="57670"/>
                  </a:lnTo>
                  <a:lnTo>
                    <a:pt x="858069" y="34887"/>
                  </a:lnTo>
                  <a:lnTo>
                    <a:pt x="779251" y="17799"/>
                  </a:lnTo>
                  <a:lnTo>
                    <a:pt x="729581" y="11391"/>
                  </a:lnTo>
                  <a:lnTo>
                    <a:pt x="673071" y="6407"/>
                  </a:lnTo>
                  <a:lnTo>
                    <a:pt x="609719" y="2847"/>
                  </a:lnTo>
                  <a:lnTo>
                    <a:pt x="539528" y="711"/>
                  </a:lnTo>
                  <a:lnTo>
                    <a:pt x="462496" y="0"/>
                  </a:lnTo>
                  <a:lnTo>
                    <a:pt x="385463" y="711"/>
                  </a:lnTo>
                  <a:lnTo>
                    <a:pt x="315272" y="2847"/>
                  </a:lnTo>
                  <a:lnTo>
                    <a:pt x="251921" y="6407"/>
                  </a:lnTo>
                  <a:lnTo>
                    <a:pt x="195410" y="11391"/>
                  </a:lnTo>
                  <a:lnTo>
                    <a:pt x="145740" y="17799"/>
                  </a:lnTo>
                  <a:lnTo>
                    <a:pt x="102911" y="25631"/>
                  </a:lnTo>
                  <a:lnTo>
                    <a:pt x="37774" y="45567"/>
                  </a:lnTo>
                  <a:lnTo>
                    <a:pt x="15466" y="57670"/>
                  </a:lnTo>
                  <a:lnTo>
                    <a:pt x="0" y="7119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95792" y="752484"/>
              <a:ext cx="1073150" cy="915669"/>
            </a:xfrm>
            <a:custGeom>
              <a:avLst/>
              <a:gdLst/>
              <a:ahLst/>
              <a:cxnLst/>
              <a:rect l="l" t="t" r="r" b="b"/>
              <a:pathLst>
                <a:path w="1073150" h="915669">
                  <a:moveTo>
                    <a:pt x="1072578" y="514350"/>
                  </a:moveTo>
                  <a:lnTo>
                    <a:pt x="158140" y="514350"/>
                  </a:lnTo>
                  <a:lnTo>
                    <a:pt x="158140" y="428625"/>
                  </a:lnTo>
                  <a:lnTo>
                    <a:pt x="148145" y="428625"/>
                  </a:lnTo>
                  <a:lnTo>
                    <a:pt x="148145" y="796518"/>
                  </a:lnTo>
                  <a:lnTo>
                    <a:pt x="129476" y="796518"/>
                  </a:lnTo>
                  <a:lnTo>
                    <a:pt x="134188" y="794435"/>
                  </a:lnTo>
                  <a:lnTo>
                    <a:pt x="142138" y="789520"/>
                  </a:lnTo>
                  <a:lnTo>
                    <a:pt x="148145" y="784275"/>
                  </a:lnTo>
                  <a:lnTo>
                    <a:pt x="148145" y="742950"/>
                  </a:lnTo>
                  <a:lnTo>
                    <a:pt x="144691" y="742950"/>
                  </a:lnTo>
                  <a:lnTo>
                    <a:pt x="139661" y="741616"/>
                  </a:lnTo>
                  <a:lnTo>
                    <a:pt x="131279" y="741807"/>
                  </a:lnTo>
                  <a:lnTo>
                    <a:pt x="123355" y="742772"/>
                  </a:lnTo>
                  <a:lnTo>
                    <a:pt x="122745" y="742950"/>
                  </a:lnTo>
                  <a:lnTo>
                    <a:pt x="12700" y="742950"/>
                  </a:lnTo>
                  <a:lnTo>
                    <a:pt x="12700" y="691515"/>
                  </a:lnTo>
                  <a:lnTo>
                    <a:pt x="148145" y="691515"/>
                  </a:lnTo>
                  <a:lnTo>
                    <a:pt x="148145" y="685800"/>
                  </a:lnTo>
                  <a:lnTo>
                    <a:pt x="12700" y="685800"/>
                  </a:lnTo>
                  <a:lnTo>
                    <a:pt x="12700" y="634365"/>
                  </a:lnTo>
                  <a:lnTo>
                    <a:pt x="148145" y="634365"/>
                  </a:lnTo>
                  <a:lnTo>
                    <a:pt x="148145" y="628650"/>
                  </a:lnTo>
                  <a:lnTo>
                    <a:pt x="12700" y="628650"/>
                  </a:lnTo>
                  <a:lnTo>
                    <a:pt x="12700" y="577215"/>
                  </a:lnTo>
                  <a:lnTo>
                    <a:pt x="148145" y="577215"/>
                  </a:lnTo>
                  <a:lnTo>
                    <a:pt x="148145" y="571500"/>
                  </a:lnTo>
                  <a:lnTo>
                    <a:pt x="12700" y="571500"/>
                  </a:lnTo>
                  <a:lnTo>
                    <a:pt x="12700" y="520065"/>
                  </a:lnTo>
                  <a:lnTo>
                    <a:pt x="148145" y="520065"/>
                  </a:lnTo>
                  <a:lnTo>
                    <a:pt x="148145" y="514350"/>
                  </a:lnTo>
                  <a:lnTo>
                    <a:pt x="12700" y="514350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4127" y="520065"/>
                  </a:lnTo>
                  <a:lnTo>
                    <a:pt x="4127" y="571500"/>
                  </a:lnTo>
                  <a:lnTo>
                    <a:pt x="0" y="571500"/>
                  </a:lnTo>
                  <a:lnTo>
                    <a:pt x="0" y="577215"/>
                  </a:lnTo>
                  <a:lnTo>
                    <a:pt x="4127" y="577215"/>
                  </a:lnTo>
                  <a:lnTo>
                    <a:pt x="4127" y="628650"/>
                  </a:lnTo>
                  <a:lnTo>
                    <a:pt x="0" y="628650"/>
                  </a:lnTo>
                  <a:lnTo>
                    <a:pt x="0" y="634365"/>
                  </a:lnTo>
                  <a:lnTo>
                    <a:pt x="4127" y="634365"/>
                  </a:lnTo>
                  <a:lnTo>
                    <a:pt x="4127" y="685800"/>
                  </a:lnTo>
                  <a:lnTo>
                    <a:pt x="0" y="685800"/>
                  </a:lnTo>
                  <a:lnTo>
                    <a:pt x="0" y="691515"/>
                  </a:lnTo>
                  <a:lnTo>
                    <a:pt x="4127" y="691515"/>
                  </a:lnTo>
                  <a:lnTo>
                    <a:pt x="4127" y="742950"/>
                  </a:lnTo>
                  <a:lnTo>
                    <a:pt x="0" y="742950"/>
                  </a:lnTo>
                  <a:lnTo>
                    <a:pt x="0" y="748665"/>
                  </a:lnTo>
                  <a:lnTo>
                    <a:pt x="4127" y="748665"/>
                  </a:lnTo>
                  <a:lnTo>
                    <a:pt x="12700" y="748665"/>
                  </a:lnTo>
                  <a:lnTo>
                    <a:pt x="108127" y="748665"/>
                  </a:lnTo>
                  <a:lnTo>
                    <a:pt x="107924" y="748766"/>
                  </a:lnTo>
                  <a:lnTo>
                    <a:pt x="84137" y="779805"/>
                  </a:lnTo>
                  <a:lnTo>
                    <a:pt x="84328" y="786282"/>
                  </a:lnTo>
                  <a:lnTo>
                    <a:pt x="86804" y="791527"/>
                  </a:lnTo>
                  <a:lnTo>
                    <a:pt x="91567" y="795528"/>
                  </a:lnTo>
                  <a:lnTo>
                    <a:pt x="92811" y="796518"/>
                  </a:lnTo>
                  <a:lnTo>
                    <a:pt x="67614" y="796518"/>
                  </a:lnTo>
                  <a:lnTo>
                    <a:pt x="67614" y="803668"/>
                  </a:lnTo>
                  <a:lnTo>
                    <a:pt x="148145" y="803668"/>
                  </a:lnTo>
                  <a:lnTo>
                    <a:pt x="148145" y="853668"/>
                  </a:lnTo>
                  <a:lnTo>
                    <a:pt x="67614" y="853668"/>
                  </a:lnTo>
                  <a:lnTo>
                    <a:pt x="67614" y="860818"/>
                  </a:lnTo>
                  <a:lnTo>
                    <a:pt x="112585" y="860818"/>
                  </a:lnTo>
                  <a:lnTo>
                    <a:pt x="107924" y="863066"/>
                  </a:lnTo>
                  <a:lnTo>
                    <a:pt x="84137" y="894105"/>
                  </a:lnTo>
                  <a:lnTo>
                    <a:pt x="84328" y="900582"/>
                  </a:lnTo>
                  <a:lnTo>
                    <a:pt x="109283" y="915543"/>
                  </a:lnTo>
                  <a:lnTo>
                    <a:pt x="117754" y="914590"/>
                  </a:lnTo>
                  <a:lnTo>
                    <a:pt x="153784" y="891540"/>
                  </a:lnTo>
                  <a:lnTo>
                    <a:pt x="158432" y="876960"/>
                  </a:lnTo>
                  <a:lnTo>
                    <a:pt x="158242" y="869721"/>
                  </a:lnTo>
                  <a:lnTo>
                    <a:pt x="158140" y="869518"/>
                  </a:lnTo>
                  <a:lnTo>
                    <a:pt x="158140" y="860818"/>
                  </a:lnTo>
                  <a:lnTo>
                    <a:pt x="178752" y="860818"/>
                  </a:lnTo>
                  <a:lnTo>
                    <a:pt x="178752" y="853668"/>
                  </a:lnTo>
                  <a:lnTo>
                    <a:pt x="158140" y="853668"/>
                  </a:lnTo>
                  <a:lnTo>
                    <a:pt x="158140" y="803668"/>
                  </a:lnTo>
                  <a:lnTo>
                    <a:pt x="178752" y="803668"/>
                  </a:lnTo>
                  <a:lnTo>
                    <a:pt x="178752" y="796518"/>
                  </a:lnTo>
                  <a:lnTo>
                    <a:pt x="158140" y="796518"/>
                  </a:lnTo>
                  <a:lnTo>
                    <a:pt x="158140" y="764197"/>
                  </a:lnTo>
                  <a:lnTo>
                    <a:pt x="158432" y="762660"/>
                  </a:lnTo>
                  <a:lnTo>
                    <a:pt x="158242" y="755421"/>
                  </a:lnTo>
                  <a:lnTo>
                    <a:pt x="158140" y="755218"/>
                  </a:lnTo>
                  <a:lnTo>
                    <a:pt x="158140" y="748665"/>
                  </a:lnTo>
                  <a:lnTo>
                    <a:pt x="1072578" y="748665"/>
                  </a:lnTo>
                  <a:lnTo>
                    <a:pt x="1072578" y="742950"/>
                  </a:lnTo>
                  <a:lnTo>
                    <a:pt x="158140" y="742950"/>
                  </a:lnTo>
                  <a:lnTo>
                    <a:pt x="158140" y="691515"/>
                  </a:lnTo>
                  <a:lnTo>
                    <a:pt x="1072578" y="691515"/>
                  </a:lnTo>
                  <a:lnTo>
                    <a:pt x="1072578" y="685800"/>
                  </a:lnTo>
                  <a:lnTo>
                    <a:pt x="158140" y="685800"/>
                  </a:lnTo>
                  <a:lnTo>
                    <a:pt x="158140" y="634365"/>
                  </a:lnTo>
                  <a:lnTo>
                    <a:pt x="1072578" y="634365"/>
                  </a:lnTo>
                  <a:lnTo>
                    <a:pt x="1072578" y="628650"/>
                  </a:lnTo>
                  <a:lnTo>
                    <a:pt x="158140" y="628650"/>
                  </a:lnTo>
                  <a:lnTo>
                    <a:pt x="158140" y="577215"/>
                  </a:lnTo>
                  <a:lnTo>
                    <a:pt x="1072578" y="577215"/>
                  </a:lnTo>
                  <a:lnTo>
                    <a:pt x="1072578" y="571500"/>
                  </a:lnTo>
                  <a:lnTo>
                    <a:pt x="158140" y="571500"/>
                  </a:lnTo>
                  <a:lnTo>
                    <a:pt x="158140" y="520065"/>
                  </a:lnTo>
                  <a:lnTo>
                    <a:pt x="1072578" y="520065"/>
                  </a:lnTo>
                  <a:lnTo>
                    <a:pt x="1072578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79930" y="1351216"/>
              <a:ext cx="74294" cy="11677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290953" y="752484"/>
              <a:ext cx="450215" cy="748665"/>
            </a:xfrm>
            <a:custGeom>
              <a:avLst/>
              <a:gdLst/>
              <a:ahLst/>
              <a:cxnLst/>
              <a:rect l="l" t="t" r="r" b="b"/>
              <a:pathLst>
                <a:path w="450214" h="748665">
                  <a:moveTo>
                    <a:pt x="59436" y="587502"/>
                  </a:moveTo>
                  <a:lnTo>
                    <a:pt x="22580" y="542925"/>
                  </a:lnTo>
                  <a:lnTo>
                    <a:pt x="12865" y="542925"/>
                  </a:lnTo>
                  <a:lnTo>
                    <a:pt x="17449" y="548652"/>
                  </a:lnTo>
                  <a:lnTo>
                    <a:pt x="21221" y="554710"/>
                  </a:lnTo>
                  <a:lnTo>
                    <a:pt x="24168" y="561086"/>
                  </a:lnTo>
                  <a:lnTo>
                    <a:pt x="26289" y="567778"/>
                  </a:lnTo>
                  <a:lnTo>
                    <a:pt x="26365" y="574395"/>
                  </a:lnTo>
                  <a:lnTo>
                    <a:pt x="25438" y="580783"/>
                  </a:lnTo>
                  <a:lnTo>
                    <a:pt x="3721" y="613219"/>
                  </a:lnTo>
                  <a:lnTo>
                    <a:pt x="39725" y="660082"/>
                  </a:lnTo>
                  <a:lnTo>
                    <a:pt x="39725" y="660654"/>
                  </a:lnTo>
                  <a:lnTo>
                    <a:pt x="33058" y="657034"/>
                  </a:lnTo>
                  <a:lnTo>
                    <a:pt x="27152" y="655218"/>
                  </a:lnTo>
                  <a:lnTo>
                    <a:pt x="22009" y="655218"/>
                  </a:lnTo>
                  <a:lnTo>
                    <a:pt x="13131" y="656564"/>
                  </a:lnTo>
                  <a:lnTo>
                    <a:pt x="6502" y="660298"/>
                  </a:lnTo>
                  <a:lnTo>
                    <a:pt x="2133" y="666419"/>
                  </a:lnTo>
                  <a:lnTo>
                    <a:pt x="0" y="674941"/>
                  </a:lnTo>
                  <a:lnTo>
                    <a:pt x="1231" y="681443"/>
                  </a:lnTo>
                  <a:lnTo>
                    <a:pt x="3505" y="687514"/>
                  </a:lnTo>
                  <a:lnTo>
                    <a:pt x="6807" y="693153"/>
                  </a:lnTo>
                  <a:lnTo>
                    <a:pt x="11150" y="698373"/>
                  </a:lnTo>
                  <a:lnTo>
                    <a:pt x="31724" y="716368"/>
                  </a:lnTo>
                  <a:lnTo>
                    <a:pt x="34861" y="711796"/>
                  </a:lnTo>
                  <a:lnTo>
                    <a:pt x="31242" y="708939"/>
                  </a:lnTo>
                  <a:lnTo>
                    <a:pt x="28003" y="704469"/>
                  </a:lnTo>
                  <a:lnTo>
                    <a:pt x="25146" y="698373"/>
                  </a:lnTo>
                  <a:lnTo>
                    <a:pt x="22098" y="692277"/>
                  </a:lnTo>
                  <a:lnTo>
                    <a:pt x="22580" y="685698"/>
                  </a:lnTo>
                  <a:lnTo>
                    <a:pt x="26581" y="678649"/>
                  </a:lnTo>
                  <a:lnTo>
                    <a:pt x="29819" y="673887"/>
                  </a:lnTo>
                  <a:lnTo>
                    <a:pt x="33909" y="671601"/>
                  </a:lnTo>
                  <a:lnTo>
                    <a:pt x="38862" y="671791"/>
                  </a:lnTo>
                  <a:lnTo>
                    <a:pt x="44005" y="672172"/>
                  </a:lnTo>
                  <a:lnTo>
                    <a:pt x="49339" y="673887"/>
                  </a:lnTo>
                  <a:lnTo>
                    <a:pt x="54864" y="676935"/>
                  </a:lnTo>
                  <a:lnTo>
                    <a:pt x="58293" y="672363"/>
                  </a:lnTo>
                  <a:lnTo>
                    <a:pt x="43434" y="652653"/>
                  </a:lnTo>
                  <a:lnTo>
                    <a:pt x="38671" y="645414"/>
                  </a:lnTo>
                  <a:lnTo>
                    <a:pt x="36195" y="637794"/>
                  </a:lnTo>
                  <a:lnTo>
                    <a:pt x="36004" y="629793"/>
                  </a:lnTo>
                  <a:lnTo>
                    <a:pt x="38227" y="619963"/>
                  </a:lnTo>
                  <a:lnTo>
                    <a:pt x="42862" y="609638"/>
                  </a:lnTo>
                  <a:lnTo>
                    <a:pt x="49936" y="598817"/>
                  </a:lnTo>
                  <a:lnTo>
                    <a:pt x="59436" y="587502"/>
                  </a:lnTo>
                  <a:close/>
                </a:path>
                <a:path w="450214" h="748665">
                  <a:moveTo>
                    <a:pt x="285330" y="648360"/>
                  </a:moveTo>
                  <a:lnTo>
                    <a:pt x="285140" y="641121"/>
                  </a:lnTo>
                  <a:lnTo>
                    <a:pt x="285051" y="640943"/>
                  </a:lnTo>
                  <a:lnTo>
                    <a:pt x="285051" y="457200"/>
                  </a:lnTo>
                  <a:lnTo>
                    <a:pt x="275043" y="457200"/>
                  </a:lnTo>
                  <a:lnTo>
                    <a:pt x="275043" y="630618"/>
                  </a:lnTo>
                  <a:lnTo>
                    <a:pt x="273050" y="629031"/>
                  </a:lnTo>
                  <a:lnTo>
                    <a:pt x="266573" y="627316"/>
                  </a:lnTo>
                  <a:lnTo>
                    <a:pt x="258191" y="627507"/>
                  </a:lnTo>
                  <a:lnTo>
                    <a:pt x="250253" y="628472"/>
                  </a:lnTo>
                  <a:lnTo>
                    <a:pt x="215684" y="651573"/>
                  </a:lnTo>
                  <a:lnTo>
                    <a:pt x="211035" y="665505"/>
                  </a:lnTo>
                  <a:lnTo>
                    <a:pt x="211226" y="671982"/>
                  </a:lnTo>
                  <a:lnTo>
                    <a:pt x="236181" y="686943"/>
                  </a:lnTo>
                  <a:lnTo>
                    <a:pt x="244665" y="685990"/>
                  </a:lnTo>
                  <a:lnTo>
                    <a:pt x="280695" y="662940"/>
                  </a:lnTo>
                  <a:lnTo>
                    <a:pt x="283883" y="655929"/>
                  </a:lnTo>
                  <a:lnTo>
                    <a:pt x="285330" y="648360"/>
                  </a:lnTo>
                  <a:close/>
                </a:path>
                <a:path w="450214" h="748665">
                  <a:moveTo>
                    <a:pt x="432079" y="0"/>
                  </a:moveTo>
                  <a:lnTo>
                    <a:pt x="422071" y="0"/>
                  </a:lnTo>
                  <a:lnTo>
                    <a:pt x="422071" y="748665"/>
                  </a:lnTo>
                  <a:lnTo>
                    <a:pt x="432079" y="748665"/>
                  </a:lnTo>
                  <a:lnTo>
                    <a:pt x="432079" y="0"/>
                  </a:lnTo>
                  <a:close/>
                </a:path>
                <a:path w="450214" h="748665">
                  <a:moveTo>
                    <a:pt x="450075" y="0"/>
                  </a:moveTo>
                  <a:lnTo>
                    <a:pt x="440080" y="0"/>
                  </a:lnTo>
                  <a:lnTo>
                    <a:pt x="440080" y="748665"/>
                  </a:lnTo>
                  <a:lnTo>
                    <a:pt x="450075" y="748665"/>
                  </a:lnTo>
                  <a:lnTo>
                    <a:pt x="450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83897" y="1271397"/>
              <a:ext cx="268604" cy="30346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068370" y="1249689"/>
              <a:ext cx="1024890" cy="589915"/>
            </a:xfrm>
            <a:custGeom>
              <a:avLst/>
              <a:gdLst/>
              <a:ahLst/>
              <a:cxnLst/>
              <a:rect l="l" t="t" r="r" b="b"/>
              <a:pathLst>
                <a:path w="1024889" h="589914">
                  <a:moveTo>
                    <a:pt x="1024318" y="17145"/>
                  </a:moveTo>
                  <a:lnTo>
                    <a:pt x="408901" y="17145"/>
                  </a:lnTo>
                  <a:lnTo>
                    <a:pt x="408901" y="0"/>
                  </a:lnTo>
                  <a:lnTo>
                    <a:pt x="398894" y="0"/>
                  </a:lnTo>
                  <a:lnTo>
                    <a:pt x="398894" y="17145"/>
                  </a:lnTo>
                  <a:lnTo>
                    <a:pt x="0" y="17145"/>
                  </a:lnTo>
                  <a:lnTo>
                    <a:pt x="0" y="22860"/>
                  </a:lnTo>
                  <a:lnTo>
                    <a:pt x="398894" y="22860"/>
                  </a:lnTo>
                  <a:lnTo>
                    <a:pt x="398894" y="74295"/>
                  </a:lnTo>
                  <a:lnTo>
                    <a:pt x="0" y="74295"/>
                  </a:lnTo>
                  <a:lnTo>
                    <a:pt x="0" y="80010"/>
                  </a:lnTo>
                  <a:lnTo>
                    <a:pt x="398894" y="80010"/>
                  </a:lnTo>
                  <a:lnTo>
                    <a:pt x="398894" y="131445"/>
                  </a:lnTo>
                  <a:lnTo>
                    <a:pt x="398894" y="137160"/>
                  </a:lnTo>
                  <a:lnTo>
                    <a:pt x="398894" y="188595"/>
                  </a:lnTo>
                  <a:lnTo>
                    <a:pt x="398894" y="194310"/>
                  </a:lnTo>
                  <a:lnTo>
                    <a:pt x="398894" y="245745"/>
                  </a:lnTo>
                  <a:lnTo>
                    <a:pt x="158153" y="245745"/>
                  </a:lnTo>
                  <a:lnTo>
                    <a:pt x="158153" y="194310"/>
                  </a:lnTo>
                  <a:lnTo>
                    <a:pt x="398894" y="194310"/>
                  </a:lnTo>
                  <a:lnTo>
                    <a:pt x="398894" y="188595"/>
                  </a:lnTo>
                  <a:lnTo>
                    <a:pt x="158153" y="188595"/>
                  </a:lnTo>
                  <a:lnTo>
                    <a:pt x="158153" y="137160"/>
                  </a:lnTo>
                  <a:lnTo>
                    <a:pt x="398894" y="137160"/>
                  </a:lnTo>
                  <a:lnTo>
                    <a:pt x="398894" y="131445"/>
                  </a:lnTo>
                  <a:lnTo>
                    <a:pt x="158153" y="131445"/>
                  </a:lnTo>
                  <a:lnTo>
                    <a:pt x="148145" y="131445"/>
                  </a:lnTo>
                  <a:lnTo>
                    <a:pt x="0" y="131445"/>
                  </a:lnTo>
                  <a:lnTo>
                    <a:pt x="0" y="137160"/>
                  </a:lnTo>
                  <a:lnTo>
                    <a:pt x="148145" y="137160"/>
                  </a:lnTo>
                  <a:lnTo>
                    <a:pt x="148145" y="188595"/>
                  </a:lnTo>
                  <a:lnTo>
                    <a:pt x="0" y="188595"/>
                  </a:lnTo>
                  <a:lnTo>
                    <a:pt x="0" y="194310"/>
                  </a:lnTo>
                  <a:lnTo>
                    <a:pt x="148145" y="194310"/>
                  </a:lnTo>
                  <a:lnTo>
                    <a:pt x="148145" y="245745"/>
                  </a:lnTo>
                  <a:lnTo>
                    <a:pt x="0" y="245745"/>
                  </a:lnTo>
                  <a:lnTo>
                    <a:pt x="0" y="251460"/>
                  </a:lnTo>
                  <a:lnTo>
                    <a:pt x="148145" y="251460"/>
                  </a:lnTo>
                  <a:lnTo>
                    <a:pt x="148145" y="299313"/>
                  </a:lnTo>
                  <a:lnTo>
                    <a:pt x="67614" y="299313"/>
                  </a:lnTo>
                  <a:lnTo>
                    <a:pt x="67614" y="306463"/>
                  </a:lnTo>
                  <a:lnTo>
                    <a:pt x="148145" y="306463"/>
                  </a:lnTo>
                  <a:lnTo>
                    <a:pt x="148145" y="333438"/>
                  </a:lnTo>
                  <a:lnTo>
                    <a:pt x="146151" y="331851"/>
                  </a:lnTo>
                  <a:lnTo>
                    <a:pt x="139674" y="330136"/>
                  </a:lnTo>
                  <a:lnTo>
                    <a:pt x="100431" y="342328"/>
                  </a:lnTo>
                  <a:lnTo>
                    <a:pt x="87795" y="356463"/>
                  </a:lnTo>
                  <a:lnTo>
                    <a:pt x="67614" y="356463"/>
                  </a:lnTo>
                  <a:lnTo>
                    <a:pt x="67614" y="363613"/>
                  </a:lnTo>
                  <a:lnTo>
                    <a:pt x="85077" y="363613"/>
                  </a:lnTo>
                  <a:lnTo>
                    <a:pt x="84137" y="368325"/>
                  </a:lnTo>
                  <a:lnTo>
                    <a:pt x="109283" y="389763"/>
                  </a:lnTo>
                  <a:lnTo>
                    <a:pt x="117767" y="388810"/>
                  </a:lnTo>
                  <a:lnTo>
                    <a:pt x="126072" y="386549"/>
                  </a:lnTo>
                  <a:lnTo>
                    <a:pt x="134200" y="382955"/>
                  </a:lnTo>
                  <a:lnTo>
                    <a:pt x="142151" y="378040"/>
                  </a:lnTo>
                  <a:lnTo>
                    <a:pt x="148145" y="372808"/>
                  </a:lnTo>
                  <a:lnTo>
                    <a:pt x="148145" y="413613"/>
                  </a:lnTo>
                  <a:lnTo>
                    <a:pt x="67614" y="413613"/>
                  </a:lnTo>
                  <a:lnTo>
                    <a:pt x="67614" y="420763"/>
                  </a:lnTo>
                  <a:lnTo>
                    <a:pt x="148145" y="420763"/>
                  </a:lnTo>
                  <a:lnTo>
                    <a:pt x="148145" y="470763"/>
                  </a:lnTo>
                  <a:lnTo>
                    <a:pt x="67614" y="470763"/>
                  </a:lnTo>
                  <a:lnTo>
                    <a:pt x="67614" y="477913"/>
                  </a:lnTo>
                  <a:lnTo>
                    <a:pt x="148145" y="477913"/>
                  </a:lnTo>
                  <a:lnTo>
                    <a:pt x="148145" y="527913"/>
                  </a:lnTo>
                  <a:lnTo>
                    <a:pt x="67614" y="527913"/>
                  </a:lnTo>
                  <a:lnTo>
                    <a:pt x="67614" y="535063"/>
                  </a:lnTo>
                  <a:lnTo>
                    <a:pt x="112585" y="535063"/>
                  </a:lnTo>
                  <a:lnTo>
                    <a:pt x="107924" y="537311"/>
                  </a:lnTo>
                  <a:lnTo>
                    <a:pt x="84137" y="568350"/>
                  </a:lnTo>
                  <a:lnTo>
                    <a:pt x="84328" y="574827"/>
                  </a:lnTo>
                  <a:lnTo>
                    <a:pt x="109283" y="589788"/>
                  </a:lnTo>
                  <a:lnTo>
                    <a:pt x="117767" y="588835"/>
                  </a:lnTo>
                  <a:lnTo>
                    <a:pt x="153784" y="565785"/>
                  </a:lnTo>
                  <a:lnTo>
                    <a:pt x="158432" y="551205"/>
                  </a:lnTo>
                  <a:lnTo>
                    <a:pt x="158242" y="543966"/>
                  </a:lnTo>
                  <a:lnTo>
                    <a:pt x="158153" y="543788"/>
                  </a:lnTo>
                  <a:lnTo>
                    <a:pt x="158153" y="535063"/>
                  </a:lnTo>
                  <a:lnTo>
                    <a:pt x="178765" y="535063"/>
                  </a:lnTo>
                  <a:lnTo>
                    <a:pt x="178765" y="527913"/>
                  </a:lnTo>
                  <a:lnTo>
                    <a:pt x="158153" y="527913"/>
                  </a:lnTo>
                  <a:lnTo>
                    <a:pt x="158153" y="477913"/>
                  </a:lnTo>
                  <a:lnTo>
                    <a:pt x="178765" y="477913"/>
                  </a:lnTo>
                  <a:lnTo>
                    <a:pt x="178765" y="470763"/>
                  </a:lnTo>
                  <a:lnTo>
                    <a:pt x="158153" y="470763"/>
                  </a:lnTo>
                  <a:lnTo>
                    <a:pt x="158153" y="420763"/>
                  </a:lnTo>
                  <a:lnTo>
                    <a:pt x="178765" y="420763"/>
                  </a:lnTo>
                  <a:lnTo>
                    <a:pt x="178765" y="413613"/>
                  </a:lnTo>
                  <a:lnTo>
                    <a:pt x="158153" y="413613"/>
                  </a:lnTo>
                  <a:lnTo>
                    <a:pt x="158153" y="363613"/>
                  </a:lnTo>
                  <a:lnTo>
                    <a:pt x="178765" y="363613"/>
                  </a:lnTo>
                  <a:lnTo>
                    <a:pt x="178765" y="356463"/>
                  </a:lnTo>
                  <a:lnTo>
                    <a:pt x="158153" y="356463"/>
                  </a:lnTo>
                  <a:lnTo>
                    <a:pt x="158153" y="352653"/>
                  </a:lnTo>
                  <a:lnTo>
                    <a:pt x="158432" y="351180"/>
                  </a:lnTo>
                  <a:lnTo>
                    <a:pt x="158242" y="343941"/>
                  </a:lnTo>
                  <a:lnTo>
                    <a:pt x="158153" y="343763"/>
                  </a:lnTo>
                  <a:lnTo>
                    <a:pt x="158153" y="306463"/>
                  </a:lnTo>
                  <a:lnTo>
                    <a:pt x="178765" y="306463"/>
                  </a:lnTo>
                  <a:lnTo>
                    <a:pt x="178765" y="299313"/>
                  </a:lnTo>
                  <a:lnTo>
                    <a:pt x="158153" y="299313"/>
                  </a:lnTo>
                  <a:lnTo>
                    <a:pt x="158153" y="251460"/>
                  </a:lnTo>
                  <a:lnTo>
                    <a:pt x="398894" y="251460"/>
                  </a:lnTo>
                  <a:lnTo>
                    <a:pt x="398894" y="360045"/>
                  </a:lnTo>
                  <a:lnTo>
                    <a:pt x="408901" y="360045"/>
                  </a:lnTo>
                  <a:lnTo>
                    <a:pt x="408901" y="251460"/>
                  </a:lnTo>
                  <a:lnTo>
                    <a:pt x="1024318" y="251460"/>
                  </a:lnTo>
                  <a:lnTo>
                    <a:pt x="1024318" y="245745"/>
                  </a:lnTo>
                  <a:lnTo>
                    <a:pt x="408901" y="245745"/>
                  </a:lnTo>
                  <a:lnTo>
                    <a:pt x="408901" y="194310"/>
                  </a:lnTo>
                  <a:lnTo>
                    <a:pt x="1024318" y="194310"/>
                  </a:lnTo>
                  <a:lnTo>
                    <a:pt x="1024318" y="188595"/>
                  </a:lnTo>
                  <a:lnTo>
                    <a:pt x="408901" y="188595"/>
                  </a:lnTo>
                  <a:lnTo>
                    <a:pt x="408901" y="137160"/>
                  </a:lnTo>
                  <a:lnTo>
                    <a:pt x="1024318" y="137160"/>
                  </a:lnTo>
                  <a:lnTo>
                    <a:pt x="1024318" y="131445"/>
                  </a:lnTo>
                  <a:lnTo>
                    <a:pt x="408901" y="131445"/>
                  </a:lnTo>
                  <a:lnTo>
                    <a:pt x="408901" y="80010"/>
                  </a:lnTo>
                  <a:lnTo>
                    <a:pt x="1024318" y="80010"/>
                  </a:lnTo>
                  <a:lnTo>
                    <a:pt x="1024318" y="74295"/>
                  </a:lnTo>
                  <a:lnTo>
                    <a:pt x="408901" y="74295"/>
                  </a:lnTo>
                  <a:lnTo>
                    <a:pt x="408901" y="22860"/>
                  </a:lnTo>
                  <a:lnTo>
                    <a:pt x="1024318" y="22860"/>
                  </a:lnTo>
                  <a:lnTo>
                    <a:pt x="1024318" y="17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06123" y="1123950"/>
              <a:ext cx="136207" cy="15316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66607" y="1320831"/>
              <a:ext cx="75723" cy="12001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561571" y="1184447"/>
              <a:ext cx="595630" cy="53975"/>
            </a:xfrm>
            <a:custGeom>
              <a:avLst/>
              <a:gdLst/>
              <a:ahLst/>
              <a:cxnLst/>
              <a:rect l="l" t="t" r="r" b="b"/>
              <a:pathLst>
                <a:path w="595629" h="53975">
                  <a:moveTo>
                    <a:pt x="595262" y="53802"/>
                  </a:moveTo>
                  <a:lnTo>
                    <a:pt x="537244" y="27881"/>
                  </a:lnTo>
                  <a:lnTo>
                    <a:pt x="492788" y="18808"/>
                  </a:lnTo>
                  <a:lnTo>
                    <a:pt x="438034" y="12328"/>
                  </a:lnTo>
                  <a:lnTo>
                    <a:pt x="372981" y="8439"/>
                  </a:lnTo>
                  <a:lnTo>
                    <a:pt x="297631" y="7143"/>
                  </a:lnTo>
                  <a:lnTo>
                    <a:pt x="222280" y="8439"/>
                  </a:lnTo>
                  <a:lnTo>
                    <a:pt x="157228" y="12328"/>
                  </a:lnTo>
                  <a:lnTo>
                    <a:pt x="102473" y="18808"/>
                  </a:lnTo>
                  <a:lnTo>
                    <a:pt x="58017" y="27881"/>
                  </a:lnTo>
                  <a:lnTo>
                    <a:pt x="0" y="53802"/>
                  </a:lnTo>
                  <a:lnTo>
                    <a:pt x="23859" y="37363"/>
                  </a:lnTo>
                  <a:lnTo>
                    <a:pt x="102473" y="13450"/>
                  </a:lnTo>
                  <a:lnTo>
                    <a:pt x="157228" y="5978"/>
                  </a:lnTo>
                  <a:lnTo>
                    <a:pt x="222280" y="1494"/>
                  </a:lnTo>
                  <a:lnTo>
                    <a:pt x="297631" y="0"/>
                  </a:lnTo>
                  <a:lnTo>
                    <a:pt x="372981" y="1494"/>
                  </a:lnTo>
                  <a:lnTo>
                    <a:pt x="438034" y="5978"/>
                  </a:lnTo>
                  <a:lnTo>
                    <a:pt x="492788" y="13450"/>
                  </a:lnTo>
                  <a:lnTo>
                    <a:pt x="537244" y="23912"/>
                  </a:lnTo>
                  <a:lnTo>
                    <a:pt x="571402" y="37363"/>
                  </a:lnTo>
                  <a:lnTo>
                    <a:pt x="595262" y="53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561571" y="1184447"/>
              <a:ext cx="595630" cy="53975"/>
            </a:xfrm>
            <a:custGeom>
              <a:avLst/>
              <a:gdLst/>
              <a:ahLst/>
              <a:cxnLst/>
              <a:rect l="l" t="t" r="r" b="b"/>
              <a:pathLst>
                <a:path w="595629" h="53975">
                  <a:moveTo>
                    <a:pt x="0" y="53802"/>
                  </a:moveTo>
                  <a:lnTo>
                    <a:pt x="58017" y="27881"/>
                  </a:lnTo>
                  <a:lnTo>
                    <a:pt x="102473" y="18808"/>
                  </a:lnTo>
                  <a:lnTo>
                    <a:pt x="157228" y="12328"/>
                  </a:lnTo>
                  <a:lnTo>
                    <a:pt x="222280" y="8439"/>
                  </a:lnTo>
                  <a:lnTo>
                    <a:pt x="297631" y="7143"/>
                  </a:lnTo>
                  <a:lnTo>
                    <a:pt x="372981" y="8439"/>
                  </a:lnTo>
                  <a:lnTo>
                    <a:pt x="438034" y="12328"/>
                  </a:lnTo>
                  <a:lnTo>
                    <a:pt x="492788" y="18808"/>
                  </a:lnTo>
                  <a:lnTo>
                    <a:pt x="537244" y="27881"/>
                  </a:lnTo>
                  <a:lnTo>
                    <a:pt x="595262" y="53802"/>
                  </a:lnTo>
                  <a:lnTo>
                    <a:pt x="571402" y="37363"/>
                  </a:lnTo>
                  <a:lnTo>
                    <a:pt x="492788" y="13450"/>
                  </a:lnTo>
                  <a:lnTo>
                    <a:pt x="438034" y="5978"/>
                  </a:lnTo>
                  <a:lnTo>
                    <a:pt x="372981" y="1494"/>
                  </a:lnTo>
                  <a:lnTo>
                    <a:pt x="297631" y="0"/>
                  </a:lnTo>
                  <a:lnTo>
                    <a:pt x="222280" y="1494"/>
                  </a:lnTo>
                  <a:lnTo>
                    <a:pt x="157228" y="5978"/>
                  </a:lnTo>
                  <a:lnTo>
                    <a:pt x="102473" y="13450"/>
                  </a:lnTo>
                  <a:lnTo>
                    <a:pt x="58017" y="23912"/>
                  </a:lnTo>
                  <a:lnTo>
                    <a:pt x="23859" y="37363"/>
                  </a:lnTo>
                  <a:lnTo>
                    <a:pt x="0" y="53802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561571" y="1298747"/>
              <a:ext cx="595630" cy="53975"/>
            </a:xfrm>
            <a:custGeom>
              <a:avLst/>
              <a:gdLst/>
              <a:ahLst/>
              <a:cxnLst/>
              <a:rect l="l" t="t" r="r" b="b"/>
              <a:pathLst>
                <a:path w="595629" h="53975">
                  <a:moveTo>
                    <a:pt x="595262" y="53802"/>
                  </a:moveTo>
                  <a:lnTo>
                    <a:pt x="537244" y="27881"/>
                  </a:lnTo>
                  <a:lnTo>
                    <a:pt x="492788" y="18808"/>
                  </a:lnTo>
                  <a:lnTo>
                    <a:pt x="438034" y="12328"/>
                  </a:lnTo>
                  <a:lnTo>
                    <a:pt x="372981" y="8439"/>
                  </a:lnTo>
                  <a:lnTo>
                    <a:pt x="297631" y="7143"/>
                  </a:lnTo>
                  <a:lnTo>
                    <a:pt x="222280" y="8439"/>
                  </a:lnTo>
                  <a:lnTo>
                    <a:pt x="157228" y="12328"/>
                  </a:lnTo>
                  <a:lnTo>
                    <a:pt x="102473" y="18808"/>
                  </a:lnTo>
                  <a:lnTo>
                    <a:pt x="58017" y="27881"/>
                  </a:lnTo>
                  <a:lnTo>
                    <a:pt x="0" y="53802"/>
                  </a:lnTo>
                  <a:lnTo>
                    <a:pt x="23859" y="37363"/>
                  </a:lnTo>
                  <a:lnTo>
                    <a:pt x="102473" y="13450"/>
                  </a:lnTo>
                  <a:lnTo>
                    <a:pt x="157228" y="5978"/>
                  </a:lnTo>
                  <a:lnTo>
                    <a:pt x="222280" y="1494"/>
                  </a:lnTo>
                  <a:lnTo>
                    <a:pt x="297631" y="0"/>
                  </a:lnTo>
                  <a:lnTo>
                    <a:pt x="372981" y="1494"/>
                  </a:lnTo>
                  <a:lnTo>
                    <a:pt x="438034" y="5978"/>
                  </a:lnTo>
                  <a:lnTo>
                    <a:pt x="492788" y="13450"/>
                  </a:lnTo>
                  <a:lnTo>
                    <a:pt x="537244" y="23912"/>
                  </a:lnTo>
                  <a:lnTo>
                    <a:pt x="571402" y="37363"/>
                  </a:lnTo>
                  <a:lnTo>
                    <a:pt x="595262" y="53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561571" y="1298747"/>
              <a:ext cx="595630" cy="53975"/>
            </a:xfrm>
            <a:custGeom>
              <a:avLst/>
              <a:gdLst/>
              <a:ahLst/>
              <a:cxnLst/>
              <a:rect l="l" t="t" r="r" b="b"/>
              <a:pathLst>
                <a:path w="595629" h="53975">
                  <a:moveTo>
                    <a:pt x="0" y="53802"/>
                  </a:moveTo>
                  <a:lnTo>
                    <a:pt x="58017" y="27881"/>
                  </a:lnTo>
                  <a:lnTo>
                    <a:pt x="102473" y="18808"/>
                  </a:lnTo>
                  <a:lnTo>
                    <a:pt x="157228" y="12328"/>
                  </a:lnTo>
                  <a:lnTo>
                    <a:pt x="222280" y="8439"/>
                  </a:lnTo>
                  <a:lnTo>
                    <a:pt x="297631" y="7143"/>
                  </a:lnTo>
                  <a:lnTo>
                    <a:pt x="372981" y="8439"/>
                  </a:lnTo>
                  <a:lnTo>
                    <a:pt x="438034" y="12328"/>
                  </a:lnTo>
                  <a:lnTo>
                    <a:pt x="492788" y="18808"/>
                  </a:lnTo>
                  <a:lnTo>
                    <a:pt x="537244" y="27881"/>
                  </a:lnTo>
                  <a:lnTo>
                    <a:pt x="595262" y="53802"/>
                  </a:lnTo>
                  <a:lnTo>
                    <a:pt x="571402" y="37363"/>
                  </a:lnTo>
                  <a:lnTo>
                    <a:pt x="492788" y="13450"/>
                  </a:lnTo>
                  <a:lnTo>
                    <a:pt x="438034" y="5978"/>
                  </a:lnTo>
                  <a:lnTo>
                    <a:pt x="372981" y="1494"/>
                  </a:lnTo>
                  <a:lnTo>
                    <a:pt x="297631" y="0"/>
                  </a:lnTo>
                  <a:lnTo>
                    <a:pt x="222280" y="1494"/>
                  </a:lnTo>
                  <a:lnTo>
                    <a:pt x="157228" y="5978"/>
                  </a:lnTo>
                  <a:lnTo>
                    <a:pt x="102473" y="13450"/>
                  </a:lnTo>
                  <a:lnTo>
                    <a:pt x="58017" y="23912"/>
                  </a:lnTo>
                  <a:lnTo>
                    <a:pt x="23859" y="37363"/>
                  </a:lnTo>
                  <a:lnTo>
                    <a:pt x="0" y="53802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561571" y="1409700"/>
              <a:ext cx="595630" cy="53975"/>
            </a:xfrm>
            <a:custGeom>
              <a:avLst/>
              <a:gdLst/>
              <a:ahLst/>
              <a:cxnLst/>
              <a:rect l="l" t="t" r="r" b="b"/>
              <a:pathLst>
                <a:path w="595629" h="53975">
                  <a:moveTo>
                    <a:pt x="297631" y="53802"/>
                  </a:moveTo>
                  <a:lnTo>
                    <a:pt x="222280" y="52308"/>
                  </a:lnTo>
                  <a:lnTo>
                    <a:pt x="157228" y="47824"/>
                  </a:lnTo>
                  <a:lnTo>
                    <a:pt x="102473" y="40352"/>
                  </a:lnTo>
                  <a:lnTo>
                    <a:pt x="58017" y="29890"/>
                  </a:lnTo>
                  <a:lnTo>
                    <a:pt x="0" y="0"/>
                  </a:lnTo>
                  <a:lnTo>
                    <a:pt x="23859" y="14256"/>
                  </a:lnTo>
                  <a:lnTo>
                    <a:pt x="58017" y="25921"/>
                  </a:lnTo>
                  <a:lnTo>
                    <a:pt x="102473" y="34994"/>
                  </a:lnTo>
                  <a:lnTo>
                    <a:pt x="157228" y="41474"/>
                  </a:lnTo>
                  <a:lnTo>
                    <a:pt x="222280" y="45362"/>
                  </a:lnTo>
                  <a:lnTo>
                    <a:pt x="297631" y="46659"/>
                  </a:lnTo>
                  <a:lnTo>
                    <a:pt x="372981" y="45362"/>
                  </a:lnTo>
                  <a:lnTo>
                    <a:pt x="438034" y="41474"/>
                  </a:lnTo>
                  <a:lnTo>
                    <a:pt x="492788" y="34994"/>
                  </a:lnTo>
                  <a:lnTo>
                    <a:pt x="537244" y="25921"/>
                  </a:lnTo>
                  <a:lnTo>
                    <a:pt x="595262" y="0"/>
                  </a:lnTo>
                  <a:lnTo>
                    <a:pt x="571402" y="16439"/>
                  </a:lnTo>
                  <a:lnTo>
                    <a:pt x="537244" y="29890"/>
                  </a:lnTo>
                  <a:lnTo>
                    <a:pt x="492788" y="40352"/>
                  </a:lnTo>
                  <a:lnTo>
                    <a:pt x="438034" y="47824"/>
                  </a:lnTo>
                  <a:lnTo>
                    <a:pt x="372981" y="52308"/>
                  </a:lnTo>
                  <a:lnTo>
                    <a:pt x="297631" y="53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561571" y="1409700"/>
              <a:ext cx="595630" cy="53975"/>
            </a:xfrm>
            <a:custGeom>
              <a:avLst/>
              <a:gdLst/>
              <a:ahLst/>
              <a:cxnLst/>
              <a:rect l="l" t="t" r="r" b="b"/>
              <a:pathLst>
                <a:path w="595629" h="53975">
                  <a:moveTo>
                    <a:pt x="0" y="0"/>
                  </a:moveTo>
                  <a:lnTo>
                    <a:pt x="58017" y="29890"/>
                  </a:lnTo>
                  <a:lnTo>
                    <a:pt x="102473" y="40352"/>
                  </a:lnTo>
                  <a:lnTo>
                    <a:pt x="157228" y="47824"/>
                  </a:lnTo>
                  <a:lnTo>
                    <a:pt x="222280" y="52308"/>
                  </a:lnTo>
                  <a:lnTo>
                    <a:pt x="297631" y="53802"/>
                  </a:lnTo>
                  <a:lnTo>
                    <a:pt x="372981" y="52308"/>
                  </a:lnTo>
                  <a:lnTo>
                    <a:pt x="438034" y="47824"/>
                  </a:lnTo>
                  <a:lnTo>
                    <a:pt x="492788" y="40352"/>
                  </a:lnTo>
                  <a:lnTo>
                    <a:pt x="537244" y="29890"/>
                  </a:lnTo>
                  <a:lnTo>
                    <a:pt x="595262" y="0"/>
                  </a:lnTo>
                  <a:lnTo>
                    <a:pt x="571402" y="14256"/>
                  </a:lnTo>
                  <a:lnTo>
                    <a:pt x="537244" y="25921"/>
                  </a:lnTo>
                  <a:lnTo>
                    <a:pt x="492788" y="34994"/>
                  </a:lnTo>
                  <a:lnTo>
                    <a:pt x="438034" y="41474"/>
                  </a:lnTo>
                  <a:lnTo>
                    <a:pt x="372981" y="45362"/>
                  </a:lnTo>
                  <a:lnTo>
                    <a:pt x="297631" y="46659"/>
                  </a:lnTo>
                  <a:lnTo>
                    <a:pt x="222280" y="45362"/>
                  </a:lnTo>
                  <a:lnTo>
                    <a:pt x="157228" y="41474"/>
                  </a:lnTo>
                  <a:lnTo>
                    <a:pt x="102473" y="34994"/>
                  </a:lnTo>
                  <a:lnTo>
                    <a:pt x="58017" y="25921"/>
                  </a:lnTo>
                  <a:lnTo>
                    <a:pt x="23859" y="14256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092689" y="752484"/>
              <a:ext cx="1024890" cy="857250"/>
            </a:xfrm>
            <a:custGeom>
              <a:avLst/>
              <a:gdLst/>
              <a:ahLst/>
              <a:cxnLst/>
              <a:rect l="l" t="t" r="r" b="b"/>
              <a:pathLst>
                <a:path w="1024889" h="857250">
                  <a:moveTo>
                    <a:pt x="194437" y="484911"/>
                  </a:moveTo>
                  <a:lnTo>
                    <a:pt x="193675" y="478434"/>
                  </a:lnTo>
                  <a:lnTo>
                    <a:pt x="190055" y="474916"/>
                  </a:lnTo>
                  <a:lnTo>
                    <a:pt x="183578" y="474345"/>
                  </a:lnTo>
                  <a:lnTo>
                    <a:pt x="176911" y="474916"/>
                  </a:lnTo>
                  <a:lnTo>
                    <a:pt x="173291" y="478434"/>
                  </a:lnTo>
                  <a:lnTo>
                    <a:pt x="172720" y="484911"/>
                  </a:lnTo>
                  <a:lnTo>
                    <a:pt x="173291" y="491388"/>
                  </a:lnTo>
                  <a:lnTo>
                    <a:pt x="176911" y="495109"/>
                  </a:lnTo>
                  <a:lnTo>
                    <a:pt x="183578" y="496062"/>
                  </a:lnTo>
                  <a:lnTo>
                    <a:pt x="190055" y="495109"/>
                  </a:lnTo>
                  <a:lnTo>
                    <a:pt x="193675" y="491388"/>
                  </a:lnTo>
                  <a:lnTo>
                    <a:pt x="194437" y="484911"/>
                  </a:lnTo>
                  <a:close/>
                </a:path>
                <a:path w="1024889" h="857250">
                  <a:moveTo>
                    <a:pt x="1024318" y="514350"/>
                  </a:moveTo>
                  <a:lnTo>
                    <a:pt x="122478" y="514350"/>
                  </a:lnTo>
                  <a:lnTo>
                    <a:pt x="126428" y="513270"/>
                  </a:lnTo>
                  <a:lnTo>
                    <a:pt x="134213" y="509866"/>
                  </a:lnTo>
                  <a:lnTo>
                    <a:pt x="139204" y="506818"/>
                  </a:lnTo>
                  <a:lnTo>
                    <a:pt x="141859" y="505206"/>
                  </a:lnTo>
                  <a:lnTo>
                    <a:pt x="148577" y="499630"/>
                  </a:lnTo>
                  <a:lnTo>
                    <a:pt x="153581" y="493483"/>
                  </a:lnTo>
                  <a:lnTo>
                    <a:pt x="156857" y="486765"/>
                  </a:lnTo>
                  <a:lnTo>
                    <a:pt x="158432" y="479488"/>
                  </a:lnTo>
                  <a:lnTo>
                    <a:pt x="159194" y="470725"/>
                  </a:lnTo>
                  <a:lnTo>
                    <a:pt x="156324" y="463765"/>
                  </a:lnTo>
                  <a:lnTo>
                    <a:pt x="156248" y="463575"/>
                  </a:lnTo>
                  <a:lnTo>
                    <a:pt x="150723" y="459003"/>
                  </a:lnTo>
                  <a:lnTo>
                    <a:pt x="150723" y="468337"/>
                  </a:lnTo>
                  <a:lnTo>
                    <a:pt x="150723" y="471957"/>
                  </a:lnTo>
                  <a:lnTo>
                    <a:pt x="118148" y="501205"/>
                  </a:lnTo>
                  <a:lnTo>
                    <a:pt x="101854" y="506818"/>
                  </a:lnTo>
                  <a:lnTo>
                    <a:pt x="97853" y="506628"/>
                  </a:lnTo>
                  <a:lnTo>
                    <a:pt x="95859" y="506450"/>
                  </a:lnTo>
                  <a:lnTo>
                    <a:pt x="95859" y="514350"/>
                  </a:lnTo>
                  <a:lnTo>
                    <a:pt x="94145" y="514350"/>
                  </a:lnTo>
                  <a:lnTo>
                    <a:pt x="94145" y="513397"/>
                  </a:lnTo>
                  <a:lnTo>
                    <a:pt x="95859" y="514350"/>
                  </a:lnTo>
                  <a:lnTo>
                    <a:pt x="95859" y="506450"/>
                  </a:lnTo>
                  <a:lnTo>
                    <a:pt x="94145" y="506285"/>
                  </a:lnTo>
                  <a:lnTo>
                    <a:pt x="94145" y="497205"/>
                  </a:lnTo>
                  <a:lnTo>
                    <a:pt x="93167" y="497205"/>
                  </a:lnTo>
                  <a:lnTo>
                    <a:pt x="125577" y="469201"/>
                  </a:lnTo>
                  <a:lnTo>
                    <a:pt x="139865" y="463765"/>
                  </a:lnTo>
                  <a:lnTo>
                    <a:pt x="145580" y="464337"/>
                  </a:lnTo>
                  <a:lnTo>
                    <a:pt x="148437" y="464718"/>
                  </a:lnTo>
                  <a:lnTo>
                    <a:pt x="150152" y="466051"/>
                  </a:lnTo>
                  <a:lnTo>
                    <a:pt x="150723" y="468337"/>
                  </a:lnTo>
                  <a:lnTo>
                    <a:pt x="150723" y="459003"/>
                  </a:lnTo>
                  <a:lnTo>
                    <a:pt x="149580" y="458050"/>
                  </a:lnTo>
                  <a:lnTo>
                    <a:pt x="144437" y="455193"/>
                  </a:lnTo>
                  <a:lnTo>
                    <a:pt x="138620" y="454050"/>
                  </a:lnTo>
                  <a:lnTo>
                    <a:pt x="132143" y="454621"/>
                  </a:lnTo>
                  <a:lnTo>
                    <a:pt x="94119" y="471233"/>
                  </a:lnTo>
                  <a:lnTo>
                    <a:pt x="83477" y="500253"/>
                  </a:lnTo>
                  <a:lnTo>
                    <a:pt x="84137" y="501853"/>
                  </a:lnTo>
                  <a:lnTo>
                    <a:pt x="84137" y="514350"/>
                  </a:lnTo>
                  <a:lnTo>
                    <a:pt x="84137" y="742950"/>
                  </a:lnTo>
                  <a:lnTo>
                    <a:pt x="12700" y="742950"/>
                  </a:lnTo>
                  <a:lnTo>
                    <a:pt x="12700" y="691515"/>
                  </a:lnTo>
                  <a:lnTo>
                    <a:pt x="84137" y="691515"/>
                  </a:lnTo>
                  <a:lnTo>
                    <a:pt x="84137" y="685800"/>
                  </a:lnTo>
                  <a:lnTo>
                    <a:pt x="12700" y="685800"/>
                  </a:lnTo>
                  <a:lnTo>
                    <a:pt x="12700" y="634365"/>
                  </a:lnTo>
                  <a:lnTo>
                    <a:pt x="84137" y="634365"/>
                  </a:lnTo>
                  <a:lnTo>
                    <a:pt x="84137" y="628650"/>
                  </a:lnTo>
                  <a:lnTo>
                    <a:pt x="12700" y="628650"/>
                  </a:lnTo>
                  <a:lnTo>
                    <a:pt x="12700" y="577215"/>
                  </a:lnTo>
                  <a:lnTo>
                    <a:pt x="84137" y="577215"/>
                  </a:lnTo>
                  <a:lnTo>
                    <a:pt x="84137" y="571500"/>
                  </a:lnTo>
                  <a:lnTo>
                    <a:pt x="12700" y="571500"/>
                  </a:lnTo>
                  <a:lnTo>
                    <a:pt x="12700" y="520065"/>
                  </a:lnTo>
                  <a:lnTo>
                    <a:pt x="84137" y="520065"/>
                  </a:lnTo>
                  <a:lnTo>
                    <a:pt x="84137" y="514350"/>
                  </a:lnTo>
                  <a:lnTo>
                    <a:pt x="12700" y="514350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4127" y="520065"/>
                  </a:lnTo>
                  <a:lnTo>
                    <a:pt x="4127" y="571500"/>
                  </a:lnTo>
                  <a:lnTo>
                    <a:pt x="0" y="571500"/>
                  </a:lnTo>
                  <a:lnTo>
                    <a:pt x="0" y="577215"/>
                  </a:lnTo>
                  <a:lnTo>
                    <a:pt x="4127" y="577215"/>
                  </a:lnTo>
                  <a:lnTo>
                    <a:pt x="4127" y="628650"/>
                  </a:lnTo>
                  <a:lnTo>
                    <a:pt x="0" y="628650"/>
                  </a:lnTo>
                  <a:lnTo>
                    <a:pt x="0" y="634365"/>
                  </a:lnTo>
                  <a:lnTo>
                    <a:pt x="4127" y="634365"/>
                  </a:lnTo>
                  <a:lnTo>
                    <a:pt x="4127" y="685800"/>
                  </a:lnTo>
                  <a:lnTo>
                    <a:pt x="0" y="685800"/>
                  </a:lnTo>
                  <a:lnTo>
                    <a:pt x="0" y="691515"/>
                  </a:lnTo>
                  <a:lnTo>
                    <a:pt x="4127" y="691515"/>
                  </a:lnTo>
                  <a:lnTo>
                    <a:pt x="4127" y="742950"/>
                  </a:lnTo>
                  <a:lnTo>
                    <a:pt x="0" y="742950"/>
                  </a:lnTo>
                  <a:lnTo>
                    <a:pt x="0" y="748665"/>
                  </a:lnTo>
                  <a:lnTo>
                    <a:pt x="4127" y="748665"/>
                  </a:lnTo>
                  <a:lnTo>
                    <a:pt x="12700" y="748665"/>
                  </a:lnTo>
                  <a:lnTo>
                    <a:pt x="84137" y="748665"/>
                  </a:lnTo>
                  <a:lnTo>
                    <a:pt x="84137" y="857250"/>
                  </a:lnTo>
                  <a:lnTo>
                    <a:pt x="94145" y="857250"/>
                  </a:lnTo>
                  <a:lnTo>
                    <a:pt x="94145" y="748665"/>
                  </a:lnTo>
                  <a:lnTo>
                    <a:pt x="1024318" y="748665"/>
                  </a:lnTo>
                  <a:lnTo>
                    <a:pt x="1024318" y="742950"/>
                  </a:lnTo>
                  <a:lnTo>
                    <a:pt x="94145" y="742950"/>
                  </a:lnTo>
                  <a:lnTo>
                    <a:pt x="94145" y="691515"/>
                  </a:lnTo>
                  <a:lnTo>
                    <a:pt x="1024318" y="691515"/>
                  </a:lnTo>
                  <a:lnTo>
                    <a:pt x="1024318" y="685800"/>
                  </a:lnTo>
                  <a:lnTo>
                    <a:pt x="94145" y="685800"/>
                  </a:lnTo>
                  <a:lnTo>
                    <a:pt x="94145" y="634365"/>
                  </a:lnTo>
                  <a:lnTo>
                    <a:pt x="1024318" y="634365"/>
                  </a:lnTo>
                  <a:lnTo>
                    <a:pt x="1024318" y="628650"/>
                  </a:lnTo>
                  <a:lnTo>
                    <a:pt x="94145" y="628650"/>
                  </a:lnTo>
                  <a:lnTo>
                    <a:pt x="94145" y="577215"/>
                  </a:lnTo>
                  <a:lnTo>
                    <a:pt x="1024318" y="577215"/>
                  </a:lnTo>
                  <a:lnTo>
                    <a:pt x="1024318" y="571500"/>
                  </a:lnTo>
                  <a:lnTo>
                    <a:pt x="94145" y="571500"/>
                  </a:lnTo>
                  <a:lnTo>
                    <a:pt x="94145" y="520065"/>
                  </a:lnTo>
                  <a:lnTo>
                    <a:pt x="1024318" y="520065"/>
                  </a:lnTo>
                  <a:lnTo>
                    <a:pt x="1024318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76169" y="1320831"/>
              <a:ext cx="110966" cy="12001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117008" y="752484"/>
              <a:ext cx="1082675" cy="829944"/>
            </a:xfrm>
            <a:custGeom>
              <a:avLst/>
              <a:gdLst/>
              <a:ahLst/>
              <a:cxnLst/>
              <a:rect l="l" t="t" r="r" b="b"/>
              <a:pathLst>
                <a:path w="1082675" h="829944">
                  <a:moveTo>
                    <a:pt x="1082268" y="514350"/>
                  </a:moveTo>
                  <a:lnTo>
                    <a:pt x="544131" y="514350"/>
                  </a:lnTo>
                  <a:lnTo>
                    <a:pt x="544131" y="428625"/>
                  </a:lnTo>
                  <a:lnTo>
                    <a:pt x="534123" y="428625"/>
                  </a:lnTo>
                  <a:lnTo>
                    <a:pt x="534123" y="742950"/>
                  </a:lnTo>
                  <a:lnTo>
                    <a:pt x="336118" y="742950"/>
                  </a:lnTo>
                  <a:lnTo>
                    <a:pt x="334416" y="734555"/>
                  </a:lnTo>
                  <a:lnTo>
                    <a:pt x="333857" y="731799"/>
                  </a:lnTo>
                  <a:lnTo>
                    <a:pt x="336575" y="730300"/>
                  </a:lnTo>
                  <a:lnTo>
                    <a:pt x="363740" y="700303"/>
                  </a:lnTo>
                  <a:lnTo>
                    <a:pt x="365569" y="691515"/>
                  </a:lnTo>
                  <a:lnTo>
                    <a:pt x="534123" y="691515"/>
                  </a:lnTo>
                  <a:lnTo>
                    <a:pt x="534123" y="685800"/>
                  </a:lnTo>
                  <a:lnTo>
                    <a:pt x="366026" y="685800"/>
                  </a:lnTo>
                  <a:lnTo>
                    <a:pt x="365988" y="683907"/>
                  </a:lnTo>
                  <a:lnTo>
                    <a:pt x="365887" y="682790"/>
                  </a:lnTo>
                  <a:lnTo>
                    <a:pt x="365836" y="682218"/>
                  </a:lnTo>
                  <a:lnTo>
                    <a:pt x="365734" y="681050"/>
                  </a:lnTo>
                  <a:lnTo>
                    <a:pt x="365264" y="675767"/>
                  </a:lnTo>
                  <a:lnTo>
                    <a:pt x="352348" y="649605"/>
                  </a:lnTo>
                  <a:lnTo>
                    <a:pt x="352348" y="692251"/>
                  </a:lnTo>
                  <a:lnTo>
                    <a:pt x="352247" y="693127"/>
                  </a:lnTo>
                  <a:lnTo>
                    <a:pt x="352183" y="693635"/>
                  </a:lnTo>
                  <a:lnTo>
                    <a:pt x="351028" y="702919"/>
                  </a:lnTo>
                  <a:lnTo>
                    <a:pt x="347294" y="712050"/>
                  </a:lnTo>
                  <a:lnTo>
                    <a:pt x="341147" y="719670"/>
                  </a:lnTo>
                  <a:lnTo>
                    <a:pt x="332600" y="725805"/>
                  </a:lnTo>
                  <a:lnTo>
                    <a:pt x="329184" y="709015"/>
                  </a:lnTo>
                  <a:lnTo>
                    <a:pt x="329184" y="742950"/>
                  </a:lnTo>
                  <a:lnTo>
                    <a:pt x="219303" y="742950"/>
                  </a:lnTo>
                  <a:lnTo>
                    <a:pt x="219303" y="691515"/>
                  </a:lnTo>
                  <a:lnTo>
                    <a:pt x="248513" y="691515"/>
                  </a:lnTo>
                  <a:lnTo>
                    <a:pt x="250215" y="696480"/>
                  </a:lnTo>
                  <a:lnTo>
                    <a:pt x="256438" y="707783"/>
                  </a:lnTo>
                  <a:lnTo>
                    <a:pt x="296608" y="735799"/>
                  </a:lnTo>
                  <a:lnTo>
                    <a:pt x="309346" y="737298"/>
                  </a:lnTo>
                  <a:lnTo>
                    <a:pt x="327355" y="734555"/>
                  </a:lnTo>
                  <a:lnTo>
                    <a:pt x="329184" y="742950"/>
                  </a:lnTo>
                  <a:lnTo>
                    <a:pt x="329184" y="709015"/>
                  </a:lnTo>
                  <a:lnTo>
                    <a:pt x="326351" y="695083"/>
                  </a:lnTo>
                  <a:lnTo>
                    <a:pt x="326351" y="727798"/>
                  </a:lnTo>
                  <a:lnTo>
                    <a:pt x="313347" y="730300"/>
                  </a:lnTo>
                  <a:lnTo>
                    <a:pt x="274840" y="717804"/>
                  </a:lnTo>
                  <a:lnTo>
                    <a:pt x="262763" y="701865"/>
                  </a:lnTo>
                  <a:lnTo>
                    <a:pt x="259651" y="692251"/>
                  </a:lnTo>
                  <a:lnTo>
                    <a:pt x="259562" y="691515"/>
                  </a:lnTo>
                  <a:lnTo>
                    <a:pt x="282829" y="691515"/>
                  </a:lnTo>
                  <a:lnTo>
                    <a:pt x="283514" y="693635"/>
                  </a:lnTo>
                  <a:lnTo>
                    <a:pt x="288353" y="700303"/>
                  </a:lnTo>
                  <a:lnTo>
                    <a:pt x="293103" y="706691"/>
                  </a:lnTo>
                  <a:lnTo>
                    <a:pt x="293458" y="706996"/>
                  </a:lnTo>
                  <a:lnTo>
                    <a:pt x="299427" y="711466"/>
                  </a:lnTo>
                  <a:lnTo>
                    <a:pt x="307098" y="714298"/>
                  </a:lnTo>
                  <a:lnTo>
                    <a:pt x="309854" y="712304"/>
                  </a:lnTo>
                  <a:lnTo>
                    <a:pt x="308356" y="710298"/>
                  </a:lnTo>
                  <a:lnTo>
                    <a:pt x="302031" y="706691"/>
                  </a:lnTo>
                  <a:lnTo>
                    <a:pt x="297345" y="701865"/>
                  </a:lnTo>
                  <a:lnTo>
                    <a:pt x="294284" y="695807"/>
                  </a:lnTo>
                  <a:lnTo>
                    <a:pt x="293433" y="691515"/>
                  </a:lnTo>
                  <a:lnTo>
                    <a:pt x="319252" y="691515"/>
                  </a:lnTo>
                  <a:lnTo>
                    <a:pt x="326351" y="727798"/>
                  </a:lnTo>
                  <a:lnTo>
                    <a:pt x="326351" y="695083"/>
                  </a:lnTo>
                  <a:lnTo>
                    <a:pt x="325628" y="691515"/>
                  </a:lnTo>
                  <a:lnTo>
                    <a:pt x="352272" y="691515"/>
                  </a:lnTo>
                  <a:lnTo>
                    <a:pt x="352348" y="692251"/>
                  </a:lnTo>
                  <a:lnTo>
                    <a:pt x="352348" y="649605"/>
                  </a:lnTo>
                  <a:lnTo>
                    <a:pt x="351777" y="649046"/>
                  </a:lnTo>
                  <a:lnTo>
                    <a:pt x="351777" y="685800"/>
                  </a:lnTo>
                  <a:lnTo>
                    <a:pt x="324472" y="685800"/>
                  </a:lnTo>
                  <a:lnTo>
                    <a:pt x="319481" y="661212"/>
                  </a:lnTo>
                  <a:lnTo>
                    <a:pt x="319379" y="660704"/>
                  </a:lnTo>
                  <a:lnTo>
                    <a:pt x="319354" y="660539"/>
                  </a:lnTo>
                  <a:lnTo>
                    <a:pt x="328523" y="660704"/>
                  </a:lnTo>
                  <a:lnTo>
                    <a:pt x="336105" y="663714"/>
                  </a:lnTo>
                  <a:lnTo>
                    <a:pt x="342099" y="669544"/>
                  </a:lnTo>
                  <a:lnTo>
                    <a:pt x="348107" y="675208"/>
                  </a:lnTo>
                  <a:lnTo>
                    <a:pt x="351523" y="682790"/>
                  </a:lnTo>
                  <a:lnTo>
                    <a:pt x="351624" y="683907"/>
                  </a:lnTo>
                  <a:lnTo>
                    <a:pt x="351739" y="685292"/>
                  </a:lnTo>
                  <a:lnTo>
                    <a:pt x="351777" y="685800"/>
                  </a:lnTo>
                  <a:lnTo>
                    <a:pt x="351777" y="649046"/>
                  </a:lnTo>
                  <a:lnTo>
                    <a:pt x="322605" y="636536"/>
                  </a:lnTo>
                  <a:lnTo>
                    <a:pt x="318135" y="636968"/>
                  </a:lnTo>
                  <a:lnTo>
                    <a:pt x="318135" y="685800"/>
                  </a:lnTo>
                  <a:lnTo>
                    <a:pt x="292849" y="685800"/>
                  </a:lnTo>
                  <a:lnTo>
                    <a:pt x="292849" y="682218"/>
                  </a:lnTo>
                  <a:lnTo>
                    <a:pt x="294843" y="676541"/>
                  </a:lnTo>
                  <a:lnTo>
                    <a:pt x="298843" y="671550"/>
                  </a:lnTo>
                  <a:lnTo>
                    <a:pt x="302679" y="666546"/>
                  </a:lnTo>
                  <a:lnTo>
                    <a:pt x="307517" y="663130"/>
                  </a:lnTo>
                  <a:lnTo>
                    <a:pt x="313347" y="661301"/>
                  </a:lnTo>
                  <a:lnTo>
                    <a:pt x="318135" y="685800"/>
                  </a:lnTo>
                  <a:lnTo>
                    <a:pt x="318135" y="636968"/>
                  </a:lnTo>
                  <a:lnTo>
                    <a:pt x="314845" y="637286"/>
                  </a:lnTo>
                  <a:lnTo>
                    <a:pt x="314274" y="634365"/>
                  </a:lnTo>
                  <a:lnTo>
                    <a:pt x="534123" y="634365"/>
                  </a:lnTo>
                  <a:lnTo>
                    <a:pt x="534123" y="628650"/>
                  </a:lnTo>
                  <a:lnTo>
                    <a:pt x="313169" y="628650"/>
                  </a:lnTo>
                  <a:lnTo>
                    <a:pt x="309321" y="608787"/>
                  </a:lnTo>
                  <a:lnTo>
                    <a:pt x="309105" y="607669"/>
                  </a:lnTo>
                  <a:lnTo>
                    <a:pt x="309105" y="639038"/>
                  </a:lnTo>
                  <a:lnTo>
                    <a:pt x="281432" y="669048"/>
                  </a:lnTo>
                  <a:lnTo>
                    <a:pt x="281101" y="685800"/>
                  </a:lnTo>
                  <a:lnTo>
                    <a:pt x="258889" y="685800"/>
                  </a:lnTo>
                  <a:lnTo>
                    <a:pt x="272897" y="640473"/>
                  </a:lnTo>
                  <a:lnTo>
                    <a:pt x="277799" y="634365"/>
                  </a:lnTo>
                  <a:lnTo>
                    <a:pt x="308165" y="634365"/>
                  </a:lnTo>
                  <a:lnTo>
                    <a:pt x="309105" y="639038"/>
                  </a:lnTo>
                  <a:lnTo>
                    <a:pt x="309105" y="607669"/>
                  </a:lnTo>
                  <a:lnTo>
                    <a:pt x="308356" y="603783"/>
                  </a:lnTo>
                  <a:lnTo>
                    <a:pt x="322326" y="587019"/>
                  </a:lnTo>
                  <a:lnTo>
                    <a:pt x="327837" y="577215"/>
                  </a:lnTo>
                  <a:lnTo>
                    <a:pt x="534123" y="577215"/>
                  </a:lnTo>
                  <a:lnTo>
                    <a:pt x="534123" y="571500"/>
                  </a:lnTo>
                  <a:lnTo>
                    <a:pt x="331050" y="571500"/>
                  </a:lnTo>
                  <a:lnTo>
                    <a:pt x="332473" y="568972"/>
                  </a:lnTo>
                  <a:lnTo>
                    <a:pt x="338823" y="549643"/>
                  </a:lnTo>
                  <a:lnTo>
                    <a:pt x="341350" y="529031"/>
                  </a:lnTo>
                  <a:lnTo>
                    <a:pt x="340880" y="522922"/>
                  </a:lnTo>
                  <a:lnTo>
                    <a:pt x="340461" y="520065"/>
                  </a:lnTo>
                  <a:lnTo>
                    <a:pt x="534123" y="520065"/>
                  </a:lnTo>
                  <a:lnTo>
                    <a:pt x="534123" y="514350"/>
                  </a:lnTo>
                  <a:lnTo>
                    <a:pt x="339509" y="514350"/>
                  </a:lnTo>
                  <a:lnTo>
                    <a:pt x="338632" y="510044"/>
                  </a:lnTo>
                  <a:lnTo>
                    <a:pt x="338543" y="509689"/>
                  </a:lnTo>
                  <a:lnTo>
                    <a:pt x="336854" y="503275"/>
                  </a:lnTo>
                  <a:lnTo>
                    <a:pt x="336740" y="502881"/>
                  </a:lnTo>
                  <a:lnTo>
                    <a:pt x="335940" y="500278"/>
                  </a:lnTo>
                  <a:lnTo>
                    <a:pt x="334772" y="496430"/>
                  </a:lnTo>
                  <a:lnTo>
                    <a:pt x="332600" y="490334"/>
                  </a:lnTo>
                  <a:lnTo>
                    <a:pt x="332600" y="509689"/>
                  </a:lnTo>
                  <a:lnTo>
                    <a:pt x="332600" y="513029"/>
                  </a:lnTo>
                  <a:lnTo>
                    <a:pt x="332524" y="514350"/>
                  </a:lnTo>
                  <a:lnTo>
                    <a:pt x="332232" y="514350"/>
                  </a:lnTo>
                  <a:lnTo>
                    <a:pt x="332232" y="520065"/>
                  </a:lnTo>
                  <a:lnTo>
                    <a:pt x="313855" y="560222"/>
                  </a:lnTo>
                  <a:lnTo>
                    <a:pt x="307035" y="567486"/>
                  </a:lnTo>
                  <a:lnTo>
                    <a:pt x="307035" y="628650"/>
                  </a:lnTo>
                  <a:lnTo>
                    <a:pt x="282714" y="628650"/>
                  </a:lnTo>
                  <a:lnTo>
                    <a:pt x="287159" y="623722"/>
                  </a:lnTo>
                  <a:lnTo>
                    <a:pt x="294932" y="616026"/>
                  </a:lnTo>
                  <a:lnTo>
                    <a:pt x="303098" y="608787"/>
                  </a:lnTo>
                  <a:lnTo>
                    <a:pt x="307035" y="628650"/>
                  </a:lnTo>
                  <a:lnTo>
                    <a:pt x="307035" y="567486"/>
                  </a:lnTo>
                  <a:lnTo>
                    <a:pt x="302653" y="571500"/>
                  </a:lnTo>
                  <a:lnTo>
                    <a:pt x="302272" y="571500"/>
                  </a:lnTo>
                  <a:lnTo>
                    <a:pt x="300177" y="563778"/>
                  </a:lnTo>
                  <a:lnTo>
                    <a:pt x="299021" y="555536"/>
                  </a:lnTo>
                  <a:lnTo>
                    <a:pt x="299046" y="544233"/>
                  </a:lnTo>
                  <a:lnTo>
                    <a:pt x="299288" y="540715"/>
                  </a:lnTo>
                  <a:lnTo>
                    <a:pt x="300355" y="534022"/>
                  </a:lnTo>
                  <a:lnTo>
                    <a:pt x="302031" y="526961"/>
                  </a:lnTo>
                  <a:lnTo>
                    <a:pt x="304177" y="520065"/>
                  </a:lnTo>
                  <a:lnTo>
                    <a:pt x="332232" y="520065"/>
                  </a:lnTo>
                  <a:lnTo>
                    <a:pt x="332232" y="514350"/>
                  </a:lnTo>
                  <a:lnTo>
                    <a:pt x="306603" y="514350"/>
                  </a:lnTo>
                  <a:lnTo>
                    <a:pt x="307416" y="512508"/>
                  </a:lnTo>
                  <a:lnTo>
                    <a:pt x="311353" y="506958"/>
                  </a:lnTo>
                  <a:lnTo>
                    <a:pt x="316166" y="502881"/>
                  </a:lnTo>
                  <a:lnTo>
                    <a:pt x="321856" y="500278"/>
                  </a:lnTo>
                  <a:lnTo>
                    <a:pt x="325348" y="500443"/>
                  </a:lnTo>
                  <a:lnTo>
                    <a:pt x="328015" y="501777"/>
                  </a:lnTo>
                  <a:lnTo>
                    <a:pt x="331685" y="506768"/>
                  </a:lnTo>
                  <a:lnTo>
                    <a:pt x="331749" y="506958"/>
                  </a:lnTo>
                  <a:lnTo>
                    <a:pt x="332600" y="509689"/>
                  </a:lnTo>
                  <a:lnTo>
                    <a:pt x="332600" y="490334"/>
                  </a:lnTo>
                  <a:lnTo>
                    <a:pt x="320929" y="470103"/>
                  </a:lnTo>
                  <a:lnTo>
                    <a:pt x="318096" y="470763"/>
                  </a:lnTo>
                  <a:lnTo>
                    <a:pt x="296595" y="500253"/>
                  </a:lnTo>
                  <a:lnTo>
                    <a:pt x="296595" y="577278"/>
                  </a:lnTo>
                  <a:lnTo>
                    <a:pt x="286981" y="586778"/>
                  </a:lnTo>
                  <a:lnTo>
                    <a:pt x="277660" y="596785"/>
                  </a:lnTo>
                  <a:lnTo>
                    <a:pt x="268605" y="607288"/>
                  </a:lnTo>
                  <a:lnTo>
                    <a:pt x="259842" y="618286"/>
                  </a:lnTo>
                  <a:lnTo>
                    <a:pt x="253250" y="628650"/>
                  </a:lnTo>
                  <a:lnTo>
                    <a:pt x="250571" y="628650"/>
                  </a:lnTo>
                  <a:lnTo>
                    <a:pt x="250571" y="634365"/>
                  </a:lnTo>
                  <a:lnTo>
                    <a:pt x="247154" y="642607"/>
                  </a:lnTo>
                  <a:lnTo>
                    <a:pt x="244233" y="655929"/>
                  </a:lnTo>
                  <a:lnTo>
                    <a:pt x="243586" y="670039"/>
                  </a:lnTo>
                  <a:lnTo>
                    <a:pt x="245935" y="683907"/>
                  </a:lnTo>
                  <a:lnTo>
                    <a:pt x="246570" y="685800"/>
                  </a:lnTo>
                  <a:lnTo>
                    <a:pt x="219303" y="685800"/>
                  </a:lnTo>
                  <a:lnTo>
                    <a:pt x="219303" y="634365"/>
                  </a:lnTo>
                  <a:lnTo>
                    <a:pt x="250571" y="634365"/>
                  </a:lnTo>
                  <a:lnTo>
                    <a:pt x="250571" y="628650"/>
                  </a:lnTo>
                  <a:lnTo>
                    <a:pt x="219303" y="628650"/>
                  </a:lnTo>
                  <a:lnTo>
                    <a:pt x="219303" y="592696"/>
                  </a:lnTo>
                  <a:lnTo>
                    <a:pt x="219583" y="591210"/>
                  </a:lnTo>
                  <a:lnTo>
                    <a:pt x="219392" y="583971"/>
                  </a:lnTo>
                  <a:lnTo>
                    <a:pt x="219303" y="583793"/>
                  </a:lnTo>
                  <a:lnTo>
                    <a:pt x="219303" y="577215"/>
                  </a:lnTo>
                  <a:lnTo>
                    <a:pt x="296570" y="577215"/>
                  </a:lnTo>
                  <a:lnTo>
                    <a:pt x="296595" y="500253"/>
                  </a:lnTo>
                  <a:lnTo>
                    <a:pt x="295249" y="504685"/>
                  </a:lnTo>
                  <a:lnTo>
                    <a:pt x="295249" y="571500"/>
                  </a:lnTo>
                  <a:lnTo>
                    <a:pt x="219303" y="571500"/>
                  </a:lnTo>
                  <a:lnTo>
                    <a:pt x="219303" y="520065"/>
                  </a:lnTo>
                  <a:lnTo>
                    <a:pt x="291769" y="520065"/>
                  </a:lnTo>
                  <a:lnTo>
                    <a:pt x="291020" y="525106"/>
                  </a:lnTo>
                  <a:lnTo>
                    <a:pt x="290918" y="526961"/>
                  </a:lnTo>
                  <a:lnTo>
                    <a:pt x="290804" y="529031"/>
                  </a:lnTo>
                  <a:lnTo>
                    <a:pt x="290766" y="529907"/>
                  </a:lnTo>
                  <a:lnTo>
                    <a:pt x="290601" y="533031"/>
                  </a:lnTo>
                  <a:lnTo>
                    <a:pt x="295249" y="571500"/>
                  </a:lnTo>
                  <a:lnTo>
                    <a:pt x="295249" y="504685"/>
                  </a:lnTo>
                  <a:lnTo>
                    <a:pt x="294398" y="507479"/>
                  </a:lnTo>
                  <a:lnTo>
                    <a:pt x="292798" y="514350"/>
                  </a:lnTo>
                  <a:lnTo>
                    <a:pt x="219303" y="514350"/>
                  </a:lnTo>
                  <a:lnTo>
                    <a:pt x="219303" y="400050"/>
                  </a:lnTo>
                  <a:lnTo>
                    <a:pt x="209296" y="400050"/>
                  </a:lnTo>
                  <a:lnTo>
                    <a:pt x="209296" y="514350"/>
                  </a:lnTo>
                  <a:lnTo>
                    <a:pt x="209296" y="520065"/>
                  </a:lnTo>
                  <a:lnTo>
                    <a:pt x="209296" y="742950"/>
                  </a:lnTo>
                  <a:lnTo>
                    <a:pt x="12700" y="742950"/>
                  </a:lnTo>
                  <a:lnTo>
                    <a:pt x="12700" y="691515"/>
                  </a:lnTo>
                  <a:lnTo>
                    <a:pt x="209296" y="691515"/>
                  </a:lnTo>
                  <a:lnTo>
                    <a:pt x="209296" y="685800"/>
                  </a:lnTo>
                  <a:lnTo>
                    <a:pt x="12700" y="685800"/>
                  </a:lnTo>
                  <a:lnTo>
                    <a:pt x="12700" y="634365"/>
                  </a:lnTo>
                  <a:lnTo>
                    <a:pt x="209296" y="634365"/>
                  </a:lnTo>
                  <a:lnTo>
                    <a:pt x="209296" y="628650"/>
                  </a:lnTo>
                  <a:lnTo>
                    <a:pt x="179616" y="628650"/>
                  </a:lnTo>
                  <a:lnTo>
                    <a:pt x="187223" y="626579"/>
                  </a:lnTo>
                  <a:lnTo>
                    <a:pt x="195351" y="622985"/>
                  </a:lnTo>
                  <a:lnTo>
                    <a:pt x="203301" y="618070"/>
                  </a:lnTo>
                  <a:lnTo>
                    <a:pt x="209296" y="612838"/>
                  </a:lnTo>
                  <a:lnTo>
                    <a:pt x="209296" y="571500"/>
                  </a:lnTo>
                  <a:lnTo>
                    <a:pt x="205854" y="571500"/>
                  </a:lnTo>
                  <a:lnTo>
                    <a:pt x="200825" y="570166"/>
                  </a:lnTo>
                  <a:lnTo>
                    <a:pt x="192443" y="570357"/>
                  </a:lnTo>
                  <a:lnTo>
                    <a:pt x="184518" y="571322"/>
                  </a:lnTo>
                  <a:lnTo>
                    <a:pt x="183908" y="571500"/>
                  </a:lnTo>
                  <a:lnTo>
                    <a:pt x="169291" y="571500"/>
                  </a:lnTo>
                  <a:lnTo>
                    <a:pt x="169291" y="577215"/>
                  </a:lnTo>
                  <a:lnTo>
                    <a:pt x="169087" y="577316"/>
                  </a:lnTo>
                  <a:lnTo>
                    <a:pt x="161582" y="582358"/>
                  </a:lnTo>
                  <a:lnTo>
                    <a:pt x="154889" y="588162"/>
                  </a:lnTo>
                  <a:lnTo>
                    <a:pt x="149936" y="594423"/>
                  </a:lnTo>
                  <a:lnTo>
                    <a:pt x="146735" y="601167"/>
                  </a:lnTo>
                  <a:lnTo>
                    <a:pt x="145288" y="608355"/>
                  </a:lnTo>
                  <a:lnTo>
                    <a:pt x="145478" y="614832"/>
                  </a:lnTo>
                  <a:lnTo>
                    <a:pt x="147955" y="620077"/>
                  </a:lnTo>
                  <a:lnTo>
                    <a:pt x="152717" y="624078"/>
                  </a:lnTo>
                  <a:lnTo>
                    <a:pt x="157289" y="627697"/>
                  </a:lnTo>
                  <a:lnTo>
                    <a:pt x="160235" y="628650"/>
                  </a:lnTo>
                  <a:lnTo>
                    <a:pt x="12700" y="628650"/>
                  </a:lnTo>
                  <a:lnTo>
                    <a:pt x="12700" y="577215"/>
                  </a:lnTo>
                  <a:lnTo>
                    <a:pt x="169291" y="577215"/>
                  </a:lnTo>
                  <a:lnTo>
                    <a:pt x="169291" y="571500"/>
                  </a:lnTo>
                  <a:lnTo>
                    <a:pt x="12700" y="571500"/>
                  </a:lnTo>
                  <a:lnTo>
                    <a:pt x="12700" y="520065"/>
                  </a:lnTo>
                  <a:lnTo>
                    <a:pt x="209296" y="520065"/>
                  </a:lnTo>
                  <a:lnTo>
                    <a:pt x="209296" y="514350"/>
                  </a:lnTo>
                  <a:lnTo>
                    <a:pt x="12700" y="514350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4127" y="520065"/>
                  </a:lnTo>
                  <a:lnTo>
                    <a:pt x="4127" y="571500"/>
                  </a:lnTo>
                  <a:lnTo>
                    <a:pt x="0" y="571500"/>
                  </a:lnTo>
                  <a:lnTo>
                    <a:pt x="0" y="577215"/>
                  </a:lnTo>
                  <a:lnTo>
                    <a:pt x="4127" y="577215"/>
                  </a:lnTo>
                  <a:lnTo>
                    <a:pt x="4127" y="628650"/>
                  </a:lnTo>
                  <a:lnTo>
                    <a:pt x="0" y="628650"/>
                  </a:lnTo>
                  <a:lnTo>
                    <a:pt x="0" y="634365"/>
                  </a:lnTo>
                  <a:lnTo>
                    <a:pt x="4127" y="634365"/>
                  </a:lnTo>
                  <a:lnTo>
                    <a:pt x="4127" y="685800"/>
                  </a:lnTo>
                  <a:lnTo>
                    <a:pt x="0" y="685800"/>
                  </a:lnTo>
                  <a:lnTo>
                    <a:pt x="0" y="691515"/>
                  </a:lnTo>
                  <a:lnTo>
                    <a:pt x="4127" y="691515"/>
                  </a:lnTo>
                  <a:lnTo>
                    <a:pt x="4127" y="742950"/>
                  </a:lnTo>
                  <a:lnTo>
                    <a:pt x="0" y="742950"/>
                  </a:lnTo>
                  <a:lnTo>
                    <a:pt x="0" y="748665"/>
                  </a:lnTo>
                  <a:lnTo>
                    <a:pt x="4127" y="748665"/>
                  </a:lnTo>
                  <a:lnTo>
                    <a:pt x="12700" y="748665"/>
                  </a:lnTo>
                  <a:lnTo>
                    <a:pt x="209296" y="748665"/>
                  </a:lnTo>
                  <a:lnTo>
                    <a:pt x="209296" y="773493"/>
                  </a:lnTo>
                  <a:lnTo>
                    <a:pt x="207302" y="771906"/>
                  </a:lnTo>
                  <a:lnTo>
                    <a:pt x="200825" y="770191"/>
                  </a:lnTo>
                  <a:lnTo>
                    <a:pt x="192443" y="770382"/>
                  </a:lnTo>
                  <a:lnTo>
                    <a:pt x="154889" y="788187"/>
                  </a:lnTo>
                  <a:lnTo>
                    <a:pt x="148945" y="796518"/>
                  </a:lnTo>
                  <a:lnTo>
                    <a:pt x="128778" y="796518"/>
                  </a:lnTo>
                  <a:lnTo>
                    <a:pt x="128778" y="803668"/>
                  </a:lnTo>
                  <a:lnTo>
                    <a:pt x="146227" y="803668"/>
                  </a:lnTo>
                  <a:lnTo>
                    <a:pt x="145288" y="808380"/>
                  </a:lnTo>
                  <a:lnTo>
                    <a:pt x="170434" y="829818"/>
                  </a:lnTo>
                  <a:lnTo>
                    <a:pt x="178917" y="828865"/>
                  </a:lnTo>
                  <a:lnTo>
                    <a:pt x="214947" y="805815"/>
                  </a:lnTo>
                  <a:lnTo>
                    <a:pt x="215925" y="803668"/>
                  </a:lnTo>
                  <a:lnTo>
                    <a:pt x="239915" y="803668"/>
                  </a:lnTo>
                  <a:lnTo>
                    <a:pt x="239915" y="796518"/>
                  </a:lnTo>
                  <a:lnTo>
                    <a:pt x="218579" y="796518"/>
                  </a:lnTo>
                  <a:lnTo>
                    <a:pt x="219583" y="791235"/>
                  </a:lnTo>
                  <a:lnTo>
                    <a:pt x="219392" y="783996"/>
                  </a:lnTo>
                  <a:lnTo>
                    <a:pt x="219303" y="783818"/>
                  </a:lnTo>
                  <a:lnTo>
                    <a:pt x="219303" y="748665"/>
                  </a:lnTo>
                  <a:lnTo>
                    <a:pt x="330428" y="748665"/>
                  </a:lnTo>
                  <a:lnTo>
                    <a:pt x="333806" y="764057"/>
                  </a:lnTo>
                  <a:lnTo>
                    <a:pt x="335521" y="771728"/>
                  </a:lnTo>
                  <a:lnTo>
                    <a:pt x="335622" y="772718"/>
                  </a:lnTo>
                  <a:lnTo>
                    <a:pt x="336016" y="776554"/>
                  </a:lnTo>
                  <a:lnTo>
                    <a:pt x="335978" y="777811"/>
                  </a:lnTo>
                  <a:lnTo>
                    <a:pt x="335851" y="781062"/>
                  </a:lnTo>
                  <a:lnTo>
                    <a:pt x="335762" y="781558"/>
                  </a:lnTo>
                  <a:lnTo>
                    <a:pt x="333921" y="792480"/>
                  </a:lnTo>
                  <a:lnTo>
                    <a:pt x="328599" y="801243"/>
                  </a:lnTo>
                  <a:lnTo>
                    <a:pt x="319913" y="807364"/>
                  </a:lnTo>
                  <a:lnTo>
                    <a:pt x="307848" y="810806"/>
                  </a:lnTo>
                  <a:lnTo>
                    <a:pt x="296849" y="809307"/>
                  </a:lnTo>
                  <a:lnTo>
                    <a:pt x="292684" y="807808"/>
                  </a:lnTo>
                  <a:lnTo>
                    <a:pt x="290258" y="805395"/>
                  </a:lnTo>
                  <a:lnTo>
                    <a:pt x="289598" y="802055"/>
                  </a:lnTo>
                  <a:lnTo>
                    <a:pt x="293103" y="802894"/>
                  </a:lnTo>
                  <a:lnTo>
                    <a:pt x="296367" y="802055"/>
                  </a:lnTo>
                  <a:lnTo>
                    <a:pt x="297345" y="801814"/>
                  </a:lnTo>
                  <a:lnTo>
                    <a:pt x="302348" y="798804"/>
                  </a:lnTo>
                  <a:lnTo>
                    <a:pt x="307352" y="795972"/>
                  </a:lnTo>
                  <a:lnTo>
                    <a:pt x="309930" y="790727"/>
                  </a:lnTo>
                  <a:lnTo>
                    <a:pt x="309956" y="789813"/>
                  </a:lnTo>
                  <a:lnTo>
                    <a:pt x="310095" y="783475"/>
                  </a:lnTo>
                  <a:lnTo>
                    <a:pt x="309981" y="781062"/>
                  </a:lnTo>
                  <a:lnTo>
                    <a:pt x="309765" y="777392"/>
                  </a:lnTo>
                  <a:lnTo>
                    <a:pt x="307594" y="772718"/>
                  </a:lnTo>
                  <a:lnTo>
                    <a:pt x="303593" y="769061"/>
                  </a:lnTo>
                  <a:lnTo>
                    <a:pt x="299593" y="765225"/>
                  </a:lnTo>
                  <a:lnTo>
                    <a:pt x="294932" y="763562"/>
                  </a:lnTo>
                  <a:lnTo>
                    <a:pt x="289598" y="764057"/>
                  </a:lnTo>
                  <a:lnTo>
                    <a:pt x="283591" y="765060"/>
                  </a:lnTo>
                  <a:lnTo>
                    <a:pt x="278841" y="767969"/>
                  </a:lnTo>
                  <a:lnTo>
                    <a:pt x="275412" y="772718"/>
                  </a:lnTo>
                  <a:lnTo>
                    <a:pt x="272008" y="777811"/>
                  </a:lnTo>
                  <a:lnTo>
                    <a:pt x="270510" y="783475"/>
                  </a:lnTo>
                  <a:lnTo>
                    <a:pt x="270840" y="789813"/>
                  </a:lnTo>
                  <a:lnTo>
                    <a:pt x="301599" y="817562"/>
                  </a:lnTo>
                  <a:lnTo>
                    <a:pt x="308356" y="817562"/>
                  </a:lnTo>
                  <a:lnTo>
                    <a:pt x="322961" y="813625"/>
                  </a:lnTo>
                  <a:lnTo>
                    <a:pt x="327025" y="810806"/>
                  </a:lnTo>
                  <a:lnTo>
                    <a:pt x="333540" y="806310"/>
                  </a:lnTo>
                  <a:lnTo>
                    <a:pt x="340093" y="795616"/>
                  </a:lnTo>
                  <a:lnTo>
                    <a:pt x="342607" y="781558"/>
                  </a:lnTo>
                  <a:lnTo>
                    <a:pt x="342582" y="781062"/>
                  </a:lnTo>
                  <a:lnTo>
                    <a:pt x="342099" y="772312"/>
                  </a:lnTo>
                  <a:lnTo>
                    <a:pt x="341985" y="771728"/>
                  </a:lnTo>
                  <a:lnTo>
                    <a:pt x="337286" y="748665"/>
                  </a:lnTo>
                  <a:lnTo>
                    <a:pt x="534123" y="748665"/>
                  </a:lnTo>
                  <a:lnTo>
                    <a:pt x="534123" y="788670"/>
                  </a:lnTo>
                  <a:lnTo>
                    <a:pt x="544131" y="788670"/>
                  </a:lnTo>
                  <a:lnTo>
                    <a:pt x="544131" y="748665"/>
                  </a:lnTo>
                  <a:lnTo>
                    <a:pt x="1082268" y="748665"/>
                  </a:lnTo>
                  <a:lnTo>
                    <a:pt x="1082268" y="742950"/>
                  </a:lnTo>
                  <a:lnTo>
                    <a:pt x="544131" y="742950"/>
                  </a:lnTo>
                  <a:lnTo>
                    <a:pt x="544131" y="691515"/>
                  </a:lnTo>
                  <a:lnTo>
                    <a:pt x="1082268" y="691515"/>
                  </a:lnTo>
                  <a:lnTo>
                    <a:pt x="1082268" y="685800"/>
                  </a:lnTo>
                  <a:lnTo>
                    <a:pt x="544131" y="685800"/>
                  </a:lnTo>
                  <a:lnTo>
                    <a:pt x="544131" y="634365"/>
                  </a:lnTo>
                  <a:lnTo>
                    <a:pt x="1082268" y="634365"/>
                  </a:lnTo>
                  <a:lnTo>
                    <a:pt x="1082268" y="628650"/>
                  </a:lnTo>
                  <a:lnTo>
                    <a:pt x="544131" y="628650"/>
                  </a:lnTo>
                  <a:lnTo>
                    <a:pt x="544131" y="577215"/>
                  </a:lnTo>
                  <a:lnTo>
                    <a:pt x="1082268" y="577215"/>
                  </a:lnTo>
                  <a:lnTo>
                    <a:pt x="1082268" y="571500"/>
                  </a:lnTo>
                  <a:lnTo>
                    <a:pt x="544131" y="571500"/>
                  </a:lnTo>
                  <a:lnTo>
                    <a:pt x="544131" y="520065"/>
                  </a:lnTo>
                  <a:lnTo>
                    <a:pt x="1082268" y="520065"/>
                  </a:lnTo>
                  <a:lnTo>
                    <a:pt x="1082268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70616" y="1463706"/>
              <a:ext cx="111140" cy="12001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25983" y="1266825"/>
              <a:ext cx="136207" cy="15316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681431" y="1566862"/>
              <a:ext cx="643255" cy="56515"/>
            </a:xfrm>
            <a:custGeom>
              <a:avLst/>
              <a:gdLst/>
              <a:ahLst/>
              <a:cxnLst/>
              <a:rect l="l" t="t" r="r" b="b"/>
              <a:pathLst>
                <a:path w="643254" h="56515">
                  <a:moveTo>
                    <a:pt x="321565" y="56476"/>
                  </a:moveTo>
                  <a:lnTo>
                    <a:pt x="250130" y="55323"/>
                  </a:lnTo>
                  <a:lnTo>
                    <a:pt x="187194" y="51865"/>
                  </a:lnTo>
                  <a:lnTo>
                    <a:pt x="132757" y="46102"/>
                  </a:lnTo>
                  <a:lnTo>
                    <a:pt x="86819" y="38034"/>
                  </a:lnTo>
                  <a:lnTo>
                    <a:pt x="49381" y="27661"/>
                  </a:lnTo>
                  <a:lnTo>
                    <a:pt x="0" y="0"/>
                  </a:lnTo>
                  <a:lnTo>
                    <a:pt x="20441" y="13088"/>
                  </a:lnTo>
                  <a:lnTo>
                    <a:pt x="49381" y="24162"/>
                  </a:lnTo>
                  <a:lnTo>
                    <a:pt x="86819" y="33223"/>
                  </a:lnTo>
                  <a:lnTo>
                    <a:pt x="132757" y="40271"/>
                  </a:lnTo>
                  <a:lnTo>
                    <a:pt x="187194" y="45305"/>
                  </a:lnTo>
                  <a:lnTo>
                    <a:pt x="250130" y="48325"/>
                  </a:lnTo>
                  <a:lnTo>
                    <a:pt x="321565" y="49332"/>
                  </a:lnTo>
                  <a:lnTo>
                    <a:pt x="393000" y="48325"/>
                  </a:lnTo>
                  <a:lnTo>
                    <a:pt x="455935" y="45305"/>
                  </a:lnTo>
                  <a:lnTo>
                    <a:pt x="510372" y="40271"/>
                  </a:lnTo>
                  <a:lnTo>
                    <a:pt x="556310" y="33223"/>
                  </a:lnTo>
                  <a:lnTo>
                    <a:pt x="593749" y="24162"/>
                  </a:lnTo>
                  <a:lnTo>
                    <a:pt x="643130" y="0"/>
                  </a:lnTo>
                  <a:lnTo>
                    <a:pt x="622689" y="14983"/>
                  </a:lnTo>
                  <a:lnTo>
                    <a:pt x="556310" y="38034"/>
                  </a:lnTo>
                  <a:lnTo>
                    <a:pt x="510372" y="46102"/>
                  </a:lnTo>
                  <a:lnTo>
                    <a:pt x="455935" y="51865"/>
                  </a:lnTo>
                  <a:lnTo>
                    <a:pt x="393000" y="55323"/>
                  </a:lnTo>
                  <a:lnTo>
                    <a:pt x="321565" y="56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681431" y="1566862"/>
              <a:ext cx="643255" cy="56515"/>
            </a:xfrm>
            <a:custGeom>
              <a:avLst/>
              <a:gdLst/>
              <a:ahLst/>
              <a:cxnLst/>
              <a:rect l="l" t="t" r="r" b="b"/>
              <a:pathLst>
                <a:path w="643254" h="56515">
                  <a:moveTo>
                    <a:pt x="0" y="0"/>
                  </a:moveTo>
                  <a:lnTo>
                    <a:pt x="49381" y="27661"/>
                  </a:lnTo>
                  <a:lnTo>
                    <a:pt x="86819" y="38034"/>
                  </a:lnTo>
                  <a:lnTo>
                    <a:pt x="132757" y="46102"/>
                  </a:lnTo>
                  <a:lnTo>
                    <a:pt x="187194" y="51865"/>
                  </a:lnTo>
                  <a:lnTo>
                    <a:pt x="250130" y="55323"/>
                  </a:lnTo>
                  <a:lnTo>
                    <a:pt x="321565" y="56476"/>
                  </a:lnTo>
                  <a:lnTo>
                    <a:pt x="393000" y="55323"/>
                  </a:lnTo>
                  <a:lnTo>
                    <a:pt x="455935" y="51865"/>
                  </a:lnTo>
                  <a:lnTo>
                    <a:pt x="510372" y="46102"/>
                  </a:lnTo>
                  <a:lnTo>
                    <a:pt x="556310" y="38034"/>
                  </a:lnTo>
                  <a:lnTo>
                    <a:pt x="593749" y="27661"/>
                  </a:lnTo>
                  <a:lnTo>
                    <a:pt x="643130" y="0"/>
                  </a:lnTo>
                  <a:lnTo>
                    <a:pt x="622689" y="13088"/>
                  </a:lnTo>
                  <a:lnTo>
                    <a:pt x="593749" y="24162"/>
                  </a:lnTo>
                  <a:lnTo>
                    <a:pt x="556310" y="33223"/>
                  </a:lnTo>
                  <a:lnTo>
                    <a:pt x="510372" y="40271"/>
                  </a:lnTo>
                  <a:lnTo>
                    <a:pt x="455935" y="45305"/>
                  </a:lnTo>
                  <a:lnTo>
                    <a:pt x="393000" y="48325"/>
                  </a:lnTo>
                  <a:lnTo>
                    <a:pt x="321565" y="49332"/>
                  </a:lnTo>
                  <a:lnTo>
                    <a:pt x="250130" y="48325"/>
                  </a:lnTo>
                  <a:lnTo>
                    <a:pt x="187194" y="45305"/>
                  </a:lnTo>
                  <a:lnTo>
                    <a:pt x="132757" y="40271"/>
                  </a:lnTo>
                  <a:lnTo>
                    <a:pt x="86819" y="33223"/>
                  </a:lnTo>
                  <a:lnTo>
                    <a:pt x="49381" y="24162"/>
                  </a:lnTo>
                  <a:lnTo>
                    <a:pt x="20441" y="13088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681431" y="1509712"/>
              <a:ext cx="643255" cy="56515"/>
            </a:xfrm>
            <a:custGeom>
              <a:avLst/>
              <a:gdLst/>
              <a:ahLst/>
              <a:cxnLst/>
              <a:rect l="l" t="t" r="r" b="b"/>
              <a:pathLst>
                <a:path w="643254" h="56515">
                  <a:moveTo>
                    <a:pt x="321565" y="56476"/>
                  </a:moveTo>
                  <a:lnTo>
                    <a:pt x="250130" y="55323"/>
                  </a:lnTo>
                  <a:lnTo>
                    <a:pt x="187194" y="51865"/>
                  </a:lnTo>
                  <a:lnTo>
                    <a:pt x="132757" y="46102"/>
                  </a:lnTo>
                  <a:lnTo>
                    <a:pt x="86819" y="38034"/>
                  </a:lnTo>
                  <a:lnTo>
                    <a:pt x="49381" y="27661"/>
                  </a:lnTo>
                  <a:lnTo>
                    <a:pt x="0" y="0"/>
                  </a:lnTo>
                  <a:lnTo>
                    <a:pt x="20441" y="13088"/>
                  </a:lnTo>
                  <a:lnTo>
                    <a:pt x="49381" y="24162"/>
                  </a:lnTo>
                  <a:lnTo>
                    <a:pt x="86819" y="33223"/>
                  </a:lnTo>
                  <a:lnTo>
                    <a:pt x="132757" y="40271"/>
                  </a:lnTo>
                  <a:lnTo>
                    <a:pt x="187194" y="45305"/>
                  </a:lnTo>
                  <a:lnTo>
                    <a:pt x="250130" y="48325"/>
                  </a:lnTo>
                  <a:lnTo>
                    <a:pt x="321565" y="49332"/>
                  </a:lnTo>
                  <a:lnTo>
                    <a:pt x="393000" y="48325"/>
                  </a:lnTo>
                  <a:lnTo>
                    <a:pt x="455935" y="45305"/>
                  </a:lnTo>
                  <a:lnTo>
                    <a:pt x="510372" y="40271"/>
                  </a:lnTo>
                  <a:lnTo>
                    <a:pt x="556310" y="33223"/>
                  </a:lnTo>
                  <a:lnTo>
                    <a:pt x="593749" y="24162"/>
                  </a:lnTo>
                  <a:lnTo>
                    <a:pt x="643130" y="0"/>
                  </a:lnTo>
                  <a:lnTo>
                    <a:pt x="622689" y="14983"/>
                  </a:lnTo>
                  <a:lnTo>
                    <a:pt x="556310" y="38034"/>
                  </a:lnTo>
                  <a:lnTo>
                    <a:pt x="510372" y="46102"/>
                  </a:lnTo>
                  <a:lnTo>
                    <a:pt x="455935" y="51865"/>
                  </a:lnTo>
                  <a:lnTo>
                    <a:pt x="393000" y="55323"/>
                  </a:lnTo>
                  <a:lnTo>
                    <a:pt x="321565" y="56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681431" y="1509712"/>
              <a:ext cx="643255" cy="56515"/>
            </a:xfrm>
            <a:custGeom>
              <a:avLst/>
              <a:gdLst/>
              <a:ahLst/>
              <a:cxnLst/>
              <a:rect l="l" t="t" r="r" b="b"/>
              <a:pathLst>
                <a:path w="643254" h="56515">
                  <a:moveTo>
                    <a:pt x="0" y="0"/>
                  </a:moveTo>
                  <a:lnTo>
                    <a:pt x="49381" y="27661"/>
                  </a:lnTo>
                  <a:lnTo>
                    <a:pt x="86819" y="38034"/>
                  </a:lnTo>
                  <a:lnTo>
                    <a:pt x="132757" y="46102"/>
                  </a:lnTo>
                  <a:lnTo>
                    <a:pt x="187194" y="51865"/>
                  </a:lnTo>
                  <a:lnTo>
                    <a:pt x="250130" y="55323"/>
                  </a:lnTo>
                  <a:lnTo>
                    <a:pt x="321565" y="56476"/>
                  </a:lnTo>
                  <a:lnTo>
                    <a:pt x="393000" y="55323"/>
                  </a:lnTo>
                  <a:lnTo>
                    <a:pt x="455935" y="51865"/>
                  </a:lnTo>
                  <a:lnTo>
                    <a:pt x="510372" y="46102"/>
                  </a:lnTo>
                  <a:lnTo>
                    <a:pt x="556310" y="38034"/>
                  </a:lnTo>
                  <a:lnTo>
                    <a:pt x="593749" y="27661"/>
                  </a:lnTo>
                  <a:lnTo>
                    <a:pt x="643130" y="0"/>
                  </a:lnTo>
                  <a:lnTo>
                    <a:pt x="622689" y="13088"/>
                  </a:lnTo>
                  <a:lnTo>
                    <a:pt x="593749" y="24162"/>
                  </a:lnTo>
                  <a:lnTo>
                    <a:pt x="556310" y="33223"/>
                  </a:lnTo>
                  <a:lnTo>
                    <a:pt x="510372" y="40271"/>
                  </a:lnTo>
                  <a:lnTo>
                    <a:pt x="455935" y="45305"/>
                  </a:lnTo>
                  <a:lnTo>
                    <a:pt x="393000" y="48325"/>
                  </a:lnTo>
                  <a:lnTo>
                    <a:pt x="321565" y="49332"/>
                  </a:lnTo>
                  <a:lnTo>
                    <a:pt x="250130" y="48325"/>
                  </a:lnTo>
                  <a:lnTo>
                    <a:pt x="187194" y="45305"/>
                  </a:lnTo>
                  <a:lnTo>
                    <a:pt x="132757" y="40271"/>
                  </a:lnTo>
                  <a:lnTo>
                    <a:pt x="86819" y="33223"/>
                  </a:lnTo>
                  <a:lnTo>
                    <a:pt x="49381" y="24162"/>
                  </a:lnTo>
                  <a:lnTo>
                    <a:pt x="20441" y="13088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681431" y="1310361"/>
              <a:ext cx="643255" cy="56515"/>
            </a:xfrm>
            <a:custGeom>
              <a:avLst/>
              <a:gdLst/>
              <a:ahLst/>
              <a:cxnLst/>
              <a:rect l="l" t="t" r="r" b="b"/>
              <a:pathLst>
                <a:path w="643254" h="56515">
                  <a:moveTo>
                    <a:pt x="643130" y="56476"/>
                  </a:moveTo>
                  <a:lnTo>
                    <a:pt x="593749" y="32313"/>
                  </a:lnTo>
                  <a:lnTo>
                    <a:pt x="556310" y="23252"/>
                  </a:lnTo>
                  <a:lnTo>
                    <a:pt x="510372" y="16204"/>
                  </a:lnTo>
                  <a:lnTo>
                    <a:pt x="455935" y="11170"/>
                  </a:lnTo>
                  <a:lnTo>
                    <a:pt x="393000" y="8150"/>
                  </a:lnTo>
                  <a:lnTo>
                    <a:pt x="321565" y="7143"/>
                  </a:lnTo>
                  <a:lnTo>
                    <a:pt x="250130" y="8150"/>
                  </a:lnTo>
                  <a:lnTo>
                    <a:pt x="187194" y="11170"/>
                  </a:lnTo>
                  <a:lnTo>
                    <a:pt x="132757" y="16204"/>
                  </a:lnTo>
                  <a:lnTo>
                    <a:pt x="86819" y="23252"/>
                  </a:lnTo>
                  <a:lnTo>
                    <a:pt x="49381" y="32313"/>
                  </a:lnTo>
                  <a:lnTo>
                    <a:pt x="0" y="56476"/>
                  </a:lnTo>
                  <a:lnTo>
                    <a:pt x="20441" y="41492"/>
                  </a:lnTo>
                  <a:lnTo>
                    <a:pt x="86819" y="18441"/>
                  </a:lnTo>
                  <a:lnTo>
                    <a:pt x="132757" y="10373"/>
                  </a:lnTo>
                  <a:lnTo>
                    <a:pt x="187194" y="4610"/>
                  </a:lnTo>
                  <a:lnTo>
                    <a:pt x="250130" y="1152"/>
                  </a:lnTo>
                  <a:lnTo>
                    <a:pt x="321565" y="0"/>
                  </a:lnTo>
                  <a:lnTo>
                    <a:pt x="393000" y="1152"/>
                  </a:lnTo>
                  <a:lnTo>
                    <a:pt x="455935" y="4610"/>
                  </a:lnTo>
                  <a:lnTo>
                    <a:pt x="510372" y="10373"/>
                  </a:lnTo>
                  <a:lnTo>
                    <a:pt x="556310" y="18441"/>
                  </a:lnTo>
                  <a:lnTo>
                    <a:pt x="593749" y="28814"/>
                  </a:lnTo>
                  <a:lnTo>
                    <a:pt x="622689" y="41492"/>
                  </a:lnTo>
                  <a:lnTo>
                    <a:pt x="643130" y="56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681431" y="1310361"/>
              <a:ext cx="643255" cy="56515"/>
            </a:xfrm>
            <a:custGeom>
              <a:avLst/>
              <a:gdLst/>
              <a:ahLst/>
              <a:cxnLst/>
              <a:rect l="l" t="t" r="r" b="b"/>
              <a:pathLst>
                <a:path w="643254" h="56515">
                  <a:moveTo>
                    <a:pt x="0" y="56476"/>
                  </a:moveTo>
                  <a:lnTo>
                    <a:pt x="49381" y="32313"/>
                  </a:lnTo>
                  <a:lnTo>
                    <a:pt x="86819" y="23252"/>
                  </a:lnTo>
                  <a:lnTo>
                    <a:pt x="132757" y="16204"/>
                  </a:lnTo>
                  <a:lnTo>
                    <a:pt x="187194" y="11170"/>
                  </a:lnTo>
                  <a:lnTo>
                    <a:pt x="250130" y="8150"/>
                  </a:lnTo>
                  <a:lnTo>
                    <a:pt x="321565" y="7143"/>
                  </a:lnTo>
                  <a:lnTo>
                    <a:pt x="393000" y="8150"/>
                  </a:lnTo>
                  <a:lnTo>
                    <a:pt x="455935" y="11170"/>
                  </a:lnTo>
                  <a:lnTo>
                    <a:pt x="510372" y="16204"/>
                  </a:lnTo>
                  <a:lnTo>
                    <a:pt x="556310" y="23252"/>
                  </a:lnTo>
                  <a:lnTo>
                    <a:pt x="593749" y="32313"/>
                  </a:lnTo>
                  <a:lnTo>
                    <a:pt x="643130" y="56476"/>
                  </a:lnTo>
                  <a:lnTo>
                    <a:pt x="622689" y="41492"/>
                  </a:lnTo>
                  <a:lnTo>
                    <a:pt x="556310" y="18441"/>
                  </a:lnTo>
                  <a:lnTo>
                    <a:pt x="510372" y="10373"/>
                  </a:lnTo>
                  <a:lnTo>
                    <a:pt x="455935" y="4610"/>
                  </a:lnTo>
                  <a:lnTo>
                    <a:pt x="393000" y="1152"/>
                  </a:lnTo>
                  <a:lnTo>
                    <a:pt x="321565" y="0"/>
                  </a:lnTo>
                  <a:lnTo>
                    <a:pt x="250130" y="1152"/>
                  </a:lnTo>
                  <a:lnTo>
                    <a:pt x="187194" y="4610"/>
                  </a:lnTo>
                  <a:lnTo>
                    <a:pt x="132757" y="10373"/>
                  </a:lnTo>
                  <a:lnTo>
                    <a:pt x="86819" y="18441"/>
                  </a:lnTo>
                  <a:lnTo>
                    <a:pt x="49381" y="28814"/>
                  </a:lnTo>
                  <a:lnTo>
                    <a:pt x="20441" y="41492"/>
                  </a:lnTo>
                  <a:lnTo>
                    <a:pt x="0" y="5647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199276" y="752484"/>
              <a:ext cx="1068705" cy="788670"/>
            </a:xfrm>
            <a:custGeom>
              <a:avLst/>
              <a:gdLst/>
              <a:ahLst/>
              <a:cxnLst/>
              <a:rect l="l" t="t" r="r" b="b"/>
              <a:pathLst>
                <a:path w="1068704" h="788669">
                  <a:moveTo>
                    <a:pt x="1068616" y="514350"/>
                  </a:moveTo>
                  <a:lnTo>
                    <a:pt x="219290" y="514350"/>
                  </a:lnTo>
                  <a:lnTo>
                    <a:pt x="219290" y="428625"/>
                  </a:lnTo>
                  <a:lnTo>
                    <a:pt x="209296" y="428625"/>
                  </a:lnTo>
                  <a:lnTo>
                    <a:pt x="209296" y="742950"/>
                  </a:lnTo>
                  <a:lnTo>
                    <a:pt x="12700" y="742950"/>
                  </a:lnTo>
                  <a:lnTo>
                    <a:pt x="12700" y="691515"/>
                  </a:lnTo>
                  <a:lnTo>
                    <a:pt x="209296" y="691515"/>
                  </a:lnTo>
                  <a:lnTo>
                    <a:pt x="209296" y="685800"/>
                  </a:lnTo>
                  <a:lnTo>
                    <a:pt x="12700" y="685800"/>
                  </a:lnTo>
                  <a:lnTo>
                    <a:pt x="12700" y="634365"/>
                  </a:lnTo>
                  <a:lnTo>
                    <a:pt x="209296" y="634365"/>
                  </a:lnTo>
                  <a:lnTo>
                    <a:pt x="209296" y="628650"/>
                  </a:lnTo>
                  <a:lnTo>
                    <a:pt x="12700" y="628650"/>
                  </a:lnTo>
                  <a:lnTo>
                    <a:pt x="12700" y="577215"/>
                  </a:lnTo>
                  <a:lnTo>
                    <a:pt x="209296" y="577215"/>
                  </a:lnTo>
                  <a:lnTo>
                    <a:pt x="209296" y="571500"/>
                  </a:lnTo>
                  <a:lnTo>
                    <a:pt x="12700" y="571500"/>
                  </a:lnTo>
                  <a:lnTo>
                    <a:pt x="12700" y="520065"/>
                  </a:lnTo>
                  <a:lnTo>
                    <a:pt x="209296" y="520065"/>
                  </a:lnTo>
                  <a:lnTo>
                    <a:pt x="209296" y="514350"/>
                  </a:lnTo>
                  <a:lnTo>
                    <a:pt x="12700" y="514350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4127" y="520065"/>
                  </a:lnTo>
                  <a:lnTo>
                    <a:pt x="4127" y="571500"/>
                  </a:lnTo>
                  <a:lnTo>
                    <a:pt x="0" y="571500"/>
                  </a:lnTo>
                  <a:lnTo>
                    <a:pt x="0" y="577215"/>
                  </a:lnTo>
                  <a:lnTo>
                    <a:pt x="4127" y="577215"/>
                  </a:lnTo>
                  <a:lnTo>
                    <a:pt x="4127" y="628650"/>
                  </a:lnTo>
                  <a:lnTo>
                    <a:pt x="0" y="628650"/>
                  </a:lnTo>
                  <a:lnTo>
                    <a:pt x="0" y="634365"/>
                  </a:lnTo>
                  <a:lnTo>
                    <a:pt x="4127" y="634365"/>
                  </a:lnTo>
                  <a:lnTo>
                    <a:pt x="4127" y="685800"/>
                  </a:lnTo>
                  <a:lnTo>
                    <a:pt x="0" y="685800"/>
                  </a:lnTo>
                  <a:lnTo>
                    <a:pt x="0" y="691515"/>
                  </a:lnTo>
                  <a:lnTo>
                    <a:pt x="4127" y="691515"/>
                  </a:lnTo>
                  <a:lnTo>
                    <a:pt x="4127" y="742950"/>
                  </a:lnTo>
                  <a:lnTo>
                    <a:pt x="0" y="742950"/>
                  </a:lnTo>
                  <a:lnTo>
                    <a:pt x="0" y="748665"/>
                  </a:lnTo>
                  <a:lnTo>
                    <a:pt x="4127" y="748665"/>
                  </a:lnTo>
                  <a:lnTo>
                    <a:pt x="12700" y="748665"/>
                  </a:lnTo>
                  <a:lnTo>
                    <a:pt x="209296" y="748665"/>
                  </a:lnTo>
                  <a:lnTo>
                    <a:pt x="209296" y="788670"/>
                  </a:lnTo>
                  <a:lnTo>
                    <a:pt x="219290" y="788670"/>
                  </a:lnTo>
                  <a:lnTo>
                    <a:pt x="219290" y="748665"/>
                  </a:lnTo>
                  <a:lnTo>
                    <a:pt x="1068616" y="748665"/>
                  </a:lnTo>
                  <a:lnTo>
                    <a:pt x="1068616" y="742950"/>
                  </a:lnTo>
                  <a:lnTo>
                    <a:pt x="219290" y="742950"/>
                  </a:lnTo>
                  <a:lnTo>
                    <a:pt x="219290" y="691515"/>
                  </a:lnTo>
                  <a:lnTo>
                    <a:pt x="1068616" y="691515"/>
                  </a:lnTo>
                  <a:lnTo>
                    <a:pt x="1068616" y="685800"/>
                  </a:lnTo>
                  <a:lnTo>
                    <a:pt x="219290" y="685800"/>
                  </a:lnTo>
                  <a:lnTo>
                    <a:pt x="219290" y="634365"/>
                  </a:lnTo>
                  <a:lnTo>
                    <a:pt x="1068616" y="634365"/>
                  </a:lnTo>
                  <a:lnTo>
                    <a:pt x="1068616" y="628650"/>
                  </a:lnTo>
                  <a:lnTo>
                    <a:pt x="219290" y="628650"/>
                  </a:lnTo>
                  <a:lnTo>
                    <a:pt x="219290" y="577215"/>
                  </a:lnTo>
                  <a:lnTo>
                    <a:pt x="1068616" y="577215"/>
                  </a:lnTo>
                  <a:lnTo>
                    <a:pt x="1068616" y="571500"/>
                  </a:lnTo>
                  <a:lnTo>
                    <a:pt x="219290" y="571500"/>
                  </a:lnTo>
                  <a:lnTo>
                    <a:pt x="219290" y="520065"/>
                  </a:lnTo>
                  <a:lnTo>
                    <a:pt x="1068616" y="520065"/>
                  </a:lnTo>
                  <a:lnTo>
                    <a:pt x="1068616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28047" y="1455420"/>
              <a:ext cx="126817" cy="128301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43898" y="1341120"/>
              <a:ext cx="110966" cy="7115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7272027" y="752475"/>
              <a:ext cx="8890" cy="748665"/>
            </a:xfrm>
            <a:custGeom>
              <a:avLst/>
              <a:gdLst/>
              <a:ahLst/>
              <a:cxnLst/>
              <a:rect l="l" t="t" r="r" b="b"/>
              <a:pathLst>
                <a:path w="8890" h="748665">
                  <a:moveTo>
                    <a:pt x="8572" y="748665"/>
                  </a:moveTo>
                  <a:lnTo>
                    <a:pt x="0" y="748665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7486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356788" y="466725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39931" y="466725"/>
              <a:ext cx="144238" cy="8201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034969" y="466725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8100" y="0"/>
                  </a:lnTo>
                </a:path>
                <a:path w="304800">
                  <a:moveTo>
                    <a:pt x="88900" y="0"/>
                  </a:moveTo>
                  <a:lnTo>
                    <a:pt x="127000" y="0"/>
                  </a:lnTo>
                </a:path>
                <a:path w="304800">
                  <a:moveTo>
                    <a:pt x="177800" y="0"/>
                  </a:moveTo>
                  <a:lnTo>
                    <a:pt x="215900" y="0"/>
                  </a:lnTo>
                </a:path>
                <a:path w="304800">
                  <a:moveTo>
                    <a:pt x="266700" y="0"/>
                  </a:moveTo>
                  <a:lnTo>
                    <a:pt x="30480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79387" y="1867290"/>
              <a:ext cx="2522855" cy="1166495"/>
            </a:xfrm>
            <a:custGeom>
              <a:avLst/>
              <a:gdLst/>
              <a:ahLst/>
              <a:cxnLst/>
              <a:rect l="l" t="t" r="r" b="b"/>
              <a:pathLst>
                <a:path w="2522855" h="1166495">
                  <a:moveTo>
                    <a:pt x="68859" y="76073"/>
                  </a:moveTo>
                  <a:lnTo>
                    <a:pt x="46570" y="118910"/>
                  </a:lnTo>
                  <a:lnTo>
                    <a:pt x="28994" y="161861"/>
                  </a:lnTo>
                  <a:lnTo>
                    <a:pt x="14046" y="216763"/>
                  </a:lnTo>
                  <a:lnTo>
                    <a:pt x="7048" y="266458"/>
                  </a:lnTo>
                  <a:lnTo>
                    <a:pt x="6286" y="289534"/>
                  </a:lnTo>
                  <a:lnTo>
                    <a:pt x="7175" y="312293"/>
                  </a:lnTo>
                  <a:lnTo>
                    <a:pt x="8991" y="334975"/>
                  </a:lnTo>
                  <a:lnTo>
                    <a:pt x="11747" y="357568"/>
                  </a:lnTo>
                  <a:lnTo>
                    <a:pt x="15430" y="380085"/>
                  </a:lnTo>
                  <a:lnTo>
                    <a:pt x="35039" y="477964"/>
                  </a:lnTo>
                  <a:lnTo>
                    <a:pt x="37287" y="490728"/>
                  </a:lnTo>
                  <a:lnTo>
                    <a:pt x="39039" y="502818"/>
                  </a:lnTo>
                  <a:lnTo>
                    <a:pt x="40284" y="514223"/>
                  </a:lnTo>
                  <a:lnTo>
                    <a:pt x="41148" y="530898"/>
                  </a:lnTo>
                  <a:lnTo>
                    <a:pt x="40284" y="544512"/>
                  </a:lnTo>
                  <a:lnTo>
                    <a:pt x="29425" y="581964"/>
                  </a:lnTo>
                  <a:lnTo>
                    <a:pt x="0" y="619417"/>
                  </a:lnTo>
                  <a:lnTo>
                    <a:pt x="0" y="623493"/>
                  </a:lnTo>
                  <a:lnTo>
                    <a:pt x="29425" y="662990"/>
                  </a:lnTo>
                  <a:lnTo>
                    <a:pt x="40284" y="700100"/>
                  </a:lnTo>
                  <a:lnTo>
                    <a:pt x="41148" y="714730"/>
                  </a:lnTo>
                  <a:lnTo>
                    <a:pt x="40474" y="729094"/>
                  </a:lnTo>
                  <a:lnTo>
                    <a:pt x="38785" y="744943"/>
                  </a:lnTo>
                  <a:lnTo>
                    <a:pt x="36055" y="762292"/>
                  </a:lnTo>
                  <a:lnTo>
                    <a:pt x="15430" y="865212"/>
                  </a:lnTo>
                  <a:lnTo>
                    <a:pt x="11747" y="887844"/>
                  </a:lnTo>
                  <a:lnTo>
                    <a:pt x="8991" y="910488"/>
                  </a:lnTo>
                  <a:lnTo>
                    <a:pt x="7175" y="933132"/>
                  </a:lnTo>
                  <a:lnTo>
                    <a:pt x="6286" y="955763"/>
                  </a:lnTo>
                  <a:lnTo>
                    <a:pt x="7048" y="978814"/>
                  </a:lnTo>
                  <a:lnTo>
                    <a:pt x="14046" y="1028344"/>
                  </a:lnTo>
                  <a:lnTo>
                    <a:pt x="28676" y="1082116"/>
                  </a:lnTo>
                  <a:lnTo>
                    <a:pt x="52959" y="1137945"/>
                  </a:lnTo>
                  <a:lnTo>
                    <a:pt x="68859" y="1166495"/>
                  </a:lnTo>
                  <a:lnTo>
                    <a:pt x="68859" y="1162748"/>
                  </a:lnTo>
                  <a:lnTo>
                    <a:pt x="60032" y="1144244"/>
                  </a:lnTo>
                  <a:lnTo>
                    <a:pt x="52146" y="1125816"/>
                  </a:lnTo>
                  <a:lnTo>
                    <a:pt x="39141" y="1089215"/>
                  </a:lnTo>
                  <a:lnTo>
                    <a:pt x="31140" y="1051001"/>
                  </a:lnTo>
                  <a:lnTo>
                    <a:pt x="29425" y="1009218"/>
                  </a:lnTo>
                  <a:lnTo>
                    <a:pt x="30886" y="988517"/>
                  </a:lnTo>
                  <a:lnTo>
                    <a:pt x="33286" y="967600"/>
                  </a:lnTo>
                  <a:lnTo>
                    <a:pt x="36601" y="946467"/>
                  </a:lnTo>
                  <a:lnTo>
                    <a:pt x="40855" y="925131"/>
                  </a:lnTo>
                  <a:lnTo>
                    <a:pt x="59143" y="842746"/>
                  </a:lnTo>
                  <a:lnTo>
                    <a:pt x="63068" y="823379"/>
                  </a:lnTo>
                  <a:lnTo>
                    <a:pt x="66001" y="805116"/>
                  </a:lnTo>
                  <a:lnTo>
                    <a:pt x="67932" y="787971"/>
                  </a:lnTo>
                  <a:lnTo>
                    <a:pt x="68859" y="771931"/>
                  </a:lnTo>
                  <a:lnTo>
                    <a:pt x="67983" y="745439"/>
                  </a:lnTo>
                  <a:lnTo>
                    <a:pt x="60121" y="701014"/>
                  </a:lnTo>
                  <a:lnTo>
                    <a:pt x="40284" y="661631"/>
                  </a:lnTo>
                  <a:lnTo>
                    <a:pt x="13335" y="631367"/>
                  </a:lnTo>
                  <a:lnTo>
                    <a:pt x="2286" y="621461"/>
                  </a:lnTo>
                  <a:lnTo>
                    <a:pt x="13335" y="612152"/>
                  </a:lnTo>
                  <a:lnTo>
                    <a:pt x="40284" y="582980"/>
                  </a:lnTo>
                  <a:lnTo>
                    <a:pt x="60121" y="544118"/>
                  </a:lnTo>
                  <a:lnTo>
                    <a:pt x="67983" y="500024"/>
                  </a:lnTo>
                  <a:lnTo>
                    <a:pt x="68859" y="473710"/>
                  </a:lnTo>
                  <a:lnTo>
                    <a:pt x="67932" y="457517"/>
                  </a:lnTo>
                  <a:lnTo>
                    <a:pt x="66001" y="440258"/>
                  </a:lnTo>
                  <a:lnTo>
                    <a:pt x="63068" y="421932"/>
                  </a:lnTo>
                  <a:lnTo>
                    <a:pt x="59143" y="402551"/>
                  </a:lnTo>
                  <a:lnTo>
                    <a:pt x="40284" y="317792"/>
                  </a:lnTo>
                  <a:lnTo>
                    <a:pt x="36283" y="297002"/>
                  </a:lnTo>
                  <a:lnTo>
                    <a:pt x="33147" y="276504"/>
                  </a:lnTo>
                  <a:lnTo>
                    <a:pt x="30848" y="256311"/>
                  </a:lnTo>
                  <a:lnTo>
                    <a:pt x="29425" y="236423"/>
                  </a:lnTo>
                  <a:lnTo>
                    <a:pt x="29502" y="215061"/>
                  </a:lnTo>
                  <a:lnTo>
                    <a:pt x="34353" y="174891"/>
                  </a:lnTo>
                  <a:lnTo>
                    <a:pt x="46139" y="134670"/>
                  </a:lnTo>
                  <a:lnTo>
                    <a:pt x="60426" y="98590"/>
                  </a:lnTo>
                  <a:lnTo>
                    <a:pt x="68859" y="80162"/>
                  </a:lnTo>
                  <a:lnTo>
                    <a:pt x="68859" y="76073"/>
                  </a:lnTo>
                  <a:close/>
                </a:path>
                <a:path w="2522855" h="1166495">
                  <a:moveTo>
                    <a:pt x="2522575" y="75057"/>
                  </a:moveTo>
                  <a:lnTo>
                    <a:pt x="1138999" y="75057"/>
                  </a:lnTo>
                  <a:lnTo>
                    <a:pt x="1133970" y="73723"/>
                  </a:lnTo>
                  <a:lnTo>
                    <a:pt x="1125588" y="73914"/>
                  </a:lnTo>
                  <a:lnTo>
                    <a:pt x="1117663" y="74879"/>
                  </a:lnTo>
                  <a:lnTo>
                    <a:pt x="1117053" y="75057"/>
                  </a:lnTo>
                  <a:lnTo>
                    <a:pt x="1102436" y="75057"/>
                  </a:lnTo>
                  <a:lnTo>
                    <a:pt x="1102436" y="80772"/>
                  </a:lnTo>
                  <a:lnTo>
                    <a:pt x="1102233" y="80873"/>
                  </a:lnTo>
                  <a:lnTo>
                    <a:pt x="1094727" y="85915"/>
                  </a:lnTo>
                  <a:lnTo>
                    <a:pt x="1093381" y="87083"/>
                  </a:lnTo>
                  <a:lnTo>
                    <a:pt x="1093381" y="132207"/>
                  </a:lnTo>
                  <a:lnTo>
                    <a:pt x="1088440" y="132207"/>
                  </a:lnTo>
                  <a:lnTo>
                    <a:pt x="1088440" y="129679"/>
                  </a:lnTo>
                  <a:lnTo>
                    <a:pt x="1090434" y="131254"/>
                  </a:lnTo>
                  <a:lnTo>
                    <a:pt x="1093381" y="132207"/>
                  </a:lnTo>
                  <a:lnTo>
                    <a:pt x="1093381" y="87083"/>
                  </a:lnTo>
                  <a:lnTo>
                    <a:pt x="1088034" y="91719"/>
                  </a:lnTo>
                  <a:lnTo>
                    <a:pt x="1083081" y="97980"/>
                  </a:lnTo>
                  <a:lnTo>
                    <a:pt x="1079881" y="104724"/>
                  </a:lnTo>
                  <a:lnTo>
                    <a:pt x="1078433" y="111912"/>
                  </a:lnTo>
                  <a:lnTo>
                    <a:pt x="1078522" y="115062"/>
                  </a:lnTo>
                  <a:lnTo>
                    <a:pt x="1078433" y="115062"/>
                  </a:lnTo>
                  <a:lnTo>
                    <a:pt x="1078433" y="303657"/>
                  </a:lnTo>
                  <a:lnTo>
                    <a:pt x="270192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270192" y="252222"/>
                  </a:lnTo>
                  <a:lnTo>
                    <a:pt x="716381" y="252222"/>
                  </a:lnTo>
                  <a:lnTo>
                    <a:pt x="716381" y="260794"/>
                  </a:lnTo>
                  <a:lnTo>
                    <a:pt x="726376" y="260794"/>
                  </a:lnTo>
                  <a:lnTo>
                    <a:pt x="726376" y="252222"/>
                  </a:lnTo>
                  <a:lnTo>
                    <a:pt x="1078433" y="252222"/>
                  </a:lnTo>
                  <a:lnTo>
                    <a:pt x="1078433" y="246507"/>
                  </a:lnTo>
                  <a:lnTo>
                    <a:pt x="726376" y="246507"/>
                  </a:lnTo>
                  <a:lnTo>
                    <a:pt x="726376" y="195072"/>
                  </a:lnTo>
                  <a:lnTo>
                    <a:pt x="1078433" y="195072"/>
                  </a:lnTo>
                  <a:lnTo>
                    <a:pt x="1078433" y="189357"/>
                  </a:lnTo>
                  <a:lnTo>
                    <a:pt x="726376" y="189357"/>
                  </a:lnTo>
                  <a:lnTo>
                    <a:pt x="726376" y="137922"/>
                  </a:lnTo>
                  <a:lnTo>
                    <a:pt x="1078433" y="137922"/>
                  </a:lnTo>
                  <a:lnTo>
                    <a:pt x="1078433" y="132207"/>
                  </a:lnTo>
                  <a:lnTo>
                    <a:pt x="726376" y="132207"/>
                  </a:lnTo>
                  <a:lnTo>
                    <a:pt x="726376" y="101092"/>
                  </a:lnTo>
                  <a:lnTo>
                    <a:pt x="728383" y="102679"/>
                  </a:lnTo>
                  <a:lnTo>
                    <a:pt x="734288" y="104584"/>
                  </a:lnTo>
                  <a:lnTo>
                    <a:pt x="774382" y="93052"/>
                  </a:lnTo>
                  <a:lnTo>
                    <a:pt x="786028" y="80772"/>
                  </a:lnTo>
                  <a:lnTo>
                    <a:pt x="1102436" y="80772"/>
                  </a:lnTo>
                  <a:lnTo>
                    <a:pt x="1102436" y="75057"/>
                  </a:lnTo>
                  <a:lnTo>
                    <a:pt x="788631" y="75057"/>
                  </a:lnTo>
                  <a:lnTo>
                    <a:pt x="789228" y="73761"/>
                  </a:lnTo>
                  <a:lnTo>
                    <a:pt x="790676" y="66192"/>
                  </a:lnTo>
                  <a:lnTo>
                    <a:pt x="790486" y="58953"/>
                  </a:lnTo>
                  <a:lnTo>
                    <a:pt x="787908" y="53721"/>
                  </a:lnTo>
                  <a:lnTo>
                    <a:pt x="782955" y="50482"/>
                  </a:lnTo>
                  <a:lnTo>
                    <a:pt x="778383" y="46863"/>
                  </a:lnTo>
                  <a:lnTo>
                    <a:pt x="771906" y="45148"/>
                  </a:lnTo>
                  <a:lnTo>
                    <a:pt x="763524" y="45339"/>
                  </a:lnTo>
                  <a:lnTo>
                    <a:pt x="755599" y="46304"/>
                  </a:lnTo>
                  <a:lnTo>
                    <a:pt x="721029" y="69405"/>
                  </a:lnTo>
                  <a:lnTo>
                    <a:pt x="718337" y="75057"/>
                  </a:lnTo>
                  <a:lnTo>
                    <a:pt x="716889" y="75057"/>
                  </a:lnTo>
                  <a:lnTo>
                    <a:pt x="716889" y="80772"/>
                  </a:lnTo>
                  <a:lnTo>
                    <a:pt x="716381" y="83337"/>
                  </a:lnTo>
                  <a:lnTo>
                    <a:pt x="716470" y="86487"/>
                  </a:lnTo>
                  <a:lnTo>
                    <a:pt x="716381" y="132207"/>
                  </a:lnTo>
                  <a:lnTo>
                    <a:pt x="716381" y="137922"/>
                  </a:lnTo>
                  <a:lnTo>
                    <a:pt x="716381" y="189357"/>
                  </a:lnTo>
                  <a:lnTo>
                    <a:pt x="716381" y="195072"/>
                  </a:lnTo>
                  <a:lnTo>
                    <a:pt x="716381" y="246507"/>
                  </a:lnTo>
                  <a:lnTo>
                    <a:pt x="364324" y="246507"/>
                  </a:lnTo>
                  <a:lnTo>
                    <a:pt x="364324" y="195072"/>
                  </a:lnTo>
                  <a:lnTo>
                    <a:pt x="716381" y="195072"/>
                  </a:lnTo>
                  <a:lnTo>
                    <a:pt x="716381" y="189357"/>
                  </a:lnTo>
                  <a:lnTo>
                    <a:pt x="364324" y="189357"/>
                  </a:lnTo>
                  <a:lnTo>
                    <a:pt x="364324" y="137922"/>
                  </a:lnTo>
                  <a:lnTo>
                    <a:pt x="716381" y="137922"/>
                  </a:lnTo>
                  <a:lnTo>
                    <a:pt x="716381" y="132207"/>
                  </a:lnTo>
                  <a:lnTo>
                    <a:pt x="364324" y="132207"/>
                  </a:lnTo>
                  <a:lnTo>
                    <a:pt x="364324" y="80772"/>
                  </a:lnTo>
                  <a:lnTo>
                    <a:pt x="716889" y="80772"/>
                  </a:lnTo>
                  <a:lnTo>
                    <a:pt x="716889" y="75057"/>
                  </a:lnTo>
                  <a:lnTo>
                    <a:pt x="388645" y="75057"/>
                  </a:lnTo>
                  <a:lnTo>
                    <a:pt x="396252" y="72986"/>
                  </a:lnTo>
                  <a:lnTo>
                    <a:pt x="404380" y="69392"/>
                  </a:lnTo>
                  <a:lnTo>
                    <a:pt x="428625" y="37617"/>
                  </a:lnTo>
                  <a:lnTo>
                    <a:pt x="428434" y="30378"/>
                  </a:lnTo>
                  <a:lnTo>
                    <a:pt x="425856" y="25146"/>
                  </a:lnTo>
                  <a:lnTo>
                    <a:pt x="420903" y="21907"/>
                  </a:lnTo>
                  <a:lnTo>
                    <a:pt x="416331" y="18288"/>
                  </a:lnTo>
                  <a:lnTo>
                    <a:pt x="409854" y="16573"/>
                  </a:lnTo>
                  <a:lnTo>
                    <a:pt x="401472" y="16764"/>
                  </a:lnTo>
                  <a:lnTo>
                    <a:pt x="393547" y="17729"/>
                  </a:lnTo>
                  <a:lnTo>
                    <a:pt x="385749" y="20040"/>
                  </a:lnTo>
                  <a:lnTo>
                    <a:pt x="378117" y="23723"/>
                  </a:lnTo>
                  <a:lnTo>
                    <a:pt x="370611" y="28765"/>
                  </a:lnTo>
                  <a:lnTo>
                    <a:pt x="369277" y="29933"/>
                  </a:lnTo>
                  <a:lnTo>
                    <a:pt x="369277" y="75057"/>
                  </a:lnTo>
                  <a:lnTo>
                    <a:pt x="364324" y="75057"/>
                  </a:lnTo>
                  <a:lnTo>
                    <a:pt x="364324" y="72517"/>
                  </a:lnTo>
                  <a:lnTo>
                    <a:pt x="366331" y="74104"/>
                  </a:lnTo>
                  <a:lnTo>
                    <a:pt x="369277" y="75057"/>
                  </a:lnTo>
                  <a:lnTo>
                    <a:pt x="369277" y="29933"/>
                  </a:lnTo>
                  <a:lnTo>
                    <a:pt x="363918" y="34569"/>
                  </a:lnTo>
                  <a:lnTo>
                    <a:pt x="358965" y="40830"/>
                  </a:lnTo>
                  <a:lnTo>
                    <a:pt x="355765" y="47574"/>
                  </a:lnTo>
                  <a:lnTo>
                    <a:pt x="354330" y="54762"/>
                  </a:lnTo>
                  <a:lnTo>
                    <a:pt x="354406" y="57912"/>
                  </a:lnTo>
                  <a:lnTo>
                    <a:pt x="354330" y="57912"/>
                  </a:lnTo>
                  <a:lnTo>
                    <a:pt x="354330" y="246507"/>
                  </a:lnTo>
                  <a:lnTo>
                    <a:pt x="270192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68452" y="244348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270192" y="195072"/>
                  </a:lnTo>
                  <a:lnTo>
                    <a:pt x="354330" y="195072"/>
                  </a:lnTo>
                  <a:lnTo>
                    <a:pt x="354330" y="189357"/>
                  </a:lnTo>
                  <a:lnTo>
                    <a:pt x="270192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270192" y="137922"/>
                  </a:lnTo>
                  <a:lnTo>
                    <a:pt x="354330" y="137922"/>
                  </a:lnTo>
                  <a:lnTo>
                    <a:pt x="354330" y="132207"/>
                  </a:lnTo>
                  <a:lnTo>
                    <a:pt x="270192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270192" y="80772"/>
                  </a:lnTo>
                  <a:lnTo>
                    <a:pt x="354330" y="80772"/>
                  </a:lnTo>
                  <a:lnTo>
                    <a:pt x="354330" y="75057"/>
                  </a:lnTo>
                  <a:lnTo>
                    <a:pt x="270192" y="75057"/>
                  </a:ln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8734" y="53124"/>
                  </a:lnTo>
                  <a:lnTo>
                    <a:pt x="237197" y="45643"/>
                  </a:lnTo>
                  <a:lnTo>
                    <a:pt x="237096" y="45237"/>
                  </a:lnTo>
                  <a:lnTo>
                    <a:pt x="235165" y="37909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165479"/>
                  </a:lnTo>
                  <a:lnTo>
                    <a:pt x="94449" y="1165479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270192" y="309372"/>
                  </a:lnTo>
                  <a:lnTo>
                    <a:pt x="2522575" y="309372"/>
                  </a:lnTo>
                  <a:lnTo>
                    <a:pt x="2522575" y="303657"/>
                  </a:lnTo>
                  <a:lnTo>
                    <a:pt x="1088440" y="303657"/>
                  </a:lnTo>
                  <a:lnTo>
                    <a:pt x="1088440" y="252222"/>
                  </a:lnTo>
                  <a:lnTo>
                    <a:pt x="2522575" y="252222"/>
                  </a:lnTo>
                  <a:lnTo>
                    <a:pt x="2522575" y="246507"/>
                  </a:lnTo>
                  <a:lnTo>
                    <a:pt x="1088440" y="246507"/>
                  </a:lnTo>
                  <a:lnTo>
                    <a:pt x="1088440" y="195072"/>
                  </a:lnTo>
                  <a:lnTo>
                    <a:pt x="2522575" y="195072"/>
                  </a:lnTo>
                  <a:lnTo>
                    <a:pt x="2522575" y="189357"/>
                  </a:lnTo>
                  <a:lnTo>
                    <a:pt x="1088440" y="189357"/>
                  </a:lnTo>
                  <a:lnTo>
                    <a:pt x="1088440" y="137922"/>
                  </a:lnTo>
                  <a:lnTo>
                    <a:pt x="2522575" y="137922"/>
                  </a:lnTo>
                  <a:lnTo>
                    <a:pt x="2522575" y="132207"/>
                  </a:lnTo>
                  <a:lnTo>
                    <a:pt x="1112761" y="132207"/>
                  </a:lnTo>
                  <a:lnTo>
                    <a:pt x="1120368" y="130136"/>
                  </a:lnTo>
                  <a:lnTo>
                    <a:pt x="1151293" y="102336"/>
                  </a:lnTo>
                  <a:lnTo>
                    <a:pt x="1152728" y="94767"/>
                  </a:lnTo>
                  <a:lnTo>
                    <a:pt x="1152537" y="87528"/>
                  </a:lnTo>
                  <a:lnTo>
                    <a:pt x="1149972" y="82296"/>
                  </a:lnTo>
                  <a:lnTo>
                    <a:pt x="1147635" y="80772"/>
                  </a:lnTo>
                  <a:lnTo>
                    <a:pt x="2522575" y="80772"/>
                  </a:lnTo>
                  <a:lnTo>
                    <a:pt x="2522575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58739" y="1885188"/>
              <a:ext cx="135445" cy="300037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981936" y="1998163"/>
              <a:ext cx="74295" cy="230504"/>
            </a:xfrm>
            <a:custGeom>
              <a:avLst/>
              <a:gdLst/>
              <a:ahLst/>
              <a:cxnLst/>
              <a:rect l="l" t="t" r="r" b="b"/>
              <a:pathLst>
                <a:path w="74294" h="230505">
                  <a:moveTo>
                    <a:pt x="74295" y="21043"/>
                  </a:moveTo>
                  <a:lnTo>
                    <a:pt x="74104" y="13804"/>
                  </a:lnTo>
                  <a:lnTo>
                    <a:pt x="71539" y="8572"/>
                  </a:lnTo>
                  <a:lnTo>
                    <a:pt x="66586" y="5334"/>
                  </a:lnTo>
                  <a:lnTo>
                    <a:pt x="62014" y="1714"/>
                  </a:lnTo>
                  <a:lnTo>
                    <a:pt x="55537" y="0"/>
                  </a:lnTo>
                  <a:lnTo>
                    <a:pt x="47155" y="190"/>
                  </a:lnTo>
                  <a:lnTo>
                    <a:pt x="39230" y="1155"/>
                  </a:lnTo>
                  <a:lnTo>
                    <a:pt x="4648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29933"/>
                  </a:lnTo>
                  <a:lnTo>
                    <a:pt x="10007" y="229933"/>
                  </a:lnTo>
                  <a:lnTo>
                    <a:pt x="10007" y="55956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59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82855" y="1942338"/>
              <a:ext cx="135445" cy="30003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2706097" y="1944624"/>
              <a:ext cx="8890" cy="232410"/>
            </a:xfrm>
            <a:custGeom>
              <a:avLst/>
              <a:gdLst/>
              <a:ahLst/>
              <a:cxnLst/>
              <a:rect l="l" t="t" r="r" b="b"/>
              <a:pathLst>
                <a:path w="8889" h="232410">
                  <a:moveTo>
                    <a:pt x="8572" y="232028"/>
                  </a:moveTo>
                  <a:lnTo>
                    <a:pt x="0" y="23202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232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99427" y="2498979"/>
              <a:ext cx="179355" cy="133921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533717" y="1942347"/>
              <a:ext cx="4420870" cy="300355"/>
            </a:xfrm>
            <a:custGeom>
              <a:avLst/>
              <a:gdLst/>
              <a:ahLst/>
              <a:cxnLst/>
              <a:rect l="l" t="t" r="r" b="b"/>
              <a:pathLst>
                <a:path w="4420870" h="300355">
                  <a:moveTo>
                    <a:pt x="362051" y="157137"/>
                  </a:moveTo>
                  <a:lnTo>
                    <a:pt x="0" y="142849"/>
                  </a:lnTo>
                  <a:lnTo>
                    <a:pt x="0" y="171450"/>
                  </a:lnTo>
                  <a:lnTo>
                    <a:pt x="362051" y="185737"/>
                  </a:lnTo>
                  <a:lnTo>
                    <a:pt x="362051" y="157137"/>
                  </a:lnTo>
                  <a:close/>
                </a:path>
                <a:path w="4420870" h="300355">
                  <a:moveTo>
                    <a:pt x="1086167" y="214287"/>
                  </a:moveTo>
                  <a:lnTo>
                    <a:pt x="724103" y="199999"/>
                  </a:lnTo>
                  <a:lnTo>
                    <a:pt x="724103" y="228600"/>
                  </a:lnTo>
                  <a:lnTo>
                    <a:pt x="1086167" y="242887"/>
                  </a:lnTo>
                  <a:lnTo>
                    <a:pt x="1086167" y="214287"/>
                  </a:lnTo>
                  <a:close/>
                </a:path>
                <a:path w="4420870" h="300355">
                  <a:moveTo>
                    <a:pt x="1810283" y="271437"/>
                  </a:moveTo>
                  <a:lnTo>
                    <a:pt x="1448219" y="257149"/>
                  </a:lnTo>
                  <a:lnTo>
                    <a:pt x="1448219" y="285750"/>
                  </a:lnTo>
                  <a:lnTo>
                    <a:pt x="1810283" y="300037"/>
                  </a:lnTo>
                  <a:lnTo>
                    <a:pt x="1810283" y="271437"/>
                  </a:lnTo>
                  <a:close/>
                </a:path>
                <a:path w="4420870" h="300355">
                  <a:moveTo>
                    <a:pt x="4420641" y="57150"/>
                  </a:moveTo>
                  <a:lnTo>
                    <a:pt x="2312949" y="57150"/>
                  </a:lnTo>
                  <a:lnTo>
                    <a:pt x="2307920" y="55816"/>
                  </a:lnTo>
                  <a:lnTo>
                    <a:pt x="2299538" y="56007"/>
                  </a:lnTo>
                  <a:lnTo>
                    <a:pt x="2291600" y="56972"/>
                  </a:lnTo>
                  <a:lnTo>
                    <a:pt x="2290991" y="57150"/>
                  </a:lnTo>
                  <a:lnTo>
                    <a:pt x="2168245" y="57150"/>
                  </a:lnTo>
                  <a:lnTo>
                    <a:pt x="2168245" y="62865"/>
                  </a:lnTo>
                  <a:lnTo>
                    <a:pt x="2276373" y="62865"/>
                  </a:lnTo>
                  <a:lnTo>
                    <a:pt x="2276170" y="62966"/>
                  </a:lnTo>
                  <a:lnTo>
                    <a:pt x="2268677" y="68008"/>
                  </a:lnTo>
                  <a:lnTo>
                    <a:pt x="2267331" y="69176"/>
                  </a:lnTo>
                  <a:lnTo>
                    <a:pt x="2267331" y="114300"/>
                  </a:lnTo>
                  <a:lnTo>
                    <a:pt x="2262390" y="114300"/>
                  </a:lnTo>
                  <a:lnTo>
                    <a:pt x="2262390" y="111772"/>
                  </a:lnTo>
                  <a:lnTo>
                    <a:pt x="2264384" y="113347"/>
                  </a:lnTo>
                  <a:lnTo>
                    <a:pt x="2267331" y="114300"/>
                  </a:lnTo>
                  <a:lnTo>
                    <a:pt x="2267331" y="69176"/>
                  </a:lnTo>
                  <a:lnTo>
                    <a:pt x="2261971" y="73812"/>
                  </a:lnTo>
                  <a:lnTo>
                    <a:pt x="2257031" y="80073"/>
                  </a:lnTo>
                  <a:lnTo>
                    <a:pt x="2253831" y="86817"/>
                  </a:lnTo>
                  <a:lnTo>
                    <a:pt x="2252383" y="94005"/>
                  </a:lnTo>
                  <a:lnTo>
                    <a:pt x="2252472" y="97155"/>
                  </a:lnTo>
                  <a:lnTo>
                    <a:pt x="2252383" y="114300"/>
                  </a:lnTo>
                  <a:lnTo>
                    <a:pt x="2168245" y="114300"/>
                  </a:lnTo>
                  <a:lnTo>
                    <a:pt x="2168245" y="120015"/>
                  </a:lnTo>
                  <a:lnTo>
                    <a:pt x="2252383" y="120015"/>
                  </a:lnTo>
                  <a:lnTo>
                    <a:pt x="2252383" y="171450"/>
                  </a:lnTo>
                  <a:lnTo>
                    <a:pt x="2168245" y="171450"/>
                  </a:lnTo>
                  <a:lnTo>
                    <a:pt x="2168245" y="177165"/>
                  </a:lnTo>
                  <a:lnTo>
                    <a:pt x="2252383" y="177165"/>
                  </a:lnTo>
                  <a:lnTo>
                    <a:pt x="2252383" y="228600"/>
                  </a:lnTo>
                  <a:lnTo>
                    <a:pt x="2168245" y="228600"/>
                  </a:lnTo>
                  <a:lnTo>
                    <a:pt x="2168245" y="234315"/>
                  </a:lnTo>
                  <a:lnTo>
                    <a:pt x="2252383" y="234315"/>
                  </a:lnTo>
                  <a:lnTo>
                    <a:pt x="2252383" y="285750"/>
                  </a:lnTo>
                  <a:lnTo>
                    <a:pt x="2262390" y="285750"/>
                  </a:lnTo>
                  <a:lnTo>
                    <a:pt x="2262390" y="234315"/>
                  </a:lnTo>
                  <a:lnTo>
                    <a:pt x="4420641" y="234315"/>
                  </a:lnTo>
                  <a:lnTo>
                    <a:pt x="4420641" y="228600"/>
                  </a:lnTo>
                  <a:lnTo>
                    <a:pt x="2262390" y="228600"/>
                  </a:lnTo>
                  <a:lnTo>
                    <a:pt x="2262390" y="177165"/>
                  </a:lnTo>
                  <a:lnTo>
                    <a:pt x="4420641" y="177165"/>
                  </a:lnTo>
                  <a:lnTo>
                    <a:pt x="4420641" y="171450"/>
                  </a:lnTo>
                  <a:lnTo>
                    <a:pt x="2262390" y="171450"/>
                  </a:lnTo>
                  <a:lnTo>
                    <a:pt x="2262390" y="120015"/>
                  </a:lnTo>
                  <a:lnTo>
                    <a:pt x="4420641" y="120015"/>
                  </a:lnTo>
                  <a:lnTo>
                    <a:pt x="4420641" y="114300"/>
                  </a:lnTo>
                  <a:lnTo>
                    <a:pt x="2286711" y="114300"/>
                  </a:lnTo>
                  <a:lnTo>
                    <a:pt x="2294318" y="112229"/>
                  </a:lnTo>
                  <a:lnTo>
                    <a:pt x="2302446" y="108635"/>
                  </a:lnTo>
                  <a:lnTo>
                    <a:pt x="2326678" y="76860"/>
                  </a:lnTo>
                  <a:lnTo>
                    <a:pt x="2326487" y="69621"/>
                  </a:lnTo>
                  <a:lnTo>
                    <a:pt x="2323922" y="64389"/>
                  </a:lnTo>
                  <a:lnTo>
                    <a:pt x="2321585" y="62865"/>
                  </a:lnTo>
                  <a:lnTo>
                    <a:pt x="4420641" y="62865"/>
                  </a:lnTo>
                  <a:lnTo>
                    <a:pt x="4420641" y="57150"/>
                  </a:lnTo>
                  <a:close/>
                </a:path>
                <a:path w="4420870" h="300355">
                  <a:moveTo>
                    <a:pt x="4420641" y="0"/>
                  </a:moveTo>
                  <a:lnTo>
                    <a:pt x="2168245" y="0"/>
                  </a:lnTo>
                  <a:lnTo>
                    <a:pt x="2168245" y="5715"/>
                  </a:lnTo>
                  <a:lnTo>
                    <a:pt x="4420641" y="5715"/>
                  </a:lnTo>
                  <a:lnTo>
                    <a:pt x="44206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87014" y="1942338"/>
              <a:ext cx="135445" cy="300037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49072" y="1885188"/>
              <a:ext cx="135445" cy="23888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2786100" y="1885197"/>
              <a:ext cx="4481830" cy="357505"/>
            </a:xfrm>
            <a:custGeom>
              <a:avLst/>
              <a:gdLst/>
              <a:ahLst/>
              <a:cxnLst/>
              <a:rect l="l" t="t" r="r" b="b"/>
              <a:pathLst>
                <a:path w="4481830" h="357505">
                  <a:moveTo>
                    <a:pt x="362064" y="328587"/>
                  </a:moveTo>
                  <a:lnTo>
                    <a:pt x="0" y="314299"/>
                  </a:lnTo>
                  <a:lnTo>
                    <a:pt x="0" y="342900"/>
                  </a:lnTo>
                  <a:lnTo>
                    <a:pt x="362064" y="357187"/>
                  </a:lnTo>
                  <a:lnTo>
                    <a:pt x="362064" y="328587"/>
                  </a:lnTo>
                  <a:close/>
                </a:path>
                <a:path w="4481830" h="357505">
                  <a:moveTo>
                    <a:pt x="1160462" y="219735"/>
                  </a:moveTo>
                  <a:lnTo>
                    <a:pt x="1160272" y="212496"/>
                  </a:lnTo>
                  <a:lnTo>
                    <a:pt x="1160183" y="212318"/>
                  </a:lnTo>
                  <a:lnTo>
                    <a:pt x="1160183" y="42875"/>
                  </a:lnTo>
                  <a:lnTo>
                    <a:pt x="1160183" y="14287"/>
                  </a:lnTo>
                  <a:lnTo>
                    <a:pt x="798118" y="0"/>
                  </a:lnTo>
                  <a:lnTo>
                    <a:pt x="798118" y="28587"/>
                  </a:lnTo>
                  <a:lnTo>
                    <a:pt x="1150175" y="42481"/>
                  </a:lnTo>
                  <a:lnTo>
                    <a:pt x="1150175" y="201993"/>
                  </a:lnTo>
                  <a:lnTo>
                    <a:pt x="1148181" y="200406"/>
                  </a:lnTo>
                  <a:lnTo>
                    <a:pt x="1141704" y="198691"/>
                  </a:lnTo>
                  <a:lnTo>
                    <a:pt x="1133322" y="198882"/>
                  </a:lnTo>
                  <a:lnTo>
                    <a:pt x="1095768" y="216687"/>
                  </a:lnTo>
                  <a:lnTo>
                    <a:pt x="1086167" y="236880"/>
                  </a:lnTo>
                  <a:lnTo>
                    <a:pt x="1086358" y="243357"/>
                  </a:lnTo>
                  <a:lnTo>
                    <a:pt x="1111313" y="258318"/>
                  </a:lnTo>
                  <a:lnTo>
                    <a:pt x="1119797" y="257365"/>
                  </a:lnTo>
                  <a:lnTo>
                    <a:pt x="1155827" y="234315"/>
                  </a:lnTo>
                  <a:lnTo>
                    <a:pt x="1159027" y="227304"/>
                  </a:lnTo>
                  <a:lnTo>
                    <a:pt x="1160462" y="219735"/>
                  </a:lnTo>
                  <a:close/>
                </a:path>
                <a:path w="4481830" h="357505">
                  <a:moveTo>
                    <a:pt x="1884578" y="276885"/>
                  </a:moveTo>
                  <a:lnTo>
                    <a:pt x="1884387" y="269646"/>
                  </a:lnTo>
                  <a:lnTo>
                    <a:pt x="1884299" y="269468"/>
                  </a:lnTo>
                  <a:lnTo>
                    <a:pt x="1884299" y="100025"/>
                  </a:lnTo>
                  <a:lnTo>
                    <a:pt x="1884299" y="71437"/>
                  </a:lnTo>
                  <a:lnTo>
                    <a:pt x="1522234" y="57150"/>
                  </a:lnTo>
                  <a:lnTo>
                    <a:pt x="1512239" y="57150"/>
                  </a:lnTo>
                  <a:lnTo>
                    <a:pt x="1512239" y="230581"/>
                  </a:lnTo>
                  <a:lnTo>
                    <a:pt x="1510233" y="228981"/>
                  </a:lnTo>
                  <a:lnTo>
                    <a:pt x="1503756" y="227266"/>
                  </a:lnTo>
                  <a:lnTo>
                    <a:pt x="1495374" y="227457"/>
                  </a:lnTo>
                  <a:lnTo>
                    <a:pt x="1487449" y="228422"/>
                  </a:lnTo>
                  <a:lnTo>
                    <a:pt x="1452880" y="251523"/>
                  </a:lnTo>
                  <a:lnTo>
                    <a:pt x="1448231" y="265455"/>
                  </a:lnTo>
                  <a:lnTo>
                    <a:pt x="1448422" y="271932"/>
                  </a:lnTo>
                  <a:lnTo>
                    <a:pt x="1473377" y="286893"/>
                  </a:lnTo>
                  <a:lnTo>
                    <a:pt x="1481861" y="285940"/>
                  </a:lnTo>
                  <a:lnTo>
                    <a:pt x="1517878" y="262890"/>
                  </a:lnTo>
                  <a:lnTo>
                    <a:pt x="1522526" y="248310"/>
                  </a:lnTo>
                  <a:lnTo>
                    <a:pt x="1522336" y="241071"/>
                  </a:lnTo>
                  <a:lnTo>
                    <a:pt x="1522234" y="240868"/>
                  </a:lnTo>
                  <a:lnTo>
                    <a:pt x="1522234" y="85737"/>
                  </a:lnTo>
                  <a:lnTo>
                    <a:pt x="1874291" y="99631"/>
                  </a:lnTo>
                  <a:lnTo>
                    <a:pt x="1874291" y="259143"/>
                  </a:lnTo>
                  <a:lnTo>
                    <a:pt x="1872297" y="257556"/>
                  </a:lnTo>
                  <a:lnTo>
                    <a:pt x="1865820" y="255841"/>
                  </a:lnTo>
                  <a:lnTo>
                    <a:pt x="1826577" y="268033"/>
                  </a:lnTo>
                  <a:lnTo>
                    <a:pt x="1810283" y="294030"/>
                  </a:lnTo>
                  <a:lnTo>
                    <a:pt x="1810473" y="300507"/>
                  </a:lnTo>
                  <a:lnTo>
                    <a:pt x="1835429" y="315468"/>
                  </a:lnTo>
                  <a:lnTo>
                    <a:pt x="1843913" y="314515"/>
                  </a:lnTo>
                  <a:lnTo>
                    <a:pt x="1879942" y="291465"/>
                  </a:lnTo>
                  <a:lnTo>
                    <a:pt x="1883130" y="284454"/>
                  </a:lnTo>
                  <a:lnTo>
                    <a:pt x="1884578" y="276885"/>
                  </a:lnTo>
                  <a:close/>
                </a:path>
                <a:path w="4481830" h="357505">
                  <a:moveTo>
                    <a:pt x="4481792" y="57150"/>
                  </a:moveTo>
                  <a:lnTo>
                    <a:pt x="2168258" y="57150"/>
                  </a:lnTo>
                  <a:lnTo>
                    <a:pt x="2168258" y="62865"/>
                  </a:lnTo>
                  <a:lnTo>
                    <a:pt x="2172385" y="62865"/>
                  </a:lnTo>
                  <a:lnTo>
                    <a:pt x="2172385" y="114300"/>
                  </a:lnTo>
                  <a:lnTo>
                    <a:pt x="2168258" y="114300"/>
                  </a:lnTo>
                  <a:lnTo>
                    <a:pt x="2168258" y="120015"/>
                  </a:lnTo>
                  <a:lnTo>
                    <a:pt x="2172385" y="120015"/>
                  </a:lnTo>
                  <a:lnTo>
                    <a:pt x="2172385" y="171450"/>
                  </a:lnTo>
                  <a:lnTo>
                    <a:pt x="2168258" y="171450"/>
                  </a:lnTo>
                  <a:lnTo>
                    <a:pt x="2168258" y="177165"/>
                  </a:lnTo>
                  <a:lnTo>
                    <a:pt x="2172385" y="177165"/>
                  </a:lnTo>
                  <a:lnTo>
                    <a:pt x="2172385" y="228600"/>
                  </a:lnTo>
                  <a:lnTo>
                    <a:pt x="2168258" y="228600"/>
                  </a:lnTo>
                  <a:lnTo>
                    <a:pt x="2168258" y="234315"/>
                  </a:lnTo>
                  <a:lnTo>
                    <a:pt x="2172385" y="234315"/>
                  </a:lnTo>
                  <a:lnTo>
                    <a:pt x="2172385" y="285750"/>
                  </a:lnTo>
                  <a:lnTo>
                    <a:pt x="2168258" y="285750"/>
                  </a:lnTo>
                  <a:lnTo>
                    <a:pt x="2168258" y="291465"/>
                  </a:lnTo>
                  <a:lnTo>
                    <a:pt x="2172385" y="291465"/>
                  </a:lnTo>
                  <a:lnTo>
                    <a:pt x="2180958" y="291465"/>
                  </a:lnTo>
                  <a:lnTo>
                    <a:pt x="4481792" y="291465"/>
                  </a:lnTo>
                  <a:lnTo>
                    <a:pt x="4481792" y="285750"/>
                  </a:lnTo>
                  <a:lnTo>
                    <a:pt x="2180958" y="285750"/>
                  </a:lnTo>
                  <a:lnTo>
                    <a:pt x="2180958" y="234315"/>
                  </a:lnTo>
                  <a:lnTo>
                    <a:pt x="4481792" y="234315"/>
                  </a:lnTo>
                  <a:lnTo>
                    <a:pt x="4481792" y="228600"/>
                  </a:lnTo>
                  <a:lnTo>
                    <a:pt x="2180958" y="228600"/>
                  </a:lnTo>
                  <a:lnTo>
                    <a:pt x="2180958" y="177165"/>
                  </a:lnTo>
                  <a:lnTo>
                    <a:pt x="4481792" y="177165"/>
                  </a:lnTo>
                  <a:lnTo>
                    <a:pt x="4481792" y="171450"/>
                  </a:lnTo>
                  <a:lnTo>
                    <a:pt x="2180958" y="171450"/>
                  </a:lnTo>
                  <a:lnTo>
                    <a:pt x="2180958" y="120015"/>
                  </a:lnTo>
                  <a:lnTo>
                    <a:pt x="4481792" y="120015"/>
                  </a:lnTo>
                  <a:lnTo>
                    <a:pt x="4481792" y="114300"/>
                  </a:lnTo>
                  <a:lnTo>
                    <a:pt x="2180958" y="114300"/>
                  </a:lnTo>
                  <a:lnTo>
                    <a:pt x="2180958" y="62865"/>
                  </a:lnTo>
                  <a:lnTo>
                    <a:pt x="4481792" y="62865"/>
                  </a:lnTo>
                  <a:lnTo>
                    <a:pt x="4481792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038497" y="1885188"/>
              <a:ext cx="135445" cy="238886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461698" y="1899484"/>
              <a:ext cx="798830" cy="301625"/>
            </a:xfrm>
            <a:custGeom>
              <a:avLst/>
              <a:gdLst/>
              <a:ahLst/>
              <a:cxnLst/>
              <a:rect l="l" t="t" r="r" b="b"/>
              <a:pathLst>
                <a:path w="798829" h="301625">
                  <a:moveTo>
                    <a:pt x="74295" y="205447"/>
                  </a:moveTo>
                  <a:lnTo>
                    <a:pt x="74104" y="198208"/>
                  </a:lnTo>
                  <a:lnTo>
                    <a:pt x="74015" y="198031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87706"/>
                  </a:lnTo>
                  <a:lnTo>
                    <a:pt x="62014" y="186118"/>
                  </a:lnTo>
                  <a:lnTo>
                    <a:pt x="55537" y="184404"/>
                  </a:lnTo>
                  <a:lnTo>
                    <a:pt x="47155" y="184594"/>
                  </a:lnTo>
                  <a:lnTo>
                    <a:pt x="39217" y="185559"/>
                  </a:lnTo>
                  <a:lnTo>
                    <a:pt x="4648" y="208661"/>
                  </a:lnTo>
                  <a:lnTo>
                    <a:pt x="0" y="222592"/>
                  </a:lnTo>
                  <a:lnTo>
                    <a:pt x="190" y="229069"/>
                  </a:lnTo>
                  <a:lnTo>
                    <a:pt x="25146" y="244030"/>
                  </a:lnTo>
                  <a:lnTo>
                    <a:pt x="33629" y="243078"/>
                  </a:lnTo>
                  <a:lnTo>
                    <a:pt x="69646" y="220027"/>
                  </a:lnTo>
                  <a:lnTo>
                    <a:pt x="72847" y="213017"/>
                  </a:lnTo>
                  <a:lnTo>
                    <a:pt x="74295" y="205447"/>
                  </a:lnTo>
                  <a:close/>
                </a:path>
                <a:path w="798829" h="301625">
                  <a:moveTo>
                    <a:pt x="436359" y="234022"/>
                  </a:moveTo>
                  <a:lnTo>
                    <a:pt x="436168" y="226783"/>
                  </a:lnTo>
                  <a:lnTo>
                    <a:pt x="436067" y="226580"/>
                  </a:lnTo>
                  <a:lnTo>
                    <a:pt x="436067" y="42862"/>
                  </a:lnTo>
                  <a:lnTo>
                    <a:pt x="426072" y="42862"/>
                  </a:lnTo>
                  <a:lnTo>
                    <a:pt x="426072" y="216293"/>
                  </a:lnTo>
                  <a:lnTo>
                    <a:pt x="424065" y="214693"/>
                  </a:lnTo>
                  <a:lnTo>
                    <a:pt x="417588" y="212979"/>
                  </a:lnTo>
                  <a:lnTo>
                    <a:pt x="409206" y="213169"/>
                  </a:lnTo>
                  <a:lnTo>
                    <a:pt x="401281" y="214134"/>
                  </a:lnTo>
                  <a:lnTo>
                    <a:pt x="366699" y="237236"/>
                  </a:lnTo>
                  <a:lnTo>
                    <a:pt x="362064" y="251167"/>
                  </a:lnTo>
                  <a:lnTo>
                    <a:pt x="362254" y="257644"/>
                  </a:lnTo>
                  <a:lnTo>
                    <a:pt x="387210" y="272605"/>
                  </a:lnTo>
                  <a:lnTo>
                    <a:pt x="395681" y="271653"/>
                  </a:lnTo>
                  <a:lnTo>
                    <a:pt x="431711" y="248602"/>
                  </a:lnTo>
                  <a:lnTo>
                    <a:pt x="434911" y="241592"/>
                  </a:lnTo>
                  <a:lnTo>
                    <a:pt x="436359" y="234022"/>
                  </a:lnTo>
                  <a:close/>
                </a:path>
                <a:path w="798829" h="301625">
                  <a:moveTo>
                    <a:pt x="798410" y="262597"/>
                  </a:moveTo>
                  <a:lnTo>
                    <a:pt x="798220" y="255358"/>
                  </a:lnTo>
                  <a:lnTo>
                    <a:pt x="798118" y="255155"/>
                  </a:lnTo>
                  <a:lnTo>
                    <a:pt x="798118" y="57150"/>
                  </a:lnTo>
                  <a:lnTo>
                    <a:pt x="788123" y="57150"/>
                  </a:lnTo>
                  <a:lnTo>
                    <a:pt x="788123" y="244868"/>
                  </a:lnTo>
                  <a:lnTo>
                    <a:pt x="786117" y="243268"/>
                  </a:lnTo>
                  <a:lnTo>
                    <a:pt x="779640" y="241554"/>
                  </a:lnTo>
                  <a:lnTo>
                    <a:pt x="771258" y="241744"/>
                  </a:lnTo>
                  <a:lnTo>
                    <a:pt x="763333" y="242709"/>
                  </a:lnTo>
                  <a:lnTo>
                    <a:pt x="728764" y="265811"/>
                  </a:lnTo>
                  <a:lnTo>
                    <a:pt x="724115" y="279742"/>
                  </a:lnTo>
                  <a:lnTo>
                    <a:pt x="724306" y="286219"/>
                  </a:lnTo>
                  <a:lnTo>
                    <a:pt x="749261" y="301180"/>
                  </a:lnTo>
                  <a:lnTo>
                    <a:pt x="757745" y="300228"/>
                  </a:lnTo>
                  <a:lnTo>
                    <a:pt x="793762" y="277177"/>
                  </a:lnTo>
                  <a:lnTo>
                    <a:pt x="796963" y="270167"/>
                  </a:lnTo>
                  <a:lnTo>
                    <a:pt x="798410" y="2625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86727" y="1999488"/>
              <a:ext cx="135445" cy="238886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893417" y="2013775"/>
              <a:ext cx="111140" cy="24403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075825" y="1949481"/>
              <a:ext cx="139017" cy="160020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266700" y="1885197"/>
              <a:ext cx="7014209" cy="1241425"/>
            </a:xfrm>
            <a:custGeom>
              <a:avLst/>
              <a:gdLst/>
              <a:ahLst/>
              <a:cxnLst/>
              <a:rect l="l" t="t" r="r" b="b"/>
              <a:pathLst>
                <a:path w="7014209" h="1241425">
                  <a:moveTo>
                    <a:pt x="2435263" y="918972"/>
                  </a:moveTo>
                  <a:lnTo>
                    <a:pt x="703072" y="918972"/>
                  </a:lnTo>
                  <a:lnTo>
                    <a:pt x="703072" y="904684"/>
                  </a:lnTo>
                  <a:lnTo>
                    <a:pt x="693077" y="904684"/>
                  </a:lnTo>
                  <a:lnTo>
                    <a:pt x="693077" y="1090422"/>
                  </a:lnTo>
                  <a:lnTo>
                    <a:pt x="689622" y="1090422"/>
                  </a:lnTo>
                  <a:lnTo>
                    <a:pt x="684593" y="1089088"/>
                  </a:lnTo>
                  <a:lnTo>
                    <a:pt x="676211" y="1089279"/>
                  </a:lnTo>
                  <a:lnTo>
                    <a:pt x="668286" y="1090244"/>
                  </a:lnTo>
                  <a:lnTo>
                    <a:pt x="667677" y="1090422"/>
                  </a:lnTo>
                  <a:lnTo>
                    <a:pt x="653059" y="1090422"/>
                  </a:lnTo>
                  <a:lnTo>
                    <a:pt x="653059" y="1096137"/>
                  </a:lnTo>
                  <a:lnTo>
                    <a:pt x="652856" y="1096238"/>
                  </a:lnTo>
                  <a:lnTo>
                    <a:pt x="645350" y="1101280"/>
                  </a:lnTo>
                  <a:lnTo>
                    <a:pt x="638657" y="1107084"/>
                  </a:lnTo>
                  <a:lnTo>
                    <a:pt x="633717" y="1113345"/>
                  </a:lnTo>
                  <a:lnTo>
                    <a:pt x="630516" y="1120089"/>
                  </a:lnTo>
                  <a:lnTo>
                    <a:pt x="629069" y="1127277"/>
                  </a:lnTo>
                  <a:lnTo>
                    <a:pt x="629259" y="1133754"/>
                  </a:lnTo>
                  <a:lnTo>
                    <a:pt x="631736" y="1138999"/>
                  </a:lnTo>
                  <a:lnTo>
                    <a:pt x="636498" y="1143000"/>
                  </a:lnTo>
                  <a:lnTo>
                    <a:pt x="641070" y="1146619"/>
                  </a:lnTo>
                  <a:lnTo>
                    <a:pt x="644017" y="1147572"/>
                  </a:lnTo>
                  <a:lnTo>
                    <a:pt x="182880" y="1147572"/>
                  </a:lnTo>
                  <a:lnTo>
                    <a:pt x="145351" y="1147572"/>
                  </a:lnTo>
                  <a:lnTo>
                    <a:pt x="145059" y="1146136"/>
                  </a:lnTo>
                  <a:lnTo>
                    <a:pt x="144424" y="1143000"/>
                  </a:lnTo>
                  <a:lnTo>
                    <a:pt x="147535" y="1141285"/>
                  </a:lnTo>
                  <a:lnTo>
                    <a:pt x="152298" y="1138656"/>
                  </a:lnTo>
                  <a:lnTo>
                    <a:pt x="178587" y="1106995"/>
                  </a:lnTo>
                  <a:lnTo>
                    <a:pt x="180759" y="1096137"/>
                  </a:lnTo>
                  <a:lnTo>
                    <a:pt x="182880" y="1096137"/>
                  </a:lnTo>
                  <a:lnTo>
                    <a:pt x="267525" y="1096137"/>
                  </a:lnTo>
                  <a:lnTo>
                    <a:pt x="267017" y="1098702"/>
                  </a:lnTo>
                  <a:lnTo>
                    <a:pt x="267195" y="1105179"/>
                  </a:lnTo>
                  <a:lnTo>
                    <a:pt x="292163" y="1120140"/>
                  </a:lnTo>
                  <a:lnTo>
                    <a:pt x="300634" y="1119187"/>
                  </a:lnTo>
                  <a:lnTo>
                    <a:pt x="336664" y="1096137"/>
                  </a:lnTo>
                  <a:lnTo>
                    <a:pt x="653059" y="1096137"/>
                  </a:lnTo>
                  <a:lnTo>
                    <a:pt x="653059" y="1090422"/>
                  </a:lnTo>
                  <a:lnTo>
                    <a:pt x="339267" y="1090422"/>
                  </a:lnTo>
                  <a:lnTo>
                    <a:pt x="339864" y="1089126"/>
                  </a:lnTo>
                  <a:lnTo>
                    <a:pt x="341312" y="1081557"/>
                  </a:lnTo>
                  <a:lnTo>
                    <a:pt x="341122" y="1074318"/>
                  </a:lnTo>
                  <a:lnTo>
                    <a:pt x="341020" y="1074115"/>
                  </a:lnTo>
                  <a:lnTo>
                    <a:pt x="341020" y="1038987"/>
                  </a:lnTo>
                  <a:lnTo>
                    <a:pt x="693077" y="1038987"/>
                  </a:lnTo>
                  <a:lnTo>
                    <a:pt x="693077" y="1033272"/>
                  </a:lnTo>
                  <a:lnTo>
                    <a:pt x="341020" y="1033272"/>
                  </a:lnTo>
                  <a:lnTo>
                    <a:pt x="341020" y="981837"/>
                  </a:lnTo>
                  <a:lnTo>
                    <a:pt x="693077" y="981837"/>
                  </a:lnTo>
                  <a:lnTo>
                    <a:pt x="693077" y="976122"/>
                  </a:lnTo>
                  <a:lnTo>
                    <a:pt x="341020" y="976122"/>
                  </a:lnTo>
                  <a:lnTo>
                    <a:pt x="341020" y="924687"/>
                  </a:lnTo>
                  <a:lnTo>
                    <a:pt x="693077" y="924687"/>
                  </a:lnTo>
                  <a:lnTo>
                    <a:pt x="693077" y="918972"/>
                  </a:lnTo>
                  <a:lnTo>
                    <a:pt x="341020" y="918972"/>
                  </a:lnTo>
                  <a:lnTo>
                    <a:pt x="341020" y="890397"/>
                  </a:lnTo>
                  <a:lnTo>
                    <a:pt x="331025" y="890397"/>
                  </a:lnTo>
                  <a:lnTo>
                    <a:pt x="331025" y="918972"/>
                  </a:lnTo>
                  <a:lnTo>
                    <a:pt x="331025" y="924687"/>
                  </a:lnTo>
                  <a:lnTo>
                    <a:pt x="331025" y="1063828"/>
                  </a:lnTo>
                  <a:lnTo>
                    <a:pt x="329018" y="1062228"/>
                  </a:lnTo>
                  <a:lnTo>
                    <a:pt x="322541" y="1060513"/>
                  </a:lnTo>
                  <a:lnTo>
                    <a:pt x="314159" y="1060704"/>
                  </a:lnTo>
                  <a:lnTo>
                    <a:pt x="306235" y="1061669"/>
                  </a:lnTo>
                  <a:lnTo>
                    <a:pt x="271653" y="1084770"/>
                  </a:lnTo>
                  <a:lnTo>
                    <a:pt x="268960" y="1090422"/>
                  </a:lnTo>
                  <a:lnTo>
                    <a:pt x="182880" y="1090422"/>
                  </a:lnTo>
                  <a:lnTo>
                    <a:pt x="181229" y="1090422"/>
                  </a:lnTo>
                  <a:lnTo>
                    <a:pt x="181267" y="1090117"/>
                  </a:lnTo>
                  <a:lnTo>
                    <a:pt x="181140" y="1088263"/>
                  </a:lnTo>
                  <a:lnTo>
                    <a:pt x="167576" y="1050988"/>
                  </a:lnTo>
                  <a:lnTo>
                    <a:pt x="165557" y="1049045"/>
                  </a:lnTo>
                  <a:lnTo>
                    <a:pt x="165557" y="1097800"/>
                  </a:lnTo>
                  <a:lnTo>
                    <a:pt x="165455" y="1098791"/>
                  </a:lnTo>
                  <a:lnTo>
                    <a:pt x="164045" y="1109992"/>
                  </a:lnTo>
                  <a:lnTo>
                    <a:pt x="159778" y="1120419"/>
                  </a:lnTo>
                  <a:lnTo>
                    <a:pt x="152768" y="1129131"/>
                  </a:lnTo>
                  <a:lnTo>
                    <a:pt x="143002" y="1136142"/>
                  </a:lnTo>
                  <a:lnTo>
                    <a:pt x="137299" y="1108087"/>
                  </a:lnTo>
                  <a:lnTo>
                    <a:pt x="137299" y="1147572"/>
                  </a:lnTo>
                  <a:lnTo>
                    <a:pt x="127609" y="1147572"/>
                  </a:lnTo>
                  <a:lnTo>
                    <a:pt x="136994" y="1146136"/>
                  </a:lnTo>
                  <a:lnTo>
                    <a:pt x="137299" y="1147572"/>
                  </a:lnTo>
                  <a:lnTo>
                    <a:pt x="137299" y="1108087"/>
                  </a:lnTo>
                  <a:lnTo>
                    <a:pt x="135851" y="1100950"/>
                  </a:lnTo>
                  <a:lnTo>
                    <a:pt x="135851" y="1138428"/>
                  </a:lnTo>
                  <a:lnTo>
                    <a:pt x="120992" y="1141285"/>
                  </a:lnTo>
                  <a:lnTo>
                    <a:pt x="76987" y="1126998"/>
                  </a:lnTo>
                  <a:lnTo>
                    <a:pt x="63182" y="1108773"/>
                  </a:lnTo>
                  <a:lnTo>
                    <a:pt x="59626" y="1097800"/>
                  </a:lnTo>
                  <a:lnTo>
                    <a:pt x="59423" y="1096137"/>
                  </a:lnTo>
                  <a:lnTo>
                    <a:pt x="86766" y="1096137"/>
                  </a:lnTo>
                  <a:lnTo>
                    <a:pt x="88798" y="1101077"/>
                  </a:lnTo>
                  <a:lnTo>
                    <a:pt x="92417" y="1106995"/>
                  </a:lnTo>
                  <a:lnTo>
                    <a:pt x="96862" y="1112177"/>
                  </a:lnTo>
                  <a:lnTo>
                    <a:pt x="101917" y="1116558"/>
                  </a:lnTo>
                  <a:lnTo>
                    <a:pt x="107581" y="1120178"/>
                  </a:lnTo>
                  <a:lnTo>
                    <a:pt x="113855" y="1122997"/>
                  </a:lnTo>
                  <a:lnTo>
                    <a:pt x="116992" y="1120711"/>
                  </a:lnTo>
                  <a:lnTo>
                    <a:pt x="115277" y="1118425"/>
                  </a:lnTo>
                  <a:lnTo>
                    <a:pt x="108064" y="1114298"/>
                  </a:lnTo>
                  <a:lnTo>
                    <a:pt x="102704" y="1108773"/>
                  </a:lnTo>
                  <a:lnTo>
                    <a:pt x="99199" y="1101864"/>
                  </a:lnTo>
                  <a:lnTo>
                    <a:pt x="98069" y="1096137"/>
                  </a:lnTo>
                  <a:lnTo>
                    <a:pt x="127571" y="1096137"/>
                  </a:lnTo>
                  <a:lnTo>
                    <a:pt x="135851" y="1138428"/>
                  </a:lnTo>
                  <a:lnTo>
                    <a:pt x="135851" y="1100950"/>
                  </a:lnTo>
                  <a:lnTo>
                    <a:pt x="134874" y="1096137"/>
                  </a:lnTo>
                  <a:lnTo>
                    <a:pt x="165277" y="1096137"/>
                  </a:lnTo>
                  <a:lnTo>
                    <a:pt x="165557" y="1097800"/>
                  </a:lnTo>
                  <a:lnTo>
                    <a:pt x="165557" y="1049045"/>
                  </a:lnTo>
                  <a:lnTo>
                    <a:pt x="164338" y="1047864"/>
                  </a:lnTo>
                  <a:lnTo>
                    <a:pt x="164338" y="1090422"/>
                  </a:lnTo>
                  <a:lnTo>
                    <a:pt x="133705" y="1090422"/>
                  </a:lnTo>
                  <a:lnTo>
                    <a:pt x="128003" y="1062304"/>
                  </a:lnTo>
                  <a:lnTo>
                    <a:pt x="127850" y="1061554"/>
                  </a:lnTo>
                  <a:lnTo>
                    <a:pt x="135369" y="1062304"/>
                  </a:lnTo>
                  <a:lnTo>
                    <a:pt x="164299" y="1090117"/>
                  </a:lnTo>
                  <a:lnTo>
                    <a:pt x="164338" y="1090422"/>
                  </a:lnTo>
                  <a:lnTo>
                    <a:pt x="164338" y="1047864"/>
                  </a:lnTo>
                  <a:lnTo>
                    <a:pt x="160172" y="1043825"/>
                  </a:lnTo>
                  <a:lnTo>
                    <a:pt x="152285" y="1038987"/>
                  </a:lnTo>
                  <a:lnTo>
                    <a:pt x="182880" y="1038987"/>
                  </a:lnTo>
                  <a:lnTo>
                    <a:pt x="331025" y="1038987"/>
                  </a:lnTo>
                  <a:lnTo>
                    <a:pt x="331025" y="1033272"/>
                  </a:lnTo>
                  <a:lnTo>
                    <a:pt x="182880" y="1033272"/>
                  </a:lnTo>
                  <a:lnTo>
                    <a:pt x="126453" y="1033272"/>
                  </a:lnTo>
                  <a:lnTo>
                    <a:pt x="126453" y="1090422"/>
                  </a:lnTo>
                  <a:lnTo>
                    <a:pt x="97561" y="1090422"/>
                  </a:lnTo>
                  <a:lnTo>
                    <a:pt x="97561" y="1086319"/>
                  </a:lnTo>
                  <a:lnTo>
                    <a:pt x="99847" y="1079842"/>
                  </a:lnTo>
                  <a:lnTo>
                    <a:pt x="104419" y="1074127"/>
                  </a:lnTo>
                  <a:lnTo>
                    <a:pt x="108800" y="1068412"/>
                  </a:lnTo>
                  <a:lnTo>
                    <a:pt x="114325" y="1064514"/>
                  </a:lnTo>
                  <a:lnTo>
                    <a:pt x="120980" y="1062418"/>
                  </a:lnTo>
                  <a:lnTo>
                    <a:pt x="126453" y="1090422"/>
                  </a:lnTo>
                  <a:lnTo>
                    <a:pt x="126453" y="1033272"/>
                  </a:lnTo>
                  <a:lnTo>
                    <a:pt x="122364" y="1033272"/>
                  </a:lnTo>
                  <a:lnTo>
                    <a:pt x="116382" y="1002411"/>
                  </a:lnTo>
                  <a:lnTo>
                    <a:pt x="115404" y="997356"/>
                  </a:lnTo>
                  <a:lnTo>
                    <a:pt x="115404" y="1033272"/>
                  </a:lnTo>
                  <a:lnTo>
                    <a:pt x="111899" y="1033272"/>
                  </a:lnTo>
                  <a:lnTo>
                    <a:pt x="111899" y="1038987"/>
                  </a:lnTo>
                  <a:lnTo>
                    <a:pt x="109816" y="1039977"/>
                  </a:lnTo>
                  <a:lnTo>
                    <a:pt x="84950" y="1073848"/>
                  </a:lnTo>
                  <a:lnTo>
                    <a:pt x="84924" y="1074127"/>
                  </a:lnTo>
                  <a:lnTo>
                    <a:pt x="84137" y="1080985"/>
                  </a:lnTo>
                  <a:lnTo>
                    <a:pt x="84645" y="1088085"/>
                  </a:lnTo>
                  <a:lnTo>
                    <a:pt x="84696" y="1088263"/>
                  </a:lnTo>
                  <a:lnTo>
                    <a:pt x="85191" y="1090422"/>
                  </a:lnTo>
                  <a:lnTo>
                    <a:pt x="58762" y="1090422"/>
                  </a:lnTo>
                  <a:lnTo>
                    <a:pt x="58127" y="1084986"/>
                  </a:lnTo>
                  <a:lnTo>
                    <a:pt x="59588" y="1072235"/>
                  </a:lnTo>
                  <a:lnTo>
                    <a:pt x="59702" y="1071841"/>
                  </a:lnTo>
                  <a:lnTo>
                    <a:pt x="62839" y="1060272"/>
                  </a:lnTo>
                  <a:lnTo>
                    <a:pt x="67881" y="1049096"/>
                  </a:lnTo>
                  <a:lnTo>
                    <a:pt x="74523" y="1038987"/>
                  </a:lnTo>
                  <a:lnTo>
                    <a:pt x="111899" y="1038987"/>
                  </a:lnTo>
                  <a:lnTo>
                    <a:pt x="111899" y="1033272"/>
                  </a:lnTo>
                  <a:lnTo>
                    <a:pt x="79070" y="1033272"/>
                  </a:lnTo>
                  <a:lnTo>
                    <a:pt x="82651" y="1028827"/>
                  </a:lnTo>
                  <a:lnTo>
                    <a:pt x="91059" y="1019479"/>
                  </a:lnTo>
                  <a:lnTo>
                    <a:pt x="99936" y="1010678"/>
                  </a:lnTo>
                  <a:lnTo>
                    <a:pt x="109283" y="1002411"/>
                  </a:lnTo>
                  <a:lnTo>
                    <a:pt x="115404" y="1033272"/>
                  </a:lnTo>
                  <a:lnTo>
                    <a:pt x="115404" y="997356"/>
                  </a:lnTo>
                  <a:lnTo>
                    <a:pt x="115277" y="996696"/>
                  </a:lnTo>
                  <a:lnTo>
                    <a:pt x="127647" y="981837"/>
                  </a:lnTo>
                  <a:lnTo>
                    <a:pt x="182880" y="981837"/>
                  </a:lnTo>
                  <a:lnTo>
                    <a:pt x="331025" y="981837"/>
                  </a:lnTo>
                  <a:lnTo>
                    <a:pt x="331025" y="976122"/>
                  </a:lnTo>
                  <a:lnTo>
                    <a:pt x="182880" y="976122"/>
                  </a:lnTo>
                  <a:lnTo>
                    <a:pt x="132029" y="976122"/>
                  </a:lnTo>
                  <a:lnTo>
                    <a:pt x="141046" y="960120"/>
                  </a:lnTo>
                  <a:lnTo>
                    <a:pt x="142849" y="956906"/>
                  </a:lnTo>
                  <a:lnTo>
                    <a:pt x="150101" y="934808"/>
                  </a:lnTo>
                  <a:lnTo>
                    <a:pt x="151333" y="924687"/>
                  </a:lnTo>
                  <a:lnTo>
                    <a:pt x="182880" y="924687"/>
                  </a:lnTo>
                  <a:lnTo>
                    <a:pt x="331025" y="924687"/>
                  </a:lnTo>
                  <a:lnTo>
                    <a:pt x="331025" y="918972"/>
                  </a:lnTo>
                  <a:lnTo>
                    <a:pt x="182880" y="918972"/>
                  </a:lnTo>
                  <a:lnTo>
                    <a:pt x="152044" y="918972"/>
                  </a:lnTo>
                  <a:lnTo>
                    <a:pt x="152996" y="911250"/>
                  </a:lnTo>
                  <a:lnTo>
                    <a:pt x="152463" y="904265"/>
                  </a:lnTo>
                  <a:lnTo>
                    <a:pt x="151422" y="897039"/>
                  </a:lnTo>
                  <a:lnTo>
                    <a:pt x="149885" y="889558"/>
                  </a:lnTo>
                  <a:lnTo>
                    <a:pt x="149783" y="889152"/>
                  </a:lnTo>
                  <a:lnTo>
                    <a:pt x="147853" y="881824"/>
                  </a:lnTo>
                  <a:lnTo>
                    <a:pt x="146812" y="878395"/>
                  </a:lnTo>
                  <a:lnTo>
                    <a:pt x="145478" y="874001"/>
                  </a:lnTo>
                  <a:lnTo>
                    <a:pt x="143002" y="867029"/>
                  </a:lnTo>
                  <a:lnTo>
                    <a:pt x="143002" y="889152"/>
                  </a:lnTo>
                  <a:lnTo>
                    <a:pt x="143002" y="892962"/>
                  </a:lnTo>
                  <a:lnTo>
                    <a:pt x="142481" y="902716"/>
                  </a:lnTo>
                  <a:lnTo>
                    <a:pt x="140639" y="912253"/>
                  </a:lnTo>
                  <a:lnTo>
                    <a:pt x="138353" y="918972"/>
                  </a:lnTo>
                  <a:lnTo>
                    <a:pt x="135940" y="918972"/>
                  </a:lnTo>
                  <a:lnTo>
                    <a:pt x="135940" y="924687"/>
                  </a:lnTo>
                  <a:lnTo>
                    <a:pt x="108419" y="960120"/>
                  </a:lnTo>
                  <a:lnTo>
                    <a:pt x="106781" y="953211"/>
                  </a:lnTo>
                  <a:lnTo>
                    <a:pt x="105562" y="946188"/>
                  </a:lnTo>
                  <a:lnTo>
                    <a:pt x="104775" y="939063"/>
                  </a:lnTo>
                  <a:lnTo>
                    <a:pt x="104419" y="931824"/>
                  </a:lnTo>
                  <a:lnTo>
                    <a:pt x="104495" y="930681"/>
                  </a:lnTo>
                  <a:lnTo>
                    <a:pt x="104902" y="924687"/>
                  </a:lnTo>
                  <a:lnTo>
                    <a:pt x="135940" y="924687"/>
                  </a:lnTo>
                  <a:lnTo>
                    <a:pt x="135940" y="918972"/>
                  </a:lnTo>
                  <a:lnTo>
                    <a:pt x="105803" y="918972"/>
                  </a:lnTo>
                  <a:lnTo>
                    <a:pt x="106133" y="916965"/>
                  </a:lnTo>
                  <a:lnTo>
                    <a:pt x="124206" y="881380"/>
                  </a:lnTo>
                  <a:lnTo>
                    <a:pt x="130708" y="878395"/>
                  </a:lnTo>
                  <a:lnTo>
                    <a:pt x="134708" y="878586"/>
                  </a:lnTo>
                  <a:lnTo>
                    <a:pt x="137756" y="880110"/>
                  </a:lnTo>
                  <a:lnTo>
                    <a:pt x="141947" y="885825"/>
                  </a:lnTo>
                  <a:lnTo>
                    <a:pt x="142011" y="886040"/>
                  </a:lnTo>
                  <a:lnTo>
                    <a:pt x="143002" y="889152"/>
                  </a:lnTo>
                  <a:lnTo>
                    <a:pt x="143002" y="867029"/>
                  </a:lnTo>
                  <a:lnTo>
                    <a:pt x="142925" y="866813"/>
                  </a:lnTo>
                  <a:lnTo>
                    <a:pt x="140195" y="860285"/>
                  </a:lnTo>
                  <a:lnTo>
                    <a:pt x="137287" y="854392"/>
                  </a:lnTo>
                  <a:lnTo>
                    <a:pt x="133286" y="847153"/>
                  </a:lnTo>
                  <a:lnTo>
                    <a:pt x="129667" y="843915"/>
                  </a:lnTo>
                  <a:lnTo>
                    <a:pt x="126428" y="844677"/>
                  </a:lnTo>
                  <a:lnTo>
                    <a:pt x="102704" y="875538"/>
                  </a:lnTo>
                  <a:lnTo>
                    <a:pt x="95364" y="908900"/>
                  </a:lnTo>
                  <a:lnTo>
                    <a:pt x="95237" y="911250"/>
                  </a:lnTo>
                  <a:lnTo>
                    <a:pt x="95173" y="912253"/>
                  </a:lnTo>
                  <a:lnTo>
                    <a:pt x="94996" y="915822"/>
                  </a:lnTo>
                  <a:lnTo>
                    <a:pt x="95034" y="916965"/>
                  </a:lnTo>
                  <a:lnTo>
                    <a:pt x="95110" y="918972"/>
                  </a:lnTo>
                  <a:lnTo>
                    <a:pt x="0" y="918972"/>
                  </a:lnTo>
                  <a:lnTo>
                    <a:pt x="0" y="924687"/>
                  </a:lnTo>
                  <a:lnTo>
                    <a:pt x="95351" y="924687"/>
                  </a:lnTo>
                  <a:lnTo>
                    <a:pt x="95529" y="928636"/>
                  </a:lnTo>
                  <a:lnTo>
                    <a:pt x="96850" y="941324"/>
                  </a:lnTo>
                  <a:lnTo>
                    <a:pt x="98945" y="953884"/>
                  </a:lnTo>
                  <a:lnTo>
                    <a:pt x="101854" y="966406"/>
                  </a:lnTo>
                  <a:lnTo>
                    <a:pt x="92024" y="976122"/>
                  </a:lnTo>
                  <a:lnTo>
                    <a:pt x="0" y="976122"/>
                  </a:lnTo>
                  <a:lnTo>
                    <a:pt x="0" y="981837"/>
                  </a:lnTo>
                  <a:lnTo>
                    <a:pt x="86601" y="981837"/>
                  </a:lnTo>
                  <a:lnTo>
                    <a:pt x="80200" y="988695"/>
                  </a:lnTo>
                  <a:lnTo>
                    <a:pt x="69862" y="1000696"/>
                  </a:lnTo>
                  <a:lnTo>
                    <a:pt x="59842" y="1013269"/>
                  </a:lnTo>
                  <a:lnTo>
                    <a:pt x="51282" y="1026718"/>
                  </a:lnTo>
                  <a:lnTo>
                    <a:pt x="48564" y="1033272"/>
                  </a:lnTo>
                  <a:lnTo>
                    <a:pt x="0" y="1033272"/>
                  </a:lnTo>
                  <a:lnTo>
                    <a:pt x="0" y="1038987"/>
                  </a:lnTo>
                  <a:lnTo>
                    <a:pt x="46189" y="1038987"/>
                  </a:lnTo>
                  <a:lnTo>
                    <a:pt x="45339" y="1041057"/>
                  </a:lnTo>
                  <a:lnTo>
                    <a:pt x="41998" y="1056284"/>
                  </a:lnTo>
                  <a:lnTo>
                    <a:pt x="41275" y="1072413"/>
                  </a:lnTo>
                  <a:lnTo>
                    <a:pt x="43942" y="1088263"/>
                  </a:lnTo>
                  <a:lnTo>
                    <a:pt x="44665" y="1090422"/>
                  </a:lnTo>
                  <a:lnTo>
                    <a:pt x="0" y="1090422"/>
                  </a:lnTo>
                  <a:lnTo>
                    <a:pt x="0" y="1096137"/>
                  </a:lnTo>
                  <a:lnTo>
                    <a:pt x="46621" y="1096137"/>
                  </a:lnTo>
                  <a:lnTo>
                    <a:pt x="48844" y="1102639"/>
                  </a:lnTo>
                  <a:lnTo>
                    <a:pt x="76288" y="1136421"/>
                  </a:lnTo>
                  <a:lnTo>
                    <a:pt x="101866" y="1147572"/>
                  </a:lnTo>
                  <a:lnTo>
                    <a:pt x="0" y="1147572"/>
                  </a:lnTo>
                  <a:lnTo>
                    <a:pt x="0" y="1153287"/>
                  </a:lnTo>
                  <a:lnTo>
                    <a:pt x="138557" y="1153287"/>
                  </a:lnTo>
                  <a:lnTo>
                    <a:pt x="144373" y="1179855"/>
                  </a:lnTo>
                  <a:lnTo>
                    <a:pt x="146329" y="1188618"/>
                  </a:lnTo>
                  <a:lnTo>
                    <a:pt x="146443" y="1189761"/>
                  </a:lnTo>
                  <a:lnTo>
                    <a:pt x="146900" y="1194142"/>
                  </a:lnTo>
                  <a:lnTo>
                    <a:pt x="146850" y="1195578"/>
                  </a:lnTo>
                  <a:lnTo>
                    <a:pt x="146710" y="1199286"/>
                  </a:lnTo>
                  <a:lnTo>
                    <a:pt x="146608" y="1199857"/>
                  </a:lnTo>
                  <a:lnTo>
                    <a:pt x="144500" y="1212342"/>
                  </a:lnTo>
                  <a:lnTo>
                    <a:pt x="138430" y="1222362"/>
                  </a:lnTo>
                  <a:lnTo>
                    <a:pt x="128498" y="1229347"/>
                  </a:lnTo>
                  <a:lnTo>
                    <a:pt x="114706" y="1233297"/>
                  </a:lnTo>
                  <a:lnTo>
                    <a:pt x="102133" y="1231582"/>
                  </a:lnTo>
                  <a:lnTo>
                    <a:pt x="97370" y="1229868"/>
                  </a:lnTo>
                  <a:lnTo>
                    <a:pt x="94602" y="1227099"/>
                  </a:lnTo>
                  <a:lnTo>
                    <a:pt x="93853" y="1223289"/>
                  </a:lnTo>
                  <a:lnTo>
                    <a:pt x="97853" y="1224241"/>
                  </a:lnTo>
                  <a:lnTo>
                    <a:pt x="101587" y="1223289"/>
                  </a:lnTo>
                  <a:lnTo>
                    <a:pt x="102704" y="1223010"/>
                  </a:lnTo>
                  <a:lnTo>
                    <a:pt x="108419" y="1219581"/>
                  </a:lnTo>
                  <a:lnTo>
                    <a:pt x="114134" y="1216342"/>
                  </a:lnTo>
                  <a:lnTo>
                    <a:pt x="117094" y="1210335"/>
                  </a:lnTo>
                  <a:lnTo>
                    <a:pt x="117106" y="1209294"/>
                  </a:lnTo>
                  <a:lnTo>
                    <a:pt x="117271" y="1202055"/>
                  </a:lnTo>
                  <a:lnTo>
                    <a:pt x="117144" y="1199286"/>
                  </a:lnTo>
                  <a:lnTo>
                    <a:pt x="116890" y="1195095"/>
                  </a:lnTo>
                  <a:lnTo>
                    <a:pt x="114427" y="1189761"/>
                  </a:lnTo>
                  <a:lnTo>
                    <a:pt x="109855" y="1185570"/>
                  </a:lnTo>
                  <a:lnTo>
                    <a:pt x="105283" y="1181188"/>
                  </a:lnTo>
                  <a:lnTo>
                    <a:pt x="99949" y="1179283"/>
                  </a:lnTo>
                  <a:lnTo>
                    <a:pt x="93853" y="1179855"/>
                  </a:lnTo>
                  <a:lnTo>
                    <a:pt x="86995" y="1180998"/>
                  </a:lnTo>
                  <a:lnTo>
                    <a:pt x="81559" y="1184338"/>
                  </a:lnTo>
                  <a:lnTo>
                    <a:pt x="77622" y="1189761"/>
                  </a:lnTo>
                  <a:lnTo>
                    <a:pt x="73748" y="1195578"/>
                  </a:lnTo>
                  <a:lnTo>
                    <a:pt x="72034" y="1202055"/>
                  </a:lnTo>
                  <a:lnTo>
                    <a:pt x="72415" y="1209294"/>
                  </a:lnTo>
                  <a:lnTo>
                    <a:pt x="100914" y="1239862"/>
                  </a:lnTo>
                  <a:lnTo>
                    <a:pt x="107556" y="1241005"/>
                  </a:lnTo>
                  <a:lnTo>
                    <a:pt x="115277" y="1241005"/>
                  </a:lnTo>
                  <a:lnTo>
                    <a:pt x="131978" y="1236510"/>
                  </a:lnTo>
                  <a:lnTo>
                    <a:pt x="136626" y="1233297"/>
                  </a:lnTo>
                  <a:lnTo>
                    <a:pt x="144068" y="1228153"/>
                  </a:lnTo>
                  <a:lnTo>
                    <a:pt x="151549" y="1215936"/>
                  </a:lnTo>
                  <a:lnTo>
                    <a:pt x="154432" y="1199857"/>
                  </a:lnTo>
                  <a:lnTo>
                    <a:pt x="154393" y="1199286"/>
                  </a:lnTo>
                  <a:lnTo>
                    <a:pt x="153860" y="1189291"/>
                  </a:lnTo>
                  <a:lnTo>
                    <a:pt x="146507" y="1153287"/>
                  </a:lnTo>
                  <a:lnTo>
                    <a:pt x="182880" y="1153287"/>
                  </a:lnTo>
                  <a:lnTo>
                    <a:pt x="991628" y="1153287"/>
                  </a:lnTo>
                  <a:lnTo>
                    <a:pt x="991120" y="1155852"/>
                  </a:lnTo>
                  <a:lnTo>
                    <a:pt x="991311" y="1162329"/>
                  </a:lnTo>
                  <a:lnTo>
                    <a:pt x="993787" y="1167574"/>
                  </a:lnTo>
                  <a:lnTo>
                    <a:pt x="998550" y="1171575"/>
                  </a:lnTo>
                  <a:lnTo>
                    <a:pt x="1003122" y="1175194"/>
                  </a:lnTo>
                  <a:lnTo>
                    <a:pt x="1009027" y="1177099"/>
                  </a:lnTo>
                  <a:lnTo>
                    <a:pt x="1016266" y="1177290"/>
                  </a:lnTo>
                  <a:lnTo>
                    <a:pt x="1024750" y="1176337"/>
                  </a:lnTo>
                  <a:lnTo>
                    <a:pt x="1060780" y="1153287"/>
                  </a:lnTo>
                  <a:lnTo>
                    <a:pt x="2435263" y="1153287"/>
                  </a:lnTo>
                  <a:lnTo>
                    <a:pt x="2435263" y="1147572"/>
                  </a:lnTo>
                  <a:lnTo>
                    <a:pt x="1063383" y="1147572"/>
                  </a:lnTo>
                  <a:lnTo>
                    <a:pt x="1063980" y="1146276"/>
                  </a:lnTo>
                  <a:lnTo>
                    <a:pt x="1065415" y="1138707"/>
                  </a:lnTo>
                  <a:lnTo>
                    <a:pt x="1065225" y="1131468"/>
                  </a:lnTo>
                  <a:lnTo>
                    <a:pt x="1065136" y="1131290"/>
                  </a:lnTo>
                  <a:lnTo>
                    <a:pt x="1065136" y="1096137"/>
                  </a:lnTo>
                  <a:lnTo>
                    <a:pt x="2435263" y="1096137"/>
                  </a:lnTo>
                  <a:lnTo>
                    <a:pt x="2435263" y="1090422"/>
                  </a:lnTo>
                  <a:lnTo>
                    <a:pt x="1065136" y="1090422"/>
                  </a:lnTo>
                  <a:lnTo>
                    <a:pt x="1065136" y="1038987"/>
                  </a:lnTo>
                  <a:lnTo>
                    <a:pt x="2435263" y="1038987"/>
                  </a:lnTo>
                  <a:lnTo>
                    <a:pt x="2435263" y="1033272"/>
                  </a:lnTo>
                  <a:lnTo>
                    <a:pt x="1065136" y="1033272"/>
                  </a:lnTo>
                  <a:lnTo>
                    <a:pt x="1065136" y="981837"/>
                  </a:lnTo>
                  <a:lnTo>
                    <a:pt x="2435263" y="981837"/>
                  </a:lnTo>
                  <a:lnTo>
                    <a:pt x="2435263" y="976122"/>
                  </a:lnTo>
                  <a:lnTo>
                    <a:pt x="1065136" y="976122"/>
                  </a:lnTo>
                  <a:lnTo>
                    <a:pt x="1065136" y="947547"/>
                  </a:lnTo>
                  <a:lnTo>
                    <a:pt x="1055128" y="947547"/>
                  </a:lnTo>
                  <a:lnTo>
                    <a:pt x="1055128" y="976122"/>
                  </a:lnTo>
                  <a:lnTo>
                    <a:pt x="1055128" y="981837"/>
                  </a:lnTo>
                  <a:lnTo>
                    <a:pt x="1055128" y="1120965"/>
                  </a:lnTo>
                  <a:lnTo>
                    <a:pt x="1053134" y="1119378"/>
                  </a:lnTo>
                  <a:lnTo>
                    <a:pt x="1046657" y="1117663"/>
                  </a:lnTo>
                  <a:lnTo>
                    <a:pt x="1038275" y="1117854"/>
                  </a:lnTo>
                  <a:lnTo>
                    <a:pt x="1030351" y="1118819"/>
                  </a:lnTo>
                  <a:lnTo>
                    <a:pt x="995768" y="1141920"/>
                  </a:lnTo>
                  <a:lnTo>
                    <a:pt x="993076" y="1147572"/>
                  </a:lnTo>
                  <a:lnTo>
                    <a:pt x="663397" y="1147572"/>
                  </a:lnTo>
                  <a:lnTo>
                    <a:pt x="698715" y="1124712"/>
                  </a:lnTo>
                  <a:lnTo>
                    <a:pt x="703364" y="1110132"/>
                  </a:lnTo>
                  <a:lnTo>
                    <a:pt x="703173" y="1102893"/>
                  </a:lnTo>
                  <a:lnTo>
                    <a:pt x="703072" y="1102690"/>
                  </a:lnTo>
                  <a:lnTo>
                    <a:pt x="703072" y="1096137"/>
                  </a:lnTo>
                  <a:lnTo>
                    <a:pt x="1055128" y="1096137"/>
                  </a:lnTo>
                  <a:lnTo>
                    <a:pt x="1055128" y="1090422"/>
                  </a:lnTo>
                  <a:lnTo>
                    <a:pt x="703072" y="1090422"/>
                  </a:lnTo>
                  <a:lnTo>
                    <a:pt x="703072" y="1038987"/>
                  </a:lnTo>
                  <a:lnTo>
                    <a:pt x="1055128" y="1038987"/>
                  </a:lnTo>
                  <a:lnTo>
                    <a:pt x="1055128" y="1033272"/>
                  </a:lnTo>
                  <a:lnTo>
                    <a:pt x="703072" y="1033272"/>
                  </a:lnTo>
                  <a:lnTo>
                    <a:pt x="703072" y="981837"/>
                  </a:lnTo>
                  <a:lnTo>
                    <a:pt x="1055128" y="981837"/>
                  </a:lnTo>
                  <a:lnTo>
                    <a:pt x="1055128" y="976122"/>
                  </a:lnTo>
                  <a:lnTo>
                    <a:pt x="703072" y="976122"/>
                  </a:lnTo>
                  <a:lnTo>
                    <a:pt x="703072" y="924687"/>
                  </a:lnTo>
                  <a:lnTo>
                    <a:pt x="2435263" y="924687"/>
                  </a:lnTo>
                  <a:lnTo>
                    <a:pt x="2435263" y="918972"/>
                  </a:lnTo>
                  <a:close/>
                </a:path>
                <a:path w="7014209" h="1241425">
                  <a:moveTo>
                    <a:pt x="5269014" y="14287"/>
                  </a:moveTo>
                  <a:lnTo>
                    <a:pt x="4906950" y="0"/>
                  </a:lnTo>
                  <a:lnTo>
                    <a:pt x="4906950" y="28587"/>
                  </a:lnTo>
                  <a:lnTo>
                    <a:pt x="5269014" y="42875"/>
                  </a:lnTo>
                  <a:lnTo>
                    <a:pt x="5269014" y="14287"/>
                  </a:lnTo>
                  <a:close/>
                </a:path>
                <a:path w="7014209" h="1241425">
                  <a:moveTo>
                    <a:pt x="5993117" y="71437"/>
                  </a:moveTo>
                  <a:lnTo>
                    <a:pt x="5631065" y="57150"/>
                  </a:lnTo>
                  <a:lnTo>
                    <a:pt x="5631065" y="85737"/>
                  </a:lnTo>
                  <a:lnTo>
                    <a:pt x="5993117" y="100025"/>
                  </a:lnTo>
                  <a:lnTo>
                    <a:pt x="5993117" y="71437"/>
                  </a:lnTo>
                  <a:close/>
                </a:path>
                <a:path w="7014209" h="1241425">
                  <a:moveTo>
                    <a:pt x="6717233" y="128587"/>
                  </a:moveTo>
                  <a:lnTo>
                    <a:pt x="6355181" y="114300"/>
                  </a:lnTo>
                  <a:lnTo>
                    <a:pt x="6355181" y="142887"/>
                  </a:lnTo>
                  <a:lnTo>
                    <a:pt x="6717233" y="157175"/>
                  </a:lnTo>
                  <a:lnTo>
                    <a:pt x="6717233" y="128587"/>
                  </a:lnTo>
                  <a:close/>
                </a:path>
                <a:path w="7014209" h="1241425">
                  <a:moveTo>
                    <a:pt x="7013892" y="59436"/>
                  </a:moveTo>
                  <a:lnTo>
                    <a:pt x="7005320" y="59436"/>
                  </a:lnTo>
                  <a:lnTo>
                    <a:pt x="7005320" y="291465"/>
                  </a:lnTo>
                  <a:lnTo>
                    <a:pt x="7013892" y="291465"/>
                  </a:lnTo>
                  <a:lnTo>
                    <a:pt x="7013892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58739" y="2847022"/>
              <a:ext cx="135445" cy="253174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965429" y="2889885"/>
              <a:ext cx="111140" cy="229742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282855" y="2904172"/>
              <a:ext cx="155773" cy="253174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509895" y="2811303"/>
              <a:ext cx="139017" cy="16002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607720" y="1942347"/>
              <a:ext cx="4347210" cy="1096645"/>
            </a:xfrm>
            <a:custGeom>
              <a:avLst/>
              <a:gdLst/>
              <a:ahLst/>
              <a:cxnLst/>
              <a:rect l="l" t="t" r="r" b="b"/>
              <a:pathLst>
                <a:path w="4347210" h="1096645">
                  <a:moveTo>
                    <a:pt x="362051" y="847534"/>
                  </a:moveTo>
                  <a:lnTo>
                    <a:pt x="0" y="833247"/>
                  </a:lnTo>
                  <a:lnTo>
                    <a:pt x="0" y="861834"/>
                  </a:lnTo>
                  <a:lnTo>
                    <a:pt x="362051" y="876122"/>
                  </a:lnTo>
                  <a:lnTo>
                    <a:pt x="362051" y="847534"/>
                  </a:lnTo>
                  <a:close/>
                </a:path>
                <a:path w="4347210" h="1096645">
                  <a:moveTo>
                    <a:pt x="1086167" y="904684"/>
                  </a:moveTo>
                  <a:lnTo>
                    <a:pt x="724115" y="890397"/>
                  </a:lnTo>
                  <a:lnTo>
                    <a:pt x="724115" y="918984"/>
                  </a:lnTo>
                  <a:lnTo>
                    <a:pt x="1086167" y="933272"/>
                  </a:lnTo>
                  <a:lnTo>
                    <a:pt x="1086167" y="904684"/>
                  </a:lnTo>
                  <a:close/>
                </a:path>
                <a:path w="4347210" h="1096645">
                  <a:moveTo>
                    <a:pt x="1810283" y="961834"/>
                  </a:moveTo>
                  <a:lnTo>
                    <a:pt x="1448231" y="947547"/>
                  </a:lnTo>
                  <a:lnTo>
                    <a:pt x="1448231" y="976134"/>
                  </a:lnTo>
                  <a:lnTo>
                    <a:pt x="1810283" y="990422"/>
                  </a:lnTo>
                  <a:lnTo>
                    <a:pt x="1810283" y="961834"/>
                  </a:lnTo>
                  <a:close/>
                </a:path>
                <a:path w="4347210" h="1096645">
                  <a:moveTo>
                    <a:pt x="4346638" y="861822"/>
                  </a:moveTo>
                  <a:lnTo>
                    <a:pt x="2106942" y="861822"/>
                  </a:lnTo>
                  <a:lnTo>
                    <a:pt x="2106942" y="0"/>
                  </a:lnTo>
                  <a:lnTo>
                    <a:pt x="2098370" y="0"/>
                  </a:lnTo>
                  <a:lnTo>
                    <a:pt x="2098370" y="861822"/>
                  </a:lnTo>
                  <a:lnTo>
                    <a:pt x="2094242" y="861822"/>
                  </a:lnTo>
                  <a:lnTo>
                    <a:pt x="2094242" y="867537"/>
                  </a:lnTo>
                  <a:lnTo>
                    <a:pt x="2098370" y="867537"/>
                  </a:lnTo>
                  <a:lnTo>
                    <a:pt x="2098370" y="918972"/>
                  </a:lnTo>
                  <a:lnTo>
                    <a:pt x="2094242" y="918972"/>
                  </a:lnTo>
                  <a:lnTo>
                    <a:pt x="2094242" y="924687"/>
                  </a:lnTo>
                  <a:lnTo>
                    <a:pt x="2098370" y="924687"/>
                  </a:lnTo>
                  <a:lnTo>
                    <a:pt x="2098370" y="976122"/>
                  </a:lnTo>
                  <a:lnTo>
                    <a:pt x="2094242" y="976122"/>
                  </a:lnTo>
                  <a:lnTo>
                    <a:pt x="2094242" y="981837"/>
                  </a:lnTo>
                  <a:lnTo>
                    <a:pt x="2098370" y="981837"/>
                  </a:lnTo>
                  <a:lnTo>
                    <a:pt x="2098370" y="1033272"/>
                  </a:lnTo>
                  <a:lnTo>
                    <a:pt x="2094242" y="1033272"/>
                  </a:lnTo>
                  <a:lnTo>
                    <a:pt x="2094242" y="1038987"/>
                  </a:lnTo>
                  <a:lnTo>
                    <a:pt x="2098370" y="1038987"/>
                  </a:lnTo>
                  <a:lnTo>
                    <a:pt x="2098370" y="1090422"/>
                  </a:lnTo>
                  <a:lnTo>
                    <a:pt x="2094242" y="1090422"/>
                  </a:lnTo>
                  <a:lnTo>
                    <a:pt x="2094242" y="1096137"/>
                  </a:lnTo>
                  <a:lnTo>
                    <a:pt x="2098370" y="1096137"/>
                  </a:lnTo>
                  <a:lnTo>
                    <a:pt x="2106942" y="1096137"/>
                  </a:lnTo>
                  <a:lnTo>
                    <a:pt x="4346638" y="1096137"/>
                  </a:lnTo>
                  <a:lnTo>
                    <a:pt x="4346638" y="1090422"/>
                  </a:lnTo>
                  <a:lnTo>
                    <a:pt x="2106942" y="1090422"/>
                  </a:lnTo>
                  <a:lnTo>
                    <a:pt x="2106942" y="1038987"/>
                  </a:lnTo>
                  <a:lnTo>
                    <a:pt x="4346638" y="1038987"/>
                  </a:lnTo>
                  <a:lnTo>
                    <a:pt x="4346638" y="1033272"/>
                  </a:lnTo>
                  <a:lnTo>
                    <a:pt x="2106942" y="1033272"/>
                  </a:lnTo>
                  <a:lnTo>
                    <a:pt x="2106942" y="981837"/>
                  </a:lnTo>
                  <a:lnTo>
                    <a:pt x="4346638" y="981837"/>
                  </a:lnTo>
                  <a:lnTo>
                    <a:pt x="4346638" y="976122"/>
                  </a:lnTo>
                  <a:lnTo>
                    <a:pt x="2106942" y="976122"/>
                  </a:lnTo>
                  <a:lnTo>
                    <a:pt x="2106942" y="924687"/>
                  </a:lnTo>
                  <a:lnTo>
                    <a:pt x="4346638" y="924687"/>
                  </a:lnTo>
                  <a:lnTo>
                    <a:pt x="4346638" y="918972"/>
                  </a:lnTo>
                  <a:lnTo>
                    <a:pt x="2106942" y="918972"/>
                  </a:lnTo>
                  <a:lnTo>
                    <a:pt x="2106942" y="867537"/>
                  </a:lnTo>
                  <a:lnTo>
                    <a:pt x="4346638" y="867537"/>
                  </a:lnTo>
                  <a:lnTo>
                    <a:pt x="4346638" y="8618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769589" y="2717101"/>
              <a:ext cx="111140" cy="229933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87014" y="2661285"/>
              <a:ext cx="135445" cy="30003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449072" y="2689860"/>
              <a:ext cx="135445" cy="314324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2786100" y="1942347"/>
              <a:ext cx="4481830" cy="1133475"/>
            </a:xfrm>
            <a:custGeom>
              <a:avLst/>
              <a:gdLst/>
              <a:ahLst/>
              <a:cxnLst/>
              <a:rect l="l" t="t" r="r" b="b"/>
              <a:pathLst>
                <a:path w="4481830" h="1133475">
                  <a:moveTo>
                    <a:pt x="362064" y="990384"/>
                  </a:moveTo>
                  <a:lnTo>
                    <a:pt x="0" y="976096"/>
                  </a:lnTo>
                  <a:lnTo>
                    <a:pt x="0" y="1004697"/>
                  </a:lnTo>
                  <a:lnTo>
                    <a:pt x="362064" y="1018984"/>
                  </a:lnTo>
                  <a:lnTo>
                    <a:pt x="362064" y="990384"/>
                  </a:lnTo>
                  <a:close/>
                </a:path>
                <a:path w="4481830" h="1133475">
                  <a:moveTo>
                    <a:pt x="1160462" y="881532"/>
                  </a:moveTo>
                  <a:lnTo>
                    <a:pt x="1160272" y="874293"/>
                  </a:lnTo>
                  <a:lnTo>
                    <a:pt x="1157706" y="869061"/>
                  </a:lnTo>
                  <a:lnTo>
                    <a:pt x="1152753" y="865822"/>
                  </a:lnTo>
                  <a:lnTo>
                    <a:pt x="1148181" y="862203"/>
                  </a:lnTo>
                  <a:lnTo>
                    <a:pt x="1141704" y="860488"/>
                  </a:lnTo>
                  <a:lnTo>
                    <a:pt x="1133322" y="860679"/>
                  </a:lnTo>
                  <a:lnTo>
                    <a:pt x="1125397" y="861644"/>
                  </a:lnTo>
                  <a:lnTo>
                    <a:pt x="1090815" y="884745"/>
                  </a:lnTo>
                  <a:lnTo>
                    <a:pt x="1086167" y="898677"/>
                  </a:lnTo>
                  <a:lnTo>
                    <a:pt x="1086256" y="901827"/>
                  </a:lnTo>
                  <a:lnTo>
                    <a:pt x="1086167" y="1047534"/>
                  </a:lnTo>
                  <a:lnTo>
                    <a:pt x="724115" y="1033246"/>
                  </a:lnTo>
                  <a:lnTo>
                    <a:pt x="724115" y="1061847"/>
                  </a:lnTo>
                  <a:lnTo>
                    <a:pt x="1086167" y="1076134"/>
                  </a:lnTo>
                  <a:lnTo>
                    <a:pt x="1096175" y="1076134"/>
                  </a:lnTo>
                  <a:lnTo>
                    <a:pt x="1096175" y="916444"/>
                  </a:lnTo>
                  <a:lnTo>
                    <a:pt x="1098169" y="918019"/>
                  </a:lnTo>
                  <a:lnTo>
                    <a:pt x="1104074" y="919924"/>
                  </a:lnTo>
                  <a:lnTo>
                    <a:pt x="1111313" y="920115"/>
                  </a:lnTo>
                  <a:lnTo>
                    <a:pt x="1119797" y="919162"/>
                  </a:lnTo>
                  <a:lnTo>
                    <a:pt x="1155827" y="896112"/>
                  </a:lnTo>
                  <a:lnTo>
                    <a:pt x="1159027" y="889101"/>
                  </a:lnTo>
                  <a:lnTo>
                    <a:pt x="1160462" y="881532"/>
                  </a:lnTo>
                  <a:close/>
                </a:path>
                <a:path w="4481830" h="1133475">
                  <a:moveTo>
                    <a:pt x="1884578" y="938682"/>
                  </a:moveTo>
                  <a:lnTo>
                    <a:pt x="1884387" y="931443"/>
                  </a:lnTo>
                  <a:lnTo>
                    <a:pt x="1881822" y="926211"/>
                  </a:lnTo>
                  <a:lnTo>
                    <a:pt x="1876869" y="922972"/>
                  </a:lnTo>
                  <a:lnTo>
                    <a:pt x="1872297" y="919353"/>
                  </a:lnTo>
                  <a:lnTo>
                    <a:pt x="1865820" y="917638"/>
                  </a:lnTo>
                  <a:lnTo>
                    <a:pt x="1857438" y="917829"/>
                  </a:lnTo>
                  <a:lnTo>
                    <a:pt x="1849513" y="918794"/>
                  </a:lnTo>
                  <a:lnTo>
                    <a:pt x="1814931" y="941895"/>
                  </a:lnTo>
                  <a:lnTo>
                    <a:pt x="1810283" y="955827"/>
                  </a:lnTo>
                  <a:lnTo>
                    <a:pt x="1810372" y="958977"/>
                  </a:lnTo>
                  <a:lnTo>
                    <a:pt x="1810283" y="1104684"/>
                  </a:lnTo>
                  <a:lnTo>
                    <a:pt x="1458226" y="1090803"/>
                  </a:lnTo>
                  <a:lnTo>
                    <a:pt x="1458226" y="945007"/>
                  </a:lnTo>
                  <a:lnTo>
                    <a:pt x="1460233" y="946594"/>
                  </a:lnTo>
                  <a:lnTo>
                    <a:pt x="1466138" y="948499"/>
                  </a:lnTo>
                  <a:lnTo>
                    <a:pt x="1506232" y="936967"/>
                  </a:lnTo>
                  <a:lnTo>
                    <a:pt x="1522526" y="910107"/>
                  </a:lnTo>
                  <a:lnTo>
                    <a:pt x="1522336" y="902868"/>
                  </a:lnTo>
                  <a:lnTo>
                    <a:pt x="1519758" y="897636"/>
                  </a:lnTo>
                  <a:lnTo>
                    <a:pt x="1514805" y="894397"/>
                  </a:lnTo>
                  <a:lnTo>
                    <a:pt x="1510233" y="890778"/>
                  </a:lnTo>
                  <a:lnTo>
                    <a:pt x="1503756" y="889063"/>
                  </a:lnTo>
                  <a:lnTo>
                    <a:pt x="1495374" y="889254"/>
                  </a:lnTo>
                  <a:lnTo>
                    <a:pt x="1487449" y="890219"/>
                  </a:lnTo>
                  <a:lnTo>
                    <a:pt x="1452880" y="913320"/>
                  </a:lnTo>
                  <a:lnTo>
                    <a:pt x="1448231" y="927252"/>
                  </a:lnTo>
                  <a:lnTo>
                    <a:pt x="1448320" y="930402"/>
                  </a:lnTo>
                  <a:lnTo>
                    <a:pt x="1448231" y="1090396"/>
                  </a:lnTo>
                  <a:lnTo>
                    <a:pt x="1448231" y="1118997"/>
                  </a:lnTo>
                  <a:lnTo>
                    <a:pt x="1810283" y="1133284"/>
                  </a:lnTo>
                  <a:lnTo>
                    <a:pt x="1820291" y="1133284"/>
                  </a:lnTo>
                  <a:lnTo>
                    <a:pt x="1820291" y="973594"/>
                  </a:lnTo>
                  <a:lnTo>
                    <a:pt x="1822284" y="975169"/>
                  </a:lnTo>
                  <a:lnTo>
                    <a:pt x="1828190" y="977074"/>
                  </a:lnTo>
                  <a:lnTo>
                    <a:pt x="1835429" y="977265"/>
                  </a:lnTo>
                  <a:lnTo>
                    <a:pt x="1843913" y="976312"/>
                  </a:lnTo>
                  <a:lnTo>
                    <a:pt x="1879942" y="953262"/>
                  </a:lnTo>
                  <a:lnTo>
                    <a:pt x="1883130" y="946251"/>
                  </a:lnTo>
                  <a:lnTo>
                    <a:pt x="1884578" y="938682"/>
                  </a:lnTo>
                  <a:close/>
                </a:path>
                <a:path w="4481830" h="1133475">
                  <a:moveTo>
                    <a:pt x="4481792" y="861822"/>
                  </a:moveTo>
                  <a:lnTo>
                    <a:pt x="2180958" y="861822"/>
                  </a:lnTo>
                  <a:lnTo>
                    <a:pt x="2180958" y="0"/>
                  </a:lnTo>
                  <a:lnTo>
                    <a:pt x="2172385" y="0"/>
                  </a:lnTo>
                  <a:lnTo>
                    <a:pt x="2172385" y="861822"/>
                  </a:lnTo>
                  <a:lnTo>
                    <a:pt x="2168258" y="861822"/>
                  </a:lnTo>
                  <a:lnTo>
                    <a:pt x="2168258" y="867537"/>
                  </a:lnTo>
                  <a:lnTo>
                    <a:pt x="2172385" y="867537"/>
                  </a:lnTo>
                  <a:lnTo>
                    <a:pt x="2172385" y="918972"/>
                  </a:lnTo>
                  <a:lnTo>
                    <a:pt x="2168258" y="918972"/>
                  </a:lnTo>
                  <a:lnTo>
                    <a:pt x="2168258" y="924687"/>
                  </a:lnTo>
                  <a:lnTo>
                    <a:pt x="2172385" y="924687"/>
                  </a:lnTo>
                  <a:lnTo>
                    <a:pt x="2172385" y="976122"/>
                  </a:lnTo>
                  <a:lnTo>
                    <a:pt x="2168258" y="976122"/>
                  </a:lnTo>
                  <a:lnTo>
                    <a:pt x="2168258" y="981837"/>
                  </a:lnTo>
                  <a:lnTo>
                    <a:pt x="2172385" y="981837"/>
                  </a:lnTo>
                  <a:lnTo>
                    <a:pt x="2172385" y="1033272"/>
                  </a:lnTo>
                  <a:lnTo>
                    <a:pt x="2168258" y="1033272"/>
                  </a:lnTo>
                  <a:lnTo>
                    <a:pt x="2168258" y="1038987"/>
                  </a:lnTo>
                  <a:lnTo>
                    <a:pt x="2172385" y="1038987"/>
                  </a:lnTo>
                  <a:lnTo>
                    <a:pt x="2172385" y="1090422"/>
                  </a:lnTo>
                  <a:lnTo>
                    <a:pt x="2168258" y="1090422"/>
                  </a:lnTo>
                  <a:lnTo>
                    <a:pt x="2168258" y="1096137"/>
                  </a:lnTo>
                  <a:lnTo>
                    <a:pt x="2172385" y="1096137"/>
                  </a:lnTo>
                  <a:lnTo>
                    <a:pt x="2180958" y="1096137"/>
                  </a:lnTo>
                  <a:lnTo>
                    <a:pt x="4481792" y="1096137"/>
                  </a:lnTo>
                  <a:lnTo>
                    <a:pt x="4481792" y="1090422"/>
                  </a:lnTo>
                  <a:lnTo>
                    <a:pt x="2180958" y="1090422"/>
                  </a:lnTo>
                  <a:lnTo>
                    <a:pt x="2180958" y="1038987"/>
                  </a:lnTo>
                  <a:lnTo>
                    <a:pt x="4481792" y="1038987"/>
                  </a:lnTo>
                  <a:lnTo>
                    <a:pt x="4481792" y="1033272"/>
                  </a:lnTo>
                  <a:lnTo>
                    <a:pt x="2180958" y="1033272"/>
                  </a:lnTo>
                  <a:lnTo>
                    <a:pt x="2180958" y="981837"/>
                  </a:lnTo>
                  <a:lnTo>
                    <a:pt x="4481792" y="981837"/>
                  </a:lnTo>
                  <a:lnTo>
                    <a:pt x="4481792" y="976122"/>
                  </a:lnTo>
                  <a:lnTo>
                    <a:pt x="2180958" y="976122"/>
                  </a:lnTo>
                  <a:lnTo>
                    <a:pt x="2180958" y="924687"/>
                  </a:lnTo>
                  <a:lnTo>
                    <a:pt x="4481792" y="924687"/>
                  </a:lnTo>
                  <a:lnTo>
                    <a:pt x="4481792" y="918972"/>
                  </a:lnTo>
                  <a:lnTo>
                    <a:pt x="2180958" y="918972"/>
                  </a:lnTo>
                  <a:lnTo>
                    <a:pt x="2180958" y="867537"/>
                  </a:lnTo>
                  <a:lnTo>
                    <a:pt x="4481792" y="867537"/>
                  </a:lnTo>
                  <a:lnTo>
                    <a:pt x="4481792" y="8618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038497" y="2689860"/>
              <a:ext cx="135445" cy="314324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5461698" y="2802835"/>
              <a:ext cx="798830" cy="273050"/>
            </a:xfrm>
            <a:custGeom>
              <a:avLst/>
              <a:gdLst/>
              <a:ahLst/>
              <a:cxnLst/>
              <a:rect l="l" t="t" r="r" b="b"/>
              <a:pathLst>
                <a:path w="798829" h="273050">
                  <a:moveTo>
                    <a:pt x="74295" y="21043"/>
                  </a:moveTo>
                  <a:lnTo>
                    <a:pt x="74104" y="13804"/>
                  </a:lnTo>
                  <a:lnTo>
                    <a:pt x="71539" y="8572"/>
                  </a:lnTo>
                  <a:lnTo>
                    <a:pt x="66586" y="5334"/>
                  </a:lnTo>
                  <a:lnTo>
                    <a:pt x="62014" y="1714"/>
                  </a:lnTo>
                  <a:lnTo>
                    <a:pt x="55537" y="0"/>
                  </a:lnTo>
                  <a:lnTo>
                    <a:pt x="47155" y="190"/>
                  </a:lnTo>
                  <a:lnTo>
                    <a:pt x="39217" y="1155"/>
                  </a:lnTo>
                  <a:lnTo>
                    <a:pt x="4648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15646"/>
                  </a:lnTo>
                  <a:lnTo>
                    <a:pt x="10007" y="215646"/>
                  </a:lnTo>
                  <a:lnTo>
                    <a:pt x="10007" y="55956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  <a:path w="798829" h="273050">
                  <a:moveTo>
                    <a:pt x="436359" y="49618"/>
                  </a:moveTo>
                  <a:lnTo>
                    <a:pt x="436168" y="42379"/>
                  </a:lnTo>
                  <a:lnTo>
                    <a:pt x="433590" y="37147"/>
                  </a:lnTo>
                  <a:lnTo>
                    <a:pt x="428637" y="33909"/>
                  </a:lnTo>
                  <a:lnTo>
                    <a:pt x="424065" y="30289"/>
                  </a:lnTo>
                  <a:lnTo>
                    <a:pt x="417588" y="28575"/>
                  </a:lnTo>
                  <a:lnTo>
                    <a:pt x="409206" y="28765"/>
                  </a:lnTo>
                  <a:lnTo>
                    <a:pt x="401281" y="29730"/>
                  </a:lnTo>
                  <a:lnTo>
                    <a:pt x="366699" y="52832"/>
                  </a:lnTo>
                  <a:lnTo>
                    <a:pt x="362064" y="66763"/>
                  </a:lnTo>
                  <a:lnTo>
                    <a:pt x="362153" y="69913"/>
                  </a:lnTo>
                  <a:lnTo>
                    <a:pt x="362064" y="258508"/>
                  </a:lnTo>
                  <a:lnTo>
                    <a:pt x="372059" y="258508"/>
                  </a:lnTo>
                  <a:lnTo>
                    <a:pt x="372059" y="84518"/>
                  </a:lnTo>
                  <a:lnTo>
                    <a:pt x="374065" y="86106"/>
                  </a:lnTo>
                  <a:lnTo>
                    <a:pt x="379971" y="88011"/>
                  </a:lnTo>
                  <a:lnTo>
                    <a:pt x="387210" y="88201"/>
                  </a:lnTo>
                  <a:lnTo>
                    <a:pt x="395681" y="87249"/>
                  </a:lnTo>
                  <a:lnTo>
                    <a:pt x="431711" y="64198"/>
                  </a:lnTo>
                  <a:lnTo>
                    <a:pt x="434911" y="57188"/>
                  </a:lnTo>
                  <a:lnTo>
                    <a:pt x="436359" y="49618"/>
                  </a:lnTo>
                  <a:close/>
                </a:path>
                <a:path w="798829" h="273050">
                  <a:moveTo>
                    <a:pt x="798410" y="78193"/>
                  </a:moveTo>
                  <a:lnTo>
                    <a:pt x="798220" y="70954"/>
                  </a:lnTo>
                  <a:lnTo>
                    <a:pt x="795642" y="65722"/>
                  </a:lnTo>
                  <a:lnTo>
                    <a:pt x="790689" y="62484"/>
                  </a:lnTo>
                  <a:lnTo>
                    <a:pt x="786117" y="58864"/>
                  </a:lnTo>
                  <a:lnTo>
                    <a:pt x="779640" y="57150"/>
                  </a:lnTo>
                  <a:lnTo>
                    <a:pt x="771258" y="57340"/>
                  </a:lnTo>
                  <a:lnTo>
                    <a:pt x="763333" y="58305"/>
                  </a:lnTo>
                  <a:lnTo>
                    <a:pt x="728764" y="81407"/>
                  </a:lnTo>
                  <a:lnTo>
                    <a:pt x="724115" y="95338"/>
                  </a:lnTo>
                  <a:lnTo>
                    <a:pt x="724204" y="98488"/>
                  </a:lnTo>
                  <a:lnTo>
                    <a:pt x="724115" y="272796"/>
                  </a:lnTo>
                  <a:lnTo>
                    <a:pt x="734110" y="272796"/>
                  </a:lnTo>
                  <a:lnTo>
                    <a:pt x="734110" y="113093"/>
                  </a:lnTo>
                  <a:lnTo>
                    <a:pt x="736117" y="114681"/>
                  </a:lnTo>
                  <a:lnTo>
                    <a:pt x="742022" y="116586"/>
                  </a:lnTo>
                  <a:lnTo>
                    <a:pt x="749261" y="116776"/>
                  </a:lnTo>
                  <a:lnTo>
                    <a:pt x="757745" y="115824"/>
                  </a:lnTo>
                  <a:lnTo>
                    <a:pt x="793762" y="92773"/>
                  </a:lnTo>
                  <a:lnTo>
                    <a:pt x="796963" y="85763"/>
                  </a:lnTo>
                  <a:lnTo>
                    <a:pt x="798410" y="7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86727" y="2718435"/>
              <a:ext cx="135445" cy="238886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179387" y="1942347"/>
              <a:ext cx="7101205" cy="2319020"/>
            </a:xfrm>
            <a:custGeom>
              <a:avLst/>
              <a:gdLst/>
              <a:ahLst/>
              <a:cxnLst/>
              <a:rect l="l" t="t" r="r" b="b"/>
              <a:pathLst>
                <a:path w="7101205" h="2319020">
                  <a:moveTo>
                    <a:pt x="68859" y="1517510"/>
                  </a:moveTo>
                  <a:lnTo>
                    <a:pt x="46570" y="1548980"/>
                  </a:lnTo>
                  <a:lnTo>
                    <a:pt x="24320" y="1590992"/>
                  </a:lnTo>
                  <a:lnTo>
                    <a:pt x="9639" y="1639582"/>
                  </a:lnTo>
                  <a:lnTo>
                    <a:pt x="6286" y="1674355"/>
                  </a:lnTo>
                  <a:lnTo>
                    <a:pt x="7175" y="1691081"/>
                  </a:lnTo>
                  <a:lnTo>
                    <a:pt x="8991" y="1707756"/>
                  </a:lnTo>
                  <a:lnTo>
                    <a:pt x="11747" y="1724355"/>
                  </a:lnTo>
                  <a:lnTo>
                    <a:pt x="15430" y="1740890"/>
                  </a:lnTo>
                  <a:lnTo>
                    <a:pt x="35039" y="1812810"/>
                  </a:lnTo>
                  <a:lnTo>
                    <a:pt x="37287" y="1822196"/>
                  </a:lnTo>
                  <a:lnTo>
                    <a:pt x="39039" y="1831073"/>
                  </a:lnTo>
                  <a:lnTo>
                    <a:pt x="40284" y="1839455"/>
                  </a:lnTo>
                  <a:lnTo>
                    <a:pt x="41148" y="1851710"/>
                  </a:lnTo>
                  <a:lnTo>
                    <a:pt x="40284" y="1861718"/>
                  </a:lnTo>
                  <a:lnTo>
                    <a:pt x="23406" y="1897049"/>
                  </a:lnTo>
                  <a:lnTo>
                    <a:pt x="0" y="1916760"/>
                  </a:lnTo>
                  <a:lnTo>
                    <a:pt x="0" y="1919757"/>
                  </a:lnTo>
                  <a:lnTo>
                    <a:pt x="29425" y="1948776"/>
                  </a:lnTo>
                  <a:lnTo>
                    <a:pt x="41148" y="1986800"/>
                  </a:lnTo>
                  <a:lnTo>
                    <a:pt x="40474" y="1997354"/>
                  </a:lnTo>
                  <a:lnTo>
                    <a:pt x="38785" y="2009000"/>
                  </a:lnTo>
                  <a:lnTo>
                    <a:pt x="36055" y="2021738"/>
                  </a:lnTo>
                  <a:lnTo>
                    <a:pt x="15430" y="2097366"/>
                  </a:lnTo>
                  <a:lnTo>
                    <a:pt x="11747" y="2114004"/>
                  </a:lnTo>
                  <a:lnTo>
                    <a:pt x="8991" y="2130641"/>
                  </a:lnTo>
                  <a:lnTo>
                    <a:pt x="7175" y="2147265"/>
                  </a:lnTo>
                  <a:lnTo>
                    <a:pt x="6286" y="2163902"/>
                  </a:lnTo>
                  <a:lnTo>
                    <a:pt x="7048" y="2180844"/>
                  </a:lnTo>
                  <a:lnTo>
                    <a:pt x="20281" y="2236698"/>
                  </a:lnTo>
                  <a:lnTo>
                    <a:pt x="39573" y="2277097"/>
                  </a:lnTo>
                  <a:lnTo>
                    <a:pt x="68859" y="2318753"/>
                  </a:lnTo>
                  <a:lnTo>
                    <a:pt x="68859" y="2315997"/>
                  </a:lnTo>
                  <a:lnTo>
                    <a:pt x="60032" y="2302395"/>
                  </a:lnTo>
                  <a:lnTo>
                    <a:pt x="52146" y="2288857"/>
                  </a:lnTo>
                  <a:lnTo>
                    <a:pt x="34353" y="2248255"/>
                  </a:lnTo>
                  <a:lnTo>
                    <a:pt x="29425" y="2203183"/>
                  </a:lnTo>
                  <a:lnTo>
                    <a:pt x="30886" y="2187968"/>
                  </a:lnTo>
                  <a:lnTo>
                    <a:pt x="33286" y="2172601"/>
                  </a:lnTo>
                  <a:lnTo>
                    <a:pt x="36601" y="2157069"/>
                  </a:lnTo>
                  <a:lnTo>
                    <a:pt x="40855" y="2141397"/>
                  </a:lnTo>
                  <a:lnTo>
                    <a:pt x="59143" y="2080856"/>
                  </a:lnTo>
                  <a:lnTo>
                    <a:pt x="63068" y="2066632"/>
                  </a:lnTo>
                  <a:lnTo>
                    <a:pt x="66001" y="2053209"/>
                  </a:lnTo>
                  <a:lnTo>
                    <a:pt x="67932" y="2040610"/>
                  </a:lnTo>
                  <a:lnTo>
                    <a:pt x="68859" y="2028825"/>
                  </a:lnTo>
                  <a:lnTo>
                    <a:pt x="67983" y="2009355"/>
                  </a:lnTo>
                  <a:lnTo>
                    <a:pt x="53149" y="1963534"/>
                  </a:lnTo>
                  <a:lnTo>
                    <a:pt x="23355" y="1932889"/>
                  </a:lnTo>
                  <a:lnTo>
                    <a:pt x="2286" y="1918258"/>
                  </a:lnTo>
                  <a:lnTo>
                    <a:pt x="13335" y="1911426"/>
                  </a:lnTo>
                  <a:lnTo>
                    <a:pt x="45237" y="1884819"/>
                  </a:lnTo>
                  <a:lnTo>
                    <a:pt x="65074" y="1846275"/>
                  </a:lnTo>
                  <a:lnTo>
                    <a:pt x="68859" y="1809686"/>
                  </a:lnTo>
                  <a:lnTo>
                    <a:pt x="67932" y="1797786"/>
                  </a:lnTo>
                  <a:lnTo>
                    <a:pt x="66001" y="1785112"/>
                  </a:lnTo>
                  <a:lnTo>
                    <a:pt x="63068" y="1771650"/>
                  </a:lnTo>
                  <a:lnTo>
                    <a:pt x="59143" y="1757400"/>
                  </a:lnTo>
                  <a:lnTo>
                    <a:pt x="40284" y="1695119"/>
                  </a:lnTo>
                  <a:lnTo>
                    <a:pt x="36283" y="1679841"/>
                  </a:lnTo>
                  <a:lnTo>
                    <a:pt x="33147" y="1664792"/>
                  </a:lnTo>
                  <a:lnTo>
                    <a:pt x="30848" y="1649945"/>
                  </a:lnTo>
                  <a:lnTo>
                    <a:pt x="29425" y="1635328"/>
                  </a:lnTo>
                  <a:lnTo>
                    <a:pt x="29502" y="1619631"/>
                  </a:lnTo>
                  <a:lnTo>
                    <a:pt x="39141" y="1576298"/>
                  </a:lnTo>
                  <a:lnTo>
                    <a:pt x="60426" y="1534045"/>
                  </a:lnTo>
                  <a:lnTo>
                    <a:pt x="68859" y="1520507"/>
                  </a:lnTo>
                  <a:lnTo>
                    <a:pt x="68859" y="1517510"/>
                  </a:lnTo>
                  <a:close/>
                </a:path>
                <a:path w="7101205" h="2319020">
                  <a:moveTo>
                    <a:pt x="289052" y="1516761"/>
                  </a:moveTo>
                  <a:lnTo>
                    <a:pt x="94449" y="1516761"/>
                  </a:lnTo>
                  <a:lnTo>
                    <a:pt x="87312" y="1516761"/>
                  </a:lnTo>
                  <a:lnTo>
                    <a:pt x="87312" y="1522476"/>
                  </a:lnTo>
                  <a:lnTo>
                    <a:pt x="87312" y="2318004"/>
                  </a:lnTo>
                  <a:lnTo>
                    <a:pt x="94449" y="2318004"/>
                  </a:lnTo>
                  <a:lnTo>
                    <a:pt x="94449" y="1751076"/>
                  </a:lnTo>
                  <a:lnTo>
                    <a:pt x="289052" y="1751076"/>
                  </a:lnTo>
                  <a:lnTo>
                    <a:pt x="289052" y="1745361"/>
                  </a:lnTo>
                  <a:lnTo>
                    <a:pt x="94449" y="1745361"/>
                  </a:lnTo>
                  <a:lnTo>
                    <a:pt x="94449" y="1693926"/>
                  </a:lnTo>
                  <a:lnTo>
                    <a:pt x="289052" y="1693926"/>
                  </a:lnTo>
                  <a:lnTo>
                    <a:pt x="289052" y="1688211"/>
                  </a:lnTo>
                  <a:lnTo>
                    <a:pt x="94449" y="1688211"/>
                  </a:lnTo>
                  <a:lnTo>
                    <a:pt x="94449" y="1636776"/>
                  </a:lnTo>
                  <a:lnTo>
                    <a:pt x="289052" y="1636776"/>
                  </a:lnTo>
                  <a:lnTo>
                    <a:pt x="289052" y="1631061"/>
                  </a:lnTo>
                  <a:lnTo>
                    <a:pt x="94449" y="1631061"/>
                  </a:lnTo>
                  <a:lnTo>
                    <a:pt x="94449" y="1579626"/>
                  </a:lnTo>
                  <a:lnTo>
                    <a:pt x="289052" y="1579626"/>
                  </a:lnTo>
                  <a:lnTo>
                    <a:pt x="289052" y="1573911"/>
                  </a:lnTo>
                  <a:lnTo>
                    <a:pt x="94449" y="1573911"/>
                  </a:lnTo>
                  <a:lnTo>
                    <a:pt x="94449" y="1522476"/>
                  </a:lnTo>
                  <a:lnTo>
                    <a:pt x="289052" y="1522476"/>
                  </a:lnTo>
                  <a:lnTo>
                    <a:pt x="289052" y="1516761"/>
                  </a:lnTo>
                  <a:close/>
                </a:path>
                <a:path w="7101205" h="2319020">
                  <a:moveTo>
                    <a:pt x="5282311" y="1047534"/>
                  </a:moveTo>
                  <a:lnTo>
                    <a:pt x="4920259" y="1033246"/>
                  </a:lnTo>
                  <a:lnTo>
                    <a:pt x="4920259" y="1061847"/>
                  </a:lnTo>
                  <a:lnTo>
                    <a:pt x="5282311" y="1076134"/>
                  </a:lnTo>
                  <a:lnTo>
                    <a:pt x="5282311" y="1047534"/>
                  </a:lnTo>
                  <a:close/>
                </a:path>
                <a:path w="7101205" h="2319020">
                  <a:moveTo>
                    <a:pt x="6006427" y="1104684"/>
                  </a:moveTo>
                  <a:lnTo>
                    <a:pt x="5644375" y="1090396"/>
                  </a:lnTo>
                  <a:lnTo>
                    <a:pt x="5644375" y="1118997"/>
                  </a:lnTo>
                  <a:lnTo>
                    <a:pt x="6006427" y="1133284"/>
                  </a:lnTo>
                  <a:lnTo>
                    <a:pt x="6006427" y="1104684"/>
                  </a:lnTo>
                  <a:close/>
                </a:path>
                <a:path w="7101205" h="2319020">
                  <a:moveTo>
                    <a:pt x="6804838" y="995832"/>
                  </a:moveTo>
                  <a:lnTo>
                    <a:pt x="6804647" y="988593"/>
                  </a:lnTo>
                  <a:lnTo>
                    <a:pt x="6804546" y="988390"/>
                  </a:lnTo>
                  <a:lnTo>
                    <a:pt x="6804546" y="818972"/>
                  </a:lnTo>
                  <a:lnTo>
                    <a:pt x="6804546" y="790384"/>
                  </a:lnTo>
                  <a:lnTo>
                    <a:pt x="6442494" y="776097"/>
                  </a:lnTo>
                  <a:lnTo>
                    <a:pt x="6442494" y="804684"/>
                  </a:lnTo>
                  <a:lnTo>
                    <a:pt x="6794551" y="818578"/>
                  </a:lnTo>
                  <a:lnTo>
                    <a:pt x="6794551" y="978103"/>
                  </a:lnTo>
                  <a:lnTo>
                    <a:pt x="6792544" y="976503"/>
                  </a:lnTo>
                  <a:lnTo>
                    <a:pt x="6786067" y="974788"/>
                  </a:lnTo>
                  <a:lnTo>
                    <a:pt x="6777685" y="974979"/>
                  </a:lnTo>
                  <a:lnTo>
                    <a:pt x="6740131" y="992784"/>
                  </a:lnTo>
                  <a:lnTo>
                    <a:pt x="6730543" y="1012977"/>
                  </a:lnTo>
                  <a:lnTo>
                    <a:pt x="6730733" y="1019454"/>
                  </a:lnTo>
                  <a:lnTo>
                    <a:pt x="6755689" y="1034415"/>
                  </a:lnTo>
                  <a:lnTo>
                    <a:pt x="6764172" y="1033462"/>
                  </a:lnTo>
                  <a:lnTo>
                    <a:pt x="6800189" y="1010412"/>
                  </a:lnTo>
                  <a:lnTo>
                    <a:pt x="6803390" y="1003401"/>
                  </a:lnTo>
                  <a:lnTo>
                    <a:pt x="6804838" y="995832"/>
                  </a:lnTo>
                  <a:close/>
                </a:path>
                <a:path w="7101205" h="2319020">
                  <a:moveTo>
                    <a:pt x="7101205" y="0"/>
                  </a:moveTo>
                  <a:lnTo>
                    <a:pt x="7092632" y="0"/>
                  </a:lnTo>
                  <a:lnTo>
                    <a:pt x="7092632" y="1096137"/>
                  </a:lnTo>
                  <a:lnTo>
                    <a:pt x="7101205" y="1096137"/>
                  </a:lnTo>
                  <a:lnTo>
                    <a:pt x="7101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07975" y="3459099"/>
              <a:ext cx="158876" cy="182879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468439" y="3316233"/>
              <a:ext cx="1957705" cy="401320"/>
            </a:xfrm>
            <a:custGeom>
              <a:avLst/>
              <a:gdLst/>
              <a:ahLst/>
              <a:cxnLst/>
              <a:rect l="l" t="t" r="r" b="b"/>
              <a:pathLst>
                <a:path w="1957705" h="401320">
                  <a:moveTo>
                    <a:pt x="1957082" y="142875"/>
                  </a:moveTo>
                  <a:lnTo>
                    <a:pt x="1671751" y="142875"/>
                  </a:lnTo>
                  <a:lnTo>
                    <a:pt x="1671751" y="148590"/>
                  </a:lnTo>
                  <a:lnTo>
                    <a:pt x="1671751" y="200025"/>
                  </a:lnTo>
                  <a:lnTo>
                    <a:pt x="1671751" y="371475"/>
                  </a:lnTo>
                  <a:lnTo>
                    <a:pt x="1663750" y="371475"/>
                  </a:lnTo>
                  <a:lnTo>
                    <a:pt x="1663750" y="320040"/>
                  </a:lnTo>
                  <a:lnTo>
                    <a:pt x="1671751" y="320040"/>
                  </a:lnTo>
                  <a:lnTo>
                    <a:pt x="1671751" y="314325"/>
                  </a:lnTo>
                  <a:lnTo>
                    <a:pt x="1663750" y="314325"/>
                  </a:lnTo>
                  <a:lnTo>
                    <a:pt x="1663750" y="262890"/>
                  </a:lnTo>
                  <a:lnTo>
                    <a:pt x="1671751" y="262890"/>
                  </a:lnTo>
                  <a:lnTo>
                    <a:pt x="1671751" y="257175"/>
                  </a:lnTo>
                  <a:lnTo>
                    <a:pt x="1663750" y="257175"/>
                  </a:lnTo>
                  <a:lnTo>
                    <a:pt x="1663750" y="205740"/>
                  </a:lnTo>
                  <a:lnTo>
                    <a:pt x="1671751" y="205740"/>
                  </a:lnTo>
                  <a:lnTo>
                    <a:pt x="1671751" y="200025"/>
                  </a:lnTo>
                  <a:lnTo>
                    <a:pt x="1663750" y="200025"/>
                  </a:lnTo>
                  <a:lnTo>
                    <a:pt x="1663750" y="148590"/>
                  </a:lnTo>
                  <a:lnTo>
                    <a:pt x="1671751" y="148590"/>
                  </a:lnTo>
                  <a:lnTo>
                    <a:pt x="1671751" y="142875"/>
                  </a:lnTo>
                  <a:lnTo>
                    <a:pt x="1653743" y="142875"/>
                  </a:lnTo>
                  <a:lnTo>
                    <a:pt x="1653743" y="148590"/>
                  </a:lnTo>
                  <a:lnTo>
                    <a:pt x="1653743" y="200025"/>
                  </a:lnTo>
                  <a:lnTo>
                    <a:pt x="1653743" y="371475"/>
                  </a:lnTo>
                  <a:lnTo>
                    <a:pt x="1474584" y="371475"/>
                  </a:lnTo>
                  <a:lnTo>
                    <a:pt x="1475181" y="370179"/>
                  </a:lnTo>
                  <a:lnTo>
                    <a:pt x="1476629" y="362610"/>
                  </a:lnTo>
                  <a:lnTo>
                    <a:pt x="1476438" y="355371"/>
                  </a:lnTo>
                  <a:lnTo>
                    <a:pt x="1476349" y="355193"/>
                  </a:lnTo>
                  <a:lnTo>
                    <a:pt x="1476349" y="320040"/>
                  </a:lnTo>
                  <a:lnTo>
                    <a:pt x="1653743" y="320040"/>
                  </a:lnTo>
                  <a:lnTo>
                    <a:pt x="1653743" y="314325"/>
                  </a:lnTo>
                  <a:lnTo>
                    <a:pt x="1476349" y="314325"/>
                  </a:lnTo>
                  <a:lnTo>
                    <a:pt x="1476349" y="262890"/>
                  </a:lnTo>
                  <a:lnTo>
                    <a:pt x="1653743" y="262890"/>
                  </a:lnTo>
                  <a:lnTo>
                    <a:pt x="1653743" y="257175"/>
                  </a:lnTo>
                  <a:lnTo>
                    <a:pt x="1476349" y="257175"/>
                  </a:lnTo>
                  <a:lnTo>
                    <a:pt x="1476349" y="205740"/>
                  </a:lnTo>
                  <a:lnTo>
                    <a:pt x="1653743" y="205740"/>
                  </a:lnTo>
                  <a:lnTo>
                    <a:pt x="1653743" y="200025"/>
                  </a:lnTo>
                  <a:lnTo>
                    <a:pt x="1476349" y="200025"/>
                  </a:lnTo>
                  <a:lnTo>
                    <a:pt x="1476349" y="148590"/>
                  </a:lnTo>
                  <a:lnTo>
                    <a:pt x="1653743" y="148590"/>
                  </a:lnTo>
                  <a:lnTo>
                    <a:pt x="1653743" y="142875"/>
                  </a:lnTo>
                  <a:lnTo>
                    <a:pt x="1476349" y="142875"/>
                  </a:lnTo>
                  <a:lnTo>
                    <a:pt x="1466342" y="142875"/>
                  </a:lnTo>
                  <a:lnTo>
                    <a:pt x="1466342" y="344868"/>
                  </a:lnTo>
                  <a:lnTo>
                    <a:pt x="1464348" y="343281"/>
                  </a:lnTo>
                  <a:lnTo>
                    <a:pt x="1457871" y="341566"/>
                  </a:lnTo>
                  <a:lnTo>
                    <a:pt x="1449489" y="341757"/>
                  </a:lnTo>
                  <a:lnTo>
                    <a:pt x="1441551" y="342722"/>
                  </a:lnTo>
                  <a:lnTo>
                    <a:pt x="1406982" y="365823"/>
                  </a:lnTo>
                  <a:lnTo>
                    <a:pt x="1404289" y="371475"/>
                  </a:lnTo>
                  <a:lnTo>
                    <a:pt x="909510" y="371475"/>
                  </a:lnTo>
                  <a:lnTo>
                    <a:pt x="909510" y="320040"/>
                  </a:lnTo>
                  <a:lnTo>
                    <a:pt x="1466342" y="320040"/>
                  </a:lnTo>
                  <a:lnTo>
                    <a:pt x="1466342" y="314325"/>
                  </a:lnTo>
                  <a:lnTo>
                    <a:pt x="1185252" y="314325"/>
                  </a:lnTo>
                  <a:lnTo>
                    <a:pt x="1192860" y="312254"/>
                  </a:lnTo>
                  <a:lnTo>
                    <a:pt x="1200988" y="308660"/>
                  </a:lnTo>
                  <a:lnTo>
                    <a:pt x="1225219" y="276885"/>
                  </a:lnTo>
                  <a:lnTo>
                    <a:pt x="1225029" y="269646"/>
                  </a:lnTo>
                  <a:lnTo>
                    <a:pt x="1224940" y="269468"/>
                  </a:lnTo>
                  <a:lnTo>
                    <a:pt x="1224940" y="262890"/>
                  </a:lnTo>
                  <a:lnTo>
                    <a:pt x="1466342" y="262890"/>
                  </a:lnTo>
                  <a:lnTo>
                    <a:pt x="1466342" y="257175"/>
                  </a:lnTo>
                  <a:lnTo>
                    <a:pt x="1224940" y="257175"/>
                  </a:lnTo>
                  <a:lnTo>
                    <a:pt x="1224940" y="205740"/>
                  </a:lnTo>
                  <a:lnTo>
                    <a:pt x="1466342" y="205740"/>
                  </a:lnTo>
                  <a:lnTo>
                    <a:pt x="1466342" y="200025"/>
                  </a:lnTo>
                  <a:lnTo>
                    <a:pt x="1224940" y="200025"/>
                  </a:lnTo>
                  <a:lnTo>
                    <a:pt x="1224940" y="148590"/>
                  </a:lnTo>
                  <a:lnTo>
                    <a:pt x="1466342" y="148590"/>
                  </a:lnTo>
                  <a:lnTo>
                    <a:pt x="1466342" y="142875"/>
                  </a:lnTo>
                  <a:lnTo>
                    <a:pt x="1224940" y="142875"/>
                  </a:lnTo>
                  <a:lnTo>
                    <a:pt x="1224940" y="85725"/>
                  </a:lnTo>
                  <a:lnTo>
                    <a:pt x="1214932" y="85725"/>
                  </a:lnTo>
                  <a:lnTo>
                    <a:pt x="1214932" y="142875"/>
                  </a:lnTo>
                  <a:lnTo>
                    <a:pt x="1214932" y="148590"/>
                  </a:lnTo>
                  <a:lnTo>
                    <a:pt x="1214932" y="200025"/>
                  </a:lnTo>
                  <a:lnTo>
                    <a:pt x="1214932" y="205740"/>
                  </a:lnTo>
                  <a:lnTo>
                    <a:pt x="1214932" y="257175"/>
                  </a:lnTo>
                  <a:lnTo>
                    <a:pt x="1211491" y="257175"/>
                  </a:lnTo>
                  <a:lnTo>
                    <a:pt x="1206461" y="255841"/>
                  </a:lnTo>
                  <a:lnTo>
                    <a:pt x="1198079" y="256032"/>
                  </a:lnTo>
                  <a:lnTo>
                    <a:pt x="1190142" y="256997"/>
                  </a:lnTo>
                  <a:lnTo>
                    <a:pt x="1189532" y="257175"/>
                  </a:lnTo>
                  <a:lnTo>
                    <a:pt x="1174915" y="257175"/>
                  </a:lnTo>
                  <a:lnTo>
                    <a:pt x="1174915" y="262890"/>
                  </a:lnTo>
                  <a:lnTo>
                    <a:pt x="1174711" y="262991"/>
                  </a:lnTo>
                  <a:lnTo>
                    <a:pt x="1167218" y="268033"/>
                  </a:lnTo>
                  <a:lnTo>
                    <a:pt x="1160513" y="273837"/>
                  </a:lnTo>
                  <a:lnTo>
                    <a:pt x="1155573" y="280098"/>
                  </a:lnTo>
                  <a:lnTo>
                    <a:pt x="1152372" y="286842"/>
                  </a:lnTo>
                  <a:lnTo>
                    <a:pt x="1150924" y="294030"/>
                  </a:lnTo>
                  <a:lnTo>
                    <a:pt x="1151115" y="300507"/>
                  </a:lnTo>
                  <a:lnTo>
                    <a:pt x="1153591" y="305752"/>
                  </a:lnTo>
                  <a:lnTo>
                    <a:pt x="1158354" y="309753"/>
                  </a:lnTo>
                  <a:lnTo>
                    <a:pt x="1162926" y="313372"/>
                  </a:lnTo>
                  <a:lnTo>
                    <a:pt x="1165872" y="314325"/>
                  </a:lnTo>
                  <a:lnTo>
                    <a:pt x="909510" y="314325"/>
                  </a:lnTo>
                  <a:lnTo>
                    <a:pt x="909510" y="262890"/>
                  </a:lnTo>
                  <a:lnTo>
                    <a:pt x="1174915" y="262890"/>
                  </a:lnTo>
                  <a:lnTo>
                    <a:pt x="1174915" y="257175"/>
                  </a:lnTo>
                  <a:lnTo>
                    <a:pt x="933843" y="257175"/>
                  </a:lnTo>
                  <a:lnTo>
                    <a:pt x="941451" y="255104"/>
                  </a:lnTo>
                  <a:lnTo>
                    <a:pt x="949579" y="251510"/>
                  </a:lnTo>
                  <a:lnTo>
                    <a:pt x="973810" y="219735"/>
                  </a:lnTo>
                  <a:lnTo>
                    <a:pt x="973620" y="212496"/>
                  </a:lnTo>
                  <a:lnTo>
                    <a:pt x="971042" y="207264"/>
                  </a:lnTo>
                  <a:lnTo>
                    <a:pt x="968705" y="205740"/>
                  </a:lnTo>
                  <a:lnTo>
                    <a:pt x="1214932" y="205740"/>
                  </a:lnTo>
                  <a:lnTo>
                    <a:pt x="1214932" y="200025"/>
                  </a:lnTo>
                  <a:lnTo>
                    <a:pt x="960069" y="200025"/>
                  </a:lnTo>
                  <a:lnTo>
                    <a:pt x="955040" y="198691"/>
                  </a:lnTo>
                  <a:lnTo>
                    <a:pt x="946658" y="198882"/>
                  </a:lnTo>
                  <a:lnTo>
                    <a:pt x="938733" y="199847"/>
                  </a:lnTo>
                  <a:lnTo>
                    <a:pt x="938123" y="200025"/>
                  </a:lnTo>
                  <a:lnTo>
                    <a:pt x="923505" y="200025"/>
                  </a:lnTo>
                  <a:lnTo>
                    <a:pt x="923505" y="205740"/>
                  </a:lnTo>
                  <a:lnTo>
                    <a:pt x="923302" y="205841"/>
                  </a:lnTo>
                  <a:lnTo>
                    <a:pt x="915797" y="210883"/>
                  </a:lnTo>
                  <a:lnTo>
                    <a:pt x="914463" y="212051"/>
                  </a:lnTo>
                  <a:lnTo>
                    <a:pt x="914463" y="257175"/>
                  </a:lnTo>
                  <a:lnTo>
                    <a:pt x="909510" y="257175"/>
                  </a:lnTo>
                  <a:lnTo>
                    <a:pt x="909510" y="254635"/>
                  </a:lnTo>
                  <a:lnTo>
                    <a:pt x="911517" y="256222"/>
                  </a:lnTo>
                  <a:lnTo>
                    <a:pt x="914463" y="257175"/>
                  </a:lnTo>
                  <a:lnTo>
                    <a:pt x="914463" y="212051"/>
                  </a:lnTo>
                  <a:lnTo>
                    <a:pt x="909104" y="216687"/>
                  </a:lnTo>
                  <a:lnTo>
                    <a:pt x="904163" y="222948"/>
                  </a:lnTo>
                  <a:lnTo>
                    <a:pt x="900963" y="229692"/>
                  </a:lnTo>
                  <a:lnTo>
                    <a:pt x="899515" y="236880"/>
                  </a:lnTo>
                  <a:lnTo>
                    <a:pt x="899604" y="240030"/>
                  </a:lnTo>
                  <a:lnTo>
                    <a:pt x="899515" y="240030"/>
                  </a:lnTo>
                  <a:lnTo>
                    <a:pt x="899515" y="371475"/>
                  </a:lnTo>
                  <a:lnTo>
                    <a:pt x="658101" y="371475"/>
                  </a:lnTo>
                  <a:lnTo>
                    <a:pt x="658101" y="320040"/>
                  </a:lnTo>
                  <a:lnTo>
                    <a:pt x="899515" y="320040"/>
                  </a:lnTo>
                  <a:lnTo>
                    <a:pt x="899515" y="314325"/>
                  </a:lnTo>
                  <a:lnTo>
                    <a:pt x="658101" y="314325"/>
                  </a:lnTo>
                  <a:lnTo>
                    <a:pt x="658101" y="262890"/>
                  </a:lnTo>
                  <a:lnTo>
                    <a:pt x="899515" y="262890"/>
                  </a:lnTo>
                  <a:lnTo>
                    <a:pt x="899515" y="257175"/>
                  </a:lnTo>
                  <a:lnTo>
                    <a:pt x="658101" y="257175"/>
                  </a:lnTo>
                  <a:lnTo>
                    <a:pt x="658101" y="205740"/>
                  </a:lnTo>
                  <a:lnTo>
                    <a:pt x="923505" y="205740"/>
                  </a:lnTo>
                  <a:lnTo>
                    <a:pt x="923505" y="200025"/>
                  </a:lnTo>
                  <a:lnTo>
                    <a:pt x="682434" y="200025"/>
                  </a:lnTo>
                  <a:lnTo>
                    <a:pt x="690041" y="197954"/>
                  </a:lnTo>
                  <a:lnTo>
                    <a:pt x="698169" y="194360"/>
                  </a:lnTo>
                  <a:lnTo>
                    <a:pt x="722401" y="162585"/>
                  </a:lnTo>
                  <a:lnTo>
                    <a:pt x="722210" y="155346"/>
                  </a:lnTo>
                  <a:lnTo>
                    <a:pt x="719632" y="150114"/>
                  </a:lnTo>
                  <a:lnTo>
                    <a:pt x="717296" y="148590"/>
                  </a:lnTo>
                  <a:lnTo>
                    <a:pt x="1214932" y="148590"/>
                  </a:lnTo>
                  <a:lnTo>
                    <a:pt x="1214932" y="142875"/>
                  </a:lnTo>
                  <a:lnTo>
                    <a:pt x="708660" y="142875"/>
                  </a:lnTo>
                  <a:lnTo>
                    <a:pt x="703630" y="141541"/>
                  </a:lnTo>
                  <a:lnTo>
                    <a:pt x="695248" y="141732"/>
                  </a:lnTo>
                  <a:lnTo>
                    <a:pt x="687324" y="142697"/>
                  </a:lnTo>
                  <a:lnTo>
                    <a:pt x="686714" y="142875"/>
                  </a:lnTo>
                  <a:lnTo>
                    <a:pt x="672096" y="142875"/>
                  </a:lnTo>
                  <a:lnTo>
                    <a:pt x="672096" y="148590"/>
                  </a:lnTo>
                  <a:lnTo>
                    <a:pt x="671893" y="148691"/>
                  </a:lnTo>
                  <a:lnTo>
                    <a:pt x="664387" y="153733"/>
                  </a:lnTo>
                  <a:lnTo>
                    <a:pt x="663054" y="154901"/>
                  </a:lnTo>
                  <a:lnTo>
                    <a:pt x="663054" y="200025"/>
                  </a:lnTo>
                  <a:lnTo>
                    <a:pt x="658101" y="200025"/>
                  </a:lnTo>
                  <a:lnTo>
                    <a:pt x="658101" y="197485"/>
                  </a:lnTo>
                  <a:lnTo>
                    <a:pt x="660107" y="199072"/>
                  </a:lnTo>
                  <a:lnTo>
                    <a:pt x="663054" y="200025"/>
                  </a:lnTo>
                  <a:lnTo>
                    <a:pt x="663054" y="154901"/>
                  </a:lnTo>
                  <a:lnTo>
                    <a:pt x="657694" y="159537"/>
                  </a:lnTo>
                  <a:lnTo>
                    <a:pt x="652741" y="165798"/>
                  </a:lnTo>
                  <a:lnTo>
                    <a:pt x="649554" y="172542"/>
                  </a:lnTo>
                  <a:lnTo>
                    <a:pt x="648106" y="179730"/>
                  </a:lnTo>
                  <a:lnTo>
                    <a:pt x="648195" y="182880"/>
                  </a:lnTo>
                  <a:lnTo>
                    <a:pt x="648106" y="182880"/>
                  </a:lnTo>
                  <a:lnTo>
                    <a:pt x="648106" y="314325"/>
                  </a:lnTo>
                  <a:lnTo>
                    <a:pt x="406692" y="314325"/>
                  </a:lnTo>
                  <a:lnTo>
                    <a:pt x="406692" y="262890"/>
                  </a:lnTo>
                  <a:lnTo>
                    <a:pt x="648106" y="262890"/>
                  </a:lnTo>
                  <a:lnTo>
                    <a:pt x="648106" y="257175"/>
                  </a:lnTo>
                  <a:lnTo>
                    <a:pt x="406692" y="257175"/>
                  </a:lnTo>
                  <a:lnTo>
                    <a:pt x="406692" y="205740"/>
                  </a:lnTo>
                  <a:lnTo>
                    <a:pt x="648106" y="205740"/>
                  </a:lnTo>
                  <a:lnTo>
                    <a:pt x="648106" y="200025"/>
                  </a:lnTo>
                  <a:lnTo>
                    <a:pt x="406692" y="200025"/>
                  </a:lnTo>
                  <a:lnTo>
                    <a:pt x="406692" y="168910"/>
                  </a:lnTo>
                  <a:lnTo>
                    <a:pt x="408698" y="170497"/>
                  </a:lnTo>
                  <a:lnTo>
                    <a:pt x="414604" y="172402"/>
                  </a:lnTo>
                  <a:lnTo>
                    <a:pt x="454698" y="160870"/>
                  </a:lnTo>
                  <a:lnTo>
                    <a:pt x="466344" y="148590"/>
                  </a:lnTo>
                  <a:lnTo>
                    <a:pt x="672096" y="148590"/>
                  </a:lnTo>
                  <a:lnTo>
                    <a:pt x="672096" y="142875"/>
                  </a:lnTo>
                  <a:lnTo>
                    <a:pt x="468947" y="142875"/>
                  </a:lnTo>
                  <a:lnTo>
                    <a:pt x="469544" y="141579"/>
                  </a:lnTo>
                  <a:lnTo>
                    <a:pt x="470992" y="134010"/>
                  </a:lnTo>
                  <a:lnTo>
                    <a:pt x="470801" y="126771"/>
                  </a:lnTo>
                  <a:lnTo>
                    <a:pt x="468223" y="121539"/>
                  </a:lnTo>
                  <a:lnTo>
                    <a:pt x="463270" y="118300"/>
                  </a:lnTo>
                  <a:lnTo>
                    <a:pt x="458698" y="114681"/>
                  </a:lnTo>
                  <a:lnTo>
                    <a:pt x="452221" y="112966"/>
                  </a:lnTo>
                  <a:lnTo>
                    <a:pt x="443839" y="113157"/>
                  </a:lnTo>
                  <a:lnTo>
                    <a:pt x="435914" y="114122"/>
                  </a:lnTo>
                  <a:lnTo>
                    <a:pt x="401332" y="137223"/>
                  </a:lnTo>
                  <a:lnTo>
                    <a:pt x="398653" y="142875"/>
                  </a:lnTo>
                  <a:lnTo>
                    <a:pt x="397205" y="142875"/>
                  </a:lnTo>
                  <a:lnTo>
                    <a:pt x="397205" y="148590"/>
                  </a:lnTo>
                  <a:lnTo>
                    <a:pt x="396697" y="151155"/>
                  </a:lnTo>
                  <a:lnTo>
                    <a:pt x="396786" y="154305"/>
                  </a:lnTo>
                  <a:lnTo>
                    <a:pt x="396697" y="200025"/>
                  </a:lnTo>
                  <a:lnTo>
                    <a:pt x="396697" y="205740"/>
                  </a:lnTo>
                  <a:lnTo>
                    <a:pt x="396697" y="257175"/>
                  </a:lnTo>
                  <a:lnTo>
                    <a:pt x="396697" y="262890"/>
                  </a:lnTo>
                  <a:lnTo>
                    <a:pt x="396697" y="314325"/>
                  </a:lnTo>
                  <a:lnTo>
                    <a:pt x="155282" y="314325"/>
                  </a:lnTo>
                  <a:lnTo>
                    <a:pt x="155282" y="262890"/>
                  </a:lnTo>
                  <a:lnTo>
                    <a:pt x="396697" y="262890"/>
                  </a:lnTo>
                  <a:lnTo>
                    <a:pt x="396697" y="257175"/>
                  </a:lnTo>
                  <a:lnTo>
                    <a:pt x="155282" y="257175"/>
                  </a:lnTo>
                  <a:lnTo>
                    <a:pt x="155282" y="205740"/>
                  </a:lnTo>
                  <a:lnTo>
                    <a:pt x="396697" y="205740"/>
                  </a:lnTo>
                  <a:lnTo>
                    <a:pt x="396697" y="200025"/>
                  </a:lnTo>
                  <a:lnTo>
                    <a:pt x="155282" y="200025"/>
                  </a:lnTo>
                  <a:lnTo>
                    <a:pt x="155282" y="148590"/>
                  </a:lnTo>
                  <a:lnTo>
                    <a:pt x="335546" y="148590"/>
                  </a:lnTo>
                  <a:lnTo>
                    <a:pt x="335546" y="181737"/>
                  </a:lnTo>
                  <a:lnTo>
                    <a:pt x="350786" y="166878"/>
                  </a:lnTo>
                  <a:lnTo>
                    <a:pt x="357835" y="160020"/>
                  </a:lnTo>
                  <a:lnTo>
                    <a:pt x="370471" y="148590"/>
                  </a:lnTo>
                  <a:lnTo>
                    <a:pt x="397205" y="148590"/>
                  </a:lnTo>
                  <a:lnTo>
                    <a:pt x="397205" y="142875"/>
                  </a:lnTo>
                  <a:lnTo>
                    <a:pt x="376123" y="142875"/>
                  </a:lnTo>
                  <a:lnTo>
                    <a:pt x="377456" y="141439"/>
                  </a:lnTo>
                  <a:lnTo>
                    <a:pt x="380123" y="135445"/>
                  </a:lnTo>
                  <a:lnTo>
                    <a:pt x="380695" y="128587"/>
                  </a:lnTo>
                  <a:lnTo>
                    <a:pt x="380695" y="123253"/>
                  </a:lnTo>
                  <a:lnTo>
                    <a:pt x="378879" y="118770"/>
                  </a:lnTo>
                  <a:lnTo>
                    <a:pt x="375259" y="115150"/>
                  </a:lnTo>
                  <a:lnTo>
                    <a:pt x="371640" y="111340"/>
                  </a:lnTo>
                  <a:lnTo>
                    <a:pt x="367449" y="109435"/>
                  </a:lnTo>
                  <a:lnTo>
                    <a:pt x="363829" y="109435"/>
                  </a:lnTo>
                  <a:lnTo>
                    <a:pt x="363829" y="130581"/>
                  </a:lnTo>
                  <a:lnTo>
                    <a:pt x="363448" y="137058"/>
                  </a:lnTo>
                  <a:lnTo>
                    <a:pt x="361048" y="142875"/>
                  </a:lnTo>
                  <a:lnTo>
                    <a:pt x="356908" y="142875"/>
                  </a:lnTo>
                  <a:lnTo>
                    <a:pt x="356908" y="148590"/>
                  </a:lnTo>
                  <a:lnTo>
                    <a:pt x="355828" y="150012"/>
                  </a:lnTo>
                  <a:lnTo>
                    <a:pt x="342404" y="166878"/>
                  </a:lnTo>
                  <a:lnTo>
                    <a:pt x="342404" y="148590"/>
                  </a:lnTo>
                  <a:lnTo>
                    <a:pt x="356908" y="148590"/>
                  </a:lnTo>
                  <a:lnTo>
                    <a:pt x="356908" y="142875"/>
                  </a:lnTo>
                  <a:lnTo>
                    <a:pt x="342404" y="142875"/>
                  </a:lnTo>
                  <a:lnTo>
                    <a:pt x="342404" y="128295"/>
                  </a:lnTo>
                  <a:lnTo>
                    <a:pt x="352107" y="118110"/>
                  </a:lnTo>
                  <a:lnTo>
                    <a:pt x="354977" y="118300"/>
                  </a:lnTo>
                  <a:lnTo>
                    <a:pt x="360311" y="119253"/>
                  </a:lnTo>
                  <a:lnTo>
                    <a:pt x="363194" y="123253"/>
                  </a:lnTo>
                  <a:lnTo>
                    <a:pt x="363347" y="124396"/>
                  </a:lnTo>
                  <a:lnTo>
                    <a:pt x="363829" y="130581"/>
                  </a:lnTo>
                  <a:lnTo>
                    <a:pt x="363829" y="109435"/>
                  </a:lnTo>
                  <a:lnTo>
                    <a:pt x="362686" y="109435"/>
                  </a:lnTo>
                  <a:lnTo>
                    <a:pt x="355066" y="110007"/>
                  </a:lnTo>
                  <a:lnTo>
                    <a:pt x="348310" y="112864"/>
                  </a:lnTo>
                  <a:lnTo>
                    <a:pt x="342404" y="118008"/>
                  </a:lnTo>
                  <a:lnTo>
                    <a:pt x="342404" y="28575"/>
                  </a:lnTo>
                  <a:lnTo>
                    <a:pt x="335546" y="28575"/>
                  </a:lnTo>
                  <a:lnTo>
                    <a:pt x="335546" y="142875"/>
                  </a:lnTo>
                  <a:lnTo>
                    <a:pt x="179603" y="142875"/>
                  </a:lnTo>
                  <a:lnTo>
                    <a:pt x="214934" y="120015"/>
                  </a:lnTo>
                  <a:lnTo>
                    <a:pt x="219570" y="105435"/>
                  </a:lnTo>
                  <a:lnTo>
                    <a:pt x="219392" y="98196"/>
                  </a:lnTo>
                  <a:lnTo>
                    <a:pt x="216814" y="92964"/>
                  </a:lnTo>
                  <a:lnTo>
                    <a:pt x="211861" y="89725"/>
                  </a:lnTo>
                  <a:lnTo>
                    <a:pt x="207289" y="86106"/>
                  </a:lnTo>
                  <a:lnTo>
                    <a:pt x="200812" y="84391"/>
                  </a:lnTo>
                  <a:lnTo>
                    <a:pt x="192430" y="84582"/>
                  </a:lnTo>
                  <a:lnTo>
                    <a:pt x="184505" y="85547"/>
                  </a:lnTo>
                  <a:lnTo>
                    <a:pt x="176707" y="87858"/>
                  </a:lnTo>
                  <a:lnTo>
                    <a:pt x="169075" y="91541"/>
                  </a:lnTo>
                  <a:lnTo>
                    <a:pt x="161569" y="96583"/>
                  </a:lnTo>
                  <a:lnTo>
                    <a:pt x="160223" y="97751"/>
                  </a:lnTo>
                  <a:lnTo>
                    <a:pt x="160223" y="142875"/>
                  </a:lnTo>
                  <a:lnTo>
                    <a:pt x="155282" y="142875"/>
                  </a:lnTo>
                  <a:lnTo>
                    <a:pt x="155282" y="140347"/>
                  </a:lnTo>
                  <a:lnTo>
                    <a:pt x="157276" y="141922"/>
                  </a:lnTo>
                  <a:lnTo>
                    <a:pt x="160223" y="142875"/>
                  </a:lnTo>
                  <a:lnTo>
                    <a:pt x="160223" y="97751"/>
                  </a:lnTo>
                  <a:lnTo>
                    <a:pt x="154876" y="102387"/>
                  </a:lnTo>
                  <a:lnTo>
                    <a:pt x="149923" y="108648"/>
                  </a:lnTo>
                  <a:lnTo>
                    <a:pt x="146723" y="115392"/>
                  </a:lnTo>
                  <a:lnTo>
                    <a:pt x="145275" y="122580"/>
                  </a:lnTo>
                  <a:lnTo>
                    <a:pt x="145364" y="125730"/>
                  </a:lnTo>
                  <a:lnTo>
                    <a:pt x="145275" y="142875"/>
                  </a:lnTo>
                  <a:lnTo>
                    <a:pt x="94678" y="142875"/>
                  </a:lnTo>
                  <a:lnTo>
                    <a:pt x="99377" y="138303"/>
                  </a:lnTo>
                  <a:lnTo>
                    <a:pt x="106426" y="131445"/>
                  </a:lnTo>
                  <a:lnTo>
                    <a:pt x="121285" y="118008"/>
                  </a:lnTo>
                  <a:lnTo>
                    <a:pt x="126034" y="112864"/>
                  </a:lnTo>
                  <a:lnTo>
                    <a:pt x="128714" y="106870"/>
                  </a:lnTo>
                  <a:lnTo>
                    <a:pt x="129286" y="100012"/>
                  </a:lnTo>
                  <a:lnTo>
                    <a:pt x="129286" y="94678"/>
                  </a:lnTo>
                  <a:lnTo>
                    <a:pt x="127469" y="90195"/>
                  </a:lnTo>
                  <a:lnTo>
                    <a:pt x="123850" y="86575"/>
                  </a:lnTo>
                  <a:lnTo>
                    <a:pt x="120230" y="82765"/>
                  </a:lnTo>
                  <a:lnTo>
                    <a:pt x="116039" y="80860"/>
                  </a:lnTo>
                  <a:lnTo>
                    <a:pt x="112420" y="80860"/>
                  </a:lnTo>
                  <a:lnTo>
                    <a:pt x="112420" y="102006"/>
                  </a:lnTo>
                  <a:lnTo>
                    <a:pt x="112039" y="108483"/>
                  </a:lnTo>
                  <a:lnTo>
                    <a:pt x="109372" y="114960"/>
                  </a:lnTo>
                  <a:lnTo>
                    <a:pt x="104419" y="121437"/>
                  </a:lnTo>
                  <a:lnTo>
                    <a:pt x="90995" y="138303"/>
                  </a:lnTo>
                  <a:lnTo>
                    <a:pt x="90995" y="99720"/>
                  </a:lnTo>
                  <a:lnTo>
                    <a:pt x="100698" y="89535"/>
                  </a:lnTo>
                  <a:lnTo>
                    <a:pt x="103568" y="89725"/>
                  </a:lnTo>
                  <a:lnTo>
                    <a:pt x="108889" y="90678"/>
                  </a:lnTo>
                  <a:lnTo>
                    <a:pt x="111785" y="94678"/>
                  </a:lnTo>
                  <a:lnTo>
                    <a:pt x="111937" y="95821"/>
                  </a:lnTo>
                  <a:lnTo>
                    <a:pt x="112420" y="102006"/>
                  </a:lnTo>
                  <a:lnTo>
                    <a:pt x="112420" y="80860"/>
                  </a:lnTo>
                  <a:lnTo>
                    <a:pt x="111277" y="80860"/>
                  </a:lnTo>
                  <a:lnTo>
                    <a:pt x="103657" y="81432"/>
                  </a:lnTo>
                  <a:lnTo>
                    <a:pt x="96888" y="84289"/>
                  </a:lnTo>
                  <a:lnTo>
                    <a:pt x="90995" y="89433"/>
                  </a:lnTo>
                  <a:lnTo>
                    <a:pt x="90995" y="0"/>
                  </a:lnTo>
                  <a:lnTo>
                    <a:pt x="84137" y="0"/>
                  </a:lnTo>
                  <a:lnTo>
                    <a:pt x="84137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84137" y="148590"/>
                  </a:lnTo>
                  <a:lnTo>
                    <a:pt x="84137" y="153162"/>
                  </a:lnTo>
                  <a:lnTo>
                    <a:pt x="88823" y="148590"/>
                  </a:lnTo>
                  <a:lnTo>
                    <a:pt x="145275" y="148590"/>
                  </a:lnTo>
                  <a:lnTo>
                    <a:pt x="145275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45275" y="205740"/>
                  </a:lnTo>
                  <a:lnTo>
                    <a:pt x="145275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145275" y="262890"/>
                  </a:lnTo>
                  <a:lnTo>
                    <a:pt x="145275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396697" y="320040"/>
                  </a:lnTo>
                  <a:lnTo>
                    <a:pt x="396697" y="328612"/>
                  </a:lnTo>
                  <a:lnTo>
                    <a:pt x="406692" y="328612"/>
                  </a:lnTo>
                  <a:lnTo>
                    <a:pt x="406692" y="320040"/>
                  </a:lnTo>
                  <a:lnTo>
                    <a:pt x="648106" y="320040"/>
                  </a:lnTo>
                  <a:lnTo>
                    <a:pt x="648106" y="371475"/>
                  </a:lnTo>
                  <a:lnTo>
                    <a:pt x="0" y="371475"/>
                  </a:lnTo>
                  <a:lnTo>
                    <a:pt x="0" y="377190"/>
                  </a:lnTo>
                  <a:lnTo>
                    <a:pt x="899515" y="377190"/>
                  </a:lnTo>
                  <a:lnTo>
                    <a:pt x="899515" y="400050"/>
                  </a:lnTo>
                  <a:lnTo>
                    <a:pt x="909510" y="400050"/>
                  </a:lnTo>
                  <a:lnTo>
                    <a:pt x="909510" y="377190"/>
                  </a:lnTo>
                  <a:lnTo>
                    <a:pt x="1402842" y="377190"/>
                  </a:lnTo>
                  <a:lnTo>
                    <a:pt x="1402334" y="379755"/>
                  </a:lnTo>
                  <a:lnTo>
                    <a:pt x="1402524" y="386232"/>
                  </a:lnTo>
                  <a:lnTo>
                    <a:pt x="1427480" y="401193"/>
                  </a:lnTo>
                  <a:lnTo>
                    <a:pt x="1435963" y="400240"/>
                  </a:lnTo>
                  <a:lnTo>
                    <a:pt x="1471993" y="377190"/>
                  </a:lnTo>
                  <a:lnTo>
                    <a:pt x="1653743" y="377190"/>
                  </a:lnTo>
                  <a:lnTo>
                    <a:pt x="1663750" y="377190"/>
                  </a:lnTo>
                  <a:lnTo>
                    <a:pt x="1671751" y="377190"/>
                  </a:lnTo>
                  <a:lnTo>
                    <a:pt x="1681746" y="377190"/>
                  </a:lnTo>
                  <a:lnTo>
                    <a:pt x="1957082" y="377190"/>
                  </a:lnTo>
                  <a:lnTo>
                    <a:pt x="1957082" y="371475"/>
                  </a:lnTo>
                  <a:lnTo>
                    <a:pt x="1681746" y="371475"/>
                  </a:lnTo>
                  <a:lnTo>
                    <a:pt x="1681746" y="320040"/>
                  </a:lnTo>
                  <a:lnTo>
                    <a:pt x="1957082" y="320040"/>
                  </a:lnTo>
                  <a:lnTo>
                    <a:pt x="1957082" y="314325"/>
                  </a:lnTo>
                  <a:lnTo>
                    <a:pt x="1681746" y="314325"/>
                  </a:lnTo>
                  <a:lnTo>
                    <a:pt x="1681746" y="262890"/>
                  </a:lnTo>
                  <a:lnTo>
                    <a:pt x="1957082" y="262890"/>
                  </a:lnTo>
                  <a:lnTo>
                    <a:pt x="1957082" y="257175"/>
                  </a:lnTo>
                  <a:lnTo>
                    <a:pt x="1681746" y="257175"/>
                  </a:lnTo>
                  <a:lnTo>
                    <a:pt x="1681746" y="205740"/>
                  </a:lnTo>
                  <a:lnTo>
                    <a:pt x="1957082" y="205740"/>
                  </a:lnTo>
                  <a:lnTo>
                    <a:pt x="1957082" y="200025"/>
                  </a:lnTo>
                  <a:lnTo>
                    <a:pt x="1681746" y="200025"/>
                  </a:lnTo>
                  <a:lnTo>
                    <a:pt x="1681746" y="148590"/>
                  </a:lnTo>
                  <a:lnTo>
                    <a:pt x="1957082" y="148590"/>
                  </a:lnTo>
                  <a:lnTo>
                    <a:pt x="1957082" y="142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193059" y="3430524"/>
              <a:ext cx="216598" cy="267461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613727" y="3401958"/>
              <a:ext cx="4233545" cy="314325"/>
            </a:xfrm>
            <a:custGeom>
              <a:avLst/>
              <a:gdLst/>
              <a:ahLst/>
              <a:cxnLst/>
              <a:rect l="l" t="t" r="r" b="b"/>
              <a:pathLst>
                <a:path w="4233545" h="314325">
                  <a:moveTo>
                    <a:pt x="251409" y="214261"/>
                  </a:moveTo>
                  <a:lnTo>
                    <a:pt x="0" y="199974"/>
                  </a:lnTo>
                  <a:lnTo>
                    <a:pt x="0" y="228600"/>
                  </a:lnTo>
                  <a:lnTo>
                    <a:pt x="251409" y="242887"/>
                  </a:lnTo>
                  <a:lnTo>
                    <a:pt x="251409" y="214261"/>
                  </a:lnTo>
                  <a:close/>
                </a:path>
                <a:path w="4233545" h="314325">
                  <a:moveTo>
                    <a:pt x="754227" y="285559"/>
                  </a:moveTo>
                  <a:lnTo>
                    <a:pt x="502818" y="256984"/>
                  </a:lnTo>
                  <a:lnTo>
                    <a:pt x="502818" y="285750"/>
                  </a:lnTo>
                  <a:lnTo>
                    <a:pt x="754227" y="314325"/>
                  </a:lnTo>
                  <a:lnTo>
                    <a:pt x="754227" y="285559"/>
                  </a:lnTo>
                  <a:close/>
                </a:path>
                <a:path w="4233545" h="314325">
                  <a:moveTo>
                    <a:pt x="1331061" y="57150"/>
                  </a:moveTo>
                  <a:lnTo>
                    <a:pt x="1079652" y="0"/>
                  </a:lnTo>
                  <a:lnTo>
                    <a:pt x="1079652" y="29298"/>
                  </a:lnTo>
                  <a:lnTo>
                    <a:pt x="1331061" y="86448"/>
                  </a:lnTo>
                  <a:lnTo>
                    <a:pt x="1331061" y="57150"/>
                  </a:lnTo>
                  <a:close/>
                </a:path>
                <a:path w="4233545" h="314325">
                  <a:moveTo>
                    <a:pt x="4232986" y="285750"/>
                  </a:moveTo>
                  <a:lnTo>
                    <a:pt x="1811794" y="285750"/>
                  </a:lnTo>
                  <a:lnTo>
                    <a:pt x="1811794" y="291465"/>
                  </a:lnTo>
                  <a:lnTo>
                    <a:pt x="4232986" y="291465"/>
                  </a:lnTo>
                  <a:lnTo>
                    <a:pt x="4232986" y="285750"/>
                  </a:lnTo>
                  <a:close/>
                </a:path>
                <a:path w="4233545" h="314325">
                  <a:moveTo>
                    <a:pt x="4232986" y="228600"/>
                  </a:moveTo>
                  <a:lnTo>
                    <a:pt x="1811794" y="228600"/>
                  </a:lnTo>
                  <a:lnTo>
                    <a:pt x="1811794" y="234315"/>
                  </a:lnTo>
                  <a:lnTo>
                    <a:pt x="4232986" y="234315"/>
                  </a:lnTo>
                  <a:lnTo>
                    <a:pt x="4232986" y="228600"/>
                  </a:lnTo>
                  <a:close/>
                </a:path>
                <a:path w="4233545" h="314325">
                  <a:moveTo>
                    <a:pt x="4232986" y="171450"/>
                  </a:moveTo>
                  <a:lnTo>
                    <a:pt x="1811794" y="171450"/>
                  </a:lnTo>
                  <a:lnTo>
                    <a:pt x="1811794" y="177165"/>
                  </a:lnTo>
                  <a:lnTo>
                    <a:pt x="4232986" y="177165"/>
                  </a:lnTo>
                  <a:lnTo>
                    <a:pt x="4232986" y="171450"/>
                  </a:lnTo>
                  <a:close/>
                </a:path>
                <a:path w="4233545" h="314325">
                  <a:moveTo>
                    <a:pt x="4232986" y="114300"/>
                  </a:moveTo>
                  <a:lnTo>
                    <a:pt x="1811794" y="114300"/>
                  </a:lnTo>
                  <a:lnTo>
                    <a:pt x="1811794" y="120015"/>
                  </a:lnTo>
                  <a:lnTo>
                    <a:pt x="4232986" y="120015"/>
                  </a:lnTo>
                  <a:lnTo>
                    <a:pt x="4232986" y="114300"/>
                  </a:lnTo>
                  <a:close/>
                </a:path>
                <a:path w="4233545" h="314325">
                  <a:moveTo>
                    <a:pt x="4232986" y="57150"/>
                  </a:moveTo>
                  <a:lnTo>
                    <a:pt x="1811794" y="57150"/>
                  </a:lnTo>
                  <a:lnTo>
                    <a:pt x="1811794" y="62865"/>
                  </a:lnTo>
                  <a:lnTo>
                    <a:pt x="4232986" y="62865"/>
                  </a:lnTo>
                  <a:lnTo>
                    <a:pt x="4232986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452520" y="3185922"/>
              <a:ext cx="94059" cy="107156"/>
            </a:xfrm>
            <a:prstGeom prst="rect">
              <a:avLst/>
            </a:prstGeom>
          </p:spPr>
        </p:pic>
      </p:grpSp>
      <p:sp>
        <p:nvSpPr>
          <p:cNvPr id="98" name="object 98"/>
          <p:cNvSpPr/>
          <p:nvPr/>
        </p:nvSpPr>
        <p:spPr>
          <a:xfrm>
            <a:off x="1005713" y="381000"/>
            <a:ext cx="1193800" cy="0"/>
          </a:xfrm>
          <a:custGeom>
            <a:avLst/>
            <a:gdLst/>
            <a:ahLst/>
            <a:cxnLst/>
            <a:rect l="l" t="t" r="r" b="b"/>
            <a:pathLst>
              <a:path w="1193800">
                <a:moveTo>
                  <a:pt x="0" y="0"/>
                </a:moveTo>
                <a:lnTo>
                  <a:pt x="1193800" y="0"/>
                </a:lnTo>
              </a:path>
            </a:pathLst>
          </a:custGeom>
          <a:ln w="635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266700" y="1662938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74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66700" y="3179698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77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552929" y="3191128"/>
            <a:ext cx="150495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-25" dirty="0">
                <a:latin typeface="Bauer Bodoni Std" panose="02070603080706020303" pitchFamily="18" charset="77"/>
                <a:cs typeface="Calibri"/>
              </a:rPr>
              <a:t>148</a:t>
            </a:r>
            <a:endParaRPr sz="650">
              <a:latin typeface="Bauer Bodoni Std" panose="02070603080706020303" pitchFamily="18" charset="77"/>
              <a:cs typeface="Calibri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266700" y="3459098"/>
            <a:ext cx="7014209" cy="1201420"/>
            <a:chOff x="266700" y="3459098"/>
            <a:chExt cx="7014209" cy="1201420"/>
          </a:xfrm>
        </p:grpSpPr>
        <p:sp>
          <p:nvSpPr>
            <p:cNvPr id="103" name="object 103"/>
            <p:cNvSpPr/>
            <p:nvPr/>
          </p:nvSpPr>
          <p:spPr>
            <a:xfrm>
              <a:off x="266700" y="3459108"/>
              <a:ext cx="7014209" cy="807085"/>
            </a:xfrm>
            <a:custGeom>
              <a:avLst/>
              <a:gdLst/>
              <a:ahLst/>
              <a:cxnLst/>
              <a:rect l="l" t="t" r="r" b="b"/>
              <a:pathLst>
                <a:path w="7014209" h="807085">
                  <a:moveTo>
                    <a:pt x="201739" y="801243"/>
                  </a:moveTo>
                  <a:lnTo>
                    <a:pt x="0" y="801243"/>
                  </a:lnTo>
                  <a:lnTo>
                    <a:pt x="0" y="806958"/>
                  </a:lnTo>
                  <a:lnTo>
                    <a:pt x="201739" y="806958"/>
                  </a:lnTo>
                  <a:lnTo>
                    <a:pt x="201739" y="801243"/>
                  </a:lnTo>
                  <a:close/>
                </a:path>
                <a:path w="7014209" h="807085">
                  <a:moveTo>
                    <a:pt x="3407054" y="57150"/>
                  </a:moveTo>
                  <a:lnTo>
                    <a:pt x="3334753" y="57150"/>
                  </a:lnTo>
                  <a:lnTo>
                    <a:pt x="3334753" y="85725"/>
                  </a:lnTo>
                  <a:lnTo>
                    <a:pt x="3407054" y="85725"/>
                  </a:lnTo>
                  <a:lnTo>
                    <a:pt x="3407054" y="57150"/>
                  </a:lnTo>
                  <a:close/>
                </a:path>
                <a:path w="7014209" h="807085">
                  <a:moveTo>
                    <a:pt x="7001192" y="0"/>
                  </a:moveTo>
                  <a:lnTo>
                    <a:pt x="4580013" y="0"/>
                  </a:lnTo>
                  <a:lnTo>
                    <a:pt x="4580013" y="5715"/>
                  </a:lnTo>
                  <a:lnTo>
                    <a:pt x="4584141" y="5715"/>
                  </a:lnTo>
                  <a:lnTo>
                    <a:pt x="4584141" y="57150"/>
                  </a:lnTo>
                  <a:lnTo>
                    <a:pt x="4580013" y="57150"/>
                  </a:lnTo>
                  <a:lnTo>
                    <a:pt x="4580013" y="62865"/>
                  </a:lnTo>
                  <a:lnTo>
                    <a:pt x="4584141" y="62865"/>
                  </a:lnTo>
                  <a:lnTo>
                    <a:pt x="4584141" y="114300"/>
                  </a:lnTo>
                  <a:lnTo>
                    <a:pt x="4580013" y="114300"/>
                  </a:lnTo>
                  <a:lnTo>
                    <a:pt x="4580013" y="120015"/>
                  </a:lnTo>
                  <a:lnTo>
                    <a:pt x="4584141" y="120015"/>
                  </a:lnTo>
                  <a:lnTo>
                    <a:pt x="4584141" y="171450"/>
                  </a:lnTo>
                  <a:lnTo>
                    <a:pt x="4580013" y="171450"/>
                  </a:lnTo>
                  <a:lnTo>
                    <a:pt x="4580013" y="177165"/>
                  </a:lnTo>
                  <a:lnTo>
                    <a:pt x="4584141" y="177165"/>
                  </a:lnTo>
                  <a:lnTo>
                    <a:pt x="4584141" y="228600"/>
                  </a:lnTo>
                  <a:lnTo>
                    <a:pt x="4580013" y="228600"/>
                  </a:lnTo>
                  <a:lnTo>
                    <a:pt x="4580013" y="234315"/>
                  </a:lnTo>
                  <a:lnTo>
                    <a:pt x="4584141" y="234315"/>
                  </a:lnTo>
                  <a:lnTo>
                    <a:pt x="4592713" y="234315"/>
                  </a:lnTo>
                  <a:lnTo>
                    <a:pt x="7001192" y="234315"/>
                  </a:lnTo>
                  <a:lnTo>
                    <a:pt x="7001192" y="228600"/>
                  </a:lnTo>
                  <a:lnTo>
                    <a:pt x="4592713" y="228600"/>
                  </a:lnTo>
                  <a:lnTo>
                    <a:pt x="4592713" y="177165"/>
                  </a:lnTo>
                  <a:lnTo>
                    <a:pt x="7001192" y="177165"/>
                  </a:lnTo>
                  <a:lnTo>
                    <a:pt x="7001192" y="171450"/>
                  </a:lnTo>
                  <a:lnTo>
                    <a:pt x="4592713" y="171450"/>
                  </a:lnTo>
                  <a:lnTo>
                    <a:pt x="4592713" y="120015"/>
                  </a:lnTo>
                  <a:lnTo>
                    <a:pt x="7001192" y="120015"/>
                  </a:lnTo>
                  <a:lnTo>
                    <a:pt x="7001192" y="114300"/>
                  </a:lnTo>
                  <a:lnTo>
                    <a:pt x="4592713" y="114300"/>
                  </a:lnTo>
                  <a:lnTo>
                    <a:pt x="4592713" y="62865"/>
                  </a:lnTo>
                  <a:lnTo>
                    <a:pt x="5755945" y="62865"/>
                  </a:lnTo>
                  <a:lnTo>
                    <a:pt x="5755945" y="85725"/>
                  </a:lnTo>
                  <a:lnTo>
                    <a:pt x="5828233" y="85725"/>
                  </a:lnTo>
                  <a:lnTo>
                    <a:pt x="5828233" y="62865"/>
                  </a:lnTo>
                  <a:lnTo>
                    <a:pt x="7001192" y="62865"/>
                  </a:lnTo>
                  <a:lnTo>
                    <a:pt x="7001192" y="57150"/>
                  </a:lnTo>
                  <a:lnTo>
                    <a:pt x="5828233" y="57150"/>
                  </a:lnTo>
                  <a:lnTo>
                    <a:pt x="5755945" y="57150"/>
                  </a:lnTo>
                  <a:lnTo>
                    <a:pt x="4592713" y="57150"/>
                  </a:lnTo>
                  <a:lnTo>
                    <a:pt x="4592713" y="5715"/>
                  </a:lnTo>
                  <a:lnTo>
                    <a:pt x="7001192" y="5715"/>
                  </a:lnTo>
                  <a:lnTo>
                    <a:pt x="7001192" y="0"/>
                  </a:lnTo>
                  <a:close/>
                </a:path>
                <a:path w="7014209" h="807085">
                  <a:moveTo>
                    <a:pt x="7013892" y="2286"/>
                  </a:moveTo>
                  <a:lnTo>
                    <a:pt x="7005320" y="2286"/>
                  </a:lnTo>
                  <a:lnTo>
                    <a:pt x="7005320" y="234315"/>
                  </a:lnTo>
                  <a:lnTo>
                    <a:pt x="7013892" y="234315"/>
                  </a:lnTo>
                  <a:lnTo>
                    <a:pt x="7013892" y="2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66700" y="4031742"/>
              <a:ext cx="201739" cy="182879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468439" y="4031751"/>
              <a:ext cx="1957705" cy="234315"/>
            </a:xfrm>
            <a:custGeom>
              <a:avLst/>
              <a:gdLst/>
              <a:ahLst/>
              <a:cxnLst/>
              <a:rect l="l" t="t" r="r" b="b"/>
              <a:pathLst>
                <a:path w="1957705" h="234314">
                  <a:moveTo>
                    <a:pt x="1957082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957082" y="234315"/>
                  </a:lnTo>
                  <a:lnTo>
                    <a:pt x="1957082" y="228600"/>
                  </a:lnTo>
                  <a:close/>
                </a:path>
                <a:path w="1957705" h="234314">
                  <a:moveTo>
                    <a:pt x="1957082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957082" y="177165"/>
                  </a:lnTo>
                  <a:lnTo>
                    <a:pt x="1957082" y="171450"/>
                  </a:lnTo>
                  <a:close/>
                </a:path>
                <a:path w="1957705" h="234314">
                  <a:moveTo>
                    <a:pt x="1957082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957082" y="120015"/>
                  </a:lnTo>
                  <a:lnTo>
                    <a:pt x="1957082" y="114300"/>
                  </a:lnTo>
                  <a:close/>
                </a:path>
                <a:path w="1957705" h="234314">
                  <a:moveTo>
                    <a:pt x="1957082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957082" y="62865"/>
                  </a:lnTo>
                  <a:lnTo>
                    <a:pt x="1957082" y="57150"/>
                  </a:lnTo>
                  <a:close/>
                </a:path>
                <a:path w="1957705" h="234314">
                  <a:moveTo>
                    <a:pt x="1957082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957082" y="5715"/>
                  </a:lnTo>
                  <a:lnTo>
                    <a:pt x="19570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52577" y="4003167"/>
              <a:ext cx="135445" cy="238886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03987" y="4017454"/>
              <a:ext cx="135445" cy="253174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1116545" y="4060326"/>
              <a:ext cx="74295" cy="229870"/>
            </a:xfrm>
            <a:custGeom>
              <a:avLst/>
              <a:gdLst/>
              <a:ahLst/>
              <a:cxnLst/>
              <a:rect l="l" t="t" r="r" b="b"/>
              <a:pathLst>
                <a:path w="74294" h="229870">
                  <a:moveTo>
                    <a:pt x="74295" y="191160"/>
                  </a:moveTo>
                  <a:lnTo>
                    <a:pt x="74104" y="183921"/>
                  </a:lnTo>
                  <a:lnTo>
                    <a:pt x="74002" y="183718"/>
                  </a:lnTo>
                  <a:lnTo>
                    <a:pt x="74002" y="0"/>
                  </a:lnTo>
                  <a:lnTo>
                    <a:pt x="64008" y="0"/>
                  </a:lnTo>
                  <a:lnTo>
                    <a:pt x="64008" y="173431"/>
                  </a:lnTo>
                  <a:lnTo>
                    <a:pt x="62001" y="171831"/>
                  </a:lnTo>
                  <a:lnTo>
                    <a:pt x="55524" y="170116"/>
                  </a:lnTo>
                  <a:lnTo>
                    <a:pt x="47142" y="170307"/>
                  </a:lnTo>
                  <a:lnTo>
                    <a:pt x="39217" y="171272"/>
                  </a:lnTo>
                  <a:lnTo>
                    <a:pt x="4635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69646" y="205740"/>
                  </a:lnTo>
                  <a:lnTo>
                    <a:pt x="72847" y="198729"/>
                  </a:lnTo>
                  <a:lnTo>
                    <a:pt x="74295" y="19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351442" y="4088892"/>
              <a:ext cx="111140" cy="258317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602853" y="4146042"/>
              <a:ext cx="111140" cy="258317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1854263" y="3459108"/>
              <a:ext cx="296545" cy="1031240"/>
            </a:xfrm>
            <a:custGeom>
              <a:avLst/>
              <a:gdLst/>
              <a:ahLst/>
              <a:cxnLst/>
              <a:rect l="l" t="t" r="r" b="b"/>
              <a:pathLst>
                <a:path w="296544" h="1031239">
                  <a:moveTo>
                    <a:pt x="111137" y="854811"/>
                  </a:moveTo>
                  <a:lnTo>
                    <a:pt x="90525" y="854811"/>
                  </a:lnTo>
                  <a:lnTo>
                    <a:pt x="90525" y="686943"/>
                  </a:lnTo>
                  <a:lnTo>
                    <a:pt x="80518" y="686943"/>
                  </a:lnTo>
                  <a:lnTo>
                    <a:pt x="80518" y="854811"/>
                  </a:lnTo>
                  <a:lnTo>
                    <a:pt x="0" y="854811"/>
                  </a:lnTo>
                  <a:lnTo>
                    <a:pt x="0" y="861961"/>
                  </a:lnTo>
                  <a:lnTo>
                    <a:pt x="80518" y="861961"/>
                  </a:lnTo>
                  <a:lnTo>
                    <a:pt x="80518" y="911961"/>
                  </a:lnTo>
                  <a:lnTo>
                    <a:pt x="0" y="911961"/>
                  </a:lnTo>
                  <a:lnTo>
                    <a:pt x="0" y="919111"/>
                  </a:lnTo>
                  <a:lnTo>
                    <a:pt x="80518" y="919111"/>
                  </a:lnTo>
                  <a:lnTo>
                    <a:pt x="80518" y="969111"/>
                  </a:lnTo>
                  <a:lnTo>
                    <a:pt x="0" y="969111"/>
                  </a:lnTo>
                  <a:lnTo>
                    <a:pt x="0" y="976261"/>
                  </a:lnTo>
                  <a:lnTo>
                    <a:pt x="44958" y="976261"/>
                  </a:lnTo>
                  <a:lnTo>
                    <a:pt x="40297" y="978509"/>
                  </a:lnTo>
                  <a:lnTo>
                    <a:pt x="32804" y="983551"/>
                  </a:lnTo>
                  <a:lnTo>
                    <a:pt x="26098" y="989355"/>
                  </a:lnTo>
                  <a:lnTo>
                    <a:pt x="21158" y="995616"/>
                  </a:lnTo>
                  <a:lnTo>
                    <a:pt x="17957" y="1002360"/>
                  </a:lnTo>
                  <a:lnTo>
                    <a:pt x="16510" y="1009548"/>
                  </a:lnTo>
                  <a:lnTo>
                    <a:pt x="16700" y="1016025"/>
                  </a:lnTo>
                  <a:lnTo>
                    <a:pt x="41656" y="1030986"/>
                  </a:lnTo>
                  <a:lnTo>
                    <a:pt x="50139" y="1030033"/>
                  </a:lnTo>
                  <a:lnTo>
                    <a:pt x="86169" y="1006983"/>
                  </a:lnTo>
                  <a:lnTo>
                    <a:pt x="90805" y="992403"/>
                  </a:lnTo>
                  <a:lnTo>
                    <a:pt x="90614" y="985164"/>
                  </a:lnTo>
                  <a:lnTo>
                    <a:pt x="90525" y="984986"/>
                  </a:lnTo>
                  <a:lnTo>
                    <a:pt x="90525" y="976261"/>
                  </a:lnTo>
                  <a:lnTo>
                    <a:pt x="111137" y="976261"/>
                  </a:lnTo>
                  <a:lnTo>
                    <a:pt x="111137" y="969111"/>
                  </a:lnTo>
                  <a:lnTo>
                    <a:pt x="90525" y="969111"/>
                  </a:lnTo>
                  <a:lnTo>
                    <a:pt x="90525" y="919111"/>
                  </a:lnTo>
                  <a:lnTo>
                    <a:pt x="111137" y="919111"/>
                  </a:lnTo>
                  <a:lnTo>
                    <a:pt x="111137" y="911961"/>
                  </a:lnTo>
                  <a:lnTo>
                    <a:pt x="90525" y="911961"/>
                  </a:lnTo>
                  <a:lnTo>
                    <a:pt x="90525" y="861961"/>
                  </a:lnTo>
                  <a:lnTo>
                    <a:pt x="111137" y="861961"/>
                  </a:lnTo>
                  <a:lnTo>
                    <a:pt x="111137" y="854811"/>
                  </a:lnTo>
                  <a:close/>
                </a:path>
                <a:path w="296544" h="1031239">
                  <a:moveTo>
                    <a:pt x="277926" y="0"/>
                  </a:moveTo>
                  <a:lnTo>
                    <a:pt x="267919" y="0"/>
                  </a:lnTo>
                  <a:lnTo>
                    <a:pt x="267919" y="806958"/>
                  </a:lnTo>
                  <a:lnTo>
                    <a:pt x="277926" y="806958"/>
                  </a:lnTo>
                  <a:lnTo>
                    <a:pt x="277926" y="0"/>
                  </a:lnTo>
                  <a:close/>
                </a:path>
                <a:path w="296544" h="1031239">
                  <a:moveTo>
                    <a:pt x="295922" y="0"/>
                  </a:moveTo>
                  <a:lnTo>
                    <a:pt x="285927" y="0"/>
                  </a:lnTo>
                  <a:lnTo>
                    <a:pt x="285927" y="806958"/>
                  </a:lnTo>
                  <a:lnTo>
                    <a:pt x="295922" y="806958"/>
                  </a:lnTo>
                  <a:lnTo>
                    <a:pt x="295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193059" y="4003167"/>
              <a:ext cx="216598" cy="267461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687730" y="3945454"/>
              <a:ext cx="4159250" cy="715010"/>
            </a:xfrm>
            <a:custGeom>
              <a:avLst/>
              <a:gdLst/>
              <a:ahLst/>
              <a:cxnLst/>
              <a:rect l="l" t="t" r="r" b="b"/>
              <a:pathLst>
                <a:path w="4159250" h="715010">
                  <a:moveTo>
                    <a:pt x="251409" y="72009"/>
                  </a:moveTo>
                  <a:lnTo>
                    <a:pt x="0" y="57721"/>
                  </a:lnTo>
                  <a:lnTo>
                    <a:pt x="0" y="86334"/>
                  </a:lnTo>
                  <a:lnTo>
                    <a:pt x="251409" y="100622"/>
                  </a:lnTo>
                  <a:lnTo>
                    <a:pt x="251409" y="72009"/>
                  </a:lnTo>
                  <a:close/>
                </a:path>
                <a:path w="4159250" h="715010">
                  <a:moveTo>
                    <a:pt x="754227" y="143446"/>
                  </a:moveTo>
                  <a:lnTo>
                    <a:pt x="502818" y="114871"/>
                  </a:lnTo>
                  <a:lnTo>
                    <a:pt x="502818" y="143624"/>
                  </a:lnTo>
                  <a:lnTo>
                    <a:pt x="754227" y="172199"/>
                  </a:lnTo>
                  <a:lnTo>
                    <a:pt x="754227" y="143446"/>
                  </a:lnTo>
                  <a:close/>
                </a:path>
                <a:path w="4159250" h="715010">
                  <a:moveTo>
                    <a:pt x="1257058" y="200596"/>
                  </a:moveTo>
                  <a:lnTo>
                    <a:pt x="1005649" y="200596"/>
                  </a:lnTo>
                  <a:lnTo>
                    <a:pt x="1005649" y="229171"/>
                  </a:lnTo>
                  <a:lnTo>
                    <a:pt x="1257058" y="229171"/>
                  </a:lnTo>
                  <a:lnTo>
                    <a:pt x="1257058" y="200596"/>
                  </a:lnTo>
                  <a:close/>
                </a:path>
                <a:path w="4159250" h="715010">
                  <a:moveTo>
                    <a:pt x="1908797" y="28854"/>
                  </a:moveTo>
                  <a:lnTo>
                    <a:pt x="1813356" y="0"/>
                  </a:lnTo>
                  <a:lnTo>
                    <a:pt x="1813356" y="7429"/>
                  </a:lnTo>
                  <a:lnTo>
                    <a:pt x="1884222" y="28575"/>
                  </a:lnTo>
                  <a:lnTo>
                    <a:pt x="1884222" y="28854"/>
                  </a:lnTo>
                  <a:lnTo>
                    <a:pt x="1813356" y="49999"/>
                  </a:lnTo>
                  <a:lnTo>
                    <a:pt x="1813356" y="57721"/>
                  </a:lnTo>
                  <a:lnTo>
                    <a:pt x="1908797" y="28854"/>
                  </a:lnTo>
                  <a:close/>
                </a:path>
                <a:path w="4159250" h="715010">
                  <a:moveTo>
                    <a:pt x="2017953" y="571207"/>
                  </a:moveTo>
                  <a:lnTo>
                    <a:pt x="2017191" y="564730"/>
                  </a:lnTo>
                  <a:lnTo>
                    <a:pt x="2013572" y="561213"/>
                  </a:lnTo>
                  <a:lnTo>
                    <a:pt x="2007095" y="560641"/>
                  </a:lnTo>
                  <a:lnTo>
                    <a:pt x="2000427" y="561213"/>
                  </a:lnTo>
                  <a:lnTo>
                    <a:pt x="1996808" y="564730"/>
                  </a:lnTo>
                  <a:lnTo>
                    <a:pt x="1996236" y="571207"/>
                  </a:lnTo>
                  <a:lnTo>
                    <a:pt x="1996808" y="577684"/>
                  </a:lnTo>
                  <a:lnTo>
                    <a:pt x="2000427" y="581406"/>
                  </a:lnTo>
                  <a:lnTo>
                    <a:pt x="2007095" y="582358"/>
                  </a:lnTo>
                  <a:lnTo>
                    <a:pt x="2013572" y="581406"/>
                  </a:lnTo>
                  <a:lnTo>
                    <a:pt x="2017191" y="577684"/>
                  </a:lnTo>
                  <a:lnTo>
                    <a:pt x="2017953" y="571207"/>
                  </a:lnTo>
                  <a:close/>
                </a:path>
                <a:path w="4159250" h="715010">
                  <a:moveTo>
                    <a:pt x="4158983" y="257746"/>
                  </a:moveTo>
                  <a:lnTo>
                    <a:pt x="2091042" y="257746"/>
                  </a:lnTo>
                  <a:lnTo>
                    <a:pt x="2091042" y="219646"/>
                  </a:lnTo>
                  <a:lnTo>
                    <a:pt x="2081034" y="219646"/>
                  </a:lnTo>
                  <a:lnTo>
                    <a:pt x="2081034" y="459740"/>
                  </a:lnTo>
                  <a:lnTo>
                    <a:pt x="2079040" y="458152"/>
                  </a:lnTo>
                  <a:lnTo>
                    <a:pt x="2072563" y="456438"/>
                  </a:lnTo>
                  <a:lnTo>
                    <a:pt x="2064181" y="456628"/>
                  </a:lnTo>
                  <a:lnTo>
                    <a:pt x="2056244" y="457593"/>
                  </a:lnTo>
                  <a:lnTo>
                    <a:pt x="2021674" y="480695"/>
                  </a:lnTo>
                  <a:lnTo>
                    <a:pt x="2020684" y="482765"/>
                  </a:lnTo>
                  <a:lnTo>
                    <a:pt x="2002282" y="482765"/>
                  </a:lnTo>
                  <a:lnTo>
                    <a:pt x="2000516" y="482765"/>
                  </a:lnTo>
                  <a:lnTo>
                    <a:pt x="1916557" y="482765"/>
                  </a:lnTo>
                  <a:lnTo>
                    <a:pt x="1895944" y="482765"/>
                  </a:lnTo>
                  <a:lnTo>
                    <a:pt x="1895944" y="432765"/>
                  </a:lnTo>
                  <a:lnTo>
                    <a:pt x="1916557" y="432765"/>
                  </a:lnTo>
                  <a:lnTo>
                    <a:pt x="2000516" y="432765"/>
                  </a:lnTo>
                  <a:lnTo>
                    <a:pt x="2002282" y="432765"/>
                  </a:lnTo>
                  <a:lnTo>
                    <a:pt x="2081034" y="432765"/>
                  </a:lnTo>
                  <a:lnTo>
                    <a:pt x="2081034" y="425615"/>
                  </a:lnTo>
                  <a:lnTo>
                    <a:pt x="2002282" y="425615"/>
                  </a:lnTo>
                  <a:lnTo>
                    <a:pt x="2000516" y="425615"/>
                  </a:lnTo>
                  <a:lnTo>
                    <a:pt x="1916557" y="425615"/>
                  </a:lnTo>
                  <a:lnTo>
                    <a:pt x="1895944" y="425615"/>
                  </a:lnTo>
                  <a:lnTo>
                    <a:pt x="1895944" y="375615"/>
                  </a:lnTo>
                  <a:lnTo>
                    <a:pt x="1916557" y="375615"/>
                  </a:lnTo>
                  <a:lnTo>
                    <a:pt x="2000516" y="375615"/>
                  </a:lnTo>
                  <a:lnTo>
                    <a:pt x="2002282" y="375615"/>
                  </a:lnTo>
                  <a:lnTo>
                    <a:pt x="2081034" y="375615"/>
                  </a:lnTo>
                  <a:lnTo>
                    <a:pt x="2081034" y="368465"/>
                  </a:lnTo>
                  <a:lnTo>
                    <a:pt x="2002282" y="368465"/>
                  </a:lnTo>
                  <a:lnTo>
                    <a:pt x="2000516" y="368465"/>
                  </a:lnTo>
                  <a:lnTo>
                    <a:pt x="1916557" y="368465"/>
                  </a:lnTo>
                  <a:lnTo>
                    <a:pt x="1895944" y="368465"/>
                  </a:lnTo>
                  <a:lnTo>
                    <a:pt x="1895944" y="320611"/>
                  </a:lnTo>
                  <a:lnTo>
                    <a:pt x="2081034" y="320611"/>
                  </a:lnTo>
                  <a:lnTo>
                    <a:pt x="2081034" y="314896"/>
                  </a:lnTo>
                  <a:lnTo>
                    <a:pt x="1895944" y="314896"/>
                  </a:lnTo>
                  <a:lnTo>
                    <a:pt x="1895944" y="263461"/>
                  </a:lnTo>
                  <a:lnTo>
                    <a:pt x="2081034" y="263461"/>
                  </a:lnTo>
                  <a:lnTo>
                    <a:pt x="2081034" y="257746"/>
                  </a:lnTo>
                  <a:lnTo>
                    <a:pt x="1895944" y="257746"/>
                  </a:lnTo>
                  <a:lnTo>
                    <a:pt x="1895944" y="229171"/>
                  </a:lnTo>
                  <a:lnTo>
                    <a:pt x="1885937" y="229171"/>
                  </a:lnTo>
                  <a:lnTo>
                    <a:pt x="1885937" y="257746"/>
                  </a:lnTo>
                  <a:lnTo>
                    <a:pt x="1737791" y="257746"/>
                  </a:lnTo>
                  <a:lnTo>
                    <a:pt x="1737791" y="263461"/>
                  </a:lnTo>
                  <a:lnTo>
                    <a:pt x="1885937" y="263461"/>
                  </a:lnTo>
                  <a:lnTo>
                    <a:pt x="1885937" y="314896"/>
                  </a:lnTo>
                  <a:lnTo>
                    <a:pt x="1737791" y="314896"/>
                  </a:lnTo>
                  <a:lnTo>
                    <a:pt x="1737791" y="320611"/>
                  </a:lnTo>
                  <a:lnTo>
                    <a:pt x="1885937" y="320611"/>
                  </a:lnTo>
                  <a:lnTo>
                    <a:pt x="1885937" y="368465"/>
                  </a:lnTo>
                  <a:lnTo>
                    <a:pt x="1805419" y="368465"/>
                  </a:lnTo>
                  <a:lnTo>
                    <a:pt x="1805419" y="375615"/>
                  </a:lnTo>
                  <a:lnTo>
                    <a:pt x="1885937" y="375615"/>
                  </a:lnTo>
                  <a:lnTo>
                    <a:pt x="1885937" y="425615"/>
                  </a:lnTo>
                  <a:lnTo>
                    <a:pt x="1805419" y="425615"/>
                  </a:lnTo>
                  <a:lnTo>
                    <a:pt x="1805419" y="432765"/>
                  </a:lnTo>
                  <a:lnTo>
                    <a:pt x="1885937" y="432765"/>
                  </a:lnTo>
                  <a:lnTo>
                    <a:pt x="1885937" y="482765"/>
                  </a:lnTo>
                  <a:lnTo>
                    <a:pt x="1805419" y="482765"/>
                  </a:lnTo>
                  <a:lnTo>
                    <a:pt x="1805419" y="489915"/>
                  </a:lnTo>
                  <a:lnTo>
                    <a:pt x="1885937" y="489915"/>
                  </a:lnTo>
                  <a:lnTo>
                    <a:pt x="1885937" y="516890"/>
                  </a:lnTo>
                  <a:lnTo>
                    <a:pt x="1883943" y="515302"/>
                  </a:lnTo>
                  <a:lnTo>
                    <a:pt x="1877466" y="513588"/>
                  </a:lnTo>
                  <a:lnTo>
                    <a:pt x="1869084" y="513778"/>
                  </a:lnTo>
                  <a:lnTo>
                    <a:pt x="1831530" y="531583"/>
                  </a:lnTo>
                  <a:lnTo>
                    <a:pt x="1825586" y="539915"/>
                  </a:lnTo>
                  <a:lnTo>
                    <a:pt x="1805419" y="539915"/>
                  </a:lnTo>
                  <a:lnTo>
                    <a:pt x="1805419" y="547065"/>
                  </a:lnTo>
                  <a:lnTo>
                    <a:pt x="1822869" y="547065"/>
                  </a:lnTo>
                  <a:lnTo>
                    <a:pt x="1821929" y="551776"/>
                  </a:lnTo>
                  <a:lnTo>
                    <a:pt x="1847075" y="573214"/>
                  </a:lnTo>
                  <a:lnTo>
                    <a:pt x="1855558" y="572262"/>
                  </a:lnTo>
                  <a:lnTo>
                    <a:pt x="1891588" y="549211"/>
                  </a:lnTo>
                  <a:lnTo>
                    <a:pt x="1892554" y="547065"/>
                  </a:lnTo>
                  <a:lnTo>
                    <a:pt x="1908390" y="547065"/>
                  </a:lnTo>
                  <a:lnTo>
                    <a:pt x="1907946" y="549211"/>
                  </a:lnTo>
                  <a:lnTo>
                    <a:pt x="1906993" y="557974"/>
                  </a:lnTo>
                  <a:lnTo>
                    <a:pt x="1907654" y="559574"/>
                  </a:lnTo>
                  <a:lnTo>
                    <a:pt x="1907654" y="714946"/>
                  </a:lnTo>
                  <a:lnTo>
                    <a:pt x="1917661" y="714946"/>
                  </a:lnTo>
                  <a:lnTo>
                    <a:pt x="1917661" y="571119"/>
                  </a:lnTo>
                  <a:lnTo>
                    <a:pt x="1921941" y="573493"/>
                  </a:lnTo>
                  <a:lnTo>
                    <a:pt x="1927656" y="574636"/>
                  </a:lnTo>
                  <a:lnTo>
                    <a:pt x="1933943" y="574065"/>
                  </a:lnTo>
                  <a:lnTo>
                    <a:pt x="1942020" y="573163"/>
                  </a:lnTo>
                  <a:lnTo>
                    <a:pt x="1949945" y="570992"/>
                  </a:lnTo>
                  <a:lnTo>
                    <a:pt x="1957730" y="567588"/>
                  </a:lnTo>
                  <a:lnTo>
                    <a:pt x="1962721" y="564540"/>
                  </a:lnTo>
                  <a:lnTo>
                    <a:pt x="1965375" y="562927"/>
                  </a:lnTo>
                  <a:lnTo>
                    <a:pt x="1972094" y="557352"/>
                  </a:lnTo>
                  <a:lnTo>
                    <a:pt x="1977097" y="551205"/>
                  </a:lnTo>
                  <a:lnTo>
                    <a:pt x="1979117" y="547065"/>
                  </a:lnTo>
                  <a:lnTo>
                    <a:pt x="2002282" y="547065"/>
                  </a:lnTo>
                  <a:lnTo>
                    <a:pt x="2002282" y="539915"/>
                  </a:lnTo>
                  <a:lnTo>
                    <a:pt x="1981365" y="539915"/>
                  </a:lnTo>
                  <a:lnTo>
                    <a:pt x="1981949" y="537210"/>
                  </a:lnTo>
                  <a:lnTo>
                    <a:pt x="1982711" y="528447"/>
                  </a:lnTo>
                  <a:lnTo>
                    <a:pt x="1979841" y="521487"/>
                  </a:lnTo>
                  <a:lnTo>
                    <a:pt x="1979764" y="521296"/>
                  </a:lnTo>
                  <a:lnTo>
                    <a:pt x="1974240" y="516724"/>
                  </a:lnTo>
                  <a:lnTo>
                    <a:pt x="1974240" y="526059"/>
                  </a:lnTo>
                  <a:lnTo>
                    <a:pt x="1974240" y="529678"/>
                  </a:lnTo>
                  <a:lnTo>
                    <a:pt x="1972233" y="533869"/>
                  </a:lnTo>
                  <a:lnTo>
                    <a:pt x="1968233" y="538632"/>
                  </a:lnTo>
                  <a:lnTo>
                    <a:pt x="1966747" y="539915"/>
                  </a:lnTo>
                  <a:lnTo>
                    <a:pt x="1958517" y="539915"/>
                  </a:lnTo>
                  <a:lnTo>
                    <a:pt x="1958517" y="547065"/>
                  </a:lnTo>
                  <a:lnTo>
                    <a:pt x="1925370" y="564540"/>
                  </a:lnTo>
                  <a:lnTo>
                    <a:pt x="1921370" y="564349"/>
                  </a:lnTo>
                  <a:lnTo>
                    <a:pt x="1917661" y="564007"/>
                  </a:lnTo>
                  <a:lnTo>
                    <a:pt x="1917661" y="554926"/>
                  </a:lnTo>
                  <a:lnTo>
                    <a:pt x="1916684" y="554926"/>
                  </a:lnTo>
                  <a:lnTo>
                    <a:pt x="1916874" y="554139"/>
                  </a:lnTo>
                  <a:lnTo>
                    <a:pt x="1919947" y="548919"/>
                  </a:lnTo>
                  <a:lnTo>
                    <a:pt x="1921649" y="547065"/>
                  </a:lnTo>
                  <a:lnTo>
                    <a:pt x="1958517" y="547065"/>
                  </a:lnTo>
                  <a:lnTo>
                    <a:pt x="1958517" y="539915"/>
                  </a:lnTo>
                  <a:lnTo>
                    <a:pt x="1929345" y="539915"/>
                  </a:lnTo>
                  <a:lnTo>
                    <a:pt x="1935848" y="534631"/>
                  </a:lnTo>
                  <a:lnTo>
                    <a:pt x="1941664" y="530923"/>
                  </a:lnTo>
                  <a:lnTo>
                    <a:pt x="1949094" y="526923"/>
                  </a:lnTo>
                  <a:lnTo>
                    <a:pt x="1956714" y="523113"/>
                  </a:lnTo>
                  <a:lnTo>
                    <a:pt x="1963381" y="521487"/>
                  </a:lnTo>
                  <a:lnTo>
                    <a:pt x="1969096" y="522058"/>
                  </a:lnTo>
                  <a:lnTo>
                    <a:pt x="1971954" y="522439"/>
                  </a:lnTo>
                  <a:lnTo>
                    <a:pt x="1973668" y="523773"/>
                  </a:lnTo>
                  <a:lnTo>
                    <a:pt x="1974240" y="526059"/>
                  </a:lnTo>
                  <a:lnTo>
                    <a:pt x="1974240" y="516724"/>
                  </a:lnTo>
                  <a:lnTo>
                    <a:pt x="1973097" y="515772"/>
                  </a:lnTo>
                  <a:lnTo>
                    <a:pt x="1967953" y="512914"/>
                  </a:lnTo>
                  <a:lnTo>
                    <a:pt x="1962137" y="511771"/>
                  </a:lnTo>
                  <a:lnTo>
                    <a:pt x="1955660" y="512343"/>
                  </a:lnTo>
                  <a:lnTo>
                    <a:pt x="1917636" y="528955"/>
                  </a:lnTo>
                  <a:lnTo>
                    <a:pt x="1910397" y="539915"/>
                  </a:lnTo>
                  <a:lnTo>
                    <a:pt x="1895208" y="539915"/>
                  </a:lnTo>
                  <a:lnTo>
                    <a:pt x="1896224" y="534631"/>
                  </a:lnTo>
                  <a:lnTo>
                    <a:pt x="1896033" y="527392"/>
                  </a:lnTo>
                  <a:lnTo>
                    <a:pt x="1895944" y="527215"/>
                  </a:lnTo>
                  <a:lnTo>
                    <a:pt x="1895944" y="489915"/>
                  </a:lnTo>
                  <a:lnTo>
                    <a:pt x="1916557" y="489915"/>
                  </a:lnTo>
                  <a:lnTo>
                    <a:pt x="2000516" y="489915"/>
                  </a:lnTo>
                  <a:lnTo>
                    <a:pt x="2002282" y="489915"/>
                  </a:lnTo>
                  <a:lnTo>
                    <a:pt x="2017966" y="489915"/>
                  </a:lnTo>
                  <a:lnTo>
                    <a:pt x="2017026" y="494626"/>
                  </a:lnTo>
                  <a:lnTo>
                    <a:pt x="2042172" y="516064"/>
                  </a:lnTo>
                  <a:lnTo>
                    <a:pt x="2050656" y="515112"/>
                  </a:lnTo>
                  <a:lnTo>
                    <a:pt x="2086686" y="492061"/>
                  </a:lnTo>
                  <a:lnTo>
                    <a:pt x="2087651" y="489915"/>
                  </a:lnTo>
                  <a:lnTo>
                    <a:pt x="2111654" y="489915"/>
                  </a:lnTo>
                  <a:lnTo>
                    <a:pt x="2111654" y="482765"/>
                  </a:lnTo>
                  <a:lnTo>
                    <a:pt x="2090305" y="482765"/>
                  </a:lnTo>
                  <a:lnTo>
                    <a:pt x="2091321" y="477481"/>
                  </a:lnTo>
                  <a:lnTo>
                    <a:pt x="2091131" y="470242"/>
                  </a:lnTo>
                  <a:lnTo>
                    <a:pt x="2091042" y="470065"/>
                  </a:lnTo>
                  <a:lnTo>
                    <a:pt x="2091042" y="432765"/>
                  </a:lnTo>
                  <a:lnTo>
                    <a:pt x="2111654" y="432765"/>
                  </a:lnTo>
                  <a:lnTo>
                    <a:pt x="2111654" y="425615"/>
                  </a:lnTo>
                  <a:lnTo>
                    <a:pt x="2091042" y="425615"/>
                  </a:lnTo>
                  <a:lnTo>
                    <a:pt x="2091042" y="375615"/>
                  </a:lnTo>
                  <a:lnTo>
                    <a:pt x="2111654" y="375615"/>
                  </a:lnTo>
                  <a:lnTo>
                    <a:pt x="2111654" y="368465"/>
                  </a:lnTo>
                  <a:lnTo>
                    <a:pt x="2091042" y="368465"/>
                  </a:lnTo>
                  <a:lnTo>
                    <a:pt x="2091042" y="320611"/>
                  </a:lnTo>
                  <a:lnTo>
                    <a:pt x="4158983" y="320611"/>
                  </a:lnTo>
                  <a:lnTo>
                    <a:pt x="4158983" y="314896"/>
                  </a:lnTo>
                  <a:lnTo>
                    <a:pt x="2091042" y="314896"/>
                  </a:lnTo>
                  <a:lnTo>
                    <a:pt x="2091042" y="263461"/>
                  </a:lnTo>
                  <a:lnTo>
                    <a:pt x="4158983" y="263461"/>
                  </a:lnTo>
                  <a:lnTo>
                    <a:pt x="4158983" y="257746"/>
                  </a:lnTo>
                  <a:close/>
                </a:path>
                <a:path w="4159250" h="715010">
                  <a:moveTo>
                    <a:pt x="4158983" y="200596"/>
                  </a:moveTo>
                  <a:lnTo>
                    <a:pt x="1737791" y="200596"/>
                  </a:lnTo>
                  <a:lnTo>
                    <a:pt x="1737791" y="206311"/>
                  </a:lnTo>
                  <a:lnTo>
                    <a:pt x="4158983" y="206311"/>
                  </a:lnTo>
                  <a:lnTo>
                    <a:pt x="4158983" y="200596"/>
                  </a:lnTo>
                  <a:close/>
                </a:path>
                <a:path w="4159250" h="715010">
                  <a:moveTo>
                    <a:pt x="4158983" y="143446"/>
                  </a:moveTo>
                  <a:lnTo>
                    <a:pt x="1737791" y="143446"/>
                  </a:lnTo>
                  <a:lnTo>
                    <a:pt x="1737791" y="149161"/>
                  </a:lnTo>
                  <a:lnTo>
                    <a:pt x="4158983" y="149161"/>
                  </a:lnTo>
                  <a:lnTo>
                    <a:pt x="4158983" y="143446"/>
                  </a:lnTo>
                  <a:close/>
                </a:path>
                <a:path w="4159250" h="715010">
                  <a:moveTo>
                    <a:pt x="4158983" y="86296"/>
                  </a:moveTo>
                  <a:lnTo>
                    <a:pt x="1737791" y="86296"/>
                  </a:lnTo>
                  <a:lnTo>
                    <a:pt x="1737791" y="92011"/>
                  </a:lnTo>
                  <a:lnTo>
                    <a:pt x="4158983" y="92011"/>
                  </a:lnTo>
                  <a:lnTo>
                    <a:pt x="4158983" y="862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883342" y="4155567"/>
              <a:ext cx="111140" cy="248792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3094951" y="3459108"/>
              <a:ext cx="1764664" cy="1002665"/>
            </a:xfrm>
            <a:custGeom>
              <a:avLst/>
              <a:gdLst/>
              <a:ahLst/>
              <a:cxnLst/>
              <a:rect l="l" t="t" r="r" b="b"/>
              <a:pathLst>
                <a:path w="1764664" h="1002664">
                  <a:moveTo>
                    <a:pt x="74295" y="820953"/>
                  </a:moveTo>
                  <a:lnTo>
                    <a:pt x="74104" y="813714"/>
                  </a:lnTo>
                  <a:lnTo>
                    <a:pt x="74002" y="813511"/>
                  </a:lnTo>
                  <a:lnTo>
                    <a:pt x="74002" y="686943"/>
                  </a:lnTo>
                  <a:lnTo>
                    <a:pt x="64008" y="686943"/>
                  </a:lnTo>
                  <a:lnTo>
                    <a:pt x="64008" y="803224"/>
                  </a:lnTo>
                  <a:lnTo>
                    <a:pt x="62001" y="801624"/>
                  </a:lnTo>
                  <a:lnTo>
                    <a:pt x="55524" y="799909"/>
                  </a:lnTo>
                  <a:lnTo>
                    <a:pt x="47142" y="800100"/>
                  </a:lnTo>
                  <a:lnTo>
                    <a:pt x="39217" y="801065"/>
                  </a:lnTo>
                  <a:lnTo>
                    <a:pt x="4635" y="824166"/>
                  </a:lnTo>
                  <a:lnTo>
                    <a:pt x="0" y="838098"/>
                  </a:lnTo>
                  <a:lnTo>
                    <a:pt x="190" y="844575"/>
                  </a:lnTo>
                  <a:lnTo>
                    <a:pt x="25146" y="859536"/>
                  </a:lnTo>
                  <a:lnTo>
                    <a:pt x="33629" y="858583"/>
                  </a:lnTo>
                  <a:lnTo>
                    <a:pt x="69646" y="835533"/>
                  </a:lnTo>
                  <a:lnTo>
                    <a:pt x="72847" y="828522"/>
                  </a:lnTo>
                  <a:lnTo>
                    <a:pt x="74295" y="820953"/>
                  </a:lnTo>
                  <a:close/>
                </a:path>
                <a:path w="1764664" h="1002664">
                  <a:moveTo>
                    <a:pt x="269392" y="763803"/>
                  </a:moveTo>
                  <a:lnTo>
                    <a:pt x="269201" y="756564"/>
                  </a:lnTo>
                  <a:lnTo>
                    <a:pt x="269100" y="756361"/>
                  </a:lnTo>
                  <a:lnTo>
                    <a:pt x="269100" y="505968"/>
                  </a:lnTo>
                  <a:lnTo>
                    <a:pt x="259105" y="505968"/>
                  </a:lnTo>
                  <a:lnTo>
                    <a:pt x="259105" y="746074"/>
                  </a:lnTo>
                  <a:lnTo>
                    <a:pt x="257098" y="744474"/>
                  </a:lnTo>
                  <a:lnTo>
                    <a:pt x="250621" y="742759"/>
                  </a:lnTo>
                  <a:lnTo>
                    <a:pt x="242239" y="742950"/>
                  </a:lnTo>
                  <a:lnTo>
                    <a:pt x="234315" y="743915"/>
                  </a:lnTo>
                  <a:lnTo>
                    <a:pt x="199732" y="767016"/>
                  </a:lnTo>
                  <a:lnTo>
                    <a:pt x="195097" y="780948"/>
                  </a:lnTo>
                  <a:lnTo>
                    <a:pt x="195287" y="787425"/>
                  </a:lnTo>
                  <a:lnTo>
                    <a:pt x="220243" y="802386"/>
                  </a:lnTo>
                  <a:lnTo>
                    <a:pt x="228727" y="801433"/>
                  </a:lnTo>
                  <a:lnTo>
                    <a:pt x="264744" y="778383"/>
                  </a:lnTo>
                  <a:lnTo>
                    <a:pt x="267944" y="771372"/>
                  </a:lnTo>
                  <a:lnTo>
                    <a:pt x="269392" y="763803"/>
                  </a:lnTo>
                  <a:close/>
                </a:path>
                <a:path w="1764664" h="1002664">
                  <a:moveTo>
                    <a:pt x="464477" y="706653"/>
                  </a:moveTo>
                  <a:lnTo>
                    <a:pt x="464286" y="699414"/>
                  </a:lnTo>
                  <a:lnTo>
                    <a:pt x="464197" y="699236"/>
                  </a:lnTo>
                  <a:lnTo>
                    <a:pt x="464197" y="496443"/>
                  </a:lnTo>
                  <a:lnTo>
                    <a:pt x="454190" y="496443"/>
                  </a:lnTo>
                  <a:lnTo>
                    <a:pt x="454190" y="688911"/>
                  </a:lnTo>
                  <a:lnTo>
                    <a:pt x="452196" y="687324"/>
                  </a:lnTo>
                  <a:lnTo>
                    <a:pt x="445719" y="685609"/>
                  </a:lnTo>
                  <a:lnTo>
                    <a:pt x="437337" y="685800"/>
                  </a:lnTo>
                  <a:lnTo>
                    <a:pt x="429412" y="686765"/>
                  </a:lnTo>
                  <a:lnTo>
                    <a:pt x="394830" y="709866"/>
                  </a:lnTo>
                  <a:lnTo>
                    <a:pt x="390182" y="723798"/>
                  </a:lnTo>
                  <a:lnTo>
                    <a:pt x="390372" y="730275"/>
                  </a:lnTo>
                  <a:lnTo>
                    <a:pt x="415328" y="745236"/>
                  </a:lnTo>
                  <a:lnTo>
                    <a:pt x="423811" y="744283"/>
                  </a:lnTo>
                  <a:lnTo>
                    <a:pt x="459841" y="721233"/>
                  </a:lnTo>
                  <a:lnTo>
                    <a:pt x="463029" y="714222"/>
                  </a:lnTo>
                  <a:lnTo>
                    <a:pt x="464477" y="706653"/>
                  </a:lnTo>
                  <a:close/>
                </a:path>
                <a:path w="1764664" h="1002664">
                  <a:moveTo>
                    <a:pt x="659574" y="620928"/>
                  </a:moveTo>
                  <a:lnTo>
                    <a:pt x="659384" y="613689"/>
                  </a:lnTo>
                  <a:lnTo>
                    <a:pt x="659295" y="613511"/>
                  </a:lnTo>
                  <a:lnTo>
                    <a:pt x="659295" y="486918"/>
                  </a:lnTo>
                  <a:lnTo>
                    <a:pt x="649287" y="486918"/>
                  </a:lnTo>
                  <a:lnTo>
                    <a:pt x="649287" y="603186"/>
                  </a:lnTo>
                  <a:lnTo>
                    <a:pt x="647293" y="601599"/>
                  </a:lnTo>
                  <a:lnTo>
                    <a:pt x="640816" y="599884"/>
                  </a:lnTo>
                  <a:lnTo>
                    <a:pt x="632434" y="600075"/>
                  </a:lnTo>
                  <a:lnTo>
                    <a:pt x="624497" y="601040"/>
                  </a:lnTo>
                  <a:lnTo>
                    <a:pt x="589927" y="624141"/>
                  </a:lnTo>
                  <a:lnTo>
                    <a:pt x="585279" y="638073"/>
                  </a:lnTo>
                  <a:lnTo>
                    <a:pt x="585470" y="644550"/>
                  </a:lnTo>
                  <a:lnTo>
                    <a:pt x="610425" y="659511"/>
                  </a:lnTo>
                  <a:lnTo>
                    <a:pt x="618909" y="658558"/>
                  </a:lnTo>
                  <a:lnTo>
                    <a:pt x="654939" y="635508"/>
                  </a:lnTo>
                  <a:lnTo>
                    <a:pt x="658126" y="628497"/>
                  </a:lnTo>
                  <a:lnTo>
                    <a:pt x="659574" y="620928"/>
                  </a:lnTo>
                  <a:close/>
                </a:path>
                <a:path w="1764664" h="1002664">
                  <a:moveTo>
                    <a:pt x="854671" y="706653"/>
                  </a:moveTo>
                  <a:lnTo>
                    <a:pt x="854481" y="699414"/>
                  </a:lnTo>
                  <a:lnTo>
                    <a:pt x="854379" y="699211"/>
                  </a:lnTo>
                  <a:lnTo>
                    <a:pt x="854379" y="477393"/>
                  </a:lnTo>
                  <a:lnTo>
                    <a:pt x="844384" y="477393"/>
                  </a:lnTo>
                  <a:lnTo>
                    <a:pt x="844384" y="688924"/>
                  </a:lnTo>
                  <a:lnTo>
                    <a:pt x="842378" y="687324"/>
                  </a:lnTo>
                  <a:lnTo>
                    <a:pt x="835901" y="685609"/>
                  </a:lnTo>
                  <a:lnTo>
                    <a:pt x="827519" y="685800"/>
                  </a:lnTo>
                  <a:lnTo>
                    <a:pt x="819594" y="686765"/>
                  </a:lnTo>
                  <a:lnTo>
                    <a:pt x="785025" y="709866"/>
                  </a:lnTo>
                  <a:lnTo>
                    <a:pt x="780376" y="723798"/>
                  </a:lnTo>
                  <a:lnTo>
                    <a:pt x="780567" y="730275"/>
                  </a:lnTo>
                  <a:lnTo>
                    <a:pt x="805522" y="745236"/>
                  </a:lnTo>
                  <a:lnTo>
                    <a:pt x="814006" y="744283"/>
                  </a:lnTo>
                  <a:lnTo>
                    <a:pt x="850023" y="721233"/>
                  </a:lnTo>
                  <a:lnTo>
                    <a:pt x="853224" y="714222"/>
                  </a:lnTo>
                  <a:lnTo>
                    <a:pt x="854671" y="706653"/>
                  </a:lnTo>
                  <a:close/>
                </a:path>
                <a:path w="1764664" h="1002664">
                  <a:moveTo>
                    <a:pt x="1049769" y="763803"/>
                  </a:moveTo>
                  <a:lnTo>
                    <a:pt x="1049578" y="756564"/>
                  </a:lnTo>
                  <a:lnTo>
                    <a:pt x="1049477" y="756361"/>
                  </a:lnTo>
                  <a:lnTo>
                    <a:pt x="1049477" y="601218"/>
                  </a:lnTo>
                  <a:lnTo>
                    <a:pt x="1039482" y="601218"/>
                  </a:lnTo>
                  <a:lnTo>
                    <a:pt x="1039482" y="746074"/>
                  </a:lnTo>
                  <a:lnTo>
                    <a:pt x="1037475" y="744474"/>
                  </a:lnTo>
                  <a:lnTo>
                    <a:pt x="1030998" y="742759"/>
                  </a:lnTo>
                  <a:lnTo>
                    <a:pt x="1022616" y="742950"/>
                  </a:lnTo>
                  <a:lnTo>
                    <a:pt x="1014691" y="743915"/>
                  </a:lnTo>
                  <a:lnTo>
                    <a:pt x="980109" y="767016"/>
                  </a:lnTo>
                  <a:lnTo>
                    <a:pt x="975474" y="780948"/>
                  </a:lnTo>
                  <a:lnTo>
                    <a:pt x="975664" y="787425"/>
                  </a:lnTo>
                  <a:lnTo>
                    <a:pt x="1000620" y="802386"/>
                  </a:lnTo>
                  <a:lnTo>
                    <a:pt x="1009103" y="801433"/>
                  </a:lnTo>
                  <a:lnTo>
                    <a:pt x="1045121" y="778383"/>
                  </a:lnTo>
                  <a:lnTo>
                    <a:pt x="1048321" y="771372"/>
                  </a:lnTo>
                  <a:lnTo>
                    <a:pt x="1049769" y="763803"/>
                  </a:lnTo>
                  <a:close/>
                </a:path>
                <a:path w="1764664" h="1002664">
                  <a:moveTo>
                    <a:pt x="1244866" y="820953"/>
                  </a:moveTo>
                  <a:lnTo>
                    <a:pt x="1244676" y="813714"/>
                  </a:lnTo>
                  <a:lnTo>
                    <a:pt x="1244574" y="813511"/>
                  </a:lnTo>
                  <a:lnTo>
                    <a:pt x="1244574" y="620268"/>
                  </a:lnTo>
                  <a:lnTo>
                    <a:pt x="1234579" y="620268"/>
                  </a:lnTo>
                  <a:lnTo>
                    <a:pt x="1234579" y="803224"/>
                  </a:lnTo>
                  <a:lnTo>
                    <a:pt x="1232573" y="801624"/>
                  </a:lnTo>
                  <a:lnTo>
                    <a:pt x="1226096" y="799909"/>
                  </a:lnTo>
                  <a:lnTo>
                    <a:pt x="1217714" y="800100"/>
                  </a:lnTo>
                  <a:lnTo>
                    <a:pt x="1209789" y="801065"/>
                  </a:lnTo>
                  <a:lnTo>
                    <a:pt x="1175207" y="824166"/>
                  </a:lnTo>
                  <a:lnTo>
                    <a:pt x="1170571" y="838098"/>
                  </a:lnTo>
                  <a:lnTo>
                    <a:pt x="1170762" y="844575"/>
                  </a:lnTo>
                  <a:lnTo>
                    <a:pt x="1195717" y="859536"/>
                  </a:lnTo>
                  <a:lnTo>
                    <a:pt x="1204201" y="858583"/>
                  </a:lnTo>
                  <a:lnTo>
                    <a:pt x="1240218" y="835533"/>
                  </a:lnTo>
                  <a:lnTo>
                    <a:pt x="1243418" y="828522"/>
                  </a:lnTo>
                  <a:lnTo>
                    <a:pt x="1244866" y="820953"/>
                  </a:lnTo>
                  <a:close/>
                </a:path>
                <a:path w="1764664" h="1002664">
                  <a:moveTo>
                    <a:pt x="1460284" y="854811"/>
                  </a:moveTo>
                  <a:lnTo>
                    <a:pt x="1439672" y="854811"/>
                  </a:lnTo>
                  <a:lnTo>
                    <a:pt x="1439672" y="639318"/>
                  </a:lnTo>
                  <a:lnTo>
                    <a:pt x="1429664" y="639318"/>
                  </a:lnTo>
                  <a:lnTo>
                    <a:pt x="1429664" y="854811"/>
                  </a:lnTo>
                  <a:lnTo>
                    <a:pt x="1349146" y="854811"/>
                  </a:lnTo>
                  <a:lnTo>
                    <a:pt x="1349146" y="861961"/>
                  </a:lnTo>
                  <a:lnTo>
                    <a:pt x="1429664" y="861961"/>
                  </a:lnTo>
                  <a:lnTo>
                    <a:pt x="1429664" y="888936"/>
                  </a:lnTo>
                  <a:lnTo>
                    <a:pt x="1427670" y="887349"/>
                  </a:lnTo>
                  <a:lnTo>
                    <a:pt x="1421193" y="885634"/>
                  </a:lnTo>
                  <a:lnTo>
                    <a:pt x="1381950" y="897826"/>
                  </a:lnTo>
                  <a:lnTo>
                    <a:pt x="1369314" y="911961"/>
                  </a:lnTo>
                  <a:lnTo>
                    <a:pt x="1349146" y="911961"/>
                  </a:lnTo>
                  <a:lnTo>
                    <a:pt x="1349146" y="919111"/>
                  </a:lnTo>
                  <a:lnTo>
                    <a:pt x="1366596" y="919111"/>
                  </a:lnTo>
                  <a:lnTo>
                    <a:pt x="1365656" y="923823"/>
                  </a:lnTo>
                  <a:lnTo>
                    <a:pt x="1390802" y="945261"/>
                  </a:lnTo>
                  <a:lnTo>
                    <a:pt x="1399286" y="944308"/>
                  </a:lnTo>
                  <a:lnTo>
                    <a:pt x="1435315" y="921258"/>
                  </a:lnTo>
                  <a:lnTo>
                    <a:pt x="1436293" y="919111"/>
                  </a:lnTo>
                  <a:lnTo>
                    <a:pt x="1460284" y="919111"/>
                  </a:lnTo>
                  <a:lnTo>
                    <a:pt x="1460284" y="911961"/>
                  </a:lnTo>
                  <a:lnTo>
                    <a:pt x="1438948" y="911961"/>
                  </a:lnTo>
                  <a:lnTo>
                    <a:pt x="1439951" y="906678"/>
                  </a:lnTo>
                  <a:lnTo>
                    <a:pt x="1439760" y="899439"/>
                  </a:lnTo>
                  <a:lnTo>
                    <a:pt x="1439672" y="899261"/>
                  </a:lnTo>
                  <a:lnTo>
                    <a:pt x="1439672" y="861961"/>
                  </a:lnTo>
                  <a:lnTo>
                    <a:pt x="1460284" y="861961"/>
                  </a:lnTo>
                  <a:lnTo>
                    <a:pt x="1460284" y="854811"/>
                  </a:lnTo>
                  <a:close/>
                </a:path>
                <a:path w="1764664" h="1002664">
                  <a:moveTo>
                    <a:pt x="1655381" y="854811"/>
                  </a:moveTo>
                  <a:lnTo>
                    <a:pt x="1634769" y="854811"/>
                  </a:lnTo>
                  <a:lnTo>
                    <a:pt x="1634769" y="658368"/>
                  </a:lnTo>
                  <a:lnTo>
                    <a:pt x="1624761" y="658368"/>
                  </a:lnTo>
                  <a:lnTo>
                    <a:pt x="1624761" y="854811"/>
                  </a:lnTo>
                  <a:lnTo>
                    <a:pt x="1544243" y="854811"/>
                  </a:lnTo>
                  <a:lnTo>
                    <a:pt x="1544243" y="861961"/>
                  </a:lnTo>
                  <a:lnTo>
                    <a:pt x="1624761" y="861961"/>
                  </a:lnTo>
                  <a:lnTo>
                    <a:pt x="1624761" y="911961"/>
                  </a:lnTo>
                  <a:lnTo>
                    <a:pt x="1544243" y="911961"/>
                  </a:lnTo>
                  <a:lnTo>
                    <a:pt x="1544243" y="919111"/>
                  </a:lnTo>
                  <a:lnTo>
                    <a:pt x="1624761" y="919111"/>
                  </a:lnTo>
                  <a:lnTo>
                    <a:pt x="1624761" y="946086"/>
                  </a:lnTo>
                  <a:lnTo>
                    <a:pt x="1622767" y="944499"/>
                  </a:lnTo>
                  <a:lnTo>
                    <a:pt x="1616290" y="942784"/>
                  </a:lnTo>
                  <a:lnTo>
                    <a:pt x="1577047" y="954976"/>
                  </a:lnTo>
                  <a:lnTo>
                    <a:pt x="1564411" y="969111"/>
                  </a:lnTo>
                  <a:lnTo>
                    <a:pt x="1544243" y="969111"/>
                  </a:lnTo>
                  <a:lnTo>
                    <a:pt x="1544243" y="976261"/>
                  </a:lnTo>
                  <a:lnTo>
                    <a:pt x="1561693" y="976261"/>
                  </a:lnTo>
                  <a:lnTo>
                    <a:pt x="1560753" y="980973"/>
                  </a:lnTo>
                  <a:lnTo>
                    <a:pt x="1585899" y="1002411"/>
                  </a:lnTo>
                  <a:lnTo>
                    <a:pt x="1594383" y="1001458"/>
                  </a:lnTo>
                  <a:lnTo>
                    <a:pt x="1630413" y="978408"/>
                  </a:lnTo>
                  <a:lnTo>
                    <a:pt x="1631378" y="976261"/>
                  </a:lnTo>
                  <a:lnTo>
                    <a:pt x="1655381" y="976261"/>
                  </a:lnTo>
                  <a:lnTo>
                    <a:pt x="1655381" y="969111"/>
                  </a:lnTo>
                  <a:lnTo>
                    <a:pt x="1634032" y="969111"/>
                  </a:lnTo>
                  <a:lnTo>
                    <a:pt x="1635048" y="963828"/>
                  </a:lnTo>
                  <a:lnTo>
                    <a:pt x="1634858" y="956589"/>
                  </a:lnTo>
                  <a:lnTo>
                    <a:pt x="1634769" y="956411"/>
                  </a:lnTo>
                  <a:lnTo>
                    <a:pt x="1634769" y="919111"/>
                  </a:lnTo>
                  <a:lnTo>
                    <a:pt x="1655381" y="919111"/>
                  </a:lnTo>
                  <a:lnTo>
                    <a:pt x="1655381" y="911961"/>
                  </a:lnTo>
                  <a:lnTo>
                    <a:pt x="1634769" y="911961"/>
                  </a:lnTo>
                  <a:lnTo>
                    <a:pt x="1634769" y="861961"/>
                  </a:lnTo>
                  <a:lnTo>
                    <a:pt x="1655381" y="861961"/>
                  </a:lnTo>
                  <a:lnTo>
                    <a:pt x="1655381" y="854811"/>
                  </a:lnTo>
                  <a:close/>
                </a:path>
                <a:path w="1764664" h="1002664">
                  <a:moveTo>
                    <a:pt x="1764461" y="0"/>
                  </a:moveTo>
                  <a:lnTo>
                    <a:pt x="1755889" y="0"/>
                  </a:lnTo>
                  <a:lnTo>
                    <a:pt x="1755889" y="806958"/>
                  </a:lnTo>
                  <a:lnTo>
                    <a:pt x="1764461" y="806958"/>
                  </a:lnTo>
                  <a:lnTo>
                    <a:pt x="17644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2496970" y="3733292"/>
            <a:ext cx="60896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Bauer Bodoni Std Bold Cond" panose="02070903080706020303" pitchFamily="18" charset="77"/>
                <a:cs typeface="Source Serif 4"/>
              </a:rPr>
              <a:t>tempestoso</a:t>
            </a:r>
            <a:endParaRPr sz="900" b="1">
              <a:latin typeface="Bauer Bodoni Std Bold Cond" panose="02070903080706020303" pitchFamily="18" charset="77"/>
              <a:cs typeface="Source Serif 4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2543642" y="3459098"/>
            <a:ext cx="4737100" cy="1201420"/>
            <a:chOff x="2543642" y="3459098"/>
            <a:chExt cx="4737100" cy="1201420"/>
          </a:xfrm>
        </p:grpSpPr>
        <p:sp>
          <p:nvSpPr>
            <p:cNvPr id="118" name="object 118"/>
            <p:cNvSpPr/>
            <p:nvPr/>
          </p:nvSpPr>
          <p:spPr>
            <a:xfrm>
              <a:off x="2583675" y="3936501"/>
              <a:ext cx="4684395" cy="723900"/>
            </a:xfrm>
            <a:custGeom>
              <a:avLst/>
              <a:gdLst/>
              <a:ahLst/>
              <a:cxnLst/>
              <a:rect l="l" t="t" r="r" b="b"/>
              <a:pathLst>
                <a:path w="4684395" h="723900">
                  <a:moveTo>
                    <a:pt x="585279" y="252463"/>
                  </a:moveTo>
                  <a:lnTo>
                    <a:pt x="0" y="281038"/>
                  </a:lnTo>
                  <a:lnTo>
                    <a:pt x="0" y="309638"/>
                  </a:lnTo>
                  <a:lnTo>
                    <a:pt x="585279" y="281063"/>
                  </a:lnTo>
                  <a:lnTo>
                    <a:pt x="585279" y="252463"/>
                  </a:lnTo>
                  <a:close/>
                </a:path>
                <a:path w="4684395" h="723900">
                  <a:moveTo>
                    <a:pt x="585279" y="209550"/>
                  </a:moveTo>
                  <a:lnTo>
                    <a:pt x="0" y="238125"/>
                  </a:lnTo>
                  <a:lnTo>
                    <a:pt x="0" y="266725"/>
                  </a:lnTo>
                  <a:lnTo>
                    <a:pt x="585279" y="238150"/>
                  </a:lnTo>
                  <a:lnTo>
                    <a:pt x="585279" y="209550"/>
                  </a:lnTo>
                  <a:close/>
                </a:path>
                <a:path w="4684395" h="723900">
                  <a:moveTo>
                    <a:pt x="1365656" y="42913"/>
                  </a:moveTo>
                  <a:lnTo>
                    <a:pt x="780376" y="71488"/>
                  </a:lnTo>
                  <a:lnTo>
                    <a:pt x="780376" y="100088"/>
                  </a:lnTo>
                  <a:lnTo>
                    <a:pt x="1365656" y="71513"/>
                  </a:lnTo>
                  <a:lnTo>
                    <a:pt x="1365656" y="42913"/>
                  </a:lnTo>
                  <a:close/>
                </a:path>
                <a:path w="4684395" h="723900">
                  <a:moveTo>
                    <a:pt x="1365656" y="0"/>
                  </a:moveTo>
                  <a:lnTo>
                    <a:pt x="780376" y="28575"/>
                  </a:lnTo>
                  <a:lnTo>
                    <a:pt x="780376" y="57175"/>
                  </a:lnTo>
                  <a:lnTo>
                    <a:pt x="1365656" y="28600"/>
                  </a:lnTo>
                  <a:lnTo>
                    <a:pt x="1365656" y="0"/>
                  </a:lnTo>
                  <a:close/>
                </a:path>
                <a:path w="4684395" h="723900">
                  <a:moveTo>
                    <a:pt x="2146046" y="224040"/>
                  </a:moveTo>
                  <a:lnTo>
                    <a:pt x="1560753" y="166890"/>
                  </a:lnTo>
                  <a:lnTo>
                    <a:pt x="1560753" y="195592"/>
                  </a:lnTo>
                  <a:lnTo>
                    <a:pt x="2146046" y="252742"/>
                  </a:lnTo>
                  <a:lnTo>
                    <a:pt x="2146046" y="224040"/>
                  </a:lnTo>
                  <a:close/>
                </a:path>
                <a:path w="4684395" h="723900">
                  <a:moveTo>
                    <a:pt x="2146046" y="180975"/>
                  </a:moveTo>
                  <a:lnTo>
                    <a:pt x="1560753" y="123825"/>
                  </a:lnTo>
                  <a:lnTo>
                    <a:pt x="1560753" y="152527"/>
                  </a:lnTo>
                  <a:lnTo>
                    <a:pt x="2146046" y="209677"/>
                  </a:lnTo>
                  <a:lnTo>
                    <a:pt x="2146046" y="180975"/>
                  </a:lnTo>
                  <a:close/>
                </a:path>
                <a:path w="4684395" h="723900">
                  <a:moveTo>
                    <a:pt x="2434044" y="37807"/>
                  </a:moveTo>
                  <a:lnTo>
                    <a:pt x="2338603" y="8953"/>
                  </a:lnTo>
                  <a:lnTo>
                    <a:pt x="2338603" y="16383"/>
                  </a:lnTo>
                  <a:lnTo>
                    <a:pt x="2409469" y="37528"/>
                  </a:lnTo>
                  <a:lnTo>
                    <a:pt x="2409469" y="37807"/>
                  </a:lnTo>
                  <a:lnTo>
                    <a:pt x="2338603" y="58953"/>
                  </a:lnTo>
                  <a:lnTo>
                    <a:pt x="2338603" y="66675"/>
                  </a:lnTo>
                  <a:lnTo>
                    <a:pt x="2434044" y="37807"/>
                  </a:lnTo>
                  <a:close/>
                </a:path>
                <a:path w="4684395" h="723900">
                  <a:moveTo>
                    <a:pt x="2543200" y="580161"/>
                  </a:moveTo>
                  <a:lnTo>
                    <a:pt x="2542438" y="573684"/>
                  </a:lnTo>
                  <a:lnTo>
                    <a:pt x="2538819" y="570166"/>
                  </a:lnTo>
                  <a:lnTo>
                    <a:pt x="2532342" y="569595"/>
                  </a:lnTo>
                  <a:lnTo>
                    <a:pt x="2525674" y="570166"/>
                  </a:lnTo>
                  <a:lnTo>
                    <a:pt x="2522055" y="573684"/>
                  </a:lnTo>
                  <a:lnTo>
                    <a:pt x="2521483" y="580161"/>
                  </a:lnTo>
                  <a:lnTo>
                    <a:pt x="2522055" y="586638"/>
                  </a:lnTo>
                  <a:lnTo>
                    <a:pt x="2525674" y="590359"/>
                  </a:lnTo>
                  <a:lnTo>
                    <a:pt x="2532342" y="591312"/>
                  </a:lnTo>
                  <a:lnTo>
                    <a:pt x="2538819" y="590359"/>
                  </a:lnTo>
                  <a:lnTo>
                    <a:pt x="2542438" y="586638"/>
                  </a:lnTo>
                  <a:lnTo>
                    <a:pt x="2543200" y="580161"/>
                  </a:lnTo>
                  <a:close/>
                </a:path>
                <a:path w="4684395" h="723900">
                  <a:moveTo>
                    <a:pt x="4684217" y="266700"/>
                  </a:moveTo>
                  <a:lnTo>
                    <a:pt x="2616276" y="266700"/>
                  </a:lnTo>
                  <a:lnTo>
                    <a:pt x="2616276" y="228600"/>
                  </a:lnTo>
                  <a:lnTo>
                    <a:pt x="2606281" y="228600"/>
                  </a:lnTo>
                  <a:lnTo>
                    <a:pt x="2606281" y="468706"/>
                  </a:lnTo>
                  <a:lnTo>
                    <a:pt x="2604274" y="467106"/>
                  </a:lnTo>
                  <a:lnTo>
                    <a:pt x="2597797" y="465391"/>
                  </a:lnTo>
                  <a:lnTo>
                    <a:pt x="2589415" y="465582"/>
                  </a:lnTo>
                  <a:lnTo>
                    <a:pt x="2581491" y="466547"/>
                  </a:lnTo>
                  <a:lnTo>
                    <a:pt x="2546908" y="489648"/>
                  </a:lnTo>
                  <a:lnTo>
                    <a:pt x="2545918" y="491718"/>
                  </a:lnTo>
                  <a:lnTo>
                    <a:pt x="2527516" y="491718"/>
                  </a:lnTo>
                  <a:lnTo>
                    <a:pt x="2525750" y="491718"/>
                  </a:lnTo>
                  <a:lnTo>
                    <a:pt x="2441791" y="491718"/>
                  </a:lnTo>
                  <a:lnTo>
                    <a:pt x="2421178" y="491718"/>
                  </a:lnTo>
                  <a:lnTo>
                    <a:pt x="2421178" y="441718"/>
                  </a:lnTo>
                  <a:lnTo>
                    <a:pt x="2441791" y="441718"/>
                  </a:lnTo>
                  <a:lnTo>
                    <a:pt x="2525750" y="441718"/>
                  </a:lnTo>
                  <a:lnTo>
                    <a:pt x="2527516" y="441718"/>
                  </a:lnTo>
                  <a:lnTo>
                    <a:pt x="2606281" y="441718"/>
                  </a:lnTo>
                  <a:lnTo>
                    <a:pt x="2606281" y="434568"/>
                  </a:lnTo>
                  <a:lnTo>
                    <a:pt x="2527516" y="434568"/>
                  </a:lnTo>
                  <a:lnTo>
                    <a:pt x="2525750" y="434568"/>
                  </a:lnTo>
                  <a:lnTo>
                    <a:pt x="2441791" y="434568"/>
                  </a:lnTo>
                  <a:lnTo>
                    <a:pt x="2421178" y="434568"/>
                  </a:lnTo>
                  <a:lnTo>
                    <a:pt x="2421178" y="384568"/>
                  </a:lnTo>
                  <a:lnTo>
                    <a:pt x="2441791" y="384568"/>
                  </a:lnTo>
                  <a:lnTo>
                    <a:pt x="2525750" y="384568"/>
                  </a:lnTo>
                  <a:lnTo>
                    <a:pt x="2527516" y="384568"/>
                  </a:lnTo>
                  <a:lnTo>
                    <a:pt x="2606281" y="384568"/>
                  </a:lnTo>
                  <a:lnTo>
                    <a:pt x="2606281" y="377418"/>
                  </a:lnTo>
                  <a:lnTo>
                    <a:pt x="2527516" y="377418"/>
                  </a:lnTo>
                  <a:lnTo>
                    <a:pt x="2525750" y="377418"/>
                  </a:lnTo>
                  <a:lnTo>
                    <a:pt x="2441791" y="377418"/>
                  </a:lnTo>
                  <a:lnTo>
                    <a:pt x="2421178" y="377418"/>
                  </a:lnTo>
                  <a:lnTo>
                    <a:pt x="2421178" y="329565"/>
                  </a:lnTo>
                  <a:lnTo>
                    <a:pt x="2606281" y="329565"/>
                  </a:lnTo>
                  <a:lnTo>
                    <a:pt x="2606281" y="323850"/>
                  </a:lnTo>
                  <a:lnTo>
                    <a:pt x="2421178" y="323850"/>
                  </a:lnTo>
                  <a:lnTo>
                    <a:pt x="2421178" y="272415"/>
                  </a:lnTo>
                  <a:lnTo>
                    <a:pt x="2606281" y="272415"/>
                  </a:lnTo>
                  <a:lnTo>
                    <a:pt x="2606281" y="266700"/>
                  </a:lnTo>
                  <a:lnTo>
                    <a:pt x="2421178" y="266700"/>
                  </a:lnTo>
                  <a:lnTo>
                    <a:pt x="2421178" y="238125"/>
                  </a:lnTo>
                  <a:lnTo>
                    <a:pt x="2411184" y="238125"/>
                  </a:lnTo>
                  <a:lnTo>
                    <a:pt x="2411184" y="266700"/>
                  </a:lnTo>
                  <a:lnTo>
                    <a:pt x="2263038" y="266700"/>
                  </a:lnTo>
                  <a:lnTo>
                    <a:pt x="2263038" y="272415"/>
                  </a:lnTo>
                  <a:lnTo>
                    <a:pt x="2411184" y="272415"/>
                  </a:lnTo>
                  <a:lnTo>
                    <a:pt x="2411184" y="323850"/>
                  </a:lnTo>
                  <a:lnTo>
                    <a:pt x="2263038" y="323850"/>
                  </a:lnTo>
                  <a:lnTo>
                    <a:pt x="2263038" y="329565"/>
                  </a:lnTo>
                  <a:lnTo>
                    <a:pt x="2411184" y="329565"/>
                  </a:lnTo>
                  <a:lnTo>
                    <a:pt x="2411184" y="377418"/>
                  </a:lnTo>
                  <a:lnTo>
                    <a:pt x="2330653" y="377418"/>
                  </a:lnTo>
                  <a:lnTo>
                    <a:pt x="2330653" y="384568"/>
                  </a:lnTo>
                  <a:lnTo>
                    <a:pt x="2411184" y="384568"/>
                  </a:lnTo>
                  <a:lnTo>
                    <a:pt x="2411184" y="434568"/>
                  </a:lnTo>
                  <a:lnTo>
                    <a:pt x="2330653" y="434568"/>
                  </a:lnTo>
                  <a:lnTo>
                    <a:pt x="2330653" y="441718"/>
                  </a:lnTo>
                  <a:lnTo>
                    <a:pt x="2411184" y="441718"/>
                  </a:lnTo>
                  <a:lnTo>
                    <a:pt x="2411184" y="491718"/>
                  </a:lnTo>
                  <a:lnTo>
                    <a:pt x="2330653" y="491718"/>
                  </a:lnTo>
                  <a:lnTo>
                    <a:pt x="2330653" y="498868"/>
                  </a:lnTo>
                  <a:lnTo>
                    <a:pt x="2411184" y="498868"/>
                  </a:lnTo>
                  <a:lnTo>
                    <a:pt x="2411184" y="525856"/>
                  </a:lnTo>
                  <a:lnTo>
                    <a:pt x="2409177" y="524256"/>
                  </a:lnTo>
                  <a:lnTo>
                    <a:pt x="2402700" y="522541"/>
                  </a:lnTo>
                  <a:lnTo>
                    <a:pt x="2394318" y="522732"/>
                  </a:lnTo>
                  <a:lnTo>
                    <a:pt x="2356764" y="540537"/>
                  </a:lnTo>
                  <a:lnTo>
                    <a:pt x="2350820" y="548868"/>
                  </a:lnTo>
                  <a:lnTo>
                    <a:pt x="2330653" y="548868"/>
                  </a:lnTo>
                  <a:lnTo>
                    <a:pt x="2330653" y="556018"/>
                  </a:lnTo>
                  <a:lnTo>
                    <a:pt x="2348115" y="556018"/>
                  </a:lnTo>
                  <a:lnTo>
                    <a:pt x="2347176" y="560730"/>
                  </a:lnTo>
                  <a:lnTo>
                    <a:pt x="2372322" y="582168"/>
                  </a:lnTo>
                  <a:lnTo>
                    <a:pt x="2380805" y="581215"/>
                  </a:lnTo>
                  <a:lnTo>
                    <a:pt x="2416822" y="558165"/>
                  </a:lnTo>
                  <a:lnTo>
                    <a:pt x="2417800" y="556018"/>
                  </a:lnTo>
                  <a:lnTo>
                    <a:pt x="2433624" y="556018"/>
                  </a:lnTo>
                  <a:lnTo>
                    <a:pt x="2433180" y="558165"/>
                  </a:lnTo>
                  <a:lnTo>
                    <a:pt x="2432227" y="566928"/>
                  </a:lnTo>
                  <a:lnTo>
                    <a:pt x="2432901" y="568553"/>
                  </a:lnTo>
                  <a:lnTo>
                    <a:pt x="2432901" y="723900"/>
                  </a:lnTo>
                  <a:lnTo>
                    <a:pt x="2442895" y="723900"/>
                  </a:lnTo>
                  <a:lnTo>
                    <a:pt x="2442895" y="580072"/>
                  </a:lnTo>
                  <a:lnTo>
                    <a:pt x="2447188" y="582447"/>
                  </a:lnTo>
                  <a:lnTo>
                    <a:pt x="2452903" y="583590"/>
                  </a:lnTo>
                  <a:lnTo>
                    <a:pt x="2459190" y="583018"/>
                  </a:lnTo>
                  <a:lnTo>
                    <a:pt x="2467254" y="582117"/>
                  </a:lnTo>
                  <a:lnTo>
                    <a:pt x="2475192" y="579945"/>
                  </a:lnTo>
                  <a:lnTo>
                    <a:pt x="2482977" y="576541"/>
                  </a:lnTo>
                  <a:lnTo>
                    <a:pt x="2487968" y="573493"/>
                  </a:lnTo>
                  <a:lnTo>
                    <a:pt x="2490622" y="571881"/>
                  </a:lnTo>
                  <a:lnTo>
                    <a:pt x="2497328" y="566305"/>
                  </a:lnTo>
                  <a:lnTo>
                    <a:pt x="2502331" y="560158"/>
                  </a:lnTo>
                  <a:lnTo>
                    <a:pt x="2504351" y="556018"/>
                  </a:lnTo>
                  <a:lnTo>
                    <a:pt x="2527516" y="556018"/>
                  </a:lnTo>
                  <a:lnTo>
                    <a:pt x="2527516" y="548868"/>
                  </a:lnTo>
                  <a:lnTo>
                    <a:pt x="2506599" y="548868"/>
                  </a:lnTo>
                  <a:lnTo>
                    <a:pt x="2507196" y="546163"/>
                  </a:lnTo>
                  <a:lnTo>
                    <a:pt x="2507958" y="537400"/>
                  </a:lnTo>
                  <a:lnTo>
                    <a:pt x="2505075" y="530440"/>
                  </a:lnTo>
                  <a:lnTo>
                    <a:pt x="2504998" y="530250"/>
                  </a:lnTo>
                  <a:lnTo>
                    <a:pt x="2499474" y="525678"/>
                  </a:lnTo>
                  <a:lnTo>
                    <a:pt x="2499474" y="535012"/>
                  </a:lnTo>
                  <a:lnTo>
                    <a:pt x="2499474" y="538632"/>
                  </a:lnTo>
                  <a:lnTo>
                    <a:pt x="2497480" y="542823"/>
                  </a:lnTo>
                  <a:lnTo>
                    <a:pt x="2493480" y="547585"/>
                  </a:lnTo>
                  <a:lnTo>
                    <a:pt x="2491994" y="548868"/>
                  </a:lnTo>
                  <a:lnTo>
                    <a:pt x="2483751" y="548868"/>
                  </a:lnTo>
                  <a:lnTo>
                    <a:pt x="2483751" y="556018"/>
                  </a:lnTo>
                  <a:lnTo>
                    <a:pt x="2450617" y="573493"/>
                  </a:lnTo>
                  <a:lnTo>
                    <a:pt x="2446617" y="573303"/>
                  </a:lnTo>
                  <a:lnTo>
                    <a:pt x="2442895" y="572960"/>
                  </a:lnTo>
                  <a:lnTo>
                    <a:pt x="2442895" y="563880"/>
                  </a:lnTo>
                  <a:lnTo>
                    <a:pt x="2441918" y="563880"/>
                  </a:lnTo>
                  <a:lnTo>
                    <a:pt x="2442108" y="563092"/>
                  </a:lnTo>
                  <a:lnTo>
                    <a:pt x="2445181" y="557872"/>
                  </a:lnTo>
                  <a:lnTo>
                    <a:pt x="2446883" y="556018"/>
                  </a:lnTo>
                  <a:lnTo>
                    <a:pt x="2483751" y="556018"/>
                  </a:lnTo>
                  <a:lnTo>
                    <a:pt x="2483751" y="548868"/>
                  </a:lnTo>
                  <a:lnTo>
                    <a:pt x="2454592" y="548868"/>
                  </a:lnTo>
                  <a:lnTo>
                    <a:pt x="2461095" y="543585"/>
                  </a:lnTo>
                  <a:lnTo>
                    <a:pt x="2466898" y="539877"/>
                  </a:lnTo>
                  <a:lnTo>
                    <a:pt x="2474328" y="535876"/>
                  </a:lnTo>
                  <a:lnTo>
                    <a:pt x="2481948" y="532066"/>
                  </a:lnTo>
                  <a:lnTo>
                    <a:pt x="2488615" y="530440"/>
                  </a:lnTo>
                  <a:lnTo>
                    <a:pt x="2494330" y="531012"/>
                  </a:lnTo>
                  <a:lnTo>
                    <a:pt x="2497188" y="531393"/>
                  </a:lnTo>
                  <a:lnTo>
                    <a:pt x="2498902" y="532726"/>
                  </a:lnTo>
                  <a:lnTo>
                    <a:pt x="2499474" y="535012"/>
                  </a:lnTo>
                  <a:lnTo>
                    <a:pt x="2499474" y="525678"/>
                  </a:lnTo>
                  <a:lnTo>
                    <a:pt x="2498331" y="524725"/>
                  </a:lnTo>
                  <a:lnTo>
                    <a:pt x="2493187" y="521868"/>
                  </a:lnTo>
                  <a:lnTo>
                    <a:pt x="2487384" y="520725"/>
                  </a:lnTo>
                  <a:lnTo>
                    <a:pt x="2480907" y="521296"/>
                  </a:lnTo>
                  <a:lnTo>
                    <a:pt x="2442883" y="537908"/>
                  </a:lnTo>
                  <a:lnTo>
                    <a:pt x="2435644" y="548868"/>
                  </a:lnTo>
                  <a:lnTo>
                    <a:pt x="2420455" y="548868"/>
                  </a:lnTo>
                  <a:lnTo>
                    <a:pt x="2421471" y="543585"/>
                  </a:lnTo>
                  <a:lnTo>
                    <a:pt x="2421280" y="536346"/>
                  </a:lnTo>
                  <a:lnTo>
                    <a:pt x="2421178" y="536143"/>
                  </a:lnTo>
                  <a:lnTo>
                    <a:pt x="2421178" y="498868"/>
                  </a:lnTo>
                  <a:lnTo>
                    <a:pt x="2441791" y="498868"/>
                  </a:lnTo>
                  <a:lnTo>
                    <a:pt x="2525750" y="498868"/>
                  </a:lnTo>
                  <a:lnTo>
                    <a:pt x="2527516" y="498868"/>
                  </a:lnTo>
                  <a:lnTo>
                    <a:pt x="2543213" y="498868"/>
                  </a:lnTo>
                  <a:lnTo>
                    <a:pt x="2542273" y="503580"/>
                  </a:lnTo>
                  <a:lnTo>
                    <a:pt x="2567419" y="525018"/>
                  </a:lnTo>
                  <a:lnTo>
                    <a:pt x="2575890" y="524065"/>
                  </a:lnTo>
                  <a:lnTo>
                    <a:pt x="2611920" y="501015"/>
                  </a:lnTo>
                  <a:lnTo>
                    <a:pt x="2612898" y="498868"/>
                  </a:lnTo>
                  <a:lnTo>
                    <a:pt x="2636888" y="498868"/>
                  </a:lnTo>
                  <a:lnTo>
                    <a:pt x="2636888" y="491718"/>
                  </a:lnTo>
                  <a:lnTo>
                    <a:pt x="2615552" y="491718"/>
                  </a:lnTo>
                  <a:lnTo>
                    <a:pt x="2616568" y="486435"/>
                  </a:lnTo>
                  <a:lnTo>
                    <a:pt x="2616377" y="479196"/>
                  </a:lnTo>
                  <a:lnTo>
                    <a:pt x="2616276" y="478993"/>
                  </a:lnTo>
                  <a:lnTo>
                    <a:pt x="2616276" y="441718"/>
                  </a:lnTo>
                  <a:lnTo>
                    <a:pt x="2636888" y="441718"/>
                  </a:lnTo>
                  <a:lnTo>
                    <a:pt x="2636888" y="434568"/>
                  </a:lnTo>
                  <a:lnTo>
                    <a:pt x="2616276" y="434568"/>
                  </a:lnTo>
                  <a:lnTo>
                    <a:pt x="2616276" y="384568"/>
                  </a:lnTo>
                  <a:lnTo>
                    <a:pt x="2636888" y="384568"/>
                  </a:lnTo>
                  <a:lnTo>
                    <a:pt x="2636888" y="377418"/>
                  </a:lnTo>
                  <a:lnTo>
                    <a:pt x="2616276" y="377418"/>
                  </a:lnTo>
                  <a:lnTo>
                    <a:pt x="2616276" y="329565"/>
                  </a:lnTo>
                  <a:lnTo>
                    <a:pt x="4684217" y="329565"/>
                  </a:lnTo>
                  <a:lnTo>
                    <a:pt x="4684217" y="323850"/>
                  </a:lnTo>
                  <a:lnTo>
                    <a:pt x="2616276" y="323850"/>
                  </a:lnTo>
                  <a:lnTo>
                    <a:pt x="2616276" y="272415"/>
                  </a:lnTo>
                  <a:lnTo>
                    <a:pt x="4684217" y="272415"/>
                  </a:lnTo>
                  <a:lnTo>
                    <a:pt x="4684217" y="266700"/>
                  </a:lnTo>
                  <a:close/>
                </a:path>
                <a:path w="4684395" h="723900">
                  <a:moveTo>
                    <a:pt x="4684217" y="209550"/>
                  </a:moveTo>
                  <a:lnTo>
                    <a:pt x="2263038" y="209550"/>
                  </a:lnTo>
                  <a:lnTo>
                    <a:pt x="2263038" y="215265"/>
                  </a:lnTo>
                  <a:lnTo>
                    <a:pt x="4684217" y="215265"/>
                  </a:lnTo>
                  <a:lnTo>
                    <a:pt x="4684217" y="209550"/>
                  </a:lnTo>
                  <a:close/>
                </a:path>
                <a:path w="4684395" h="723900">
                  <a:moveTo>
                    <a:pt x="4684217" y="152400"/>
                  </a:moveTo>
                  <a:lnTo>
                    <a:pt x="2263038" y="152400"/>
                  </a:lnTo>
                  <a:lnTo>
                    <a:pt x="2263038" y="158115"/>
                  </a:lnTo>
                  <a:lnTo>
                    <a:pt x="4684217" y="158115"/>
                  </a:lnTo>
                  <a:lnTo>
                    <a:pt x="4684217" y="152400"/>
                  </a:lnTo>
                  <a:close/>
                </a:path>
                <a:path w="4684395" h="723900">
                  <a:moveTo>
                    <a:pt x="4684217" y="95250"/>
                  </a:moveTo>
                  <a:lnTo>
                    <a:pt x="2263038" y="95250"/>
                  </a:lnTo>
                  <a:lnTo>
                    <a:pt x="2263038" y="100965"/>
                  </a:lnTo>
                  <a:lnTo>
                    <a:pt x="4684217" y="100965"/>
                  </a:lnTo>
                  <a:lnTo>
                    <a:pt x="4684217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304526" y="4155567"/>
              <a:ext cx="111140" cy="248792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5004854" y="3459108"/>
              <a:ext cx="2275840" cy="1002665"/>
            </a:xfrm>
            <a:custGeom>
              <a:avLst/>
              <a:gdLst/>
              <a:ahLst/>
              <a:cxnLst/>
              <a:rect l="l" t="t" r="r" b="b"/>
              <a:pathLst>
                <a:path w="2275840" h="1002664">
                  <a:moveTo>
                    <a:pt x="585571" y="820953"/>
                  </a:moveTo>
                  <a:lnTo>
                    <a:pt x="585381" y="813714"/>
                  </a:lnTo>
                  <a:lnTo>
                    <a:pt x="585292" y="813536"/>
                  </a:lnTo>
                  <a:lnTo>
                    <a:pt x="585292" y="758456"/>
                  </a:lnTo>
                  <a:lnTo>
                    <a:pt x="585292" y="729856"/>
                  </a:lnTo>
                  <a:lnTo>
                    <a:pt x="585292" y="715543"/>
                  </a:lnTo>
                  <a:lnTo>
                    <a:pt x="585292" y="686943"/>
                  </a:lnTo>
                  <a:lnTo>
                    <a:pt x="575284" y="686943"/>
                  </a:lnTo>
                  <a:lnTo>
                    <a:pt x="575284" y="687438"/>
                  </a:lnTo>
                  <a:lnTo>
                    <a:pt x="0" y="715518"/>
                  </a:lnTo>
                  <a:lnTo>
                    <a:pt x="0" y="744118"/>
                  </a:lnTo>
                  <a:lnTo>
                    <a:pt x="575284" y="716038"/>
                  </a:lnTo>
                  <a:lnTo>
                    <a:pt x="575284" y="730351"/>
                  </a:lnTo>
                  <a:lnTo>
                    <a:pt x="0" y="758431"/>
                  </a:lnTo>
                  <a:lnTo>
                    <a:pt x="0" y="787031"/>
                  </a:lnTo>
                  <a:lnTo>
                    <a:pt x="575284" y="758952"/>
                  </a:lnTo>
                  <a:lnTo>
                    <a:pt x="575284" y="803211"/>
                  </a:lnTo>
                  <a:lnTo>
                    <a:pt x="573290" y="801624"/>
                  </a:lnTo>
                  <a:lnTo>
                    <a:pt x="566813" y="799909"/>
                  </a:lnTo>
                  <a:lnTo>
                    <a:pt x="527570" y="812101"/>
                  </a:lnTo>
                  <a:lnTo>
                    <a:pt x="511276" y="838098"/>
                  </a:lnTo>
                  <a:lnTo>
                    <a:pt x="511467" y="844575"/>
                  </a:lnTo>
                  <a:lnTo>
                    <a:pt x="536422" y="859536"/>
                  </a:lnTo>
                  <a:lnTo>
                    <a:pt x="544906" y="858583"/>
                  </a:lnTo>
                  <a:lnTo>
                    <a:pt x="580936" y="835533"/>
                  </a:lnTo>
                  <a:lnTo>
                    <a:pt x="584123" y="828522"/>
                  </a:lnTo>
                  <a:lnTo>
                    <a:pt x="585571" y="820953"/>
                  </a:lnTo>
                  <a:close/>
                </a:path>
                <a:path w="2275840" h="1002664">
                  <a:moveTo>
                    <a:pt x="1365948" y="706653"/>
                  </a:moveTo>
                  <a:lnTo>
                    <a:pt x="1365758" y="699414"/>
                  </a:lnTo>
                  <a:lnTo>
                    <a:pt x="1365669" y="699236"/>
                  </a:lnTo>
                  <a:lnTo>
                    <a:pt x="1365669" y="548906"/>
                  </a:lnTo>
                  <a:lnTo>
                    <a:pt x="1365669" y="520306"/>
                  </a:lnTo>
                  <a:lnTo>
                    <a:pt x="1365669" y="505993"/>
                  </a:lnTo>
                  <a:lnTo>
                    <a:pt x="1365669" y="477393"/>
                  </a:lnTo>
                  <a:lnTo>
                    <a:pt x="1355661" y="477393"/>
                  </a:lnTo>
                  <a:lnTo>
                    <a:pt x="1355661" y="477888"/>
                  </a:lnTo>
                  <a:lnTo>
                    <a:pt x="1355661" y="506488"/>
                  </a:lnTo>
                  <a:lnTo>
                    <a:pt x="1355661" y="520801"/>
                  </a:lnTo>
                  <a:lnTo>
                    <a:pt x="1170571" y="529831"/>
                  </a:lnTo>
                  <a:lnTo>
                    <a:pt x="1170571" y="515518"/>
                  </a:lnTo>
                  <a:lnTo>
                    <a:pt x="1355661" y="506488"/>
                  </a:lnTo>
                  <a:lnTo>
                    <a:pt x="1355661" y="477888"/>
                  </a:lnTo>
                  <a:lnTo>
                    <a:pt x="1170571" y="486918"/>
                  </a:lnTo>
                  <a:lnTo>
                    <a:pt x="1160576" y="486918"/>
                  </a:lnTo>
                  <a:lnTo>
                    <a:pt x="1160576" y="487413"/>
                  </a:lnTo>
                  <a:lnTo>
                    <a:pt x="1160576" y="516013"/>
                  </a:lnTo>
                  <a:lnTo>
                    <a:pt x="1160576" y="530326"/>
                  </a:lnTo>
                  <a:lnTo>
                    <a:pt x="975474" y="539356"/>
                  </a:lnTo>
                  <a:lnTo>
                    <a:pt x="975474" y="525043"/>
                  </a:lnTo>
                  <a:lnTo>
                    <a:pt x="1160576" y="516013"/>
                  </a:lnTo>
                  <a:lnTo>
                    <a:pt x="1160576" y="487413"/>
                  </a:lnTo>
                  <a:lnTo>
                    <a:pt x="975474" y="496443"/>
                  </a:lnTo>
                  <a:lnTo>
                    <a:pt x="965479" y="496443"/>
                  </a:lnTo>
                  <a:lnTo>
                    <a:pt x="965479" y="496938"/>
                  </a:lnTo>
                  <a:lnTo>
                    <a:pt x="965479" y="525538"/>
                  </a:lnTo>
                  <a:lnTo>
                    <a:pt x="965479" y="539851"/>
                  </a:lnTo>
                  <a:lnTo>
                    <a:pt x="780376" y="548881"/>
                  </a:lnTo>
                  <a:lnTo>
                    <a:pt x="780376" y="534568"/>
                  </a:lnTo>
                  <a:lnTo>
                    <a:pt x="965479" y="525538"/>
                  </a:lnTo>
                  <a:lnTo>
                    <a:pt x="965479" y="496938"/>
                  </a:lnTo>
                  <a:lnTo>
                    <a:pt x="780376" y="505968"/>
                  </a:lnTo>
                  <a:lnTo>
                    <a:pt x="770382" y="505968"/>
                  </a:lnTo>
                  <a:lnTo>
                    <a:pt x="770382" y="746074"/>
                  </a:lnTo>
                  <a:lnTo>
                    <a:pt x="768375" y="744474"/>
                  </a:lnTo>
                  <a:lnTo>
                    <a:pt x="761898" y="742759"/>
                  </a:lnTo>
                  <a:lnTo>
                    <a:pt x="753516" y="742950"/>
                  </a:lnTo>
                  <a:lnTo>
                    <a:pt x="715962" y="760755"/>
                  </a:lnTo>
                  <a:lnTo>
                    <a:pt x="706374" y="780948"/>
                  </a:lnTo>
                  <a:lnTo>
                    <a:pt x="706564" y="787425"/>
                  </a:lnTo>
                  <a:lnTo>
                    <a:pt x="731520" y="802386"/>
                  </a:lnTo>
                  <a:lnTo>
                    <a:pt x="740003" y="801433"/>
                  </a:lnTo>
                  <a:lnTo>
                    <a:pt x="776020" y="778383"/>
                  </a:lnTo>
                  <a:lnTo>
                    <a:pt x="780669" y="763803"/>
                  </a:lnTo>
                  <a:lnTo>
                    <a:pt x="780478" y="756564"/>
                  </a:lnTo>
                  <a:lnTo>
                    <a:pt x="780376" y="756361"/>
                  </a:lnTo>
                  <a:lnTo>
                    <a:pt x="780376" y="577481"/>
                  </a:lnTo>
                  <a:lnTo>
                    <a:pt x="965479" y="568452"/>
                  </a:lnTo>
                  <a:lnTo>
                    <a:pt x="965479" y="688924"/>
                  </a:lnTo>
                  <a:lnTo>
                    <a:pt x="963472" y="687324"/>
                  </a:lnTo>
                  <a:lnTo>
                    <a:pt x="956995" y="685609"/>
                  </a:lnTo>
                  <a:lnTo>
                    <a:pt x="917752" y="697801"/>
                  </a:lnTo>
                  <a:lnTo>
                    <a:pt x="901471" y="723798"/>
                  </a:lnTo>
                  <a:lnTo>
                    <a:pt x="901661" y="730275"/>
                  </a:lnTo>
                  <a:lnTo>
                    <a:pt x="926617" y="745236"/>
                  </a:lnTo>
                  <a:lnTo>
                    <a:pt x="935101" y="744283"/>
                  </a:lnTo>
                  <a:lnTo>
                    <a:pt x="971118" y="721233"/>
                  </a:lnTo>
                  <a:lnTo>
                    <a:pt x="975766" y="706653"/>
                  </a:lnTo>
                  <a:lnTo>
                    <a:pt x="975575" y="699414"/>
                  </a:lnTo>
                  <a:lnTo>
                    <a:pt x="975474" y="699211"/>
                  </a:lnTo>
                  <a:lnTo>
                    <a:pt x="975474" y="567956"/>
                  </a:lnTo>
                  <a:lnTo>
                    <a:pt x="1160576" y="558927"/>
                  </a:lnTo>
                  <a:lnTo>
                    <a:pt x="1160576" y="603199"/>
                  </a:lnTo>
                  <a:lnTo>
                    <a:pt x="1158570" y="601599"/>
                  </a:lnTo>
                  <a:lnTo>
                    <a:pt x="1152093" y="599884"/>
                  </a:lnTo>
                  <a:lnTo>
                    <a:pt x="1112850" y="612076"/>
                  </a:lnTo>
                  <a:lnTo>
                    <a:pt x="1096568" y="638073"/>
                  </a:lnTo>
                  <a:lnTo>
                    <a:pt x="1096759" y="644550"/>
                  </a:lnTo>
                  <a:lnTo>
                    <a:pt x="1121714" y="659511"/>
                  </a:lnTo>
                  <a:lnTo>
                    <a:pt x="1130198" y="658558"/>
                  </a:lnTo>
                  <a:lnTo>
                    <a:pt x="1166215" y="635508"/>
                  </a:lnTo>
                  <a:lnTo>
                    <a:pt x="1170863" y="620928"/>
                  </a:lnTo>
                  <a:lnTo>
                    <a:pt x="1170673" y="613689"/>
                  </a:lnTo>
                  <a:lnTo>
                    <a:pt x="1170571" y="613486"/>
                  </a:lnTo>
                  <a:lnTo>
                    <a:pt x="1170571" y="558431"/>
                  </a:lnTo>
                  <a:lnTo>
                    <a:pt x="1355661" y="549402"/>
                  </a:lnTo>
                  <a:lnTo>
                    <a:pt x="1355661" y="688911"/>
                  </a:lnTo>
                  <a:lnTo>
                    <a:pt x="1353667" y="687324"/>
                  </a:lnTo>
                  <a:lnTo>
                    <a:pt x="1347190" y="685609"/>
                  </a:lnTo>
                  <a:lnTo>
                    <a:pt x="1307947" y="697801"/>
                  </a:lnTo>
                  <a:lnTo>
                    <a:pt x="1291653" y="723798"/>
                  </a:lnTo>
                  <a:lnTo>
                    <a:pt x="1291844" y="730275"/>
                  </a:lnTo>
                  <a:lnTo>
                    <a:pt x="1316799" y="745236"/>
                  </a:lnTo>
                  <a:lnTo>
                    <a:pt x="1325283" y="744283"/>
                  </a:lnTo>
                  <a:lnTo>
                    <a:pt x="1361313" y="721233"/>
                  </a:lnTo>
                  <a:lnTo>
                    <a:pt x="1364500" y="714222"/>
                  </a:lnTo>
                  <a:lnTo>
                    <a:pt x="1365948" y="706653"/>
                  </a:lnTo>
                  <a:close/>
                </a:path>
                <a:path w="2275840" h="1002664">
                  <a:moveTo>
                    <a:pt x="2166658" y="854811"/>
                  </a:moveTo>
                  <a:lnTo>
                    <a:pt x="2146046" y="854811"/>
                  </a:lnTo>
                  <a:lnTo>
                    <a:pt x="2146046" y="730135"/>
                  </a:lnTo>
                  <a:lnTo>
                    <a:pt x="2146046" y="701433"/>
                  </a:lnTo>
                  <a:lnTo>
                    <a:pt x="2146046" y="687070"/>
                  </a:lnTo>
                  <a:lnTo>
                    <a:pt x="2146046" y="658368"/>
                  </a:lnTo>
                  <a:lnTo>
                    <a:pt x="2136051" y="657402"/>
                  </a:lnTo>
                  <a:lnTo>
                    <a:pt x="2136051" y="686104"/>
                  </a:lnTo>
                  <a:lnTo>
                    <a:pt x="2136051" y="700468"/>
                  </a:lnTo>
                  <a:lnTo>
                    <a:pt x="1950948" y="682383"/>
                  </a:lnTo>
                  <a:lnTo>
                    <a:pt x="1950948" y="668020"/>
                  </a:lnTo>
                  <a:lnTo>
                    <a:pt x="2136051" y="686104"/>
                  </a:lnTo>
                  <a:lnTo>
                    <a:pt x="2136051" y="657402"/>
                  </a:lnTo>
                  <a:lnTo>
                    <a:pt x="1950948" y="639318"/>
                  </a:lnTo>
                  <a:lnTo>
                    <a:pt x="1940953" y="638352"/>
                  </a:lnTo>
                  <a:lnTo>
                    <a:pt x="1940953" y="667054"/>
                  </a:lnTo>
                  <a:lnTo>
                    <a:pt x="1940953" y="681418"/>
                  </a:lnTo>
                  <a:lnTo>
                    <a:pt x="1755851" y="663333"/>
                  </a:lnTo>
                  <a:lnTo>
                    <a:pt x="1755851" y="648970"/>
                  </a:lnTo>
                  <a:lnTo>
                    <a:pt x="1940953" y="667054"/>
                  </a:lnTo>
                  <a:lnTo>
                    <a:pt x="1940953" y="638352"/>
                  </a:lnTo>
                  <a:lnTo>
                    <a:pt x="1755851" y="620268"/>
                  </a:lnTo>
                  <a:lnTo>
                    <a:pt x="1745856" y="619302"/>
                  </a:lnTo>
                  <a:lnTo>
                    <a:pt x="1745856" y="648004"/>
                  </a:lnTo>
                  <a:lnTo>
                    <a:pt x="1745856" y="662368"/>
                  </a:lnTo>
                  <a:lnTo>
                    <a:pt x="1560766" y="644283"/>
                  </a:lnTo>
                  <a:lnTo>
                    <a:pt x="1560766" y="629920"/>
                  </a:lnTo>
                  <a:lnTo>
                    <a:pt x="1745856" y="648004"/>
                  </a:lnTo>
                  <a:lnTo>
                    <a:pt x="1745856" y="619302"/>
                  </a:lnTo>
                  <a:lnTo>
                    <a:pt x="1560766" y="601218"/>
                  </a:lnTo>
                  <a:lnTo>
                    <a:pt x="1550758" y="601218"/>
                  </a:lnTo>
                  <a:lnTo>
                    <a:pt x="1550758" y="746061"/>
                  </a:lnTo>
                  <a:lnTo>
                    <a:pt x="1548765" y="744474"/>
                  </a:lnTo>
                  <a:lnTo>
                    <a:pt x="1542288" y="742759"/>
                  </a:lnTo>
                  <a:lnTo>
                    <a:pt x="1533906" y="742950"/>
                  </a:lnTo>
                  <a:lnTo>
                    <a:pt x="1525968" y="743915"/>
                  </a:lnTo>
                  <a:lnTo>
                    <a:pt x="1491399" y="767016"/>
                  </a:lnTo>
                  <a:lnTo>
                    <a:pt x="1486750" y="780948"/>
                  </a:lnTo>
                  <a:lnTo>
                    <a:pt x="1486941" y="787425"/>
                  </a:lnTo>
                  <a:lnTo>
                    <a:pt x="1511896" y="802386"/>
                  </a:lnTo>
                  <a:lnTo>
                    <a:pt x="1520380" y="801433"/>
                  </a:lnTo>
                  <a:lnTo>
                    <a:pt x="1556410" y="778383"/>
                  </a:lnTo>
                  <a:lnTo>
                    <a:pt x="1561045" y="763803"/>
                  </a:lnTo>
                  <a:lnTo>
                    <a:pt x="1560855" y="756564"/>
                  </a:lnTo>
                  <a:lnTo>
                    <a:pt x="1560766" y="756386"/>
                  </a:lnTo>
                  <a:lnTo>
                    <a:pt x="1560766" y="672985"/>
                  </a:lnTo>
                  <a:lnTo>
                    <a:pt x="1745856" y="691070"/>
                  </a:lnTo>
                  <a:lnTo>
                    <a:pt x="1745856" y="803224"/>
                  </a:lnTo>
                  <a:lnTo>
                    <a:pt x="1743849" y="801624"/>
                  </a:lnTo>
                  <a:lnTo>
                    <a:pt x="1737372" y="799909"/>
                  </a:lnTo>
                  <a:lnTo>
                    <a:pt x="1698129" y="812101"/>
                  </a:lnTo>
                  <a:lnTo>
                    <a:pt x="1681848" y="838098"/>
                  </a:lnTo>
                  <a:lnTo>
                    <a:pt x="1682038" y="844575"/>
                  </a:lnTo>
                  <a:lnTo>
                    <a:pt x="1706994" y="859536"/>
                  </a:lnTo>
                  <a:lnTo>
                    <a:pt x="1715477" y="858583"/>
                  </a:lnTo>
                  <a:lnTo>
                    <a:pt x="1751495" y="835533"/>
                  </a:lnTo>
                  <a:lnTo>
                    <a:pt x="1756143" y="820953"/>
                  </a:lnTo>
                  <a:lnTo>
                    <a:pt x="1755952" y="813714"/>
                  </a:lnTo>
                  <a:lnTo>
                    <a:pt x="1755851" y="813511"/>
                  </a:lnTo>
                  <a:lnTo>
                    <a:pt x="1755851" y="692035"/>
                  </a:lnTo>
                  <a:lnTo>
                    <a:pt x="1940953" y="710120"/>
                  </a:lnTo>
                  <a:lnTo>
                    <a:pt x="1940953" y="854811"/>
                  </a:lnTo>
                  <a:lnTo>
                    <a:pt x="1860423" y="854811"/>
                  </a:lnTo>
                  <a:lnTo>
                    <a:pt x="1860423" y="861961"/>
                  </a:lnTo>
                  <a:lnTo>
                    <a:pt x="1940953" y="861961"/>
                  </a:lnTo>
                  <a:lnTo>
                    <a:pt x="1940953" y="888949"/>
                  </a:lnTo>
                  <a:lnTo>
                    <a:pt x="1938947" y="887349"/>
                  </a:lnTo>
                  <a:lnTo>
                    <a:pt x="1932470" y="885634"/>
                  </a:lnTo>
                  <a:lnTo>
                    <a:pt x="1893227" y="897826"/>
                  </a:lnTo>
                  <a:lnTo>
                    <a:pt x="1880590" y="911961"/>
                  </a:lnTo>
                  <a:lnTo>
                    <a:pt x="1860423" y="911961"/>
                  </a:lnTo>
                  <a:lnTo>
                    <a:pt x="1860423" y="919111"/>
                  </a:lnTo>
                  <a:lnTo>
                    <a:pt x="1877885" y="919111"/>
                  </a:lnTo>
                  <a:lnTo>
                    <a:pt x="1876945" y="923823"/>
                  </a:lnTo>
                  <a:lnTo>
                    <a:pt x="1902091" y="945261"/>
                  </a:lnTo>
                  <a:lnTo>
                    <a:pt x="1910575" y="944308"/>
                  </a:lnTo>
                  <a:lnTo>
                    <a:pt x="1946592" y="921258"/>
                  </a:lnTo>
                  <a:lnTo>
                    <a:pt x="1947570" y="919111"/>
                  </a:lnTo>
                  <a:lnTo>
                    <a:pt x="1971560" y="919111"/>
                  </a:lnTo>
                  <a:lnTo>
                    <a:pt x="1971560" y="911961"/>
                  </a:lnTo>
                  <a:lnTo>
                    <a:pt x="1950224" y="911961"/>
                  </a:lnTo>
                  <a:lnTo>
                    <a:pt x="1951240" y="906678"/>
                  </a:lnTo>
                  <a:lnTo>
                    <a:pt x="1951050" y="899439"/>
                  </a:lnTo>
                  <a:lnTo>
                    <a:pt x="1950948" y="899236"/>
                  </a:lnTo>
                  <a:lnTo>
                    <a:pt x="1950948" y="861961"/>
                  </a:lnTo>
                  <a:lnTo>
                    <a:pt x="1971560" y="861961"/>
                  </a:lnTo>
                  <a:lnTo>
                    <a:pt x="1971560" y="854811"/>
                  </a:lnTo>
                  <a:lnTo>
                    <a:pt x="1950948" y="854811"/>
                  </a:lnTo>
                  <a:lnTo>
                    <a:pt x="1950948" y="711085"/>
                  </a:lnTo>
                  <a:lnTo>
                    <a:pt x="2136051" y="729170"/>
                  </a:lnTo>
                  <a:lnTo>
                    <a:pt x="2136051" y="854811"/>
                  </a:lnTo>
                  <a:lnTo>
                    <a:pt x="2055520" y="854811"/>
                  </a:lnTo>
                  <a:lnTo>
                    <a:pt x="2055520" y="861961"/>
                  </a:lnTo>
                  <a:lnTo>
                    <a:pt x="2136051" y="861961"/>
                  </a:lnTo>
                  <a:lnTo>
                    <a:pt x="2136051" y="911961"/>
                  </a:lnTo>
                  <a:lnTo>
                    <a:pt x="2055520" y="911961"/>
                  </a:lnTo>
                  <a:lnTo>
                    <a:pt x="2055520" y="919111"/>
                  </a:lnTo>
                  <a:lnTo>
                    <a:pt x="2136051" y="919111"/>
                  </a:lnTo>
                  <a:lnTo>
                    <a:pt x="2136051" y="946099"/>
                  </a:lnTo>
                  <a:lnTo>
                    <a:pt x="2134044" y="944499"/>
                  </a:lnTo>
                  <a:lnTo>
                    <a:pt x="2127567" y="942784"/>
                  </a:lnTo>
                  <a:lnTo>
                    <a:pt x="2088324" y="954976"/>
                  </a:lnTo>
                  <a:lnTo>
                    <a:pt x="2075688" y="969111"/>
                  </a:lnTo>
                  <a:lnTo>
                    <a:pt x="2055520" y="969111"/>
                  </a:lnTo>
                  <a:lnTo>
                    <a:pt x="2055520" y="976261"/>
                  </a:lnTo>
                  <a:lnTo>
                    <a:pt x="2072982" y="976261"/>
                  </a:lnTo>
                  <a:lnTo>
                    <a:pt x="2072043" y="980973"/>
                  </a:lnTo>
                  <a:lnTo>
                    <a:pt x="2097189" y="1002411"/>
                  </a:lnTo>
                  <a:lnTo>
                    <a:pt x="2105672" y="1001458"/>
                  </a:lnTo>
                  <a:lnTo>
                    <a:pt x="2141690" y="978408"/>
                  </a:lnTo>
                  <a:lnTo>
                    <a:pt x="2142667" y="976261"/>
                  </a:lnTo>
                  <a:lnTo>
                    <a:pt x="2166658" y="976261"/>
                  </a:lnTo>
                  <a:lnTo>
                    <a:pt x="2166658" y="969111"/>
                  </a:lnTo>
                  <a:lnTo>
                    <a:pt x="2145322" y="969111"/>
                  </a:lnTo>
                  <a:lnTo>
                    <a:pt x="2146338" y="963828"/>
                  </a:lnTo>
                  <a:lnTo>
                    <a:pt x="2146147" y="956589"/>
                  </a:lnTo>
                  <a:lnTo>
                    <a:pt x="2146046" y="956386"/>
                  </a:lnTo>
                  <a:lnTo>
                    <a:pt x="2146046" y="919111"/>
                  </a:lnTo>
                  <a:lnTo>
                    <a:pt x="2166658" y="919111"/>
                  </a:lnTo>
                  <a:lnTo>
                    <a:pt x="2166658" y="911961"/>
                  </a:lnTo>
                  <a:lnTo>
                    <a:pt x="2146046" y="911961"/>
                  </a:lnTo>
                  <a:lnTo>
                    <a:pt x="2146046" y="861961"/>
                  </a:lnTo>
                  <a:lnTo>
                    <a:pt x="2166658" y="861961"/>
                  </a:lnTo>
                  <a:lnTo>
                    <a:pt x="2166658" y="854811"/>
                  </a:lnTo>
                  <a:close/>
                </a:path>
                <a:path w="2275840" h="1002664">
                  <a:moveTo>
                    <a:pt x="2275738" y="0"/>
                  </a:moveTo>
                  <a:lnTo>
                    <a:pt x="2267166" y="0"/>
                  </a:lnTo>
                  <a:lnTo>
                    <a:pt x="2267166" y="806958"/>
                  </a:lnTo>
                  <a:lnTo>
                    <a:pt x="2275738" y="806958"/>
                  </a:lnTo>
                  <a:lnTo>
                    <a:pt x="22757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546817" y="3888690"/>
              <a:ext cx="2146300" cy="257810"/>
            </a:xfrm>
            <a:custGeom>
              <a:avLst/>
              <a:gdLst/>
              <a:ahLst/>
              <a:cxnLst/>
              <a:rect l="l" t="t" r="r" b="b"/>
              <a:pathLst>
                <a:path w="2146300" h="257810">
                  <a:moveTo>
                    <a:pt x="0" y="257351"/>
                  </a:moveTo>
                  <a:lnTo>
                    <a:pt x="32631" y="210722"/>
                  </a:lnTo>
                  <a:lnTo>
                    <a:pt x="93290" y="167837"/>
                  </a:lnTo>
                  <a:lnTo>
                    <a:pt x="134129" y="147797"/>
                  </a:lnTo>
                  <a:lnTo>
                    <a:pt x="181975" y="128693"/>
                  </a:lnTo>
                  <a:lnTo>
                    <a:pt x="236828" y="110525"/>
                  </a:lnTo>
                  <a:lnTo>
                    <a:pt x="298687" y="93292"/>
                  </a:lnTo>
                  <a:lnTo>
                    <a:pt x="367553" y="76995"/>
                  </a:lnTo>
                  <a:lnTo>
                    <a:pt x="410232" y="68058"/>
                  </a:lnTo>
                  <a:lnTo>
                    <a:pt x="454070" y="59664"/>
                  </a:lnTo>
                  <a:lnTo>
                    <a:pt x="499068" y="51812"/>
                  </a:lnTo>
                  <a:lnTo>
                    <a:pt x="545226" y="44503"/>
                  </a:lnTo>
                  <a:lnTo>
                    <a:pt x="592544" y="37737"/>
                  </a:lnTo>
                  <a:lnTo>
                    <a:pt x="641022" y="31513"/>
                  </a:lnTo>
                  <a:lnTo>
                    <a:pt x="690660" y="25832"/>
                  </a:lnTo>
                  <a:lnTo>
                    <a:pt x="741458" y="20693"/>
                  </a:lnTo>
                  <a:lnTo>
                    <a:pt x="793416" y="16097"/>
                  </a:lnTo>
                  <a:lnTo>
                    <a:pt x="846534" y="12044"/>
                  </a:lnTo>
                  <a:lnTo>
                    <a:pt x="900811" y="8533"/>
                  </a:lnTo>
                  <a:lnTo>
                    <a:pt x="956249" y="5565"/>
                  </a:lnTo>
                  <a:lnTo>
                    <a:pt x="1012846" y="3140"/>
                  </a:lnTo>
                  <a:lnTo>
                    <a:pt x="1070604" y="1257"/>
                  </a:lnTo>
                  <a:lnTo>
                    <a:pt x="1128148" y="332"/>
                  </a:lnTo>
                  <a:lnTo>
                    <a:pt x="1184578" y="0"/>
                  </a:lnTo>
                  <a:lnTo>
                    <a:pt x="1239894" y="258"/>
                  </a:lnTo>
                  <a:lnTo>
                    <a:pt x="1294097" y="1109"/>
                  </a:lnTo>
                  <a:lnTo>
                    <a:pt x="1347185" y="2552"/>
                  </a:lnTo>
                  <a:lnTo>
                    <a:pt x="1399160" y="4586"/>
                  </a:lnTo>
                  <a:lnTo>
                    <a:pt x="1450021" y="7212"/>
                  </a:lnTo>
                  <a:lnTo>
                    <a:pt x="1499769" y="10430"/>
                  </a:lnTo>
                  <a:lnTo>
                    <a:pt x="1548402" y="14240"/>
                  </a:lnTo>
                  <a:lnTo>
                    <a:pt x="1595922" y="18641"/>
                  </a:lnTo>
                  <a:lnTo>
                    <a:pt x="1642328" y="23635"/>
                  </a:lnTo>
                  <a:lnTo>
                    <a:pt x="1687620" y="29220"/>
                  </a:lnTo>
                  <a:lnTo>
                    <a:pt x="1731799" y="35396"/>
                  </a:lnTo>
                  <a:lnTo>
                    <a:pt x="1774863" y="42165"/>
                  </a:lnTo>
                  <a:lnTo>
                    <a:pt x="1852172" y="56519"/>
                  </a:lnTo>
                  <a:lnTo>
                    <a:pt x="1920649" y="72416"/>
                  </a:lnTo>
                  <a:lnTo>
                    <a:pt x="1980294" y="89855"/>
                  </a:lnTo>
                  <a:lnTo>
                    <a:pt x="2031108" y="108838"/>
                  </a:lnTo>
                  <a:lnTo>
                    <a:pt x="2073090" y="129364"/>
                  </a:lnTo>
                  <a:lnTo>
                    <a:pt x="2106239" y="151433"/>
                  </a:lnTo>
                  <a:lnTo>
                    <a:pt x="2146044" y="200201"/>
                  </a:lnTo>
                  <a:lnTo>
                    <a:pt x="2130558" y="175149"/>
                  </a:lnTo>
                  <a:lnTo>
                    <a:pt x="2106239" y="151698"/>
                  </a:lnTo>
                  <a:lnTo>
                    <a:pt x="2073090" y="129850"/>
                  </a:lnTo>
                  <a:lnTo>
                    <a:pt x="2031108" y="109603"/>
                  </a:lnTo>
                  <a:lnTo>
                    <a:pt x="1980294" y="90959"/>
                  </a:lnTo>
                  <a:lnTo>
                    <a:pt x="1920649" y="73916"/>
                  </a:lnTo>
                  <a:lnTo>
                    <a:pt x="1852172" y="58475"/>
                  </a:lnTo>
                  <a:lnTo>
                    <a:pt x="1774863" y="44636"/>
                  </a:lnTo>
                  <a:lnTo>
                    <a:pt x="1731799" y="38154"/>
                  </a:lnTo>
                  <a:lnTo>
                    <a:pt x="1687620" y="32271"/>
                  </a:lnTo>
                  <a:lnTo>
                    <a:pt x="1642328" y="26987"/>
                  </a:lnTo>
                  <a:lnTo>
                    <a:pt x="1595922" y="22301"/>
                  </a:lnTo>
                  <a:lnTo>
                    <a:pt x="1548402" y="18215"/>
                  </a:lnTo>
                  <a:lnTo>
                    <a:pt x="1499769" y="14727"/>
                  </a:lnTo>
                  <a:lnTo>
                    <a:pt x="1450021" y="11838"/>
                  </a:lnTo>
                  <a:lnTo>
                    <a:pt x="1399160" y="9548"/>
                  </a:lnTo>
                  <a:lnTo>
                    <a:pt x="1347185" y="7857"/>
                  </a:lnTo>
                  <a:lnTo>
                    <a:pt x="1294097" y="6765"/>
                  </a:lnTo>
                  <a:lnTo>
                    <a:pt x="1239894" y="6271"/>
                  </a:lnTo>
                  <a:lnTo>
                    <a:pt x="1184578" y="6377"/>
                  </a:lnTo>
                  <a:lnTo>
                    <a:pt x="1128148" y="7081"/>
                  </a:lnTo>
                  <a:lnTo>
                    <a:pt x="1012846" y="9883"/>
                  </a:lnTo>
                  <a:lnTo>
                    <a:pt x="956249" y="11932"/>
                  </a:lnTo>
                  <a:lnTo>
                    <a:pt x="900811" y="14530"/>
                  </a:lnTo>
                  <a:lnTo>
                    <a:pt x="846534" y="17680"/>
                  </a:lnTo>
                  <a:lnTo>
                    <a:pt x="793416" y="21379"/>
                  </a:lnTo>
                  <a:lnTo>
                    <a:pt x="741458" y="25630"/>
                  </a:lnTo>
                  <a:lnTo>
                    <a:pt x="690660" y="30430"/>
                  </a:lnTo>
                  <a:lnTo>
                    <a:pt x="641022" y="35781"/>
                  </a:lnTo>
                  <a:lnTo>
                    <a:pt x="592544" y="41682"/>
                  </a:lnTo>
                  <a:lnTo>
                    <a:pt x="545226" y="48133"/>
                  </a:lnTo>
                  <a:lnTo>
                    <a:pt x="499068" y="55135"/>
                  </a:lnTo>
                  <a:lnTo>
                    <a:pt x="454070" y="62687"/>
                  </a:lnTo>
                  <a:lnTo>
                    <a:pt x="410232" y="70789"/>
                  </a:lnTo>
                  <a:lnTo>
                    <a:pt x="367553" y="79442"/>
                  </a:lnTo>
                  <a:lnTo>
                    <a:pt x="298687" y="95280"/>
                  </a:lnTo>
                  <a:lnTo>
                    <a:pt x="236828" y="112101"/>
                  </a:lnTo>
                  <a:lnTo>
                    <a:pt x="181975" y="129905"/>
                  </a:lnTo>
                  <a:lnTo>
                    <a:pt x="134129" y="148690"/>
                  </a:lnTo>
                  <a:lnTo>
                    <a:pt x="93290" y="168458"/>
                  </a:lnTo>
                  <a:lnTo>
                    <a:pt x="59457" y="189208"/>
                  </a:lnTo>
                  <a:lnTo>
                    <a:pt x="12812" y="233654"/>
                  </a:lnTo>
                  <a:lnTo>
                    <a:pt x="0" y="2573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546817" y="3888690"/>
              <a:ext cx="2146300" cy="257810"/>
            </a:xfrm>
            <a:custGeom>
              <a:avLst/>
              <a:gdLst/>
              <a:ahLst/>
              <a:cxnLst/>
              <a:rect l="l" t="t" r="r" b="b"/>
              <a:pathLst>
                <a:path w="2146300" h="257810">
                  <a:moveTo>
                    <a:pt x="0" y="257351"/>
                  </a:moveTo>
                  <a:lnTo>
                    <a:pt x="32631" y="210940"/>
                  </a:lnTo>
                  <a:lnTo>
                    <a:pt x="93290" y="168458"/>
                  </a:lnTo>
                  <a:lnTo>
                    <a:pt x="134129" y="148690"/>
                  </a:lnTo>
                  <a:lnTo>
                    <a:pt x="181975" y="129905"/>
                  </a:lnTo>
                  <a:lnTo>
                    <a:pt x="236828" y="112101"/>
                  </a:lnTo>
                  <a:lnTo>
                    <a:pt x="298687" y="95280"/>
                  </a:lnTo>
                  <a:lnTo>
                    <a:pt x="367553" y="79442"/>
                  </a:lnTo>
                  <a:lnTo>
                    <a:pt x="410232" y="70789"/>
                  </a:lnTo>
                  <a:lnTo>
                    <a:pt x="454070" y="62687"/>
                  </a:lnTo>
                  <a:lnTo>
                    <a:pt x="499068" y="55135"/>
                  </a:lnTo>
                  <a:lnTo>
                    <a:pt x="545226" y="48133"/>
                  </a:lnTo>
                  <a:lnTo>
                    <a:pt x="592544" y="41682"/>
                  </a:lnTo>
                  <a:lnTo>
                    <a:pt x="641022" y="35781"/>
                  </a:lnTo>
                  <a:lnTo>
                    <a:pt x="690660" y="30430"/>
                  </a:lnTo>
                  <a:lnTo>
                    <a:pt x="741458" y="25630"/>
                  </a:lnTo>
                  <a:lnTo>
                    <a:pt x="793416" y="21379"/>
                  </a:lnTo>
                  <a:lnTo>
                    <a:pt x="846534" y="17680"/>
                  </a:lnTo>
                  <a:lnTo>
                    <a:pt x="900811" y="14530"/>
                  </a:lnTo>
                  <a:lnTo>
                    <a:pt x="956249" y="11932"/>
                  </a:lnTo>
                  <a:lnTo>
                    <a:pt x="1012846" y="9883"/>
                  </a:lnTo>
                  <a:lnTo>
                    <a:pt x="1070604" y="8385"/>
                  </a:lnTo>
                  <a:lnTo>
                    <a:pt x="1128148" y="7081"/>
                  </a:lnTo>
                  <a:lnTo>
                    <a:pt x="1184578" y="6377"/>
                  </a:lnTo>
                  <a:lnTo>
                    <a:pt x="1239894" y="6271"/>
                  </a:lnTo>
                  <a:lnTo>
                    <a:pt x="1294097" y="6765"/>
                  </a:lnTo>
                  <a:lnTo>
                    <a:pt x="1347185" y="7857"/>
                  </a:lnTo>
                  <a:lnTo>
                    <a:pt x="1399160" y="9548"/>
                  </a:lnTo>
                  <a:lnTo>
                    <a:pt x="1450021" y="11838"/>
                  </a:lnTo>
                  <a:lnTo>
                    <a:pt x="1499769" y="14727"/>
                  </a:lnTo>
                  <a:lnTo>
                    <a:pt x="1548402" y="18215"/>
                  </a:lnTo>
                  <a:lnTo>
                    <a:pt x="1595922" y="22301"/>
                  </a:lnTo>
                  <a:lnTo>
                    <a:pt x="1642328" y="26987"/>
                  </a:lnTo>
                  <a:lnTo>
                    <a:pt x="1687620" y="32271"/>
                  </a:lnTo>
                  <a:lnTo>
                    <a:pt x="1731799" y="38154"/>
                  </a:lnTo>
                  <a:lnTo>
                    <a:pt x="1774863" y="44636"/>
                  </a:lnTo>
                  <a:lnTo>
                    <a:pt x="1852172" y="58475"/>
                  </a:lnTo>
                  <a:lnTo>
                    <a:pt x="1920649" y="73916"/>
                  </a:lnTo>
                  <a:lnTo>
                    <a:pt x="1980294" y="90959"/>
                  </a:lnTo>
                  <a:lnTo>
                    <a:pt x="2031108" y="109603"/>
                  </a:lnTo>
                  <a:lnTo>
                    <a:pt x="2073090" y="129850"/>
                  </a:lnTo>
                  <a:lnTo>
                    <a:pt x="2106239" y="151698"/>
                  </a:lnTo>
                  <a:lnTo>
                    <a:pt x="2146044" y="200201"/>
                  </a:lnTo>
                  <a:lnTo>
                    <a:pt x="2130558" y="175046"/>
                  </a:lnTo>
                  <a:lnTo>
                    <a:pt x="2073090" y="129364"/>
                  </a:lnTo>
                  <a:lnTo>
                    <a:pt x="2031108" y="108838"/>
                  </a:lnTo>
                  <a:lnTo>
                    <a:pt x="1980294" y="89855"/>
                  </a:lnTo>
                  <a:lnTo>
                    <a:pt x="1920649" y="72416"/>
                  </a:lnTo>
                  <a:lnTo>
                    <a:pt x="1852172" y="56519"/>
                  </a:lnTo>
                  <a:lnTo>
                    <a:pt x="1774863" y="42165"/>
                  </a:lnTo>
                  <a:lnTo>
                    <a:pt x="1731799" y="35396"/>
                  </a:lnTo>
                  <a:lnTo>
                    <a:pt x="1687620" y="29220"/>
                  </a:lnTo>
                  <a:lnTo>
                    <a:pt x="1642328" y="23635"/>
                  </a:lnTo>
                  <a:lnTo>
                    <a:pt x="1595922" y="18641"/>
                  </a:lnTo>
                  <a:lnTo>
                    <a:pt x="1548402" y="14240"/>
                  </a:lnTo>
                  <a:lnTo>
                    <a:pt x="1499769" y="10430"/>
                  </a:lnTo>
                  <a:lnTo>
                    <a:pt x="1450021" y="7212"/>
                  </a:lnTo>
                  <a:lnTo>
                    <a:pt x="1399160" y="4586"/>
                  </a:lnTo>
                  <a:lnTo>
                    <a:pt x="1347185" y="2552"/>
                  </a:lnTo>
                  <a:lnTo>
                    <a:pt x="1294097" y="1109"/>
                  </a:lnTo>
                  <a:lnTo>
                    <a:pt x="1239894" y="258"/>
                  </a:lnTo>
                  <a:lnTo>
                    <a:pt x="1184578" y="0"/>
                  </a:lnTo>
                  <a:lnTo>
                    <a:pt x="1128148" y="332"/>
                  </a:lnTo>
                  <a:lnTo>
                    <a:pt x="1070604" y="1257"/>
                  </a:lnTo>
                  <a:lnTo>
                    <a:pt x="1012846" y="3140"/>
                  </a:lnTo>
                  <a:lnTo>
                    <a:pt x="956249" y="5565"/>
                  </a:lnTo>
                  <a:lnTo>
                    <a:pt x="900811" y="8533"/>
                  </a:lnTo>
                  <a:lnTo>
                    <a:pt x="846534" y="12044"/>
                  </a:lnTo>
                  <a:lnTo>
                    <a:pt x="793416" y="16097"/>
                  </a:lnTo>
                  <a:lnTo>
                    <a:pt x="741458" y="20693"/>
                  </a:lnTo>
                  <a:lnTo>
                    <a:pt x="690660" y="25832"/>
                  </a:lnTo>
                  <a:lnTo>
                    <a:pt x="641022" y="31513"/>
                  </a:lnTo>
                  <a:lnTo>
                    <a:pt x="592544" y="37737"/>
                  </a:lnTo>
                  <a:lnTo>
                    <a:pt x="545226" y="44503"/>
                  </a:lnTo>
                  <a:lnTo>
                    <a:pt x="499068" y="51812"/>
                  </a:lnTo>
                  <a:lnTo>
                    <a:pt x="454070" y="59664"/>
                  </a:lnTo>
                  <a:lnTo>
                    <a:pt x="410232" y="68058"/>
                  </a:lnTo>
                  <a:lnTo>
                    <a:pt x="367553" y="76995"/>
                  </a:lnTo>
                  <a:lnTo>
                    <a:pt x="298687" y="93292"/>
                  </a:lnTo>
                  <a:lnTo>
                    <a:pt x="236828" y="110525"/>
                  </a:lnTo>
                  <a:lnTo>
                    <a:pt x="181975" y="128693"/>
                  </a:lnTo>
                  <a:lnTo>
                    <a:pt x="134129" y="147797"/>
                  </a:lnTo>
                  <a:lnTo>
                    <a:pt x="93290" y="167837"/>
                  </a:lnTo>
                  <a:lnTo>
                    <a:pt x="59457" y="188812"/>
                  </a:lnTo>
                  <a:lnTo>
                    <a:pt x="12812" y="233569"/>
                  </a:lnTo>
                  <a:lnTo>
                    <a:pt x="0" y="25735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968001" y="3888690"/>
              <a:ext cx="2146300" cy="257810"/>
            </a:xfrm>
            <a:custGeom>
              <a:avLst/>
              <a:gdLst/>
              <a:ahLst/>
              <a:cxnLst/>
              <a:rect l="l" t="t" r="r" b="b"/>
              <a:pathLst>
                <a:path w="2146300" h="257810">
                  <a:moveTo>
                    <a:pt x="0" y="257351"/>
                  </a:moveTo>
                  <a:lnTo>
                    <a:pt x="32631" y="210722"/>
                  </a:lnTo>
                  <a:lnTo>
                    <a:pt x="93290" y="167837"/>
                  </a:lnTo>
                  <a:lnTo>
                    <a:pt x="134129" y="147797"/>
                  </a:lnTo>
                  <a:lnTo>
                    <a:pt x="181975" y="128693"/>
                  </a:lnTo>
                  <a:lnTo>
                    <a:pt x="236828" y="110525"/>
                  </a:lnTo>
                  <a:lnTo>
                    <a:pt x="298687" y="93292"/>
                  </a:lnTo>
                  <a:lnTo>
                    <a:pt x="367553" y="76995"/>
                  </a:lnTo>
                  <a:lnTo>
                    <a:pt x="410232" y="68058"/>
                  </a:lnTo>
                  <a:lnTo>
                    <a:pt x="454070" y="59664"/>
                  </a:lnTo>
                  <a:lnTo>
                    <a:pt x="499068" y="51812"/>
                  </a:lnTo>
                  <a:lnTo>
                    <a:pt x="545226" y="44503"/>
                  </a:lnTo>
                  <a:lnTo>
                    <a:pt x="592544" y="37737"/>
                  </a:lnTo>
                  <a:lnTo>
                    <a:pt x="641022" y="31513"/>
                  </a:lnTo>
                  <a:lnTo>
                    <a:pt x="690660" y="25832"/>
                  </a:lnTo>
                  <a:lnTo>
                    <a:pt x="741458" y="20693"/>
                  </a:lnTo>
                  <a:lnTo>
                    <a:pt x="793416" y="16097"/>
                  </a:lnTo>
                  <a:lnTo>
                    <a:pt x="846534" y="12044"/>
                  </a:lnTo>
                  <a:lnTo>
                    <a:pt x="900811" y="8533"/>
                  </a:lnTo>
                  <a:lnTo>
                    <a:pt x="956249" y="5565"/>
                  </a:lnTo>
                  <a:lnTo>
                    <a:pt x="1012846" y="3140"/>
                  </a:lnTo>
                  <a:lnTo>
                    <a:pt x="1070604" y="1257"/>
                  </a:lnTo>
                  <a:lnTo>
                    <a:pt x="1128148" y="332"/>
                  </a:lnTo>
                  <a:lnTo>
                    <a:pt x="1184578" y="0"/>
                  </a:lnTo>
                  <a:lnTo>
                    <a:pt x="1239894" y="258"/>
                  </a:lnTo>
                  <a:lnTo>
                    <a:pt x="1294097" y="1109"/>
                  </a:lnTo>
                  <a:lnTo>
                    <a:pt x="1347185" y="2552"/>
                  </a:lnTo>
                  <a:lnTo>
                    <a:pt x="1399160" y="4586"/>
                  </a:lnTo>
                  <a:lnTo>
                    <a:pt x="1450021" y="7212"/>
                  </a:lnTo>
                  <a:lnTo>
                    <a:pt x="1499769" y="10430"/>
                  </a:lnTo>
                  <a:lnTo>
                    <a:pt x="1548402" y="14240"/>
                  </a:lnTo>
                  <a:lnTo>
                    <a:pt x="1595922" y="18641"/>
                  </a:lnTo>
                  <a:lnTo>
                    <a:pt x="1642328" y="23635"/>
                  </a:lnTo>
                  <a:lnTo>
                    <a:pt x="1687620" y="29220"/>
                  </a:lnTo>
                  <a:lnTo>
                    <a:pt x="1731799" y="35396"/>
                  </a:lnTo>
                  <a:lnTo>
                    <a:pt x="1774863" y="42165"/>
                  </a:lnTo>
                  <a:lnTo>
                    <a:pt x="1852172" y="56519"/>
                  </a:lnTo>
                  <a:lnTo>
                    <a:pt x="1920649" y="72416"/>
                  </a:lnTo>
                  <a:lnTo>
                    <a:pt x="1980294" y="89855"/>
                  </a:lnTo>
                  <a:lnTo>
                    <a:pt x="2031108" y="108838"/>
                  </a:lnTo>
                  <a:lnTo>
                    <a:pt x="2073090" y="129364"/>
                  </a:lnTo>
                  <a:lnTo>
                    <a:pt x="2106239" y="151433"/>
                  </a:lnTo>
                  <a:lnTo>
                    <a:pt x="2146044" y="200201"/>
                  </a:lnTo>
                  <a:lnTo>
                    <a:pt x="2130558" y="175149"/>
                  </a:lnTo>
                  <a:lnTo>
                    <a:pt x="2106239" y="151698"/>
                  </a:lnTo>
                  <a:lnTo>
                    <a:pt x="2073090" y="129850"/>
                  </a:lnTo>
                  <a:lnTo>
                    <a:pt x="2031108" y="109603"/>
                  </a:lnTo>
                  <a:lnTo>
                    <a:pt x="1980294" y="90959"/>
                  </a:lnTo>
                  <a:lnTo>
                    <a:pt x="1920649" y="73916"/>
                  </a:lnTo>
                  <a:lnTo>
                    <a:pt x="1852172" y="58475"/>
                  </a:lnTo>
                  <a:lnTo>
                    <a:pt x="1774863" y="44636"/>
                  </a:lnTo>
                  <a:lnTo>
                    <a:pt x="1731799" y="38154"/>
                  </a:lnTo>
                  <a:lnTo>
                    <a:pt x="1687620" y="32271"/>
                  </a:lnTo>
                  <a:lnTo>
                    <a:pt x="1642328" y="26987"/>
                  </a:lnTo>
                  <a:lnTo>
                    <a:pt x="1595922" y="22301"/>
                  </a:lnTo>
                  <a:lnTo>
                    <a:pt x="1548402" y="18215"/>
                  </a:lnTo>
                  <a:lnTo>
                    <a:pt x="1499769" y="14727"/>
                  </a:lnTo>
                  <a:lnTo>
                    <a:pt x="1450021" y="11838"/>
                  </a:lnTo>
                  <a:lnTo>
                    <a:pt x="1399160" y="9548"/>
                  </a:lnTo>
                  <a:lnTo>
                    <a:pt x="1347185" y="7857"/>
                  </a:lnTo>
                  <a:lnTo>
                    <a:pt x="1294097" y="6765"/>
                  </a:lnTo>
                  <a:lnTo>
                    <a:pt x="1239894" y="6271"/>
                  </a:lnTo>
                  <a:lnTo>
                    <a:pt x="1184578" y="6377"/>
                  </a:lnTo>
                  <a:lnTo>
                    <a:pt x="1128148" y="7081"/>
                  </a:lnTo>
                  <a:lnTo>
                    <a:pt x="1012846" y="9883"/>
                  </a:lnTo>
                  <a:lnTo>
                    <a:pt x="956249" y="11932"/>
                  </a:lnTo>
                  <a:lnTo>
                    <a:pt x="900811" y="14530"/>
                  </a:lnTo>
                  <a:lnTo>
                    <a:pt x="846534" y="17680"/>
                  </a:lnTo>
                  <a:lnTo>
                    <a:pt x="793416" y="21379"/>
                  </a:lnTo>
                  <a:lnTo>
                    <a:pt x="741458" y="25630"/>
                  </a:lnTo>
                  <a:lnTo>
                    <a:pt x="690660" y="30430"/>
                  </a:lnTo>
                  <a:lnTo>
                    <a:pt x="641022" y="35781"/>
                  </a:lnTo>
                  <a:lnTo>
                    <a:pt x="592544" y="41682"/>
                  </a:lnTo>
                  <a:lnTo>
                    <a:pt x="545226" y="48133"/>
                  </a:lnTo>
                  <a:lnTo>
                    <a:pt x="499068" y="55135"/>
                  </a:lnTo>
                  <a:lnTo>
                    <a:pt x="454070" y="62687"/>
                  </a:lnTo>
                  <a:lnTo>
                    <a:pt x="410232" y="70789"/>
                  </a:lnTo>
                  <a:lnTo>
                    <a:pt x="367553" y="79442"/>
                  </a:lnTo>
                  <a:lnTo>
                    <a:pt x="298687" y="95280"/>
                  </a:lnTo>
                  <a:lnTo>
                    <a:pt x="236828" y="112101"/>
                  </a:lnTo>
                  <a:lnTo>
                    <a:pt x="181975" y="129905"/>
                  </a:lnTo>
                  <a:lnTo>
                    <a:pt x="134129" y="148690"/>
                  </a:lnTo>
                  <a:lnTo>
                    <a:pt x="93290" y="168458"/>
                  </a:lnTo>
                  <a:lnTo>
                    <a:pt x="59457" y="189208"/>
                  </a:lnTo>
                  <a:lnTo>
                    <a:pt x="12812" y="233654"/>
                  </a:lnTo>
                  <a:lnTo>
                    <a:pt x="0" y="2573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968001" y="3888690"/>
              <a:ext cx="2146300" cy="257810"/>
            </a:xfrm>
            <a:custGeom>
              <a:avLst/>
              <a:gdLst/>
              <a:ahLst/>
              <a:cxnLst/>
              <a:rect l="l" t="t" r="r" b="b"/>
              <a:pathLst>
                <a:path w="2146300" h="257810">
                  <a:moveTo>
                    <a:pt x="0" y="257351"/>
                  </a:moveTo>
                  <a:lnTo>
                    <a:pt x="32631" y="210940"/>
                  </a:lnTo>
                  <a:lnTo>
                    <a:pt x="93290" y="168458"/>
                  </a:lnTo>
                  <a:lnTo>
                    <a:pt x="134129" y="148690"/>
                  </a:lnTo>
                  <a:lnTo>
                    <a:pt x="181975" y="129905"/>
                  </a:lnTo>
                  <a:lnTo>
                    <a:pt x="236828" y="112101"/>
                  </a:lnTo>
                  <a:lnTo>
                    <a:pt x="298687" y="95280"/>
                  </a:lnTo>
                  <a:lnTo>
                    <a:pt x="367553" y="79442"/>
                  </a:lnTo>
                  <a:lnTo>
                    <a:pt x="410232" y="70789"/>
                  </a:lnTo>
                  <a:lnTo>
                    <a:pt x="454070" y="62687"/>
                  </a:lnTo>
                  <a:lnTo>
                    <a:pt x="499068" y="55135"/>
                  </a:lnTo>
                  <a:lnTo>
                    <a:pt x="545226" y="48133"/>
                  </a:lnTo>
                  <a:lnTo>
                    <a:pt x="592544" y="41682"/>
                  </a:lnTo>
                  <a:lnTo>
                    <a:pt x="641022" y="35781"/>
                  </a:lnTo>
                  <a:lnTo>
                    <a:pt x="690660" y="30430"/>
                  </a:lnTo>
                  <a:lnTo>
                    <a:pt x="741458" y="25630"/>
                  </a:lnTo>
                  <a:lnTo>
                    <a:pt x="793416" y="21379"/>
                  </a:lnTo>
                  <a:lnTo>
                    <a:pt x="846534" y="17680"/>
                  </a:lnTo>
                  <a:lnTo>
                    <a:pt x="900811" y="14530"/>
                  </a:lnTo>
                  <a:lnTo>
                    <a:pt x="956249" y="11932"/>
                  </a:lnTo>
                  <a:lnTo>
                    <a:pt x="1012846" y="9883"/>
                  </a:lnTo>
                  <a:lnTo>
                    <a:pt x="1070604" y="8385"/>
                  </a:lnTo>
                  <a:lnTo>
                    <a:pt x="1128148" y="7081"/>
                  </a:lnTo>
                  <a:lnTo>
                    <a:pt x="1184578" y="6377"/>
                  </a:lnTo>
                  <a:lnTo>
                    <a:pt x="1239894" y="6271"/>
                  </a:lnTo>
                  <a:lnTo>
                    <a:pt x="1294097" y="6765"/>
                  </a:lnTo>
                  <a:lnTo>
                    <a:pt x="1347185" y="7857"/>
                  </a:lnTo>
                  <a:lnTo>
                    <a:pt x="1399160" y="9548"/>
                  </a:lnTo>
                  <a:lnTo>
                    <a:pt x="1450021" y="11838"/>
                  </a:lnTo>
                  <a:lnTo>
                    <a:pt x="1499769" y="14727"/>
                  </a:lnTo>
                  <a:lnTo>
                    <a:pt x="1548402" y="18215"/>
                  </a:lnTo>
                  <a:lnTo>
                    <a:pt x="1595922" y="22301"/>
                  </a:lnTo>
                  <a:lnTo>
                    <a:pt x="1642328" y="26987"/>
                  </a:lnTo>
                  <a:lnTo>
                    <a:pt x="1687620" y="32271"/>
                  </a:lnTo>
                  <a:lnTo>
                    <a:pt x="1731799" y="38154"/>
                  </a:lnTo>
                  <a:lnTo>
                    <a:pt x="1774863" y="44636"/>
                  </a:lnTo>
                  <a:lnTo>
                    <a:pt x="1852172" y="58475"/>
                  </a:lnTo>
                  <a:lnTo>
                    <a:pt x="1920649" y="73916"/>
                  </a:lnTo>
                  <a:lnTo>
                    <a:pt x="1980294" y="90959"/>
                  </a:lnTo>
                  <a:lnTo>
                    <a:pt x="2031108" y="109603"/>
                  </a:lnTo>
                  <a:lnTo>
                    <a:pt x="2073090" y="129850"/>
                  </a:lnTo>
                  <a:lnTo>
                    <a:pt x="2106239" y="151698"/>
                  </a:lnTo>
                  <a:lnTo>
                    <a:pt x="2146044" y="200201"/>
                  </a:lnTo>
                  <a:lnTo>
                    <a:pt x="2130558" y="175046"/>
                  </a:lnTo>
                  <a:lnTo>
                    <a:pt x="2073090" y="129364"/>
                  </a:lnTo>
                  <a:lnTo>
                    <a:pt x="2031108" y="108838"/>
                  </a:lnTo>
                  <a:lnTo>
                    <a:pt x="1980294" y="89855"/>
                  </a:lnTo>
                  <a:lnTo>
                    <a:pt x="1920649" y="72416"/>
                  </a:lnTo>
                  <a:lnTo>
                    <a:pt x="1852172" y="56519"/>
                  </a:lnTo>
                  <a:lnTo>
                    <a:pt x="1774863" y="42165"/>
                  </a:lnTo>
                  <a:lnTo>
                    <a:pt x="1731799" y="35396"/>
                  </a:lnTo>
                  <a:lnTo>
                    <a:pt x="1687620" y="29220"/>
                  </a:lnTo>
                  <a:lnTo>
                    <a:pt x="1642328" y="23635"/>
                  </a:lnTo>
                  <a:lnTo>
                    <a:pt x="1595922" y="18641"/>
                  </a:lnTo>
                  <a:lnTo>
                    <a:pt x="1548402" y="14240"/>
                  </a:lnTo>
                  <a:lnTo>
                    <a:pt x="1499769" y="10430"/>
                  </a:lnTo>
                  <a:lnTo>
                    <a:pt x="1450021" y="7212"/>
                  </a:lnTo>
                  <a:lnTo>
                    <a:pt x="1399160" y="4586"/>
                  </a:lnTo>
                  <a:lnTo>
                    <a:pt x="1347185" y="2552"/>
                  </a:lnTo>
                  <a:lnTo>
                    <a:pt x="1294097" y="1109"/>
                  </a:lnTo>
                  <a:lnTo>
                    <a:pt x="1239894" y="258"/>
                  </a:lnTo>
                  <a:lnTo>
                    <a:pt x="1184578" y="0"/>
                  </a:lnTo>
                  <a:lnTo>
                    <a:pt x="1128148" y="332"/>
                  </a:lnTo>
                  <a:lnTo>
                    <a:pt x="1070604" y="1257"/>
                  </a:lnTo>
                  <a:lnTo>
                    <a:pt x="1012846" y="3140"/>
                  </a:lnTo>
                  <a:lnTo>
                    <a:pt x="956249" y="5565"/>
                  </a:lnTo>
                  <a:lnTo>
                    <a:pt x="900811" y="8533"/>
                  </a:lnTo>
                  <a:lnTo>
                    <a:pt x="846534" y="12044"/>
                  </a:lnTo>
                  <a:lnTo>
                    <a:pt x="793416" y="16097"/>
                  </a:lnTo>
                  <a:lnTo>
                    <a:pt x="741458" y="20693"/>
                  </a:lnTo>
                  <a:lnTo>
                    <a:pt x="690660" y="25832"/>
                  </a:lnTo>
                  <a:lnTo>
                    <a:pt x="641022" y="31513"/>
                  </a:lnTo>
                  <a:lnTo>
                    <a:pt x="592544" y="37737"/>
                  </a:lnTo>
                  <a:lnTo>
                    <a:pt x="545226" y="44503"/>
                  </a:lnTo>
                  <a:lnTo>
                    <a:pt x="499068" y="51812"/>
                  </a:lnTo>
                  <a:lnTo>
                    <a:pt x="454070" y="59664"/>
                  </a:lnTo>
                  <a:lnTo>
                    <a:pt x="410232" y="68058"/>
                  </a:lnTo>
                  <a:lnTo>
                    <a:pt x="367553" y="76995"/>
                  </a:lnTo>
                  <a:lnTo>
                    <a:pt x="298687" y="93292"/>
                  </a:lnTo>
                  <a:lnTo>
                    <a:pt x="236828" y="110525"/>
                  </a:lnTo>
                  <a:lnTo>
                    <a:pt x="181975" y="128693"/>
                  </a:lnTo>
                  <a:lnTo>
                    <a:pt x="134129" y="147797"/>
                  </a:lnTo>
                  <a:lnTo>
                    <a:pt x="93290" y="167837"/>
                  </a:lnTo>
                  <a:lnTo>
                    <a:pt x="59457" y="188812"/>
                  </a:lnTo>
                  <a:lnTo>
                    <a:pt x="12812" y="233569"/>
                  </a:lnTo>
                  <a:lnTo>
                    <a:pt x="0" y="25735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5" name="object 125"/>
          <p:cNvGrpSpPr/>
          <p:nvPr/>
        </p:nvGrpSpPr>
        <p:grpSpPr>
          <a:xfrm>
            <a:off x="179387" y="4859845"/>
            <a:ext cx="3845560" cy="1127125"/>
            <a:chOff x="179387" y="4859845"/>
            <a:chExt cx="3845560" cy="1127125"/>
          </a:xfrm>
        </p:grpSpPr>
        <p:sp>
          <p:nvSpPr>
            <p:cNvPr id="126" name="object 126"/>
            <p:cNvSpPr/>
            <p:nvPr/>
          </p:nvSpPr>
          <p:spPr>
            <a:xfrm>
              <a:off x="179387" y="5117601"/>
              <a:ext cx="577215" cy="869950"/>
            </a:xfrm>
            <a:custGeom>
              <a:avLst/>
              <a:gdLst/>
              <a:ahLst/>
              <a:cxnLst/>
              <a:rect l="l" t="t" r="r" b="b"/>
              <a:pathLst>
                <a:path w="577215" h="869950">
                  <a:moveTo>
                    <a:pt x="68859" y="812"/>
                  </a:moveTo>
                  <a:lnTo>
                    <a:pt x="46570" y="34925"/>
                  </a:lnTo>
                  <a:lnTo>
                    <a:pt x="28994" y="69138"/>
                  </a:lnTo>
                  <a:lnTo>
                    <a:pt x="14046" y="112864"/>
                  </a:lnTo>
                  <a:lnTo>
                    <a:pt x="7048" y="152450"/>
                  </a:lnTo>
                  <a:lnTo>
                    <a:pt x="6286" y="170827"/>
                  </a:lnTo>
                  <a:lnTo>
                    <a:pt x="7175" y="188963"/>
                  </a:lnTo>
                  <a:lnTo>
                    <a:pt x="8991" y="207022"/>
                  </a:lnTo>
                  <a:lnTo>
                    <a:pt x="11747" y="225018"/>
                  </a:lnTo>
                  <a:lnTo>
                    <a:pt x="15430" y="242951"/>
                  </a:lnTo>
                  <a:lnTo>
                    <a:pt x="35039" y="320916"/>
                  </a:lnTo>
                  <a:lnTo>
                    <a:pt x="37287" y="331076"/>
                  </a:lnTo>
                  <a:lnTo>
                    <a:pt x="39039" y="340702"/>
                  </a:lnTo>
                  <a:lnTo>
                    <a:pt x="40284" y="349796"/>
                  </a:lnTo>
                  <a:lnTo>
                    <a:pt x="41148" y="363080"/>
                  </a:lnTo>
                  <a:lnTo>
                    <a:pt x="40284" y="373926"/>
                  </a:lnTo>
                  <a:lnTo>
                    <a:pt x="23406" y="412229"/>
                  </a:lnTo>
                  <a:lnTo>
                    <a:pt x="0" y="433578"/>
                  </a:lnTo>
                  <a:lnTo>
                    <a:pt x="0" y="436829"/>
                  </a:lnTo>
                  <a:lnTo>
                    <a:pt x="29425" y="468287"/>
                  </a:lnTo>
                  <a:lnTo>
                    <a:pt x="41148" y="509498"/>
                  </a:lnTo>
                  <a:lnTo>
                    <a:pt x="40474" y="520941"/>
                  </a:lnTo>
                  <a:lnTo>
                    <a:pt x="38785" y="533565"/>
                  </a:lnTo>
                  <a:lnTo>
                    <a:pt x="36055" y="547382"/>
                  </a:lnTo>
                  <a:lnTo>
                    <a:pt x="15430" y="629361"/>
                  </a:lnTo>
                  <a:lnTo>
                    <a:pt x="11747" y="647382"/>
                  </a:lnTo>
                  <a:lnTo>
                    <a:pt x="8991" y="665416"/>
                  </a:lnTo>
                  <a:lnTo>
                    <a:pt x="7175" y="683450"/>
                  </a:lnTo>
                  <a:lnTo>
                    <a:pt x="6286" y="701484"/>
                  </a:lnTo>
                  <a:lnTo>
                    <a:pt x="7048" y="719836"/>
                  </a:lnTo>
                  <a:lnTo>
                    <a:pt x="14046" y="759294"/>
                  </a:lnTo>
                  <a:lnTo>
                    <a:pt x="28676" y="802119"/>
                  </a:lnTo>
                  <a:lnTo>
                    <a:pt x="52959" y="846582"/>
                  </a:lnTo>
                  <a:lnTo>
                    <a:pt x="68859" y="869327"/>
                  </a:lnTo>
                  <a:lnTo>
                    <a:pt x="68859" y="866343"/>
                  </a:lnTo>
                  <a:lnTo>
                    <a:pt x="60032" y="851598"/>
                  </a:lnTo>
                  <a:lnTo>
                    <a:pt x="52146" y="836930"/>
                  </a:lnTo>
                  <a:lnTo>
                    <a:pt x="34353" y="792911"/>
                  </a:lnTo>
                  <a:lnTo>
                    <a:pt x="29425" y="744054"/>
                  </a:lnTo>
                  <a:lnTo>
                    <a:pt x="30886" y="727570"/>
                  </a:lnTo>
                  <a:lnTo>
                    <a:pt x="33286" y="710907"/>
                  </a:lnTo>
                  <a:lnTo>
                    <a:pt x="36601" y="694080"/>
                  </a:lnTo>
                  <a:lnTo>
                    <a:pt x="40855" y="677075"/>
                  </a:lnTo>
                  <a:lnTo>
                    <a:pt x="59143" y="611454"/>
                  </a:lnTo>
                  <a:lnTo>
                    <a:pt x="63068" y="596036"/>
                  </a:lnTo>
                  <a:lnTo>
                    <a:pt x="66001" y="581494"/>
                  </a:lnTo>
                  <a:lnTo>
                    <a:pt x="67932" y="567842"/>
                  </a:lnTo>
                  <a:lnTo>
                    <a:pt x="68859" y="555053"/>
                  </a:lnTo>
                  <a:lnTo>
                    <a:pt x="67983" y="533958"/>
                  </a:lnTo>
                  <a:lnTo>
                    <a:pt x="53149" y="484289"/>
                  </a:lnTo>
                  <a:lnTo>
                    <a:pt x="23355" y="451065"/>
                  </a:lnTo>
                  <a:lnTo>
                    <a:pt x="2286" y="435203"/>
                  </a:lnTo>
                  <a:lnTo>
                    <a:pt x="13335" y="427799"/>
                  </a:lnTo>
                  <a:lnTo>
                    <a:pt x="45237" y="398957"/>
                  </a:lnTo>
                  <a:lnTo>
                    <a:pt x="65074" y="357174"/>
                  </a:lnTo>
                  <a:lnTo>
                    <a:pt x="68859" y="317525"/>
                  </a:lnTo>
                  <a:lnTo>
                    <a:pt x="67932" y="304622"/>
                  </a:lnTo>
                  <a:lnTo>
                    <a:pt x="66001" y="290880"/>
                  </a:lnTo>
                  <a:lnTo>
                    <a:pt x="63068" y="276288"/>
                  </a:lnTo>
                  <a:lnTo>
                    <a:pt x="59143" y="260845"/>
                  </a:lnTo>
                  <a:lnTo>
                    <a:pt x="40284" y="193332"/>
                  </a:lnTo>
                  <a:lnTo>
                    <a:pt x="36283" y="176771"/>
                  </a:lnTo>
                  <a:lnTo>
                    <a:pt x="33147" y="160451"/>
                  </a:lnTo>
                  <a:lnTo>
                    <a:pt x="30848" y="144373"/>
                  </a:lnTo>
                  <a:lnTo>
                    <a:pt x="29425" y="128524"/>
                  </a:lnTo>
                  <a:lnTo>
                    <a:pt x="29502" y="111506"/>
                  </a:lnTo>
                  <a:lnTo>
                    <a:pt x="39141" y="64528"/>
                  </a:lnTo>
                  <a:lnTo>
                    <a:pt x="60426" y="18745"/>
                  </a:lnTo>
                  <a:lnTo>
                    <a:pt x="68859" y="4064"/>
                  </a:lnTo>
                  <a:lnTo>
                    <a:pt x="68859" y="812"/>
                  </a:lnTo>
                  <a:close/>
                </a:path>
                <a:path w="577215" h="869950">
                  <a:moveTo>
                    <a:pt x="577088" y="0"/>
                  </a:moveTo>
                  <a:lnTo>
                    <a:pt x="94449" y="0"/>
                  </a:lnTo>
                  <a:lnTo>
                    <a:pt x="87312" y="0"/>
                  </a:lnTo>
                  <a:lnTo>
                    <a:pt x="87312" y="5715"/>
                  </a:lnTo>
                  <a:lnTo>
                    <a:pt x="87312" y="868514"/>
                  </a:lnTo>
                  <a:lnTo>
                    <a:pt x="94449" y="868514"/>
                  </a:lnTo>
                  <a:lnTo>
                    <a:pt x="94449" y="234315"/>
                  </a:lnTo>
                  <a:lnTo>
                    <a:pt x="577088" y="234315"/>
                  </a:lnTo>
                  <a:lnTo>
                    <a:pt x="577088" y="228600"/>
                  </a:lnTo>
                  <a:lnTo>
                    <a:pt x="94449" y="228600"/>
                  </a:lnTo>
                  <a:lnTo>
                    <a:pt x="94449" y="177165"/>
                  </a:lnTo>
                  <a:lnTo>
                    <a:pt x="577088" y="177165"/>
                  </a:lnTo>
                  <a:lnTo>
                    <a:pt x="577088" y="171450"/>
                  </a:lnTo>
                  <a:lnTo>
                    <a:pt x="94449" y="171450"/>
                  </a:lnTo>
                  <a:lnTo>
                    <a:pt x="94449" y="120015"/>
                  </a:lnTo>
                  <a:lnTo>
                    <a:pt x="577088" y="120015"/>
                  </a:lnTo>
                  <a:lnTo>
                    <a:pt x="577088" y="114300"/>
                  </a:lnTo>
                  <a:lnTo>
                    <a:pt x="94449" y="114300"/>
                  </a:lnTo>
                  <a:lnTo>
                    <a:pt x="94449" y="62865"/>
                  </a:lnTo>
                  <a:lnTo>
                    <a:pt x="577088" y="62865"/>
                  </a:lnTo>
                  <a:lnTo>
                    <a:pt x="577088" y="57150"/>
                  </a:lnTo>
                  <a:lnTo>
                    <a:pt x="94449" y="57150"/>
                  </a:lnTo>
                  <a:lnTo>
                    <a:pt x="94449" y="5715"/>
                  </a:lnTo>
                  <a:lnTo>
                    <a:pt x="577088" y="5715"/>
                  </a:lnTo>
                  <a:lnTo>
                    <a:pt x="5770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7975" y="5117592"/>
              <a:ext cx="158876" cy="182879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24002" y="5089017"/>
              <a:ext cx="216598" cy="267461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756475" y="4974726"/>
              <a:ext cx="3256279" cy="514984"/>
            </a:xfrm>
            <a:custGeom>
              <a:avLst/>
              <a:gdLst/>
              <a:ahLst/>
              <a:cxnLst/>
              <a:rect l="l" t="t" r="r" b="b"/>
              <a:pathLst>
                <a:path w="3256279" h="514985">
                  <a:moveTo>
                    <a:pt x="171005" y="486054"/>
                  </a:moveTo>
                  <a:lnTo>
                    <a:pt x="75565" y="457200"/>
                  </a:lnTo>
                  <a:lnTo>
                    <a:pt x="75565" y="464629"/>
                  </a:lnTo>
                  <a:lnTo>
                    <a:pt x="146431" y="485775"/>
                  </a:lnTo>
                  <a:lnTo>
                    <a:pt x="146431" y="486054"/>
                  </a:lnTo>
                  <a:lnTo>
                    <a:pt x="75565" y="507199"/>
                  </a:lnTo>
                  <a:lnTo>
                    <a:pt x="75565" y="514921"/>
                  </a:lnTo>
                  <a:lnTo>
                    <a:pt x="171005" y="486054"/>
                  </a:lnTo>
                  <a:close/>
                </a:path>
                <a:path w="3256279" h="514985">
                  <a:moveTo>
                    <a:pt x="194424" y="399186"/>
                  </a:moveTo>
                  <a:lnTo>
                    <a:pt x="193675" y="392709"/>
                  </a:lnTo>
                  <a:lnTo>
                    <a:pt x="190042" y="389191"/>
                  </a:lnTo>
                  <a:lnTo>
                    <a:pt x="183565" y="388620"/>
                  </a:lnTo>
                  <a:lnTo>
                    <a:pt x="176898" y="389191"/>
                  </a:lnTo>
                  <a:lnTo>
                    <a:pt x="173278" y="392709"/>
                  </a:lnTo>
                  <a:lnTo>
                    <a:pt x="172707" y="399186"/>
                  </a:lnTo>
                  <a:lnTo>
                    <a:pt x="173278" y="405663"/>
                  </a:lnTo>
                  <a:lnTo>
                    <a:pt x="176898" y="409384"/>
                  </a:lnTo>
                  <a:lnTo>
                    <a:pt x="183565" y="410337"/>
                  </a:lnTo>
                  <a:lnTo>
                    <a:pt x="190042" y="409384"/>
                  </a:lnTo>
                  <a:lnTo>
                    <a:pt x="193675" y="405663"/>
                  </a:lnTo>
                  <a:lnTo>
                    <a:pt x="194424" y="399186"/>
                  </a:lnTo>
                  <a:close/>
                </a:path>
                <a:path w="3256279" h="514985">
                  <a:moveTo>
                    <a:pt x="3255708" y="142875"/>
                  </a:moveTo>
                  <a:lnTo>
                    <a:pt x="158140" y="142875"/>
                  </a:lnTo>
                  <a:lnTo>
                    <a:pt x="158140" y="0"/>
                  </a:lnTo>
                  <a:lnTo>
                    <a:pt x="148145" y="0"/>
                  </a:lnTo>
                  <a:lnTo>
                    <a:pt x="148145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148145" y="148590"/>
                  </a:lnTo>
                  <a:lnTo>
                    <a:pt x="148145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48145" y="205740"/>
                  </a:lnTo>
                  <a:lnTo>
                    <a:pt x="148145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148145" y="262890"/>
                  </a:lnTo>
                  <a:lnTo>
                    <a:pt x="148145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148145" y="320040"/>
                  </a:lnTo>
                  <a:lnTo>
                    <a:pt x="148145" y="371475"/>
                  </a:lnTo>
                  <a:lnTo>
                    <a:pt x="144691" y="371475"/>
                  </a:lnTo>
                  <a:lnTo>
                    <a:pt x="139661" y="370141"/>
                  </a:lnTo>
                  <a:lnTo>
                    <a:pt x="131279" y="370332"/>
                  </a:lnTo>
                  <a:lnTo>
                    <a:pt x="123355" y="371297"/>
                  </a:lnTo>
                  <a:lnTo>
                    <a:pt x="122745" y="371475"/>
                  </a:lnTo>
                  <a:lnTo>
                    <a:pt x="0" y="371475"/>
                  </a:lnTo>
                  <a:lnTo>
                    <a:pt x="0" y="377190"/>
                  </a:lnTo>
                  <a:lnTo>
                    <a:pt x="108127" y="377190"/>
                  </a:lnTo>
                  <a:lnTo>
                    <a:pt x="107924" y="377291"/>
                  </a:lnTo>
                  <a:lnTo>
                    <a:pt x="84137" y="408330"/>
                  </a:lnTo>
                  <a:lnTo>
                    <a:pt x="84315" y="414807"/>
                  </a:lnTo>
                  <a:lnTo>
                    <a:pt x="109283" y="429768"/>
                  </a:lnTo>
                  <a:lnTo>
                    <a:pt x="117754" y="428815"/>
                  </a:lnTo>
                  <a:lnTo>
                    <a:pt x="153784" y="405765"/>
                  </a:lnTo>
                  <a:lnTo>
                    <a:pt x="158432" y="391185"/>
                  </a:lnTo>
                  <a:lnTo>
                    <a:pt x="158242" y="383946"/>
                  </a:lnTo>
                  <a:lnTo>
                    <a:pt x="158140" y="383743"/>
                  </a:lnTo>
                  <a:lnTo>
                    <a:pt x="158140" y="377190"/>
                  </a:lnTo>
                  <a:lnTo>
                    <a:pt x="3255708" y="377190"/>
                  </a:lnTo>
                  <a:lnTo>
                    <a:pt x="3255708" y="371475"/>
                  </a:lnTo>
                  <a:lnTo>
                    <a:pt x="158140" y="371475"/>
                  </a:lnTo>
                  <a:lnTo>
                    <a:pt x="158140" y="320040"/>
                  </a:lnTo>
                  <a:lnTo>
                    <a:pt x="3255708" y="320040"/>
                  </a:lnTo>
                  <a:lnTo>
                    <a:pt x="3255708" y="314325"/>
                  </a:lnTo>
                  <a:lnTo>
                    <a:pt x="158140" y="314325"/>
                  </a:lnTo>
                  <a:lnTo>
                    <a:pt x="158140" y="262890"/>
                  </a:lnTo>
                  <a:lnTo>
                    <a:pt x="3255708" y="262890"/>
                  </a:lnTo>
                  <a:lnTo>
                    <a:pt x="3255708" y="257175"/>
                  </a:lnTo>
                  <a:lnTo>
                    <a:pt x="158140" y="257175"/>
                  </a:lnTo>
                  <a:lnTo>
                    <a:pt x="158140" y="205740"/>
                  </a:lnTo>
                  <a:lnTo>
                    <a:pt x="3255708" y="205740"/>
                  </a:lnTo>
                  <a:lnTo>
                    <a:pt x="3255708" y="200025"/>
                  </a:lnTo>
                  <a:lnTo>
                    <a:pt x="158140" y="200025"/>
                  </a:lnTo>
                  <a:lnTo>
                    <a:pt x="158140" y="148590"/>
                  </a:lnTo>
                  <a:lnTo>
                    <a:pt x="3255708" y="148590"/>
                  </a:lnTo>
                  <a:lnTo>
                    <a:pt x="3255708" y="142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40612" y="5134737"/>
              <a:ext cx="110299" cy="69722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2411920" y="4859855"/>
              <a:ext cx="127000" cy="514984"/>
            </a:xfrm>
            <a:custGeom>
              <a:avLst/>
              <a:gdLst/>
              <a:ahLst/>
              <a:cxnLst/>
              <a:rect l="l" t="t" r="r" b="b"/>
              <a:pathLst>
                <a:path w="127000" h="514985">
                  <a:moveTo>
                    <a:pt x="103390" y="28854"/>
                  </a:moveTo>
                  <a:lnTo>
                    <a:pt x="7950" y="0"/>
                  </a:lnTo>
                  <a:lnTo>
                    <a:pt x="7950" y="7429"/>
                  </a:lnTo>
                  <a:lnTo>
                    <a:pt x="78816" y="28575"/>
                  </a:lnTo>
                  <a:lnTo>
                    <a:pt x="78816" y="28854"/>
                  </a:lnTo>
                  <a:lnTo>
                    <a:pt x="7950" y="49999"/>
                  </a:lnTo>
                  <a:lnTo>
                    <a:pt x="7950" y="57721"/>
                  </a:lnTo>
                  <a:lnTo>
                    <a:pt x="103390" y="28854"/>
                  </a:lnTo>
                  <a:close/>
                </a:path>
                <a:path w="127000" h="514985">
                  <a:moveTo>
                    <a:pt x="111137" y="139865"/>
                  </a:moveTo>
                  <a:lnTo>
                    <a:pt x="61874" y="139865"/>
                  </a:lnTo>
                  <a:lnTo>
                    <a:pt x="66586" y="137782"/>
                  </a:lnTo>
                  <a:lnTo>
                    <a:pt x="74523" y="132867"/>
                  </a:lnTo>
                  <a:lnTo>
                    <a:pt x="81229" y="127012"/>
                  </a:lnTo>
                  <a:lnTo>
                    <a:pt x="86169" y="120586"/>
                  </a:lnTo>
                  <a:lnTo>
                    <a:pt x="89369" y="113576"/>
                  </a:lnTo>
                  <a:lnTo>
                    <a:pt x="90817" y="106006"/>
                  </a:lnTo>
                  <a:lnTo>
                    <a:pt x="90627" y="98767"/>
                  </a:lnTo>
                  <a:lnTo>
                    <a:pt x="88049" y="93535"/>
                  </a:lnTo>
                  <a:lnTo>
                    <a:pt x="83096" y="90297"/>
                  </a:lnTo>
                  <a:lnTo>
                    <a:pt x="78524" y="86677"/>
                  </a:lnTo>
                  <a:lnTo>
                    <a:pt x="72047" y="84963"/>
                  </a:lnTo>
                  <a:lnTo>
                    <a:pt x="63665" y="85153"/>
                  </a:lnTo>
                  <a:lnTo>
                    <a:pt x="55740" y="86118"/>
                  </a:lnTo>
                  <a:lnTo>
                    <a:pt x="21158" y="109220"/>
                  </a:lnTo>
                  <a:lnTo>
                    <a:pt x="16522" y="123151"/>
                  </a:lnTo>
                  <a:lnTo>
                    <a:pt x="16611" y="126301"/>
                  </a:lnTo>
                  <a:lnTo>
                    <a:pt x="16522" y="139865"/>
                  </a:lnTo>
                  <a:lnTo>
                    <a:pt x="0" y="139865"/>
                  </a:lnTo>
                  <a:lnTo>
                    <a:pt x="0" y="147015"/>
                  </a:lnTo>
                  <a:lnTo>
                    <a:pt x="16522" y="147015"/>
                  </a:lnTo>
                  <a:lnTo>
                    <a:pt x="16522" y="197015"/>
                  </a:lnTo>
                  <a:lnTo>
                    <a:pt x="0" y="197015"/>
                  </a:lnTo>
                  <a:lnTo>
                    <a:pt x="0" y="204165"/>
                  </a:lnTo>
                  <a:lnTo>
                    <a:pt x="16522" y="204165"/>
                  </a:lnTo>
                  <a:lnTo>
                    <a:pt x="16522" y="514921"/>
                  </a:lnTo>
                  <a:lnTo>
                    <a:pt x="26517" y="514921"/>
                  </a:lnTo>
                  <a:lnTo>
                    <a:pt x="26517" y="204165"/>
                  </a:lnTo>
                  <a:lnTo>
                    <a:pt x="111137" y="204165"/>
                  </a:lnTo>
                  <a:lnTo>
                    <a:pt x="111137" y="197015"/>
                  </a:lnTo>
                  <a:lnTo>
                    <a:pt x="26517" y="197015"/>
                  </a:lnTo>
                  <a:lnTo>
                    <a:pt x="26517" y="147015"/>
                  </a:lnTo>
                  <a:lnTo>
                    <a:pt x="111137" y="147015"/>
                  </a:lnTo>
                  <a:lnTo>
                    <a:pt x="111137" y="139865"/>
                  </a:lnTo>
                  <a:close/>
                </a:path>
                <a:path w="127000" h="514985">
                  <a:moveTo>
                    <a:pt x="126822" y="114007"/>
                  </a:moveTo>
                  <a:lnTo>
                    <a:pt x="126060" y="107530"/>
                  </a:lnTo>
                  <a:lnTo>
                    <a:pt x="122440" y="104013"/>
                  </a:lnTo>
                  <a:lnTo>
                    <a:pt x="115963" y="103441"/>
                  </a:lnTo>
                  <a:lnTo>
                    <a:pt x="109296" y="104013"/>
                  </a:lnTo>
                  <a:lnTo>
                    <a:pt x="105676" y="107530"/>
                  </a:lnTo>
                  <a:lnTo>
                    <a:pt x="105105" y="114007"/>
                  </a:lnTo>
                  <a:lnTo>
                    <a:pt x="105676" y="120484"/>
                  </a:lnTo>
                  <a:lnTo>
                    <a:pt x="109296" y="124206"/>
                  </a:lnTo>
                  <a:lnTo>
                    <a:pt x="115963" y="125158"/>
                  </a:lnTo>
                  <a:lnTo>
                    <a:pt x="122440" y="124206"/>
                  </a:lnTo>
                  <a:lnTo>
                    <a:pt x="126060" y="120484"/>
                  </a:lnTo>
                  <a:lnTo>
                    <a:pt x="126822" y="1140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428446" y="5134737"/>
              <a:ext cx="110299" cy="69722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4016315" y="5119878"/>
              <a:ext cx="8890" cy="232410"/>
            </a:xfrm>
            <a:custGeom>
              <a:avLst/>
              <a:gdLst/>
              <a:ahLst/>
              <a:cxnLst/>
              <a:rect l="l" t="t" r="r" b="b"/>
              <a:pathLst>
                <a:path w="8889" h="232410">
                  <a:moveTo>
                    <a:pt x="8572" y="232028"/>
                  </a:moveTo>
                  <a:lnTo>
                    <a:pt x="0" y="23202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232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266700" y="4646548"/>
            <a:ext cx="1818639" cy="3314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573405">
              <a:lnSpc>
                <a:spcPct val="100000"/>
              </a:lnSpc>
              <a:spcBef>
                <a:spcPts val="330"/>
              </a:spcBef>
            </a:pPr>
            <a:r>
              <a:rPr sz="900" b="1" dirty="0">
                <a:latin typeface="Bauer Bodoni Std Bold Cond" panose="02070903080706020303" pitchFamily="18" charset="77"/>
                <a:cs typeface="Source Serif 4"/>
              </a:rPr>
              <a:t>tira</a:t>
            </a:r>
            <a:r>
              <a:rPr sz="900" b="1" spc="-20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900" b="1" dirty="0">
                <a:latin typeface="Bauer Bodoni Std Bold Cond" panose="02070903080706020303" pitchFamily="18" charset="77"/>
                <a:cs typeface="Source Serif 4"/>
              </a:rPr>
              <a:t>fuori</a:t>
            </a:r>
            <a:r>
              <a:rPr sz="900" b="1" spc="-15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900" b="1" dirty="0">
                <a:latin typeface="Bauer Bodoni Std Bold Cond" panose="02070903080706020303" pitchFamily="18" charset="77"/>
                <a:cs typeface="Source Serif 4"/>
              </a:rPr>
              <a:t>la</a:t>
            </a:r>
            <a:r>
              <a:rPr sz="900" b="1" spc="-20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900" b="1" dirty="0">
                <a:latin typeface="Bauer Bodoni Std Bold Cond" panose="02070903080706020303" pitchFamily="18" charset="77"/>
                <a:cs typeface="Source Serif 4"/>
              </a:rPr>
              <a:t>mano</a:t>
            </a:r>
            <a:r>
              <a:rPr sz="900" b="1" spc="-15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900" b="1" spc="-10" dirty="0">
                <a:latin typeface="Bauer Bodoni Std Bold Cond" panose="02070903080706020303" pitchFamily="18" charset="77"/>
                <a:cs typeface="Source Serif 4"/>
              </a:rPr>
              <a:t>destra</a:t>
            </a:r>
            <a:endParaRPr sz="900" b="1" dirty="0">
              <a:latin typeface="Bauer Bodoni Std Bold Cond" panose="02070903080706020303" pitchFamily="18" charset="77"/>
              <a:cs typeface="Source Serif 4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80</a:t>
            </a:r>
            <a:endParaRPr sz="750" b="1" dirty="0">
              <a:latin typeface="Bauer Bodoni Std Bold Cond" panose="02070903080706020303" pitchFamily="18" charset="77"/>
              <a:cs typeface="Source Serif 4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179387" y="4888420"/>
            <a:ext cx="7101840" cy="3390265"/>
            <a:chOff x="179387" y="4888420"/>
            <a:chExt cx="7101840" cy="3390265"/>
          </a:xfrm>
        </p:grpSpPr>
        <p:sp>
          <p:nvSpPr>
            <p:cNvPr id="136" name="object 136"/>
            <p:cNvSpPr/>
            <p:nvPr/>
          </p:nvSpPr>
          <p:spPr>
            <a:xfrm>
              <a:off x="266700" y="4888430"/>
              <a:ext cx="7014209" cy="1103630"/>
            </a:xfrm>
            <a:custGeom>
              <a:avLst/>
              <a:gdLst/>
              <a:ahLst/>
              <a:cxnLst/>
              <a:rect l="l" t="t" r="r" b="b"/>
              <a:pathLst>
                <a:path w="7014209" h="1103629">
                  <a:moveTo>
                    <a:pt x="489775" y="1097686"/>
                  </a:moveTo>
                  <a:lnTo>
                    <a:pt x="0" y="1097686"/>
                  </a:lnTo>
                  <a:lnTo>
                    <a:pt x="0" y="1103401"/>
                  </a:lnTo>
                  <a:lnTo>
                    <a:pt x="489775" y="1103401"/>
                  </a:lnTo>
                  <a:lnTo>
                    <a:pt x="489775" y="1097686"/>
                  </a:lnTo>
                  <a:close/>
                </a:path>
                <a:path w="7014209" h="1103629">
                  <a:moveTo>
                    <a:pt x="489775" y="1040536"/>
                  </a:moveTo>
                  <a:lnTo>
                    <a:pt x="0" y="1040536"/>
                  </a:lnTo>
                  <a:lnTo>
                    <a:pt x="0" y="1046251"/>
                  </a:lnTo>
                  <a:lnTo>
                    <a:pt x="489775" y="1046251"/>
                  </a:lnTo>
                  <a:lnTo>
                    <a:pt x="489775" y="1040536"/>
                  </a:lnTo>
                  <a:close/>
                </a:path>
                <a:path w="7014209" h="1103629">
                  <a:moveTo>
                    <a:pt x="489775" y="983386"/>
                  </a:moveTo>
                  <a:lnTo>
                    <a:pt x="0" y="983386"/>
                  </a:lnTo>
                  <a:lnTo>
                    <a:pt x="0" y="989101"/>
                  </a:lnTo>
                  <a:lnTo>
                    <a:pt x="489775" y="989101"/>
                  </a:lnTo>
                  <a:lnTo>
                    <a:pt x="489775" y="983386"/>
                  </a:lnTo>
                  <a:close/>
                </a:path>
                <a:path w="7014209" h="1103629">
                  <a:moveTo>
                    <a:pt x="489775" y="926236"/>
                  </a:moveTo>
                  <a:lnTo>
                    <a:pt x="0" y="926236"/>
                  </a:lnTo>
                  <a:lnTo>
                    <a:pt x="0" y="931951"/>
                  </a:lnTo>
                  <a:lnTo>
                    <a:pt x="489775" y="931951"/>
                  </a:lnTo>
                  <a:lnTo>
                    <a:pt x="489775" y="926236"/>
                  </a:lnTo>
                  <a:close/>
                </a:path>
                <a:path w="7014209" h="1103629">
                  <a:moveTo>
                    <a:pt x="489775" y="869086"/>
                  </a:moveTo>
                  <a:lnTo>
                    <a:pt x="0" y="869086"/>
                  </a:lnTo>
                  <a:lnTo>
                    <a:pt x="0" y="874801"/>
                  </a:lnTo>
                  <a:lnTo>
                    <a:pt x="489775" y="874801"/>
                  </a:lnTo>
                  <a:lnTo>
                    <a:pt x="489775" y="869086"/>
                  </a:lnTo>
                  <a:close/>
                </a:path>
                <a:path w="7014209" h="1103629">
                  <a:moveTo>
                    <a:pt x="3916489" y="28854"/>
                  </a:moveTo>
                  <a:lnTo>
                    <a:pt x="3821049" y="0"/>
                  </a:lnTo>
                  <a:lnTo>
                    <a:pt x="3821049" y="7429"/>
                  </a:lnTo>
                  <a:lnTo>
                    <a:pt x="3891915" y="28575"/>
                  </a:lnTo>
                  <a:lnTo>
                    <a:pt x="3891915" y="28854"/>
                  </a:lnTo>
                  <a:lnTo>
                    <a:pt x="3821049" y="49999"/>
                  </a:lnTo>
                  <a:lnTo>
                    <a:pt x="3821049" y="57721"/>
                  </a:lnTo>
                  <a:lnTo>
                    <a:pt x="3916489" y="28854"/>
                  </a:lnTo>
                  <a:close/>
                </a:path>
                <a:path w="7014209" h="1103629">
                  <a:moveTo>
                    <a:pt x="3939921" y="314032"/>
                  </a:moveTo>
                  <a:lnTo>
                    <a:pt x="3939159" y="307555"/>
                  </a:lnTo>
                  <a:lnTo>
                    <a:pt x="3935539" y="304038"/>
                  </a:lnTo>
                  <a:lnTo>
                    <a:pt x="3929062" y="303466"/>
                  </a:lnTo>
                  <a:lnTo>
                    <a:pt x="3922395" y="304038"/>
                  </a:lnTo>
                  <a:lnTo>
                    <a:pt x="3918775" y="307555"/>
                  </a:lnTo>
                  <a:lnTo>
                    <a:pt x="3918204" y="314032"/>
                  </a:lnTo>
                  <a:lnTo>
                    <a:pt x="3918775" y="320509"/>
                  </a:lnTo>
                  <a:lnTo>
                    <a:pt x="3922395" y="324231"/>
                  </a:lnTo>
                  <a:lnTo>
                    <a:pt x="3929062" y="325183"/>
                  </a:lnTo>
                  <a:lnTo>
                    <a:pt x="3935539" y="324231"/>
                  </a:lnTo>
                  <a:lnTo>
                    <a:pt x="3939159" y="320509"/>
                  </a:lnTo>
                  <a:lnTo>
                    <a:pt x="3939921" y="314032"/>
                  </a:lnTo>
                  <a:close/>
                </a:path>
                <a:path w="7014209" h="1103629">
                  <a:moveTo>
                    <a:pt x="3939921" y="85432"/>
                  </a:moveTo>
                  <a:lnTo>
                    <a:pt x="3939159" y="78955"/>
                  </a:lnTo>
                  <a:lnTo>
                    <a:pt x="3935539" y="75438"/>
                  </a:lnTo>
                  <a:lnTo>
                    <a:pt x="3929062" y="74866"/>
                  </a:lnTo>
                  <a:lnTo>
                    <a:pt x="3922395" y="75438"/>
                  </a:lnTo>
                  <a:lnTo>
                    <a:pt x="3918775" y="78955"/>
                  </a:lnTo>
                  <a:lnTo>
                    <a:pt x="3918204" y="85432"/>
                  </a:lnTo>
                  <a:lnTo>
                    <a:pt x="3918775" y="91909"/>
                  </a:lnTo>
                  <a:lnTo>
                    <a:pt x="3922395" y="95631"/>
                  </a:lnTo>
                  <a:lnTo>
                    <a:pt x="3929062" y="96583"/>
                  </a:lnTo>
                  <a:lnTo>
                    <a:pt x="3935539" y="95631"/>
                  </a:lnTo>
                  <a:lnTo>
                    <a:pt x="3939159" y="91909"/>
                  </a:lnTo>
                  <a:lnTo>
                    <a:pt x="3939921" y="85432"/>
                  </a:lnTo>
                  <a:close/>
                </a:path>
                <a:path w="7014209" h="1103629">
                  <a:moveTo>
                    <a:pt x="5489460" y="77152"/>
                  </a:moveTo>
                  <a:lnTo>
                    <a:pt x="5420309" y="77152"/>
                  </a:lnTo>
                  <a:lnTo>
                    <a:pt x="5420309" y="86296"/>
                  </a:lnTo>
                  <a:lnTo>
                    <a:pt x="5489460" y="86296"/>
                  </a:lnTo>
                  <a:lnTo>
                    <a:pt x="5489460" y="77152"/>
                  </a:lnTo>
                  <a:close/>
                </a:path>
                <a:path w="7014209" h="1103629">
                  <a:moveTo>
                    <a:pt x="5836640" y="590257"/>
                  </a:moveTo>
                  <a:lnTo>
                    <a:pt x="5821108" y="572452"/>
                  </a:lnTo>
                  <a:lnTo>
                    <a:pt x="5816346" y="572833"/>
                  </a:lnTo>
                  <a:lnTo>
                    <a:pt x="5810821" y="572833"/>
                  </a:lnTo>
                  <a:lnTo>
                    <a:pt x="5805779" y="574827"/>
                  </a:lnTo>
                  <a:lnTo>
                    <a:pt x="5801207" y="578827"/>
                  </a:lnTo>
                  <a:lnTo>
                    <a:pt x="5796635" y="582637"/>
                  </a:lnTo>
                  <a:lnTo>
                    <a:pt x="5794159" y="587209"/>
                  </a:lnTo>
                  <a:lnTo>
                    <a:pt x="5793778" y="592543"/>
                  </a:lnTo>
                  <a:lnTo>
                    <a:pt x="5793778" y="595782"/>
                  </a:lnTo>
                  <a:lnTo>
                    <a:pt x="5795772" y="597789"/>
                  </a:lnTo>
                  <a:lnTo>
                    <a:pt x="5799772" y="598551"/>
                  </a:lnTo>
                  <a:lnTo>
                    <a:pt x="5803773" y="598170"/>
                  </a:lnTo>
                  <a:lnTo>
                    <a:pt x="5805678" y="596074"/>
                  </a:lnTo>
                  <a:lnTo>
                    <a:pt x="5805487" y="592264"/>
                  </a:lnTo>
                  <a:lnTo>
                    <a:pt x="5804344" y="586257"/>
                  </a:lnTo>
                  <a:lnTo>
                    <a:pt x="5805106" y="579970"/>
                  </a:lnTo>
                  <a:lnTo>
                    <a:pt x="5808916" y="576922"/>
                  </a:lnTo>
                  <a:lnTo>
                    <a:pt x="5815774" y="577113"/>
                  </a:lnTo>
                  <a:lnTo>
                    <a:pt x="5822442" y="578065"/>
                  </a:lnTo>
                  <a:lnTo>
                    <a:pt x="5825210" y="582066"/>
                  </a:lnTo>
                  <a:lnTo>
                    <a:pt x="5824067" y="589114"/>
                  </a:lnTo>
                  <a:lnTo>
                    <a:pt x="5822924" y="596925"/>
                  </a:lnTo>
                  <a:lnTo>
                    <a:pt x="5818632" y="602361"/>
                  </a:lnTo>
                  <a:lnTo>
                    <a:pt x="5806059" y="607504"/>
                  </a:lnTo>
                  <a:lnTo>
                    <a:pt x="5800344" y="610450"/>
                  </a:lnTo>
                  <a:lnTo>
                    <a:pt x="5794057" y="614260"/>
                  </a:lnTo>
                  <a:lnTo>
                    <a:pt x="5794057" y="614832"/>
                  </a:lnTo>
                  <a:lnTo>
                    <a:pt x="5788215" y="619099"/>
                  </a:lnTo>
                  <a:lnTo>
                    <a:pt x="5783846" y="624763"/>
                  </a:lnTo>
                  <a:lnTo>
                    <a:pt x="5780938" y="631812"/>
                  </a:lnTo>
                  <a:lnTo>
                    <a:pt x="5779490" y="640270"/>
                  </a:lnTo>
                  <a:lnTo>
                    <a:pt x="5784913" y="640270"/>
                  </a:lnTo>
                  <a:lnTo>
                    <a:pt x="5786056" y="637413"/>
                  </a:lnTo>
                  <a:lnTo>
                    <a:pt x="5788063" y="635596"/>
                  </a:lnTo>
                  <a:lnTo>
                    <a:pt x="5790920" y="634834"/>
                  </a:lnTo>
                  <a:lnTo>
                    <a:pt x="5794921" y="635025"/>
                  </a:lnTo>
                  <a:lnTo>
                    <a:pt x="5798439" y="636460"/>
                  </a:lnTo>
                  <a:lnTo>
                    <a:pt x="5804535" y="641794"/>
                  </a:lnTo>
                  <a:lnTo>
                    <a:pt x="5807964" y="643318"/>
                  </a:lnTo>
                  <a:lnTo>
                    <a:pt x="5811774" y="643699"/>
                  </a:lnTo>
                  <a:lnTo>
                    <a:pt x="5816536" y="643318"/>
                  </a:lnTo>
                  <a:lnTo>
                    <a:pt x="5820537" y="641032"/>
                  </a:lnTo>
                  <a:lnTo>
                    <a:pt x="5823775" y="636841"/>
                  </a:lnTo>
                  <a:lnTo>
                    <a:pt x="5831776" y="623404"/>
                  </a:lnTo>
                  <a:lnTo>
                    <a:pt x="5828347" y="621411"/>
                  </a:lnTo>
                  <a:lnTo>
                    <a:pt x="5826061" y="625792"/>
                  </a:lnTo>
                  <a:lnTo>
                    <a:pt x="5822734" y="628548"/>
                  </a:lnTo>
                  <a:lnTo>
                    <a:pt x="5818352" y="629691"/>
                  </a:lnTo>
                  <a:lnTo>
                    <a:pt x="5815304" y="629691"/>
                  </a:lnTo>
                  <a:lnTo>
                    <a:pt x="5811964" y="628738"/>
                  </a:lnTo>
                  <a:lnTo>
                    <a:pt x="5808345" y="626833"/>
                  </a:lnTo>
                  <a:lnTo>
                    <a:pt x="5804725" y="624738"/>
                  </a:lnTo>
                  <a:lnTo>
                    <a:pt x="5800636" y="623595"/>
                  </a:lnTo>
                  <a:lnTo>
                    <a:pt x="5796064" y="623404"/>
                  </a:lnTo>
                  <a:lnTo>
                    <a:pt x="5791492" y="623976"/>
                  </a:lnTo>
                  <a:lnTo>
                    <a:pt x="5791492" y="623404"/>
                  </a:lnTo>
                  <a:lnTo>
                    <a:pt x="5797397" y="617308"/>
                  </a:lnTo>
                  <a:lnTo>
                    <a:pt x="5804446" y="613029"/>
                  </a:lnTo>
                  <a:lnTo>
                    <a:pt x="5812637" y="610552"/>
                  </a:lnTo>
                  <a:lnTo>
                    <a:pt x="5828068" y="603694"/>
                  </a:lnTo>
                  <a:lnTo>
                    <a:pt x="5833402" y="601027"/>
                  </a:lnTo>
                  <a:lnTo>
                    <a:pt x="5836259" y="596544"/>
                  </a:lnTo>
                  <a:lnTo>
                    <a:pt x="5836640" y="590257"/>
                  </a:lnTo>
                  <a:close/>
                </a:path>
                <a:path w="7014209" h="1103629">
                  <a:moveTo>
                    <a:pt x="6283376" y="105727"/>
                  </a:moveTo>
                  <a:lnTo>
                    <a:pt x="6214224" y="105727"/>
                  </a:lnTo>
                  <a:lnTo>
                    <a:pt x="6214224" y="114871"/>
                  </a:lnTo>
                  <a:lnTo>
                    <a:pt x="6283376" y="114871"/>
                  </a:lnTo>
                  <a:lnTo>
                    <a:pt x="6283376" y="105727"/>
                  </a:lnTo>
                  <a:close/>
                </a:path>
                <a:path w="7014209" h="1103629">
                  <a:moveTo>
                    <a:pt x="7001192" y="229171"/>
                  </a:moveTo>
                  <a:lnTo>
                    <a:pt x="6221374" y="229171"/>
                  </a:lnTo>
                  <a:lnTo>
                    <a:pt x="6221374" y="198069"/>
                  </a:lnTo>
                  <a:lnTo>
                    <a:pt x="6223368" y="199644"/>
                  </a:lnTo>
                  <a:lnTo>
                    <a:pt x="6229274" y="201549"/>
                  </a:lnTo>
                  <a:lnTo>
                    <a:pt x="6269380" y="190017"/>
                  </a:lnTo>
                  <a:lnTo>
                    <a:pt x="6281991" y="175590"/>
                  </a:lnTo>
                  <a:lnTo>
                    <a:pt x="6305994" y="175590"/>
                  </a:lnTo>
                  <a:lnTo>
                    <a:pt x="6305994" y="168440"/>
                  </a:lnTo>
                  <a:lnTo>
                    <a:pt x="6284646" y="168440"/>
                  </a:lnTo>
                  <a:lnTo>
                    <a:pt x="6285662" y="163156"/>
                  </a:lnTo>
                  <a:lnTo>
                    <a:pt x="6285471" y="155917"/>
                  </a:lnTo>
                  <a:lnTo>
                    <a:pt x="6282906" y="150685"/>
                  </a:lnTo>
                  <a:lnTo>
                    <a:pt x="6277953" y="147447"/>
                  </a:lnTo>
                  <a:lnTo>
                    <a:pt x="6273381" y="143827"/>
                  </a:lnTo>
                  <a:lnTo>
                    <a:pt x="6266904" y="142113"/>
                  </a:lnTo>
                  <a:lnTo>
                    <a:pt x="6258522" y="142303"/>
                  </a:lnTo>
                  <a:lnTo>
                    <a:pt x="6250584" y="143268"/>
                  </a:lnTo>
                  <a:lnTo>
                    <a:pt x="6216015" y="166370"/>
                  </a:lnTo>
                  <a:lnTo>
                    <a:pt x="6215024" y="168440"/>
                  </a:lnTo>
                  <a:lnTo>
                    <a:pt x="6194857" y="168440"/>
                  </a:lnTo>
                  <a:lnTo>
                    <a:pt x="6194857" y="175590"/>
                  </a:lnTo>
                  <a:lnTo>
                    <a:pt x="6212306" y="175590"/>
                  </a:lnTo>
                  <a:lnTo>
                    <a:pt x="6211367" y="180301"/>
                  </a:lnTo>
                  <a:lnTo>
                    <a:pt x="6211455" y="183451"/>
                  </a:lnTo>
                  <a:lnTo>
                    <a:pt x="6211367" y="229171"/>
                  </a:lnTo>
                  <a:lnTo>
                    <a:pt x="6211367" y="529196"/>
                  </a:lnTo>
                  <a:lnTo>
                    <a:pt x="5427459" y="515099"/>
                  </a:lnTo>
                  <a:lnTo>
                    <a:pt x="5427459" y="463486"/>
                  </a:lnTo>
                  <a:lnTo>
                    <a:pt x="6211367" y="463486"/>
                  </a:lnTo>
                  <a:lnTo>
                    <a:pt x="6211367" y="457771"/>
                  </a:lnTo>
                  <a:lnTo>
                    <a:pt x="5427459" y="457771"/>
                  </a:lnTo>
                  <a:lnTo>
                    <a:pt x="5427459" y="406336"/>
                  </a:lnTo>
                  <a:lnTo>
                    <a:pt x="6211367" y="406336"/>
                  </a:lnTo>
                  <a:lnTo>
                    <a:pt x="6211367" y="400621"/>
                  </a:lnTo>
                  <a:lnTo>
                    <a:pt x="5427459" y="400621"/>
                  </a:lnTo>
                  <a:lnTo>
                    <a:pt x="5427459" y="369519"/>
                  </a:lnTo>
                  <a:lnTo>
                    <a:pt x="5429453" y="371094"/>
                  </a:lnTo>
                  <a:lnTo>
                    <a:pt x="5435358" y="372999"/>
                  </a:lnTo>
                  <a:lnTo>
                    <a:pt x="5475465" y="361467"/>
                  </a:lnTo>
                  <a:lnTo>
                    <a:pt x="5487098" y="349186"/>
                  </a:lnTo>
                  <a:lnTo>
                    <a:pt x="6211367" y="349186"/>
                  </a:lnTo>
                  <a:lnTo>
                    <a:pt x="6211367" y="343471"/>
                  </a:lnTo>
                  <a:lnTo>
                    <a:pt x="5489702" y="343471"/>
                  </a:lnTo>
                  <a:lnTo>
                    <a:pt x="5490299" y="342176"/>
                  </a:lnTo>
                  <a:lnTo>
                    <a:pt x="5491746" y="334606"/>
                  </a:lnTo>
                  <a:lnTo>
                    <a:pt x="5491556" y="327367"/>
                  </a:lnTo>
                  <a:lnTo>
                    <a:pt x="5488991" y="322135"/>
                  </a:lnTo>
                  <a:lnTo>
                    <a:pt x="5484038" y="318897"/>
                  </a:lnTo>
                  <a:lnTo>
                    <a:pt x="5479466" y="315277"/>
                  </a:lnTo>
                  <a:lnTo>
                    <a:pt x="5472989" y="313563"/>
                  </a:lnTo>
                  <a:lnTo>
                    <a:pt x="5464607" y="313753"/>
                  </a:lnTo>
                  <a:lnTo>
                    <a:pt x="5456669" y="314718"/>
                  </a:lnTo>
                  <a:lnTo>
                    <a:pt x="5448884" y="317030"/>
                  </a:lnTo>
                  <a:lnTo>
                    <a:pt x="5441239" y="320713"/>
                  </a:lnTo>
                  <a:lnTo>
                    <a:pt x="5433746" y="325755"/>
                  </a:lnTo>
                  <a:lnTo>
                    <a:pt x="5427459" y="331203"/>
                  </a:lnTo>
                  <a:lnTo>
                    <a:pt x="5427459" y="292036"/>
                  </a:lnTo>
                  <a:lnTo>
                    <a:pt x="6211367" y="292036"/>
                  </a:lnTo>
                  <a:lnTo>
                    <a:pt x="6211367" y="286321"/>
                  </a:lnTo>
                  <a:lnTo>
                    <a:pt x="5427459" y="286321"/>
                  </a:lnTo>
                  <a:lnTo>
                    <a:pt x="5427459" y="234886"/>
                  </a:lnTo>
                  <a:lnTo>
                    <a:pt x="6211367" y="234886"/>
                  </a:lnTo>
                  <a:lnTo>
                    <a:pt x="6211367" y="229171"/>
                  </a:lnTo>
                  <a:lnTo>
                    <a:pt x="5427459" y="229171"/>
                  </a:lnTo>
                  <a:lnTo>
                    <a:pt x="5427459" y="175590"/>
                  </a:lnTo>
                  <a:lnTo>
                    <a:pt x="5512079" y="175590"/>
                  </a:lnTo>
                  <a:lnTo>
                    <a:pt x="5512079" y="168440"/>
                  </a:lnTo>
                  <a:lnTo>
                    <a:pt x="5462803" y="168440"/>
                  </a:lnTo>
                  <a:lnTo>
                    <a:pt x="5467515" y="166357"/>
                  </a:lnTo>
                  <a:lnTo>
                    <a:pt x="5491746" y="134581"/>
                  </a:lnTo>
                  <a:lnTo>
                    <a:pt x="5491556" y="127342"/>
                  </a:lnTo>
                  <a:lnTo>
                    <a:pt x="5488991" y="122110"/>
                  </a:lnTo>
                  <a:lnTo>
                    <a:pt x="5484038" y="118872"/>
                  </a:lnTo>
                  <a:lnTo>
                    <a:pt x="5479466" y="115252"/>
                  </a:lnTo>
                  <a:lnTo>
                    <a:pt x="5472989" y="113538"/>
                  </a:lnTo>
                  <a:lnTo>
                    <a:pt x="5464607" y="113728"/>
                  </a:lnTo>
                  <a:lnTo>
                    <a:pt x="5456669" y="114693"/>
                  </a:lnTo>
                  <a:lnTo>
                    <a:pt x="5422100" y="137795"/>
                  </a:lnTo>
                  <a:lnTo>
                    <a:pt x="5417451" y="151726"/>
                  </a:lnTo>
                  <a:lnTo>
                    <a:pt x="5417540" y="154876"/>
                  </a:lnTo>
                  <a:lnTo>
                    <a:pt x="5417451" y="168440"/>
                  </a:lnTo>
                  <a:lnTo>
                    <a:pt x="5400929" y="168440"/>
                  </a:lnTo>
                  <a:lnTo>
                    <a:pt x="5400929" y="175590"/>
                  </a:lnTo>
                  <a:lnTo>
                    <a:pt x="5417451" y="175590"/>
                  </a:lnTo>
                  <a:lnTo>
                    <a:pt x="5417451" y="229171"/>
                  </a:lnTo>
                  <a:lnTo>
                    <a:pt x="5417451" y="234886"/>
                  </a:lnTo>
                  <a:lnTo>
                    <a:pt x="5417451" y="457771"/>
                  </a:lnTo>
                  <a:lnTo>
                    <a:pt x="3839616" y="457771"/>
                  </a:lnTo>
                  <a:lnTo>
                    <a:pt x="3839616" y="406336"/>
                  </a:lnTo>
                  <a:lnTo>
                    <a:pt x="5417451" y="406336"/>
                  </a:lnTo>
                  <a:lnTo>
                    <a:pt x="5417451" y="400621"/>
                  </a:lnTo>
                  <a:lnTo>
                    <a:pt x="3839616" y="400621"/>
                  </a:lnTo>
                  <a:lnTo>
                    <a:pt x="3839616" y="349186"/>
                  </a:lnTo>
                  <a:lnTo>
                    <a:pt x="5417451" y="349186"/>
                  </a:lnTo>
                  <a:lnTo>
                    <a:pt x="5417451" y="343471"/>
                  </a:lnTo>
                  <a:lnTo>
                    <a:pt x="3863949" y="343471"/>
                  </a:lnTo>
                  <a:lnTo>
                    <a:pt x="3871557" y="341401"/>
                  </a:lnTo>
                  <a:lnTo>
                    <a:pt x="3879685" y="337807"/>
                  </a:lnTo>
                  <a:lnTo>
                    <a:pt x="3903916" y="306031"/>
                  </a:lnTo>
                  <a:lnTo>
                    <a:pt x="3903726" y="298792"/>
                  </a:lnTo>
                  <a:lnTo>
                    <a:pt x="3901148" y="293560"/>
                  </a:lnTo>
                  <a:lnTo>
                    <a:pt x="3898811" y="292036"/>
                  </a:lnTo>
                  <a:lnTo>
                    <a:pt x="5417451" y="292036"/>
                  </a:lnTo>
                  <a:lnTo>
                    <a:pt x="5417451" y="286321"/>
                  </a:lnTo>
                  <a:lnTo>
                    <a:pt x="3890175" y="286321"/>
                  </a:lnTo>
                  <a:lnTo>
                    <a:pt x="3885146" y="284988"/>
                  </a:lnTo>
                  <a:lnTo>
                    <a:pt x="3876764" y="285178"/>
                  </a:lnTo>
                  <a:lnTo>
                    <a:pt x="3868839" y="286143"/>
                  </a:lnTo>
                  <a:lnTo>
                    <a:pt x="3868229" y="286321"/>
                  </a:lnTo>
                  <a:lnTo>
                    <a:pt x="3853611" y="286321"/>
                  </a:lnTo>
                  <a:lnTo>
                    <a:pt x="3853611" y="292036"/>
                  </a:lnTo>
                  <a:lnTo>
                    <a:pt x="3853408" y="292138"/>
                  </a:lnTo>
                  <a:lnTo>
                    <a:pt x="3845903" y="297180"/>
                  </a:lnTo>
                  <a:lnTo>
                    <a:pt x="3844569" y="298348"/>
                  </a:lnTo>
                  <a:lnTo>
                    <a:pt x="3844569" y="343471"/>
                  </a:lnTo>
                  <a:lnTo>
                    <a:pt x="3839616" y="343471"/>
                  </a:lnTo>
                  <a:lnTo>
                    <a:pt x="3839616" y="340931"/>
                  </a:lnTo>
                  <a:lnTo>
                    <a:pt x="3841623" y="342519"/>
                  </a:lnTo>
                  <a:lnTo>
                    <a:pt x="3844569" y="343471"/>
                  </a:lnTo>
                  <a:lnTo>
                    <a:pt x="3844569" y="298348"/>
                  </a:lnTo>
                  <a:lnTo>
                    <a:pt x="3839616" y="302641"/>
                  </a:lnTo>
                  <a:lnTo>
                    <a:pt x="3839616" y="292036"/>
                  </a:lnTo>
                  <a:lnTo>
                    <a:pt x="3853611" y="292036"/>
                  </a:lnTo>
                  <a:lnTo>
                    <a:pt x="3853611" y="286321"/>
                  </a:lnTo>
                  <a:lnTo>
                    <a:pt x="3839616" y="286321"/>
                  </a:lnTo>
                  <a:lnTo>
                    <a:pt x="3839616" y="234886"/>
                  </a:lnTo>
                  <a:lnTo>
                    <a:pt x="5417451" y="234886"/>
                  </a:lnTo>
                  <a:lnTo>
                    <a:pt x="5417451" y="229171"/>
                  </a:lnTo>
                  <a:lnTo>
                    <a:pt x="3839616" y="229171"/>
                  </a:lnTo>
                  <a:lnTo>
                    <a:pt x="3839616" y="175590"/>
                  </a:lnTo>
                  <a:lnTo>
                    <a:pt x="3924236" y="175590"/>
                  </a:lnTo>
                  <a:lnTo>
                    <a:pt x="3924236" y="168440"/>
                  </a:lnTo>
                  <a:lnTo>
                    <a:pt x="3839616" y="168440"/>
                  </a:lnTo>
                  <a:lnTo>
                    <a:pt x="3839616" y="140906"/>
                  </a:lnTo>
                  <a:lnTo>
                    <a:pt x="3841623" y="142494"/>
                  </a:lnTo>
                  <a:lnTo>
                    <a:pt x="3847528" y="144399"/>
                  </a:lnTo>
                  <a:lnTo>
                    <a:pt x="3854767" y="144589"/>
                  </a:lnTo>
                  <a:lnTo>
                    <a:pt x="3863251" y="143637"/>
                  </a:lnTo>
                  <a:lnTo>
                    <a:pt x="3899268" y="120586"/>
                  </a:lnTo>
                  <a:lnTo>
                    <a:pt x="3900246" y="118440"/>
                  </a:lnTo>
                  <a:lnTo>
                    <a:pt x="3924236" y="118440"/>
                  </a:lnTo>
                  <a:lnTo>
                    <a:pt x="3924236" y="111290"/>
                  </a:lnTo>
                  <a:lnTo>
                    <a:pt x="3902900" y="111290"/>
                  </a:lnTo>
                  <a:lnTo>
                    <a:pt x="3903916" y="106006"/>
                  </a:lnTo>
                  <a:lnTo>
                    <a:pt x="3903726" y="98767"/>
                  </a:lnTo>
                  <a:lnTo>
                    <a:pt x="3901148" y="93535"/>
                  </a:lnTo>
                  <a:lnTo>
                    <a:pt x="3896195" y="90297"/>
                  </a:lnTo>
                  <a:lnTo>
                    <a:pt x="3891623" y="86677"/>
                  </a:lnTo>
                  <a:lnTo>
                    <a:pt x="3885146" y="84963"/>
                  </a:lnTo>
                  <a:lnTo>
                    <a:pt x="3876764" y="85153"/>
                  </a:lnTo>
                  <a:lnTo>
                    <a:pt x="3868839" y="86118"/>
                  </a:lnTo>
                  <a:lnTo>
                    <a:pt x="3834257" y="109220"/>
                  </a:lnTo>
                  <a:lnTo>
                    <a:pt x="3833266" y="111290"/>
                  </a:lnTo>
                  <a:lnTo>
                    <a:pt x="3813098" y="111290"/>
                  </a:lnTo>
                  <a:lnTo>
                    <a:pt x="3813098" y="118440"/>
                  </a:lnTo>
                  <a:lnTo>
                    <a:pt x="3830561" y="118440"/>
                  </a:lnTo>
                  <a:lnTo>
                    <a:pt x="3829621" y="123151"/>
                  </a:lnTo>
                  <a:lnTo>
                    <a:pt x="3829710" y="126301"/>
                  </a:lnTo>
                  <a:lnTo>
                    <a:pt x="3829621" y="168440"/>
                  </a:lnTo>
                  <a:lnTo>
                    <a:pt x="3813098" y="168440"/>
                  </a:lnTo>
                  <a:lnTo>
                    <a:pt x="3813098" y="175590"/>
                  </a:lnTo>
                  <a:lnTo>
                    <a:pt x="3829621" y="175590"/>
                  </a:lnTo>
                  <a:lnTo>
                    <a:pt x="3829621" y="229171"/>
                  </a:lnTo>
                  <a:lnTo>
                    <a:pt x="3745484" y="229171"/>
                  </a:lnTo>
                  <a:lnTo>
                    <a:pt x="3745484" y="234886"/>
                  </a:lnTo>
                  <a:lnTo>
                    <a:pt x="3829621" y="234886"/>
                  </a:lnTo>
                  <a:lnTo>
                    <a:pt x="3829621" y="286321"/>
                  </a:lnTo>
                  <a:lnTo>
                    <a:pt x="3745484" y="286321"/>
                  </a:lnTo>
                  <a:lnTo>
                    <a:pt x="3745484" y="292036"/>
                  </a:lnTo>
                  <a:lnTo>
                    <a:pt x="3829621" y="292036"/>
                  </a:lnTo>
                  <a:lnTo>
                    <a:pt x="3829621" y="323176"/>
                  </a:lnTo>
                  <a:lnTo>
                    <a:pt x="3829621" y="343471"/>
                  </a:lnTo>
                  <a:lnTo>
                    <a:pt x="3745484" y="343471"/>
                  </a:lnTo>
                  <a:lnTo>
                    <a:pt x="3745484" y="349186"/>
                  </a:lnTo>
                  <a:lnTo>
                    <a:pt x="3829621" y="349186"/>
                  </a:lnTo>
                  <a:lnTo>
                    <a:pt x="3829621" y="400621"/>
                  </a:lnTo>
                  <a:lnTo>
                    <a:pt x="3745484" y="400621"/>
                  </a:lnTo>
                  <a:lnTo>
                    <a:pt x="3745484" y="406336"/>
                  </a:lnTo>
                  <a:lnTo>
                    <a:pt x="3829621" y="406336"/>
                  </a:lnTo>
                  <a:lnTo>
                    <a:pt x="3829621" y="457771"/>
                  </a:lnTo>
                  <a:lnTo>
                    <a:pt x="3745484" y="457771"/>
                  </a:lnTo>
                  <a:lnTo>
                    <a:pt x="3745484" y="463486"/>
                  </a:lnTo>
                  <a:lnTo>
                    <a:pt x="3829621" y="463486"/>
                  </a:lnTo>
                  <a:lnTo>
                    <a:pt x="3829621" y="514921"/>
                  </a:lnTo>
                  <a:lnTo>
                    <a:pt x="3839616" y="514921"/>
                  </a:lnTo>
                  <a:lnTo>
                    <a:pt x="3839616" y="463486"/>
                  </a:lnTo>
                  <a:lnTo>
                    <a:pt x="5417451" y="463486"/>
                  </a:lnTo>
                  <a:lnTo>
                    <a:pt x="5417451" y="514908"/>
                  </a:lnTo>
                  <a:lnTo>
                    <a:pt x="5417451" y="543496"/>
                  </a:lnTo>
                  <a:lnTo>
                    <a:pt x="6211367" y="557784"/>
                  </a:lnTo>
                  <a:lnTo>
                    <a:pt x="6221374" y="557784"/>
                  </a:lnTo>
                  <a:lnTo>
                    <a:pt x="6221374" y="463486"/>
                  </a:lnTo>
                  <a:lnTo>
                    <a:pt x="7001192" y="463486"/>
                  </a:lnTo>
                  <a:lnTo>
                    <a:pt x="7001192" y="457771"/>
                  </a:lnTo>
                  <a:lnTo>
                    <a:pt x="6221374" y="457771"/>
                  </a:lnTo>
                  <a:lnTo>
                    <a:pt x="6221374" y="406336"/>
                  </a:lnTo>
                  <a:lnTo>
                    <a:pt x="7001192" y="406336"/>
                  </a:lnTo>
                  <a:lnTo>
                    <a:pt x="7001192" y="400621"/>
                  </a:lnTo>
                  <a:lnTo>
                    <a:pt x="6245695" y="400621"/>
                  </a:lnTo>
                  <a:lnTo>
                    <a:pt x="6253302" y="398551"/>
                  </a:lnTo>
                  <a:lnTo>
                    <a:pt x="6284214" y="370751"/>
                  </a:lnTo>
                  <a:lnTo>
                    <a:pt x="6285662" y="363181"/>
                  </a:lnTo>
                  <a:lnTo>
                    <a:pt x="6285471" y="355942"/>
                  </a:lnTo>
                  <a:lnTo>
                    <a:pt x="6282906" y="350710"/>
                  </a:lnTo>
                  <a:lnTo>
                    <a:pt x="6280569" y="349186"/>
                  </a:lnTo>
                  <a:lnTo>
                    <a:pt x="7001192" y="349186"/>
                  </a:lnTo>
                  <a:lnTo>
                    <a:pt x="7001192" y="343471"/>
                  </a:lnTo>
                  <a:lnTo>
                    <a:pt x="6271933" y="343471"/>
                  </a:lnTo>
                  <a:lnTo>
                    <a:pt x="6266904" y="342138"/>
                  </a:lnTo>
                  <a:lnTo>
                    <a:pt x="6258522" y="342328"/>
                  </a:lnTo>
                  <a:lnTo>
                    <a:pt x="6250584" y="343293"/>
                  </a:lnTo>
                  <a:lnTo>
                    <a:pt x="6249975" y="343471"/>
                  </a:lnTo>
                  <a:lnTo>
                    <a:pt x="6235357" y="343471"/>
                  </a:lnTo>
                  <a:lnTo>
                    <a:pt x="6235357" y="349186"/>
                  </a:lnTo>
                  <a:lnTo>
                    <a:pt x="6235154" y="349288"/>
                  </a:lnTo>
                  <a:lnTo>
                    <a:pt x="6227661" y="354330"/>
                  </a:lnTo>
                  <a:lnTo>
                    <a:pt x="6226314" y="355498"/>
                  </a:lnTo>
                  <a:lnTo>
                    <a:pt x="6226314" y="400621"/>
                  </a:lnTo>
                  <a:lnTo>
                    <a:pt x="6221374" y="400621"/>
                  </a:lnTo>
                  <a:lnTo>
                    <a:pt x="6221374" y="398094"/>
                  </a:lnTo>
                  <a:lnTo>
                    <a:pt x="6223368" y="399669"/>
                  </a:lnTo>
                  <a:lnTo>
                    <a:pt x="6226314" y="400621"/>
                  </a:lnTo>
                  <a:lnTo>
                    <a:pt x="6226314" y="355498"/>
                  </a:lnTo>
                  <a:lnTo>
                    <a:pt x="6221374" y="359778"/>
                  </a:lnTo>
                  <a:lnTo>
                    <a:pt x="6221374" y="349186"/>
                  </a:lnTo>
                  <a:lnTo>
                    <a:pt x="6235357" y="349186"/>
                  </a:lnTo>
                  <a:lnTo>
                    <a:pt x="6235357" y="343471"/>
                  </a:lnTo>
                  <a:lnTo>
                    <a:pt x="6221374" y="343471"/>
                  </a:lnTo>
                  <a:lnTo>
                    <a:pt x="6221374" y="292036"/>
                  </a:lnTo>
                  <a:lnTo>
                    <a:pt x="7001192" y="292036"/>
                  </a:lnTo>
                  <a:lnTo>
                    <a:pt x="7001192" y="286321"/>
                  </a:lnTo>
                  <a:lnTo>
                    <a:pt x="6221374" y="286321"/>
                  </a:lnTo>
                  <a:lnTo>
                    <a:pt x="6221374" y="234886"/>
                  </a:lnTo>
                  <a:lnTo>
                    <a:pt x="7001192" y="234886"/>
                  </a:lnTo>
                  <a:lnTo>
                    <a:pt x="7001192" y="229171"/>
                  </a:lnTo>
                  <a:close/>
                </a:path>
                <a:path w="7014209" h="1103629">
                  <a:moveTo>
                    <a:pt x="7013892" y="231457"/>
                  </a:moveTo>
                  <a:lnTo>
                    <a:pt x="7005320" y="231457"/>
                  </a:lnTo>
                  <a:lnTo>
                    <a:pt x="7005320" y="463486"/>
                  </a:lnTo>
                  <a:lnTo>
                    <a:pt x="7013892" y="463486"/>
                  </a:lnTo>
                  <a:lnTo>
                    <a:pt x="7013892" y="2314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7975" y="5757513"/>
              <a:ext cx="158876" cy="182879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24002" y="5728938"/>
              <a:ext cx="216598" cy="267461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756475" y="5671219"/>
              <a:ext cx="3256279" cy="715010"/>
            </a:xfrm>
            <a:custGeom>
              <a:avLst/>
              <a:gdLst/>
              <a:ahLst/>
              <a:cxnLst/>
              <a:rect l="l" t="t" r="r" b="b"/>
              <a:pathLst>
                <a:path w="3256279" h="715010">
                  <a:moveTo>
                    <a:pt x="171005" y="28867"/>
                  </a:moveTo>
                  <a:lnTo>
                    <a:pt x="75565" y="0"/>
                  </a:lnTo>
                  <a:lnTo>
                    <a:pt x="75565" y="7429"/>
                  </a:lnTo>
                  <a:lnTo>
                    <a:pt x="146431" y="28575"/>
                  </a:lnTo>
                  <a:lnTo>
                    <a:pt x="146431" y="28867"/>
                  </a:lnTo>
                  <a:lnTo>
                    <a:pt x="75565" y="50012"/>
                  </a:lnTo>
                  <a:lnTo>
                    <a:pt x="75565" y="57721"/>
                  </a:lnTo>
                  <a:lnTo>
                    <a:pt x="171005" y="28867"/>
                  </a:lnTo>
                  <a:close/>
                </a:path>
                <a:path w="3256279" h="715010">
                  <a:moveTo>
                    <a:pt x="280149" y="571220"/>
                  </a:moveTo>
                  <a:lnTo>
                    <a:pt x="279400" y="564743"/>
                  </a:lnTo>
                  <a:lnTo>
                    <a:pt x="275767" y="561213"/>
                  </a:lnTo>
                  <a:lnTo>
                    <a:pt x="269290" y="560641"/>
                  </a:lnTo>
                  <a:lnTo>
                    <a:pt x="262623" y="561213"/>
                  </a:lnTo>
                  <a:lnTo>
                    <a:pt x="259003" y="564743"/>
                  </a:lnTo>
                  <a:lnTo>
                    <a:pt x="258432" y="571220"/>
                  </a:lnTo>
                  <a:lnTo>
                    <a:pt x="259003" y="577697"/>
                  </a:lnTo>
                  <a:lnTo>
                    <a:pt x="262623" y="581406"/>
                  </a:lnTo>
                  <a:lnTo>
                    <a:pt x="269290" y="582358"/>
                  </a:lnTo>
                  <a:lnTo>
                    <a:pt x="275767" y="581406"/>
                  </a:lnTo>
                  <a:lnTo>
                    <a:pt x="279400" y="577697"/>
                  </a:lnTo>
                  <a:lnTo>
                    <a:pt x="280149" y="571220"/>
                  </a:lnTo>
                  <a:close/>
                </a:path>
                <a:path w="3256279" h="715010">
                  <a:moveTo>
                    <a:pt x="3255708" y="257746"/>
                  </a:moveTo>
                  <a:lnTo>
                    <a:pt x="422783" y="257746"/>
                  </a:lnTo>
                  <a:lnTo>
                    <a:pt x="422783" y="219646"/>
                  </a:lnTo>
                  <a:lnTo>
                    <a:pt x="412775" y="219646"/>
                  </a:lnTo>
                  <a:lnTo>
                    <a:pt x="412775" y="257746"/>
                  </a:lnTo>
                  <a:lnTo>
                    <a:pt x="412775" y="263461"/>
                  </a:lnTo>
                  <a:lnTo>
                    <a:pt x="412775" y="314896"/>
                  </a:lnTo>
                  <a:lnTo>
                    <a:pt x="158140" y="314896"/>
                  </a:lnTo>
                  <a:lnTo>
                    <a:pt x="158140" y="263461"/>
                  </a:lnTo>
                  <a:lnTo>
                    <a:pt x="412775" y="263461"/>
                  </a:lnTo>
                  <a:lnTo>
                    <a:pt x="412775" y="257746"/>
                  </a:lnTo>
                  <a:lnTo>
                    <a:pt x="158140" y="257746"/>
                  </a:lnTo>
                  <a:lnTo>
                    <a:pt x="158140" y="229171"/>
                  </a:lnTo>
                  <a:lnTo>
                    <a:pt x="148145" y="229171"/>
                  </a:lnTo>
                  <a:lnTo>
                    <a:pt x="148145" y="257746"/>
                  </a:lnTo>
                  <a:lnTo>
                    <a:pt x="0" y="257746"/>
                  </a:lnTo>
                  <a:lnTo>
                    <a:pt x="0" y="263461"/>
                  </a:lnTo>
                  <a:lnTo>
                    <a:pt x="148145" y="263461"/>
                  </a:lnTo>
                  <a:lnTo>
                    <a:pt x="148145" y="314896"/>
                  </a:lnTo>
                  <a:lnTo>
                    <a:pt x="0" y="314896"/>
                  </a:lnTo>
                  <a:lnTo>
                    <a:pt x="0" y="320611"/>
                  </a:lnTo>
                  <a:lnTo>
                    <a:pt x="148145" y="320611"/>
                  </a:lnTo>
                  <a:lnTo>
                    <a:pt x="148145" y="368477"/>
                  </a:lnTo>
                  <a:lnTo>
                    <a:pt x="67614" y="368477"/>
                  </a:lnTo>
                  <a:lnTo>
                    <a:pt x="67614" y="375627"/>
                  </a:lnTo>
                  <a:lnTo>
                    <a:pt x="148145" y="375627"/>
                  </a:lnTo>
                  <a:lnTo>
                    <a:pt x="148145" y="425627"/>
                  </a:lnTo>
                  <a:lnTo>
                    <a:pt x="67614" y="425627"/>
                  </a:lnTo>
                  <a:lnTo>
                    <a:pt x="67614" y="432777"/>
                  </a:lnTo>
                  <a:lnTo>
                    <a:pt x="148145" y="432777"/>
                  </a:lnTo>
                  <a:lnTo>
                    <a:pt x="148145" y="482777"/>
                  </a:lnTo>
                  <a:lnTo>
                    <a:pt x="67614" y="482777"/>
                  </a:lnTo>
                  <a:lnTo>
                    <a:pt x="67614" y="489927"/>
                  </a:lnTo>
                  <a:lnTo>
                    <a:pt x="148145" y="489927"/>
                  </a:lnTo>
                  <a:lnTo>
                    <a:pt x="148145" y="516902"/>
                  </a:lnTo>
                  <a:lnTo>
                    <a:pt x="146138" y="515302"/>
                  </a:lnTo>
                  <a:lnTo>
                    <a:pt x="139661" y="513588"/>
                  </a:lnTo>
                  <a:lnTo>
                    <a:pt x="100418" y="525780"/>
                  </a:lnTo>
                  <a:lnTo>
                    <a:pt x="87782" y="539927"/>
                  </a:lnTo>
                  <a:lnTo>
                    <a:pt x="67614" y="539927"/>
                  </a:lnTo>
                  <a:lnTo>
                    <a:pt x="67614" y="547077"/>
                  </a:lnTo>
                  <a:lnTo>
                    <a:pt x="85064" y="547077"/>
                  </a:lnTo>
                  <a:lnTo>
                    <a:pt x="84137" y="551789"/>
                  </a:lnTo>
                  <a:lnTo>
                    <a:pt x="109283" y="573214"/>
                  </a:lnTo>
                  <a:lnTo>
                    <a:pt x="117754" y="572274"/>
                  </a:lnTo>
                  <a:lnTo>
                    <a:pt x="153784" y="549211"/>
                  </a:lnTo>
                  <a:lnTo>
                    <a:pt x="154749" y="547077"/>
                  </a:lnTo>
                  <a:lnTo>
                    <a:pt x="170586" y="547077"/>
                  </a:lnTo>
                  <a:lnTo>
                    <a:pt x="170141" y="549211"/>
                  </a:lnTo>
                  <a:lnTo>
                    <a:pt x="169189" y="557974"/>
                  </a:lnTo>
                  <a:lnTo>
                    <a:pt x="169862" y="559612"/>
                  </a:lnTo>
                  <a:lnTo>
                    <a:pt x="169862" y="714946"/>
                  </a:lnTo>
                  <a:lnTo>
                    <a:pt x="179857" y="714946"/>
                  </a:lnTo>
                  <a:lnTo>
                    <a:pt x="179857" y="571131"/>
                  </a:lnTo>
                  <a:lnTo>
                    <a:pt x="184150" y="573506"/>
                  </a:lnTo>
                  <a:lnTo>
                    <a:pt x="189865" y="574649"/>
                  </a:lnTo>
                  <a:lnTo>
                    <a:pt x="196151" y="574078"/>
                  </a:lnTo>
                  <a:lnTo>
                    <a:pt x="204216" y="573163"/>
                  </a:lnTo>
                  <a:lnTo>
                    <a:pt x="212153" y="571004"/>
                  </a:lnTo>
                  <a:lnTo>
                    <a:pt x="219938" y="567588"/>
                  </a:lnTo>
                  <a:lnTo>
                    <a:pt x="224917" y="564553"/>
                  </a:lnTo>
                  <a:lnTo>
                    <a:pt x="227584" y="562927"/>
                  </a:lnTo>
                  <a:lnTo>
                    <a:pt x="234289" y="557364"/>
                  </a:lnTo>
                  <a:lnTo>
                    <a:pt x="239293" y="551218"/>
                  </a:lnTo>
                  <a:lnTo>
                    <a:pt x="241312" y="547077"/>
                  </a:lnTo>
                  <a:lnTo>
                    <a:pt x="264477" y="547077"/>
                  </a:lnTo>
                  <a:lnTo>
                    <a:pt x="264477" y="539927"/>
                  </a:lnTo>
                  <a:lnTo>
                    <a:pt x="243560" y="539927"/>
                  </a:lnTo>
                  <a:lnTo>
                    <a:pt x="244157" y="537210"/>
                  </a:lnTo>
                  <a:lnTo>
                    <a:pt x="244906" y="528447"/>
                  </a:lnTo>
                  <a:lnTo>
                    <a:pt x="242036" y="521500"/>
                  </a:lnTo>
                  <a:lnTo>
                    <a:pt x="241960" y="521309"/>
                  </a:lnTo>
                  <a:lnTo>
                    <a:pt x="236435" y="516737"/>
                  </a:lnTo>
                  <a:lnTo>
                    <a:pt x="236435" y="526072"/>
                  </a:lnTo>
                  <a:lnTo>
                    <a:pt x="236435" y="529691"/>
                  </a:lnTo>
                  <a:lnTo>
                    <a:pt x="234442" y="533882"/>
                  </a:lnTo>
                  <a:lnTo>
                    <a:pt x="230441" y="538645"/>
                  </a:lnTo>
                  <a:lnTo>
                    <a:pt x="228955" y="539927"/>
                  </a:lnTo>
                  <a:lnTo>
                    <a:pt x="220713" y="539927"/>
                  </a:lnTo>
                  <a:lnTo>
                    <a:pt x="220713" y="547077"/>
                  </a:lnTo>
                  <a:lnTo>
                    <a:pt x="187579" y="564553"/>
                  </a:lnTo>
                  <a:lnTo>
                    <a:pt x="183578" y="564362"/>
                  </a:lnTo>
                  <a:lnTo>
                    <a:pt x="179857" y="564019"/>
                  </a:lnTo>
                  <a:lnTo>
                    <a:pt x="179857" y="554926"/>
                  </a:lnTo>
                  <a:lnTo>
                    <a:pt x="178879" y="554926"/>
                  </a:lnTo>
                  <a:lnTo>
                    <a:pt x="179070" y="554139"/>
                  </a:lnTo>
                  <a:lnTo>
                    <a:pt x="182143" y="548932"/>
                  </a:lnTo>
                  <a:lnTo>
                    <a:pt x="183845" y="547077"/>
                  </a:lnTo>
                  <a:lnTo>
                    <a:pt x="220713" y="547077"/>
                  </a:lnTo>
                  <a:lnTo>
                    <a:pt x="220713" y="539927"/>
                  </a:lnTo>
                  <a:lnTo>
                    <a:pt x="191541" y="539927"/>
                  </a:lnTo>
                  <a:lnTo>
                    <a:pt x="198043" y="534644"/>
                  </a:lnTo>
                  <a:lnTo>
                    <a:pt x="203860" y="530923"/>
                  </a:lnTo>
                  <a:lnTo>
                    <a:pt x="211289" y="526923"/>
                  </a:lnTo>
                  <a:lnTo>
                    <a:pt x="218909" y="523113"/>
                  </a:lnTo>
                  <a:lnTo>
                    <a:pt x="225577" y="521500"/>
                  </a:lnTo>
                  <a:lnTo>
                    <a:pt x="231292" y="522071"/>
                  </a:lnTo>
                  <a:lnTo>
                    <a:pt x="234149" y="522452"/>
                  </a:lnTo>
                  <a:lnTo>
                    <a:pt x="235864" y="523786"/>
                  </a:lnTo>
                  <a:lnTo>
                    <a:pt x="236435" y="526072"/>
                  </a:lnTo>
                  <a:lnTo>
                    <a:pt x="236435" y="516737"/>
                  </a:lnTo>
                  <a:lnTo>
                    <a:pt x="235292" y="515785"/>
                  </a:lnTo>
                  <a:lnTo>
                    <a:pt x="230149" y="512927"/>
                  </a:lnTo>
                  <a:lnTo>
                    <a:pt x="224332" y="511784"/>
                  </a:lnTo>
                  <a:lnTo>
                    <a:pt x="217868" y="512356"/>
                  </a:lnTo>
                  <a:lnTo>
                    <a:pt x="179844" y="528967"/>
                  </a:lnTo>
                  <a:lnTo>
                    <a:pt x="172593" y="539927"/>
                  </a:lnTo>
                  <a:lnTo>
                    <a:pt x="157416" y="539927"/>
                  </a:lnTo>
                  <a:lnTo>
                    <a:pt x="158432" y="534644"/>
                  </a:lnTo>
                  <a:lnTo>
                    <a:pt x="158242" y="527405"/>
                  </a:lnTo>
                  <a:lnTo>
                    <a:pt x="158140" y="527202"/>
                  </a:lnTo>
                  <a:lnTo>
                    <a:pt x="158140" y="489927"/>
                  </a:lnTo>
                  <a:lnTo>
                    <a:pt x="178752" y="489927"/>
                  </a:lnTo>
                  <a:lnTo>
                    <a:pt x="264477" y="489927"/>
                  </a:lnTo>
                  <a:lnTo>
                    <a:pt x="264477" y="482777"/>
                  </a:lnTo>
                  <a:lnTo>
                    <a:pt x="178752" y="482777"/>
                  </a:lnTo>
                  <a:lnTo>
                    <a:pt x="158140" y="482777"/>
                  </a:lnTo>
                  <a:lnTo>
                    <a:pt x="158140" y="432777"/>
                  </a:lnTo>
                  <a:lnTo>
                    <a:pt x="178752" y="432777"/>
                  </a:lnTo>
                  <a:lnTo>
                    <a:pt x="264477" y="432777"/>
                  </a:lnTo>
                  <a:lnTo>
                    <a:pt x="264477" y="425627"/>
                  </a:lnTo>
                  <a:lnTo>
                    <a:pt x="178752" y="425627"/>
                  </a:lnTo>
                  <a:lnTo>
                    <a:pt x="158140" y="425627"/>
                  </a:lnTo>
                  <a:lnTo>
                    <a:pt x="158140" y="375627"/>
                  </a:lnTo>
                  <a:lnTo>
                    <a:pt x="178752" y="375627"/>
                  </a:lnTo>
                  <a:lnTo>
                    <a:pt x="264477" y="375627"/>
                  </a:lnTo>
                  <a:lnTo>
                    <a:pt x="264477" y="368477"/>
                  </a:lnTo>
                  <a:lnTo>
                    <a:pt x="178752" y="368477"/>
                  </a:lnTo>
                  <a:lnTo>
                    <a:pt x="158140" y="368477"/>
                  </a:lnTo>
                  <a:lnTo>
                    <a:pt x="158140" y="320611"/>
                  </a:lnTo>
                  <a:lnTo>
                    <a:pt x="412775" y="320611"/>
                  </a:lnTo>
                  <a:lnTo>
                    <a:pt x="412775" y="368477"/>
                  </a:lnTo>
                  <a:lnTo>
                    <a:pt x="332257" y="368477"/>
                  </a:lnTo>
                  <a:lnTo>
                    <a:pt x="332257" y="375627"/>
                  </a:lnTo>
                  <a:lnTo>
                    <a:pt x="412775" y="375627"/>
                  </a:lnTo>
                  <a:lnTo>
                    <a:pt x="412775" y="425627"/>
                  </a:lnTo>
                  <a:lnTo>
                    <a:pt x="332257" y="425627"/>
                  </a:lnTo>
                  <a:lnTo>
                    <a:pt x="332257" y="432777"/>
                  </a:lnTo>
                  <a:lnTo>
                    <a:pt x="412775" y="432777"/>
                  </a:lnTo>
                  <a:lnTo>
                    <a:pt x="412775" y="459740"/>
                  </a:lnTo>
                  <a:lnTo>
                    <a:pt x="410781" y="458152"/>
                  </a:lnTo>
                  <a:lnTo>
                    <a:pt x="404304" y="456438"/>
                  </a:lnTo>
                  <a:lnTo>
                    <a:pt x="365061" y="468630"/>
                  </a:lnTo>
                  <a:lnTo>
                    <a:pt x="352425" y="482777"/>
                  </a:lnTo>
                  <a:lnTo>
                    <a:pt x="332257" y="482777"/>
                  </a:lnTo>
                  <a:lnTo>
                    <a:pt x="332257" y="489927"/>
                  </a:lnTo>
                  <a:lnTo>
                    <a:pt x="349707" y="489927"/>
                  </a:lnTo>
                  <a:lnTo>
                    <a:pt x="348767" y="494639"/>
                  </a:lnTo>
                  <a:lnTo>
                    <a:pt x="373913" y="516064"/>
                  </a:lnTo>
                  <a:lnTo>
                    <a:pt x="382397" y="515124"/>
                  </a:lnTo>
                  <a:lnTo>
                    <a:pt x="418426" y="492061"/>
                  </a:lnTo>
                  <a:lnTo>
                    <a:pt x="419392" y="489927"/>
                  </a:lnTo>
                  <a:lnTo>
                    <a:pt x="443395" y="489927"/>
                  </a:lnTo>
                  <a:lnTo>
                    <a:pt x="443395" y="482777"/>
                  </a:lnTo>
                  <a:lnTo>
                    <a:pt x="422046" y="482777"/>
                  </a:lnTo>
                  <a:lnTo>
                    <a:pt x="423062" y="477494"/>
                  </a:lnTo>
                  <a:lnTo>
                    <a:pt x="422871" y="470255"/>
                  </a:lnTo>
                  <a:lnTo>
                    <a:pt x="422783" y="470077"/>
                  </a:lnTo>
                  <a:lnTo>
                    <a:pt x="422783" y="432777"/>
                  </a:lnTo>
                  <a:lnTo>
                    <a:pt x="443395" y="432777"/>
                  </a:lnTo>
                  <a:lnTo>
                    <a:pt x="443395" y="425627"/>
                  </a:lnTo>
                  <a:lnTo>
                    <a:pt x="422783" y="425627"/>
                  </a:lnTo>
                  <a:lnTo>
                    <a:pt x="422783" y="375627"/>
                  </a:lnTo>
                  <a:lnTo>
                    <a:pt x="443395" y="375627"/>
                  </a:lnTo>
                  <a:lnTo>
                    <a:pt x="443395" y="368477"/>
                  </a:lnTo>
                  <a:lnTo>
                    <a:pt x="422783" y="368477"/>
                  </a:lnTo>
                  <a:lnTo>
                    <a:pt x="422783" y="320611"/>
                  </a:lnTo>
                  <a:lnTo>
                    <a:pt x="3255708" y="320611"/>
                  </a:lnTo>
                  <a:lnTo>
                    <a:pt x="3255708" y="314896"/>
                  </a:lnTo>
                  <a:lnTo>
                    <a:pt x="422783" y="314896"/>
                  </a:lnTo>
                  <a:lnTo>
                    <a:pt x="422783" y="263461"/>
                  </a:lnTo>
                  <a:lnTo>
                    <a:pt x="3255708" y="263461"/>
                  </a:lnTo>
                  <a:lnTo>
                    <a:pt x="3255708" y="257746"/>
                  </a:lnTo>
                  <a:close/>
                </a:path>
                <a:path w="3256279" h="715010">
                  <a:moveTo>
                    <a:pt x="3255708" y="200596"/>
                  </a:moveTo>
                  <a:lnTo>
                    <a:pt x="0" y="200596"/>
                  </a:lnTo>
                  <a:lnTo>
                    <a:pt x="0" y="206311"/>
                  </a:lnTo>
                  <a:lnTo>
                    <a:pt x="3255708" y="206311"/>
                  </a:lnTo>
                  <a:lnTo>
                    <a:pt x="3255708" y="200596"/>
                  </a:lnTo>
                  <a:close/>
                </a:path>
                <a:path w="3256279" h="715010">
                  <a:moveTo>
                    <a:pt x="3255708" y="143446"/>
                  </a:moveTo>
                  <a:lnTo>
                    <a:pt x="0" y="143446"/>
                  </a:lnTo>
                  <a:lnTo>
                    <a:pt x="0" y="149161"/>
                  </a:lnTo>
                  <a:lnTo>
                    <a:pt x="3255708" y="149161"/>
                  </a:lnTo>
                  <a:lnTo>
                    <a:pt x="3255708" y="143446"/>
                  </a:lnTo>
                  <a:close/>
                </a:path>
                <a:path w="3256279" h="715010">
                  <a:moveTo>
                    <a:pt x="3255708" y="86296"/>
                  </a:moveTo>
                  <a:lnTo>
                    <a:pt x="0" y="86296"/>
                  </a:lnTo>
                  <a:lnTo>
                    <a:pt x="0" y="92011"/>
                  </a:lnTo>
                  <a:lnTo>
                    <a:pt x="3255708" y="92011"/>
                  </a:lnTo>
                  <a:lnTo>
                    <a:pt x="3255708" y="862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" name="object 14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353373" y="5881338"/>
              <a:ext cx="111140" cy="248792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914615" y="5117601"/>
              <a:ext cx="6353810" cy="1268730"/>
            </a:xfrm>
            <a:custGeom>
              <a:avLst/>
              <a:gdLst/>
              <a:ahLst/>
              <a:cxnLst/>
              <a:rect l="l" t="t" r="r" b="b"/>
              <a:pathLst>
                <a:path w="6353809" h="1268729">
                  <a:moveTo>
                    <a:pt x="794207" y="888238"/>
                  </a:moveTo>
                  <a:lnTo>
                    <a:pt x="794016" y="880999"/>
                  </a:lnTo>
                  <a:lnTo>
                    <a:pt x="793915" y="880795"/>
                  </a:lnTo>
                  <a:lnTo>
                    <a:pt x="793915" y="825703"/>
                  </a:lnTo>
                  <a:lnTo>
                    <a:pt x="793915" y="797102"/>
                  </a:lnTo>
                  <a:lnTo>
                    <a:pt x="793915" y="782815"/>
                  </a:lnTo>
                  <a:lnTo>
                    <a:pt x="793915" y="754214"/>
                  </a:lnTo>
                  <a:lnTo>
                    <a:pt x="783920" y="754214"/>
                  </a:lnTo>
                  <a:lnTo>
                    <a:pt x="783920" y="754583"/>
                  </a:lnTo>
                  <a:lnTo>
                    <a:pt x="0" y="782789"/>
                  </a:lnTo>
                  <a:lnTo>
                    <a:pt x="0" y="811390"/>
                  </a:lnTo>
                  <a:lnTo>
                    <a:pt x="783920" y="783183"/>
                  </a:lnTo>
                  <a:lnTo>
                    <a:pt x="783920" y="797471"/>
                  </a:lnTo>
                  <a:lnTo>
                    <a:pt x="0" y="825677"/>
                  </a:lnTo>
                  <a:lnTo>
                    <a:pt x="0" y="854278"/>
                  </a:lnTo>
                  <a:lnTo>
                    <a:pt x="783920" y="826071"/>
                  </a:lnTo>
                  <a:lnTo>
                    <a:pt x="783920" y="870496"/>
                  </a:lnTo>
                  <a:lnTo>
                    <a:pt x="781913" y="868895"/>
                  </a:lnTo>
                  <a:lnTo>
                    <a:pt x="775436" y="867181"/>
                  </a:lnTo>
                  <a:lnTo>
                    <a:pt x="736193" y="879373"/>
                  </a:lnTo>
                  <a:lnTo>
                    <a:pt x="719912" y="905383"/>
                  </a:lnTo>
                  <a:lnTo>
                    <a:pt x="720102" y="911860"/>
                  </a:lnTo>
                  <a:lnTo>
                    <a:pt x="745058" y="926807"/>
                  </a:lnTo>
                  <a:lnTo>
                    <a:pt x="753541" y="925868"/>
                  </a:lnTo>
                  <a:lnTo>
                    <a:pt x="789559" y="902804"/>
                  </a:lnTo>
                  <a:lnTo>
                    <a:pt x="792759" y="895807"/>
                  </a:lnTo>
                  <a:lnTo>
                    <a:pt x="794207" y="888238"/>
                  </a:lnTo>
                  <a:close/>
                </a:path>
                <a:path w="6353809" h="1268729">
                  <a:moveTo>
                    <a:pt x="1852764" y="773938"/>
                  </a:moveTo>
                  <a:lnTo>
                    <a:pt x="1852574" y="766699"/>
                  </a:lnTo>
                  <a:lnTo>
                    <a:pt x="1852472" y="766495"/>
                  </a:lnTo>
                  <a:lnTo>
                    <a:pt x="1852472" y="616153"/>
                  </a:lnTo>
                  <a:lnTo>
                    <a:pt x="1852472" y="587552"/>
                  </a:lnTo>
                  <a:lnTo>
                    <a:pt x="1852472" y="573265"/>
                  </a:lnTo>
                  <a:lnTo>
                    <a:pt x="1852472" y="544664"/>
                  </a:lnTo>
                  <a:lnTo>
                    <a:pt x="1842477" y="544664"/>
                  </a:lnTo>
                  <a:lnTo>
                    <a:pt x="1842477" y="545033"/>
                  </a:lnTo>
                  <a:lnTo>
                    <a:pt x="1842477" y="573633"/>
                  </a:lnTo>
                  <a:lnTo>
                    <a:pt x="1842477" y="587921"/>
                  </a:lnTo>
                  <a:lnTo>
                    <a:pt x="1587830" y="597090"/>
                  </a:lnTo>
                  <a:lnTo>
                    <a:pt x="1587830" y="582803"/>
                  </a:lnTo>
                  <a:lnTo>
                    <a:pt x="1842477" y="573633"/>
                  </a:lnTo>
                  <a:lnTo>
                    <a:pt x="1842477" y="545033"/>
                  </a:lnTo>
                  <a:lnTo>
                    <a:pt x="1587830" y="554189"/>
                  </a:lnTo>
                  <a:lnTo>
                    <a:pt x="1577835" y="554189"/>
                  </a:lnTo>
                  <a:lnTo>
                    <a:pt x="1577835" y="554558"/>
                  </a:lnTo>
                  <a:lnTo>
                    <a:pt x="1577835" y="583158"/>
                  </a:lnTo>
                  <a:lnTo>
                    <a:pt x="1577835" y="597446"/>
                  </a:lnTo>
                  <a:lnTo>
                    <a:pt x="1323200" y="606602"/>
                  </a:lnTo>
                  <a:lnTo>
                    <a:pt x="1323200" y="592315"/>
                  </a:lnTo>
                  <a:lnTo>
                    <a:pt x="1577835" y="583158"/>
                  </a:lnTo>
                  <a:lnTo>
                    <a:pt x="1577835" y="554558"/>
                  </a:lnTo>
                  <a:lnTo>
                    <a:pt x="1323200" y="563714"/>
                  </a:lnTo>
                  <a:lnTo>
                    <a:pt x="1313192" y="563714"/>
                  </a:lnTo>
                  <a:lnTo>
                    <a:pt x="1313192" y="564083"/>
                  </a:lnTo>
                  <a:lnTo>
                    <a:pt x="1313192" y="592683"/>
                  </a:lnTo>
                  <a:lnTo>
                    <a:pt x="1313192" y="606971"/>
                  </a:lnTo>
                  <a:lnTo>
                    <a:pt x="1058557" y="616127"/>
                  </a:lnTo>
                  <a:lnTo>
                    <a:pt x="1058557" y="601840"/>
                  </a:lnTo>
                  <a:lnTo>
                    <a:pt x="1313192" y="592683"/>
                  </a:lnTo>
                  <a:lnTo>
                    <a:pt x="1313192" y="564083"/>
                  </a:lnTo>
                  <a:lnTo>
                    <a:pt x="1058557" y="573239"/>
                  </a:lnTo>
                  <a:lnTo>
                    <a:pt x="1048550" y="573239"/>
                  </a:lnTo>
                  <a:lnTo>
                    <a:pt x="1048550" y="813333"/>
                  </a:lnTo>
                  <a:lnTo>
                    <a:pt x="1046556" y="811745"/>
                  </a:lnTo>
                  <a:lnTo>
                    <a:pt x="1040079" y="810031"/>
                  </a:lnTo>
                  <a:lnTo>
                    <a:pt x="1031697" y="810221"/>
                  </a:lnTo>
                  <a:lnTo>
                    <a:pt x="994143" y="828027"/>
                  </a:lnTo>
                  <a:lnTo>
                    <a:pt x="984542" y="848233"/>
                  </a:lnTo>
                  <a:lnTo>
                    <a:pt x="984732" y="854710"/>
                  </a:lnTo>
                  <a:lnTo>
                    <a:pt x="1009688" y="869657"/>
                  </a:lnTo>
                  <a:lnTo>
                    <a:pt x="1018171" y="868718"/>
                  </a:lnTo>
                  <a:lnTo>
                    <a:pt x="1054201" y="845654"/>
                  </a:lnTo>
                  <a:lnTo>
                    <a:pt x="1058837" y="831088"/>
                  </a:lnTo>
                  <a:lnTo>
                    <a:pt x="1058646" y="823849"/>
                  </a:lnTo>
                  <a:lnTo>
                    <a:pt x="1058557" y="823671"/>
                  </a:lnTo>
                  <a:lnTo>
                    <a:pt x="1058557" y="644728"/>
                  </a:lnTo>
                  <a:lnTo>
                    <a:pt x="1313192" y="635571"/>
                  </a:lnTo>
                  <a:lnTo>
                    <a:pt x="1313192" y="756183"/>
                  </a:lnTo>
                  <a:lnTo>
                    <a:pt x="1311198" y="754595"/>
                  </a:lnTo>
                  <a:lnTo>
                    <a:pt x="1304721" y="752881"/>
                  </a:lnTo>
                  <a:lnTo>
                    <a:pt x="1265478" y="765073"/>
                  </a:lnTo>
                  <a:lnTo>
                    <a:pt x="1249184" y="791083"/>
                  </a:lnTo>
                  <a:lnTo>
                    <a:pt x="1249375" y="797560"/>
                  </a:lnTo>
                  <a:lnTo>
                    <a:pt x="1274330" y="812507"/>
                  </a:lnTo>
                  <a:lnTo>
                    <a:pt x="1282814" y="811568"/>
                  </a:lnTo>
                  <a:lnTo>
                    <a:pt x="1318831" y="788504"/>
                  </a:lnTo>
                  <a:lnTo>
                    <a:pt x="1323479" y="773938"/>
                  </a:lnTo>
                  <a:lnTo>
                    <a:pt x="1323289" y="766699"/>
                  </a:lnTo>
                  <a:lnTo>
                    <a:pt x="1323200" y="766521"/>
                  </a:lnTo>
                  <a:lnTo>
                    <a:pt x="1323200" y="635203"/>
                  </a:lnTo>
                  <a:lnTo>
                    <a:pt x="1577835" y="626046"/>
                  </a:lnTo>
                  <a:lnTo>
                    <a:pt x="1577835" y="670471"/>
                  </a:lnTo>
                  <a:lnTo>
                    <a:pt x="1575828" y="668870"/>
                  </a:lnTo>
                  <a:lnTo>
                    <a:pt x="1569351" y="667156"/>
                  </a:lnTo>
                  <a:lnTo>
                    <a:pt x="1530108" y="679348"/>
                  </a:lnTo>
                  <a:lnTo>
                    <a:pt x="1513827" y="705358"/>
                  </a:lnTo>
                  <a:lnTo>
                    <a:pt x="1514017" y="711835"/>
                  </a:lnTo>
                  <a:lnTo>
                    <a:pt x="1538973" y="726782"/>
                  </a:lnTo>
                  <a:lnTo>
                    <a:pt x="1547456" y="725843"/>
                  </a:lnTo>
                  <a:lnTo>
                    <a:pt x="1583474" y="702779"/>
                  </a:lnTo>
                  <a:lnTo>
                    <a:pt x="1588122" y="688213"/>
                  </a:lnTo>
                  <a:lnTo>
                    <a:pt x="1587931" y="680974"/>
                  </a:lnTo>
                  <a:lnTo>
                    <a:pt x="1587830" y="680770"/>
                  </a:lnTo>
                  <a:lnTo>
                    <a:pt x="1587830" y="625690"/>
                  </a:lnTo>
                  <a:lnTo>
                    <a:pt x="1842477" y="616521"/>
                  </a:lnTo>
                  <a:lnTo>
                    <a:pt x="1842477" y="756196"/>
                  </a:lnTo>
                  <a:lnTo>
                    <a:pt x="1840471" y="754595"/>
                  </a:lnTo>
                  <a:lnTo>
                    <a:pt x="1833994" y="752881"/>
                  </a:lnTo>
                  <a:lnTo>
                    <a:pt x="1794751" y="765073"/>
                  </a:lnTo>
                  <a:lnTo>
                    <a:pt x="1778469" y="791083"/>
                  </a:lnTo>
                  <a:lnTo>
                    <a:pt x="1778660" y="797560"/>
                  </a:lnTo>
                  <a:lnTo>
                    <a:pt x="1803615" y="812507"/>
                  </a:lnTo>
                  <a:lnTo>
                    <a:pt x="1812086" y="811568"/>
                  </a:lnTo>
                  <a:lnTo>
                    <a:pt x="1848116" y="788504"/>
                  </a:lnTo>
                  <a:lnTo>
                    <a:pt x="1851317" y="781507"/>
                  </a:lnTo>
                  <a:lnTo>
                    <a:pt x="1852764" y="773938"/>
                  </a:lnTo>
                  <a:close/>
                </a:path>
                <a:path w="6353809" h="1268729">
                  <a:moveTo>
                    <a:pt x="2931642" y="922096"/>
                  </a:moveTo>
                  <a:lnTo>
                    <a:pt x="2911030" y="922096"/>
                  </a:lnTo>
                  <a:lnTo>
                    <a:pt x="2911030" y="797267"/>
                  </a:lnTo>
                  <a:lnTo>
                    <a:pt x="2911030" y="768616"/>
                  </a:lnTo>
                  <a:lnTo>
                    <a:pt x="2911030" y="754291"/>
                  </a:lnTo>
                  <a:lnTo>
                    <a:pt x="2911030" y="725639"/>
                  </a:lnTo>
                  <a:lnTo>
                    <a:pt x="2901023" y="724928"/>
                  </a:lnTo>
                  <a:lnTo>
                    <a:pt x="2901023" y="753579"/>
                  </a:lnTo>
                  <a:lnTo>
                    <a:pt x="2901023" y="767905"/>
                  </a:lnTo>
                  <a:lnTo>
                    <a:pt x="2646388" y="749566"/>
                  </a:lnTo>
                  <a:lnTo>
                    <a:pt x="2646388" y="735241"/>
                  </a:lnTo>
                  <a:lnTo>
                    <a:pt x="2901023" y="753579"/>
                  </a:lnTo>
                  <a:lnTo>
                    <a:pt x="2901023" y="724928"/>
                  </a:lnTo>
                  <a:lnTo>
                    <a:pt x="2646388" y="706589"/>
                  </a:lnTo>
                  <a:lnTo>
                    <a:pt x="2636393" y="705878"/>
                  </a:lnTo>
                  <a:lnTo>
                    <a:pt x="2636393" y="734529"/>
                  </a:lnTo>
                  <a:lnTo>
                    <a:pt x="2636393" y="748855"/>
                  </a:lnTo>
                  <a:lnTo>
                    <a:pt x="2381745" y="730516"/>
                  </a:lnTo>
                  <a:lnTo>
                    <a:pt x="2381745" y="716191"/>
                  </a:lnTo>
                  <a:lnTo>
                    <a:pt x="2636393" y="734529"/>
                  </a:lnTo>
                  <a:lnTo>
                    <a:pt x="2636393" y="705878"/>
                  </a:lnTo>
                  <a:lnTo>
                    <a:pt x="2381745" y="687539"/>
                  </a:lnTo>
                  <a:lnTo>
                    <a:pt x="2371750" y="686828"/>
                  </a:lnTo>
                  <a:lnTo>
                    <a:pt x="2371750" y="715479"/>
                  </a:lnTo>
                  <a:lnTo>
                    <a:pt x="2371750" y="729805"/>
                  </a:lnTo>
                  <a:lnTo>
                    <a:pt x="2117115" y="711466"/>
                  </a:lnTo>
                  <a:lnTo>
                    <a:pt x="2117115" y="697141"/>
                  </a:lnTo>
                  <a:lnTo>
                    <a:pt x="2371750" y="715479"/>
                  </a:lnTo>
                  <a:lnTo>
                    <a:pt x="2371750" y="686828"/>
                  </a:lnTo>
                  <a:lnTo>
                    <a:pt x="2117115" y="668489"/>
                  </a:lnTo>
                  <a:lnTo>
                    <a:pt x="2107107" y="668489"/>
                  </a:lnTo>
                  <a:lnTo>
                    <a:pt x="2107107" y="813333"/>
                  </a:lnTo>
                  <a:lnTo>
                    <a:pt x="2105113" y="811745"/>
                  </a:lnTo>
                  <a:lnTo>
                    <a:pt x="2098636" y="810031"/>
                  </a:lnTo>
                  <a:lnTo>
                    <a:pt x="2090254" y="810221"/>
                  </a:lnTo>
                  <a:lnTo>
                    <a:pt x="2082317" y="811187"/>
                  </a:lnTo>
                  <a:lnTo>
                    <a:pt x="2047748" y="834301"/>
                  </a:lnTo>
                  <a:lnTo>
                    <a:pt x="2043099" y="848233"/>
                  </a:lnTo>
                  <a:lnTo>
                    <a:pt x="2043290" y="854710"/>
                  </a:lnTo>
                  <a:lnTo>
                    <a:pt x="2068245" y="869657"/>
                  </a:lnTo>
                  <a:lnTo>
                    <a:pt x="2076729" y="868718"/>
                  </a:lnTo>
                  <a:lnTo>
                    <a:pt x="2112759" y="845654"/>
                  </a:lnTo>
                  <a:lnTo>
                    <a:pt x="2117394" y="831088"/>
                  </a:lnTo>
                  <a:lnTo>
                    <a:pt x="2117204" y="823849"/>
                  </a:lnTo>
                  <a:lnTo>
                    <a:pt x="2117115" y="823671"/>
                  </a:lnTo>
                  <a:lnTo>
                    <a:pt x="2117115" y="740117"/>
                  </a:lnTo>
                  <a:lnTo>
                    <a:pt x="2371750" y="758456"/>
                  </a:lnTo>
                  <a:lnTo>
                    <a:pt x="2371750" y="870496"/>
                  </a:lnTo>
                  <a:lnTo>
                    <a:pt x="2369743" y="868895"/>
                  </a:lnTo>
                  <a:lnTo>
                    <a:pt x="2363266" y="867181"/>
                  </a:lnTo>
                  <a:lnTo>
                    <a:pt x="2324023" y="879373"/>
                  </a:lnTo>
                  <a:lnTo>
                    <a:pt x="2307742" y="905383"/>
                  </a:lnTo>
                  <a:lnTo>
                    <a:pt x="2307933" y="911860"/>
                  </a:lnTo>
                  <a:lnTo>
                    <a:pt x="2332888" y="926807"/>
                  </a:lnTo>
                  <a:lnTo>
                    <a:pt x="2341372" y="925868"/>
                  </a:lnTo>
                  <a:lnTo>
                    <a:pt x="2377389" y="902804"/>
                  </a:lnTo>
                  <a:lnTo>
                    <a:pt x="2382037" y="888238"/>
                  </a:lnTo>
                  <a:lnTo>
                    <a:pt x="2381847" y="880999"/>
                  </a:lnTo>
                  <a:lnTo>
                    <a:pt x="2381745" y="880795"/>
                  </a:lnTo>
                  <a:lnTo>
                    <a:pt x="2381745" y="759167"/>
                  </a:lnTo>
                  <a:lnTo>
                    <a:pt x="2636393" y="777506"/>
                  </a:lnTo>
                  <a:lnTo>
                    <a:pt x="2636393" y="922096"/>
                  </a:lnTo>
                  <a:lnTo>
                    <a:pt x="2555862" y="922096"/>
                  </a:lnTo>
                  <a:lnTo>
                    <a:pt x="2555862" y="929246"/>
                  </a:lnTo>
                  <a:lnTo>
                    <a:pt x="2636393" y="929246"/>
                  </a:lnTo>
                  <a:lnTo>
                    <a:pt x="2636393" y="956221"/>
                  </a:lnTo>
                  <a:lnTo>
                    <a:pt x="2634386" y="954620"/>
                  </a:lnTo>
                  <a:lnTo>
                    <a:pt x="2627909" y="952906"/>
                  </a:lnTo>
                  <a:lnTo>
                    <a:pt x="2588666" y="965098"/>
                  </a:lnTo>
                  <a:lnTo>
                    <a:pt x="2576030" y="979246"/>
                  </a:lnTo>
                  <a:lnTo>
                    <a:pt x="2555862" y="979246"/>
                  </a:lnTo>
                  <a:lnTo>
                    <a:pt x="2555862" y="986396"/>
                  </a:lnTo>
                  <a:lnTo>
                    <a:pt x="2573324" y="986396"/>
                  </a:lnTo>
                  <a:lnTo>
                    <a:pt x="2572385" y="991108"/>
                  </a:lnTo>
                  <a:lnTo>
                    <a:pt x="2597531" y="1012532"/>
                  </a:lnTo>
                  <a:lnTo>
                    <a:pt x="2606014" y="1011593"/>
                  </a:lnTo>
                  <a:lnTo>
                    <a:pt x="2642031" y="988529"/>
                  </a:lnTo>
                  <a:lnTo>
                    <a:pt x="2642997" y="986396"/>
                  </a:lnTo>
                  <a:lnTo>
                    <a:pt x="2667000" y="986396"/>
                  </a:lnTo>
                  <a:lnTo>
                    <a:pt x="2667000" y="979246"/>
                  </a:lnTo>
                  <a:lnTo>
                    <a:pt x="2645664" y="979246"/>
                  </a:lnTo>
                  <a:lnTo>
                    <a:pt x="2646680" y="973963"/>
                  </a:lnTo>
                  <a:lnTo>
                    <a:pt x="2646489" y="966724"/>
                  </a:lnTo>
                  <a:lnTo>
                    <a:pt x="2646388" y="966520"/>
                  </a:lnTo>
                  <a:lnTo>
                    <a:pt x="2646388" y="929246"/>
                  </a:lnTo>
                  <a:lnTo>
                    <a:pt x="2667000" y="929246"/>
                  </a:lnTo>
                  <a:lnTo>
                    <a:pt x="2667000" y="922096"/>
                  </a:lnTo>
                  <a:lnTo>
                    <a:pt x="2646388" y="922096"/>
                  </a:lnTo>
                  <a:lnTo>
                    <a:pt x="2646388" y="778217"/>
                  </a:lnTo>
                  <a:lnTo>
                    <a:pt x="2901023" y="796556"/>
                  </a:lnTo>
                  <a:lnTo>
                    <a:pt x="2901023" y="922096"/>
                  </a:lnTo>
                  <a:lnTo>
                    <a:pt x="2820505" y="922096"/>
                  </a:lnTo>
                  <a:lnTo>
                    <a:pt x="2820505" y="929246"/>
                  </a:lnTo>
                  <a:lnTo>
                    <a:pt x="2901023" y="929246"/>
                  </a:lnTo>
                  <a:lnTo>
                    <a:pt x="2901023" y="979246"/>
                  </a:lnTo>
                  <a:lnTo>
                    <a:pt x="2820505" y="979246"/>
                  </a:lnTo>
                  <a:lnTo>
                    <a:pt x="2820505" y="986396"/>
                  </a:lnTo>
                  <a:lnTo>
                    <a:pt x="2901023" y="986396"/>
                  </a:lnTo>
                  <a:lnTo>
                    <a:pt x="2901023" y="1013358"/>
                  </a:lnTo>
                  <a:lnTo>
                    <a:pt x="2899029" y="1011770"/>
                  </a:lnTo>
                  <a:lnTo>
                    <a:pt x="2892552" y="1010056"/>
                  </a:lnTo>
                  <a:lnTo>
                    <a:pt x="2853309" y="1022248"/>
                  </a:lnTo>
                  <a:lnTo>
                    <a:pt x="2840672" y="1036396"/>
                  </a:lnTo>
                  <a:lnTo>
                    <a:pt x="2820505" y="1036396"/>
                  </a:lnTo>
                  <a:lnTo>
                    <a:pt x="2820505" y="1043546"/>
                  </a:lnTo>
                  <a:lnTo>
                    <a:pt x="2837954" y="1043546"/>
                  </a:lnTo>
                  <a:lnTo>
                    <a:pt x="2837015" y="1048258"/>
                  </a:lnTo>
                  <a:lnTo>
                    <a:pt x="2862161" y="1069682"/>
                  </a:lnTo>
                  <a:lnTo>
                    <a:pt x="2870644" y="1068743"/>
                  </a:lnTo>
                  <a:lnTo>
                    <a:pt x="2906674" y="1045679"/>
                  </a:lnTo>
                  <a:lnTo>
                    <a:pt x="2907639" y="1043546"/>
                  </a:lnTo>
                  <a:lnTo>
                    <a:pt x="2931642" y="1043546"/>
                  </a:lnTo>
                  <a:lnTo>
                    <a:pt x="2931642" y="1036396"/>
                  </a:lnTo>
                  <a:lnTo>
                    <a:pt x="2910294" y="1036396"/>
                  </a:lnTo>
                  <a:lnTo>
                    <a:pt x="2911310" y="1031113"/>
                  </a:lnTo>
                  <a:lnTo>
                    <a:pt x="2911119" y="1023874"/>
                  </a:lnTo>
                  <a:lnTo>
                    <a:pt x="2911030" y="1023696"/>
                  </a:lnTo>
                  <a:lnTo>
                    <a:pt x="2911030" y="986396"/>
                  </a:lnTo>
                  <a:lnTo>
                    <a:pt x="2931642" y="986396"/>
                  </a:lnTo>
                  <a:lnTo>
                    <a:pt x="2931642" y="979246"/>
                  </a:lnTo>
                  <a:lnTo>
                    <a:pt x="2911030" y="979246"/>
                  </a:lnTo>
                  <a:lnTo>
                    <a:pt x="2911030" y="929246"/>
                  </a:lnTo>
                  <a:lnTo>
                    <a:pt x="2931642" y="929246"/>
                  </a:lnTo>
                  <a:lnTo>
                    <a:pt x="2931642" y="922096"/>
                  </a:lnTo>
                  <a:close/>
                </a:path>
                <a:path w="6353809" h="1268729">
                  <a:moveTo>
                    <a:pt x="3268573" y="582485"/>
                  </a:moveTo>
                  <a:lnTo>
                    <a:pt x="3173133" y="553618"/>
                  </a:lnTo>
                  <a:lnTo>
                    <a:pt x="3173133" y="561047"/>
                  </a:lnTo>
                  <a:lnTo>
                    <a:pt x="3243999" y="582193"/>
                  </a:lnTo>
                  <a:lnTo>
                    <a:pt x="3243999" y="582485"/>
                  </a:lnTo>
                  <a:lnTo>
                    <a:pt x="3173133" y="603631"/>
                  </a:lnTo>
                  <a:lnTo>
                    <a:pt x="3173133" y="611339"/>
                  </a:lnTo>
                  <a:lnTo>
                    <a:pt x="3268573" y="582485"/>
                  </a:lnTo>
                  <a:close/>
                </a:path>
                <a:path w="6353809" h="1268729">
                  <a:moveTo>
                    <a:pt x="3377730" y="1124839"/>
                  </a:moveTo>
                  <a:lnTo>
                    <a:pt x="3376968" y="1118362"/>
                  </a:lnTo>
                  <a:lnTo>
                    <a:pt x="3373348" y="1114831"/>
                  </a:lnTo>
                  <a:lnTo>
                    <a:pt x="3366871" y="1114259"/>
                  </a:lnTo>
                  <a:lnTo>
                    <a:pt x="3360204" y="1114831"/>
                  </a:lnTo>
                  <a:lnTo>
                    <a:pt x="3356584" y="1118362"/>
                  </a:lnTo>
                  <a:lnTo>
                    <a:pt x="3356013" y="1124839"/>
                  </a:lnTo>
                  <a:lnTo>
                    <a:pt x="3356584" y="1131316"/>
                  </a:lnTo>
                  <a:lnTo>
                    <a:pt x="3360204" y="1135024"/>
                  </a:lnTo>
                  <a:lnTo>
                    <a:pt x="3366871" y="1135976"/>
                  </a:lnTo>
                  <a:lnTo>
                    <a:pt x="3373348" y="1135024"/>
                  </a:lnTo>
                  <a:lnTo>
                    <a:pt x="3376968" y="1131316"/>
                  </a:lnTo>
                  <a:lnTo>
                    <a:pt x="3377730" y="1124839"/>
                  </a:lnTo>
                  <a:close/>
                </a:path>
                <a:path w="6353809" h="1268729">
                  <a:moveTo>
                    <a:pt x="6353276" y="639914"/>
                  </a:moveTo>
                  <a:lnTo>
                    <a:pt x="3110268" y="639914"/>
                  </a:lnTo>
                  <a:lnTo>
                    <a:pt x="3110268" y="0"/>
                  </a:lnTo>
                  <a:lnTo>
                    <a:pt x="3101695" y="0"/>
                  </a:lnTo>
                  <a:lnTo>
                    <a:pt x="3101695" y="639914"/>
                  </a:lnTo>
                  <a:lnTo>
                    <a:pt x="3097568" y="639914"/>
                  </a:lnTo>
                  <a:lnTo>
                    <a:pt x="3097568" y="645629"/>
                  </a:lnTo>
                  <a:lnTo>
                    <a:pt x="3101695" y="645629"/>
                  </a:lnTo>
                  <a:lnTo>
                    <a:pt x="3101695" y="697064"/>
                  </a:lnTo>
                  <a:lnTo>
                    <a:pt x="3097568" y="697064"/>
                  </a:lnTo>
                  <a:lnTo>
                    <a:pt x="3097568" y="702779"/>
                  </a:lnTo>
                  <a:lnTo>
                    <a:pt x="3101695" y="702779"/>
                  </a:lnTo>
                  <a:lnTo>
                    <a:pt x="3101695" y="754214"/>
                  </a:lnTo>
                  <a:lnTo>
                    <a:pt x="3097568" y="754214"/>
                  </a:lnTo>
                  <a:lnTo>
                    <a:pt x="3097568" y="759929"/>
                  </a:lnTo>
                  <a:lnTo>
                    <a:pt x="3101695" y="759929"/>
                  </a:lnTo>
                  <a:lnTo>
                    <a:pt x="3101695" y="811364"/>
                  </a:lnTo>
                  <a:lnTo>
                    <a:pt x="3097568" y="811364"/>
                  </a:lnTo>
                  <a:lnTo>
                    <a:pt x="3097568" y="817079"/>
                  </a:lnTo>
                  <a:lnTo>
                    <a:pt x="3101695" y="817079"/>
                  </a:lnTo>
                  <a:lnTo>
                    <a:pt x="3101695" y="868514"/>
                  </a:lnTo>
                  <a:lnTo>
                    <a:pt x="3097568" y="868514"/>
                  </a:lnTo>
                  <a:lnTo>
                    <a:pt x="3097568" y="874229"/>
                  </a:lnTo>
                  <a:lnTo>
                    <a:pt x="3101695" y="874229"/>
                  </a:lnTo>
                  <a:lnTo>
                    <a:pt x="3110268" y="874229"/>
                  </a:lnTo>
                  <a:lnTo>
                    <a:pt x="3245713" y="874229"/>
                  </a:lnTo>
                  <a:lnTo>
                    <a:pt x="3245713" y="922096"/>
                  </a:lnTo>
                  <a:lnTo>
                    <a:pt x="3165183" y="922096"/>
                  </a:lnTo>
                  <a:lnTo>
                    <a:pt x="3165183" y="929246"/>
                  </a:lnTo>
                  <a:lnTo>
                    <a:pt x="3245713" y="929246"/>
                  </a:lnTo>
                  <a:lnTo>
                    <a:pt x="3245713" y="979246"/>
                  </a:lnTo>
                  <a:lnTo>
                    <a:pt x="3165183" y="979246"/>
                  </a:lnTo>
                  <a:lnTo>
                    <a:pt x="3165183" y="986396"/>
                  </a:lnTo>
                  <a:lnTo>
                    <a:pt x="3245713" y="986396"/>
                  </a:lnTo>
                  <a:lnTo>
                    <a:pt x="3245713" y="1036396"/>
                  </a:lnTo>
                  <a:lnTo>
                    <a:pt x="3165183" y="1036396"/>
                  </a:lnTo>
                  <a:lnTo>
                    <a:pt x="3165183" y="1043546"/>
                  </a:lnTo>
                  <a:lnTo>
                    <a:pt x="3245713" y="1043546"/>
                  </a:lnTo>
                  <a:lnTo>
                    <a:pt x="3245713" y="1070521"/>
                  </a:lnTo>
                  <a:lnTo>
                    <a:pt x="3243707" y="1068920"/>
                  </a:lnTo>
                  <a:lnTo>
                    <a:pt x="3237230" y="1067206"/>
                  </a:lnTo>
                  <a:lnTo>
                    <a:pt x="3228848" y="1067396"/>
                  </a:lnTo>
                  <a:lnTo>
                    <a:pt x="3191294" y="1085202"/>
                  </a:lnTo>
                  <a:lnTo>
                    <a:pt x="3185350" y="1093546"/>
                  </a:lnTo>
                  <a:lnTo>
                    <a:pt x="3165183" y="1093546"/>
                  </a:lnTo>
                  <a:lnTo>
                    <a:pt x="3165183" y="1100696"/>
                  </a:lnTo>
                  <a:lnTo>
                    <a:pt x="3182645" y="1100696"/>
                  </a:lnTo>
                  <a:lnTo>
                    <a:pt x="3181705" y="1105408"/>
                  </a:lnTo>
                  <a:lnTo>
                    <a:pt x="3206851" y="1126832"/>
                  </a:lnTo>
                  <a:lnTo>
                    <a:pt x="3215335" y="1125893"/>
                  </a:lnTo>
                  <a:lnTo>
                    <a:pt x="3251352" y="1102829"/>
                  </a:lnTo>
                  <a:lnTo>
                    <a:pt x="3252317" y="1100696"/>
                  </a:lnTo>
                  <a:lnTo>
                    <a:pt x="3268154" y="1100696"/>
                  </a:lnTo>
                  <a:lnTo>
                    <a:pt x="3267710" y="1102829"/>
                  </a:lnTo>
                  <a:lnTo>
                    <a:pt x="3266757" y="1111592"/>
                  </a:lnTo>
                  <a:lnTo>
                    <a:pt x="3267430" y="1113231"/>
                  </a:lnTo>
                  <a:lnTo>
                    <a:pt x="3267430" y="1268564"/>
                  </a:lnTo>
                  <a:lnTo>
                    <a:pt x="3277425" y="1268564"/>
                  </a:lnTo>
                  <a:lnTo>
                    <a:pt x="3277425" y="1124750"/>
                  </a:lnTo>
                  <a:lnTo>
                    <a:pt x="3281718" y="1127125"/>
                  </a:lnTo>
                  <a:lnTo>
                    <a:pt x="3287433" y="1128268"/>
                  </a:lnTo>
                  <a:lnTo>
                    <a:pt x="3293719" y="1127696"/>
                  </a:lnTo>
                  <a:lnTo>
                    <a:pt x="3301784" y="1126782"/>
                  </a:lnTo>
                  <a:lnTo>
                    <a:pt x="3336861" y="1104836"/>
                  </a:lnTo>
                  <a:lnTo>
                    <a:pt x="3338880" y="1100696"/>
                  </a:lnTo>
                  <a:lnTo>
                    <a:pt x="3362045" y="1100696"/>
                  </a:lnTo>
                  <a:lnTo>
                    <a:pt x="3362045" y="1093546"/>
                  </a:lnTo>
                  <a:lnTo>
                    <a:pt x="3341128" y="1093546"/>
                  </a:lnTo>
                  <a:lnTo>
                    <a:pt x="3341725" y="1090828"/>
                  </a:lnTo>
                  <a:lnTo>
                    <a:pt x="3342487" y="1082065"/>
                  </a:lnTo>
                  <a:lnTo>
                    <a:pt x="3339604" y="1075118"/>
                  </a:lnTo>
                  <a:lnTo>
                    <a:pt x="3339528" y="1074928"/>
                  </a:lnTo>
                  <a:lnTo>
                    <a:pt x="3334004" y="1070356"/>
                  </a:lnTo>
                  <a:lnTo>
                    <a:pt x="3334004" y="1079690"/>
                  </a:lnTo>
                  <a:lnTo>
                    <a:pt x="3334004" y="1083310"/>
                  </a:lnTo>
                  <a:lnTo>
                    <a:pt x="3332010" y="1087501"/>
                  </a:lnTo>
                  <a:lnTo>
                    <a:pt x="3328009" y="1092263"/>
                  </a:lnTo>
                  <a:lnTo>
                    <a:pt x="3326523" y="1093546"/>
                  </a:lnTo>
                  <a:lnTo>
                    <a:pt x="3318281" y="1093546"/>
                  </a:lnTo>
                  <a:lnTo>
                    <a:pt x="3318281" y="1100696"/>
                  </a:lnTo>
                  <a:lnTo>
                    <a:pt x="3285147" y="1118171"/>
                  </a:lnTo>
                  <a:lnTo>
                    <a:pt x="3281146" y="1117981"/>
                  </a:lnTo>
                  <a:lnTo>
                    <a:pt x="3277425" y="1117638"/>
                  </a:lnTo>
                  <a:lnTo>
                    <a:pt x="3277425" y="1108544"/>
                  </a:lnTo>
                  <a:lnTo>
                    <a:pt x="3276447" y="1108544"/>
                  </a:lnTo>
                  <a:lnTo>
                    <a:pt x="3276638" y="1107757"/>
                  </a:lnTo>
                  <a:lnTo>
                    <a:pt x="3279711" y="1102550"/>
                  </a:lnTo>
                  <a:lnTo>
                    <a:pt x="3281413" y="1100696"/>
                  </a:lnTo>
                  <a:lnTo>
                    <a:pt x="3318281" y="1100696"/>
                  </a:lnTo>
                  <a:lnTo>
                    <a:pt x="3318281" y="1093546"/>
                  </a:lnTo>
                  <a:lnTo>
                    <a:pt x="3289122" y="1093546"/>
                  </a:lnTo>
                  <a:lnTo>
                    <a:pt x="3295624" y="1088263"/>
                  </a:lnTo>
                  <a:lnTo>
                    <a:pt x="3301428" y="1084541"/>
                  </a:lnTo>
                  <a:lnTo>
                    <a:pt x="3308858" y="1080541"/>
                  </a:lnTo>
                  <a:lnTo>
                    <a:pt x="3316478" y="1076731"/>
                  </a:lnTo>
                  <a:lnTo>
                    <a:pt x="3323145" y="1075118"/>
                  </a:lnTo>
                  <a:lnTo>
                    <a:pt x="3328860" y="1075690"/>
                  </a:lnTo>
                  <a:lnTo>
                    <a:pt x="3331718" y="1076071"/>
                  </a:lnTo>
                  <a:lnTo>
                    <a:pt x="3333432" y="1077404"/>
                  </a:lnTo>
                  <a:lnTo>
                    <a:pt x="3334004" y="1079690"/>
                  </a:lnTo>
                  <a:lnTo>
                    <a:pt x="3334004" y="1070356"/>
                  </a:lnTo>
                  <a:lnTo>
                    <a:pt x="3332861" y="1069403"/>
                  </a:lnTo>
                  <a:lnTo>
                    <a:pt x="3327717" y="1066546"/>
                  </a:lnTo>
                  <a:lnTo>
                    <a:pt x="3321913" y="1065403"/>
                  </a:lnTo>
                  <a:lnTo>
                    <a:pt x="3315436" y="1065974"/>
                  </a:lnTo>
                  <a:lnTo>
                    <a:pt x="3277412" y="1082586"/>
                  </a:lnTo>
                  <a:lnTo>
                    <a:pt x="3270173" y="1093546"/>
                  </a:lnTo>
                  <a:lnTo>
                    <a:pt x="3254984" y="1093546"/>
                  </a:lnTo>
                  <a:lnTo>
                    <a:pt x="3256000" y="1088263"/>
                  </a:lnTo>
                  <a:lnTo>
                    <a:pt x="3255810" y="1081024"/>
                  </a:lnTo>
                  <a:lnTo>
                    <a:pt x="3255708" y="1080820"/>
                  </a:lnTo>
                  <a:lnTo>
                    <a:pt x="3255708" y="1043546"/>
                  </a:lnTo>
                  <a:lnTo>
                    <a:pt x="3276320" y="1043546"/>
                  </a:lnTo>
                  <a:lnTo>
                    <a:pt x="3362045" y="1043546"/>
                  </a:lnTo>
                  <a:lnTo>
                    <a:pt x="3362045" y="1036396"/>
                  </a:lnTo>
                  <a:lnTo>
                    <a:pt x="3276320" y="1036396"/>
                  </a:lnTo>
                  <a:lnTo>
                    <a:pt x="3255708" y="1036396"/>
                  </a:lnTo>
                  <a:lnTo>
                    <a:pt x="3255708" y="986396"/>
                  </a:lnTo>
                  <a:lnTo>
                    <a:pt x="3276320" y="986396"/>
                  </a:lnTo>
                  <a:lnTo>
                    <a:pt x="3362045" y="986396"/>
                  </a:lnTo>
                  <a:lnTo>
                    <a:pt x="3362045" y="979246"/>
                  </a:lnTo>
                  <a:lnTo>
                    <a:pt x="3276320" y="979246"/>
                  </a:lnTo>
                  <a:lnTo>
                    <a:pt x="3255708" y="979246"/>
                  </a:lnTo>
                  <a:lnTo>
                    <a:pt x="3255708" y="929246"/>
                  </a:lnTo>
                  <a:lnTo>
                    <a:pt x="3276320" y="929246"/>
                  </a:lnTo>
                  <a:lnTo>
                    <a:pt x="3362045" y="929246"/>
                  </a:lnTo>
                  <a:lnTo>
                    <a:pt x="3362045" y="922096"/>
                  </a:lnTo>
                  <a:lnTo>
                    <a:pt x="3276320" y="922096"/>
                  </a:lnTo>
                  <a:lnTo>
                    <a:pt x="3255708" y="922096"/>
                  </a:lnTo>
                  <a:lnTo>
                    <a:pt x="3255708" y="874229"/>
                  </a:lnTo>
                  <a:lnTo>
                    <a:pt x="6353276" y="874229"/>
                  </a:lnTo>
                  <a:lnTo>
                    <a:pt x="6353276" y="868514"/>
                  </a:lnTo>
                  <a:lnTo>
                    <a:pt x="3255708" y="868514"/>
                  </a:lnTo>
                  <a:lnTo>
                    <a:pt x="3255708" y="817079"/>
                  </a:lnTo>
                  <a:lnTo>
                    <a:pt x="6353276" y="817079"/>
                  </a:lnTo>
                  <a:lnTo>
                    <a:pt x="6353276" y="811364"/>
                  </a:lnTo>
                  <a:lnTo>
                    <a:pt x="3255708" y="811364"/>
                  </a:lnTo>
                  <a:lnTo>
                    <a:pt x="3255708" y="782789"/>
                  </a:lnTo>
                  <a:lnTo>
                    <a:pt x="3245713" y="782789"/>
                  </a:lnTo>
                  <a:lnTo>
                    <a:pt x="3245713" y="811364"/>
                  </a:lnTo>
                  <a:lnTo>
                    <a:pt x="3245713" y="817079"/>
                  </a:lnTo>
                  <a:lnTo>
                    <a:pt x="3245713" y="868514"/>
                  </a:lnTo>
                  <a:lnTo>
                    <a:pt x="3110268" y="868514"/>
                  </a:lnTo>
                  <a:lnTo>
                    <a:pt x="3110268" y="817079"/>
                  </a:lnTo>
                  <a:lnTo>
                    <a:pt x="3245713" y="817079"/>
                  </a:lnTo>
                  <a:lnTo>
                    <a:pt x="3245713" y="811364"/>
                  </a:lnTo>
                  <a:lnTo>
                    <a:pt x="3110268" y="811364"/>
                  </a:lnTo>
                  <a:lnTo>
                    <a:pt x="3110268" y="759929"/>
                  </a:lnTo>
                  <a:lnTo>
                    <a:pt x="6353276" y="759929"/>
                  </a:lnTo>
                  <a:lnTo>
                    <a:pt x="6353276" y="754214"/>
                  </a:lnTo>
                  <a:lnTo>
                    <a:pt x="3110268" y="754214"/>
                  </a:lnTo>
                  <a:lnTo>
                    <a:pt x="3110268" y="702779"/>
                  </a:lnTo>
                  <a:lnTo>
                    <a:pt x="6353276" y="702779"/>
                  </a:lnTo>
                  <a:lnTo>
                    <a:pt x="6353276" y="697064"/>
                  </a:lnTo>
                  <a:lnTo>
                    <a:pt x="3110268" y="697064"/>
                  </a:lnTo>
                  <a:lnTo>
                    <a:pt x="3110268" y="645629"/>
                  </a:lnTo>
                  <a:lnTo>
                    <a:pt x="6353276" y="645629"/>
                  </a:lnTo>
                  <a:lnTo>
                    <a:pt x="6353276" y="639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344446" y="5890863"/>
              <a:ext cx="111140" cy="267842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609085" y="5881338"/>
              <a:ext cx="111140" cy="220217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4170324" y="5117601"/>
              <a:ext cx="3110865" cy="1041400"/>
            </a:xfrm>
            <a:custGeom>
              <a:avLst/>
              <a:gdLst/>
              <a:ahLst/>
              <a:cxnLst/>
              <a:rect l="l" t="t" r="r" b="b"/>
              <a:pathLst>
                <a:path w="3110865" h="1041400">
                  <a:moveTo>
                    <a:pt x="794207" y="888238"/>
                  </a:moveTo>
                  <a:lnTo>
                    <a:pt x="794016" y="880999"/>
                  </a:lnTo>
                  <a:lnTo>
                    <a:pt x="793915" y="880795"/>
                  </a:lnTo>
                  <a:lnTo>
                    <a:pt x="793915" y="825703"/>
                  </a:lnTo>
                  <a:lnTo>
                    <a:pt x="793915" y="797102"/>
                  </a:lnTo>
                  <a:lnTo>
                    <a:pt x="793915" y="782815"/>
                  </a:lnTo>
                  <a:lnTo>
                    <a:pt x="793915" y="754214"/>
                  </a:lnTo>
                  <a:lnTo>
                    <a:pt x="783920" y="754214"/>
                  </a:lnTo>
                  <a:lnTo>
                    <a:pt x="783920" y="754583"/>
                  </a:lnTo>
                  <a:lnTo>
                    <a:pt x="0" y="782789"/>
                  </a:lnTo>
                  <a:lnTo>
                    <a:pt x="0" y="811390"/>
                  </a:lnTo>
                  <a:lnTo>
                    <a:pt x="783920" y="783183"/>
                  </a:lnTo>
                  <a:lnTo>
                    <a:pt x="783920" y="797471"/>
                  </a:lnTo>
                  <a:lnTo>
                    <a:pt x="0" y="825677"/>
                  </a:lnTo>
                  <a:lnTo>
                    <a:pt x="0" y="854278"/>
                  </a:lnTo>
                  <a:lnTo>
                    <a:pt x="783920" y="826071"/>
                  </a:lnTo>
                  <a:lnTo>
                    <a:pt x="783920" y="870496"/>
                  </a:lnTo>
                  <a:lnTo>
                    <a:pt x="781913" y="868895"/>
                  </a:lnTo>
                  <a:lnTo>
                    <a:pt x="775436" y="867181"/>
                  </a:lnTo>
                  <a:lnTo>
                    <a:pt x="736193" y="879373"/>
                  </a:lnTo>
                  <a:lnTo>
                    <a:pt x="719912" y="905383"/>
                  </a:lnTo>
                  <a:lnTo>
                    <a:pt x="720102" y="911860"/>
                  </a:lnTo>
                  <a:lnTo>
                    <a:pt x="745058" y="926807"/>
                  </a:lnTo>
                  <a:lnTo>
                    <a:pt x="753541" y="925868"/>
                  </a:lnTo>
                  <a:lnTo>
                    <a:pt x="789559" y="902804"/>
                  </a:lnTo>
                  <a:lnTo>
                    <a:pt x="792759" y="895807"/>
                  </a:lnTo>
                  <a:lnTo>
                    <a:pt x="794207" y="888238"/>
                  </a:lnTo>
                  <a:close/>
                </a:path>
                <a:path w="3110865" h="1041400">
                  <a:moveTo>
                    <a:pt x="1852764" y="745363"/>
                  </a:moveTo>
                  <a:lnTo>
                    <a:pt x="1852574" y="738124"/>
                  </a:lnTo>
                  <a:lnTo>
                    <a:pt x="1852472" y="737920"/>
                  </a:lnTo>
                  <a:lnTo>
                    <a:pt x="1852472" y="616153"/>
                  </a:lnTo>
                  <a:lnTo>
                    <a:pt x="1852472" y="587552"/>
                  </a:lnTo>
                  <a:lnTo>
                    <a:pt x="1852472" y="573265"/>
                  </a:lnTo>
                  <a:lnTo>
                    <a:pt x="1852472" y="544664"/>
                  </a:lnTo>
                  <a:lnTo>
                    <a:pt x="1842477" y="544664"/>
                  </a:lnTo>
                  <a:lnTo>
                    <a:pt x="1842477" y="545033"/>
                  </a:lnTo>
                  <a:lnTo>
                    <a:pt x="1842477" y="573633"/>
                  </a:lnTo>
                  <a:lnTo>
                    <a:pt x="1842477" y="587921"/>
                  </a:lnTo>
                  <a:lnTo>
                    <a:pt x="1587842" y="597077"/>
                  </a:lnTo>
                  <a:lnTo>
                    <a:pt x="1587842" y="582790"/>
                  </a:lnTo>
                  <a:lnTo>
                    <a:pt x="1842477" y="573633"/>
                  </a:lnTo>
                  <a:lnTo>
                    <a:pt x="1842477" y="545033"/>
                  </a:lnTo>
                  <a:lnTo>
                    <a:pt x="1587842" y="554189"/>
                  </a:lnTo>
                  <a:lnTo>
                    <a:pt x="1577835" y="554189"/>
                  </a:lnTo>
                  <a:lnTo>
                    <a:pt x="1577835" y="554558"/>
                  </a:lnTo>
                  <a:lnTo>
                    <a:pt x="1577835" y="583158"/>
                  </a:lnTo>
                  <a:lnTo>
                    <a:pt x="1577835" y="597446"/>
                  </a:lnTo>
                  <a:lnTo>
                    <a:pt x="1323200" y="606602"/>
                  </a:lnTo>
                  <a:lnTo>
                    <a:pt x="1323200" y="592315"/>
                  </a:lnTo>
                  <a:lnTo>
                    <a:pt x="1577835" y="583158"/>
                  </a:lnTo>
                  <a:lnTo>
                    <a:pt x="1577835" y="554558"/>
                  </a:lnTo>
                  <a:lnTo>
                    <a:pt x="1323200" y="563714"/>
                  </a:lnTo>
                  <a:lnTo>
                    <a:pt x="1313192" y="563714"/>
                  </a:lnTo>
                  <a:lnTo>
                    <a:pt x="1313192" y="564083"/>
                  </a:lnTo>
                  <a:lnTo>
                    <a:pt x="1313192" y="592683"/>
                  </a:lnTo>
                  <a:lnTo>
                    <a:pt x="1313192" y="606971"/>
                  </a:lnTo>
                  <a:lnTo>
                    <a:pt x="1058557" y="616127"/>
                  </a:lnTo>
                  <a:lnTo>
                    <a:pt x="1058557" y="601840"/>
                  </a:lnTo>
                  <a:lnTo>
                    <a:pt x="1313192" y="592683"/>
                  </a:lnTo>
                  <a:lnTo>
                    <a:pt x="1313192" y="564083"/>
                  </a:lnTo>
                  <a:lnTo>
                    <a:pt x="1058557" y="573239"/>
                  </a:lnTo>
                  <a:lnTo>
                    <a:pt x="1048562" y="573239"/>
                  </a:lnTo>
                  <a:lnTo>
                    <a:pt x="1048562" y="784771"/>
                  </a:lnTo>
                  <a:lnTo>
                    <a:pt x="1046556" y="783170"/>
                  </a:lnTo>
                  <a:lnTo>
                    <a:pt x="1040079" y="781456"/>
                  </a:lnTo>
                  <a:lnTo>
                    <a:pt x="1031697" y="781646"/>
                  </a:lnTo>
                  <a:lnTo>
                    <a:pt x="994143" y="799452"/>
                  </a:lnTo>
                  <a:lnTo>
                    <a:pt x="984554" y="819658"/>
                  </a:lnTo>
                  <a:lnTo>
                    <a:pt x="984745" y="826135"/>
                  </a:lnTo>
                  <a:lnTo>
                    <a:pt x="1009700" y="841082"/>
                  </a:lnTo>
                  <a:lnTo>
                    <a:pt x="1018184" y="840143"/>
                  </a:lnTo>
                  <a:lnTo>
                    <a:pt x="1054201" y="817079"/>
                  </a:lnTo>
                  <a:lnTo>
                    <a:pt x="1058849" y="802513"/>
                  </a:lnTo>
                  <a:lnTo>
                    <a:pt x="1058659" y="795274"/>
                  </a:lnTo>
                  <a:lnTo>
                    <a:pt x="1058557" y="795070"/>
                  </a:lnTo>
                  <a:lnTo>
                    <a:pt x="1058557" y="644728"/>
                  </a:lnTo>
                  <a:lnTo>
                    <a:pt x="1313192" y="635571"/>
                  </a:lnTo>
                  <a:lnTo>
                    <a:pt x="1313192" y="727608"/>
                  </a:lnTo>
                  <a:lnTo>
                    <a:pt x="1311198" y="726020"/>
                  </a:lnTo>
                  <a:lnTo>
                    <a:pt x="1304721" y="724306"/>
                  </a:lnTo>
                  <a:lnTo>
                    <a:pt x="1265478" y="736498"/>
                  </a:lnTo>
                  <a:lnTo>
                    <a:pt x="1249184" y="762508"/>
                  </a:lnTo>
                  <a:lnTo>
                    <a:pt x="1249375" y="768985"/>
                  </a:lnTo>
                  <a:lnTo>
                    <a:pt x="1274330" y="783932"/>
                  </a:lnTo>
                  <a:lnTo>
                    <a:pt x="1282814" y="782993"/>
                  </a:lnTo>
                  <a:lnTo>
                    <a:pt x="1318844" y="759929"/>
                  </a:lnTo>
                  <a:lnTo>
                    <a:pt x="1323479" y="745363"/>
                  </a:lnTo>
                  <a:lnTo>
                    <a:pt x="1323289" y="738124"/>
                  </a:lnTo>
                  <a:lnTo>
                    <a:pt x="1323200" y="737946"/>
                  </a:lnTo>
                  <a:lnTo>
                    <a:pt x="1323200" y="635203"/>
                  </a:lnTo>
                  <a:lnTo>
                    <a:pt x="1577835" y="626046"/>
                  </a:lnTo>
                  <a:lnTo>
                    <a:pt x="1577835" y="670458"/>
                  </a:lnTo>
                  <a:lnTo>
                    <a:pt x="1575841" y="668870"/>
                  </a:lnTo>
                  <a:lnTo>
                    <a:pt x="1569364" y="667156"/>
                  </a:lnTo>
                  <a:lnTo>
                    <a:pt x="1530121" y="679348"/>
                  </a:lnTo>
                  <a:lnTo>
                    <a:pt x="1513827" y="705358"/>
                  </a:lnTo>
                  <a:lnTo>
                    <a:pt x="1514017" y="711835"/>
                  </a:lnTo>
                  <a:lnTo>
                    <a:pt x="1538973" y="726782"/>
                  </a:lnTo>
                  <a:lnTo>
                    <a:pt x="1547456" y="725843"/>
                  </a:lnTo>
                  <a:lnTo>
                    <a:pt x="1583474" y="702779"/>
                  </a:lnTo>
                  <a:lnTo>
                    <a:pt x="1588122" y="688213"/>
                  </a:lnTo>
                  <a:lnTo>
                    <a:pt x="1587931" y="680974"/>
                  </a:lnTo>
                  <a:lnTo>
                    <a:pt x="1587842" y="680796"/>
                  </a:lnTo>
                  <a:lnTo>
                    <a:pt x="1587842" y="625678"/>
                  </a:lnTo>
                  <a:lnTo>
                    <a:pt x="1842477" y="616521"/>
                  </a:lnTo>
                  <a:lnTo>
                    <a:pt x="1842477" y="727621"/>
                  </a:lnTo>
                  <a:lnTo>
                    <a:pt x="1840471" y="726020"/>
                  </a:lnTo>
                  <a:lnTo>
                    <a:pt x="1833994" y="724306"/>
                  </a:lnTo>
                  <a:lnTo>
                    <a:pt x="1794751" y="736498"/>
                  </a:lnTo>
                  <a:lnTo>
                    <a:pt x="1778469" y="762508"/>
                  </a:lnTo>
                  <a:lnTo>
                    <a:pt x="1778660" y="768985"/>
                  </a:lnTo>
                  <a:lnTo>
                    <a:pt x="1803615" y="783932"/>
                  </a:lnTo>
                  <a:lnTo>
                    <a:pt x="1812099" y="782993"/>
                  </a:lnTo>
                  <a:lnTo>
                    <a:pt x="1848116" y="759929"/>
                  </a:lnTo>
                  <a:lnTo>
                    <a:pt x="1851317" y="752932"/>
                  </a:lnTo>
                  <a:lnTo>
                    <a:pt x="1852764" y="745363"/>
                  </a:lnTo>
                  <a:close/>
                </a:path>
                <a:path w="3110865" h="1041400">
                  <a:moveTo>
                    <a:pt x="2931642" y="922096"/>
                  </a:moveTo>
                  <a:lnTo>
                    <a:pt x="2911030" y="922096"/>
                  </a:lnTo>
                  <a:lnTo>
                    <a:pt x="2911030" y="768692"/>
                  </a:lnTo>
                  <a:lnTo>
                    <a:pt x="2911030" y="740041"/>
                  </a:lnTo>
                  <a:lnTo>
                    <a:pt x="2911030" y="725716"/>
                  </a:lnTo>
                  <a:lnTo>
                    <a:pt x="2911030" y="697064"/>
                  </a:lnTo>
                  <a:lnTo>
                    <a:pt x="2901035" y="696353"/>
                  </a:lnTo>
                  <a:lnTo>
                    <a:pt x="2901035" y="725004"/>
                  </a:lnTo>
                  <a:lnTo>
                    <a:pt x="2901035" y="739330"/>
                  </a:lnTo>
                  <a:lnTo>
                    <a:pt x="2646388" y="720991"/>
                  </a:lnTo>
                  <a:lnTo>
                    <a:pt x="2646388" y="706666"/>
                  </a:lnTo>
                  <a:lnTo>
                    <a:pt x="2901035" y="725004"/>
                  </a:lnTo>
                  <a:lnTo>
                    <a:pt x="2901035" y="696353"/>
                  </a:lnTo>
                  <a:lnTo>
                    <a:pt x="2646388" y="678014"/>
                  </a:lnTo>
                  <a:lnTo>
                    <a:pt x="2636393" y="677303"/>
                  </a:lnTo>
                  <a:lnTo>
                    <a:pt x="2636393" y="705954"/>
                  </a:lnTo>
                  <a:lnTo>
                    <a:pt x="2636393" y="720280"/>
                  </a:lnTo>
                  <a:lnTo>
                    <a:pt x="2381758" y="701954"/>
                  </a:lnTo>
                  <a:lnTo>
                    <a:pt x="2381758" y="687628"/>
                  </a:lnTo>
                  <a:lnTo>
                    <a:pt x="2636393" y="705954"/>
                  </a:lnTo>
                  <a:lnTo>
                    <a:pt x="2636393" y="677303"/>
                  </a:lnTo>
                  <a:lnTo>
                    <a:pt x="2381758" y="658977"/>
                  </a:lnTo>
                  <a:lnTo>
                    <a:pt x="2371750" y="658253"/>
                  </a:lnTo>
                  <a:lnTo>
                    <a:pt x="2371750" y="686904"/>
                  </a:lnTo>
                  <a:lnTo>
                    <a:pt x="2371750" y="701230"/>
                  </a:lnTo>
                  <a:lnTo>
                    <a:pt x="2117115" y="682891"/>
                  </a:lnTo>
                  <a:lnTo>
                    <a:pt x="2117115" y="668566"/>
                  </a:lnTo>
                  <a:lnTo>
                    <a:pt x="2371750" y="686904"/>
                  </a:lnTo>
                  <a:lnTo>
                    <a:pt x="2371750" y="658253"/>
                  </a:lnTo>
                  <a:lnTo>
                    <a:pt x="2117115" y="639914"/>
                  </a:lnTo>
                  <a:lnTo>
                    <a:pt x="2107120" y="639914"/>
                  </a:lnTo>
                  <a:lnTo>
                    <a:pt x="2107120" y="784771"/>
                  </a:lnTo>
                  <a:lnTo>
                    <a:pt x="2105113" y="783170"/>
                  </a:lnTo>
                  <a:lnTo>
                    <a:pt x="2098636" y="781456"/>
                  </a:lnTo>
                  <a:lnTo>
                    <a:pt x="2090254" y="781646"/>
                  </a:lnTo>
                  <a:lnTo>
                    <a:pt x="2082330" y="782612"/>
                  </a:lnTo>
                  <a:lnTo>
                    <a:pt x="2047748" y="805726"/>
                  </a:lnTo>
                  <a:lnTo>
                    <a:pt x="2043112" y="819658"/>
                  </a:lnTo>
                  <a:lnTo>
                    <a:pt x="2043303" y="826135"/>
                  </a:lnTo>
                  <a:lnTo>
                    <a:pt x="2068258" y="841082"/>
                  </a:lnTo>
                  <a:lnTo>
                    <a:pt x="2076729" y="840143"/>
                  </a:lnTo>
                  <a:lnTo>
                    <a:pt x="2112759" y="817079"/>
                  </a:lnTo>
                  <a:lnTo>
                    <a:pt x="2117407" y="802513"/>
                  </a:lnTo>
                  <a:lnTo>
                    <a:pt x="2117217" y="795274"/>
                  </a:lnTo>
                  <a:lnTo>
                    <a:pt x="2117115" y="795070"/>
                  </a:lnTo>
                  <a:lnTo>
                    <a:pt x="2117115" y="711542"/>
                  </a:lnTo>
                  <a:lnTo>
                    <a:pt x="2371750" y="729881"/>
                  </a:lnTo>
                  <a:lnTo>
                    <a:pt x="2371750" y="870483"/>
                  </a:lnTo>
                  <a:lnTo>
                    <a:pt x="2369756" y="868895"/>
                  </a:lnTo>
                  <a:lnTo>
                    <a:pt x="2363279" y="867181"/>
                  </a:lnTo>
                  <a:lnTo>
                    <a:pt x="2324036" y="879373"/>
                  </a:lnTo>
                  <a:lnTo>
                    <a:pt x="2307742" y="905383"/>
                  </a:lnTo>
                  <a:lnTo>
                    <a:pt x="2307933" y="911860"/>
                  </a:lnTo>
                  <a:lnTo>
                    <a:pt x="2332888" y="926807"/>
                  </a:lnTo>
                  <a:lnTo>
                    <a:pt x="2341372" y="925868"/>
                  </a:lnTo>
                  <a:lnTo>
                    <a:pt x="2377402" y="902804"/>
                  </a:lnTo>
                  <a:lnTo>
                    <a:pt x="2382037" y="888238"/>
                  </a:lnTo>
                  <a:lnTo>
                    <a:pt x="2381847" y="880999"/>
                  </a:lnTo>
                  <a:lnTo>
                    <a:pt x="2381758" y="880821"/>
                  </a:lnTo>
                  <a:lnTo>
                    <a:pt x="2381758" y="730605"/>
                  </a:lnTo>
                  <a:lnTo>
                    <a:pt x="2636393" y="748931"/>
                  </a:lnTo>
                  <a:lnTo>
                    <a:pt x="2636393" y="922096"/>
                  </a:lnTo>
                  <a:lnTo>
                    <a:pt x="2555862" y="922096"/>
                  </a:lnTo>
                  <a:lnTo>
                    <a:pt x="2555862" y="929246"/>
                  </a:lnTo>
                  <a:lnTo>
                    <a:pt x="2600833" y="929246"/>
                  </a:lnTo>
                  <a:lnTo>
                    <a:pt x="2596172" y="931494"/>
                  </a:lnTo>
                  <a:lnTo>
                    <a:pt x="2588666" y="936523"/>
                  </a:lnTo>
                  <a:lnTo>
                    <a:pt x="2581973" y="942327"/>
                  </a:lnTo>
                  <a:lnTo>
                    <a:pt x="2577033" y="948601"/>
                  </a:lnTo>
                  <a:lnTo>
                    <a:pt x="2573832" y="955332"/>
                  </a:lnTo>
                  <a:lnTo>
                    <a:pt x="2572385" y="962533"/>
                  </a:lnTo>
                  <a:lnTo>
                    <a:pt x="2572575" y="969010"/>
                  </a:lnTo>
                  <a:lnTo>
                    <a:pt x="2597531" y="983957"/>
                  </a:lnTo>
                  <a:lnTo>
                    <a:pt x="2606014" y="983018"/>
                  </a:lnTo>
                  <a:lnTo>
                    <a:pt x="2642031" y="959954"/>
                  </a:lnTo>
                  <a:lnTo>
                    <a:pt x="2646680" y="945388"/>
                  </a:lnTo>
                  <a:lnTo>
                    <a:pt x="2646489" y="938149"/>
                  </a:lnTo>
                  <a:lnTo>
                    <a:pt x="2646388" y="937945"/>
                  </a:lnTo>
                  <a:lnTo>
                    <a:pt x="2646388" y="929246"/>
                  </a:lnTo>
                  <a:lnTo>
                    <a:pt x="2667012" y="929246"/>
                  </a:lnTo>
                  <a:lnTo>
                    <a:pt x="2667012" y="922096"/>
                  </a:lnTo>
                  <a:lnTo>
                    <a:pt x="2646388" y="922096"/>
                  </a:lnTo>
                  <a:lnTo>
                    <a:pt x="2646388" y="749642"/>
                  </a:lnTo>
                  <a:lnTo>
                    <a:pt x="2901035" y="767981"/>
                  </a:lnTo>
                  <a:lnTo>
                    <a:pt x="2901035" y="922096"/>
                  </a:lnTo>
                  <a:lnTo>
                    <a:pt x="2820505" y="922096"/>
                  </a:lnTo>
                  <a:lnTo>
                    <a:pt x="2820505" y="929246"/>
                  </a:lnTo>
                  <a:lnTo>
                    <a:pt x="2901035" y="929246"/>
                  </a:lnTo>
                  <a:lnTo>
                    <a:pt x="2901035" y="979246"/>
                  </a:lnTo>
                  <a:lnTo>
                    <a:pt x="2820505" y="979246"/>
                  </a:lnTo>
                  <a:lnTo>
                    <a:pt x="2820505" y="986396"/>
                  </a:lnTo>
                  <a:lnTo>
                    <a:pt x="2865475" y="986396"/>
                  </a:lnTo>
                  <a:lnTo>
                    <a:pt x="2860814" y="988644"/>
                  </a:lnTo>
                  <a:lnTo>
                    <a:pt x="2853309" y="993673"/>
                  </a:lnTo>
                  <a:lnTo>
                    <a:pt x="2846616" y="999477"/>
                  </a:lnTo>
                  <a:lnTo>
                    <a:pt x="2841663" y="1005751"/>
                  </a:lnTo>
                  <a:lnTo>
                    <a:pt x="2838475" y="1012482"/>
                  </a:lnTo>
                  <a:lnTo>
                    <a:pt x="2837027" y="1019683"/>
                  </a:lnTo>
                  <a:lnTo>
                    <a:pt x="2837218" y="1026160"/>
                  </a:lnTo>
                  <a:lnTo>
                    <a:pt x="2862173" y="1041107"/>
                  </a:lnTo>
                  <a:lnTo>
                    <a:pt x="2870657" y="1040168"/>
                  </a:lnTo>
                  <a:lnTo>
                    <a:pt x="2906674" y="1017104"/>
                  </a:lnTo>
                  <a:lnTo>
                    <a:pt x="2911322" y="1002538"/>
                  </a:lnTo>
                  <a:lnTo>
                    <a:pt x="2911132" y="995299"/>
                  </a:lnTo>
                  <a:lnTo>
                    <a:pt x="2911030" y="995095"/>
                  </a:lnTo>
                  <a:lnTo>
                    <a:pt x="2911030" y="986396"/>
                  </a:lnTo>
                  <a:lnTo>
                    <a:pt x="2931642" y="986396"/>
                  </a:lnTo>
                  <a:lnTo>
                    <a:pt x="2931642" y="979246"/>
                  </a:lnTo>
                  <a:lnTo>
                    <a:pt x="2911030" y="979246"/>
                  </a:lnTo>
                  <a:lnTo>
                    <a:pt x="2911030" y="929246"/>
                  </a:lnTo>
                  <a:lnTo>
                    <a:pt x="2931642" y="929246"/>
                  </a:lnTo>
                  <a:lnTo>
                    <a:pt x="2931642" y="922096"/>
                  </a:lnTo>
                  <a:close/>
                </a:path>
                <a:path w="3110865" h="1041400">
                  <a:moveTo>
                    <a:pt x="3110268" y="0"/>
                  </a:moveTo>
                  <a:lnTo>
                    <a:pt x="3101695" y="0"/>
                  </a:lnTo>
                  <a:lnTo>
                    <a:pt x="3101695" y="874229"/>
                  </a:lnTo>
                  <a:lnTo>
                    <a:pt x="3110268" y="874229"/>
                  </a:lnTo>
                  <a:lnTo>
                    <a:pt x="31102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877760" y="5614267"/>
              <a:ext cx="2911475" cy="257810"/>
            </a:xfrm>
            <a:custGeom>
              <a:avLst/>
              <a:gdLst/>
              <a:ahLst/>
              <a:cxnLst/>
              <a:rect l="l" t="t" r="r" b="b"/>
              <a:pathLst>
                <a:path w="2911475" h="257810">
                  <a:moveTo>
                    <a:pt x="0" y="257546"/>
                  </a:moveTo>
                  <a:lnTo>
                    <a:pt x="28673" y="219391"/>
                  </a:lnTo>
                  <a:lnTo>
                    <a:pt x="84005" y="183665"/>
                  </a:lnTo>
                  <a:lnTo>
                    <a:pt x="121667" y="166712"/>
                  </a:lnTo>
                  <a:lnTo>
                    <a:pt x="165994" y="150367"/>
                  </a:lnTo>
                  <a:lnTo>
                    <a:pt x="216986" y="134629"/>
                  </a:lnTo>
                  <a:lnTo>
                    <a:pt x="274642" y="119499"/>
                  </a:lnTo>
                  <a:lnTo>
                    <a:pt x="338963" y="104975"/>
                  </a:lnTo>
                  <a:lnTo>
                    <a:pt x="409948" y="91059"/>
                  </a:lnTo>
                  <a:lnTo>
                    <a:pt x="487597" y="77750"/>
                  </a:lnTo>
                  <a:lnTo>
                    <a:pt x="530404" y="71094"/>
                  </a:lnTo>
                  <a:lnTo>
                    <a:pt x="574105" y="64730"/>
                  </a:lnTo>
                  <a:lnTo>
                    <a:pt x="618699" y="58660"/>
                  </a:lnTo>
                  <a:lnTo>
                    <a:pt x="664187" y="52882"/>
                  </a:lnTo>
                  <a:lnTo>
                    <a:pt x="710568" y="47398"/>
                  </a:lnTo>
                  <a:lnTo>
                    <a:pt x="757843" y="42206"/>
                  </a:lnTo>
                  <a:lnTo>
                    <a:pt x="806011" y="37307"/>
                  </a:lnTo>
                  <a:lnTo>
                    <a:pt x="855073" y="32702"/>
                  </a:lnTo>
                  <a:lnTo>
                    <a:pt x="905029" y="28389"/>
                  </a:lnTo>
                  <a:lnTo>
                    <a:pt x="955878" y="24369"/>
                  </a:lnTo>
                  <a:lnTo>
                    <a:pt x="1007621" y="20643"/>
                  </a:lnTo>
                  <a:lnTo>
                    <a:pt x="1060257" y="17209"/>
                  </a:lnTo>
                  <a:lnTo>
                    <a:pt x="1113786" y="14068"/>
                  </a:lnTo>
                  <a:lnTo>
                    <a:pt x="1168210" y="11221"/>
                  </a:lnTo>
                  <a:lnTo>
                    <a:pt x="1223527" y="8666"/>
                  </a:lnTo>
                  <a:lnTo>
                    <a:pt x="1279737" y="6404"/>
                  </a:lnTo>
                  <a:lnTo>
                    <a:pt x="1336841" y="4435"/>
                  </a:lnTo>
                  <a:lnTo>
                    <a:pt x="1394838" y="2759"/>
                  </a:lnTo>
                  <a:lnTo>
                    <a:pt x="1453729" y="1376"/>
                  </a:lnTo>
                  <a:lnTo>
                    <a:pt x="1512460" y="594"/>
                  </a:lnTo>
                  <a:lnTo>
                    <a:pt x="1570319" y="135"/>
                  </a:lnTo>
                  <a:lnTo>
                    <a:pt x="1627309" y="0"/>
                  </a:lnTo>
                  <a:lnTo>
                    <a:pt x="1683427" y="187"/>
                  </a:lnTo>
                  <a:lnTo>
                    <a:pt x="1738676" y="697"/>
                  </a:lnTo>
                  <a:lnTo>
                    <a:pt x="1793054" y="1530"/>
                  </a:lnTo>
                  <a:lnTo>
                    <a:pt x="1846561" y="2686"/>
                  </a:lnTo>
                  <a:lnTo>
                    <a:pt x="1899198" y="4165"/>
                  </a:lnTo>
                  <a:lnTo>
                    <a:pt x="1950964" y="5967"/>
                  </a:lnTo>
                  <a:lnTo>
                    <a:pt x="2001860" y="8092"/>
                  </a:lnTo>
                  <a:lnTo>
                    <a:pt x="2051886" y="10540"/>
                  </a:lnTo>
                  <a:lnTo>
                    <a:pt x="2101041" y="13311"/>
                  </a:lnTo>
                  <a:lnTo>
                    <a:pt x="2149326" y="16405"/>
                  </a:lnTo>
                  <a:lnTo>
                    <a:pt x="2196740" y="19822"/>
                  </a:lnTo>
                  <a:lnTo>
                    <a:pt x="2243284" y="23562"/>
                  </a:lnTo>
                  <a:lnTo>
                    <a:pt x="2288957" y="27625"/>
                  </a:lnTo>
                  <a:lnTo>
                    <a:pt x="2333760" y="32011"/>
                  </a:lnTo>
                  <a:lnTo>
                    <a:pt x="2377692" y="36720"/>
                  </a:lnTo>
                  <a:lnTo>
                    <a:pt x="2420754" y="41751"/>
                  </a:lnTo>
                  <a:lnTo>
                    <a:pt x="2498577" y="52050"/>
                  </a:lnTo>
                  <a:lnTo>
                    <a:pt x="2569750" y="63174"/>
                  </a:lnTo>
                  <a:lnTo>
                    <a:pt x="2634273" y="75122"/>
                  </a:lnTo>
                  <a:lnTo>
                    <a:pt x="2692144" y="87895"/>
                  </a:lnTo>
                  <a:lnTo>
                    <a:pt x="2743365" y="101493"/>
                  </a:lnTo>
                  <a:lnTo>
                    <a:pt x="2787936" y="115915"/>
                  </a:lnTo>
                  <a:lnTo>
                    <a:pt x="2825855" y="131162"/>
                  </a:lnTo>
                  <a:lnTo>
                    <a:pt x="2881743" y="164130"/>
                  </a:lnTo>
                  <a:lnTo>
                    <a:pt x="2911028" y="200396"/>
                  </a:lnTo>
                  <a:lnTo>
                    <a:pt x="2899711" y="181906"/>
                  </a:lnTo>
                  <a:lnTo>
                    <a:pt x="2881743" y="164274"/>
                  </a:lnTo>
                  <a:lnTo>
                    <a:pt x="2825855" y="131580"/>
                  </a:lnTo>
                  <a:lnTo>
                    <a:pt x="2787936" y="116519"/>
                  </a:lnTo>
                  <a:lnTo>
                    <a:pt x="2743365" y="102316"/>
                  </a:lnTo>
                  <a:lnTo>
                    <a:pt x="2692144" y="88970"/>
                  </a:lnTo>
                  <a:lnTo>
                    <a:pt x="2634273" y="76481"/>
                  </a:lnTo>
                  <a:lnTo>
                    <a:pt x="2569750" y="64849"/>
                  </a:lnTo>
                  <a:lnTo>
                    <a:pt x="2498577" y="54075"/>
                  </a:lnTo>
                  <a:lnTo>
                    <a:pt x="2420754" y="44158"/>
                  </a:lnTo>
                  <a:lnTo>
                    <a:pt x="2377692" y="39337"/>
                  </a:lnTo>
                  <a:lnTo>
                    <a:pt x="2333760" y="34844"/>
                  </a:lnTo>
                  <a:lnTo>
                    <a:pt x="2288957" y="30677"/>
                  </a:lnTo>
                  <a:lnTo>
                    <a:pt x="2243284" y="26838"/>
                  </a:lnTo>
                  <a:lnTo>
                    <a:pt x="2196740" y="23326"/>
                  </a:lnTo>
                  <a:lnTo>
                    <a:pt x="2149326" y="20142"/>
                  </a:lnTo>
                  <a:lnTo>
                    <a:pt x="2101041" y="17284"/>
                  </a:lnTo>
                  <a:lnTo>
                    <a:pt x="2051886" y="14753"/>
                  </a:lnTo>
                  <a:lnTo>
                    <a:pt x="2001860" y="12550"/>
                  </a:lnTo>
                  <a:lnTo>
                    <a:pt x="1950964" y="10674"/>
                  </a:lnTo>
                  <a:lnTo>
                    <a:pt x="1899198" y="9125"/>
                  </a:lnTo>
                  <a:lnTo>
                    <a:pt x="1846561" y="7903"/>
                  </a:lnTo>
                  <a:lnTo>
                    <a:pt x="1793054" y="7009"/>
                  </a:lnTo>
                  <a:lnTo>
                    <a:pt x="1738676" y="6441"/>
                  </a:lnTo>
                  <a:lnTo>
                    <a:pt x="1683427" y="6201"/>
                  </a:lnTo>
                  <a:lnTo>
                    <a:pt x="1627309" y="6288"/>
                  </a:lnTo>
                  <a:lnTo>
                    <a:pt x="1570319" y="6702"/>
                  </a:lnTo>
                  <a:lnTo>
                    <a:pt x="1512460" y="7443"/>
                  </a:lnTo>
                  <a:lnTo>
                    <a:pt x="1394838" y="9605"/>
                  </a:lnTo>
                  <a:lnTo>
                    <a:pt x="1336841" y="10996"/>
                  </a:lnTo>
                  <a:lnTo>
                    <a:pt x="1279737" y="12685"/>
                  </a:lnTo>
                  <a:lnTo>
                    <a:pt x="1223527" y="14671"/>
                  </a:lnTo>
                  <a:lnTo>
                    <a:pt x="1168210" y="16954"/>
                  </a:lnTo>
                  <a:lnTo>
                    <a:pt x="1113786" y="19535"/>
                  </a:lnTo>
                  <a:lnTo>
                    <a:pt x="1060257" y="22413"/>
                  </a:lnTo>
                  <a:lnTo>
                    <a:pt x="1007621" y="25588"/>
                  </a:lnTo>
                  <a:lnTo>
                    <a:pt x="955878" y="29061"/>
                  </a:lnTo>
                  <a:lnTo>
                    <a:pt x="905029" y="32831"/>
                  </a:lnTo>
                  <a:lnTo>
                    <a:pt x="855073" y="36899"/>
                  </a:lnTo>
                  <a:lnTo>
                    <a:pt x="806011" y="41263"/>
                  </a:lnTo>
                  <a:lnTo>
                    <a:pt x="757843" y="45926"/>
                  </a:lnTo>
                  <a:lnTo>
                    <a:pt x="710568" y="50885"/>
                  </a:lnTo>
                  <a:lnTo>
                    <a:pt x="664187" y="56142"/>
                  </a:lnTo>
                  <a:lnTo>
                    <a:pt x="618699" y="61696"/>
                  </a:lnTo>
                  <a:lnTo>
                    <a:pt x="574105" y="67548"/>
                  </a:lnTo>
                  <a:lnTo>
                    <a:pt x="530404" y="73697"/>
                  </a:lnTo>
                  <a:lnTo>
                    <a:pt x="487597" y="80143"/>
                  </a:lnTo>
                  <a:lnTo>
                    <a:pt x="409948" y="93071"/>
                  </a:lnTo>
                  <a:lnTo>
                    <a:pt x="338963" y="106639"/>
                  </a:lnTo>
                  <a:lnTo>
                    <a:pt x="274642" y="120847"/>
                  </a:lnTo>
                  <a:lnTo>
                    <a:pt x="216986" y="135694"/>
                  </a:lnTo>
                  <a:lnTo>
                    <a:pt x="165994" y="151182"/>
                  </a:lnTo>
                  <a:lnTo>
                    <a:pt x="121667" y="167309"/>
                  </a:lnTo>
                  <a:lnTo>
                    <a:pt x="84005" y="184077"/>
                  </a:lnTo>
                  <a:lnTo>
                    <a:pt x="28673" y="219532"/>
                  </a:lnTo>
                  <a:lnTo>
                    <a:pt x="11004" y="238219"/>
                  </a:lnTo>
                  <a:lnTo>
                    <a:pt x="0" y="257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877760" y="5614267"/>
              <a:ext cx="2911475" cy="257810"/>
            </a:xfrm>
            <a:custGeom>
              <a:avLst/>
              <a:gdLst/>
              <a:ahLst/>
              <a:cxnLst/>
              <a:rect l="l" t="t" r="r" b="b"/>
              <a:pathLst>
                <a:path w="2911475" h="257810">
                  <a:moveTo>
                    <a:pt x="0" y="257546"/>
                  </a:moveTo>
                  <a:lnTo>
                    <a:pt x="28673" y="219532"/>
                  </a:lnTo>
                  <a:lnTo>
                    <a:pt x="84005" y="184077"/>
                  </a:lnTo>
                  <a:lnTo>
                    <a:pt x="121667" y="167309"/>
                  </a:lnTo>
                  <a:lnTo>
                    <a:pt x="165994" y="151182"/>
                  </a:lnTo>
                  <a:lnTo>
                    <a:pt x="216986" y="135694"/>
                  </a:lnTo>
                  <a:lnTo>
                    <a:pt x="274642" y="120847"/>
                  </a:lnTo>
                  <a:lnTo>
                    <a:pt x="338963" y="106639"/>
                  </a:lnTo>
                  <a:lnTo>
                    <a:pt x="409948" y="93071"/>
                  </a:lnTo>
                  <a:lnTo>
                    <a:pt x="487597" y="80143"/>
                  </a:lnTo>
                  <a:lnTo>
                    <a:pt x="530404" y="73697"/>
                  </a:lnTo>
                  <a:lnTo>
                    <a:pt x="574105" y="67548"/>
                  </a:lnTo>
                  <a:lnTo>
                    <a:pt x="618699" y="61696"/>
                  </a:lnTo>
                  <a:lnTo>
                    <a:pt x="664187" y="56142"/>
                  </a:lnTo>
                  <a:lnTo>
                    <a:pt x="710568" y="50885"/>
                  </a:lnTo>
                  <a:lnTo>
                    <a:pt x="757843" y="45926"/>
                  </a:lnTo>
                  <a:lnTo>
                    <a:pt x="806011" y="41263"/>
                  </a:lnTo>
                  <a:lnTo>
                    <a:pt x="855073" y="36899"/>
                  </a:lnTo>
                  <a:lnTo>
                    <a:pt x="905029" y="32831"/>
                  </a:lnTo>
                  <a:lnTo>
                    <a:pt x="955878" y="29061"/>
                  </a:lnTo>
                  <a:lnTo>
                    <a:pt x="1007621" y="25588"/>
                  </a:lnTo>
                  <a:lnTo>
                    <a:pt x="1060257" y="22413"/>
                  </a:lnTo>
                  <a:lnTo>
                    <a:pt x="1113786" y="19535"/>
                  </a:lnTo>
                  <a:lnTo>
                    <a:pt x="1168210" y="16954"/>
                  </a:lnTo>
                  <a:lnTo>
                    <a:pt x="1223527" y="14671"/>
                  </a:lnTo>
                  <a:lnTo>
                    <a:pt x="1279737" y="12685"/>
                  </a:lnTo>
                  <a:lnTo>
                    <a:pt x="1336841" y="10996"/>
                  </a:lnTo>
                  <a:lnTo>
                    <a:pt x="1394838" y="9605"/>
                  </a:lnTo>
                  <a:lnTo>
                    <a:pt x="1453729" y="8511"/>
                  </a:lnTo>
                  <a:lnTo>
                    <a:pt x="1512460" y="7443"/>
                  </a:lnTo>
                  <a:lnTo>
                    <a:pt x="1570319" y="6702"/>
                  </a:lnTo>
                  <a:lnTo>
                    <a:pt x="1627309" y="6288"/>
                  </a:lnTo>
                  <a:lnTo>
                    <a:pt x="1683427" y="6201"/>
                  </a:lnTo>
                  <a:lnTo>
                    <a:pt x="1738676" y="6441"/>
                  </a:lnTo>
                  <a:lnTo>
                    <a:pt x="1793054" y="7009"/>
                  </a:lnTo>
                  <a:lnTo>
                    <a:pt x="1846561" y="7903"/>
                  </a:lnTo>
                  <a:lnTo>
                    <a:pt x="1899198" y="9125"/>
                  </a:lnTo>
                  <a:lnTo>
                    <a:pt x="1950964" y="10674"/>
                  </a:lnTo>
                  <a:lnTo>
                    <a:pt x="2001860" y="12550"/>
                  </a:lnTo>
                  <a:lnTo>
                    <a:pt x="2051886" y="14753"/>
                  </a:lnTo>
                  <a:lnTo>
                    <a:pt x="2101041" y="17284"/>
                  </a:lnTo>
                  <a:lnTo>
                    <a:pt x="2149326" y="20142"/>
                  </a:lnTo>
                  <a:lnTo>
                    <a:pt x="2196740" y="23326"/>
                  </a:lnTo>
                  <a:lnTo>
                    <a:pt x="2243284" y="26838"/>
                  </a:lnTo>
                  <a:lnTo>
                    <a:pt x="2288957" y="30677"/>
                  </a:lnTo>
                  <a:lnTo>
                    <a:pt x="2333760" y="34844"/>
                  </a:lnTo>
                  <a:lnTo>
                    <a:pt x="2377692" y="39337"/>
                  </a:lnTo>
                  <a:lnTo>
                    <a:pt x="2420754" y="44158"/>
                  </a:lnTo>
                  <a:lnTo>
                    <a:pt x="2498577" y="54075"/>
                  </a:lnTo>
                  <a:lnTo>
                    <a:pt x="2569750" y="64849"/>
                  </a:lnTo>
                  <a:lnTo>
                    <a:pt x="2634273" y="76481"/>
                  </a:lnTo>
                  <a:lnTo>
                    <a:pt x="2692144" y="88970"/>
                  </a:lnTo>
                  <a:lnTo>
                    <a:pt x="2743365" y="102316"/>
                  </a:lnTo>
                  <a:lnTo>
                    <a:pt x="2787936" y="116519"/>
                  </a:lnTo>
                  <a:lnTo>
                    <a:pt x="2825855" y="131580"/>
                  </a:lnTo>
                  <a:lnTo>
                    <a:pt x="2881743" y="164274"/>
                  </a:lnTo>
                  <a:lnTo>
                    <a:pt x="2911028" y="200396"/>
                  </a:lnTo>
                  <a:lnTo>
                    <a:pt x="2899711" y="181851"/>
                  </a:lnTo>
                  <a:lnTo>
                    <a:pt x="2857125" y="147234"/>
                  </a:lnTo>
                  <a:lnTo>
                    <a:pt x="2787936" y="115915"/>
                  </a:lnTo>
                  <a:lnTo>
                    <a:pt x="2743365" y="101493"/>
                  </a:lnTo>
                  <a:lnTo>
                    <a:pt x="2692144" y="87895"/>
                  </a:lnTo>
                  <a:lnTo>
                    <a:pt x="2634273" y="75122"/>
                  </a:lnTo>
                  <a:lnTo>
                    <a:pt x="2569750" y="63174"/>
                  </a:lnTo>
                  <a:lnTo>
                    <a:pt x="2498577" y="52050"/>
                  </a:lnTo>
                  <a:lnTo>
                    <a:pt x="2420754" y="41751"/>
                  </a:lnTo>
                  <a:lnTo>
                    <a:pt x="2377692" y="36720"/>
                  </a:lnTo>
                  <a:lnTo>
                    <a:pt x="2333760" y="32011"/>
                  </a:lnTo>
                  <a:lnTo>
                    <a:pt x="2288957" y="27625"/>
                  </a:lnTo>
                  <a:lnTo>
                    <a:pt x="2243284" y="23562"/>
                  </a:lnTo>
                  <a:lnTo>
                    <a:pt x="2196740" y="19822"/>
                  </a:lnTo>
                  <a:lnTo>
                    <a:pt x="2149326" y="16405"/>
                  </a:lnTo>
                  <a:lnTo>
                    <a:pt x="2101041" y="13311"/>
                  </a:lnTo>
                  <a:lnTo>
                    <a:pt x="2051886" y="10540"/>
                  </a:lnTo>
                  <a:lnTo>
                    <a:pt x="2001860" y="8092"/>
                  </a:lnTo>
                  <a:lnTo>
                    <a:pt x="1950964" y="5967"/>
                  </a:lnTo>
                  <a:lnTo>
                    <a:pt x="1899198" y="4165"/>
                  </a:lnTo>
                  <a:lnTo>
                    <a:pt x="1846561" y="2686"/>
                  </a:lnTo>
                  <a:lnTo>
                    <a:pt x="1793054" y="1530"/>
                  </a:lnTo>
                  <a:lnTo>
                    <a:pt x="1738676" y="697"/>
                  </a:lnTo>
                  <a:lnTo>
                    <a:pt x="1683427" y="187"/>
                  </a:lnTo>
                  <a:lnTo>
                    <a:pt x="1627309" y="0"/>
                  </a:lnTo>
                  <a:lnTo>
                    <a:pt x="1570319" y="135"/>
                  </a:lnTo>
                  <a:lnTo>
                    <a:pt x="1512460" y="594"/>
                  </a:lnTo>
                  <a:lnTo>
                    <a:pt x="1453729" y="1376"/>
                  </a:lnTo>
                  <a:lnTo>
                    <a:pt x="1394838" y="2759"/>
                  </a:lnTo>
                  <a:lnTo>
                    <a:pt x="1336841" y="4435"/>
                  </a:lnTo>
                  <a:lnTo>
                    <a:pt x="1279737" y="6404"/>
                  </a:lnTo>
                  <a:lnTo>
                    <a:pt x="1223527" y="8666"/>
                  </a:lnTo>
                  <a:lnTo>
                    <a:pt x="1168210" y="11221"/>
                  </a:lnTo>
                  <a:lnTo>
                    <a:pt x="1113786" y="14068"/>
                  </a:lnTo>
                  <a:lnTo>
                    <a:pt x="1060257" y="17209"/>
                  </a:lnTo>
                  <a:lnTo>
                    <a:pt x="1007621" y="20643"/>
                  </a:lnTo>
                  <a:lnTo>
                    <a:pt x="955878" y="24369"/>
                  </a:lnTo>
                  <a:lnTo>
                    <a:pt x="905029" y="28389"/>
                  </a:lnTo>
                  <a:lnTo>
                    <a:pt x="855073" y="32702"/>
                  </a:lnTo>
                  <a:lnTo>
                    <a:pt x="806011" y="37307"/>
                  </a:lnTo>
                  <a:lnTo>
                    <a:pt x="757843" y="42206"/>
                  </a:lnTo>
                  <a:lnTo>
                    <a:pt x="710568" y="47398"/>
                  </a:lnTo>
                  <a:lnTo>
                    <a:pt x="664187" y="52882"/>
                  </a:lnTo>
                  <a:lnTo>
                    <a:pt x="618699" y="58660"/>
                  </a:lnTo>
                  <a:lnTo>
                    <a:pt x="574105" y="64730"/>
                  </a:lnTo>
                  <a:lnTo>
                    <a:pt x="530404" y="71094"/>
                  </a:lnTo>
                  <a:lnTo>
                    <a:pt x="487597" y="77750"/>
                  </a:lnTo>
                  <a:lnTo>
                    <a:pt x="409948" y="91059"/>
                  </a:lnTo>
                  <a:lnTo>
                    <a:pt x="338963" y="104975"/>
                  </a:lnTo>
                  <a:lnTo>
                    <a:pt x="274642" y="119499"/>
                  </a:lnTo>
                  <a:lnTo>
                    <a:pt x="216986" y="134629"/>
                  </a:lnTo>
                  <a:lnTo>
                    <a:pt x="165994" y="150367"/>
                  </a:lnTo>
                  <a:lnTo>
                    <a:pt x="121667" y="166712"/>
                  </a:lnTo>
                  <a:lnTo>
                    <a:pt x="84005" y="183665"/>
                  </a:lnTo>
                  <a:lnTo>
                    <a:pt x="28673" y="219391"/>
                  </a:lnTo>
                  <a:lnTo>
                    <a:pt x="11004" y="238165"/>
                  </a:lnTo>
                  <a:lnTo>
                    <a:pt x="0" y="25754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4133472" y="5618688"/>
              <a:ext cx="2911475" cy="253365"/>
            </a:xfrm>
            <a:custGeom>
              <a:avLst/>
              <a:gdLst/>
              <a:ahLst/>
              <a:cxnLst/>
              <a:rect l="l" t="t" r="r" b="b"/>
              <a:pathLst>
                <a:path w="2911475" h="253364">
                  <a:moveTo>
                    <a:pt x="0" y="253124"/>
                  </a:moveTo>
                  <a:lnTo>
                    <a:pt x="28518" y="218081"/>
                  </a:lnTo>
                  <a:lnTo>
                    <a:pt x="83709" y="184953"/>
                  </a:lnTo>
                  <a:lnTo>
                    <a:pt x="121307" y="169107"/>
                  </a:lnTo>
                  <a:lnTo>
                    <a:pt x="165572" y="153740"/>
                  </a:lnTo>
                  <a:lnTo>
                    <a:pt x="216506" y="138851"/>
                  </a:lnTo>
                  <a:lnTo>
                    <a:pt x="274107" y="124441"/>
                  </a:lnTo>
                  <a:lnTo>
                    <a:pt x="338377" y="110510"/>
                  </a:lnTo>
                  <a:lnTo>
                    <a:pt x="409315" y="97058"/>
                  </a:lnTo>
                  <a:lnTo>
                    <a:pt x="486920" y="84084"/>
                  </a:lnTo>
                  <a:lnTo>
                    <a:pt x="529673" y="77556"/>
                  </a:lnTo>
                  <a:lnTo>
                    <a:pt x="573324" y="71284"/>
                  </a:lnTo>
                  <a:lnTo>
                    <a:pt x="617874" y="65267"/>
                  </a:lnTo>
                  <a:lnTo>
                    <a:pt x="663321" y="59505"/>
                  </a:lnTo>
                  <a:lnTo>
                    <a:pt x="709668" y="54000"/>
                  </a:lnTo>
                  <a:lnTo>
                    <a:pt x="756912" y="48749"/>
                  </a:lnTo>
                  <a:lnTo>
                    <a:pt x="805055" y="43755"/>
                  </a:lnTo>
                  <a:lnTo>
                    <a:pt x="854096" y="39015"/>
                  </a:lnTo>
                  <a:lnTo>
                    <a:pt x="904035" y="34532"/>
                  </a:lnTo>
                  <a:lnTo>
                    <a:pt x="954873" y="30304"/>
                  </a:lnTo>
                  <a:lnTo>
                    <a:pt x="1006609" y="26331"/>
                  </a:lnTo>
                  <a:lnTo>
                    <a:pt x="1059244" y="22614"/>
                  </a:lnTo>
                  <a:lnTo>
                    <a:pt x="1112776" y="19153"/>
                  </a:lnTo>
                  <a:lnTo>
                    <a:pt x="1167207" y="15947"/>
                  </a:lnTo>
                  <a:lnTo>
                    <a:pt x="1222537" y="12996"/>
                  </a:lnTo>
                  <a:lnTo>
                    <a:pt x="1278765" y="10302"/>
                  </a:lnTo>
                  <a:lnTo>
                    <a:pt x="1335891" y="7862"/>
                  </a:lnTo>
                  <a:lnTo>
                    <a:pt x="1393915" y="5678"/>
                  </a:lnTo>
                  <a:lnTo>
                    <a:pt x="1452838" y="3750"/>
                  </a:lnTo>
                  <a:lnTo>
                    <a:pt x="1511537" y="2397"/>
                  </a:lnTo>
                  <a:lnTo>
                    <a:pt x="1569370" y="1345"/>
                  </a:lnTo>
                  <a:lnTo>
                    <a:pt x="1626337" y="595"/>
                  </a:lnTo>
                  <a:lnTo>
                    <a:pt x="1682439" y="146"/>
                  </a:lnTo>
                  <a:lnTo>
                    <a:pt x="1737676" y="0"/>
                  </a:lnTo>
                  <a:lnTo>
                    <a:pt x="1792046" y="154"/>
                  </a:lnTo>
                  <a:lnTo>
                    <a:pt x="1845551" y="611"/>
                  </a:lnTo>
                  <a:lnTo>
                    <a:pt x="1898191" y="1369"/>
                  </a:lnTo>
                  <a:lnTo>
                    <a:pt x="1949965" y="2429"/>
                  </a:lnTo>
                  <a:lnTo>
                    <a:pt x="2000873" y="3791"/>
                  </a:lnTo>
                  <a:lnTo>
                    <a:pt x="2050915" y="5454"/>
                  </a:lnTo>
                  <a:lnTo>
                    <a:pt x="2100092" y="7419"/>
                  </a:lnTo>
                  <a:lnTo>
                    <a:pt x="2148404" y="9686"/>
                  </a:lnTo>
                  <a:lnTo>
                    <a:pt x="2195849" y="12254"/>
                  </a:lnTo>
                  <a:lnTo>
                    <a:pt x="2242429" y="15124"/>
                  </a:lnTo>
                  <a:lnTo>
                    <a:pt x="2288144" y="18295"/>
                  </a:lnTo>
                  <a:lnTo>
                    <a:pt x="2332993" y="21769"/>
                  </a:lnTo>
                  <a:lnTo>
                    <a:pt x="2376976" y="25544"/>
                  </a:lnTo>
                  <a:lnTo>
                    <a:pt x="2420093" y="29621"/>
                  </a:lnTo>
                  <a:lnTo>
                    <a:pt x="2497961" y="38069"/>
                  </a:lnTo>
                  <a:lnTo>
                    <a:pt x="2569181" y="47334"/>
                  </a:lnTo>
                  <a:lnTo>
                    <a:pt x="2633754" y="57413"/>
                  </a:lnTo>
                  <a:lnTo>
                    <a:pt x="2691679" y="68308"/>
                  </a:lnTo>
                  <a:lnTo>
                    <a:pt x="2742957" y="80018"/>
                  </a:lnTo>
                  <a:lnTo>
                    <a:pt x="2787588" y="92543"/>
                  </a:lnTo>
                  <a:lnTo>
                    <a:pt x="2825571" y="105884"/>
                  </a:lnTo>
                  <a:lnTo>
                    <a:pt x="2881594" y="135011"/>
                  </a:lnTo>
                  <a:lnTo>
                    <a:pt x="2911028" y="167399"/>
                  </a:lnTo>
                  <a:lnTo>
                    <a:pt x="2899635" y="150853"/>
                  </a:lnTo>
                  <a:lnTo>
                    <a:pt x="2881594" y="135155"/>
                  </a:lnTo>
                  <a:lnTo>
                    <a:pt x="2825571" y="106303"/>
                  </a:lnTo>
                  <a:lnTo>
                    <a:pt x="2787588" y="93149"/>
                  </a:lnTo>
                  <a:lnTo>
                    <a:pt x="2742957" y="80843"/>
                  </a:lnTo>
                  <a:lnTo>
                    <a:pt x="2691679" y="69384"/>
                  </a:lnTo>
                  <a:lnTo>
                    <a:pt x="2633754" y="58774"/>
                  </a:lnTo>
                  <a:lnTo>
                    <a:pt x="2569181" y="49011"/>
                  </a:lnTo>
                  <a:lnTo>
                    <a:pt x="2497961" y="40097"/>
                  </a:lnTo>
                  <a:lnTo>
                    <a:pt x="2420093" y="32030"/>
                  </a:lnTo>
                  <a:lnTo>
                    <a:pt x="2376976" y="28165"/>
                  </a:lnTo>
                  <a:lnTo>
                    <a:pt x="2332993" y="24606"/>
                  </a:lnTo>
                  <a:lnTo>
                    <a:pt x="2288144" y="21352"/>
                  </a:lnTo>
                  <a:lnTo>
                    <a:pt x="2242429" y="18404"/>
                  </a:lnTo>
                  <a:lnTo>
                    <a:pt x="2195849" y="15762"/>
                  </a:lnTo>
                  <a:lnTo>
                    <a:pt x="2148404" y="13426"/>
                  </a:lnTo>
                  <a:lnTo>
                    <a:pt x="2100092" y="11395"/>
                  </a:lnTo>
                  <a:lnTo>
                    <a:pt x="2050915" y="9671"/>
                  </a:lnTo>
                  <a:lnTo>
                    <a:pt x="2000873" y="8252"/>
                  </a:lnTo>
                  <a:lnTo>
                    <a:pt x="1949965" y="7139"/>
                  </a:lnTo>
                  <a:lnTo>
                    <a:pt x="1898191" y="6331"/>
                  </a:lnTo>
                  <a:lnTo>
                    <a:pt x="1845551" y="5830"/>
                  </a:lnTo>
                  <a:lnTo>
                    <a:pt x="1792046" y="5634"/>
                  </a:lnTo>
                  <a:lnTo>
                    <a:pt x="1737676" y="5744"/>
                  </a:lnTo>
                  <a:lnTo>
                    <a:pt x="1682439" y="6160"/>
                  </a:lnTo>
                  <a:lnTo>
                    <a:pt x="1626337" y="6881"/>
                  </a:lnTo>
                  <a:lnTo>
                    <a:pt x="1569370" y="7909"/>
                  </a:lnTo>
                  <a:lnTo>
                    <a:pt x="1511537" y="9242"/>
                  </a:lnTo>
                  <a:lnTo>
                    <a:pt x="1393915" y="12520"/>
                  </a:lnTo>
                  <a:lnTo>
                    <a:pt x="1335891" y="14419"/>
                  </a:lnTo>
                  <a:lnTo>
                    <a:pt x="1278765" y="16578"/>
                  </a:lnTo>
                  <a:lnTo>
                    <a:pt x="1222537" y="18997"/>
                  </a:lnTo>
                  <a:lnTo>
                    <a:pt x="1167207" y="21675"/>
                  </a:lnTo>
                  <a:lnTo>
                    <a:pt x="1112776" y="24614"/>
                  </a:lnTo>
                  <a:lnTo>
                    <a:pt x="1059244" y="27813"/>
                  </a:lnTo>
                  <a:lnTo>
                    <a:pt x="1006609" y="31272"/>
                  </a:lnTo>
                  <a:lnTo>
                    <a:pt x="954873" y="34990"/>
                  </a:lnTo>
                  <a:lnTo>
                    <a:pt x="904035" y="38969"/>
                  </a:lnTo>
                  <a:lnTo>
                    <a:pt x="854096" y="43207"/>
                  </a:lnTo>
                  <a:lnTo>
                    <a:pt x="805055" y="47706"/>
                  </a:lnTo>
                  <a:lnTo>
                    <a:pt x="756912" y="52464"/>
                  </a:lnTo>
                  <a:lnTo>
                    <a:pt x="709668" y="57483"/>
                  </a:lnTo>
                  <a:lnTo>
                    <a:pt x="663321" y="62761"/>
                  </a:lnTo>
                  <a:lnTo>
                    <a:pt x="617874" y="68299"/>
                  </a:lnTo>
                  <a:lnTo>
                    <a:pt x="573324" y="74098"/>
                  </a:lnTo>
                  <a:lnTo>
                    <a:pt x="529673" y="80156"/>
                  </a:lnTo>
                  <a:lnTo>
                    <a:pt x="486920" y="86474"/>
                  </a:lnTo>
                  <a:lnTo>
                    <a:pt x="409315" y="99067"/>
                  </a:lnTo>
                  <a:lnTo>
                    <a:pt x="338377" y="112171"/>
                  </a:lnTo>
                  <a:lnTo>
                    <a:pt x="274107" y="125787"/>
                  </a:lnTo>
                  <a:lnTo>
                    <a:pt x="216506" y="139914"/>
                  </a:lnTo>
                  <a:lnTo>
                    <a:pt x="165572" y="154553"/>
                  </a:lnTo>
                  <a:lnTo>
                    <a:pt x="121307" y="169703"/>
                  </a:lnTo>
                  <a:lnTo>
                    <a:pt x="83709" y="185364"/>
                  </a:lnTo>
                  <a:lnTo>
                    <a:pt x="28518" y="218221"/>
                  </a:lnTo>
                  <a:lnTo>
                    <a:pt x="10925" y="235417"/>
                  </a:lnTo>
                  <a:lnTo>
                    <a:pt x="0" y="2531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4133472" y="5618688"/>
              <a:ext cx="2911475" cy="253365"/>
            </a:xfrm>
            <a:custGeom>
              <a:avLst/>
              <a:gdLst/>
              <a:ahLst/>
              <a:cxnLst/>
              <a:rect l="l" t="t" r="r" b="b"/>
              <a:pathLst>
                <a:path w="2911475" h="253364">
                  <a:moveTo>
                    <a:pt x="0" y="253124"/>
                  </a:moveTo>
                  <a:lnTo>
                    <a:pt x="28518" y="218221"/>
                  </a:lnTo>
                  <a:lnTo>
                    <a:pt x="83709" y="185364"/>
                  </a:lnTo>
                  <a:lnTo>
                    <a:pt x="121307" y="169703"/>
                  </a:lnTo>
                  <a:lnTo>
                    <a:pt x="165572" y="154553"/>
                  </a:lnTo>
                  <a:lnTo>
                    <a:pt x="216506" y="139914"/>
                  </a:lnTo>
                  <a:lnTo>
                    <a:pt x="274107" y="125787"/>
                  </a:lnTo>
                  <a:lnTo>
                    <a:pt x="338377" y="112171"/>
                  </a:lnTo>
                  <a:lnTo>
                    <a:pt x="409315" y="99067"/>
                  </a:lnTo>
                  <a:lnTo>
                    <a:pt x="486920" y="86474"/>
                  </a:lnTo>
                  <a:lnTo>
                    <a:pt x="529673" y="80156"/>
                  </a:lnTo>
                  <a:lnTo>
                    <a:pt x="573324" y="74098"/>
                  </a:lnTo>
                  <a:lnTo>
                    <a:pt x="617874" y="68299"/>
                  </a:lnTo>
                  <a:lnTo>
                    <a:pt x="663321" y="62761"/>
                  </a:lnTo>
                  <a:lnTo>
                    <a:pt x="709668" y="57483"/>
                  </a:lnTo>
                  <a:lnTo>
                    <a:pt x="756912" y="52464"/>
                  </a:lnTo>
                  <a:lnTo>
                    <a:pt x="805055" y="47706"/>
                  </a:lnTo>
                  <a:lnTo>
                    <a:pt x="854096" y="43207"/>
                  </a:lnTo>
                  <a:lnTo>
                    <a:pt x="904035" y="38969"/>
                  </a:lnTo>
                  <a:lnTo>
                    <a:pt x="954873" y="34990"/>
                  </a:lnTo>
                  <a:lnTo>
                    <a:pt x="1006609" y="31272"/>
                  </a:lnTo>
                  <a:lnTo>
                    <a:pt x="1059244" y="27813"/>
                  </a:lnTo>
                  <a:lnTo>
                    <a:pt x="1112776" y="24614"/>
                  </a:lnTo>
                  <a:lnTo>
                    <a:pt x="1167207" y="21675"/>
                  </a:lnTo>
                  <a:lnTo>
                    <a:pt x="1222537" y="18997"/>
                  </a:lnTo>
                  <a:lnTo>
                    <a:pt x="1278765" y="16578"/>
                  </a:lnTo>
                  <a:lnTo>
                    <a:pt x="1335891" y="14419"/>
                  </a:lnTo>
                  <a:lnTo>
                    <a:pt x="1393915" y="12520"/>
                  </a:lnTo>
                  <a:lnTo>
                    <a:pt x="1452838" y="10881"/>
                  </a:lnTo>
                  <a:lnTo>
                    <a:pt x="1511537" y="9242"/>
                  </a:lnTo>
                  <a:lnTo>
                    <a:pt x="1569370" y="7909"/>
                  </a:lnTo>
                  <a:lnTo>
                    <a:pt x="1626337" y="6881"/>
                  </a:lnTo>
                  <a:lnTo>
                    <a:pt x="1682439" y="6160"/>
                  </a:lnTo>
                  <a:lnTo>
                    <a:pt x="1737676" y="5744"/>
                  </a:lnTo>
                  <a:lnTo>
                    <a:pt x="1792046" y="5634"/>
                  </a:lnTo>
                  <a:lnTo>
                    <a:pt x="1845551" y="5830"/>
                  </a:lnTo>
                  <a:lnTo>
                    <a:pt x="1898191" y="6331"/>
                  </a:lnTo>
                  <a:lnTo>
                    <a:pt x="1949965" y="7139"/>
                  </a:lnTo>
                  <a:lnTo>
                    <a:pt x="2000873" y="8252"/>
                  </a:lnTo>
                  <a:lnTo>
                    <a:pt x="2050915" y="9671"/>
                  </a:lnTo>
                  <a:lnTo>
                    <a:pt x="2100092" y="11395"/>
                  </a:lnTo>
                  <a:lnTo>
                    <a:pt x="2148404" y="13426"/>
                  </a:lnTo>
                  <a:lnTo>
                    <a:pt x="2195849" y="15762"/>
                  </a:lnTo>
                  <a:lnTo>
                    <a:pt x="2242429" y="18404"/>
                  </a:lnTo>
                  <a:lnTo>
                    <a:pt x="2288144" y="21352"/>
                  </a:lnTo>
                  <a:lnTo>
                    <a:pt x="2332993" y="24606"/>
                  </a:lnTo>
                  <a:lnTo>
                    <a:pt x="2376976" y="28165"/>
                  </a:lnTo>
                  <a:lnTo>
                    <a:pt x="2420093" y="32030"/>
                  </a:lnTo>
                  <a:lnTo>
                    <a:pt x="2497961" y="40097"/>
                  </a:lnTo>
                  <a:lnTo>
                    <a:pt x="2569181" y="49011"/>
                  </a:lnTo>
                  <a:lnTo>
                    <a:pt x="2633754" y="58774"/>
                  </a:lnTo>
                  <a:lnTo>
                    <a:pt x="2691679" y="69384"/>
                  </a:lnTo>
                  <a:lnTo>
                    <a:pt x="2742957" y="80843"/>
                  </a:lnTo>
                  <a:lnTo>
                    <a:pt x="2787588" y="93149"/>
                  </a:lnTo>
                  <a:lnTo>
                    <a:pt x="2825571" y="106303"/>
                  </a:lnTo>
                  <a:lnTo>
                    <a:pt x="2881594" y="135155"/>
                  </a:lnTo>
                  <a:lnTo>
                    <a:pt x="2911028" y="167399"/>
                  </a:lnTo>
                  <a:lnTo>
                    <a:pt x="2899635" y="150798"/>
                  </a:lnTo>
                  <a:lnTo>
                    <a:pt x="2856906" y="120040"/>
                  </a:lnTo>
                  <a:lnTo>
                    <a:pt x="2787588" y="92543"/>
                  </a:lnTo>
                  <a:lnTo>
                    <a:pt x="2742957" y="80018"/>
                  </a:lnTo>
                  <a:lnTo>
                    <a:pt x="2691679" y="68308"/>
                  </a:lnTo>
                  <a:lnTo>
                    <a:pt x="2633754" y="57413"/>
                  </a:lnTo>
                  <a:lnTo>
                    <a:pt x="2569181" y="47334"/>
                  </a:lnTo>
                  <a:lnTo>
                    <a:pt x="2497961" y="38069"/>
                  </a:lnTo>
                  <a:lnTo>
                    <a:pt x="2420093" y="29621"/>
                  </a:lnTo>
                  <a:lnTo>
                    <a:pt x="2376976" y="25544"/>
                  </a:lnTo>
                  <a:lnTo>
                    <a:pt x="2332993" y="21769"/>
                  </a:lnTo>
                  <a:lnTo>
                    <a:pt x="2288144" y="18295"/>
                  </a:lnTo>
                  <a:lnTo>
                    <a:pt x="2242429" y="15124"/>
                  </a:lnTo>
                  <a:lnTo>
                    <a:pt x="2195849" y="12254"/>
                  </a:lnTo>
                  <a:lnTo>
                    <a:pt x="2148404" y="9686"/>
                  </a:lnTo>
                  <a:lnTo>
                    <a:pt x="2100092" y="7419"/>
                  </a:lnTo>
                  <a:lnTo>
                    <a:pt x="2050915" y="5454"/>
                  </a:lnTo>
                  <a:lnTo>
                    <a:pt x="2000873" y="3791"/>
                  </a:lnTo>
                  <a:lnTo>
                    <a:pt x="1949965" y="2429"/>
                  </a:lnTo>
                  <a:lnTo>
                    <a:pt x="1898191" y="1369"/>
                  </a:lnTo>
                  <a:lnTo>
                    <a:pt x="1845551" y="611"/>
                  </a:lnTo>
                  <a:lnTo>
                    <a:pt x="1792046" y="154"/>
                  </a:lnTo>
                  <a:lnTo>
                    <a:pt x="1737676" y="0"/>
                  </a:lnTo>
                  <a:lnTo>
                    <a:pt x="1682439" y="146"/>
                  </a:lnTo>
                  <a:lnTo>
                    <a:pt x="1626337" y="595"/>
                  </a:lnTo>
                  <a:lnTo>
                    <a:pt x="1569370" y="1345"/>
                  </a:lnTo>
                  <a:lnTo>
                    <a:pt x="1511537" y="2397"/>
                  </a:lnTo>
                  <a:lnTo>
                    <a:pt x="1452838" y="3750"/>
                  </a:lnTo>
                  <a:lnTo>
                    <a:pt x="1393915" y="5678"/>
                  </a:lnTo>
                  <a:lnTo>
                    <a:pt x="1335891" y="7862"/>
                  </a:lnTo>
                  <a:lnTo>
                    <a:pt x="1278765" y="10302"/>
                  </a:lnTo>
                  <a:lnTo>
                    <a:pt x="1222537" y="12996"/>
                  </a:lnTo>
                  <a:lnTo>
                    <a:pt x="1167207" y="15947"/>
                  </a:lnTo>
                  <a:lnTo>
                    <a:pt x="1112776" y="19153"/>
                  </a:lnTo>
                  <a:lnTo>
                    <a:pt x="1059244" y="22614"/>
                  </a:lnTo>
                  <a:lnTo>
                    <a:pt x="1006609" y="26331"/>
                  </a:lnTo>
                  <a:lnTo>
                    <a:pt x="954873" y="30304"/>
                  </a:lnTo>
                  <a:lnTo>
                    <a:pt x="904035" y="34532"/>
                  </a:lnTo>
                  <a:lnTo>
                    <a:pt x="854096" y="39015"/>
                  </a:lnTo>
                  <a:lnTo>
                    <a:pt x="805055" y="43755"/>
                  </a:lnTo>
                  <a:lnTo>
                    <a:pt x="756912" y="48749"/>
                  </a:lnTo>
                  <a:lnTo>
                    <a:pt x="709668" y="54000"/>
                  </a:lnTo>
                  <a:lnTo>
                    <a:pt x="663321" y="59505"/>
                  </a:lnTo>
                  <a:lnTo>
                    <a:pt x="617874" y="65267"/>
                  </a:lnTo>
                  <a:lnTo>
                    <a:pt x="573324" y="71284"/>
                  </a:lnTo>
                  <a:lnTo>
                    <a:pt x="529673" y="77556"/>
                  </a:lnTo>
                  <a:lnTo>
                    <a:pt x="486920" y="84084"/>
                  </a:lnTo>
                  <a:lnTo>
                    <a:pt x="409315" y="97058"/>
                  </a:lnTo>
                  <a:lnTo>
                    <a:pt x="338377" y="110510"/>
                  </a:lnTo>
                  <a:lnTo>
                    <a:pt x="274107" y="124441"/>
                  </a:lnTo>
                  <a:lnTo>
                    <a:pt x="216506" y="138851"/>
                  </a:lnTo>
                  <a:lnTo>
                    <a:pt x="165572" y="153740"/>
                  </a:lnTo>
                  <a:lnTo>
                    <a:pt x="121307" y="169107"/>
                  </a:lnTo>
                  <a:lnTo>
                    <a:pt x="83709" y="184953"/>
                  </a:lnTo>
                  <a:lnTo>
                    <a:pt x="28518" y="218081"/>
                  </a:lnTo>
                  <a:lnTo>
                    <a:pt x="10925" y="235363"/>
                  </a:lnTo>
                  <a:lnTo>
                    <a:pt x="0" y="25312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79387" y="6683346"/>
              <a:ext cx="577215" cy="1085850"/>
            </a:xfrm>
            <a:custGeom>
              <a:avLst/>
              <a:gdLst/>
              <a:ahLst/>
              <a:cxnLst/>
              <a:rect l="l" t="t" r="r" b="b"/>
              <a:pathLst>
                <a:path w="577215" h="1085850">
                  <a:moveTo>
                    <a:pt x="68859" y="1016"/>
                  </a:moveTo>
                  <a:lnTo>
                    <a:pt x="46570" y="43611"/>
                  </a:lnTo>
                  <a:lnTo>
                    <a:pt x="28994" y="86334"/>
                  </a:lnTo>
                  <a:lnTo>
                    <a:pt x="14046" y="140919"/>
                  </a:lnTo>
                  <a:lnTo>
                    <a:pt x="7048" y="190347"/>
                  </a:lnTo>
                  <a:lnTo>
                    <a:pt x="6286" y="213283"/>
                  </a:lnTo>
                  <a:lnTo>
                    <a:pt x="7175" y="235927"/>
                  </a:lnTo>
                  <a:lnTo>
                    <a:pt x="8991" y="258483"/>
                  </a:lnTo>
                  <a:lnTo>
                    <a:pt x="11747" y="280949"/>
                  </a:lnTo>
                  <a:lnTo>
                    <a:pt x="15430" y="303339"/>
                  </a:lnTo>
                  <a:lnTo>
                    <a:pt x="35039" y="400672"/>
                  </a:lnTo>
                  <a:lnTo>
                    <a:pt x="37287" y="413372"/>
                  </a:lnTo>
                  <a:lnTo>
                    <a:pt x="39039" y="425386"/>
                  </a:lnTo>
                  <a:lnTo>
                    <a:pt x="40284" y="436727"/>
                  </a:lnTo>
                  <a:lnTo>
                    <a:pt x="41148" y="453313"/>
                  </a:lnTo>
                  <a:lnTo>
                    <a:pt x="40284" y="466864"/>
                  </a:lnTo>
                  <a:lnTo>
                    <a:pt x="29425" y="504101"/>
                  </a:lnTo>
                  <a:lnTo>
                    <a:pt x="0" y="541337"/>
                  </a:lnTo>
                  <a:lnTo>
                    <a:pt x="0" y="545401"/>
                  </a:lnTo>
                  <a:lnTo>
                    <a:pt x="29425" y="584669"/>
                  </a:lnTo>
                  <a:lnTo>
                    <a:pt x="40284" y="621576"/>
                  </a:lnTo>
                  <a:lnTo>
                    <a:pt x="41148" y="636130"/>
                  </a:lnTo>
                  <a:lnTo>
                    <a:pt x="40474" y="650417"/>
                  </a:lnTo>
                  <a:lnTo>
                    <a:pt x="38785" y="666178"/>
                  </a:lnTo>
                  <a:lnTo>
                    <a:pt x="36055" y="683425"/>
                  </a:lnTo>
                  <a:lnTo>
                    <a:pt x="15430" y="785774"/>
                  </a:lnTo>
                  <a:lnTo>
                    <a:pt x="11747" y="808278"/>
                  </a:lnTo>
                  <a:lnTo>
                    <a:pt x="8991" y="830795"/>
                  </a:lnTo>
                  <a:lnTo>
                    <a:pt x="7175" y="853313"/>
                  </a:lnTo>
                  <a:lnTo>
                    <a:pt x="6286" y="875817"/>
                  </a:lnTo>
                  <a:lnTo>
                    <a:pt x="7048" y="898740"/>
                  </a:lnTo>
                  <a:lnTo>
                    <a:pt x="14046" y="947991"/>
                  </a:lnTo>
                  <a:lnTo>
                    <a:pt x="28676" y="1001471"/>
                  </a:lnTo>
                  <a:lnTo>
                    <a:pt x="52959" y="1056982"/>
                  </a:lnTo>
                  <a:lnTo>
                    <a:pt x="68859" y="1085380"/>
                  </a:lnTo>
                  <a:lnTo>
                    <a:pt x="68859" y="1081659"/>
                  </a:lnTo>
                  <a:lnTo>
                    <a:pt x="60032" y="1063256"/>
                  </a:lnTo>
                  <a:lnTo>
                    <a:pt x="52146" y="1044930"/>
                  </a:lnTo>
                  <a:lnTo>
                    <a:pt x="39141" y="1008532"/>
                  </a:lnTo>
                  <a:lnTo>
                    <a:pt x="31140" y="970534"/>
                  </a:lnTo>
                  <a:lnTo>
                    <a:pt x="29425" y="928979"/>
                  </a:lnTo>
                  <a:lnTo>
                    <a:pt x="30886" y="908392"/>
                  </a:lnTo>
                  <a:lnTo>
                    <a:pt x="33286" y="887590"/>
                  </a:lnTo>
                  <a:lnTo>
                    <a:pt x="36601" y="866571"/>
                  </a:lnTo>
                  <a:lnTo>
                    <a:pt x="40855" y="845350"/>
                  </a:lnTo>
                  <a:lnTo>
                    <a:pt x="59143" y="763422"/>
                  </a:lnTo>
                  <a:lnTo>
                    <a:pt x="63068" y="744169"/>
                  </a:lnTo>
                  <a:lnTo>
                    <a:pt x="66001" y="726020"/>
                  </a:lnTo>
                  <a:lnTo>
                    <a:pt x="67932" y="708964"/>
                  </a:lnTo>
                  <a:lnTo>
                    <a:pt x="68859" y="693013"/>
                  </a:lnTo>
                  <a:lnTo>
                    <a:pt x="67983" y="666661"/>
                  </a:lnTo>
                  <a:lnTo>
                    <a:pt x="60121" y="622490"/>
                  </a:lnTo>
                  <a:lnTo>
                    <a:pt x="40284" y="583323"/>
                  </a:lnTo>
                  <a:lnTo>
                    <a:pt x="13335" y="553224"/>
                  </a:lnTo>
                  <a:lnTo>
                    <a:pt x="2286" y="543369"/>
                  </a:lnTo>
                  <a:lnTo>
                    <a:pt x="13335" y="534123"/>
                  </a:lnTo>
                  <a:lnTo>
                    <a:pt x="40284" y="505117"/>
                  </a:lnTo>
                  <a:lnTo>
                    <a:pt x="60121" y="466458"/>
                  </a:lnTo>
                  <a:lnTo>
                    <a:pt x="67983" y="422617"/>
                  </a:lnTo>
                  <a:lnTo>
                    <a:pt x="68859" y="396443"/>
                  </a:lnTo>
                  <a:lnTo>
                    <a:pt x="67932" y="380339"/>
                  </a:lnTo>
                  <a:lnTo>
                    <a:pt x="66001" y="363181"/>
                  </a:lnTo>
                  <a:lnTo>
                    <a:pt x="63068" y="344957"/>
                  </a:lnTo>
                  <a:lnTo>
                    <a:pt x="59143" y="325678"/>
                  </a:lnTo>
                  <a:lnTo>
                    <a:pt x="40284" y="241388"/>
                  </a:lnTo>
                  <a:lnTo>
                    <a:pt x="36283" y="220713"/>
                  </a:lnTo>
                  <a:lnTo>
                    <a:pt x="33147" y="200342"/>
                  </a:lnTo>
                  <a:lnTo>
                    <a:pt x="30848" y="180263"/>
                  </a:lnTo>
                  <a:lnTo>
                    <a:pt x="29425" y="160477"/>
                  </a:lnTo>
                  <a:lnTo>
                    <a:pt x="29502" y="139230"/>
                  </a:lnTo>
                  <a:lnTo>
                    <a:pt x="34353" y="99275"/>
                  </a:lnTo>
                  <a:lnTo>
                    <a:pt x="46139" y="59296"/>
                  </a:lnTo>
                  <a:lnTo>
                    <a:pt x="60426" y="23406"/>
                  </a:lnTo>
                  <a:lnTo>
                    <a:pt x="68859" y="5080"/>
                  </a:lnTo>
                  <a:lnTo>
                    <a:pt x="68859" y="1016"/>
                  </a:lnTo>
                  <a:close/>
                </a:path>
                <a:path w="577215" h="1085850">
                  <a:moveTo>
                    <a:pt x="577088" y="0"/>
                  </a:moveTo>
                  <a:lnTo>
                    <a:pt x="94449" y="0"/>
                  </a:lnTo>
                  <a:lnTo>
                    <a:pt x="87312" y="0"/>
                  </a:lnTo>
                  <a:lnTo>
                    <a:pt x="87312" y="5715"/>
                  </a:lnTo>
                  <a:lnTo>
                    <a:pt x="87312" y="1084364"/>
                  </a:lnTo>
                  <a:lnTo>
                    <a:pt x="94449" y="1084364"/>
                  </a:lnTo>
                  <a:lnTo>
                    <a:pt x="94449" y="234315"/>
                  </a:lnTo>
                  <a:lnTo>
                    <a:pt x="577088" y="234315"/>
                  </a:lnTo>
                  <a:lnTo>
                    <a:pt x="577088" y="228600"/>
                  </a:lnTo>
                  <a:lnTo>
                    <a:pt x="94449" y="228600"/>
                  </a:lnTo>
                  <a:lnTo>
                    <a:pt x="94449" y="177165"/>
                  </a:lnTo>
                  <a:lnTo>
                    <a:pt x="577088" y="177165"/>
                  </a:lnTo>
                  <a:lnTo>
                    <a:pt x="577088" y="171450"/>
                  </a:lnTo>
                  <a:lnTo>
                    <a:pt x="94449" y="171450"/>
                  </a:lnTo>
                  <a:lnTo>
                    <a:pt x="94449" y="120015"/>
                  </a:lnTo>
                  <a:lnTo>
                    <a:pt x="577088" y="120015"/>
                  </a:lnTo>
                  <a:lnTo>
                    <a:pt x="577088" y="114300"/>
                  </a:lnTo>
                  <a:lnTo>
                    <a:pt x="94449" y="114300"/>
                  </a:lnTo>
                  <a:lnTo>
                    <a:pt x="94449" y="62865"/>
                  </a:lnTo>
                  <a:lnTo>
                    <a:pt x="577088" y="62865"/>
                  </a:lnTo>
                  <a:lnTo>
                    <a:pt x="577088" y="57150"/>
                  </a:lnTo>
                  <a:lnTo>
                    <a:pt x="94449" y="57150"/>
                  </a:lnTo>
                  <a:lnTo>
                    <a:pt x="94449" y="5715"/>
                  </a:lnTo>
                  <a:lnTo>
                    <a:pt x="577088" y="5715"/>
                  </a:lnTo>
                  <a:lnTo>
                    <a:pt x="5770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07975" y="6683343"/>
              <a:ext cx="158876" cy="182879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24002" y="6654768"/>
              <a:ext cx="216598" cy="267461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756475" y="6426171"/>
              <a:ext cx="4883785" cy="715010"/>
            </a:xfrm>
            <a:custGeom>
              <a:avLst/>
              <a:gdLst/>
              <a:ahLst/>
              <a:cxnLst/>
              <a:rect l="l" t="t" r="r" b="b"/>
              <a:pathLst>
                <a:path w="4883785" h="715009">
                  <a:moveTo>
                    <a:pt x="693585" y="637133"/>
                  </a:moveTo>
                  <a:lnTo>
                    <a:pt x="681304" y="637133"/>
                  </a:lnTo>
                  <a:lnTo>
                    <a:pt x="691299" y="603986"/>
                  </a:lnTo>
                  <a:lnTo>
                    <a:pt x="689876" y="603986"/>
                  </a:lnTo>
                  <a:lnTo>
                    <a:pt x="672439" y="621131"/>
                  </a:lnTo>
                  <a:lnTo>
                    <a:pt x="667867" y="637133"/>
                  </a:lnTo>
                  <a:lnTo>
                    <a:pt x="644156" y="637133"/>
                  </a:lnTo>
                  <a:lnTo>
                    <a:pt x="644156" y="636562"/>
                  </a:lnTo>
                  <a:lnTo>
                    <a:pt x="669302" y="614273"/>
                  </a:lnTo>
                  <a:lnTo>
                    <a:pt x="674966" y="608736"/>
                  </a:lnTo>
                  <a:lnTo>
                    <a:pt x="679945" y="603275"/>
                  </a:lnTo>
                  <a:lnTo>
                    <a:pt x="684250" y="597877"/>
                  </a:lnTo>
                  <a:lnTo>
                    <a:pt x="687870" y="592556"/>
                  </a:lnTo>
                  <a:lnTo>
                    <a:pt x="666724" y="592556"/>
                  </a:lnTo>
                  <a:lnTo>
                    <a:pt x="665073" y="597801"/>
                  </a:lnTo>
                  <a:lnTo>
                    <a:pt x="662368" y="603846"/>
                  </a:lnTo>
                  <a:lnTo>
                    <a:pt x="637578" y="637133"/>
                  </a:lnTo>
                  <a:lnTo>
                    <a:pt x="636435" y="641413"/>
                  </a:lnTo>
                  <a:lnTo>
                    <a:pt x="665581" y="641413"/>
                  </a:lnTo>
                  <a:lnTo>
                    <a:pt x="662724" y="650557"/>
                  </a:lnTo>
                  <a:lnTo>
                    <a:pt x="660247" y="655320"/>
                  </a:lnTo>
                  <a:lnTo>
                    <a:pt x="656348" y="657326"/>
                  </a:lnTo>
                  <a:lnTo>
                    <a:pt x="651014" y="656564"/>
                  </a:lnTo>
                  <a:lnTo>
                    <a:pt x="649579" y="661136"/>
                  </a:lnTo>
                  <a:lnTo>
                    <a:pt x="683869" y="661136"/>
                  </a:lnTo>
                  <a:lnTo>
                    <a:pt x="685304" y="656564"/>
                  </a:lnTo>
                  <a:lnTo>
                    <a:pt x="679297" y="656564"/>
                  </a:lnTo>
                  <a:lnTo>
                    <a:pt x="676630" y="656183"/>
                  </a:lnTo>
                  <a:lnTo>
                    <a:pt x="675398" y="655040"/>
                  </a:lnTo>
                  <a:lnTo>
                    <a:pt x="675589" y="653135"/>
                  </a:lnTo>
                  <a:lnTo>
                    <a:pt x="679018" y="641413"/>
                  </a:lnTo>
                  <a:lnTo>
                    <a:pt x="692162" y="641413"/>
                  </a:lnTo>
                  <a:lnTo>
                    <a:pt x="693585" y="637133"/>
                  </a:lnTo>
                  <a:close/>
                </a:path>
                <a:path w="4883785" h="715009">
                  <a:moveTo>
                    <a:pt x="1951748" y="617715"/>
                  </a:moveTo>
                  <a:lnTo>
                    <a:pt x="1936216" y="599909"/>
                  </a:lnTo>
                  <a:lnTo>
                    <a:pt x="1931454" y="600290"/>
                  </a:lnTo>
                  <a:lnTo>
                    <a:pt x="1925929" y="600290"/>
                  </a:lnTo>
                  <a:lnTo>
                    <a:pt x="1920887" y="602284"/>
                  </a:lnTo>
                  <a:lnTo>
                    <a:pt x="1916315" y="606285"/>
                  </a:lnTo>
                  <a:lnTo>
                    <a:pt x="1911743" y="610095"/>
                  </a:lnTo>
                  <a:lnTo>
                    <a:pt x="1909267" y="614667"/>
                  </a:lnTo>
                  <a:lnTo>
                    <a:pt x="1908886" y="620001"/>
                  </a:lnTo>
                  <a:lnTo>
                    <a:pt x="1908886" y="623239"/>
                  </a:lnTo>
                  <a:lnTo>
                    <a:pt x="1910880" y="625246"/>
                  </a:lnTo>
                  <a:lnTo>
                    <a:pt x="1914880" y="626008"/>
                  </a:lnTo>
                  <a:lnTo>
                    <a:pt x="1918881" y="625627"/>
                  </a:lnTo>
                  <a:lnTo>
                    <a:pt x="1920786" y="623531"/>
                  </a:lnTo>
                  <a:lnTo>
                    <a:pt x="1920595" y="619721"/>
                  </a:lnTo>
                  <a:lnTo>
                    <a:pt x="1919452" y="613714"/>
                  </a:lnTo>
                  <a:lnTo>
                    <a:pt x="1920214" y="607428"/>
                  </a:lnTo>
                  <a:lnTo>
                    <a:pt x="1924024" y="604380"/>
                  </a:lnTo>
                  <a:lnTo>
                    <a:pt x="1930882" y="604570"/>
                  </a:lnTo>
                  <a:lnTo>
                    <a:pt x="1937550" y="605523"/>
                  </a:lnTo>
                  <a:lnTo>
                    <a:pt x="1940318" y="609523"/>
                  </a:lnTo>
                  <a:lnTo>
                    <a:pt x="1939175" y="616572"/>
                  </a:lnTo>
                  <a:lnTo>
                    <a:pt x="1938032" y="624382"/>
                  </a:lnTo>
                  <a:lnTo>
                    <a:pt x="1933740" y="629818"/>
                  </a:lnTo>
                  <a:lnTo>
                    <a:pt x="1921167" y="634961"/>
                  </a:lnTo>
                  <a:lnTo>
                    <a:pt x="1915452" y="637908"/>
                  </a:lnTo>
                  <a:lnTo>
                    <a:pt x="1909165" y="641718"/>
                  </a:lnTo>
                  <a:lnTo>
                    <a:pt x="1909165" y="642289"/>
                  </a:lnTo>
                  <a:lnTo>
                    <a:pt x="1903323" y="646557"/>
                  </a:lnTo>
                  <a:lnTo>
                    <a:pt x="1898954" y="652221"/>
                  </a:lnTo>
                  <a:lnTo>
                    <a:pt x="1896046" y="659282"/>
                  </a:lnTo>
                  <a:lnTo>
                    <a:pt x="1894598" y="667727"/>
                  </a:lnTo>
                  <a:lnTo>
                    <a:pt x="1900021" y="667727"/>
                  </a:lnTo>
                  <a:lnTo>
                    <a:pt x="1901164" y="664870"/>
                  </a:lnTo>
                  <a:lnTo>
                    <a:pt x="1903171" y="663054"/>
                  </a:lnTo>
                  <a:lnTo>
                    <a:pt x="1906028" y="662292"/>
                  </a:lnTo>
                  <a:lnTo>
                    <a:pt x="1910029" y="662482"/>
                  </a:lnTo>
                  <a:lnTo>
                    <a:pt x="1913547" y="663917"/>
                  </a:lnTo>
                  <a:lnTo>
                    <a:pt x="1919643" y="669251"/>
                  </a:lnTo>
                  <a:lnTo>
                    <a:pt x="1923072" y="670775"/>
                  </a:lnTo>
                  <a:lnTo>
                    <a:pt x="1926882" y="671156"/>
                  </a:lnTo>
                  <a:lnTo>
                    <a:pt x="1931644" y="670775"/>
                  </a:lnTo>
                  <a:lnTo>
                    <a:pt x="1935645" y="668489"/>
                  </a:lnTo>
                  <a:lnTo>
                    <a:pt x="1938883" y="664298"/>
                  </a:lnTo>
                  <a:lnTo>
                    <a:pt x="1946884" y="650862"/>
                  </a:lnTo>
                  <a:lnTo>
                    <a:pt x="1943455" y="648868"/>
                  </a:lnTo>
                  <a:lnTo>
                    <a:pt x="1941169" y="653249"/>
                  </a:lnTo>
                  <a:lnTo>
                    <a:pt x="1937842" y="656005"/>
                  </a:lnTo>
                  <a:lnTo>
                    <a:pt x="1933460" y="657148"/>
                  </a:lnTo>
                  <a:lnTo>
                    <a:pt x="1930412" y="657148"/>
                  </a:lnTo>
                  <a:lnTo>
                    <a:pt x="1927072" y="656196"/>
                  </a:lnTo>
                  <a:lnTo>
                    <a:pt x="1923453" y="654291"/>
                  </a:lnTo>
                  <a:lnTo>
                    <a:pt x="1919833" y="652195"/>
                  </a:lnTo>
                  <a:lnTo>
                    <a:pt x="1915744" y="651052"/>
                  </a:lnTo>
                  <a:lnTo>
                    <a:pt x="1911172" y="650862"/>
                  </a:lnTo>
                  <a:lnTo>
                    <a:pt x="1906600" y="651433"/>
                  </a:lnTo>
                  <a:lnTo>
                    <a:pt x="1906600" y="650862"/>
                  </a:lnTo>
                  <a:lnTo>
                    <a:pt x="1912505" y="644766"/>
                  </a:lnTo>
                  <a:lnTo>
                    <a:pt x="1919554" y="640486"/>
                  </a:lnTo>
                  <a:lnTo>
                    <a:pt x="1927745" y="638009"/>
                  </a:lnTo>
                  <a:lnTo>
                    <a:pt x="1943176" y="631151"/>
                  </a:lnTo>
                  <a:lnTo>
                    <a:pt x="1948510" y="628484"/>
                  </a:lnTo>
                  <a:lnTo>
                    <a:pt x="1951367" y="624001"/>
                  </a:lnTo>
                  <a:lnTo>
                    <a:pt x="1951748" y="617715"/>
                  </a:lnTo>
                  <a:close/>
                </a:path>
                <a:path w="4883785" h="715009">
                  <a:moveTo>
                    <a:pt x="3426714" y="543217"/>
                  </a:moveTo>
                  <a:lnTo>
                    <a:pt x="3331273" y="514350"/>
                  </a:lnTo>
                  <a:lnTo>
                    <a:pt x="3331273" y="521779"/>
                  </a:lnTo>
                  <a:lnTo>
                    <a:pt x="3402139" y="542925"/>
                  </a:lnTo>
                  <a:lnTo>
                    <a:pt x="3402139" y="543217"/>
                  </a:lnTo>
                  <a:lnTo>
                    <a:pt x="3331273" y="564362"/>
                  </a:lnTo>
                  <a:lnTo>
                    <a:pt x="3331273" y="572071"/>
                  </a:lnTo>
                  <a:lnTo>
                    <a:pt x="3426714" y="543217"/>
                  </a:lnTo>
                  <a:close/>
                </a:path>
                <a:path w="4883785" h="715009">
                  <a:moveTo>
                    <a:pt x="3450145" y="399199"/>
                  </a:moveTo>
                  <a:lnTo>
                    <a:pt x="3449383" y="392722"/>
                  </a:lnTo>
                  <a:lnTo>
                    <a:pt x="3445764" y="389191"/>
                  </a:lnTo>
                  <a:lnTo>
                    <a:pt x="3439287" y="388620"/>
                  </a:lnTo>
                  <a:lnTo>
                    <a:pt x="3432619" y="389191"/>
                  </a:lnTo>
                  <a:lnTo>
                    <a:pt x="3429000" y="392722"/>
                  </a:lnTo>
                  <a:lnTo>
                    <a:pt x="3428428" y="399199"/>
                  </a:lnTo>
                  <a:lnTo>
                    <a:pt x="3429000" y="405676"/>
                  </a:lnTo>
                  <a:lnTo>
                    <a:pt x="3432619" y="409384"/>
                  </a:lnTo>
                  <a:lnTo>
                    <a:pt x="3439287" y="410337"/>
                  </a:lnTo>
                  <a:lnTo>
                    <a:pt x="3445764" y="409384"/>
                  </a:lnTo>
                  <a:lnTo>
                    <a:pt x="3449383" y="405676"/>
                  </a:lnTo>
                  <a:lnTo>
                    <a:pt x="3450145" y="399199"/>
                  </a:lnTo>
                  <a:close/>
                </a:path>
                <a:path w="4883785" h="715009">
                  <a:moveTo>
                    <a:pt x="3450145" y="170599"/>
                  </a:moveTo>
                  <a:lnTo>
                    <a:pt x="3449383" y="164122"/>
                  </a:lnTo>
                  <a:lnTo>
                    <a:pt x="3445764" y="160591"/>
                  </a:lnTo>
                  <a:lnTo>
                    <a:pt x="3439287" y="160020"/>
                  </a:lnTo>
                  <a:lnTo>
                    <a:pt x="3432619" y="160591"/>
                  </a:lnTo>
                  <a:lnTo>
                    <a:pt x="3429000" y="164122"/>
                  </a:lnTo>
                  <a:lnTo>
                    <a:pt x="3428428" y="170599"/>
                  </a:lnTo>
                  <a:lnTo>
                    <a:pt x="3429000" y="177076"/>
                  </a:lnTo>
                  <a:lnTo>
                    <a:pt x="3432619" y="180784"/>
                  </a:lnTo>
                  <a:lnTo>
                    <a:pt x="3439287" y="181737"/>
                  </a:lnTo>
                  <a:lnTo>
                    <a:pt x="3445764" y="180784"/>
                  </a:lnTo>
                  <a:lnTo>
                    <a:pt x="3449383" y="177076"/>
                  </a:lnTo>
                  <a:lnTo>
                    <a:pt x="3450145" y="170599"/>
                  </a:lnTo>
                  <a:close/>
                </a:path>
                <a:path w="4883785" h="715009">
                  <a:moveTo>
                    <a:pt x="3861778" y="686092"/>
                  </a:moveTo>
                  <a:lnTo>
                    <a:pt x="3766337" y="657225"/>
                  </a:lnTo>
                  <a:lnTo>
                    <a:pt x="3766337" y="664654"/>
                  </a:lnTo>
                  <a:lnTo>
                    <a:pt x="3837203" y="685800"/>
                  </a:lnTo>
                  <a:lnTo>
                    <a:pt x="3837203" y="686092"/>
                  </a:lnTo>
                  <a:lnTo>
                    <a:pt x="3766337" y="707237"/>
                  </a:lnTo>
                  <a:lnTo>
                    <a:pt x="3766337" y="714946"/>
                  </a:lnTo>
                  <a:lnTo>
                    <a:pt x="3861778" y="686092"/>
                  </a:lnTo>
                  <a:close/>
                </a:path>
                <a:path w="4883785" h="715009">
                  <a:moveTo>
                    <a:pt x="3885209" y="570649"/>
                  </a:moveTo>
                  <a:lnTo>
                    <a:pt x="3884447" y="564172"/>
                  </a:lnTo>
                  <a:lnTo>
                    <a:pt x="3880828" y="560641"/>
                  </a:lnTo>
                  <a:lnTo>
                    <a:pt x="3874351" y="560070"/>
                  </a:lnTo>
                  <a:lnTo>
                    <a:pt x="3867683" y="560641"/>
                  </a:lnTo>
                  <a:lnTo>
                    <a:pt x="3864064" y="564172"/>
                  </a:lnTo>
                  <a:lnTo>
                    <a:pt x="3863492" y="570649"/>
                  </a:lnTo>
                  <a:lnTo>
                    <a:pt x="3864064" y="577126"/>
                  </a:lnTo>
                  <a:lnTo>
                    <a:pt x="3867683" y="580834"/>
                  </a:lnTo>
                  <a:lnTo>
                    <a:pt x="3874351" y="581787"/>
                  </a:lnTo>
                  <a:lnTo>
                    <a:pt x="3880828" y="580834"/>
                  </a:lnTo>
                  <a:lnTo>
                    <a:pt x="3884447" y="577126"/>
                  </a:lnTo>
                  <a:lnTo>
                    <a:pt x="3885209" y="570649"/>
                  </a:lnTo>
                  <a:close/>
                </a:path>
                <a:path w="4883785" h="715009">
                  <a:moveTo>
                    <a:pt x="4883556" y="257175"/>
                  </a:moveTo>
                  <a:lnTo>
                    <a:pt x="3848912" y="257175"/>
                  </a:lnTo>
                  <a:lnTo>
                    <a:pt x="3848912" y="57150"/>
                  </a:lnTo>
                  <a:lnTo>
                    <a:pt x="3838918" y="57150"/>
                  </a:lnTo>
                  <a:lnTo>
                    <a:pt x="3838918" y="485775"/>
                  </a:lnTo>
                  <a:lnTo>
                    <a:pt x="3268408" y="485775"/>
                  </a:lnTo>
                  <a:lnTo>
                    <a:pt x="3268408" y="434340"/>
                  </a:lnTo>
                  <a:lnTo>
                    <a:pt x="3838918" y="434340"/>
                  </a:lnTo>
                  <a:lnTo>
                    <a:pt x="3838918" y="428625"/>
                  </a:lnTo>
                  <a:lnTo>
                    <a:pt x="3374212" y="428625"/>
                  </a:lnTo>
                  <a:lnTo>
                    <a:pt x="3381781" y="426554"/>
                  </a:lnTo>
                  <a:lnTo>
                    <a:pt x="3389909" y="422960"/>
                  </a:lnTo>
                  <a:lnTo>
                    <a:pt x="3414141" y="391198"/>
                  </a:lnTo>
                  <a:lnTo>
                    <a:pt x="3413950" y="383959"/>
                  </a:lnTo>
                  <a:lnTo>
                    <a:pt x="3413849" y="383755"/>
                  </a:lnTo>
                  <a:lnTo>
                    <a:pt x="3413849" y="377190"/>
                  </a:lnTo>
                  <a:lnTo>
                    <a:pt x="3838918" y="377190"/>
                  </a:lnTo>
                  <a:lnTo>
                    <a:pt x="3838918" y="371475"/>
                  </a:lnTo>
                  <a:lnTo>
                    <a:pt x="3413849" y="371475"/>
                  </a:lnTo>
                  <a:lnTo>
                    <a:pt x="3413849" y="320040"/>
                  </a:lnTo>
                  <a:lnTo>
                    <a:pt x="3838918" y="320040"/>
                  </a:lnTo>
                  <a:lnTo>
                    <a:pt x="3838918" y="314325"/>
                  </a:lnTo>
                  <a:lnTo>
                    <a:pt x="3413849" y="314325"/>
                  </a:lnTo>
                  <a:lnTo>
                    <a:pt x="3413849" y="262890"/>
                  </a:lnTo>
                  <a:lnTo>
                    <a:pt x="3838918" y="262890"/>
                  </a:lnTo>
                  <a:lnTo>
                    <a:pt x="3838918" y="257175"/>
                  </a:lnTo>
                  <a:lnTo>
                    <a:pt x="3413849" y="257175"/>
                  </a:lnTo>
                  <a:lnTo>
                    <a:pt x="3413849" y="203606"/>
                  </a:lnTo>
                  <a:lnTo>
                    <a:pt x="3434461" y="203606"/>
                  </a:lnTo>
                  <a:lnTo>
                    <a:pt x="3434461" y="196456"/>
                  </a:lnTo>
                  <a:lnTo>
                    <a:pt x="3413849" y="196456"/>
                  </a:lnTo>
                  <a:lnTo>
                    <a:pt x="3413849" y="192709"/>
                  </a:lnTo>
                  <a:lnTo>
                    <a:pt x="3414141" y="191173"/>
                  </a:lnTo>
                  <a:lnTo>
                    <a:pt x="3413950" y="183934"/>
                  </a:lnTo>
                  <a:lnTo>
                    <a:pt x="3413849" y="183730"/>
                  </a:lnTo>
                  <a:lnTo>
                    <a:pt x="3413849" y="0"/>
                  </a:lnTo>
                  <a:lnTo>
                    <a:pt x="3403854" y="0"/>
                  </a:lnTo>
                  <a:lnTo>
                    <a:pt x="3403854" y="173431"/>
                  </a:lnTo>
                  <a:lnTo>
                    <a:pt x="3401847" y="171831"/>
                  </a:lnTo>
                  <a:lnTo>
                    <a:pt x="3395370" y="170116"/>
                  </a:lnTo>
                  <a:lnTo>
                    <a:pt x="3386988" y="170307"/>
                  </a:lnTo>
                  <a:lnTo>
                    <a:pt x="3379063" y="171272"/>
                  </a:lnTo>
                  <a:lnTo>
                    <a:pt x="3344481" y="194386"/>
                  </a:lnTo>
                  <a:lnTo>
                    <a:pt x="3343491" y="196456"/>
                  </a:lnTo>
                  <a:lnTo>
                    <a:pt x="3323323" y="196456"/>
                  </a:lnTo>
                  <a:lnTo>
                    <a:pt x="3323323" y="203606"/>
                  </a:lnTo>
                  <a:lnTo>
                    <a:pt x="3340785" y="203606"/>
                  </a:lnTo>
                  <a:lnTo>
                    <a:pt x="3339846" y="208318"/>
                  </a:lnTo>
                  <a:lnTo>
                    <a:pt x="3364992" y="229743"/>
                  </a:lnTo>
                  <a:lnTo>
                    <a:pt x="3373475" y="228803"/>
                  </a:lnTo>
                  <a:lnTo>
                    <a:pt x="3381781" y="226529"/>
                  </a:lnTo>
                  <a:lnTo>
                    <a:pt x="3389909" y="222935"/>
                  </a:lnTo>
                  <a:lnTo>
                    <a:pt x="3397847" y="218033"/>
                  </a:lnTo>
                  <a:lnTo>
                    <a:pt x="3403854" y="212801"/>
                  </a:lnTo>
                  <a:lnTo>
                    <a:pt x="3403854" y="257175"/>
                  </a:lnTo>
                  <a:lnTo>
                    <a:pt x="3403854" y="262890"/>
                  </a:lnTo>
                  <a:lnTo>
                    <a:pt x="3403854" y="314325"/>
                  </a:lnTo>
                  <a:lnTo>
                    <a:pt x="3403854" y="320040"/>
                  </a:lnTo>
                  <a:lnTo>
                    <a:pt x="3403854" y="371475"/>
                  </a:lnTo>
                  <a:lnTo>
                    <a:pt x="3400399" y="371475"/>
                  </a:lnTo>
                  <a:lnTo>
                    <a:pt x="3395370" y="370141"/>
                  </a:lnTo>
                  <a:lnTo>
                    <a:pt x="3386988" y="370332"/>
                  </a:lnTo>
                  <a:lnTo>
                    <a:pt x="3379063" y="371297"/>
                  </a:lnTo>
                  <a:lnTo>
                    <a:pt x="3378466" y="371475"/>
                  </a:lnTo>
                  <a:lnTo>
                    <a:pt x="3363861" y="371475"/>
                  </a:lnTo>
                  <a:lnTo>
                    <a:pt x="3363861" y="377190"/>
                  </a:lnTo>
                  <a:lnTo>
                    <a:pt x="3363633" y="377304"/>
                  </a:lnTo>
                  <a:lnTo>
                    <a:pt x="3356127" y="382333"/>
                  </a:lnTo>
                  <a:lnTo>
                    <a:pt x="3349434" y="388137"/>
                  </a:lnTo>
                  <a:lnTo>
                    <a:pt x="3344481" y="394411"/>
                  </a:lnTo>
                  <a:lnTo>
                    <a:pt x="3341293" y="401142"/>
                  </a:lnTo>
                  <a:lnTo>
                    <a:pt x="3339846" y="408343"/>
                  </a:lnTo>
                  <a:lnTo>
                    <a:pt x="3340036" y="414820"/>
                  </a:lnTo>
                  <a:lnTo>
                    <a:pt x="3342513" y="420052"/>
                  </a:lnTo>
                  <a:lnTo>
                    <a:pt x="3347275" y="424053"/>
                  </a:lnTo>
                  <a:lnTo>
                    <a:pt x="3351847" y="427672"/>
                  </a:lnTo>
                  <a:lnTo>
                    <a:pt x="3354794" y="428625"/>
                  </a:lnTo>
                  <a:lnTo>
                    <a:pt x="3268408" y="428625"/>
                  </a:lnTo>
                  <a:lnTo>
                    <a:pt x="3268408" y="377190"/>
                  </a:lnTo>
                  <a:lnTo>
                    <a:pt x="3363861" y="377190"/>
                  </a:lnTo>
                  <a:lnTo>
                    <a:pt x="3363861" y="371475"/>
                  </a:lnTo>
                  <a:lnTo>
                    <a:pt x="3268408" y="371475"/>
                  </a:lnTo>
                  <a:lnTo>
                    <a:pt x="3268408" y="320040"/>
                  </a:lnTo>
                  <a:lnTo>
                    <a:pt x="3403854" y="320040"/>
                  </a:lnTo>
                  <a:lnTo>
                    <a:pt x="3403854" y="314325"/>
                  </a:lnTo>
                  <a:lnTo>
                    <a:pt x="3268408" y="314325"/>
                  </a:lnTo>
                  <a:lnTo>
                    <a:pt x="3268408" y="262890"/>
                  </a:lnTo>
                  <a:lnTo>
                    <a:pt x="3403854" y="262890"/>
                  </a:lnTo>
                  <a:lnTo>
                    <a:pt x="3403854" y="257175"/>
                  </a:lnTo>
                  <a:lnTo>
                    <a:pt x="3259836" y="257175"/>
                  </a:lnTo>
                  <a:lnTo>
                    <a:pt x="3259836" y="262890"/>
                  </a:lnTo>
                  <a:lnTo>
                    <a:pt x="3259836" y="314325"/>
                  </a:lnTo>
                  <a:lnTo>
                    <a:pt x="3259836" y="485775"/>
                  </a:lnTo>
                  <a:lnTo>
                    <a:pt x="3255708" y="485775"/>
                  </a:lnTo>
                  <a:lnTo>
                    <a:pt x="3019691" y="485775"/>
                  </a:lnTo>
                  <a:lnTo>
                    <a:pt x="3019691" y="434340"/>
                  </a:lnTo>
                  <a:lnTo>
                    <a:pt x="3255708" y="434340"/>
                  </a:lnTo>
                  <a:lnTo>
                    <a:pt x="3259836" y="434340"/>
                  </a:lnTo>
                  <a:lnTo>
                    <a:pt x="3259836" y="428625"/>
                  </a:lnTo>
                  <a:lnTo>
                    <a:pt x="3255708" y="428625"/>
                  </a:lnTo>
                  <a:lnTo>
                    <a:pt x="3019691" y="428625"/>
                  </a:lnTo>
                  <a:lnTo>
                    <a:pt x="3019691" y="397510"/>
                  </a:lnTo>
                  <a:lnTo>
                    <a:pt x="3021698" y="399097"/>
                  </a:lnTo>
                  <a:lnTo>
                    <a:pt x="3027603" y="401002"/>
                  </a:lnTo>
                  <a:lnTo>
                    <a:pt x="3067697" y="389483"/>
                  </a:lnTo>
                  <a:lnTo>
                    <a:pt x="3079343" y="377190"/>
                  </a:lnTo>
                  <a:lnTo>
                    <a:pt x="3255708" y="377190"/>
                  </a:lnTo>
                  <a:lnTo>
                    <a:pt x="3259836" y="377190"/>
                  </a:lnTo>
                  <a:lnTo>
                    <a:pt x="3259836" y="371475"/>
                  </a:lnTo>
                  <a:lnTo>
                    <a:pt x="3255708" y="371475"/>
                  </a:lnTo>
                  <a:lnTo>
                    <a:pt x="3081947" y="371475"/>
                  </a:lnTo>
                  <a:lnTo>
                    <a:pt x="3082544" y="370192"/>
                  </a:lnTo>
                  <a:lnTo>
                    <a:pt x="3083991" y="362623"/>
                  </a:lnTo>
                  <a:lnTo>
                    <a:pt x="3083801" y="355384"/>
                  </a:lnTo>
                  <a:lnTo>
                    <a:pt x="3081223" y="350139"/>
                  </a:lnTo>
                  <a:lnTo>
                    <a:pt x="3076270" y="346900"/>
                  </a:lnTo>
                  <a:lnTo>
                    <a:pt x="3071698" y="343281"/>
                  </a:lnTo>
                  <a:lnTo>
                    <a:pt x="3065221" y="341566"/>
                  </a:lnTo>
                  <a:lnTo>
                    <a:pt x="3056839" y="341757"/>
                  </a:lnTo>
                  <a:lnTo>
                    <a:pt x="3048914" y="342722"/>
                  </a:lnTo>
                  <a:lnTo>
                    <a:pt x="3041129" y="345046"/>
                  </a:lnTo>
                  <a:lnTo>
                    <a:pt x="3033484" y="348729"/>
                  </a:lnTo>
                  <a:lnTo>
                    <a:pt x="3025978" y="353758"/>
                  </a:lnTo>
                  <a:lnTo>
                    <a:pt x="3019691" y="359219"/>
                  </a:lnTo>
                  <a:lnTo>
                    <a:pt x="3019691" y="320040"/>
                  </a:lnTo>
                  <a:lnTo>
                    <a:pt x="3255708" y="320040"/>
                  </a:lnTo>
                  <a:lnTo>
                    <a:pt x="3259836" y="320040"/>
                  </a:lnTo>
                  <a:lnTo>
                    <a:pt x="3259836" y="314325"/>
                  </a:lnTo>
                  <a:lnTo>
                    <a:pt x="3255708" y="314325"/>
                  </a:lnTo>
                  <a:lnTo>
                    <a:pt x="3019691" y="314325"/>
                  </a:lnTo>
                  <a:lnTo>
                    <a:pt x="3019691" y="262890"/>
                  </a:lnTo>
                  <a:lnTo>
                    <a:pt x="3255708" y="262890"/>
                  </a:lnTo>
                  <a:lnTo>
                    <a:pt x="3259836" y="262890"/>
                  </a:lnTo>
                  <a:lnTo>
                    <a:pt x="3259836" y="257175"/>
                  </a:lnTo>
                  <a:lnTo>
                    <a:pt x="3255708" y="257175"/>
                  </a:lnTo>
                  <a:lnTo>
                    <a:pt x="3019691" y="257175"/>
                  </a:lnTo>
                  <a:lnTo>
                    <a:pt x="3019691" y="203606"/>
                  </a:lnTo>
                  <a:lnTo>
                    <a:pt x="3104311" y="203606"/>
                  </a:lnTo>
                  <a:lnTo>
                    <a:pt x="3104311" y="196456"/>
                  </a:lnTo>
                  <a:lnTo>
                    <a:pt x="3054997" y="196456"/>
                  </a:lnTo>
                  <a:lnTo>
                    <a:pt x="3059747" y="194360"/>
                  </a:lnTo>
                  <a:lnTo>
                    <a:pt x="3083991" y="162598"/>
                  </a:lnTo>
                  <a:lnTo>
                    <a:pt x="3083801" y="155359"/>
                  </a:lnTo>
                  <a:lnTo>
                    <a:pt x="3081223" y="150114"/>
                  </a:lnTo>
                  <a:lnTo>
                    <a:pt x="3076270" y="146875"/>
                  </a:lnTo>
                  <a:lnTo>
                    <a:pt x="3071698" y="143256"/>
                  </a:lnTo>
                  <a:lnTo>
                    <a:pt x="3065221" y="141541"/>
                  </a:lnTo>
                  <a:lnTo>
                    <a:pt x="3056839" y="141732"/>
                  </a:lnTo>
                  <a:lnTo>
                    <a:pt x="3048914" y="142697"/>
                  </a:lnTo>
                  <a:lnTo>
                    <a:pt x="3014332" y="165811"/>
                  </a:lnTo>
                  <a:lnTo>
                    <a:pt x="3009696" y="179743"/>
                  </a:lnTo>
                  <a:lnTo>
                    <a:pt x="3009785" y="182880"/>
                  </a:lnTo>
                  <a:lnTo>
                    <a:pt x="3009696" y="196456"/>
                  </a:lnTo>
                  <a:lnTo>
                    <a:pt x="2993174" y="196456"/>
                  </a:lnTo>
                  <a:lnTo>
                    <a:pt x="2993174" y="203606"/>
                  </a:lnTo>
                  <a:lnTo>
                    <a:pt x="3009696" y="203606"/>
                  </a:lnTo>
                  <a:lnTo>
                    <a:pt x="3009696" y="257175"/>
                  </a:lnTo>
                  <a:lnTo>
                    <a:pt x="3009696" y="262890"/>
                  </a:lnTo>
                  <a:lnTo>
                    <a:pt x="3009696" y="557161"/>
                  </a:lnTo>
                  <a:lnTo>
                    <a:pt x="2773222" y="570877"/>
                  </a:lnTo>
                  <a:lnTo>
                    <a:pt x="2773222" y="491490"/>
                  </a:lnTo>
                  <a:lnTo>
                    <a:pt x="3009696" y="491490"/>
                  </a:lnTo>
                  <a:lnTo>
                    <a:pt x="3009696" y="485775"/>
                  </a:lnTo>
                  <a:lnTo>
                    <a:pt x="2773222" y="485775"/>
                  </a:lnTo>
                  <a:lnTo>
                    <a:pt x="2773222" y="434340"/>
                  </a:lnTo>
                  <a:lnTo>
                    <a:pt x="3009696" y="434340"/>
                  </a:lnTo>
                  <a:lnTo>
                    <a:pt x="3009696" y="428625"/>
                  </a:lnTo>
                  <a:lnTo>
                    <a:pt x="2797594" y="428625"/>
                  </a:lnTo>
                  <a:lnTo>
                    <a:pt x="2805150" y="426554"/>
                  </a:lnTo>
                  <a:lnTo>
                    <a:pt x="2813278" y="422960"/>
                  </a:lnTo>
                  <a:lnTo>
                    <a:pt x="2837523" y="391198"/>
                  </a:lnTo>
                  <a:lnTo>
                    <a:pt x="2837332" y="383959"/>
                  </a:lnTo>
                  <a:lnTo>
                    <a:pt x="2834754" y="378714"/>
                  </a:lnTo>
                  <a:lnTo>
                    <a:pt x="2832417" y="377190"/>
                  </a:lnTo>
                  <a:lnTo>
                    <a:pt x="3009696" y="377190"/>
                  </a:lnTo>
                  <a:lnTo>
                    <a:pt x="3009696" y="371475"/>
                  </a:lnTo>
                  <a:lnTo>
                    <a:pt x="2823781" y="371475"/>
                  </a:lnTo>
                  <a:lnTo>
                    <a:pt x="2818752" y="370141"/>
                  </a:lnTo>
                  <a:lnTo>
                    <a:pt x="2810370" y="370332"/>
                  </a:lnTo>
                  <a:lnTo>
                    <a:pt x="2802445" y="371297"/>
                  </a:lnTo>
                  <a:lnTo>
                    <a:pt x="2801848" y="371475"/>
                  </a:lnTo>
                  <a:lnTo>
                    <a:pt x="2787243" y="371475"/>
                  </a:lnTo>
                  <a:lnTo>
                    <a:pt x="2787243" y="377190"/>
                  </a:lnTo>
                  <a:lnTo>
                    <a:pt x="2787015" y="377304"/>
                  </a:lnTo>
                  <a:lnTo>
                    <a:pt x="2779509" y="382333"/>
                  </a:lnTo>
                  <a:lnTo>
                    <a:pt x="2778175" y="383501"/>
                  </a:lnTo>
                  <a:lnTo>
                    <a:pt x="2778175" y="428625"/>
                  </a:lnTo>
                  <a:lnTo>
                    <a:pt x="2773222" y="428625"/>
                  </a:lnTo>
                  <a:lnTo>
                    <a:pt x="2773222" y="426085"/>
                  </a:lnTo>
                  <a:lnTo>
                    <a:pt x="2775229" y="427672"/>
                  </a:lnTo>
                  <a:lnTo>
                    <a:pt x="2778175" y="428625"/>
                  </a:lnTo>
                  <a:lnTo>
                    <a:pt x="2778175" y="383501"/>
                  </a:lnTo>
                  <a:lnTo>
                    <a:pt x="2773222" y="387794"/>
                  </a:lnTo>
                  <a:lnTo>
                    <a:pt x="2773222" y="377190"/>
                  </a:lnTo>
                  <a:lnTo>
                    <a:pt x="2787243" y="377190"/>
                  </a:lnTo>
                  <a:lnTo>
                    <a:pt x="2787243" y="371475"/>
                  </a:lnTo>
                  <a:lnTo>
                    <a:pt x="2773222" y="371475"/>
                  </a:lnTo>
                  <a:lnTo>
                    <a:pt x="2773222" y="320040"/>
                  </a:lnTo>
                  <a:lnTo>
                    <a:pt x="3009696" y="320040"/>
                  </a:lnTo>
                  <a:lnTo>
                    <a:pt x="3009696" y="314325"/>
                  </a:lnTo>
                  <a:lnTo>
                    <a:pt x="2773222" y="314325"/>
                  </a:lnTo>
                  <a:lnTo>
                    <a:pt x="2773222" y="262890"/>
                  </a:lnTo>
                  <a:lnTo>
                    <a:pt x="3009696" y="262890"/>
                  </a:lnTo>
                  <a:lnTo>
                    <a:pt x="3009696" y="257175"/>
                  </a:lnTo>
                  <a:lnTo>
                    <a:pt x="2773222" y="257175"/>
                  </a:lnTo>
                  <a:lnTo>
                    <a:pt x="2773222" y="226060"/>
                  </a:lnTo>
                  <a:lnTo>
                    <a:pt x="2775229" y="227647"/>
                  </a:lnTo>
                  <a:lnTo>
                    <a:pt x="2781135" y="229552"/>
                  </a:lnTo>
                  <a:lnTo>
                    <a:pt x="2788374" y="229743"/>
                  </a:lnTo>
                  <a:lnTo>
                    <a:pt x="2796857" y="228803"/>
                  </a:lnTo>
                  <a:lnTo>
                    <a:pt x="2832874" y="205740"/>
                  </a:lnTo>
                  <a:lnTo>
                    <a:pt x="2833840" y="203606"/>
                  </a:lnTo>
                  <a:lnTo>
                    <a:pt x="2857843" y="203606"/>
                  </a:lnTo>
                  <a:lnTo>
                    <a:pt x="2857843" y="196456"/>
                  </a:lnTo>
                  <a:lnTo>
                    <a:pt x="2836507" y="196456"/>
                  </a:lnTo>
                  <a:lnTo>
                    <a:pt x="2837523" y="191173"/>
                  </a:lnTo>
                  <a:lnTo>
                    <a:pt x="2837332" y="183934"/>
                  </a:lnTo>
                  <a:lnTo>
                    <a:pt x="2834754" y="178689"/>
                  </a:lnTo>
                  <a:lnTo>
                    <a:pt x="2829801" y="175450"/>
                  </a:lnTo>
                  <a:lnTo>
                    <a:pt x="2825229" y="171831"/>
                  </a:lnTo>
                  <a:lnTo>
                    <a:pt x="2818752" y="170116"/>
                  </a:lnTo>
                  <a:lnTo>
                    <a:pt x="2810370" y="170307"/>
                  </a:lnTo>
                  <a:lnTo>
                    <a:pt x="2802445" y="171272"/>
                  </a:lnTo>
                  <a:lnTo>
                    <a:pt x="2767863" y="194386"/>
                  </a:lnTo>
                  <a:lnTo>
                    <a:pt x="2766872" y="196456"/>
                  </a:lnTo>
                  <a:lnTo>
                    <a:pt x="2746705" y="196456"/>
                  </a:lnTo>
                  <a:lnTo>
                    <a:pt x="2746705" y="203606"/>
                  </a:lnTo>
                  <a:lnTo>
                    <a:pt x="2764167" y="203606"/>
                  </a:lnTo>
                  <a:lnTo>
                    <a:pt x="2763228" y="208318"/>
                  </a:lnTo>
                  <a:lnTo>
                    <a:pt x="2763316" y="211455"/>
                  </a:lnTo>
                  <a:lnTo>
                    <a:pt x="2763228" y="257175"/>
                  </a:lnTo>
                  <a:lnTo>
                    <a:pt x="2763228" y="485775"/>
                  </a:lnTo>
                  <a:lnTo>
                    <a:pt x="2571331" y="485775"/>
                  </a:lnTo>
                  <a:lnTo>
                    <a:pt x="2571331" y="521500"/>
                  </a:lnTo>
                  <a:lnTo>
                    <a:pt x="2570213" y="530961"/>
                  </a:lnTo>
                  <a:lnTo>
                    <a:pt x="2548661" y="566839"/>
                  </a:lnTo>
                  <a:lnTo>
                    <a:pt x="2526754" y="577037"/>
                  </a:lnTo>
                  <a:lnTo>
                    <a:pt x="2526754" y="491490"/>
                  </a:lnTo>
                  <a:lnTo>
                    <a:pt x="2566276" y="491490"/>
                  </a:lnTo>
                  <a:lnTo>
                    <a:pt x="2571331" y="521500"/>
                  </a:lnTo>
                  <a:lnTo>
                    <a:pt x="2571331" y="485775"/>
                  </a:lnTo>
                  <a:lnTo>
                    <a:pt x="2569121" y="485775"/>
                  </a:lnTo>
                  <a:lnTo>
                    <a:pt x="2569045" y="485584"/>
                  </a:lnTo>
                  <a:lnTo>
                    <a:pt x="2565908" y="478701"/>
                  </a:lnTo>
                  <a:lnTo>
                    <a:pt x="2562758" y="472579"/>
                  </a:lnTo>
                  <a:lnTo>
                    <a:pt x="2559621" y="467207"/>
                  </a:lnTo>
                  <a:lnTo>
                    <a:pt x="2556192" y="468630"/>
                  </a:lnTo>
                  <a:lnTo>
                    <a:pt x="2563774" y="485775"/>
                  </a:lnTo>
                  <a:lnTo>
                    <a:pt x="2526754" y="485775"/>
                  </a:lnTo>
                  <a:lnTo>
                    <a:pt x="2526754" y="454660"/>
                  </a:lnTo>
                  <a:lnTo>
                    <a:pt x="2528760" y="456247"/>
                  </a:lnTo>
                  <a:lnTo>
                    <a:pt x="2534666" y="458152"/>
                  </a:lnTo>
                  <a:lnTo>
                    <a:pt x="2574760" y="446633"/>
                  </a:lnTo>
                  <a:lnTo>
                    <a:pt x="2586405" y="434340"/>
                  </a:lnTo>
                  <a:lnTo>
                    <a:pt x="2763228" y="434340"/>
                  </a:lnTo>
                  <a:lnTo>
                    <a:pt x="2763228" y="428625"/>
                  </a:lnTo>
                  <a:lnTo>
                    <a:pt x="2589009" y="428625"/>
                  </a:lnTo>
                  <a:lnTo>
                    <a:pt x="2589606" y="427342"/>
                  </a:lnTo>
                  <a:lnTo>
                    <a:pt x="2591054" y="419773"/>
                  </a:lnTo>
                  <a:lnTo>
                    <a:pt x="2590863" y="412534"/>
                  </a:lnTo>
                  <a:lnTo>
                    <a:pt x="2588285" y="407289"/>
                  </a:lnTo>
                  <a:lnTo>
                    <a:pt x="2583332" y="404050"/>
                  </a:lnTo>
                  <a:lnTo>
                    <a:pt x="2578760" y="400431"/>
                  </a:lnTo>
                  <a:lnTo>
                    <a:pt x="2572283" y="398716"/>
                  </a:lnTo>
                  <a:lnTo>
                    <a:pt x="2563901" y="398907"/>
                  </a:lnTo>
                  <a:lnTo>
                    <a:pt x="2555976" y="399872"/>
                  </a:lnTo>
                  <a:lnTo>
                    <a:pt x="2548191" y="402196"/>
                  </a:lnTo>
                  <a:lnTo>
                    <a:pt x="2540546" y="405879"/>
                  </a:lnTo>
                  <a:lnTo>
                    <a:pt x="2533040" y="410908"/>
                  </a:lnTo>
                  <a:lnTo>
                    <a:pt x="2526754" y="416369"/>
                  </a:lnTo>
                  <a:lnTo>
                    <a:pt x="2526754" y="377190"/>
                  </a:lnTo>
                  <a:lnTo>
                    <a:pt x="2763228" y="377190"/>
                  </a:lnTo>
                  <a:lnTo>
                    <a:pt x="2763228" y="371475"/>
                  </a:lnTo>
                  <a:lnTo>
                    <a:pt x="2526754" y="371475"/>
                  </a:lnTo>
                  <a:lnTo>
                    <a:pt x="2526754" y="320040"/>
                  </a:lnTo>
                  <a:lnTo>
                    <a:pt x="2763228" y="320040"/>
                  </a:lnTo>
                  <a:lnTo>
                    <a:pt x="2763228" y="314325"/>
                  </a:lnTo>
                  <a:lnTo>
                    <a:pt x="2526754" y="314325"/>
                  </a:lnTo>
                  <a:lnTo>
                    <a:pt x="2526754" y="262890"/>
                  </a:lnTo>
                  <a:lnTo>
                    <a:pt x="2763228" y="262890"/>
                  </a:lnTo>
                  <a:lnTo>
                    <a:pt x="2763228" y="257175"/>
                  </a:lnTo>
                  <a:lnTo>
                    <a:pt x="2551125" y="257175"/>
                  </a:lnTo>
                  <a:lnTo>
                    <a:pt x="2558681" y="255104"/>
                  </a:lnTo>
                  <a:lnTo>
                    <a:pt x="2589606" y="227317"/>
                  </a:lnTo>
                  <a:lnTo>
                    <a:pt x="2591054" y="219748"/>
                  </a:lnTo>
                  <a:lnTo>
                    <a:pt x="2590863" y="212509"/>
                  </a:lnTo>
                  <a:lnTo>
                    <a:pt x="2588285" y="207264"/>
                  </a:lnTo>
                  <a:lnTo>
                    <a:pt x="2583332" y="204025"/>
                  </a:lnTo>
                  <a:lnTo>
                    <a:pt x="2578760" y="200406"/>
                  </a:lnTo>
                  <a:lnTo>
                    <a:pt x="2572283" y="198691"/>
                  </a:lnTo>
                  <a:lnTo>
                    <a:pt x="2563901" y="198882"/>
                  </a:lnTo>
                  <a:lnTo>
                    <a:pt x="2555976" y="199847"/>
                  </a:lnTo>
                  <a:lnTo>
                    <a:pt x="2548191" y="202171"/>
                  </a:lnTo>
                  <a:lnTo>
                    <a:pt x="2540546" y="205854"/>
                  </a:lnTo>
                  <a:lnTo>
                    <a:pt x="2533040" y="210883"/>
                  </a:lnTo>
                  <a:lnTo>
                    <a:pt x="2531707" y="212051"/>
                  </a:lnTo>
                  <a:lnTo>
                    <a:pt x="2531707" y="257175"/>
                  </a:lnTo>
                  <a:lnTo>
                    <a:pt x="2526754" y="257175"/>
                  </a:lnTo>
                  <a:lnTo>
                    <a:pt x="2526754" y="254635"/>
                  </a:lnTo>
                  <a:lnTo>
                    <a:pt x="2528760" y="256222"/>
                  </a:lnTo>
                  <a:lnTo>
                    <a:pt x="2531707" y="257175"/>
                  </a:lnTo>
                  <a:lnTo>
                    <a:pt x="2531707" y="212051"/>
                  </a:lnTo>
                  <a:lnTo>
                    <a:pt x="2526347" y="216687"/>
                  </a:lnTo>
                  <a:lnTo>
                    <a:pt x="2521394" y="222961"/>
                  </a:lnTo>
                  <a:lnTo>
                    <a:pt x="2518206" y="229692"/>
                  </a:lnTo>
                  <a:lnTo>
                    <a:pt x="2516759" y="236893"/>
                  </a:lnTo>
                  <a:lnTo>
                    <a:pt x="2516848" y="240030"/>
                  </a:lnTo>
                  <a:lnTo>
                    <a:pt x="2516759" y="240030"/>
                  </a:lnTo>
                  <a:lnTo>
                    <a:pt x="2516759" y="485775"/>
                  </a:lnTo>
                  <a:lnTo>
                    <a:pt x="2157057" y="485775"/>
                  </a:lnTo>
                  <a:lnTo>
                    <a:pt x="2157057" y="434340"/>
                  </a:lnTo>
                  <a:lnTo>
                    <a:pt x="2516759" y="434340"/>
                  </a:lnTo>
                  <a:lnTo>
                    <a:pt x="2516759" y="428625"/>
                  </a:lnTo>
                  <a:lnTo>
                    <a:pt x="2181415" y="428625"/>
                  </a:lnTo>
                  <a:lnTo>
                    <a:pt x="2188984" y="426554"/>
                  </a:lnTo>
                  <a:lnTo>
                    <a:pt x="2197112" y="422960"/>
                  </a:lnTo>
                  <a:lnTo>
                    <a:pt x="2221344" y="391198"/>
                  </a:lnTo>
                  <a:lnTo>
                    <a:pt x="2221153" y="383959"/>
                  </a:lnTo>
                  <a:lnTo>
                    <a:pt x="2218588" y="378714"/>
                  </a:lnTo>
                  <a:lnTo>
                    <a:pt x="2216251" y="377190"/>
                  </a:lnTo>
                  <a:lnTo>
                    <a:pt x="2516759" y="377190"/>
                  </a:lnTo>
                  <a:lnTo>
                    <a:pt x="2516759" y="371475"/>
                  </a:lnTo>
                  <a:lnTo>
                    <a:pt x="2207615" y="371475"/>
                  </a:lnTo>
                  <a:lnTo>
                    <a:pt x="2202586" y="370141"/>
                  </a:lnTo>
                  <a:lnTo>
                    <a:pt x="2194204" y="370332"/>
                  </a:lnTo>
                  <a:lnTo>
                    <a:pt x="2186267" y="371297"/>
                  </a:lnTo>
                  <a:lnTo>
                    <a:pt x="2185670" y="371475"/>
                  </a:lnTo>
                  <a:lnTo>
                    <a:pt x="2171065" y="371475"/>
                  </a:lnTo>
                  <a:lnTo>
                    <a:pt x="2171065" y="377190"/>
                  </a:lnTo>
                  <a:lnTo>
                    <a:pt x="2170836" y="377304"/>
                  </a:lnTo>
                  <a:lnTo>
                    <a:pt x="2163343" y="382333"/>
                  </a:lnTo>
                  <a:lnTo>
                    <a:pt x="2161997" y="383501"/>
                  </a:lnTo>
                  <a:lnTo>
                    <a:pt x="2161997" y="428625"/>
                  </a:lnTo>
                  <a:lnTo>
                    <a:pt x="2157057" y="428625"/>
                  </a:lnTo>
                  <a:lnTo>
                    <a:pt x="2157057" y="426097"/>
                  </a:lnTo>
                  <a:lnTo>
                    <a:pt x="2159050" y="427672"/>
                  </a:lnTo>
                  <a:lnTo>
                    <a:pt x="2161997" y="428625"/>
                  </a:lnTo>
                  <a:lnTo>
                    <a:pt x="2161997" y="383501"/>
                  </a:lnTo>
                  <a:lnTo>
                    <a:pt x="2157057" y="387781"/>
                  </a:lnTo>
                  <a:lnTo>
                    <a:pt x="2157057" y="377190"/>
                  </a:lnTo>
                  <a:lnTo>
                    <a:pt x="2171065" y="377190"/>
                  </a:lnTo>
                  <a:lnTo>
                    <a:pt x="2171065" y="371475"/>
                  </a:lnTo>
                  <a:lnTo>
                    <a:pt x="2157057" y="371475"/>
                  </a:lnTo>
                  <a:lnTo>
                    <a:pt x="2157057" y="320040"/>
                  </a:lnTo>
                  <a:lnTo>
                    <a:pt x="2516759" y="320040"/>
                  </a:lnTo>
                  <a:lnTo>
                    <a:pt x="2516759" y="314325"/>
                  </a:lnTo>
                  <a:lnTo>
                    <a:pt x="2157057" y="314325"/>
                  </a:lnTo>
                  <a:lnTo>
                    <a:pt x="2157057" y="262890"/>
                  </a:lnTo>
                  <a:lnTo>
                    <a:pt x="2516759" y="262890"/>
                  </a:lnTo>
                  <a:lnTo>
                    <a:pt x="2516759" y="257175"/>
                  </a:lnTo>
                  <a:lnTo>
                    <a:pt x="2157057" y="257175"/>
                  </a:lnTo>
                  <a:lnTo>
                    <a:pt x="2157057" y="226072"/>
                  </a:lnTo>
                  <a:lnTo>
                    <a:pt x="2159050" y="227647"/>
                  </a:lnTo>
                  <a:lnTo>
                    <a:pt x="2164956" y="229552"/>
                  </a:lnTo>
                  <a:lnTo>
                    <a:pt x="2172195" y="229743"/>
                  </a:lnTo>
                  <a:lnTo>
                    <a:pt x="2180679" y="228803"/>
                  </a:lnTo>
                  <a:lnTo>
                    <a:pt x="2216708" y="205740"/>
                  </a:lnTo>
                  <a:lnTo>
                    <a:pt x="2217674" y="203606"/>
                  </a:lnTo>
                  <a:lnTo>
                    <a:pt x="2241677" y="203606"/>
                  </a:lnTo>
                  <a:lnTo>
                    <a:pt x="2241677" y="196456"/>
                  </a:lnTo>
                  <a:lnTo>
                    <a:pt x="2220328" y="196456"/>
                  </a:lnTo>
                  <a:lnTo>
                    <a:pt x="2221344" y="191173"/>
                  </a:lnTo>
                  <a:lnTo>
                    <a:pt x="2221153" y="183934"/>
                  </a:lnTo>
                  <a:lnTo>
                    <a:pt x="2218588" y="178689"/>
                  </a:lnTo>
                  <a:lnTo>
                    <a:pt x="2213635" y="175450"/>
                  </a:lnTo>
                  <a:lnTo>
                    <a:pt x="2209063" y="171831"/>
                  </a:lnTo>
                  <a:lnTo>
                    <a:pt x="2202586" y="170116"/>
                  </a:lnTo>
                  <a:lnTo>
                    <a:pt x="2194204" y="170307"/>
                  </a:lnTo>
                  <a:lnTo>
                    <a:pt x="2186267" y="171272"/>
                  </a:lnTo>
                  <a:lnTo>
                    <a:pt x="2151697" y="194386"/>
                  </a:lnTo>
                  <a:lnTo>
                    <a:pt x="2150707" y="196456"/>
                  </a:lnTo>
                  <a:lnTo>
                    <a:pt x="2130539" y="196456"/>
                  </a:lnTo>
                  <a:lnTo>
                    <a:pt x="2130539" y="203606"/>
                  </a:lnTo>
                  <a:lnTo>
                    <a:pt x="2147989" y="203606"/>
                  </a:lnTo>
                  <a:lnTo>
                    <a:pt x="2147049" y="208318"/>
                  </a:lnTo>
                  <a:lnTo>
                    <a:pt x="2147138" y="211455"/>
                  </a:lnTo>
                  <a:lnTo>
                    <a:pt x="2147049" y="257175"/>
                  </a:lnTo>
                  <a:lnTo>
                    <a:pt x="2147049" y="557199"/>
                  </a:lnTo>
                  <a:lnTo>
                    <a:pt x="1721993" y="543242"/>
                  </a:lnTo>
                  <a:lnTo>
                    <a:pt x="1721993" y="491490"/>
                  </a:lnTo>
                  <a:lnTo>
                    <a:pt x="2147049" y="491490"/>
                  </a:lnTo>
                  <a:lnTo>
                    <a:pt x="2147049" y="485775"/>
                  </a:lnTo>
                  <a:lnTo>
                    <a:pt x="1721993" y="485775"/>
                  </a:lnTo>
                  <a:lnTo>
                    <a:pt x="1721993" y="434340"/>
                  </a:lnTo>
                  <a:lnTo>
                    <a:pt x="2147049" y="434340"/>
                  </a:lnTo>
                  <a:lnTo>
                    <a:pt x="2147049" y="428625"/>
                  </a:lnTo>
                  <a:lnTo>
                    <a:pt x="1721993" y="428625"/>
                  </a:lnTo>
                  <a:lnTo>
                    <a:pt x="1721993" y="397522"/>
                  </a:lnTo>
                  <a:lnTo>
                    <a:pt x="1723986" y="399097"/>
                  </a:lnTo>
                  <a:lnTo>
                    <a:pt x="1729892" y="401002"/>
                  </a:lnTo>
                  <a:lnTo>
                    <a:pt x="1769999" y="389483"/>
                  </a:lnTo>
                  <a:lnTo>
                    <a:pt x="1781644" y="377190"/>
                  </a:lnTo>
                  <a:lnTo>
                    <a:pt x="2147049" y="377190"/>
                  </a:lnTo>
                  <a:lnTo>
                    <a:pt x="2147049" y="371475"/>
                  </a:lnTo>
                  <a:lnTo>
                    <a:pt x="1784235" y="371475"/>
                  </a:lnTo>
                  <a:lnTo>
                    <a:pt x="1784832" y="370192"/>
                  </a:lnTo>
                  <a:lnTo>
                    <a:pt x="1786280" y="362623"/>
                  </a:lnTo>
                  <a:lnTo>
                    <a:pt x="1786089" y="355384"/>
                  </a:lnTo>
                  <a:lnTo>
                    <a:pt x="1783524" y="350139"/>
                  </a:lnTo>
                  <a:lnTo>
                    <a:pt x="1778571" y="346900"/>
                  </a:lnTo>
                  <a:lnTo>
                    <a:pt x="1773999" y="343281"/>
                  </a:lnTo>
                  <a:lnTo>
                    <a:pt x="1767522" y="341566"/>
                  </a:lnTo>
                  <a:lnTo>
                    <a:pt x="1759140" y="341757"/>
                  </a:lnTo>
                  <a:lnTo>
                    <a:pt x="1751203" y="342722"/>
                  </a:lnTo>
                  <a:lnTo>
                    <a:pt x="1743417" y="345046"/>
                  </a:lnTo>
                  <a:lnTo>
                    <a:pt x="1735772" y="348729"/>
                  </a:lnTo>
                  <a:lnTo>
                    <a:pt x="1728279" y="353758"/>
                  </a:lnTo>
                  <a:lnTo>
                    <a:pt x="1721993" y="359206"/>
                  </a:lnTo>
                  <a:lnTo>
                    <a:pt x="1721993" y="320040"/>
                  </a:lnTo>
                  <a:lnTo>
                    <a:pt x="2147049" y="320040"/>
                  </a:lnTo>
                  <a:lnTo>
                    <a:pt x="2147049" y="314325"/>
                  </a:lnTo>
                  <a:lnTo>
                    <a:pt x="1721993" y="314325"/>
                  </a:lnTo>
                  <a:lnTo>
                    <a:pt x="1721993" y="262890"/>
                  </a:lnTo>
                  <a:lnTo>
                    <a:pt x="2147049" y="262890"/>
                  </a:lnTo>
                  <a:lnTo>
                    <a:pt x="2147049" y="257175"/>
                  </a:lnTo>
                  <a:lnTo>
                    <a:pt x="1721993" y="257175"/>
                  </a:lnTo>
                  <a:lnTo>
                    <a:pt x="1721993" y="203606"/>
                  </a:lnTo>
                  <a:lnTo>
                    <a:pt x="1806613" y="203606"/>
                  </a:lnTo>
                  <a:lnTo>
                    <a:pt x="1806613" y="196456"/>
                  </a:lnTo>
                  <a:lnTo>
                    <a:pt x="1757299" y="196456"/>
                  </a:lnTo>
                  <a:lnTo>
                    <a:pt x="1762048" y="194360"/>
                  </a:lnTo>
                  <a:lnTo>
                    <a:pt x="1786280" y="162598"/>
                  </a:lnTo>
                  <a:lnTo>
                    <a:pt x="1786089" y="155359"/>
                  </a:lnTo>
                  <a:lnTo>
                    <a:pt x="1783524" y="150114"/>
                  </a:lnTo>
                  <a:lnTo>
                    <a:pt x="1778571" y="146875"/>
                  </a:lnTo>
                  <a:lnTo>
                    <a:pt x="1773999" y="143256"/>
                  </a:lnTo>
                  <a:lnTo>
                    <a:pt x="1767522" y="141541"/>
                  </a:lnTo>
                  <a:lnTo>
                    <a:pt x="1759140" y="141732"/>
                  </a:lnTo>
                  <a:lnTo>
                    <a:pt x="1751203" y="142697"/>
                  </a:lnTo>
                  <a:lnTo>
                    <a:pt x="1716633" y="165811"/>
                  </a:lnTo>
                  <a:lnTo>
                    <a:pt x="1711985" y="179743"/>
                  </a:lnTo>
                  <a:lnTo>
                    <a:pt x="1712074" y="182880"/>
                  </a:lnTo>
                  <a:lnTo>
                    <a:pt x="1711985" y="196456"/>
                  </a:lnTo>
                  <a:lnTo>
                    <a:pt x="1695475" y="196456"/>
                  </a:lnTo>
                  <a:lnTo>
                    <a:pt x="1695475" y="203606"/>
                  </a:lnTo>
                  <a:lnTo>
                    <a:pt x="1711985" y="203606"/>
                  </a:lnTo>
                  <a:lnTo>
                    <a:pt x="1711985" y="257175"/>
                  </a:lnTo>
                  <a:lnTo>
                    <a:pt x="1711985" y="262890"/>
                  </a:lnTo>
                  <a:lnTo>
                    <a:pt x="1711985" y="485775"/>
                  </a:lnTo>
                  <a:lnTo>
                    <a:pt x="1640547" y="485775"/>
                  </a:lnTo>
                  <a:lnTo>
                    <a:pt x="1640547" y="434340"/>
                  </a:lnTo>
                  <a:lnTo>
                    <a:pt x="1711985" y="434340"/>
                  </a:lnTo>
                  <a:lnTo>
                    <a:pt x="1711985" y="428625"/>
                  </a:lnTo>
                  <a:lnTo>
                    <a:pt x="1640547" y="428625"/>
                  </a:lnTo>
                  <a:lnTo>
                    <a:pt x="1640547" y="377190"/>
                  </a:lnTo>
                  <a:lnTo>
                    <a:pt x="1711985" y="377190"/>
                  </a:lnTo>
                  <a:lnTo>
                    <a:pt x="1711985" y="371475"/>
                  </a:lnTo>
                  <a:lnTo>
                    <a:pt x="1640547" y="371475"/>
                  </a:lnTo>
                  <a:lnTo>
                    <a:pt x="1640547" y="320040"/>
                  </a:lnTo>
                  <a:lnTo>
                    <a:pt x="1711985" y="320040"/>
                  </a:lnTo>
                  <a:lnTo>
                    <a:pt x="1711985" y="314325"/>
                  </a:lnTo>
                  <a:lnTo>
                    <a:pt x="1640547" y="314325"/>
                  </a:lnTo>
                  <a:lnTo>
                    <a:pt x="1640547" y="262890"/>
                  </a:lnTo>
                  <a:lnTo>
                    <a:pt x="1711985" y="262890"/>
                  </a:lnTo>
                  <a:lnTo>
                    <a:pt x="1711985" y="257175"/>
                  </a:lnTo>
                  <a:lnTo>
                    <a:pt x="1631975" y="257175"/>
                  </a:lnTo>
                  <a:lnTo>
                    <a:pt x="1631975" y="262890"/>
                  </a:lnTo>
                  <a:lnTo>
                    <a:pt x="1631975" y="314325"/>
                  </a:lnTo>
                  <a:lnTo>
                    <a:pt x="1631975" y="485775"/>
                  </a:lnTo>
                  <a:lnTo>
                    <a:pt x="1627847" y="485775"/>
                  </a:lnTo>
                  <a:lnTo>
                    <a:pt x="1268603" y="485775"/>
                  </a:lnTo>
                  <a:lnTo>
                    <a:pt x="1268603" y="454672"/>
                  </a:lnTo>
                  <a:lnTo>
                    <a:pt x="1270596" y="456247"/>
                  </a:lnTo>
                  <a:lnTo>
                    <a:pt x="1276502" y="458152"/>
                  </a:lnTo>
                  <a:lnTo>
                    <a:pt x="1316609" y="446633"/>
                  </a:lnTo>
                  <a:lnTo>
                    <a:pt x="1328254" y="434340"/>
                  </a:lnTo>
                  <a:lnTo>
                    <a:pt x="1627847" y="434340"/>
                  </a:lnTo>
                  <a:lnTo>
                    <a:pt x="1631975" y="434340"/>
                  </a:lnTo>
                  <a:lnTo>
                    <a:pt x="1631975" y="428625"/>
                  </a:lnTo>
                  <a:lnTo>
                    <a:pt x="1627847" y="428625"/>
                  </a:lnTo>
                  <a:lnTo>
                    <a:pt x="1330858" y="428625"/>
                  </a:lnTo>
                  <a:lnTo>
                    <a:pt x="1331455" y="427342"/>
                  </a:lnTo>
                  <a:lnTo>
                    <a:pt x="1332890" y="419773"/>
                  </a:lnTo>
                  <a:lnTo>
                    <a:pt x="1332699" y="412534"/>
                  </a:lnTo>
                  <a:lnTo>
                    <a:pt x="1330134" y="407289"/>
                  </a:lnTo>
                  <a:lnTo>
                    <a:pt x="1325181" y="404050"/>
                  </a:lnTo>
                  <a:lnTo>
                    <a:pt x="1320609" y="400431"/>
                  </a:lnTo>
                  <a:lnTo>
                    <a:pt x="1314132" y="398716"/>
                  </a:lnTo>
                  <a:lnTo>
                    <a:pt x="1305750" y="398907"/>
                  </a:lnTo>
                  <a:lnTo>
                    <a:pt x="1297825" y="399872"/>
                  </a:lnTo>
                  <a:lnTo>
                    <a:pt x="1290027" y="402196"/>
                  </a:lnTo>
                  <a:lnTo>
                    <a:pt x="1282395" y="405879"/>
                  </a:lnTo>
                  <a:lnTo>
                    <a:pt x="1274889" y="410908"/>
                  </a:lnTo>
                  <a:lnTo>
                    <a:pt x="1268603" y="416369"/>
                  </a:lnTo>
                  <a:lnTo>
                    <a:pt x="1268603" y="377190"/>
                  </a:lnTo>
                  <a:lnTo>
                    <a:pt x="1627847" y="377190"/>
                  </a:lnTo>
                  <a:lnTo>
                    <a:pt x="1631975" y="377190"/>
                  </a:lnTo>
                  <a:lnTo>
                    <a:pt x="1631975" y="371475"/>
                  </a:lnTo>
                  <a:lnTo>
                    <a:pt x="1627847" y="371475"/>
                  </a:lnTo>
                  <a:lnTo>
                    <a:pt x="1268603" y="371475"/>
                  </a:lnTo>
                  <a:lnTo>
                    <a:pt x="1268603" y="320040"/>
                  </a:lnTo>
                  <a:lnTo>
                    <a:pt x="1627847" y="320040"/>
                  </a:lnTo>
                  <a:lnTo>
                    <a:pt x="1631975" y="320040"/>
                  </a:lnTo>
                  <a:lnTo>
                    <a:pt x="1631975" y="314325"/>
                  </a:lnTo>
                  <a:lnTo>
                    <a:pt x="1627847" y="314325"/>
                  </a:lnTo>
                  <a:lnTo>
                    <a:pt x="1268603" y="314325"/>
                  </a:lnTo>
                  <a:lnTo>
                    <a:pt x="1268603" y="262890"/>
                  </a:lnTo>
                  <a:lnTo>
                    <a:pt x="1627847" y="262890"/>
                  </a:lnTo>
                  <a:lnTo>
                    <a:pt x="1631975" y="262890"/>
                  </a:lnTo>
                  <a:lnTo>
                    <a:pt x="1631975" y="257175"/>
                  </a:lnTo>
                  <a:lnTo>
                    <a:pt x="1627847" y="257175"/>
                  </a:lnTo>
                  <a:lnTo>
                    <a:pt x="1292961" y="257175"/>
                  </a:lnTo>
                  <a:lnTo>
                    <a:pt x="1300530" y="255104"/>
                  </a:lnTo>
                  <a:lnTo>
                    <a:pt x="1331455" y="227317"/>
                  </a:lnTo>
                  <a:lnTo>
                    <a:pt x="1332890" y="219748"/>
                  </a:lnTo>
                  <a:lnTo>
                    <a:pt x="1332699" y="212509"/>
                  </a:lnTo>
                  <a:lnTo>
                    <a:pt x="1330134" y="207264"/>
                  </a:lnTo>
                  <a:lnTo>
                    <a:pt x="1325181" y="204025"/>
                  </a:lnTo>
                  <a:lnTo>
                    <a:pt x="1320609" y="200406"/>
                  </a:lnTo>
                  <a:lnTo>
                    <a:pt x="1314132" y="198691"/>
                  </a:lnTo>
                  <a:lnTo>
                    <a:pt x="1305750" y="198882"/>
                  </a:lnTo>
                  <a:lnTo>
                    <a:pt x="1297825" y="199847"/>
                  </a:lnTo>
                  <a:lnTo>
                    <a:pt x="1290027" y="202171"/>
                  </a:lnTo>
                  <a:lnTo>
                    <a:pt x="1282395" y="205854"/>
                  </a:lnTo>
                  <a:lnTo>
                    <a:pt x="1274889" y="210883"/>
                  </a:lnTo>
                  <a:lnTo>
                    <a:pt x="1273543" y="212051"/>
                  </a:lnTo>
                  <a:lnTo>
                    <a:pt x="1273543" y="257175"/>
                  </a:lnTo>
                  <a:lnTo>
                    <a:pt x="1268603" y="257175"/>
                  </a:lnTo>
                  <a:lnTo>
                    <a:pt x="1268603" y="254647"/>
                  </a:lnTo>
                  <a:lnTo>
                    <a:pt x="1270596" y="256222"/>
                  </a:lnTo>
                  <a:lnTo>
                    <a:pt x="1273543" y="257175"/>
                  </a:lnTo>
                  <a:lnTo>
                    <a:pt x="1273543" y="212051"/>
                  </a:lnTo>
                  <a:lnTo>
                    <a:pt x="1268196" y="216687"/>
                  </a:lnTo>
                  <a:lnTo>
                    <a:pt x="1263243" y="222961"/>
                  </a:lnTo>
                  <a:lnTo>
                    <a:pt x="1260043" y="229692"/>
                  </a:lnTo>
                  <a:lnTo>
                    <a:pt x="1258595" y="236893"/>
                  </a:lnTo>
                  <a:lnTo>
                    <a:pt x="1258684" y="240030"/>
                  </a:lnTo>
                  <a:lnTo>
                    <a:pt x="1258595" y="240030"/>
                  </a:lnTo>
                  <a:lnTo>
                    <a:pt x="1258595" y="571474"/>
                  </a:lnTo>
                  <a:lnTo>
                    <a:pt x="898893" y="553974"/>
                  </a:lnTo>
                  <a:lnTo>
                    <a:pt x="898893" y="491490"/>
                  </a:lnTo>
                  <a:lnTo>
                    <a:pt x="1258595" y="491490"/>
                  </a:lnTo>
                  <a:lnTo>
                    <a:pt x="1258595" y="485775"/>
                  </a:lnTo>
                  <a:lnTo>
                    <a:pt x="898893" y="485775"/>
                  </a:lnTo>
                  <a:lnTo>
                    <a:pt x="898893" y="434340"/>
                  </a:lnTo>
                  <a:lnTo>
                    <a:pt x="1258595" y="434340"/>
                  </a:lnTo>
                  <a:lnTo>
                    <a:pt x="1258595" y="428625"/>
                  </a:lnTo>
                  <a:lnTo>
                    <a:pt x="923264" y="428625"/>
                  </a:lnTo>
                  <a:lnTo>
                    <a:pt x="930833" y="426554"/>
                  </a:lnTo>
                  <a:lnTo>
                    <a:pt x="938961" y="422960"/>
                  </a:lnTo>
                  <a:lnTo>
                    <a:pt x="963193" y="391198"/>
                  </a:lnTo>
                  <a:lnTo>
                    <a:pt x="963002" y="383959"/>
                  </a:lnTo>
                  <a:lnTo>
                    <a:pt x="960424" y="378714"/>
                  </a:lnTo>
                  <a:lnTo>
                    <a:pt x="958088" y="377190"/>
                  </a:lnTo>
                  <a:lnTo>
                    <a:pt x="1258595" y="377190"/>
                  </a:lnTo>
                  <a:lnTo>
                    <a:pt x="1258595" y="371475"/>
                  </a:lnTo>
                  <a:lnTo>
                    <a:pt x="949452" y="371475"/>
                  </a:lnTo>
                  <a:lnTo>
                    <a:pt x="944422" y="370141"/>
                  </a:lnTo>
                  <a:lnTo>
                    <a:pt x="936040" y="370332"/>
                  </a:lnTo>
                  <a:lnTo>
                    <a:pt x="928116" y="371297"/>
                  </a:lnTo>
                  <a:lnTo>
                    <a:pt x="927519" y="371475"/>
                  </a:lnTo>
                  <a:lnTo>
                    <a:pt x="912914" y="371475"/>
                  </a:lnTo>
                  <a:lnTo>
                    <a:pt x="912914" y="377190"/>
                  </a:lnTo>
                  <a:lnTo>
                    <a:pt x="912685" y="377304"/>
                  </a:lnTo>
                  <a:lnTo>
                    <a:pt x="905179" y="382333"/>
                  </a:lnTo>
                  <a:lnTo>
                    <a:pt x="903846" y="383501"/>
                  </a:lnTo>
                  <a:lnTo>
                    <a:pt x="903846" y="428625"/>
                  </a:lnTo>
                  <a:lnTo>
                    <a:pt x="898893" y="428625"/>
                  </a:lnTo>
                  <a:lnTo>
                    <a:pt x="898893" y="426085"/>
                  </a:lnTo>
                  <a:lnTo>
                    <a:pt x="900899" y="427672"/>
                  </a:lnTo>
                  <a:lnTo>
                    <a:pt x="903846" y="428625"/>
                  </a:lnTo>
                  <a:lnTo>
                    <a:pt x="903846" y="383501"/>
                  </a:lnTo>
                  <a:lnTo>
                    <a:pt x="898893" y="387794"/>
                  </a:lnTo>
                  <a:lnTo>
                    <a:pt x="898893" y="377190"/>
                  </a:lnTo>
                  <a:lnTo>
                    <a:pt x="912914" y="377190"/>
                  </a:lnTo>
                  <a:lnTo>
                    <a:pt x="912914" y="371475"/>
                  </a:lnTo>
                  <a:lnTo>
                    <a:pt x="898893" y="371475"/>
                  </a:lnTo>
                  <a:lnTo>
                    <a:pt x="898893" y="320040"/>
                  </a:lnTo>
                  <a:lnTo>
                    <a:pt x="1258595" y="320040"/>
                  </a:lnTo>
                  <a:lnTo>
                    <a:pt x="1258595" y="314325"/>
                  </a:lnTo>
                  <a:lnTo>
                    <a:pt x="898893" y="314325"/>
                  </a:lnTo>
                  <a:lnTo>
                    <a:pt x="898893" y="262890"/>
                  </a:lnTo>
                  <a:lnTo>
                    <a:pt x="1258595" y="262890"/>
                  </a:lnTo>
                  <a:lnTo>
                    <a:pt x="1258595" y="257175"/>
                  </a:lnTo>
                  <a:lnTo>
                    <a:pt x="898893" y="257175"/>
                  </a:lnTo>
                  <a:lnTo>
                    <a:pt x="898893" y="226060"/>
                  </a:lnTo>
                  <a:lnTo>
                    <a:pt x="900899" y="227647"/>
                  </a:lnTo>
                  <a:lnTo>
                    <a:pt x="906805" y="229552"/>
                  </a:lnTo>
                  <a:lnTo>
                    <a:pt x="914044" y="229743"/>
                  </a:lnTo>
                  <a:lnTo>
                    <a:pt x="922528" y="228803"/>
                  </a:lnTo>
                  <a:lnTo>
                    <a:pt x="958545" y="205740"/>
                  </a:lnTo>
                  <a:lnTo>
                    <a:pt x="959510" y="203606"/>
                  </a:lnTo>
                  <a:lnTo>
                    <a:pt x="983526" y="203606"/>
                  </a:lnTo>
                  <a:lnTo>
                    <a:pt x="983526" y="196456"/>
                  </a:lnTo>
                  <a:lnTo>
                    <a:pt x="962177" y="196456"/>
                  </a:lnTo>
                  <a:lnTo>
                    <a:pt x="963193" y="191173"/>
                  </a:lnTo>
                  <a:lnTo>
                    <a:pt x="963002" y="183934"/>
                  </a:lnTo>
                  <a:lnTo>
                    <a:pt x="960424" y="178689"/>
                  </a:lnTo>
                  <a:lnTo>
                    <a:pt x="955471" y="175450"/>
                  </a:lnTo>
                  <a:lnTo>
                    <a:pt x="950899" y="171831"/>
                  </a:lnTo>
                  <a:lnTo>
                    <a:pt x="944422" y="170116"/>
                  </a:lnTo>
                  <a:lnTo>
                    <a:pt x="936040" y="170307"/>
                  </a:lnTo>
                  <a:lnTo>
                    <a:pt x="928116" y="171272"/>
                  </a:lnTo>
                  <a:lnTo>
                    <a:pt x="893546" y="194386"/>
                  </a:lnTo>
                  <a:lnTo>
                    <a:pt x="892556" y="196456"/>
                  </a:lnTo>
                  <a:lnTo>
                    <a:pt x="872375" y="196456"/>
                  </a:lnTo>
                  <a:lnTo>
                    <a:pt x="872375" y="203606"/>
                  </a:lnTo>
                  <a:lnTo>
                    <a:pt x="889838" y="203606"/>
                  </a:lnTo>
                  <a:lnTo>
                    <a:pt x="888898" y="208318"/>
                  </a:lnTo>
                  <a:lnTo>
                    <a:pt x="888987" y="211455"/>
                  </a:lnTo>
                  <a:lnTo>
                    <a:pt x="888898" y="257175"/>
                  </a:lnTo>
                  <a:lnTo>
                    <a:pt x="888898" y="553491"/>
                  </a:lnTo>
                  <a:lnTo>
                    <a:pt x="529196" y="535990"/>
                  </a:lnTo>
                  <a:lnTo>
                    <a:pt x="529196" y="491490"/>
                  </a:lnTo>
                  <a:lnTo>
                    <a:pt x="888898" y="491490"/>
                  </a:lnTo>
                  <a:lnTo>
                    <a:pt x="888898" y="485775"/>
                  </a:lnTo>
                  <a:lnTo>
                    <a:pt x="529196" y="485775"/>
                  </a:lnTo>
                  <a:lnTo>
                    <a:pt x="529196" y="434340"/>
                  </a:lnTo>
                  <a:lnTo>
                    <a:pt x="888898" y="434340"/>
                  </a:lnTo>
                  <a:lnTo>
                    <a:pt x="888898" y="428625"/>
                  </a:lnTo>
                  <a:lnTo>
                    <a:pt x="529196" y="428625"/>
                  </a:lnTo>
                  <a:lnTo>
                    <a:pt x="529196" y="397522"/>
                  </a:lnTo>
                  <a:lnTo>
                    <a:pt x="531190" y="399097"/>
                  </a:lnTo>
                  <a:lnTo>
                    <a:pt x="537095" y="401002"/>
                  </a:lnTo>
                  <a:lnTo>
                    <a:pt x="577202" y="389483"/>
                  </a:lnTo>
                  <a:lnTo>
                    <a:pt x="588848" y="377190"/>
                  </a:lnTo>
                  <a:lnTo>
                    <a:pt x="888898" y="377190"/>
                  </a:lnTo>
                  <a:lnTo>
                    <a:pt x="888898" y="371475"/>
                  </a:lnTo>
                  <a:lnTo>
                    <a:pt x="591451" y="371475"/>
                  </a:lnTo>
                  <a:lnTo>
                    <a:pt x="592048" y="370192"/>
                  </a:lnTo>
                  <a:lnTo>
                    <a:pt x="593483" y="362623"/>
                  </a:lnTo>
                  <a:lnTo>
                    <a:pt x="593293" y="355384"/>
                  </a:lnTo>
                  <a:lnTo>
                    <a:pt x="590727" y="350139"/>
                  </a:lnTo>
                  <a:lnTo>
                    <a:pt x="585774" y="346900"/>
                  </a:lnTo>
                  <a:lnTo>
                    <a:pt x="581202" y="343281"/>
                  </a:lnTo>
                  <a:lnTo>
                    <a:pt x="574725" y="341566"/>
                  </a:lnTo>
                  <a:lnTo>
                    <a:pt x="566343" y="341757"/>
                  </a:lnTo>
                  <a:lnTo>
                    <a:pt x="558419" y="342722"/>
                  </a:lnTo>
                  <a:lnTo>
                    <a:pt x="550621" y="345046"/>
                  </a:lnTo>
                  <a:lnTo>
                    <a:pt x="542988" y="348729"/>
                  </a:lnTo>
                  <a:lnTo>
                    <a:pt x="535482" y="353758"/>
                  </a:lnTo>
                  <a:lnTo>
                    <a:pt x="529196" y="359219"/>
                  </a:lnTo>
                  <a:lnTo>
                    <a:pt x="529196" y="320040"/>
                  </a:lnTo>
                  <a:lnTo>
                    <a:pt x="888898" y="320040"/>
                  </a:lnTo>
                  <a:lnTo>
                    <a:pt x="888898" y="314325"/>
                  </a:lnTo>
                  <a:lnTo>
                    <a:pt x="529196" y="314325"/>
                  </a:lnTo>
                  <a:lnTo>
                    <a:pt x="529196" y="262890"/>
                  </a:lnTo>
                  <a:lnTo>
                    <a:pt x="888898" y="262890"/>
                  </a:lnTo>
                  <a:lnTo>
                    <a:pt x="888898" y="257175"/>
                  </a:lnTo>
                  <a:lnTo>
                    <a:pt x="529196" y="257175"/>
                  </a:lnTo>
                  <a:lnTo>
                    <a:pt x="529196" y="203606"/>
                  </a:lnTo>
                  <a:lnTo>
                    <a:pt x="613816" y="203606"/>
                  </a:lnTo>
                  <a:lnTo>
                    <a:pt x="613816" y="196456"/>
                  </a:lnTo>
                  <a:lnTo>
                    <a:pt x="564502" y="196456"/>
                  </a:lnTo>
                  <a:lnTo>
                    <a:pt x="569252" y="194360"/>
                  </a:lnTo>
                  <a:lnTo>
                    <a:pt x="593483" y="162598"/>
                  </a:lnTo>
                  <a:lnTo>
                    <a:pt x="593293" y="155359"/>
                  </a:lnTo>
                  <a:lnTo>
                    <a:pt x="590727" y="150114"/>
                  </a:lnTo>
                  <a:lnTo>
                    <a:pt x="585774" y="146875"/>
                  </a:lnTo>
                  <a:lnTo>
                    <a:pt x="581202" y="143256"/>
                  </a:lnTo>
                  <a:lnTo>
                    <a:pt x="574725" y="141541"/>
                  </a:lnTo>
                  <a:lnTo>
                    <a:pt x="566343" y="141732"/>
                  </a:lnTo>
                  <a:lnTo>
                    <a:pt x="558419" y="142697"/>
                  </a:lnTo>
                  <a:lnTo>
                    <a:pt x="523836" y="165811"/>
                  </a:lnTo>
                  <a:lnTo>
                    <a:pt x="519188" y="179743"/>
                  </a:lnTo>
                  <a:lnTo>
                    <a:pt x="519277" y="182880"/>
                  </a:lnTo>
                  <a:lnTo>
                    <a:pt x="519188" y="196456"/>
                  </a:lnTo>
                  <a:lnTo>
                    <a:pt x="502678" y="196456"/>
                  </a:lnTo>
                  <a:lnTo>
                    <a:pt x="502678" y="203606"/>
                  </a:lnTo>
                  <a:lnTo>
                    <a:pt x="519188" y="203606"/>
                  </a:lnTo>
                  <a:lnTo>
                    <a:pt x="519188" y="257175"/>
                  </a:lnTo>
                  <a:lnTo>
                    <a:pt x="519188" y="262890"/>
                  </a:lnTo>
                  <a:lnTo>
                    <a:pt x="519188" y="535495"/>
                  </a:lnTo>
                  <a:lnTo>
                    <a:pt x="94132" y="514819"/>
                  </a:lnTo>
                  <a:lnTo>
                    <a:pt x="94132" y="491490"/>
                  </a:lnTo>
                  <a:lnTo>
                    <a:pt x="519188" y="491490"/>
                  </a:lnTo>
                  <a:lnTo>
                    <a:pt x="519188" y="485775"/>
                  </a:lnTo>
                  <a:lnTo>
                    <a:pt x="94132" y="485775"/>
                  </a:lnTo>
                  <a:lnTo>
                    <a:pt x="94132" y="434340"/>
                  </a:lnTo>
                  <a:lnTo>
                    <a:pt x="519188" y="434340"/>
                  </a:lnTo>
                  <a:lnTo>
                    <a:pt x="519188" y="428625"/>
                  </a:lnTo>
                  <a:lnTo>
                    <a:pt x="94132" y="428625"/>
                  </a:lnTo>
                  <a:lnTo>
                    <a:pt x="94132" y="377190"/>
                  </a:lnTo>
                  <a:lnTo>
                    <a:pt x="519188" y="377190"/>
                  </a:lnTo>
                  <a:lnTo>
                    <a:pt x="519188" y="371475"/>
                  </a:lnTo>
                  <a:lnTo>
                    <a:pt x="118491" y="371475"/>
                  </a:lnTo>
                  <a:lnTo>
                    <a:pt x="126060" y="369404"/>
                  </a:lnTo>
                  <a:lnTo>
                    <a:pt x="134188" y="365810"/>
                  </a:lnTo>
                  <a:lnTo>
                    <a:pt x="158432" y="334048"/>
                  </a:lnTo>
                  <a:lnTo>
                    <a:pt x="158242" y="326809"/>
                  </a:lnTo>
                  <a:lnTo>
                    <a:pt x="155663" y="321564"/>
                  </a:lnTo>
                  <a:lnTo>
                    <a:pt x="153327" y="320040"/>
                  </a:lnTo>
                  <a:lnTo>
                    <a:pt x="519188" y="320040"/>
                  </a:lnTo>
                  <a:lnTo>
                    <a:pt x="519188" y="314325"/>
                  </a:lnTo>
                  <a:lnTo>
                    <a:pt x="144691" y="314325"/>
                  </a:lnTo>
                  <a:lnTo>
                    <a:pt x="139661" y="312991"/>
                  </a:lnTo>
                  <a:lnTo>
                    <a:pt x="131279" y="313182"/>
                  </a:lnTo>
                  <a:lnTo>
                    <a:pt x="123355" y="314147"/>
                  </a:lnTo>
                  <a:lnTo>
                    <a:pt x="122758" y="314325"/>
                  </a:lnTo>
                  <a:lnTo>
                    <a:pt x="108153" y="314325"/>
                  </a:lnTo>
                  <a:lnTo>
                    <a:pt x="108153" y="320040"/>
                  </a:lnTo>
                  <a:lnTo>
                    <a:pt x="107924" y="320154"/>
                  </a:lnTo>
                  <a:lnTo>
                    <a:pt x="100418" y="325183"/>
                  </a:lnTo>
                  <a:lnTo>
                    <a:pt x="99085" y="326351"/>
                  </a:lnTo>
                  <a:lnTo>
                    <a:pt x="99085" y="371475"/>
                  </a:lnTo>
                  <a:lnTo>
                    <a:pt x="94132" y="371475"/>
                  </a:lnTo>
                  <a:lnTo>
                    <a:pt x="94132" y="368935"/>
                  </a:lnTo>
                  <a:lnTo>
                    <a:pt x="96139" y="370522"/>
                  </a:lnTo>
                  <a:lnTo>
                    <a:pt x="99085" y="371475"/>
                  </a:lnTo>
                  <a:lnTo>
                    <a:pt x="99085" y="326351"/>
                  </a:lnTo>
                  <a:lnTo>
                    <a:pt x="94132" y="330644"/>
                  </a:lnTo>
                  <a:lnTo>
                    <a:pt x="94132" y="320040"/>
                  </a:lnTo>
                  <a:lnTo>
                    <a:pt x="108153" y="320040"/>
                  </a:lnTo>
                  <a:lnTo>
                    <a:pt x="108153" y="314325"/>
                  </a:lnTo>
                  <a:lnTo>
                    <a:pt x="94132" y="314325"/>
                  </a:lnTo>
                  <a:lnTo>
                    <a:pt x="94132" y="262890"/>
                  </a:lnTo>
                  <a:lnTo>
                    <a:pt x="519188" y="262890"/>
                  </a:lnTo>
                  <a:lnTo>
                    <a:pt x="519188" y="257175"/>
                  </a:lnTo>
                  <a:lnTo>
                    <a:pt x="94132" y="257175"/>
                  </a:lnTo>
                  <a:lnTo>
                    <a:pt x="94132" y="203606"/>
                  </a:lnTo>
                  <a:lnTo>
                    <a:pt x="178752" y="203606"/>
                  </a:lnTo>
                  <a:lnTo>
                    <a:pt x="178752" y="196456"/>
                  </a:lnTo>
                  <a:lnTo>
                    <a:pt x="94132" y="196456"/>
                  </a:lnTo>
                  <a:lnTo>
                    <a:pt x="94132" y="168910"/>
                  </a:lnTo>
                  <a:lnTo>
                    <a:pt x="96139" y="170497"/>
                  </a:lnTo>
                  <a:lnTo>
                    <a:pt x="102031" y="172402"/>
                  </a:lnTo>
                  <a:lnTo>
                    <a:pt x="109283" y="172593"/>
                  </a:lnTo>
                  <a:lnTo>
                    <a:pt x="117754" y="171653"/>
                  </a:lnTo>
                  <a:lnTo>
                    <a:pt x="153784" y="148590"/>
                  </a:lnTo>
                  <a:lnTo>
                    <a:pt x="154749" y="146456"/>
                  </a:lnTo>
                  <a:lnTo>
                    <a:pt x="178752" y="146456"/>
                  </a:lnTo>
                  <a:lnTo>
                    <a:pt x="178752" y="139306"/>
                  </a:lnTo>
                  <a:lnTo>
                    <a:pt x="157416" y="139306"/>
                  </a:lnTo>
                  <a:lnTo>
                    <a:pt x="158432" y="134023"/>
                  </a:lnTo>
                  <a:lnTo>
                    <a:pt x="158242" y="126784"/>
                  </a:lnTo>
                  <a:lnTo>
                    <a:pt x="155663" y="121539"/>
                  </a:lnTo>
                  <a:lnTo>
                    <a:pt x="150710" y="118300"/>
                  </a:lnTo>
                  <a:lnTo>
                    <a:pt x="146138" y="114681"/>
                  </a:lnTo>
                  <a:lnTo>
                    <a:pt x="139661" y="112966"/>
                  </a:lnTo>
                  <a:lnTo>
                    <a:pt x="131279" y="113157"/>
                  </a:lnTo>
                  <a:lnTo>
                    <a:pt x="123355" y="114122"/>
                  </a:lnTo>
                  <a:lnTo>
                    <a:pt x="88773" y="137236"/>
                  </a:lnTo>
                  <a:lnTo>
                    <a:pt x="87782" y="139306"/>
                  </a:lnTo>
                  <a:lnTo>
                    <a:pt x="67614" y="139306"/>
                  </a:lnTo>
                  <a:lnTo>
                    <a:pt x="67614" y="146456"/>
                  </a:lnTo>
                  <a:lnTo>
                    <a:pt x="85064" y="146456"/>
                  </a:lnTo>
                  <a:lnTo>
                    <a:pt x="84137" y="151168"/>
                  </a:lnTo>
                  <a:lnTo>
                    <a:pt x="84213" y="154305"/>
                  </a:lnTo>
                  <a:lnTo>
                    <a:pt x="84137" y="196456"/>
                  </a:lnTo>
                  <a:lnTo>
                    <a:pt x="67614" y="196456"/>
                  </a:lnTo>
                  <a:lnTo>
                    <a:pt x="67614" y="203606"/>
                  </a:lnTo>
                  <a:lnTo>
                    <a:pt x="84137" y="203606"/>
                  </a:lnTo>
                  <a:lnTo>
                    <a:pt x="84137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84137" y="262890"/>
                  </a:lnTo>
                  <a:lnTo>
                    <a:pt x="84137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84137" y="320040"/>
                  </a:lnTo>
                  <a:lnTo>
                    <a:pt x="84137" y="351193"/>
                  </a:lnTo>
                  <a:lnTo>
                    <a:pt x="84137" y="371475"/>
                  </a:lnTo>
                  <a:lnTo>
                    <a:pt x="0" y="371475"/>
                  </a:lnTo>
                  <a:lnTo>
                    <a:pt x="0" y="377190"/>
                  </a:lnTo>
                  <a:lnTo>
                    <a:pt x="84137" y="377190"/>
                  </a:lnTo>
                  <a:lnTo>
                    <a:pt x="84137" y="428625"/>
                  </a:lnTo>
                  <a:lnTo>
                    <a:pt x="0" y="428625"/>
                  </a:lnTo>
                  <a:lnTo>
                    <a:pt x="0" y="434340"/>
                  </a:lnTo>
                  <a:lnTo>
                    <a:pt x="84137" y="434340"/>
                  </a:lnTo>
                  <a:lnTo>
                    <a:pt x="84137" y="485775"/>
                  </a:lnTo>
                  <a:lnTo>
                    <a:pt x="0" y="485775"/>
                  </a:lnTo>
                  <a:lnTo>
                    <a:pt x="0" y="491490"/>
                  </a:lnTo>
                  <a:lnTo>
                    <a:pt x="84137" y="491490"/>
                  </a:lnTo>
                  <a:lnTo>
                    <a:pt x="84137" y="514324"/>
                  </a:lnTo>
                  <a:lnTo>
                    <a:pt x="84137" y="542925"/>
                  </a:lnTo>
                  <a:lnTo>
                    <a:pt x="519188" y="564095"/>
                  </a:lnTo>
                  <a:lnTo>
                    <a:pt x="888898" y="582091"/>
                  </a:lnTo>
                  <a:lnTo>
                    <a:pt x="889025" y="582091"/>
                  </a:lnTo>
                  <a:lnTo>
                    <a:pt x="1258595" y="600075"/>
                  </a:lnTo>
                  <a:lnTo>
                    <a:pt x="1268603" y="600075"/>
                  </a:lnTo>
                  <a:lnTo>
                    <a:pt x="1268603" y="491490"/>
                  </a:lnTo>
                  <a:lnTo>
                    <a:pt x="1627847" y="491490"/>
                  </a:lnTo>
                  <a:lnTo>
                    <a:pt x="1631975" y="491490"/>
                  </a:lnTo>
                  <a:lnTo>
                    <a:pt x="1640547" y="491490"/>
                  </a:lnTo>
                  <a:lnTo>
                    <a:pt x="1711985" y="491490"/>
                  </a:lnTo>
                  <a:lnTo>
                    <a:pt x="1711985" y="542912"/>
                  </a:lnTo>
                  <a:lnTo>
                    <a:pt x="1711985" y="571500"/>
                  </a:lnTo>
                  <a:lnTo>
                    <a:pt x="2147049" y="585787"/>
                  </a:lnTo>
                  <a:lnTo>
                    <a:pt x="2157057" y="585787"/>
                  </a:lnTo>
                  <a:lnTo>
                    <a:pt x="2157057" y="491490"/>
                  </a:lnTo>
                  <a:lnTo>
                    <a:pt x="2516759" y="491490"/>
                  </a:lnTo>
                  <a:lnTo>
                    <a:pt x="2516759" y="572935"/>
                  </a:lnTo>
                  <a:lnTo>
                    <a:pt x="2516759" y="628650"/>
                  </a:lnTo>
                  <a:lnTo>
                    <a:pt x="2516759" y="638657"/>
                  </a:lnTo>
                  <a:lnTo>
                    <a:pt x="2522753" y="638657"/>
                  </a:lnTo>
                  <a:lnTo>
                    <a:pt x="2524417" y="628650"/>
                  </a:lnTo>
                  <a:lnTo>
                    <a:pt x="2526754" y="628650"/>
                  </a:lnTo>
                  <a:lnTo>
                    <a:pt x="2526754" y="615302"/>
                  </a:lnTo>
                  <a:lnTo>
                    <a:pt x="2527236" y="612749"/>
                  </a:lnTo>
                  <a:lnTo>
                    <a:pt x="2530754" y="605599"/>
                  </a:lnTo>
                  <a:lnTo>
                    <a:pt x="2536469" y="598360"/>
                  </a:lnTo>
                  <a:lnTo>
                    <a:pt x="2562758" y="568642"/>
                  </a:lnTo>
                  <a:lnTo>
                    <a:pt x="2569451" y="559219"/>
                  </a:lnTo>
                  <a:lnTo>
                    <a:pt x="2574404" y="549211"/>
                  </a:lnTo>
                  <a:lnTo>
                    <a:pt x="2577604" y="538645"/>
                  </a:lnTo>
                  <a:lnTo>
                    <a:pt x="2579052" y="527494"/>
                  </a:lnTo>
                  <a:lnTo>
                    <a:pt x="2578506" y="518604"/>
                  </a:lnTo>
                  <a:lnTo>
                    <a:pt x="2577185" y="509930"/>
                  </a:lnTo>
                  <a:lnTo>
                    <a:pt x="2575077" y="501459"/>
                  </a:lnTo>
                  <a:lnTo>
                    <a:pt x="2572194" y="493204"/>
                  </a:lnTo>
                  <a:lnTo>
                    <a:pt x="2571483" y="491490"/>
                  </a:lnTo>
                  <a:lnTo>
                    <a:pt x="2763228" y="491490"/>
                  </a:lnTo>
                  <a:lnTo>
                    <a:pt x="2763228" y="571449"/>
                  </a:lnTo>
                  <a:lnTo>
                    <a:pt x="2763228" y="600075"/>
                  </a:lnTo>
                  <a:lnTo>
                    <a:pt x="2773222" y="600075"/>
                  </a:lnTo>
                  <a:lnTo>
                    <a:pt x="2773222" y="599503"/>
                  </a:lnTo>
                  <a:lnTo>
                    <a:pt x="3009696" y="585787"/>
                  </a:lnTo>
                  <a:lnTo>
                    <a:pt x="3019691" y="585787"/>
                  </a:lnTo>
                  <a:lnTo>
                    <a:pt x="3019691" y="491490"/>
                  </a:lnTo>
                  <a:lnTo>
                    <a:pt x="3255708" y="491490"/>
                  </a:lnTo>
                  <a:lnTo>
                    <a:pt x="3259836" y="491490"/>
                  </a:lnTo>
                  <a:lnTo>
                    <a:pt x="3268408" y="491490"/>
                  </a:lnTo>
                  <a:lnTo>
                    <a:pt x="3838918" y="491490"/>
                  </a:lnTo>
                  <a:lnTo>
                    <a:pt x="3838918" y="539356"/>
                  </a:lnTo>
                  <a:lnTo>
                    <a:pt x="3758387" y="539356"/>
                  </a:lnTo>
                  <a:lnTo>
                    <a:pt x="3758387" y="546506"/>
                  </a:lnTo>
                  <a:lnTo>
                    <a:pt x="3838918" y="546506"/>
                  </a:lnTo>
                  <a:lnTo>
                    <a:pt x="3838918" y="573481"/>
                  </a:lnTo>
                  <a:lnTo>
                    <a:pt x="3836911" y="571881"/>
                  </a:lnTo>
                  <a:lnTo>
                    <a:pt x="3830434" y="570166"/>
                  </a:lnTo>
                  <a:lnTo>
                    <a:pt x="3822052" y="570357"/>
                  </a:lnTo>
                  <a:lnTo>
                    <a:pt x="3784498" y="588162"/>
                  </a:lnTo>
                  <a:lnTo>
                    <a:pt x="3778554" y="596506"/>
                  </a:lnTo>
                  <a:lnTo>
                    <a:pt x="3758387" y="596506"/>
                  </a:lnTo>
                  <a:lnTo>
                    <a:pt x="3758387" y="603656"/>
                  </a:lnTo>
                  <a:lnTo>
                    <a:pt x="3775849" y="603656"/>
                  </a:lnTo>
                  <a:lnTo>
                    <a:pt x="3774910" y="608368"/>
                  </a:lnTo>
                  <a:lnTo>
                    <a:pt x="3800056" y="629793"/>
                  </a:lnTo>
                  <a:lnTo>
                    <a:pt x="3808539" y="628853"/>
                  </a:lnTo>
                  <a:lnTo>
                    <a:pt x="3844556" y="605790"/>
                  </a:lnTo>
                  <a:lnTo>
                    <a:pt x="3845522" y="603656"/>
                  </a:lnTo>
                  <a:lnTo>
                    <a:pt x="3869525" y="603656"/>
                  </a:lnTo>
                  <a:lnTo>
                    <a:pt x="3869525" y="596506"/>
                  </a:lnTo>
                  <a:lnTo>
                    <a:pt x="3848189" y="596506"/>
                  </a:lnTo>
                  <a:lnTo>
                    <a:pt x="3849205" y="591223"/>
                  </a:lnTo>
                  <a:lnTo>
                    <a:pt x="3849014" y="583984"/>
                  </a:lnTo>
                  <a:lnTo>
                    <a:pt x="3848912" y="583780"/>
                  </a:lnTo>
                  <a:lnTo>
                    <a:pt x="3848912" y="546506"/>
                  </a:lnTo>
                  <a:lnTo>
                    <a:pt x="3869525" y="546506"/>
                  </a:lnTo>
                  <a:lnTo>
                    <a:pt x="3869525" y="539356"/>
                  </a:lnTo>
                  <a:lnTo>
                    <a:pt x="3848912" y="539356"/>
                  </a:lnTo>
                  <a:lnTo>
                    <a:pt x="3848912" y="491490"/>
                  </a:lnTo>
                  <a:lnTo>
                    <a:pt x="4883556" y="491490"/>
                  </a:lnTo>
                  <a:lnTo>
                    <a:pt x="4883556" y="485775"/>
                  </a:lnTo>
                  <a:lnTo>
                    <a:pt x="3848912" y="485775"/>
                  </a:lnTo>
                  <a:lnTo>
                    <a:pt x="3848912" y="434340"/>
                  </a:lnTo>
                  <a:lnTo>
                    <a:pt x="4883556" y="434340"/>
                  </a:lnTo>
                  <a:lnTo>
                    <a:pt x="4883556" y="428625"/>
                  </a:lnTo>
                  <a:lnTo>
                    <a:pt x="3848912" y="428625"/>
                  </a:lnTo>
                  <a:lnTo>
                    <a:pt x="3848912" y="377190"/>
                  </a:lnTo>
                  <a:lnTo>
                    <a:pt x="4883556" y="377190"/>
                  </a:lnTo>
                  <a:lnTo>
                    <a:pt x="4883556" y="371475"/>
                  </a:lnTo>
                  <a:lnTo>
                    <a:pt x="3848912" y="371475"/>
                  </a:lnTo>
                  <a:lnTo>
                    <a:pt x="3848912" y="320040"/>
                  </a:lnTo>
                  <a:lnTo>
                    <a:pt x="4883556" y="320040"/>
                  </a:lnTo>
                  <a:lnTo>
                    <a:pt x="4883556" y="314325"/>
                  </a:lnTo>
                  <a:lnTo>
                    <a:pt x="3848912" y="314325"/>
                  </a:lnTo>
                  <a:lnTo>
                    <a:pt x="3848912" y="262890"/>
                  </a:lnTo>
                  <a:lnTo>
                    <a:pt x="4883556" y="262890"/>
                  </a:lnTo>
                  <a:lnTo>
                    <a:pt x="4883556" y="2571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266700" y="6426171"/>
              <a:ext cx="7014209" cy="1347470"/>
            </a:xfrm>
            <a:custGeom>
              <a:avLst/>
              <a:gdLst/>
              <a:ahLst/>
              <a:cxnLst/>
              <a:rect l="l" t="t" r="r" b="b"/>
              <a:pathLst>
                <a:path w="7014209" h="1347470">
                  <a:moveTo>
                    <a:pt x="489775" y="1341539"/>
                  </a:moveTo>
                  <a:lnTo>
                    <a:pt x="0" y="1341539"/>
                  </a:lnTo>
                  <a:lnTo>
                    <a:pt x="0" y="1347254"/>
                  </a:lnTo>
                  <a:lnTo>
                    <a:pt x="489775" y="1347254"/>
                  </a:lnTo>
                  <a:lnTo>
                    <a:pt x="489775" y="1341539"/>
                  </a:lnTo>
                  <a:close/>
                </a:path>
                <a:path w="7014209" h="1347470">
                  <a:moveTo>
                    <a:pt x="489775" y="1284389"/>
                  </a:moveTo>
                  <a:lnTo>
                    <a:pt x="0" y="1284389"/>
                  </a:lnTo>
                  <a:lnTo>
                    <a:pt x="0" y="1290104"/>
                  </a:lnTo>
                  <a:lnTo>
                    <a:pt x="489775" y="1290104"/>
                  </a:lnTo>
                  <a:lnTo>
                    <a:pt x="489775" y="1284389"/>
                  </a:lnTo>
                  <a:close/>
                </a:path>
                <a:path w="7014209" h="1347470">
                  <a:moveTo>
                    <a:pt x="489775" y="1227239"/>
                  </a:moveTo>
                  <a:lnTo>
                    <a:pt x="0" y="1227239"/>
                  </a:lnTo>
                  <a:lnTo>
                    <a:pt x="0" y="1232954"/>
                  </a:lnTo>
                  <a:lnTo>
                    <a:pt x="489775" y="1232954"/>
                  </a:lnTo>
                  <a:lnTo>
                    <a:pt x="489775" y="1227239"/>
                  </a:lnTo>
                  <a:close/>
                </a:path>
                <a:path w="7014209" h="1347470">
                  <a:moveTo>
                    <a:pt x="489775" y="1170089"/>
                  </a:moveTo>
                  <a:lnTo>
                    <a:pt x="0" y="1170089"/>
                  </a:lnTo>
                  <a:lnTo>
                    <a:pt x="0" y="1175804"/>
                  </a:lnTo>
                  <a:lnTo>
                    <a:pt x="489775" y="1175804"/>
                  </a:lnTo>
                  <a:lnTo>
                    <a:pt x="489775" y="1170089"/>
                  </a:lnTo>
                  <a:close/>
                </a:path>
                <a:path w="7014209" h="1347470">
                  <a:moveTo>
                    <a:pt x="489775" y="1112939"/>
                  </a:moveTo>
                  <a:lnTo>
                    <a:pt x="0" y="1112939"/>
                  </a:lnTo>
                  <a:lnTo>
                    <a:pt x="0" y="1118654"/>
                  </a:lnTo>
                  <a:lnTo>
                    <a:pt x="489775" y="1118654"/>
                  </a:lnTo>
                  <a:lnTo>
                    <a:pt x="489775" y="1112939"/>
                  </a:lnTo>
                  <a:close/>
                </a:path>
                <a:path w="7014209" h="1347470">
                  <a:moveTo>
                    <a:pt x="4338688" y="57150"/>
                  </a:moveTo>
                  <a:lnTo>
                    <a:pt x="3903624" y="0"/>
                  </a:lnTo>
                  <a:lnTo>
                    <a:pt x="3903624" y="28829"/>
                  </a:lnTo>
                  <a:lnTo>
                    <a:pt x="4338688" y="85979"/>
                  </a:lnTo>
                  <a:lnTo>
                    <a:pt x="4338688" y="57150"/>
                  </a:lnTo>
                  <a:close/>
                </a:path>
                <a:path w="7014209" h="1347470">
                  <a:moveTo>
                    <a:pt x="4338980" y="391198"/>
                  </a:moveTo>
                  <a:lnTo>
                    <a:pt x="4338790" y="383959"/>
                  </a:lnTo>
                  <a:lnTo>
                    <a:pt x="4336212" y="378714"/>
                  </a:lnTo>
                  <a:lnTo>
                    <a:pt x="4331259" y="375475"/>
                  </a:lnTo>
                  <a:lnTo>
                    <a:pt x="4326687" y="371856"/>
                  </a:lnTo>
                  <a:lnTo>
                    <a:pt x="4320210" y="370141"/>
                  </a:lnTo>
                  <a:lnTo>
                    <a:pt x="4311828" y="370332"/>
                  </a:lnTo>
                  <a:lnTo>
                    <a:pt x="4303903" y="371297"/>
                  </a:lnTo>
                  <a:lnTo>
                    <a:pt x="4269321" y="394411"/>
                  </a:lnTo>
                  <a:lnTo>
                    <a:pt x="4264685" y="408343"/>
                  </a:lnTo>
                  <a:lnTo>
                    <a:pt x="4264876" y="414820"/>
                  </a:lnTo>
                  <a:lnTo>
                    <a:pt x="4289831" y="429768"/>
                  </a:lnTo>
                  <a:lnTo>
                    <a:pt x="4298315" y="428828"/>
                  </a:lnTo>
                  <a:lnTo>
                    <a:pt x="4334332" y="405765"/>
                  </a:lnTo>
                  <a:lnTo>
                    <a:pt x="4337532" y="398767"/>
                  </a:lnTo>
                  <a:lnTo>
                    <a:pt x="4338980" y="391198"/>
                  </a:lnTo>
                  <a:close/>
                </a:path>
                <a:path w="7014209" h="1347470">
                  <a:moveTo>
                    <a:pt x="4374985" y="570649"/>
                  </a:moveTo>
                  <a:lnTo>
                    <a:pt x="4374223" y="564172"/>
                  </a:lnTo>
                  <a:lnTo>
                    <a:pt x="4370603" y="560641"/>
                  </a:lnTo>
                  <a:lnTo>
                    <a:pt x="4364126" y="560070"/>
                  </a:lnTo>
                  <a:lnTo>
                    <a:pt x="4357459" y="560641"/>
                  </a:lnTo>
                  <a:lnTo>
                    <a:pt x="4353839" y="564172"/>
                  </a:lnTo>
                  <a:lnTo>
                    <a:pt x="4353268" y="570649"/>
                  </a:lnTo>
                  <a:lnTo>
                    <a:pt x="4353839" y="577126"/>
                  </a:lnTo>
                  <a:lnTo>
                    <a:pt x="4357459" y="580834"/>
                  </a:lnTo>
                  <a:lnTo>
                    <a:pt x="4364126" y="581787"/>
                  </a:lnTo>
                  <a:lnTo>
                    <a:pt x="4370603" y="580834"/>
                  </a:lnTo>
                  <a:lnTo>
                    <a:pt x="4374223" y="577126"/>
                  </a:lnTo>
                  <a:lnTo>
                    <a:pt x="4374985" y="570649"/>
                  </a:lnTo>
                  <a:close/>
                </a:path>
                <a:path w="7014209" h="1347470">
                  <a:moveTo>
                    <a:pt x="4374985" y="399199"/>
                  </a:moveTo>
                  <a:lnTo>
                    <a:pt x="4374223" y="392722"/>
                  </a:lnTo>
                  <a:lnTo>
                    <a:pt x="4370603" y="389191"/>
                  </a:lnTo>
                  <a:lnTo>
                    <a:pt x="4364126" y="388620"/>
                  </a:lnTo>
                  <a:lnTo>
                    <a:pt x="4357459" y="389191"/>
                  </a:lnTo>
                  <a:lnTo>
                    <a:pt x="4353839" y="392722"/>
                  </a:lnTo>
                  <a:lnTo>
                    <a:pt x="4353268" y="399199"/>
                  </a:lnTo>
                  <a:lnTo>
                    <a:pt x="4353839" y="405676"/>
                  </a:lnTo>
                  <a:lnTo>
                    <a:pt x="4357459" y="409384"/>
                  </a:lnTo>
                  <a:lnTo>
                    <a:pt x="4364126" y="410337"/>
                  </a:lnTo>
                  <a:lnTo>
                    <a:pt x="4370603" y="409384"/>
                  </a:lnTo>
                  <a:lnTo>
                    <a:pt x="4374223" y="405676"/>
                  </a:lnTo>
                  <a:lnTo>
                    <a:pt x="4374985" y="399199"/>
                  </a:lnTo>
                  <a:close/>
                </a:path>
                <a:path w="7014209" h="1347470">
                  <a:moveTo>
                    <a:pt x="4591456" y="428879"/>
                  </a:moveTo>
                  <a:lnTo>
                    <a:pt x="4591405" y="426732"/>
                  </a:lnTo>
                  <a:lnTo>
                    <a:pt x="4591304" y="425627"/>
                  </a:lnTo>
                  <a:lnTo>
                    <a:pt x="4591253" y="425043"/>
                  </a:lnTo>
                  <a:lnTo>
                    <a:pt x="4577766" y="392430"/>
                  </a:lnTo>
                  <a:lnTo>
                    <a:pt x="4577766" y="435076"/>
                  </a:lnTo>
                  <a:lnTo>
                    <a:pt x="4577664" y="435952"/>
                  </a:lnTo>
                  <a:lnTo>
                    <a:pt x="4577600" y="436460"/>
                  </a:lnTo>
                  <a:lnTo>
                    <a:pt x="4576445" y="445757"/>
                  </a:lnTo>
                  <a:lnTo>
                    <a:pt x="4572711" y="454875"/>
                  </a:lnTo>
                  <a:lnTo>
                    <a:pt x="4566564" y="462508"/>
                  </a:lnTo>
                  <a:lnTo>
                    <a:pt x="4558017" y="468630"/>
                  </a:lnTo>
                  <a:lnTo>
                    <a:pt x="4551769" y="437870"/>
                  </a:lnTo>
                  <a:lnTo>
                    <a:pt x="4551769" y="470636"/>
                  </a:lnTo>
                  <a:lnTo>
                    <a:pt x="4538764" y="473138"/>
                  </a:lnTo>
                  <a:lnTo>
                    <a:pt x="4527918" y="472630"/>
                  </a:lnTo>
                  <a:lnTo>
                    <a:pt x="4517885" y="470382"/>
                  </a:lnTo>
                  <a:lnTo>
                    <a:pt x="4488256" y="444944"/>
                  </a:lnTo>
                  <a:lnTo>
                    <a:pt x="4488180" y="444690"/>
                  </a:lnTo>
                  <a:lnTo>
                    <a:pt x="4485068" y="435076"/>
                  </a:lnTo>
                  <a:lnTo>
                    <a:pt x="4483760" y="423875"/>
                  </a:lnTo>
                  <a:lnTo>
                    <a:pt x="4485017" y="412877"/>
                  </a:lnTo>
                  <a:lnTo>
                    <a:pt x="4485132" y="412381"/>
                  </a:lnTo>
                  <a:lnTo>
                    <a:pt x="4505210" y="374726"/>
                  </a:lnTo>
                  <a:lnTo>
                    <a:pt x="4528515" y="351624"/>
                  </a:lnTo>
                  <a:lnTo>
                    <a:pt x="4534522" y="381876"/>
                  </a:lnTo>
                  <a:lnTo>
                    <a:pt x="4526851" y="384873"/>
                  </a:lnTo>
                  <a:lnTo>
                    <a:pt x="4520349" y="389877"/>
                  </a:lnTo>
                  <a:lnTo>
                    <a:pt x="4506519" y="428879"/>
                  </a:lnTo>
                  <a:lnTo>
                    <a:pt x="4508932" y="436460"/>
                  </a:lnTo>
                  <a:lnTo>
                    <a:pt x="4532515" y="457136"/>
                  </a:lnTo>
                  <a:lnTo>
                    <a:pt x="4535271" y="455129"/>
                  </a:lnTo>
                  <a:lnTo>
                    <a:pt x="4533760" y="453136"/>
                  </a:lnTo>
                  <a:lnTo>
                    <a:pt x="4527448" y="449516"/>
                  </a:lnTo>
                  <a:lnTo>
                    <a:pt x="4522762" y="444690"/>
                  </a:lnTo>
                  <a:lnTo>
                    <a:pt x="4519701" y="438645"/>
                  </a:lnTo>
                  <a:lnTo>
                    <a:pt x="4518266" y="431380"/>
                  </a:lnTo>
                  <a:lnTo>
                    <a:pt x="4518266" y="425043"/>
                  </a:lnTo>
                  <a:lnTo>
                    <a:pt x="4520260" y="419379"/>
                  </a:lnTo>
                  <a:lnTo>
                    <a:pt x="4524260" y="414375"/>
                  </a:lnTo>
                  <a:lnTo>
                    <a:pt x="4528096" y="409371"/>
                  </a:lnTo>
                  <a:lnTo>
                    <a:pt x="4532935" y="405955"/>
                  </a:lnTo>
                  <a:lnTo>
                    <a:pt x="4538764" y="404126"/>
                  </a:lnTo>
                  <a:lnTo>
                    <a:pt x="4551769" y="470636"/>
                  </a:lnTo>
                  <a:lnTo>
                    <a:pt x="4551769" y="437870"/>
                  </a:lnTo>
                  <a:lnTo>
                    <a:pt x="4544898" y="404037"/>
                  </a:lnTo>
                  <a:lnTo>
                    <a:pt x="4544796" y="403542"/>
                  </a:lnTo>
                  <a:lnTo>
                    <a:pt x="4544771" y="403377"/>
                  </a:lnTo>
                  <a:lnTo>
                    <a:pt x="4553940" y="403542"/>
                  </a:lnTo>
                  <a:lnTo>
                    <a:pt x="4561522" y="406539"/>
                  </a:lnTo>
                  <a:lnTo>
                    <a:pt x="4567517" y="412381"/>
                  </a:lnTo>
                  <a:lnTo>
                    <a:pt x="4573524" y="418045"/>
                  </a:lnTo>
                  <a:lnTo>
                    <a:pt x="4576940" y="425627"/>
                  </a:lnTo>
                  <a:lnTo>
                    <a:pt x="4577029" y="426732"/>
                  </a:lnTo>
                  <a:lnTo>
                    <a:pt x="4577156" y="428129"/>
                  </a:lnTo>
                  <a:lnTo>
                    <a:pt x="4577219" y="428879"/>
                  </a:lnTo>
                  <a:lnTo>
                    <a:pt x="4577766" y="435076"/>
                  </a:lnTo>
                  <a:lnTo>
                    <a:pt x="4577766" y="392430"/>
                  </a:lnTo>
                  <a:lnTo>
                    <a:pt x="4573054" y="387858"/>
                  </a:lnTo>
                  <a:lnTo>
                    <a:pt x="4565650" y="383311"/>
                  </a:lnTo>
                  <a:lnTo>
                    <a:pt x="4557306" y="380479"/>
                  </a:lnTo>
                  <a:lnTo>
                    <a:pt x="4554296" y="380123"/>
                  </a:lnTo>
                  <a:lnTo>
                    <a:pt x="4548022" y="379374"/>
                  </a:lnTo>
                  <a:lnTo>
                    <a:pt x="4540262" y="380123"/>
                  </a:lnTo>
                  <a:lnTo>
                    <a:pt x="4534738" y="351624"/>
                  </a:lnTo>
                  <a:lnTo>
                    <a:pt x="4533760" y="346621"/>
                  </a:lnTo>
                  <a:lnTo>
                    <a:pt x="4556315" y="314617"/>
                  </a:lnTo>
                  <a:lnTo>
                    <a:pt x="4566767" y="271856"/>
                  </a:lnTo>
                  <a:lnTo>
                    <a:pt x="4566297" y="265747"/>
                  </a:lnTo>
                  <a:lnTo>
                    <a:pt x="4562145" y="245719"/>
                  </a:lnTo>
                  <a:lnTo>
                    <a:pt x="4561357" y="243103"/>
                  </a:lnTo>
                  <a:lnTo>
                    <a:pt x="4560189" y="239255"/>
                  </a:lnTo>
                  <a:lnTo>
                    <a:pt x="4558017" y="233172"/>
                  </a:lnTo>
                  <a:lnTo>
                    <a:pt x="4558017" y="252526"/>
                  </a:lnTo>
                  <a:lnTo>
                    <a:pt x="4558017" y="255854"/>
                  </a:lnTo>
                  <a:lnTo>
                    <a:pt x="4544453" y="296278"/>
                  </a:lnTo>
                  <a:lnTo>
                    <a:pt x="4527766" y="314617"/>
                  </a:lnTo>
                  <a:lnTo>
                    <a:pt x="4525594" y="306616"/>
                  </a:lnTo>
                  <a:lnTo>
                    <a:pt x="4524426" y="298361"/>
                  </a:lnTo>
                  <a:lnTo>
                    <a:pt x="4524464" y="287058"/>
                  </a:lnTo>
                  <a:lnTo>
                    <a:pt x="4536770" y="249796"/>
                  </a:lnTo>
                  <a:lnTo>
                    <a:pt x="4547273" y="243103"/>
                  </a:lnTo>
                  <a:lnTo>
                    <a:pt x="4550765" y="243268"/>
                  </a:lnTo>
                  <a:lnTo>
                    <a:pt x="4553432" y="244602"/>
                  </a:lnTo>
                  <a:lnTo>
                    <a:pt x="4557103" y="249605"/>
                  </a:lnTo>
                  <a:lnTo>
                    <a:pt x="4557166" y="249796"/>
                  </a:lnTo>
                  <a:lnTo>
                    <a:pt x="4558017" y="252526"/>
                  </a:lnTo>
                  <a:lnTo>
                    <a:pt x="4558017" y="233172"/>
                  </a:lnTo>
                  <a:lnTo>
                    <a:pt x="4546346" y="212940"/>
                  </a:lnTo>
                  <a:lnTo>
                    <a:pt x="4543514" y="213601"/>
                  </a:lnTo>
                  <a:lnTo>
                    <a:pt x="4519815" y="250304"/>
                  </a:lnTo>
                  <a:lnTo>
                    <a:pt x="4516336" y="269798"/>
                  </a:lnTo>
                  <a:lnTo>
                    <a:pt x="4516221" y="271856"/>
                  </a:lnTo>
                  <a:lnTo>
                    <a:pt x="4516183" y="272732"/>
                  </a:lnTo>
                  <a:lnTo>
                    <a:pt x="4516018" y="275856"/>
                  </a:lnTo>
                  <a:lnTo>
                    <a:pt x="4516056" y="276860"/>
                  </a:lnTo>
                  <a:lnTo>
                    <a:pt x="4516488" y="287058"/>
                  </a:lnTo>
                  <a:lnTo>
                    <a:pt x="4517669" y="298361"/>
                  </a:lnTo>
                  <a:lnTo>
                    <a:pt x="4519473" y="309156"/>
                  </a:lnTo>
                  <a:lnTo>
                    <a:pt x="4522013" y="320116"/>
                  </a:lnTo>
                  <a:lnTo>
                    <a:pt x="4512399" y="329615"/>
                  </a:lnTo>
                  <a:lnTo>
                    <a:pt x="4485259" y="361124"/>
                  </a:lnTo>
                  <a:lnTo>
                    <a:pt x="4469650" y="398767"/>
                  </a:lnTo>
                  <a:lnTo>
                    <a:pt x="4469003" y="412877"/>
                  </a:lnTo>
                  <a:lnTo>
                    <a:pt x="4471352" y="426732"/>
                  </a:lnTo>
                  <a:lnTo>
                    <a:pt x="4490009" y="460629"/>
                  </a:lnTo>
                  <a:lnTo>
                    <a:pt x="4534763" y="480136"/>
                  </a:lnTo>
                  <a:lnTo>
                    <a:pt x="4552772" y="477380"/>
                  </a:lnTo>
                  <a:lnTo>
                    <a:pt x="4559224" y="506882"/>
                  </a:lnTo>
                  <a:lnTo>
                    <a:pt x="4560938" y="514553"/>
                  </a:lnTo>
                  <a:lnTo>
                    <a:pt x="4561040" y="515556"/>
                  </a:lnTo>
                  <a:lnTo>
                    <a:pt x="4561433" y="519391"/>
                  </a:lnTo>
                  <a:lnTo>
                    <a:pt x="4561395" y="520636"/>
                  </a:lnTo>
                  <a:lnTo>
                    <a:pt x="4561268" y="523887"/>
                  </a:lnTo>
                  <a:lnTo>
                    <a:pt x="4561179" y="524395"/>
                  </a:lnTo>
                  <a:lnTo>
                    <a:pt x="4559338" y="535317"/>
                  </a:lnTo>
                  <a:lnTo>
                    <a:pt x="4554017" y="544080"/>
                  </a:lnTo>
                  <a:lnTo>
                    <a:pt x="4545330" y="550189"/>
                  </a:lnTo>
                  <a:lnTo>
                    <a:pt x="4533265" y="553643"/>
                  </a:lnTo>
                  <a:lnTo>
                    <a:pt x="4522267" y="552145"/>
                  </a:lnTo>
                  <a:lnTo>
                    <a:pt x="4518101" y="550646"/>
                  </a:lnTo>
                  <a:lnTo>
                    <a:pt x="4515675" y="548220"/>
                  </a:lnTo>
                  <a:lnTo>
                    <a:pt x="4515015" y="544893"/>
                  </a:lnTo>
                  <a:lnTo>
                    <a:pt x="4518520" y="545731"/>
                  </a:lnTo>
                  <a:lnTo>
                    <a:pt x="4521784" y="544893"/>
                  </a:lnTo>
                  <a:lnTo>
                    <a:pt x="4522762" y="544639"/>
                  </a:lnTo>
                  <a:lnTo>
                    <a:pt x="4527766" y="541642"/>
                  </a:lnTo>
                  <a:lnTo>
                    <a:pt x="4532769" y="538810"/>
                  </a:lnTo>
                  <a:lnTo>
                    <a:pt x="4535348" y="533552"/>
                  </a:lnTo>
                  <a:lnTo>
                    <a:pt x="4535373" y="532638"/>
                  </a:lnTo>
                  <a:lnTo>
                    <a:pt x="4535513" y="526313"/>
                  </a:lnTo>
                  <a:lnTo>
                    <a:pt x="4535398" y="523887"/>
                  </a:lnTo>
                  <a:lnTo>
                    <a:pt x="4535182" y="520217"/>
                  </a:lnTo>
                  <a:lnTo>
                    <a:pt x="4533011" y="515556"/>
                  </a:lnTo>
                  <a:lnTo>
                    <a:pt x="4529010" y="511886"/>
                  </a:lnTo>
                  <a:lnTo>
                    <a:pt x="4525010" y="508050"/>
                  </a:lnTo>
                  <a:lnTo>
                    <a:pt x="4520349" y="506387"/>
                  </a:lnTo>
                  <a:lnTo>
                    <a:pt x="4515015" y="506882"/>
                  </a:lnTo>
                  <a:lnTo>
                    <a:pt x="4509008" y="507885"/>
                  </a:lnTo>
                  <a:lnTo>
                    <a:pt x="4504258" y="510806"/>
                  </a:lnTo>
                  <a:lnTo>
                    <a:pt x="4500816" y="515556"/>
                  </a:lnTo>
                  <a:lnTo>
                    <a:pt x="4497425" y="520636"/>
                  </a:lnTo>
                  <a:lnTo>
                    <a:pt x="4495927" y="526313"/>
                  </a:lnTo>
                  <a:lnTo>
                    <a:pt x="4496257" y="532638"/>
                  </a:lnTo>
                  <a:lnTo>
                    <a:pt x="4527016" y="560400"/>
                  </a:lnTo>
                  <a:lnTo>
                    <a:pt x="4533760" y="560400"/>
                  </a:lnTo>
                  <a:lnTo>
                    <a:pt x="4548378" y="556450"/>
                  </a:lnTo>
                  <a:lnTo>
                    <a:pt x="4552442" y="553643"/>
                  </a:lnTo>
                  <a:lnTo>
                    <a:pt x="4558957" y="549148"/>
                  </a:lnTo>
                  <a:lnTo>
                    <a:pt x="4565510" y="538454"/>
                  </a:lnTo>
                  <a:lnTo>
                    <a:pt x="4568025" y="524395"/>
                  </a:lnTo>
                  <a:lnTo>
                    <a:pt x="4567999" y="523887"/>
                  </a:lnTo>
                  <a:lnTo>
                    <a:pt x="4567517" y="515137"/>
                  </a:lnTo>
                  <a:lnTo>
                    <a:pt x="4567402" y="514553"/>
                  </a:lnTo>
                  <a:lnTo>
                    <a:pt x="4559833" y="477380"/>
                  </a:lnTo>
                  <a:lnTo>
                    <a:pt x="4559274" y="474637"/>
                  </a:lnTo>
                  <a:lnTo>
                    <a:pt x="4561992" y="473138"/>
                  </a:lnTo>
                  <a:lnTo>
                    <a:pt x="4589157" y="443128"/>
                  </a:lnTo>
                  <a:lnTo>
                    <a:pt x="4590935" y="435076"/>
                  </a:lnTo>
                  <a:lnTo>
                    <a:pt x="4591456" y="428879"/>
                  </a:lnTo>
                  <a:close/>
                </a:path>
                <a:path w="7014209" h="1347470">
                  <a:moveTo>
                    <a:pt x="4729010" y="82156"/>
                  </a:moveTo>
                  <a:lnTo>
                    <a:pt x="4679696" y="82156"/>
                  </a:lnTo>
                  <a:lnTo>
                    <a:pt x="4684446" y="80060"/>
                  </a:lnTo>
                  <a:lnTo>
                    <a:pt x="4692396" y="75158"/>
                  </a:lnTo>
                  <a:lnTo>
                    <a:pt x="4699089" y="69303"/>
                  </a:lnTo>
                  <a:lnTo>
                    <a:pt x="4704042" y="62865"/>
                  </a:lnTo>
                  <a:lnTo>
                    <a:pt x="4707229" y="55867"/>
                  </a:lnTo>
                  <a:lnTo>
                    <a:pt x="4708677" y="48298"/>
                  </a:lnTo>
                  <a:lnTo>
                    <a:pt x="4708487" y="41059"/>
                  </a:lnTo>
                  <a:lnTo>
                    <a:pt x="4705921" y="35814"/>
                  </a:lnTo>
                  <a:lnTo>
                    <a:pt x="4700968" y="32575"/>
                  </a:lnTo>
                  <a:lnTo>
                    <a:pt x="4696396" y="28956"/>
                  </a:lnTo>
                  <a:lnTo>
                    <a:pt x="4689919" y="27241"/>
                  </a:lnTo>
                  <a:lnTo>
                    <a:pt x="4681537" y="27432"/>
                  </a:lnTo>
                  <a:lnTo>
                    <a:pt x="4673600" y="28397"/>
                  </a:lnTo>
                  <a:lnTo>
                    <a:pt x="4639030" y="51511"/>
                  </a:lnTo>
                  <a:lnTo>
                    <a:pt x="4634382" y="65443"/>
                  </a:lnTo>
                  <a:lnTo>
                    <a:pt x="4634471" y="68580"/>
                  </a:lnTo>
                  <a:lnTo>
                    <a:pt x="4634382" y="82156"/>
                  </a:lnTo>
                  <a:lnTo>
                    <a:pt x="4617872" y="82156"/>
                  </a:lnTo>
                  <a:lnTo>
                    <a:pt x="4617872" y="89306"/>
                  </a:lnTo>
                  <a:lnTo>
                    <a:pt x="4634382" y="89306"/>
                  </a:lnTo>
                  <a:lnTo>
                    <a:pt x="4634382" y="139306"/>
                  </a:lnTo>
                  <a:lnTo>
                    <a:pt x="4617872" y="139306"/>
                  </a:lnTo>
                  <a:lnTo>
                    <a:pt x="4617872" y="146456"/>
                  </a:lnTo>
                  <a:lnTo>
                    <a:pt x="4634382" y="146456"/>
                  </a:lnTo>
                  <a:lnTo>
                    <a:pt x="4634382" y="196456"/>
                  </a:lnTo>
                  <a:lnTo>
                    <a:pt x="4617872" y="196456"/>
                  </a:lnTo>
                  <a:lnTo>
                    <a:pt x="4617872" y="203606"/>
                  </a:lnTo>
                  <a:lnTo>
                    <a:pt x="4634382" y="203606"/>
                  </a:lnTo>
                  <a:lnTo>
                    <a:pt x="4634382" y="265468"/>
                  </a:lnTo>
                  <a:lnTo>
                    <a:pt x="4634382" y="457200"/>
                  </a:lnTo>
                  <a:lnTo>
                    <a:pt x="4644390" y="457200"/>
                  </a:lnTo>
                  <a:lnTo>
                    <a:pt x="4644390" y="283222"/>
                  </a:lnTo>
                  <a:lnTo>
                    <a:pt x="4646384" y="284797"/>
                  </a:lnTo>
                  <a:lnTo>
                    <a:pt x="4652289" y="286702"/>
                  </a:lnTo>
                  <a:lnTo>
                    <a:pt x="4659528" y="286893"/>
                  </a:lnTo>
                  <a:lnTo>
                    <a:pt x="4668012" y="285953"/>
                  </a:lnTo>
                  <a:lnTo>
                    <a:pt x="4704042" y="262890"/>
                  </a:lnTo>
                  <a:lnTo>
                    <a:pt x="4708677" y="248323"/>
                  </a:lnTo>
                  <a:lnTo>
                    <a:pt x="4708487" y="241084"/>
                  </a:lnTo>
                  <a:lnTo>
                    <a:pt x="4705921" y="235839"/>
                  </a:lnTo>
                  <a:lnTo>
                    <a:pt x="4700968" y="232600"/>
                  </a:lnTo>
                  <a:lnTo>
                    <a:pt x="4696396" y="228981"/>
                  </a:lnTo>
                  <a:lnTo>
                    <a:pt x="4689919" y="227266"/>
                  </a:lnTo>
                  <a:lnTo>
                    <a:pt x="4681537" y="227457"/>
                  </a:lnTo>
                  <a:lnTo>
                    <a:pt x="4673600" y="228422"/>
                  </a:lnTo>
                  <a:lnTo>
                    <a:pt x="4665815" y="230746"/>
                  </a:lnTo>
                  <a:lnTo>
                    <a:pt x="4658169" y="234429"/>
                  </a:lnTo>
                  <a:lnTo>
                    <a:pt x="4650676" y="239458"/>
                  </a:lnTo>
                  <a:lnTo>
                    <a:pt x="4644390" y="244906"/>
                  </a:lnTo>
                  <a:lnTo>
                    <a:pt x="4644390" y="203606"/>
                  </a:lnTo>
                  <a:lnTo>
                    <a:pt x="4729010" y="203606"/>
                  </a:lnTo>
                  <a:lnTo>
                    <a:pt x="4729010" y="196456"/>
                  </a:lnTo>
                  <a:lnTo>
                    <a:pt x="4644390" y="196456"/>
                  </a:lnTo>
                  <a:lnTo>
                    <a:pt x="4644390" y="146456"/>
                  </a:lnTo>
                  <a:lnTo>
                    <a:pt x="4729010" y="146456"/>
                  </a:lnTo>
                  <a:lnTo>
                    <a:pt x="4729010" y="139306"/>
                  </a:lnTo>
                  <a:lnTo>
                    <a:pt x="4644390" y="139306"/>
                  </a:lnTo>
                  <a:lnTo>
                    <a:pt x="4644390" y="89306"/>
                  </a:lnTo>
                  <a:lnTo>
                    <a:pt x="4729010" y="89306"/>
                  </a:lnTo>
                  <a:lnTo>
                    <a:pt x="4729010" y="82156"/>
                  </a:lnTo>
                  <a:close/>
                </a:path>
                <a:path w="7014209" h="1347470">
                  <a:moveTo>
                    <a:pt x="4744682" y="227749"/>
                  </a:moveTo>
                  <a:lnTo>
                    <a:pt x="4743920" y="221272"/>
                  </a:lnTo>
                  <a:lnTo>
                    <a:pt x="4740300" y="217741"/>
                  </a:lnTo>
                  <a:lnTo>
                    <a:pt x="4733823" y="217170"/>
                  </a:lnTo>
                  <a:lnTo>
                    <a:pt x="4727156" y="217741"/>
                  </a:lnTo>
                  <a:lnTo>
                    <a:pt x="4723536" y="221272"/>
                  </a:lnTo>
                  <a:lnTo>
                    <a:pt x="4722965" y="227749"/>
                  </a:lnTo>
                  <a:lnTo>
                    <a:pt x="4723536" y="234226"/>
                  </a:lnTo>
                  <a:lnTo>
                    <a:pt x="4727156" y="237934"/>
                  </a:lnTo>
                  <a:lnTo>
                    <a:pt x="4733823" y="238887"/>
                  </a:lnTo>
                  <a:lnTo>
                    <a:pt x="4740300" y="237934"/>
                  </a:lnTo>
                  <a:lnTo>
                    <a:pt x="4743920" y="234226"/>
                  </a:lnTo>
                  <a:lnTo>
                    <a:pt x="4744682" y="227749"/>
                  </a:lnTo>
                  <a:close/>
                </a:path>
                <a:path w="7014209" h="1347470">
                  <a:moveTo>
                    <a:pt x="4744682" y="56299"/>
                  </a:moveTo>
                  <a:lnTo>
                    <a:pt x="4743920" y="49822"/>
                  </a:lnTo>
                  <a:lnTo>
                    <a:pt x="4740300" y="46291"/>
                  </a:lnTo>
                  <a:lnTo>
                    <a:pt x="4733823" y="45720"/>
                  </a:lnTo>
                  <a:lnTo>
                    <a:pt x="4727156" y="46291"/>
                  </a:lnTo>
                  <a:lnTo>
                    <a:pt x="4723536" y="49822"/>
                  </a:lnTo>
                  <a:lnTo>
                    <a:pt x="4722965" y="56299"/>
                  </a:lnTo>
                  <a:lnTo>
                    <a:pt x="4723536" y="62776"/>
                  </a:lnTo>
                  <a:lnTo>
                    <a:pt x="4727156" y="66484"/>
                  </a:lnTo>
                  <a:lnTo>
                    <a:pt x="4733823" y="67437"/>
                  </a:lnTo>
                  <a:lnTo>
                    <a:pt x="4740300" y="66484"/>
                  </a:lnTo>
                  <a:lnTo>
                    <a:pt x="4743920" y="62776"/>
                  </a:lnTo>
                  <a:lnTo>
                    <a:pt x="4744682" y="56299"/>
                  </a:lnTo>
                  <a:close/>
                </a:path>
                <a:path w="7014209" h="1347470">
                  <a:moveTo>
                    <a:pt x="5567769" y="284899"/>
                  </a:moveTo>
                  <a:lnTo>
                    <a:pt x="5567007" y="278422"/>
                  </a:lnTo>
                  <a:lnTo>
                    <a:pt x="5563387" y="274891"/>
                  </a:lnTo>
                  <a:lnTo>
                    <a:pt x="5556910" y="274320"/>
                  </a:lnTo>
                  <a:lnTo>
                    <a:pt x="5550243" y="274891"/>
                  </a:lnTo>
                  <a:lnTo>
                    <a:pt x="5546623" y="278422"/>
                  </a:lnTo>
                  <a:lnTo>
                    <a:pt x="5546052" y="284899"/>
                  </a:lnTo>
                  <a:lnTo>
                    <a:pt x="5546623" y="291376"/>
                  </a:lnTo>
                  <a:lnTo>
                    <a:pt x="5550243" y="295084"/>
                  </a:lnTo>
                  <a:lnTo>
                    <a:pt x="5556910" y="296037"/>
                  </a:lnTo>
                  <a:lnTo>
                    <a:pt x="5563387" y="295084"/>
                  </a:lnTo>
                  <a:lnTo>
                    <a:pt x="5567007" y="291376"/>
                  </a:lnTo>
                  <a:lnTo>
                    <a:pt x="5567769" y="284899"/>
                  </a:lnTo>
                  <a:close/>
                </a:path>
                <a:path w="7014209" h="1347470">
                  <a:moveTo>
                    <a:pt x="5567769" y="56299"/>
                  </a:moveTo>
                  <a:lnTo>
                    <a:pt x="5567007" y="49822"/>
                  </a:lnTo>
                  <a:lnTo>
                    <a:pt x="5563387" y="46291"/>
                  </a:lnTo>
                  <a:lnTo>
                    <a:pt x="5556910" y="45720"/>
                  </a:lnTo>
                  <a:lnTo>
                    <a:pt x="5550243" y="46291"/>
                  </a:lnTo>
                  <a:lnTo>
                    <a:pt x="5546623" y="49822"/>
                  </a:lnTo>
                  <a:lnTo>
                    <a:pt x="5546052" y="56299"/>
                  </a:lnTo>
                  <a:lnTo>
                    <a:pt x="5546623" y="62776"/>
                  </a:lnTo>
                  <a:lnTo>
                    <a:pt x="5550243" y="66484"/>
                  </a:lnTo>
                  <a:lnTo>
                    <a:pt x="5556910" y="67437"/>
                  </a:lnTo>
                  <a:lnTo>
                    <a:pt x="5563387" y="66484"/>
                  </a:lnTo>
                  <a:lnTo>
                    <a:pt x="5567007" y="62776"/>
                  </a:lnTo>
                  <a:lnTo>
                    <a:pt x="5567769" y="56299"/>
                  </a:lnTo>
                  <a:close/>
                </a:path>
                <a:path w="7014209" h="1347470">
                  <a:moveTo>
                    <a:pt x="6469316" y="560349"/>
                  </a:moveTo>
                  <a:lnTo>
                    <a:pt x="6453797" y="542544"/>
                  </a:lnTo>
                  <a:lnTo>
                    <a:pt x="6449034" y="542925"/>
                  </a:lnTo>
                  <a:lnTo>
                    <a:pt x="6443510" y="542925"/>
                  </a:lnTo>
                  <a:lnTo>
                    <a:pt x="6438455" y="544918"/>
                  </a:lnTo>
                  <a:lnTo>
                    <a:pt x="6433883" y="548919"/>
                  </a:lnTo>
                  <a:lnTo>
                    <a:pt x="6429311" y="552729"/>
                  </a:lnTo>
                  <a:lnTo>
                    <a:pt x="6426835" y="557301"/>
                  </a:lnTo>
                  <a:lnTo>
                    <a:pt x="6426454" y="562635"/>
                  </a:lnTo>
                  <a:lnTo>
                    <a:pt x="6426454" y="565873"/>
                  </a:lnTo>
                  <a:lnTo>
                    <a:pt x="6428460" y="567880"/>
                  </a:lnTo>
                  <a:lnTo>
                    <a:pt x="6432461" y="568642"/>
                  </a:lnTo>
                  <a:lnTo>
                    <a:pt x="6436461" y="568261"/>
                  </a:lnTo>
                  <a:lnTo>
                    <a:pt x="6438366" y="566166"/>
                  </a:lnTo>
                  <a:lnTo>
                    <a:pt x="6438176" y="562356"/>
                  </a:lnTo>
                  <a:lnTo>
                    <a:pt x="6437033" y="556348"/>
                  </a:lnTo>
                  <a:lnTo>
                    <a:pt x="6437795" y="550062"/>
                  </a:lnTo>
                  <a:lnTo>
                    <a:pt x="6441605" y="547014"/>
                  </a:lnTo>
                  <a:lnTo>
                    <a:pt x="6448463" y="547204"/>
                  </a:lnTo>
                  <a:lnTo>
                    <a:pt x="6455130" y="548157"/>
                  </a:lnTo>
                  <a:lnTo>
                    <a:pt x="6457886" y="552157"/>
                  </a:lnTo>
                  <a:lnTo>
                    <a:pt x="6456743" y="559206"/>
                  </a:lnTo>
                  <a:lnTo>
                    <a:pt x="6455600" y="567016"/>
                  </a:lnTo>
                  <a:lnTo>
                    <a:pt x="6451320" y="572452"/>
                  </a:lnTo>
                  <a:lnTo>
                    <a:pt x="6438747" y="577596"/>
                  </a:lnTo>
                  <a:lnTo>
                    <a:pt x="6433032" y="580542"/>
                  </a:lnTo>
                  <a:lnTo>
                    <a:pt x="6426746" y="584352"/>
                  </a:lnTo>
                  <a:lnTo>
                    <a:pt x="6426746" y="584923"/>
                  </a:lnTo>
                  <a:lnTo>
                    <a:pt x="6420904" y="589191"/>
                  </a:lnTo>
                  <a:lnTo>
                    <a:pt x="6416522" y="594855"/>
                  </a:lnTo>
                  <a:lnTo>
                    <a:pt x="6413614" y="601916"/>
                  </a:lnTo>
                  <a:lnTo>
                    <a:pt x="6412166" y="610362"/>
                  </a:lnTo>
                  <a:lnTo>
                    <a:pt x="6417602" y="610362"/>
                  </a:lnTo>
                  <a:lnTo>
                    <a:pt x="6418745" y="607504"/>
                  </a:lnTo>
                  <a:lnTo>
                    <a:pt x="6420739" y="605688"/>
                  </a:lnTo>
                  <a:lnTo>
                    <a:pt x="6423596" y="604926"/>
                  </a:lnTo>
                  <a:lnTo>
                    <a:pt x="6427597" y="605116"/>
                  </a:lnTo>
                  <a:lnTo>
                    <a:pt x="6431127" y="606552"/>
                  </a:lnTo>
                  <a:lnTo>
                    <a:pt x="6437223" y="611886"/>
                  </a:lnTo>
                  <a:lnTo>
                    <a:pt x="6440652" y="613410"/>
                  </a:lnTo>
                  <a:lnTo>
                    <a:pt x="6444462" y="613791"/>
                  </a:lnTo>
                  <a:lnTo>
                    <a:pt x="6449225" y="613410"/>
                  </a:lnTo>
                  <a:lnTo>
                    <a:pt x="6453225" y="611124"/>
                  </a:lnTo>
                  <a:lnTo>
                    <a:pt x="6456464" y="606933"/>
                  </a:lnTo>
                  <a:lnTo>
                    <a:pt x="6464465" y="593496"/>
                  </a:lnTo>
                  <a:lnTo>
                    <a:pt x="6461036" y="591502"/>
                  </a:lnTo>
                  <a:lnTo>
                    <a:pt x="6458750" y="595884"/>
                  </a:lnTo>
                  <a:lnTo>
                    <a:pt x="6455410" y="598639"/>
                  </a:lnTo>
                  <a:lnTo>
                    <a:pt x="6451028" y="599782"/>
                  </a:lnTo>
                  <a:lnTo>
                    <a:pt x="6447980" y="599782"/>
                  </a:lnTo>
                  <a:lnTo>
                    <a:pt x="6444653" y="598830"/>
                  </a:lnTo>
                  <a:lnTo>
                    <a:pt x="6441033" y="596925"/>
                  </a:lnTo>
                  <a:lnTo>
                    <a:pt x="6437414" y="594829"/>
                  </a:lnTo>
                  <a:lnTo>
                    <a:pt x="6433312" y="593686"/>
                  </a:lnTo>
                  <a:lnTo>
                    <a:pt x="6428740" y="593496"/>
                  </a:lnTo>
                  <a:lnTo>
                    <a:pt x="6424168" y="594067"/>
                  </a:lnTo>
                  <a:lnTo>
                    <a:pt x="6424168" y="593496"/>
                  </a:lnTo>
                  <a:lnTo>
                    <a:pt x="6430073" y="587400"/>
                  </a:lnTo>
                  <a:lnTo>
                    <a:pt x="6437122" y="583120"/>
                  </a:lnTo>
                  <a:lnTo>
                    <a:pt x="6445313" y="580644"/>
                  </a:lnTo>
                  <a:lnTo>
                    <a:pt x="6460744" y="573786"/>
                  </a:lnTo>
                  <a:lnTo>
                    <a:pt x="6466078" y="571119"/>
                  </a:lnTo>
                  <a:lnTo>
                    <a:pt x="6468935" y="566635"/>
                  </a:lnTo>
                  <a:lnTo>
                    <a:pt x="6469316" y="560349"/>
                  </a:lnTo>
                  <a:close/>
                </a:path>
                <a:path w="7014209" h="1347470">
                  <a:moveTo>
                    <a:pt x="7001192" y="257175"/>
                  </a:moveTo>
                  <a:lnTo>
                    <a:pt x="6641947" y="257175"/>
                  </a:lnTo>
                  <a:lnTo>
                    <a:pt x="6641947" y="203606"/>
                  </a:lnTo>
                  <a:lnTo>
                    <a:pt x="6726568" y="203606"/>
                  </a:lnTo>
                  <a:lnTo>
                    <a:pt x="6726568" y="196456"/>
                  </a:lnTo>
                  <a:lnTo>
                    <a:pt x="6641947" y="196456"/>
                  </a:lnTo>
                  <a:lnTo>
                    <a:pt x="6641947" y="168922"/>
                  </a:lnTo>
                  <a:lnTo>
                    <a:pt x="6643941" y="170497"/>
                  </a:lnTo>
                  <a:lnTo>
                    <a:pt x="6649847" y="172402"/>
                  </a:lnTo>
                  <a:lnTo>
                    <a:pt x="6689953" y="160883"/>
                  </a:lnTo>
                  <a:lnTo>
                    <a:pt x="6702565" y="146456"/>
                  </a:lnTo>
                  <a:lnTo>
                    <a:pt x="6726568" y="146456"/>
                  </a:lnTo>
                  <a:lnTo>
                    <a:pt x="6726568" y="139306"/>
                  </a:lnTo>
                  <a:lnTo>
                    <a:pt x="6705219" y="139306"/>
                  </a:lnTo>
                  <a:lnTo>
                    <a:pt x="6706235" y="134023"/>
                  </a:lnTo>
                  <a:lnTo>
                    <a:pt x="6706044" y="126784"/>
                  </a:lnTo>
                  <a:lnTo>
                    <a:pt x="6703479" y="121539"/>
                  </a:lnTo>
                  <a:lnTo>
                    <a:pt x="6698526" y="118300"/>
                  </a:lnTo>
                  <a:lnTo>
                    <a:pt x="6693954" y="114681"/>
                  </a:lnTo>
                  <a:lnTo>
                    <a:pt x="6687477" y="112966"/>
                  </a:lnTo>
                  <a:lnTo>
                    <a:pt x="6679095" y="113157"/>
                  </a:lnTo>
                  <a:lnTo>
                    <a:pt x="6671170" y="114122"/>
                  </a:lnTo>
                  <a:lnTo>
                    <a:pt x="6636588" y="137236"/>
                  </a:lnTo>
                  <a:lnTo>
                    <a:pt x="6635597" y="139306"/>
                  </a:lnTo>
                  <a:lnTo>
                    <a:pt x="6615430" y="139306"/>
                  </a:lnTo>
                  <a:lnTo>
                    <a:pt x="6615430" y="146456"/>
                  </a:lnTo>
                  <a:lnTo>
                    <a:pt x="6632880" y="146456"/>
                  </a:lnTo>
                  <a:lnTo>
                    <a:pt x="6631940" y="151168"/>
                  </a:lnTo>
                  <a:lnTo>
                    <a:pt x="6632029" y="154305"/>
                  </a:lnTo>
                  <a:lnTo>
                    <a:pt x="6631940" y="196456"/>
                  </a:lnTo>
                  <a:lnTo>
                    <a:pt x="6615430" y="196456"/>
                  </a:lnTo>
                  <a:lnTo>
                    <a:pt x="6615430" y="203606"/>
                  </a:lnTo>
                  <a:lnTo>
                    <a:pt x="6631940" y="203606"/>
                  </a:lnTo>
                  <a:lnTo>
                    <a:pt x="6631940" y="257175"/>
                  </a:lnTo>
                  <a:lnTo>
                    <a:pt x="6631940" y="500049"/>
                  </a:lnTo>
                  <a:lnTo>
                    <a:pt x="6410439" y="491490"/>
                  </a:lnTo>
                  <a:lnTo>
                    <a:pt x="6631940" y="491490"/>
                  </a:lnTo>
                  <a:lnTo>
                    <a:pt x="6631940" y="485775"/>
                  </a:lnTo>
                  <a:lnTo>
                    <a:pt x="6272238" y="485775"/>
                  </a:lnTo>
                  <a:lnTo>
                    <a:pt x="6272238" y="434340"/>
                  </a:lnTo>
                  <a:lnTo>
                    <a:pt x="6631940" y="434340"/>
                  </a:lnTo>
                  <a:lnTo>
                    <a:pt x="6631940" y="428625"/>
                  </a:lnTo>
                  <a:lnTo>
                    <a:pt x="6272238" y="428625"/>
                  </a:lnTo>
                  <a:lnTo>
                    <a:pt x="6272238" y="377190"/>
                  </a:lnTo>
                  <a:lnTo>
                    <a:pt x="6631940" y="377190"/>
                  </a:lnTo>
                  <a:lnTo>
                    <a:pt x="6631940" y="371475"/>
                  </a:lnTo>
                  <a:lnTo>
                    <a:pt x="6272238" y="371475"/>
                  </a:lnTo>
                  <a:lnTo>
                    <a:pt x="6272238" y="340360"/>
                  </a:lnTo>
                  <a:lnTo>
                    <a:pt x="6274244" y="341947"/>
                  </a:lnTo>
                  <a:lnTo>
                    <a:pt x="6280150" y="343852"/>
                  </a:lnTo>
                  <a:lnTo>
                    <a:pt x="6287389" y="344043"/>
                  </a:lnTo>
                  <a:lnTo>
                    <a:pt x="6295872" y="343103"/>
                  </a:lnTo>
                  <a:lnTo>
                    <a:pt x="6331890" y="320040"/>
                  </a:lnTo>
                  <a:lnTo>
                    <a:pt x="6631940" y="320040"/>
                  </a:lnTo>
                  <a:lnTo>
                    <a:pt x="6631940" y="314325"/>
                  </a:lnTo>
                  <a:lnTo>
                    <a:pt x="6334493" y="314325"/>
                  </a:lnTo>
                  <a:lnTo>
                    <a:pt x="6335090" y="313042"/>
                  </a:lnTo>
                  <a:lnTo>
                    <a:pt x="6336538" y="305473"/>
                  </a:lnTo>
                  <a:lnTo>
                    <a:pt x="6336347" y="298234"/>
                  </a:lnTo>
                  <a:lnTo>
                    <a:pt x="6333769" y="292989"/>
                  </a:lnTo>
                  <a:lnTo>
                    <a:pt x="6328816" y="289750"/>
                  </a:lnTo>
                  <a:lnTo>
                    <a:pt x="6324244" y="286131"/>
                  </a:lnTo>
                  <a:lnTo>
                    <a:pt x="6317767" y="284416"/>
                  </a:lnTo>
                  <a:lnTo>
                    <a:pt x="6309385" y="284607"/>
                  </a:lnTo>
                  <a:lnTo>
                    <a:pt x="6301460" y="285572"/>
                  </a:lnTo>
                  <a:lnTo>
                    <a:pt x="6293675" y="287896"/>
                  </a:lnTo>
                  <a:lnTo>
                    <a:pt x="6286030" y="291579"/>
                  </a:lnTo>
                  <a:lnTo>
                    <a:pt x="6278524" y="296608"/>
                  </a:lnTo>
                  <a:lnTo>
                    <a:pt x="6272238" y="302069"/>
                  </a:lnTo>
                  <a:lnTo>
                    <a:pt x="6272238" y="262890"/>
                  </a:lnTo>
                  <a:lnTo>
                    <a:pt x="6631940" y="262890"/>
                  </a:lnTo>
                  <a:lnTo>
                    <a:pt x="6631940" y="257175"/>
                  </a:lnTo>
                  <a:lnTo>
                    <a:pt x="6272238" y="257175"/>
                  </a:lnTo>
                  <a:lnTo>
                    <a:pt x="6272238" y="203606"/>
                  </a:lnTo>
                  <a:lnTo>
                    <a:pt x="6356871" y="203606"/>
                  </a:lnTo>
                  <a:lnTo>
                    <a:pt x="6356871" y="196456"/>
                  </a:lnTo>
                  <a:lnTo>
                    <a:pt x="6272238" y="196456"/>
                  </a:lnTo>
                  <a:lnTo>
                    <a:pt x="6272238" y="146456"/>
                  </a:lnTo>
                  <a:lnTo>
                    <a:pt x="6356871" y="146456"/>
                  </a:lnTo>
                  <a:lnTo>
                    <a:pt x="6356871" y="139306"/>
                  </a:lnTo>
                  <a:lnTo>
                    <a:pt x="6307556" y="139306"/>
                  </a:lnTo>
                  <a:lnTo>
                    <a:pt x="6312306" y="137210"/>
                  </a:lnTo>
                  <a:lnTo>
                    <a:pt x="6336538" y="105448"/>
                  </a:lnTo>
                  <a:lnTo>
                    <a:pt x="6336347" y="98209"/>
                  </a:lnTo>
                  <a:lnTo>
                    <a:pt x="6333769" y="92964"/>
                  </a:lnTo>
                  <a:lnTo>
                    <a:pt x="6328816" y="89725"/>
                  </a:lnTo>
                  <a:lnTo>
                    <a:pt x="6324244" y="86106"/>
                  </a:lnTo>
                  <a:lnTo>
                    <a:pt x="6317767" y="84391"/>
                  </a:lnTo>
                  <a:lnTo>
                    <a:pt x="6309385" y="84582"/>
                  </a:lnTo>
                  <a:lnTo>
                    <a:pt x="6301460" y="85547"/>
                  </a:lnTo>
                  <a:lnTo>
                    <a:pt x="6266891" y="108661"/>
                  </a:lnTo>
                  <a:lnTo>
                    <a:pt x="6262243" y="122593"/>
                  </a:lnTo>
                  <a:lnTo>
                    <a:pt x="6262332" y="125730"/>
                  </a:lnTo>
                  <a:lnTo>
                    <a:pt x="6262243" y="139306"/>
                  </a:lnTo>
                  <a:lnTo>
                    <a:pt x="6245720" y="139306"/>
                  </a:lnTo>
                  <a:lnTo>
                    <a:pt x="6245720" y="146456"/>
                  </a:lnTo>
                  <a:lnTo>
                    <a:pt x="6262243" y="146456"/>
                  </a:lnTo>
                  <a:lnTo>
                    <a:pt x="6262243" y="196456"/>
                  </a:lnTo>
                  <a:lnTo>
                    <a:pt x="6245720" y="196456"/>
                  </a:lnTo>
                  <a:lnTo>
                    <a:pt x="6245720" y="203606"/>
                  </a:lnTo>
                  <a:lnTo>
                    <a:pt x="6262243" y="203606"/>
                  </a:lnTo>
                  <a:lnTo>
                    <a:pt x="6262243" y="257175"/>
                  </a:lnTo>
                  <a:lnTo>
                    <a:pt x="6262243" y="262890"/>
                  </a:lnTo>
                  <a:lnTo>
                    <a:pt x="6262243" y="485775"/>
                  </a:lnTo>
                  <a:lnTo>
                    <a:pt x="5467477" y="485775"/>
                  </a:lnTo>
                  <a:lnTo>
                    <a:pt x="5467477" y="434340"/>
                  </a:lnTo>
                  <a:lnTo>
                    <a:pt x="6262243" y="434340"/>
                  </a:lnTo>
                  <a:lnTo>
                    <a:pt x="6262243" y="428625"/>
                  </a:lnTo>
                  <a:lnTo>
                    <a:pt x="5467477" y="428625"/>
                  </a:lnTo>
                  <a:lnTo>
                    <a:pt x="5467477" y="377190"/>
                  </a:lnTo>
                  <a:lnTo>
                    <a:pt x="6262243" y="377190"/>
                  </a:lnTo>
                  <a:lnTo>
                    <a:pt x="6262243" y="371475"/>
                  </a:lnTo>
                  <a:lnTo>
                    <a:pt x="5467477" y="371475"/>
                  </a:lnTo>
                  <a:lnTo>
                    <a:pt x="5467477" y="320040"/>
                  </a:lnTo>
                  <a:lnTo>
                    <a:pt x="6262243" y="320040"/>
                  </a:lnTo>
                  <a:lnTo>
                    <a:pt x="6262243" y="314325"/>
                  </a:lnTo>
                  <a:lnTo>
                    <a:pt x="5491835" y="314325"/>
                  </a:lnTo>
                  <a:lnTo>
                    <a:pt x="5499405" y="312254"/>
                  </a:lnTo>
                  <a:lnTo>
                    <a:pt x="5507533" y="308660"/>
                  </a:lnTo>
                  <a:lnTo>
                    <a:pt x="5531764" y="276898"/>
                  </a:lnTo>
                  <a:lnTo>
                    <a:pt x="5531574" y="269659"/>
                  </a:lnTo>
                  <a:lnTo>
                    <a:pt x="5529008" y="264414"/>
                  </a:lnTo>
                  <a:lnTo>
                    <a:pt x="5526671" y="262890"/>
                  </a:lnTo>
                  <a:lnTo>
                    <a:pt x="6262243" y="262890"/>
                  </a:lnTo>
                  <a:lnTo>
                    <a:pt x="6262243" y="257175"/>
                  </a:lnTo>
                  <a:lnTo>
                    <a:pt x="5518035" y="257175"/>
                  </a:lnTo>
                  <a:lnTo>
                    <a:pt x="5513006" y="255841"/>
                  </a:lnTo>
                  <a:lnTo>
                    <a:pt x="5504624" y="256032"/>
                  </a:lnTo>
                  <a:lnTo>
                    <a:pt x="5496699" y="256997"/>
                  </a:lnTo>
                  <a:lnTo>
                    <a:pt x="5496103" y="257175"/>
                  </a:lnTo>
                  <a:lnTo>
                    <a:pt x="5481498" y="257175"/>
                  </a:lnTo>
                  <a:lnTo>
                    <a:pt x="5481498" y="262890"/>
                  </a:lnTo>
                  <a:lnTo>
                    <a:pt x="5481269" y="263004"/>
                  </a:lnTo>
                  <a:lnTo>
                    <a:pt x="5473763" y="268033"/>
                  </a:lnTo>
                  <a:lnTo>
                    <a:pt x="5472417" y="269214"/>
                  </a:lnTo>
                  <a:lnTo>
                    <a:pt x="5472417" y="314325"/>
                  </a:lnTo>
                  <a:lnTo>
                    <a:pt x="5467477" y="314325"/>
                  </a:lnTo>
                  <a:lnTo>
                    <a:pt x="5467477" y="311797"/>
                  </a:lnTo>
                  <a:lnTo>
                    <a:pt x="5469471" y="313372"/>
                  </a:lnTo>
                  <a:lnTo>
                    <a:pt x="5472417" y="314325"/>
                  </a:lnTo>
                  <a:lnTo>
                    <a:pt x="5472417" y="269214"/>
                  </a:lnTo>
                  <a:lnTo>
                    <a:pt x="5467477" y="273494"/>
                  </a:lnTo>
                  <a:lnTo>
                    <a:pt x="5467477" y="262890"/>
                  </a:lnTo>
                  <a:lnTo>
                    <a:pt x="5481498" y="262890"/>
                  </a:lnTo>
                  <a:lnTo>
                    <a:pt x="5481498" y="257175"/>
                  </a:lnTo>
                  <a:lnTo>
                    <a:pt x="5467477" y="257175"/>
                  </a:lnTo>
                  <a:lnTo>
                    <a:pt x="5467477" y="203606"/>
                  </a:lnTo>
                  <a:lnTo>
                    <a:pt x="5552097" y="203606"/>
                  </a:lnTo>
                  <a:lnTo>
                    <a:pt x="5552097" y="196456"/>
                  </a:lnTo>
                  <a:lnTo>
                    <a:pt x="5467477" y="196456"/>
                  </a:lnTo>
                  <a:lnTo>
                    <a:pt x="5467477" y="146456"/>
                  </a:lnTo>
                  <a:lnTo>
                    <a:pt x="5552097" y="146456"/>
                  </a:lnTo>
                  <a:lnTo>
                    <a:pt x="5552097" y="139306"/>
                  </a:lnTo>
                  <a:lnTo>
                    <a:pt x="5467477" y="139306"/>
                  </a:lnTo>
                  <a:lnTo>
                    <a:pt x="5467477" y="111772"/>
                  </a:lnTo>
                  <a:lnTo>
                    <a:pt x="5469471" y="113347"/>
                  </a:lnTo>
                  <a:lnTo>
                    <a:pt x="5475376" y="115252"/>
                  </a:lnTo>
                  <a:lnTo>
                    <a:pt x="5482615" y="115443"/>
                  </a:lnTo>
                  <a:lnTo>
                    <a:pt x="5491099" y="114503"/>
                  </a:lnTo>
                  <a:lnTo>
                    <a:pt x="5527129" y="91440"/>
                  </a:lnTo>
                  <a:lnTo>
                    <a:pt x="5528094" y="89306"/>
                  </a:lnTo>
                  <a:lnTo>
                    <a:pt x="5552097" y="89306"/>
                  </a:lnTo>
                  <a:lnTo>
                    <a:pt x="5552097" y="82156"/>
                  </a:lnTo>
                  <a:lnTo>
                    <a:pt x="5530761" y="82156"/>
                  </a:lnTo>
                  <a:lnTo>
                    <a:pt x="5531764" y="76873"/>
                  </a:lnTo>
                  <a:lnTo>
                    <a:pt x="5531574" y="69634"/>
                  </a:lnTo>
                  <a:lnTo>
                    <a:pt x="5529008" y="64389"/>
                  </a:lnTo>
                  <a:lnTo>
                    <a:pt x="5524055" y="61150"/>
                  </a:lnTo>
                  <a:lnTo>
                    <a:pt x="5519483" y="57531"/>
                  </a:lnTo>
                  <a:lnTo>
                    <a:pt x="5513006" y="55816"/>
                  </a:lnTo>
                  <a:lnTo>
                    <a:pt x="5504624" y="56007"/>
                  </a:lnTo>
                  <a:lnTo>
                    <a:pt x="5496699" y="56972"/>
                  </a:lnTo>
                  <a:lnTo>
                    <a:pt x="5462117" y="80086"/>
                  </a:lnTo>
                  <a:lnTo>
                    <a:pt x="5461127" y="82156"/>
                  </a:lnTo>
                  <a:lnTo>
                    <a:pt x="5440959" y="82156"/>
                  </a:lnTo>
                  <a:lnTo>
                    <a:pt x="5440959" y="89306"/>
                  </a:lnTo>
                  <a:lnTo>
                    <a:pt x="5458409" y="89306"/>
                  </a:lnTo>
                  <a:lnTo>
                    <a:pt x="5457469" y="94018"/>
                  </a:lnTo>
                  <a:lnTo>
                    <a:pt x="5457558" y="97155"/>
                  </a:lnTo>
                  <a:lnTo>
                    <a:pt x="5457469" y="139306"/>
                  </a:lnTo>
                  <a:lnTo>
                    <a:pt x="5440959" y="139306"/>
                  </a:lnTo>
                  <a:lnTo>
                    <a:pt x="5440959" y="146456"/>
                  </a:lnTo>
                  <a:lnTo>
                    <a:pt x="5457469" y="146456"/>
                  </a:lnTo>
                  <a:lnTo>
                    <a:pt x="5457469" y="196456"/>
                  </a:lnTo>
                  <a:lnTo>
                    <a:pt x="5440959" y="196456"/>
                  </a:lnTo>
                  <a:lnTo>
                    <a:pt x="5440959" y="203606"/>
                  </a:lnTo>
                  <a:lnTo>
                    <a:pt x="5457469" y="203606"/>
                  </a:lnTo>
                  <a:lnTo>
                    <a:pt x="5457469" y="257175"/>
                  </a:lnTo>
                  <a:lnTo>
                    <a:pt x="5457469" y="485775"/>
                  </a:lnTo>
                  <a:lnTo>
                    <a:pt x="5386032" y="485775"/>
                  </a:lnTo>
                  <a:lnTo>
                    <a:pt x="5386032" y="434340"/>
                  </a:lnTo>
                  <a:lnTo>
                    <a:pt x="5457469" y="434340"/>
                  </a:lnTo>
                  <a:lnTo>
                    <a:pt x="5457469" y="428625"/>
                  </a:lnTo>
                  <a:lnTo>
                    <a:pt x="5386032" y="428625"/>
                  </a:lnTo>
                  <a:lnTo>
                    <a:pt x="5386032" y="377190"/>
                  </a:lnTo>
                  <a:lnTo>
                    <a:pt x="5457469" y="377190"/>
                  </a:lnTo>
                  <a:lnTo>
                    <a:pt x="5457469" y="371475"/>
                  </a:lnTo>
                  <a:lnTo>
                    <a:pt x="5386032" y="371475"/>
                  </a:lnTo>
                  <a:lnTo>
                    <a:pt x="5386032" y="320040"/>
                  </a:lnTo>
                  <a:lnTo>
                    <a:pt x="5457469" y="320040"/>
                  </a:lnTo>
                  <a:lnTo>
                    <a:pt x="5457469" y="314325"/>
                  </a:lnTo>
                  <a:lnTo>
                    <a:pt x="5386032" y="314325"/>
                  </a:lnTo>
                  <a:lnTo>
                    <a:pt x="5386032" y="262890"/>
                  </a:lnTo>
                  <a:lnTo>
                    <a:pt x="5457469" y="262890"/>
                  </a:lnTo>
                  <a:lnTo>
                    <a:pt x="5457469" y="257175"/>
                  </a:lnTo>
                  <a:lnTo>
                    <a:pt x="5373332" y="257175"/>
                  </a:lnTo>
                  <a:lnTo>
                    <a:pt x="5373332" y="262890"/>
                  </a:lnTo>
                  <a:lnTo>
                    <a:pt x="5377459" y="262890"/>
                  </a:lnTo>
                  <a:lnTo>
                    <a:pt x="5377459" y="314325"/>
                  </a:lnTo>
                  <a:lnTo>
                    <a:pt x="5373332" y="314325"/>
                  </a:lnTo>
                  <a:lnTo>
                    <a:pt x="5373332" y="320040"/>
                  </a:lnTo>
                  <a:lnTo>
                    <a:pt x="5377459" y="320040"/>
                  </a:lnTo>
                  <a:lnTo>
                    <a:pt x="5377459" y="371475"/>
                  </a:lnTo>
                  <a:lnTo>
                    <a:pt x="5373332" y="371475"/>
                  </a:lnTo>
                  <a:lnTo>
                    <a:pt x="5373332" y="377190"/>
                  </a:lnTo>
                  <a:lnTo>
                    <a:pt x="5377459" y="377190"/>
                  </a:lnTo>
                  <a:lnTo>
                    <a:pt x="5377459" y="428625"/>
                  </a:lnTo>
                  <a:lnTo>
                    <a:pt x="5373332" y="428625"/>
                  </a:lnTo>
                  <a:lnTo>
                    <a:pt x="5373332" y="434340"/>
                  </a:lnTo>
                  <a:lnTo>
                    <a:pt x="5377459" y="434340"/>
                  </a:lnTo>
                  <a:lnTo>
                    <a:pt x="5377459" y="485775"/>
                  </a:lnTo>
                  <a:lnTo>
                    <a:pt x="5373332" y="485775"/>
                  </a:lnTo>
                  <a:lnTo>
                    <a:pt x="5373332" y="491490"/>
                  </a:lnTo>
                  <a:lnTo>
                    <a:pt x="5377459" y="491490"/>
                  </a:lnTo>
                  <a:lnTo>
                    <a:pt x="5386032" y="491490"/>
                  </a:lnTo>
                  <a:lnTo>
                    <a:pt x="6262243" y="491490"/>
                  </a:lnTo>
                  <a:lnTo>
                    <a:pt x="6262243" y="514350"/>
                  </a:lnTo>
                  <a:lnTo>
                    <a:pt x="6631940" y="528637"/>
                  </a:lnTo>
                  <a:lnTo>
                    <a:pt x="6641947" y="528637"/>
                  </a:lnTo>
                  <a:lnTo>
                    <a:pt x="6641947" y="491490"/>
                  </a:lnTo>
                  <a:lnTo>
                    <a:pt x="7001192" y="491490"/>
                  </a:lnTo>
                  <a:lnTo>
                    <a:pt x="7001192" y="485775"/>
                  </a:lnTo>
                  <a:lnTo>
                    <a:pt x="6641947" y="485775"/>
                  </a:lnTo>
                  <a:lnTo>
                    <a:pt x="6641947" y="434340"/>
                  </a:lnTo>
                  <a:lnTo>
                    <a:pt x="7001192" y="434340"/>
                  </a:lnTo>
                  <a:lnTo>
                    <a:pt x="7001192" y="428625"/>
                  </a:lnTo>
                  <a:lnTo>
                    <a:pt x="6641947" y="428625"/>
                  </a:lnTo>
                  <a:lnTo>
                    <a:pt x="6641947" y="377190"/>
                  </a:lnTo>
                  <a:lnTo>
                    <a:pt x="7001192" y="377190"/>
                  </a:lnTo>
                  <a:lnTo>
                    <a:pt x="7001192" y="371475"/>
                  </a:lnTo>
                  <a:lnTo>
                    <a:pt x="6666306" y="371475"/>
                  </a:lnTo>
                  <a:lnTo>
                    <a:pt x="6673875" y="369404"/>
                  </a:lnTo>
                  <a:lnTo>
                    <a:pt x="6704787" y="341617"/>
                  </a:lnTo>
                  <a:lnTo>
                    <a:pt x="6706235" y="334048"/>
                  </a:lnTo>
                  <a:lnTo>
                    <a:pt x="6706044" y="326809"/>
                  </a:lnTo>
                  <a:lnTo>
                    <a:pt x="6703479" y="321564"/>
                  </a:lnTo>
                  <a:lnTo>
                    <a:pt x="6701142" y="320040"/>
                  </a:lnTo>
                  <a:lnTo>
                    <a:pt x="7001192" y="320040"/>
                  </a:lnTo>
                  <a:lnTo>
                    <a:pt x="7001192" y="314325"/>
                  </a:lnTo>
                  <a:lnTo>
                    <a:pt x="6692506" y="314325"/>
                  </a:lnTo>
                  <a:lnTo>
                    <a:pt x="6687477" y="312991"/>
                  </a:lnTo>
                  <a:lnTo>
                    <a:pt x="6679095" y="313182"/>
                  </a:lnTo>
                  <a:lnTo>
                    <a:pt x="6671170" y="314147"/>
                  </a:lnTo>
                  <a:lnTo>
                    <a:pt x="6670573" y="314325"/>
                  </a:lnTo>
                  <a:lnTo>
                    <a:pt x="6655968" y="314325"/>
                  </a:lnTo>
                  <a:lnTo>
                    <a:pt x="6655968" y="320040"/>
                  </a:lnTo>
                  <a:lnTo>
                    <a:pt x="6655740" y="320154"/>
                  </a:lnTo>
                  <a:lnTo>
                    <a:pt x="6648234" y="325183"/>
                  </a:lnTo>
                  <a:lnTo>
                    <a:pt x="6646888" y="326364"/>
                  </a:lnTo>
                  <a:lnTo>
                    <a:pt x="6646888" y="371475"/>
                  </a:lnTo>
                  <a:lnTo>
                    <a:pt x="6641947" y="371475"/>
                  </a:lnTo>
                  <a:lnTo>
                    <a:pt x="6641947" y="368947"/>
                  </a:lnTo>
                  <a:lnTo>
                    <a:pt x="6643941" y="370522"/>
                  </a:lnTo>
                  <a:lnTo>
                    <a:pt x="6646888" y="371475"/>
                  </a:lnTo>
                  <a:lnTo>
                    <a:pt x="6646888" y="326364"/>
                  </a:lnTo>
                  <a:lnTo>
                    <a:pt x="6641947" y="330644"/>
                  </a:lnTo>
                  <a:lnTo>
                    <a:pt x="6641947" y="320040"/>
                  </a:lnTo>
                  <a:lnTo>
                    <a:pt x="6655968" y="320040"/>
                  </a:lnTo>
                  <a:lnTo>
                    <a:pt x="6655968" y="314325"/>
                  </a:lnTo>
                  <a:lnTo>
                    <a:pt x="6641947" y="314325"/>
                  </a:lnTo>
                  <a:lnTo>
                    <a:pt x="6641947" y="262890"/>
                  </a:lnTo>
                  <a:lnTo>
                    <a:pt x="7001192" y="262890"/>
                  </a:lnTo>
                  <a:lnTo>
                    <a:pt x="7001192" y="257175"/>
                  </a:lnTo>
                  <a:close/>
                </a:path>
                <a:path w="7014209" h="1347470">
                  <a:moveTo>
                    <a:pt x="7013892" y="259461"/>
                  </a:moveTo>
                  <a:lnTo>
                    <a:pt x="7005320" y="259461"/>
                  </a:lnTo>
                  <a:lnTo>
                    <a:pt x="7005320" y="491490"/>
                  </a:lnTo>
                  <a:lnTo>
                    <a:pt x="7013892" y="491490"/>
                  </a:lnTo>
                  <a:lnTo>
                    <a:pt x="7013892" y="2594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7975" y="7539108"/>
              <a:ext cx="158876" cy="182879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24002" y="7510533"/>
              <a:ext cx="216598" cy="267461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756475" y="6683346"/>
              <a:ext cx="3256279" cy="1484630"/>
            </a:xfrm>
            <a:custGeom>
              <a:avLst/>
              <a:gdLst/>
              <a:ahLst/>
              <a:cxnLst/>
              <a:rect l="l" t="t" r="r" b="b"/>
              <a:pathLst>
                <a:path w="3256279" h="1484629">
                  <a:moveTo>
                    <a:pt x="171005" y="798334"/>
                  </a:moveTo>
                  <a:lnTo>
                    <a:pt x="75565" y="769467"/>
                  </a:lnTo>
                  <a:lnTo>
                    <a:pt x="75565" y="776897"/>
                  </a:lnTo>
                  <a:lnTo>
                    <a:pt x="146431" y="798042"/>
                  </a:lnTo>
                  <a:lnTo>
                    <a:pt x="146431" y="798334"/>
                  </a:lnTo>
                  <a:lnTo>
                    <a:pt x="75565" y="819480"/>
                  </a:lnTo>
                  <a:lnTo>
                    <a:pt x="75565" y="827189"/>
                  </a:lnTo>
                  <a:lnTo>
                    <a:pt x="171005" y="798334"/>
                  </a:lnTo>
                  <a:close/>
                </a:path>
                <a:path w="3256279" h="1484629">
                  <a:moveTo>
                    <a:pt x="280149" y="1340688"/>
                  </a:moveTo>
                  <a:lnTo>
                    <a:pt x="279400" y="1334211"/>
                  </a:lnTo>
                  <a:lnTo>
                    <a:pt x="275767" y="1330680"/>
                  </a:lnTo>
                  <a:lnTo>
                    <a:pt x="269290" y="1330109"/>
                  </a:lnTo>
                  <a:lnTo>
                    <a:pt x="262623" y="1330680"/>
                  </a:lnTo>
                  <a:lnTo>
                    <a:pt x="259003" y="1334211"/>
                  </a:lnTo>
                  <a:lnTo>
                    <a:pt x="258432" y="1340688"/>
                  </a:lnTo>
                  <a:lnTo>
                    <a:pt x="259003" y="1347165"/>
                  </a:lnTo>
                  <a:lnTo>
                    <a:pt x="262623" y="1350873"/>
                  </a:lnTo>
                  <a:lnTo>
                    <a:pt x="269290" y="1351826"/>
                  </a:lnTo>
                  <a:lnTo>
                    <a:pt x="275767" y="1350873"/>
                  </a:lnTo>
                  <a:lnTo>
                    <a:pt x="279400" y="1347165"/>
                  </a:lnTo>
                  <a:lnTo>
                    <a:pt x="280149" y="1340688"/>
                  </a:lnTo>
                  <a:close/>
                </a:path>
                <a:path w="3256279" h="1484629">
                  <a:moveTo>
                    <a:pt x="1798853" y="798334"/>
                  </a:moveTo>
                  <a:lnTo>
                    <a:pt x="1703412" y="769467"/>
                  </a:lnTo>
                  <a:lnTo>
                    <a:pt x="1703412" y="776897"/>
                  </a:lnTo>
                  <a:lnTo>
                    <a:pt x="1774278" y="798042"/>
                  </a:lnTo>
                  <a:lnTo>
                    <a:pt x="1774278" y="798334"/>
                  </a:lnTo>
                  <a:lnTo>
                    <a:pt x="1703412" y="819480"/>
                  </a:lnTo>
                  <a:lnTo>
                    <a:pt x="1703412" y="827189"/>
                  </a:lnTo>
                  <a:lnTo>
                    <a:pt x="1798853" y="798334"/>
                  </a:lnTo>
                  <a:close/>
                </a:path>
                <a:path w="3256279" h="1484629">
                  <a:moveTo>
                    <a:pt x="1807718" y="1324394"/>
                  </a:moveTo>
                  <a:lnTo>
                    <a:pt x="1797710" y="1324394"/>
                  </a:lnTo>
                  <a:lnTo>
                    <a:pt x="1797710" y="1484414"/>
                  </a:lnTo>
                  <a:lnTo>
                    <a:pt x="1807718" y="1484414"/>
                  </a:lnTo>
                  <a:lnTo>
                    <a:pt x="1807718" y="1324394"/>
                  </a:lnTo>
                  <a:close/>
                </a:path>
                <a:path w="3256279" h="1484629">
                  <a:moveTo>
                    <a:pt x="3255708" y="855764"/>
                  </a:moveTo>
                  <a:lnTo>
                    <a:pt x="1640547" y="855764"/>
                  </a:lnTo>
                  <a:lnTo>
                    <a:pt x="1640547" y="0"/>
                  </a:lnTo>
                  <a:lnTo>
                    <a:pt x="1631975" y="0"/>
                  </a:lnTo>
                  <a:lnTo>
                    <a:pt x="1631975" y="1084364"/>
                  </a:lnTo>
                  <a:lnTo>
                    <a:pt x="1627847" y="1084364"/>
                  </a:lnTo>
                  <a:lnTo>
                    <a:pt x="1579079" y="1084364"/>
                  </a:lnTo>
                  <a:lnTo>
                    <a:pt x="1579079" y="1032929"/>
                  </a:lnTo>
                  <a:lnTo>
                    <a:pt x="1627847" y="1032929"/>
                  </a:lnTo>
                  <a:lnTo>
                    <a:pt x="1631975" y="1032929"/>
                  </a:lnTo>
                  <a:lnTo>
                    <a:pt x="1631975" y="1027214"/>
                  </a:lnTo>
                  <a:lnTo>
                    <a:pt x="1627847" y="1027214"/>
                  </a:lnTo>
                  <a:lnTo>
                    <a:pt x="1579079" y="1027214"/>
                  </a:lnTo>
                  <a:lnTo>
                    <a:pt x="1579079" y="985202"/>
                  </a:lnTo>
                  <a:lnTo>
                    <a:pt x="1579079" y="975779"/>
                  </a:lnTo>
                  <a:lnTo>
                    <a:pt x="1627847" y="975779"/>
                  </a:lnTo>
                  <a:lnTo>
                    <a:pt x="1631975" y="975779"/>
                  </a:lnTo>
                  <a:lnTo>
                    <a:pt x="1631975" y="970064"/>
                  </a:lnTo>
                  <a:lnTo>
                    <a:pt x="1627847" y="970064"/>
                  </a:lnTo>
                  <a:lnTo>
                    <a:pt x="1579079" y="970064"/>
                  </a:lnTo>
                  <a:lnTo>
                    <a:pt x="1579079" y="956284"/>
                  </a:lnTo>
                  <a:lnTo>
                    <a:pt x="1579079" y="941832"/>
                  </a:lnTo>
                  <a:lnTo>
                    <a:pt x="1579079" y="918629"/>
                  </a:lnTo>
                  <a:lnTo>
                    <a:pt x="1627847" y="918629"/>
                  </a:lnTo>
                  <a:lnTo>
                    <a:pt x="1631975" y="918629"/>
                  </a:lnTo>
                  <a:lnTo>
                    <a:pt x="1631975" y="912914"/>
                  </a:lnTo>
                  <a:lnTo>
                    <a:pt x="1627847" y="912914"/>
                  </a:lnTo>
                  <a:lnTo>
                    <a:pt x="1579079" y="912914"/>
                  </a:lnTo>
                  <a:lnTo>
                    <a:pt x="1569072" y="911377"/>
                  </a:lnTo>
                  <a:lnTo>
                    <a:pt x="1569072" y="940295"/>
                  </a:lnTo>
                  <a:lnTo>
                    <a:pt x="1569072" y="954747"/>
                  </a:lnTo>
                  <a:lnTo>
                    <a:pt x="1569072" y="983665"/>
                  </a:lnTo>
                  <a:lnTo>
                    <a:pt x="1569072" y="1027214"/>
                  </a:lnTo>
                  <a:lnTo>
                    <a:pt x="1569072" y="1032929"/>
                  </a:lnTo>
                  <a:lnTo>
                    <a:pt x="1569072" y="1084364"/>
                  </a:lnTo>
                  <a:lnTo>
                    <a:pt x="1455839" y="1084364"/>
                  </a:lnTo>
                  <a:lnTo>
                    <a:pt x="1455839" y="1032929"/>
                  </a:lnTo>
                  <a:lnTo>
                    <a:pt x="1569072" y="1032929"/>
                  </a:lnTo>
                  <a:lnTo>
                    <a:pt x="1569072" y="1027214"/>
                  </a:lnTo>
                  <a:lnTo>
                    <a:pt x="1455839" y="1027214"/>
                  </a:lnTo>
                  <a:lnTo>
                    <a:pt x="1455839" y="975779"/>
                  </a:lnTo>
                  <a:lnTo>
                    <a:pt x="1518107" y="975779"/>
                  </a:lnTo>
                  <a:lnTo>
                    <a:pt x="1569072" y="983665"/>
                  </a:lnTo>
                  <a:lnTo>
                    <a:pt x="1569072" y="954747"/>
                  </a:lnTo>
                  <a:lnTo>
                    <a:pt x="1481137" y="941158"/>
                  </a:lnTo>
                  <a:lnTo>
                    <a:pt x="1481137" y="970064"/>
                  </a:lnTo>
                  <a:lnTo>
                    <a:pt x="1455839" y="970064"/>
                  </a:lnTo>
                  <a:lnTo>
                    <a:pt x="1455839" y="966152"/>
                  </a:lnTo>
                  <a:lnTo>
                    <a:pt x="1481137" y="970064"/>
                  </a:lnTo>
                  <a:lnTo>
                    <a:pt x="1481137" y="941158"/>
                  </a:lnTo>
                  <a:lnTo>
                    <a:pt x="1455839" y="937234"/>
                  </a:lnTo>
                  <a:lnTo>
                    <a:pt x="1455839" y="922782"/>
                  </a:lnTo>
                  <a:lnTo>
                    <a:pt x="1569072" y="940295"/>
                  </a:lnTo>
                  <a:lnTo>
                    <a:pt x="1569072" y="911377"/>
                  </a:lnTo>
                  <a:lnTo>
                    <a:pt x="1455839" y="893864"/>
                  </a:lnTo>
                  <a:lnTo>
                    <a:pt x="1445844" y="892327"/>
                  </a:lnTo>
                  <a:lnTo>
                    <a:pt x="1445844" y="921245"/>
                  </a:lnTo>
                  <a:lnTo>
                    <a:pt x="1445844" y="935697"/>
                  </a:lnTo>
                  <a:lnTo>
                    <a:pt x="1445844" y="1084364"/>
                  </a:lnTo>
                  <a:lnTo>
                    <a:pt x="1332611" y="1084364"/>
                  </a:lnTo>
                  <a:lnTo>
                    <a:pt x="1332611" y="1032929"/>
                  </a:lnTo>
                  <a:lnTo>
                    <a:pt x="1445844" y="1032929"/>
                  </a:lnTo>
                  <a:lnTo>
                    <a:pt x="1445844" y="1027214"/>
                  </a:lnTo>
                  <a:lnTo>
                    <a:pt x="1332611" y="1027214"/>
                  </a:lnTo>
                  <a:lnTo>
                    <a:pt x="1332611" y="975779"/>
                  </a:lnTo>
                  <a:lnTo>
                    <a:pt x="1445844" y="975779"/>
                  </a:lnTo>
                  <a:lnTo>
                    <a:pt x="1445844" y="970064"/>
                  </a:lnTo>
                  <a:lnTo>
                    <a:pt x="1332611" y="970064"/>
                  </a:lnTo>
                  <a:lnTo>
                    <a:pt x="1332611" y="947115"/>
                  </a:lnTo>
                  <a:lnTo>
                    <a:pt x="1445844" y="964615"/>
                  </a:lnTo>
                  <a:lnTo>
                    <a:pt x="1445844" y="935697"/>
                  </a:lnTo>
                  <a:lnTo>
                    <a:pt x="1335481" y="918629"/>
                  </a:lnTo>
                  <a:lnTo>
                    <a:pt x="1428965" y="918629"/>
                  </a:lnTo>
                  <a:lnTo>
                    <a:pt x="1445844" y="921245"/>
                  </a:lnTo>
                  <a:lnTo>
                    <a:pt x="1445844" y="892327"/>
                  </a:lnTo>
                  <a:lnTo>
                    <a:pt x="1391996" y="884008"/>
                  </a:lnTo>
                  <a:lnTo>
                    <a:pt x="1391996" y="912914"/>
                  </a:lnTo>
                  <a:lnTo>
                    <a:pt x="1332611" y="912914"/>
                  </a:lnTo>
                  <a:lnTo>
                    <a:pt x="1332611" y="903744"/>
                  </a:lnTo>
                  <a:lnTo>
                    <a:pt x="1391996" y="912914"/>
                  </a:lnTo>
                  <a:lnTo>
                    <a:pt x="1391996" y="884008"/>
                  </a:lnTo>
                  <a:lnTo>
                    <a:pt x="1332611" y="874826"/>
                  </a:lnTo>
                  <a:lnTo>
                    <a:pt x="1322603" y="873277"/>
                  </a:lnTo>
                  <a:lnTo>
                    <a:pt x="1322603" y="902195"/>
                  </a:lnTo>
                  <a:lnTo>
                    <a:pt x="1322603" y="912914"/>
                  </a:lnTo>
                  <a:lnTo>
                    <a:pt x="1322603" y="1084364"/>
                  </a:lnTo>
                  <a:lnTo>
                    <a:pt x="1319161" y="1084364"/>
                  </a:lnTo>
                  <a:lnTo>
                    <a:pt x="1314132" y="1083030"/>
                  </a:lnTo>
                  <a:lnTo>
                    <a:pt x="1305750" y="1083221"/>
                  </a:lnTo>
                  <a:lnTo>
                    <a:pt x="1297825" y="1084186"/>
                  </a:lnTo>
                  <a:lnTo>
                    <a:pt x="1297228" y="1084364"/>
                  </a:lnTo>
                  <a:lnTo>
                    <a:pt x="593204" y="1084364"/>
                  </a:lnTo>
                  <a:lnTo>
                    <a:pt x="593204" y="1041654"/>
                  </a:lnTo>
                  <a:lnTo>
                    <a:pt x="593204" y="1032929"/>
                  </a:lnTo>
                  <a:lnTo>
                    <a:pt x="642937" y="1032929"/>
                  </a:lnTo>
                  <a:lnTo>
                    <a:pt x="642429" y="1035507"/>
                  </a:lnTo>
                  <a:lnTo>
                    <a:pt x="642620" y="1041984"/>
                  </a:lnTo>
                  <a:lnTo>
                    <a:pt x="645096" y="1047216"/>
                  </a:lnTo>
                  <a:lnTo>
                    <a:pt x="649859" y="1051217"/>
                  </a:lnTo>
                  <a:lnTo>
                    <a:pt x="654431" y="1054836"/>
                  </a:lnTo>
                  <a:lnTo>
                    <a:pt x="660336" y="1056741"/>
                  </a:lnTo>
                  <a:lnTo>
                    <a:pt x="667575" y="1056932"/>
                  </a:lnTo>
                  <a:lnTo>
                    <a:pt x="676059" y="1055992"/>
                  </a:lnTo>
                  <a:lnTo>
                    <a:pt x="712076" y="1032929"/>
                  </a:lnTo>
                  <a:lnTo>
                    <a:pt x="1135875" y="1032929"/>
                  </a:lnTo>
                  <a:lnTo>
                    <a:pt x="1135367" y="1035507"/>
                  </a:lnTo>
                  <a:lnTo>
                    <a:pt x="1135557" y="1041984"/>
                  </a:lnTo>
                  <a:lnTo>
                    <a:pt x="1138034" y="1047216"/>
                  </a:lnTo>
                  <a:lnTo>
                    <a:pt x="1142796" y="1051217"/>
                  </a:lnTo>
                  <a:lnTo>
                    <a:pt x="1147368" y="1054836"/>
                  </a:lnTo>
                  <a:lnTo>
                    <a:pt x="1153274" y="1056741"/>
                  </a:lnTo>
                  <a:lnTo>
                    <a:pt x="1160513" y="1056932"/>
                  </a:lnTo>
                  <a:lnTo>
                    <a:pt x="1168996" y="1055992"/>
                  </a:lnTo>
                  <a:lnTo>
                    <a:pt x="1205014" y="1032929"/>
                  </a:lnTo>
                  <a:lnTo>
                    <a:pt x="1322603" y="1032929"/>
                  </a:lnTo>
                  <a:lnTo>
                    <a:pt x="1322603" y="1027214"/>
                  </a:lnTo>
                  <a:lnTo>
                    <a:pt x="1207617" y="1027214"/>
                  </a:lnTo>
                  <a:lnTo>
                    <a:pt x="1208214" y="1025931"/>
                  </a:lnTo>
                  <a:lnTo>
                    <a:pt x="1209662" y="1018362"/>
                  </a:lnTo>
                  <a:lnTo>
                    <a:pt x="1209471" y="1011123"/>
                  </a:lnTo>
                  <a:lnTo>
                    <a:pt x="1209370" y="1010920"/>
                  </a:lnTo>
                  <a:lnTo>
                    <a:pt x="1209370" y="975779"/>
                  </a:lnTo>
                  <a:lnTo>
                    <a:pt x="1322603" y="975779"/>
                  </a:lnTo>
                  <a:lnTo>
                    <a:pt x="1322603" y="970064"/>
                  </a:lnTo>
                  <a:lnTo>
                    <a:pt x="1209370" y="970064"/>
                  </a:lnTo>
                  <a:lnTo>
                    <a:pt x="1209370" y="928052"/>
                  </a:lnTo>
                  <a:lnTo>
                    <a:pt x="1322603" y="945565"/>
                  </a:lnTo>
                  <a:lnTo>
                    <a:pt x="1322603" y="912914"/>
                  </a:lnTo>
                  <a:lnTo>
                    <a:pt x="1298498" y="912914"/>
                  </a:lnTo>
                  <a:lnTo>
                    <a:pt x="1209370" y="899134"/>
                  </a:lnTo>
                  <a:lnTo>
                    <a:pt x="1209370" y="884682"/>
                  </a:lnTo>
                  <a:lnTo>
                    <a:pt x="1322603" y="902195"/>
                  </a:lnTo>
                  <a:lnTo>
                    <a:pt x="1322603" y="873277"/>
                  </a:lnTo>
                  <a:lnTo>
                    <a:pt x="1246339" y="861479"/>
                  </a:lnTo>
                  <a:lnTo>
                    <a:pt x="1627847" y="861479"/>
                  </a:lnTo>
                  <a:lnTo>
                    <a:pt x="1631975" y="861479"/>
                  </a:lnTo>
                  <a:lnTo>
                    <a:pt x="1631975" y="855764"/>
                  </a:lnTo>
                  <a:lnTo>
                    <a:pt x="1627847" y="855764"/>
                  </a:lnTo>
                  <a:lnTo>
                    <a:pt x="1209370" y="855764"/>
                  </a:lnTo>
                  <a:lnTo>
                    <a:pt x="1199375" y="855764"/>
                  </a:lnTo>
                  <a:lnTo>
                    <a:pt x="1199375" y="861479"/>
                  </a:lnTo>
                  <a:lnTo>
                    <a:pt x="1199375" y="912914"/>
                  </a:lnTo>
                  <a:lnTo>
                    <a:pt x="1199375" y="918629"/>
                  </a:lnTo>
                  <a:lnTo>
                    <a:pt x="1199375" y="970064"/>
                  </a:lnTo>
                  <a:lnTo>
                    <a:pt x="1199375" y="975779"/>
                  </a:lnTo>
                  <a:lnTo>
                    <a:pt x="1199375" y="1000620"/>
                  </a:lnTo>
                  <a:lnTo>
                    <a:pt x="1197368" y="999020"/>
                  </a:lnTo>
                  <a:lnTo>
                    <a:pt x="1190891" y="997305"/>
                  </a:lnTo>
                  <a:lnTo>
                    <a:pt x="1182509" y="997496"/>
                  </a:lnTo>
                  <a:lnTo>
                    <a:pt x="1174584" y="998461"/>
                  </a:lnTo>
                  <a:lnTo>
                    <a:pt x="1140015" y="1021575"/>
                  </a:lnTo>
                  <a:lnTo>
                    <a:pt x="1137323" y="1027214"/>
                  </a:lnTo>
                  <a:lnTo>
                    <a:pt x="714679" y="1027214"/>
                  </a:lnTo>
                  <a:lnTo>
                    <a:pt x="715276" y="1025931"/>
                  </a:lnTo>
                  <a:lnTo>
                    <a:pt x="716724" y="1018362"/>
                  </a:lnTo>
                  <a:lnTo>
                    <a:pt x="716534" y="1011123"/>
                  </a:lnTo>
                  <a:lnTo>
                    <a:pt x="716432" y="1010920"/>
                  </a:lnTo>
                  <a:lnTo>
                    <a:pt x="716432" y="975779"/>
                  </a:lnTo>
                  <a:lnTo>
                    <a:pt x="766165" y="975779"/>
                  </a:lnTo>
                  <a:lnTo>
                    <a:pt x="765657" y="978357"/>
                  </a:lnTo>
                  <a:lnTo>
                    <a:pt x="765848" y="984834"/>
                  </a:lnTo>
                  <a:lnTo>
                    <a:pt x="790803" y="999782"/>
                  </a:lnTo>
                  <a:lnTo>
                    <a:pt x="799287" y="998842"/>
                  </a:lnTo>
                  <a:lnTo>
                    <a:pt x="835317" y="975779"/>
                  </a:lnTo>
                  <a:lnTo>
                    <a:pt x="1012634" y="975779"/>
                  </a:lnTo>
                  <a:lnTo>
                    <a:pt x="1012126" y="978357"/>
                  </a:lnTo>
                  <a:lnTo>
                    <a:pt x="1012317" y="984834"/>
                  </a:lnTo>
                  <a:lnTo>
                    <a:pt x="1014793" y="990066"/>
                  </a:lnTo>
                  <a:lnTo>
                    <a:pt x="1019556" y="994067"/>
                  </a:lnTo>
                  <a:lnTo>
                    <a:pt x="1024128" y="997686"/>
                  </a:lnTo>
                  <a:lnTo>
                    <a:pt x="1030033" y="999591"/>
                  </a:lnTo>
                  <a:lnTo>
                    <a:pt x="1037272" y="999782"/>
                  </a:lnTo>
                  <a:lnTo>
                    <a:pt x="1045756" y="998842"/>
                  </a:lnTo>
                  <a:lnTo>
                    <a:pt x="1081786" y="975779"/>
                  </a:lnTo>
                  <a:lnTo>
                    <a:pt x="1199375" y="975779"/>
                  </a:lnTo>
                  <a:lnTo>
                    <a:pt x="1199375" y="970064"/>
                  </a:lnTo>
                  <a:lnTo>
                    <a:pt x="1084389" y="970064"/>
                  </a:lnTo>
                  <a:lnTo>
                    <a:pt x="1084986" y="968781"/>
                  </a:lnTo>
                  <a:lnTo>
                    <a:pt x="1086421" y="961212"/>
                  </a:lnTo>
                  <a:lnTo>
                    <a:pt x="1086231" y="953973"/>
                  </a:lnTo>
                  <a:lnTo>
                    <a:pt x="1086142" y="953795"/>
                  </a:lnTo>
                  <a:lnTo>
                    <a:pt x="1086142" y="918629"/>
                  </a:lnTo>
                  <a:lnTo>
                    <a:pt x="1199375" y="918629"/>
                  </a:lnTo>
                  <a:lnTo>
                    <a:pt x="1199375" y="912914"/>
                  </a:lnTo>
                  <a:lnTo>
                    <a:pt x="1086142" y="912914"/>
                  </a:lnTo>
                  <a:lnTo>
                    <a:pt x="1086142" y="861479"/>
                  </a:lnTo>
                  <a:lnTo>
                    <a:pt x="1199375" y="861479"/>
                  </a:lnTo>
                  <a:lnTo>
                    <a:pt x="1199375" y="855764"/>
                  </a:lnTo>
                  <a:lnTo>
                    <a:pt x="1086142" y="855764"/>
                  </a:lnTo>
                  <a:lnTo>
                    <a:pt x="1086142" y="832167"/>
                  </a:lnTo>
                  <a:lnTo>
                    <a:pt x="1086142" y="803503"/>
                  </a:lnTo>
                  <a:lnTo>
                    <a:pt x="1086142" y="789178"/>
                  </a:lnTo>
                  <a:lnTo>
                    <a:pt x="1086142" y="760514"/>
                  </a:lnTo>
                  <a:lnTo>
                    <a:pt x="1076134" y="760514"/>
                  </a:lnTo>
                  <a:lnTo>
                    <a:pt x="1076134" y="943457"/>
                  </a:lnTo>
                  <a:lnTo>
                    <a:pt x="1074140" y="941870"/>
                  </a:lnTo>
                  <a:lnTo>
                    <a:pt x="1067663" y="940155"/>
                  </a:lnTo>
                  <a:lnTo>
                    <a:pt x="1059281" y="940346"/>
                  </a:lnTo>
                  <a:lnTo>
                    <a:pt x="1051356" y="941311"/>
                  </a:lnTo>
                  <a:lnTo>
                    <a:pt x="1016774" y="964425"/>
                  </a:lnTo>
                  <a:lnTo>
                    <a:pt x="1014082" y="970064"/>
                  </a:lnTo>
                  <a:lnTo>
                    <a:pt x="837920" y="970064"/>
                  </a:lnTo>
                  <a:lnTo>
                    <a:pt x="838517" y="968781"/>
                  </a:lnTo>
                  <a:lnTo>
                    <a:pt x="839952" y="961212"/>
                  </a:lnTo>
                  <a:lnTo>
                    <a:pt x="839762" y="953973"/>
                  </a:lnTo>
                  <a:lnTo>
                    <a:pt x="839673" y="953795"/>
                  </a:lnTo>
                  <a:lnTo>
                    <a:pt x="839673" y="918629"/>
                  </a:lnTo>
                  <a:lnTo>
                    <a:pt x="889406" y="918629"/>
                  </a:lnTo>
                  <a:lnTo>
                    <a:pt x="888898" y="921207"/>
                  </a:lnTo>
                  <a:lnTo>
                    <a:pt x="889088" y="927684"/>
                  </a:lnTo>
                  <a:lnTo>
                    <a:pt x="914044" y="942632"/>
                  </a:lnTo>
                  <a:lnTo>
                    <a:pt x="922528" y="941692"/>
                  </a:lnTo>
                  <a:lnTo>
                    <a:pt x="958545" y="918629"/>
                  </a:lnTo>
                  <a:lnTo>
                    <a:pt x="1076134" y="918629"/>
                  </a:lnTo>
                  <a:lnTo>
                    <a:pt x="1076134" y="912914"/>
                  </a:lnTo>
                  <a:lnTo>
                    <a:pt x="961148" y="912914"/>
                  </a:lnTo>
                  <a:lnTo>
                    <a:pt x="961745" y="911631"/>
                  </a:lnTo>
                  <a:lnTo>
                    <a:pt x="963193" y="904062"/>
                  </a:lnTo>
                  <a:lnTo>
                    <a:pt x="963002" y="896823"/>
                  </a:lnTo>
                  <a:lnTo>
                    <a:pt x="962901" y="896620"/>
                  </a:lnTo>
                  <a:lnTo>
                    <a:pt x="962901" y="861479"/>
                  </a:lnTo>
                  <a:lnTo>
                    <a:pt x="1076134" y="861479"/>
                  </a:lnTo>
                  <a:lnTo>
                    <a:pt x="1076134" y="855764"/>
                  </a:lnTo>
                  <a:lnTo>
                    <a:pt x="962901" y="855764"/>
                  </a:lnTo>
                  <a:lnTo>
                    <a:pt x="962901" y="841705"/>
                  </a:lnTo>
                  <a:lnTo>
                    <a:pt x="1076134" y="832942"/>
                  </a:lnTo>
                  <a:lnTo>
                    <a:pt x="1076134" y="804278"/>
                  </a:lnTo>
                  <a:lnTo>
                    <a:pt x="962901" y="813041"/>
                  </a:lnTo>
                  <a:lnTo>
                    <a:pt x="962901" y="798715"/>
                  </a:lnTo>
                  <a:lnTo>
                    <a:pt x="1076134" y="789952"/>
                  </a:lnTo>
                  <a:lnTo>
                    <a:pt x="1076134" y="761288"/>
                  </a:lnTo>
                  <a:lnTo>
                    <a:pt x="962901" y="770039"/>
                  </a:lnTo>
                  <a:lnTo>
                    <a:pt x="952906" y="770039"/>
                  </a:lnTo>
                  <a:lnTo>
                    <a:pt x="952906" y="886320"/>
                  </a:lnTo>
                  <a:lnTo>
                    <a:pt x="950899" y="884720"/>
                  </a:lnTo>
                  <a:lnTo>
                    <a:pt x="944422" y="883005"/>
                  </a:lnTo>
                  <a:lnTo>
                    <a:pt x="936040" y="883196"/>
                  </a:lnTo>
                  <a:lnTo>
                    <a:pt x="928116" y="884161"/>
                  </a:lnTo>
                  <a:lnTo>
                    <a:pt x="893546" y="907275"/>
                  </a:lnTo>
                  <a:lnTo>
                    <a:pt x="890854" y="912914"/>
                  </a:lnTo>
                  <a:lnTo>
                    <a:pt x="839673" y="912914"/>
                  </a:lnTo>
                  <a:lnTo>
                    <a:pt x="839673" y="861479"/>
                  </a:lnTo>
                  <a:lnTo>
                    <a:pt x="952906" y="861479"/>
                  </a:lnTo>
                  <a:lnTo>
                    <a:pt x="952906" y="855764"/>
                  </a:lnTo>
                  <a:lnTo>
                    <a:pt x="839673" y="855764"/>
                  </a:lnTo>
                  <a:lnTo>
                    <a:pt x="839673" y="851217"/>
                  </a:lnTo>
                  <a:lnTo>
                    <a:pt x="952906" y="842467"/>
                  </a:lnTo>
                  <a:lnTo>
                    <a:pt x="952906" y="813803"/>
                  </a:lnTo>
                  <a:lnTo>
                    <a:pt x="839673" y="822553"/>
                  </a:lnTo>
                  <a:lnTo>
                    <a:pt x="839673" y="808228"/>
                  </a:lnTo>
                  <a:lnTo>
                    <a:pt x="952906" y="799477"/>
                  </a:lnTo>
                  <a:lnTo>
                    <a:pt x="952906" y="770813"/>
                  </a:lnTo>
                  <a:lnTo>
                    <a:pt x="839673" y="779564"/>
                  </a:lnTo>
                  <a:lnTo>
                    <a:pt x="829665" y="779564"/>
                  </a:lnTo>
                  <a:lnTo>
                    <a:pt x="829665" y="943457"/>
                  </a:lnTo>
                  <a:lnTo>
                    <a:pt x="827671" y="941870"/>
                  </a:lnTo>
                  <a:lnTo>
                    <a:pt x="821194" y="940155"/>
                  </a:lnTo>
                  <a:lnTo>
                    <a:pt x="812812" y="940346"/>
                  </a:lnTo>
                  <a:lnTo>
                    <a:pt x="804887" y="941311"/>
                  </a:lnTo>
                  <a:lnTo>
                    <a:pt x="770305" y="964425"/>
                  </a:lnTo>
                  <a:lnTo>
                    <a:pt x="767613" y="970064"/>
                  </a:lnTo>
                  <a:lnTo>
                    <a:pt x="716432" y="970064"/>
                  </a:lnTo>
                  <a:lnTo>
                    <a:pt x="716432" y="918629"/>
                  </a:lnTo>
                  <a:lnTo>
                    <a:pt x="829665" y="918629"/>
                  </a:lnTo>
                  <a:lnTo>
                    <a:pt x="829665" y="912914"/>
                  </a:lnTo>
                  <a:lnTo>
                    <a:pt x="716432" y="912914"/>
                  </a:lnTo>
                  <a:lnTo>
                    <a:pt x="716432" y="861479"/>
                  </a:lnTo>
                  <a:lnTo>
                    <a:pt x="829665" y="861479"/>
                  </a:lnTo>
                  <a:lnTo>
                    <a:pt x="829665" y="855764"/>
                  </a:lnTo>
                  <a:lnTo>
                    <a:pt x="780834" y="855764"/>
                  </a:lnTo>
                  <a:lnTo>
                    <a:pt x="829665" y="851992"/>
                  </a:lnTo>
                  <a:lnTo>
                    <a:pt x="829665" y="823328"/>
                  </a:lnTo>
                  <a:lnTo>
                    <a:pt x="716432" y="832078"/>
                  </a:lnTo>
                  <a:lnTo>
                    <a:pt x="716432" y="817753"/>
                  </a:lnTo>
                  <a:lnTo>
                    <a:pt x="829665" y="809002"/>
                  </a:lnTo>
                  <a:lnTo>
                    <a:pt x="829665" y="780338"/>
                  </a:lnTo>
                  <a:lnTo>
                    <a:pt x="716432" y="789089"/>
                  </a:lnTo>
                  <a:lnTo>
                    <a:pt x="706437" y="789089"/>
                  </a:lnTo>
                  <a:lnTo>
                    <a:pt x="706437" y="855764"/>
                  </a:lnTo>
                  <a:lnTo>
                    <a:pt x="0" y="855764"/>
                  </a:lnTo>
                  <a:lnTo>
                    <a:pt x="0" y="861479"/>
                  </a:lnTo>
                  <a:lnTo>
                    <a:pt x="706437" y="861479"/>
                  </a:lnTo>
                  <a:lnTo>
                    <a:pt x="706437" y="912914"/>
                  </a:lnTo>
                  <a:lnTo>
                    <a:pt x="0" y="912914"/>
                  </a:lnTo>
                  <a:lnTo>
                    <a:pt x="0" y="918629"/>
                  </a:lnTo>
                  <a:lnTo>
                    <a:pt x="706437" y="918629"/>
                  </a:lnTo>
                  <a:lnTo>
                    <a:pt x="706437" y="970064"/>
                  </a:lnTo>
                  <a:lnTo>
                    <a:pt x="706437" y="975779"/>
                  </a:lnTo>
                  <a:lnTo>
                    <a:pt x="706437" y="1000620"/>
                  </a:lnTo>
                  <a:lnTo>
                    <a:pt x="704430" y="999020"/>
                  </a:lnTo>
                  <a:lnTo>
                    <a:pt x="697953" y="997305"/>
                  </a:lnTo>
                  <a:lnTo>
                    <a:pt x="689571" y="997496"/>
                  </a:lnTo>
                  <a:lnTo>
                    <a:pt x="681647" y="998461"/>
                  </a:lnTo>
                  <a:lnTo>
                    <a:pt x="647077" y="1021575"/>
                  </a:lnTo>
                  <a:lnTo>
                    <a:pt x="644385" y="1027214"/>
                  </a:lnTo>
                  <a:lnTo>
                    <a:pt x="593204" y="1027214"/>
                  </a:lnTo>
                  <a:lnTo>
                    <a:pt x="593204" y="1013028"/>
                  </a:lnTo>
                  <a:lnTo>
                    <a:pt x="593204" y="998702"/>
                  </a:lnTo>
                  <a:lnTo>
                    <a:pt x="593204" y="975779"/>
                  </a:lnTo>
                  <a:lnTo>
                    <a:pt x="706437" y="975779"/>
                  </a:lnTo>
                  <a:lnTo>
                    <a:pt x="706437" y="970064"/>
                  </a:lnTo>
                  <a:lnTo>
                    <a:pt x="593204" y="970064"/>
                  </a:lnTo>
                  <a:lnTo>
                    <a:pt x="583196" y="970064"/>
                  </a:lnTo>
                  <a:lnTo>
                    <a:pt x="583196" y="999363"/>
                  </a:lnTo>
                  <a:lnTo>
                    <a:pt x="583196" y="1013688"/>
                  </a:lnTo>
                  <a:lnTo>
                    <a:pt x="583196" y="1042314"/>
                  </a:lnTo>
                  <a:lnTo>
                    <a:pt x="583196" y="1084364"/>
                  </a:lnTo>
                  <a:lnTo>
                    <a:pt x="579755" y="1084364"/>
                  </a:lnTo>
                  <a:lnTo>
                    <a:pt x="574725" y="1083030"/>
                  </a:lnTo>
                  <a:lnTo>
                    <a:pt x="566343" y="1083221"/>
                  </a:lnTo>
                  <a:lnTo>
                    <a:pt x="558419" y="1084186"/>
                  </a:lnTo>
                  <a:lnTo>
                    <a:pt x="557822" y="1084364"/>
                  </a:lnTo>
                  <a:lnTo>
                    <a:pt x="469963" y="1084364"/>
                  </a:lnTo>
                  <a:lnTo>
                    <a:pt x="469963" y="1049756"/>
                  </a:lnTo>
                  <a:lnTo>
                    <a:pt x="583196" y="1042314"/>
                  </a:lnTo>
                  <a:lnTo>
                    <a:pt x="583196" y="1013688"/>
                  </a:lnTo>
                  <a:lnTo>
                    <a:pt x="469963" y="1021130"/>
                  </a:lnTo>
                  <a:lnTo>
                    <a:pt x="469963" y="1006805"/>
                  </a:lnTo>
                  <a:lnTo>
                    <a:pt x="583196" y="999363"/>
                  </a:lnTo>
                  <a:lnTo>
                    <a:pt x="583196" y="970064"/>
                  </a:lnTo>
                  <a:lnTo>
                    <a:pt x="0" y="970064"/>
                  </a:lnTo>
                  <a:lnTo>
                    <a:pt x="0" y="975779"/>
                  </a:lnTo>
                  <a:lnTo>
                    <a:pt x="506183" y="975779"/>
                  </a:lnTo>
                  <a:lnTo>
                    <a:pt x="469963" y="978166"/>
                  </a:lnTo>
                  <a:lnTo>
                    <a:pt x="469836" y="978166"/>
                  </a:lnTo>
                  <a:lnTo>
                    <a:pt x="459968" y="978166"/>
                  </a:lnTo>
                  <a:lnTo>
                    <a:pt x="459968" y="978827"/>
                  </a:lnTo>
                  <a:lnTo>
                    <a:pt x="459968" y="1007465"/>
                  </a:lnTo>
                  <a:lnTo>
                    <a:pt x="459968" y="1021791"/>
                  </a:lnTo>
                  <a:lnTo>
                    <a:pt x="459968" y="1050417"/>
                  </a:lnTo>
                  <a:lnTo>
                    <a:pt x="459968" y="1084364"/>
                  </a:lnTo>
                  <a:lnTo>
                    <a:pt x="346735" y="1084364"/>
                  </a:lnTo>
                  <a:lnTo>
                    <a:pt x="346735" y="1057846"/>
                  </a:lnTo>
                  <a:lnTo>
                    <a:pt x="459968" y="1050417"/>
                  </a:lnTo>
                  <a:lnTo>
                    <a:pt x="459968" y="1021791"/>
                  </a:lnTo>
                  <a:lnTo>
                    <a:pt x="377215" y="1027214"/>
                  </a:lnTo>
                  <a:lnTo>
                    <a:pt x="346735" y="1027214"/>
                  </a:lnTo>
                  <a:lnTo>
                    <a:pt x="346735" y="1014895"/>
                  </a:lnTo>
                  <a:lnTo>
                    <a:pt x="459968" y="1007465"/>
                  </a:lnTo>
                  <a:lnTo>
                    <a:pt x="459968" y="978827"/>
                  </a:lnTo>
                  <a:lnTo>
                    <a:pt x="346735" y="986256"/>
                  </a:lnTo>
                  <a:lnTo>
                    <a:pt x="336727" y="986256"/>
                  </a:lnTo>
                  <a:lnTo>
                    <a:pt x="336727" y="1195095"/>
                  </a:lnTo>
                  <a:lnTo>
                    <a:pt x="264477" y="1195095"/>
                  </a:lnTo>
                  <a:lnTo>
                    <a:pt x="256209" y="1195095"/>
                  </a:lnTo>
                  <a:lnTo>
                    <a:pt x="178752" y="1195095"/>
                  </a:lnTo>
                  <a:lnTo>
                    <a:pt x="158140" y="1195095"/>
                  </a:lnTo>
                  <a:lnTo>
                    <a:pt x="158140" y="1145095"/>
                  </a:lnTo>
                  <a:lnTo>
                    <a:pt x="178752" y="1145095"/>
                  </a:lnTo>
                  <a:lnTo>
                    <a:pt x="256209" y="1145095"/>
                  </a:lnTo>
                  <a:lnTo>
                    <a:pt x="264477" y="1145095"/>
                  </a:lnTo>
                  <a:lnTo>
                    <a:pt x="336727" y="1145095"/>
                  </a:lnTo>
                  <a:lnTo>
                    <a:pt x="336727" y="1137945"/>
                  </a:lnTo>
                  <a:lnTo>
                    <a:pt x="264477" y="1137945"/>
                  </a:lnTo>
                  <a:lnTo>
                    <a:pt x="256209" y="1137945"/>
                  </a:lnTo>
                  <a:lnTo>
                    <a:pt x="178752" y="1137945"/>
                  </a:lnTo>
                  <a:lnTo>
                    <a:pt x="158140" y="1137945"/>
                  </a:lnTo>
                  <a:lnTo>
                    <a:pt x="158140" y="1090079"/>
                  </a:lnTo>
                  <a:lnTo>
                    <a:pt x="336727" y="1090079"/>
                  </a:lnTo>
                  <a:lnTo>
                    <a:pt x="336727" y="1084364"/>
                  </a:lnTo>
                  <a:lnTo>
                    <a:pt x="158140" y="1084364"/>
                  </a:lnTo>
                  <a:lnTo>
                    <a:pt x="158140" y="1070229"/>
                  </a:lnTo>
                  <a:lnTo>
                    <a:pt x="336727" y="1058506"/>
                  </a:lnTo>
                  <a:lnTo>
                    <a:pt x="336727" y="1027214"/>
                  </a:lnTo>
                  <a:lnTo>
                    <a:pt x="290195" y="1027214"/>
                  </a:lnTo>
                  <a:lnTo>
                    <a:pt x="290195" y="1032929"/>
                  </a:lnTo>
                  <a:lnTo>
                    <a:pt x="158140" y="1041603"/>
                  </a:lnTo>
                  <a:lnTo>
                    <a:pt x="158140" y="1032929"/>
                  </a:lnTo>
                  <a:lnTo>
                    <a:pt x="290195" y="1032929"/>
                  </a:lnTo>
                  <a:lnTo>
                    <a:pt x="290195" y="1027214"/>
                  </a:lnTo>
                  <a:lnTo>
                    <a:pt x="159105" y="1027214"/>
                  </a:lnTo>
                  <a:lnTo>
                    <a:pt x="336727" y="1015555"/>
                  </a:lnTo>
                  <a:lnTo>
                    <a:pt x="336727" y="986917"/>
                  </a:lnTo>
                  <a:lnTo>
                    <a:pt x="158140" y="998639"/>
                  </a:lnTo>
                  <a:lnTo>
                    <a:pt x="148145" y="998639"/>
                  </a:lnTo>
                  <a:lnTo>
                    <a:pt x="148145" y="1027214"/>
                  </a:lnTo>
                  <a:lnTo>
                    <a:pt x="0" y="1027214"/>
                  </a:lnTo>
                  <a:lnTo>
                    <a:pt x="0" y="1032929"/>
                  </a:lnTo>
                  <a:lnTo>
                    <a:pt x="148145" y="1032929"/>
                  </a:lnTo>
                  <a:lnTo>
                    <a:pt x="148145" y="1084364"/>
                  </a:lnTo>
                  <a:lnTo>
                    <a:pt x="0" y="1084364"/>
                  </a:lnTo>
                  <a:lnTo>
                    <a:pt x="0" y="1090079"/>
                  </a:lnTo>
                  <a:lnTo>
                    <a:pt x="148145" y="1090079"/>
                  </a:lnTo>
                  <a:lnTo>
                    <a:pt x="148145" y="1137945"/>
                  </a:lnTo>
                  <a:lnTo>
                    <a:pt x="67614" y="1137945"/>
                  </a:lnTo>
                  <a:lnTo>
                    <a:pt x="67614" y="1145095"/>
                  </a:lnTo>
                  <a:lnTo>
                    <a:pt x="148145" y="1145095"/>
                  </a:lnTo>
                  <a:lnTo>
                    <a:pt x="148145" y="1195095"/>
                  </a:lnTo>
                  <a:lnTo>
                    <a:pt x="67614" y="1195095"/>
                  </a:lnTo>
                  <a:lnTo>
                    <a:pt x="67614" y="1202245"/>
                  </a:lnTo>
                  <a:lnTo>
                    <a:pt x="148145" y="1202245"/>
                  </a:lnTo>
                  <a:lnTo>
                    <a:pt x="148145" y="1252245"/>
                  </a:lnTo>
                  <a:lnTo>
                    <a:pt x="67614" y="1252245"/>
                  </a:lnTo>
                  <a:lnTo>
                    <a:pt x="67614" y="1259395"/>
                  </a:lnTo>
                  <a:lnTo>
                    <a:pt x="148145" y="1259395"/>
                  </a:lnTo>
                  <a:lnTo>
                    <a:pt x="148145" y="1286370"/>
                  </a:lnTo>
                  <a:lnTo>
                    <a:pt x="146138" y="1284770"/>
                  </a:lnTo>
                  <a:lnTo>
                    <a:pt x="139661" y="1283055"/>
                  </a:lnTo>
                  <a:lnTo>
                    <a:pt x="131279" y="1283246"/>
                  </a:lnTo>
                  <a:lnTo>
                    <a:pt x="93726" y="1301051"/>
                  </a:lnTo>
                  <a:lnTo>
                    <a:pt x="87782" y="1309395"/>
                  </a:lnTo>
                  <a:lnTo>
                    <a:pt x="67614" y="1309395"/>
                  </a:lnTo>
                  <a:lnTo>
                    <a:pt x="67614" y="1316545"/>
                  </a:lnTo>
                  <a:lnTo>
                    <a:pt x="85064" y="1316545"/>
                  </a:lnTo>
                  <a:lnTo>
                    <a:pt x="84137" y="1321257"/>
                  </a:lnTo>
                  <a:lnTo>
                    <a:pt x="109283" y="1342682"/>
                  </a:lnTo>
                  <a:lnTo>
                    <a:pt x="117754" y="1341742"/>
                  </a:lnTo>
                  <a:lnTo>
                    <a:pt x="153784" y="1318679"/>
                  </a:lnTo>
                  <a:lnTo>
                    <a:pt x="154749" y="1316545"/>
                  </a:lnTo>
                  <a:lnTo>
                    <a:pt x="170586" y="1316545"/>
                  </a:lnTo>
                  <a:lnTo>
                    <a:pt x="170141" y="1318679"/>
                  </a:lnTo>
                  <a:lnTo>
                    <a:pt x="169189" y="1327442"/>
                  </a:lnTo>
                  <a:lnTo>
                    <a:pt x="169862" y="1329080"/>
                  </a:lnTo>
                  <a:lnTo>
                    <a:pt x="169862" y="1484414"/>
                  </a:lnTo>
                  <a:lnTo>
                    <a:pt x="179857" y="1484414"/>
                  </a:lnTo>
                  <a:lnTo>
                    <a:pt x="179857" y="1340599"/>
                  </a:lnTo>
                  <a:lnTo>
                    <a:pt x="184150" y="1342974"/>
                  </a:lnTo>
                  <a:lnTo>
                    <a:pt x="189865" y="1344117"/>
                  </a:lnTo>
                  <a:lnTo>
                    <a:pt x="196151" y="1343545"/>
                  </a:lnTo>
                  <a:lnTo>
                    <a:pt x="204216" y="1342631"/>
                  </a:lnTo>
                  <a:lnTo>
                    <a:pt x="212153" y="1340472"/>
                  </a:lnTo>
                  <a:lnTo>
                    <a:pt x="219938" y="1337056"/>
                  </a:lnTo>
                  <a:lnTo>
                    <a:pt x="224917" y="1334020"/>
                  </a:lnTo>
                  <a:lnTo>
                    <a:pt x="227584" y="1332395"/>
                  </a:lnTo>
                  <a:lnTo>
                    <a:pt x="234289" y="1326832"/>
                  </a:lnTo>
                  <a:lnTo>
                    <a:pt x="239293" y="1320685"/>
                  </a:lnTo>
                  <a:lnTo>
                    <a:pt x="241312" y="1316545"/>
                  </a:lnTo>
                  <a:lnTo>
                    <a:pt x="264477" y="1316545"/>
                  </a:lnTo>
                  <a:lnTo>
                    <a:pt x="264477" y="1309395"/>
                  </a:lnTo>
                  <a:lnTo>
                    <a:pt x="243560" y="1309395"/>
                  </a:lnTo>
                  <a:lnTo>
                    <a:pt x="244157" y="1306677"/>
                  </a:lnTo>
                  <a:lnTo>
                    <a:pt x="244906" y="1297914"/>
                  </a:lnTo>
                  <a:lnTo>
                    <a:pt x="242036" y="1290967"/>
                  </a:lnTo>
                  <a:lnTo>
                    <a:pt x="241960" y="1290777"/>
                  </a:lnTo>
                  <a:lnTo>
                    <a:pt x="236435" y="1286205"/>
                  </a:lnTo>
                  <a:lnTo>
                    <a:pt x="236435" y="1295539"/>
                  </a:lnTo>
                  <a:lnTo>
                    <a:pt x="236435" y="1299159"/>
                  </a:lnTo>
                  <a:lnTo>
                    <a:pt x="234442" y="1303350"/>
                  </a:lnTo>
                  <a:lnTo>
                    <a:pt x="230441" y="1308112"/>
                  </a:lnTo>
                  <a:lnTo>
                    <a:pt x="228955" y="1309395"/>
                  </a:lnTo>
                  <a:lnTo>
                    <a:pt x="220713" y="1309395"/>
                  </a:lnTo>
                  <a:lnTo>
                    <a:pt x="220713" y="1316545"/>
                  </a:lnTo>
                  <a:lnTo>
                    <a:pt x="187579" y="1334020"/>
                  </a:lnTo>
                  <a:lnTo>
                    <a:pt x="183578" y="1333830"/>
                  </a:lnTo>
                  <a:lnTo>
                    <a:pt x="179857" y="1333487"/>
                  </a:lnTo>
                  <a:lnTo>
                    <a:pt x="179857" y="1324394"/>
                  </a:lnTo>
                  <a:lnTo>
                    <a:pt x="178879" y="1324394"/>
                  </a:lnTo>
                  <a:lnTo>
                    <a:pt x="179070" y="1323606"/>
                  </a:lnTo>
                  <a:lnTo>
                    <a:pt x="182143" y="1318399"/>
                  </a:lnTo>
                  <a:lnTo>
                    <a:pt x="183845" y="1316545"/>
                  </a:lnTo>
                  <a:lnTo>
                    <a:pt x="220713" y="1316545"/>
                  </a:lnTo>
                  <a:lnTo>
                    <a:pt x="220713" y="1309395"/>
                  </a:lnTo>
                  <a:lnTo>
                    <a:pt x="191541" y="1309395"/>
                  </a:lnTo>
                  <a:lnTo>
                    <a:pt x="198043" y="1304112"/>
                  </a:lnTo>
                  <a:lnTo>
                    <a:pt x="203860" y="1300391"/>
                  </a:lnTo>
                  <a:lnTo>
                    <a:pt x="211289" y="1296390"/>
                  </a:lnTo>
                  <a:lnTo>
                    <a:pt x="218909" y="1292580"/>
                  </a:lnTo>
                  <a:lnTo>
                    <a:pt x="225577" y="1290967"/>
                  </a:lnTo>
                  <a:lnTo>
                    <a:pt x="231292" y="1291539"/>
                  </a:lnTo>
                  <a:lnTo>
                    <a:pt x="234149" y="1291920"/>
                  </a:lnTo>
                  <a:lnTo>
                    <a:pt x="235864" y="1293253"/>
                  </a:lnTo>
                  <a:lnTo>
                    <a:pt x="236435" y="1295539"/>
                  </a:lnTo>
                  <a:lnTo>
                    <a:pt x="236435" y="1286205"/>
                  </a:lnTo>
                  <a:lnTo>
                    <a:pt x="235292" y="1285252"/>
                  </a:lnTo>
                  <a:lnTo>
                    <a:pt x="230149" y="1282395"/>
                  </a:lnTo>
                  <a:lnTo>
                    <a:pt x="224332" y="1281252"/>
                  </a:lnTo>
                  <a:lnTo>
                    <a:pt x="217868" y="1281823"/>
                  </a:lnTo>
                  <a:lnTo>
                    <a:pt x="179844" y="1298435"/>
                  </a:lnTo>
                  <a:lnTo>
                    <a:pt x="172593" y="1309395"/>
                  </a:lnTo>
                  <a:lnTo>
                    <a:pt x="157416" y="1309395"/>
                  </a:lnTo>
                  <a:lnTo>
                    <a:pt x="158432" y="1304112"/>
                  </a:lnTo>
                  <a:lnTo>
                    <a:pt x="158242" y="1296873"/>
                  </a:lnTo>
                  <a:lnTo>
                    <a:pt x="158140" y="1296670"/>
                  </a:lnTo>
                  <a:lnTo>
                    <a:pt x="158140" y="1259395"/>
                  </a:lnTo>
                  <a:lnTo>
                    <a:pt x="178752" y="1259395"/>
                  </a:lnTo>
                  <a:lnTo>
                    <a:pt x="264477" y="1259395"/>
                  </a:lnTo>
                  <a:lnTo>
                    <a:pt x="264477" y="1252245"/>
                  </a:lnTo>
                  <a:lnTo>
                    <a:pt x="178752" y="1252245"/>
                  </a:lnTo>
                  <a:lnTo>
                    <a:pt x="158140" y="1252245"/>
                  </a:lnTo>
                  <a:lnTo>
                    <a:pt x="158140" y="1202245"/>
                  </a:lnTo>
                  <a:lnTo>
                    <a:pt x="178752" y="1202245"/>
                  </a:lnTo>
                  <a:lnTo>
                    <a:pt x="256209" y="1202245"/>
                  </a:lnTo>
                  <a:lnTo>
                    <a:pt x="264477" y="1202245"/>
                  </a:lnTo>
                  <a:lnTo>
                    <a:pt x="301167" y="1202245"/>
                  </a:lnTo>
                  <a:lnTo>
                    <a:pt x="296519" y="1204493"/>
                  </a:lnTo>
                  <a:lnTo>
                    <a:pt x="272719" y="1235532"/>
                  </a:lnTo>
                  <a:lnTo>
                    <a:pt x="272910" y="1242009"/>
                  </a:lnTo>
                  <a:lnTo>
                    <a:pt x="297865" y="1256957"/>
                  </a:lnTo>
                  <a:lnTo>
                    <a:pt x="306349" y="1256017"/>
                  </a:lnTo>
                  <a:lnTo>
                    <a:pt x="342379" y="1232954"/>
                  </a:lnTo>
                  <a:lnTo>
                    <a:pt x="347014" y="1218387"/>
                  </a:lnTo>
                  <a:lnTo>
                    <a:pt x="346837" y="1211148"/>
                  </a:lnTo>
                  <a:lnTo>
                    <a:pt x="346735" y="1210945"/>
                  </a:lnTo>
                  <a:lnTo>
                    <a:pt x="346735" y="1202245"/>
                  </a:lnTo>
                  <a:lnTo>
                    <a:pt x="367347" y="1202245"/>
                  </a:lnTo>
                  <a:lnTo>
                    <a:pt x="367347" y="1195095"/>
                  </a:lnTo>
                  <a:lnTo>
                    <a:pt x="346735" y="1195095"/>
                  </a:lnTo>
                  <a:lnTo>
                    <a:pt x="346735" y="1145095"/>
                  </a:lnTo>
                  <a:lnTo>
                    <a:pt x="367347" y="1145095"/>
                  </a:lnTo>
                  <a:lnTo>
                    <a:pt x="367347" y="1137945"/>
                  </a:lnTo>
                  <a:lnTo>
                    <a:pt x="346735" y="1137945"/>
                  </a:lnTo>
                  <a:lnTo>
                    <a:pt x="346735" y="1090079"/>
                  </a:lnTo>
                  <a:lnTo>
                    <a:pt x="459968" y="1090079"/>
                  </a:lnTo>
                  <a:lnTo>
                    <a:pt x="459968" y="1137945"/>
                  </a:lnTo>
                  <a:lnTo>
                    <a:pt x="379437" y="1137945"/>
                  </a:lnTo>
                  <a:lnTo>
                    <a:pt x="379437" y="1145095"/>
                  </a:lnTo>
                  <a:lnTo>
                    <a:pt x="424408" y="1145095"/>
                  </a:lnTo>
                  <a:lnTo>
                    <a:pt x="419747" y="1147343"/>
                  </a:lnTo>
                  <a:lnTo>
                    <a:pt x="412242" y="1152372"/>
                  </a:lnTo>
                  <a:lnTo>
                    <a:pt x="405549" y="1158176"/>
                  </a:lnTo>
                  <a:lnTo>
                    <a:pt x="400608" y="1164450"/>
                  </a:lnTo>
                  <a:lnTo>
                    <a:pt x="397408" y="1171181"/>
                  </a:lnTo>
                  <a:lnTo>
                    <a:pt x="395960" y="1178382"/>
                  </a:lnTo>
                  <a:lnTo>
                    <a:pt x="396151" y="1184859"/>
                  </a:lnTo>
                  <a:lnTo>
                    <a:pt x="421106" y="1199807"/>
                  </a:lnTo>
                  <a:lnTo>
                    <a:pt x="429590" y="1198867"/>
                  </a:lnTo>
                  <a:lnTo>
                    <a:pt x="465607" y="1175804"/>
                  </a:lnTo>
                  <a:lnTo>
                    <a:pt x="470255" y="1161237"/>
                  </a:lnTo>
                  <a:lnTo>
                    <a:pt x="470065" y="1153998"/>
                  </a:lnTo>
                  <a:lnTo>
                    <a:pt x="469963" y="1153795"/>
                  </a:lnTo>
                  <a:lnTo>
                    <a:pt x="469963" y="1145095"/>
                  </a:lnTo>
                  <a:lnTo>
                    <a:pt x="490588" y="1145095"/>
                  </a:lnTo>
                  <a:lnTo>
                    <a:pt x="490588" y="1137945"/>
                  </a:lnTo>
                  <a:lnTo>
                    <a:pt x="469963" y="1137945"/>
                  </a:lnTo>
                  <a:lnTo>
                    <a:pt x="469963" y="1090079"/>
                  </a:lnTo>
                  <a:lnTo>
                    <a:pt x="543217" y="1090079"/>
                  </a:lnTo>
                  <a:lnTo>
                    <a:pt x="542988" y="1090193"/>
                  </a:lnTo>
                  <a:lnTo>
                    <a:pt x="535482" y="1095222"/>
                  </a:lnTo>
                  <a:lnTo>
                    <a:pt x="528789" y="1101026"/>
                  </a:lnTo>
                  <a:lnTo>
                    <a:pt x="523836" y="1107300"/>
                  </a:lnTo>
                  <a:lnTo>
                    <a:pt x="520636" y="1114031"/>
                  </a:lnTo>
                  <a:lnTo>
                    <a:pt x="519188" y="1121232"/>
                  </a:lnTo>
                  <a:lnTo>
                    <a:pt x="519379" y="1127709"/>
                  </a:lnTo>
                  <a:lnTo>
                    <a:pt x="544334" y="1142657"/>
                  </a:lnTo>
                  <a:lnTo>
                    <a:pt x="552818" y="1141717"/>
                  </a:lnTo>
                  <a:lnTo>
                    <a:pt x="588848" y="1118654"/>
                  </a:lnTo>
                  <a:lnTo>
                    <a:pt x="593483" y="1104087"/>
                  </a:lnTo>
                  <a:lnTo>
                    <a:pt x="593293" y="1096848"/>
                  </a:lnTo>
                  <a:lnTo>
                    <a:pt x="593204" y="1096670"/>
                  </a:lnTo>
                  <a:lnTo>
                    <a:pt x="593204" y="1090079"/>
                  </a:lnTo>
                  <a:lnTo>
                    <a:pt x="1282623" y="1090079"/>
                  </a:lnTo>
                  <a:lnTo>
                    <a:pt x="1282395" y="1090193"/>
                  </a:lnTo>
                  <a:lnTo>
                    <a:pt x="1274889" y="1095222"/>
                  </a:lnTo>
                  <a:lnTo>
                    <a:pt x="1268196" y="1101026"/>
                  </a:lnTo>
                  <a:lnTo>
                    <a:pt x="1263243" y="1107300"/>
                  </a:lnTo>
                  <a:lnTo>
                    <a:pt x="1260043" y="1114031"/>
                  </a:lnTo>
                  <a:lnTo>
                    <a:pt x="1258595" y="1121232"/>
                  </a:lnTo>
                  <a:lnTo>
                    <a:pt x="1258785" y="1127709"/>
                  </a:lnTo>
                  <a:lnTo>
                    <a:pt x="1283741" y="1142657"/>
                  </a:lnTo>
                  <a:lnTo>
                    <a:pt x="1292225" y="1141717"/>
                  </a:lnTo>
                  <a:lnTo>
                    <a:pt x="1328254" y="1118654"/>
                  </a:lnTo>
                  <a:lnTo>
                    <a:pt x="1332890" y="1104087"/>
                  </a:lnTo>
                  <a:lnTo>
                    <a:pt x="1332699" y="1096848"/>
                  </a:lnTo>
                  <a:lnTo>
                    <a:pt x="1332611" y="1096670"/>
                  </a:lnTo>
                  <a:lnTo>
                    <a:pt x="1332611" y="1090079"/>
                  </a:lnTo>
                  <a:lnTo>
                    <a:pt x="1445844" y="1090079"/>
                  </a:lnTo>
                  <a:lnTo>
                    <a:pt x="1445844" y="1137945"/>
                  </a:lnTo>
                  <a:lnTo>
                    <a:pt x="1365313" y="1137945"/>
                  </a:lnTo>
                  <a:lnTo>
                    <a:pt x="1365313" y="1145095"/>
                  </a:lnTo>
                  <a:lnTo>
                    <a:pt x="1410284" y="1145095"/>
                  </a:lnTo>
                  <a:lnTo>
                    <a:pt x="1405623" y="1147343"/>
                  </a:lnTo>
                  <a:lnTo>
                    <a:pt x="1398117" y="1152372"/>
                  </a:lnTo>
                  <a:lnTo>
                    <a:pt x="1391424" y="1158176"/>
                  </a:lnTo>
                  <a:lnTo>
                    <a:pt x="1386484" y="1164450"/>
                  </a:lnTo>
                  <a:lnTo>
                    <a:pt x="1383284" y="1171181"/>
                  </a:lnTo>
                  <a:lnTo>
                    <a:pt x="1381836" y="1178382"/>
                  </a:lnTo>
                  <a:lnTo>
                    <a:pt x="1382026" y="1184859"/>
                  </a:lnTo>
                  <a:lnTo>
                    <a:pt x="1406982" y="1199807"/>
                  </a:lnTo>
                  <a:lnTo>
                    <a:pt x="1415465" y="1198867"/>
                  </a:lnTo>
                  <a:lnTo>
                    <a:pt x="1451483" y="1175804"/>
                  </a:lnTo>
                  <a:lnTo>
                    <a:pt x="1456131" y="1161237"/>
                  </a:lnTo>
                  <a:lnTo>
                    <a:pt x="1455940" y="1153998"/>
                  </a:lnTo>
                  <a:lnTo>
                    <a:pt x="1455839" y="1153795"/>
                  </a:lnTo>
                  <a:lnTo>
                    <a:pt x="1455839" y="1145095"/>
                  </a:lnTo>
                  <a:lnTo>
                    <a:pt x="1476463" y="1145095"/>
                  </a:lnTo>
                  <a:lnTo>
                    <a:pt x="1476463" y="1137945"/>
                  </a:lnTo>
                  <a:lnTo>
                    <a:pt x="1455839" y="1137945"/>
                  </a:lnTo>
                  <a:lnTo>
                    <a:pt x="1455839" y="1090079"/>
                  </a:lnTo>
                  <a:lnTo>
                    <a:pt x="1569072" y="1090079"/>
                  </a:lnTo>
                  <a:lnTo>
                    <a:pt x="1569072" y="1137945"/>
                  </a:lnTo>
                  <a:lnTo>
                    <a:pt x="1488554" y="1137945"/>
                  </a:lnTo>
                  <a:lnTo>
                    <a:pt x="1488554" y="1145095"/>
                  </a:lnTo>
                  <a:lnTo>
                    <a:pt x="1569072" y="1145095"/>
                  </a:lnTo>
                  <a:lnTo>
                    <a:pt x="1569072" y="1195095"/>
                  </a:lnTo>
                  <a:lnTo>
                    <a:pt x="1488554" y="1195095"/>
                  </a:lnTo>
                  <a:lnTo>
                    <a:pt x="1488554" y="1202245"/>
                  </a:lnTo>
                  <a:lnTo>
                    <a:pt x="1533512" y="1202245"/>
                  </a:lnTo>
                  <a:lnTo>
                    <a:pt x="1528864" y="1204493"/>
                  </a:lnTo>
                  <a:lnTo>
                    <a:pt x="1521358" y="1209522"/>
                  </a:lnTo>
                  <a:lnTo>
                    <a:pt x="1514665" y="1215326"/>
                  </a:lnTo>
                  <a:lnTo>
                    <a:pt x="1509712" y="1221600"/>
                  </a:lnTo>
                  <a:lnTo>
                    <a:pt x="1506512" y="1228331"/>
                  </a:lnTo>
                  <a:lnTo>
                    <a:pt x="1505064" y="1235532"/>
                  </a:lnTo>
                  <a:lnTo>
                    <a:pt x="1505254" y="1242009"/>
                  </a:lnTo>
                  <a:lnTo>
                    <a:pt x="1530210" y="1256957"/>
                  </a:lnTo>
                  <a:lnTo>
                    <a:pt x="1538693" y="1256017"/>
                  </a:lnTo>
                  <a:lnTo>
                    <a:pt x="1574723" y="1232954"/>
                  </a:lnTo>
                  <a:lnTo>
                    <a:pt x="1579359" y="1218387"/>
                  </a:lnTo>
                  <a:lnTo>
                    <a:pt x="1579168" y="1211148"/>
                  </a:lnTo>
                  <a:lnTo>
                    <a:pt x="1579079" y="1210970"/>
                  </a:lnTo>
                  <a:lnTo>
                    <a:pt x="1579079" y="1202245"/>
                  </a:lnTo>
                  <a:lnTo>
                    <a:pt x="1599692" y="1202245"/>
                  </a:lnTo>
                  <a:lnTo>
                    <a:pt x="1599692" y="1195095"/>
                  </a:lnTo>
                  <a:lnTo>
                    <a:pt x="1579079" y="1195095"/>
                  </a:lnTo>
                  <a:lnTo>
                    <a:pt x="1579079" y="1145095"/>
                  </a:lnTo>
                  <a:lnTo>
                    <a:pt x="1599692" y="1145095"/>
                  </a:lnTo>
                  <a:lnTo>
                    <a:pt x="1599692" y="1137945"/>
                  </a:lnTo>
                  <a:lnTo>
                    <a:pt x="1579079" y="1137945"/>
                  </a:lnTo>
                  <a:lnTo>
                    <a:pt x="1579079" y="1090079"/>
                  </a:lnTo>
                  <a:lnTo>
                    <a:pt x="1627847" y="1090079"/>
                  </a:lnTo>
                  <a:lnTo>
                    <a:pt x="1631975" y="1090079"/>
                  </a:lnTo>
                  <a:lnTo>
                    <a:pt x="1640547" y="1090079"/>
                  </a:lnTo>
                  <a:lnTo>
                    <a:pt x="1775993" y="1090079"/>
                  </a:lnTo>
                  <a:lnTo>
                    <a:pt x="1775993" y="1137945"/>
                  </a:lnTo>
                  <a:lnTo>
                    <a:pt x="1695475" y="1137945"/>
                  </a:lnTo>
                  <a:lnTo>
                    <a:pt x="1695475" y="1145095"/>
                  </a:lnTo>
                  <a:lnTo>
                    <a:pt x="1775993" y="1145095"/>
                  </a:lnTo>
                  <a:lnTo>
                    <a:pt x="1775993" y="1195095"/>
                  </a:lnTo>
                  <a:lnTo>
                    <a:pt x="1695475" y="1195095"/>
                  </a:lnTo>
                  <a:lnTo>
                    <a:pt x="1695475" y="1202245"/>
                  </a:lnTo>
                  <a:lnTo>
                    <a:pt x="1775993" y="1202245"/>
                  </a:lnTo>
                  <a:lnTo>
                    <a:pt x="1775993" y="1252245"/>
                  </a:lnTo>
                  <a:lnTo>
                    <a:pt x="1695475" y="1252245"/>
                  </a:lnTo>
                  <a:lnTo>
                    <a:pt x="1695475" y="1259395"/>
                  </a:lnTo>
                  <a:lnTo>
                    <a:pt x="1775993" y="1259395"/>
                  </a:lnTo>
                  <a:lnTo>
                    <a:pt x="1775993" y="1286357"/>
                  </a:lnTo>
                  <a:lnTo>
                    <a:pt x="1773999" y="1284770"/>
                  </a:lnTo>
                  <a:lnTo>
                    <a:pt x="1767522" y="1283055"/>
                  </a:lnTo>
                  <a:lnTo>
                    <a:pt x="1759140" y="1283246"/>
                  </a:lnTo>
                  <a:lnTo>
                    <a:pt x="1721573" y="1301051"/>
                  </a:lnTo>
                  <a:lnTo>
                    <a:pt x="1715643" y="1309395"/>
                  </a:lnTo>
                  <a:lnTo>
                    <a:pt x="1695475" y="1309395"/>
                  </a:lnTo>
                  <a:lnTo>
                    <a:pt x="1695475" y="1316545"/>
                  </a:lnTo>
                  <a:lnTo>
                    <a:pt x="1712925" y="1316545"/>
                  </a:lnTo>
                  <a:lnTo>
                    <a:pt x="1711985" y="1321257"/>
                  </a:lnTo>
                  <a:lnTo>
                    <a:pt x="1737131" y="1342682"/>
                  </a:lnTo>
                  <a:lnTo>
                    <a:pt x="1745615" y="1341742"/>
                  </a:lnTo>
                  <a:lnTo>
                    <a:pt x="1781644" y="1318679"/>
                  </a:lnTo>
                  <a:lnTo>
                    <a:pt x="1782610" y="1316545"/>
                  </a:lnTo>
                  <a:lnTo>
                    <a:pt x="1806613" y="1316545"/>
                  </a:lnTo>
                  <a:lnTo>
                    <a:pt x="1892338" y="1316545"/>
                  </a:lnTo>
                  <a:lnTo>
                    <a:pt x="1892338" y="1309395"/>
                  </a:lnTo>
                  <a:lnTo>
                    <a:pt x="1806613" y="1309395"/>
                  </a:lnTo>
                  <a:lnTo>
                    <a:pt x="1785264" y="1309395"/>
                  </a:lnTo>
                  <a:lnTo>
                    <a:pt x="1786280" y="1304112"/>
                  </a:lnTo>
                  <a:lnTo>
                    <a:pt x="1786089" y="1296873"/>
                  </a:lnTo>
                  <a:lnTo>
                    <a:pt x="1786001" y="1296695"/>
                  </a:lnTo>
                  <a:lnTo>
                    <a:pt x="1786001" y="1259395"/>
                  </a:lnTo>
                  <a:lnTo>
                    <a:pt x="1806613" y="1259395"/>
                  </a:lnTo>
                  <a:lnTo>
                    <a:pt x="1892338" y="1259395"/>
                  </a:lnTo>
                  <a:lnTo>
                    <a:pt x="1892338" y="1252245"/>
                  </a:lnTo>
                  <a:lnTo>
                    <a:pt x="1806613" y="1252245"/>
                  </a:lnTo>
                  <a:lnTo>
                    <a:pt x="1786001" y="1252245"/>
                  </a:lnTo>
                  <a:lnTo>
                    <a:pt x="1786001" y="1202245"/>
                  </a:lnTo>
                  <a:lnTo>
                    <a:pt x="1806613" y="1202245"/>
                  </a:lnTo>
                  <a:lnTo>
                    <a:pt x="1892338" y="1202245"/>
                  </a:lnTo>
                  <a:lnTo>
                    <a:pt x="1892338" y="1195095"/>
                  </a:lnTo>
                  <a:lnTo>
                    <a:pt x="1806613" y="1195095"/>
                  </a:lnTo>
                  <a:lnTo>
                    <a:pt x="1786001" y="1195095"/>
                  </a:lnTo>
                  <a:lnTo>
                    <a:pt x="1786001" y="1145095"/>
                  </a:lnTo>
                  <a:lnTo>
                    <a:pt x="1806613" y="1145095"/>
                  </a:lnTo>
                  <a:lnTo>
                    <a:pt x="1892338" y="1145095"/>
                  </a:lnTo>
                  <a:lnTo>
                    <a:pt x="1892338" y="1137945"/>
                  </a:lnTo>
                  <a:lnTo>
                    <a:pt x="1806613" y="1137945"/>
                  </a:lnTo>
                  <a:lnTo>
                    <a:pt x="1786001" y="1137945"/>
                  </a:lnTo>
                  <a:lnTo>
                    <a:pt x="1786001" y="1090079"/>
                  </a:lnTo>
                  <a:lnTo>
                    <a:pt x="3255708" y="1090079"/>
                  </a:lnTo>
                  <a:lnTo>
                    <a:pt x="3255708" y="1084364"/>
                  </a:lnTo>
                  <a:lnTo>
                    <a:pt x="1786001" y="1084364"/>
                  </a:lnTo>
                  <a:lnTo>
                    <a:pt x="1786001" y="1032929"/>
                  </a:lnTo>
                  <a:lnTo>
                    <a:pt x="3255708" y="1032929"/>
                  </a:lnTo>
                  <a:lnTo>
                    <a:pt x="3255708" y="1027214"/>
                  </a:lnTo>
                  <a:lnTo>
                    <a:pt x="1786001" y="1027214"/>
                  </a:lnTo>
                  <a:lnTo>
                    <a:pt x="1786001" y="998639"/>
                  </a:lnTo>
                  <a:lnTo>
                    <a:pt x="1775993" y="998639"/>
                  </a:lnTo>
                  <a:lnTo>
                    <a:pt x="1775993" y="1027214"/>
                  </a:lnTo>
                  <a:lnTo>
                    <a:pt x="1775993" y="1032929"/>
                  </a:lnTo>
                  <a:lnTo>
                    <a:pt x="1775993" y="1084364"/>
                  </a:lnTo>
                  <a:lnTo>
                    <a:pt x="1640547" y="1084364"/>
                  </a:lnTo>
                  <a:lnTo>
                    <a:pt x="1640547" y="1032929"/>
                  </a:lnTo>
                  <a:lnTo>
                    <a:pt x="1775993" y="1032929"/>
                  </a:lnTo>
                  <a:lnTo>
                    <a:pt x="1775993" y="1027214"/>
                  </a:lnTo>
                  <a:lnTo>
                    <a:pt x="1640547" y="1027214"/>
                  </a:lnTo>
                  <a:lnTo>
                    <a:pt x="1640547" y="975779"/>
                  </a:lnTo>
                  <a:lnTo>
                    <a:pt x="3255708" y="975779"/>
                  </a:lnTo>
                  <a:lnTo>
                    <a:pt x="3255708" y="970064"/>
                  </a:lnTo>
                  <a:lnTo>
                    <a:pt x="1640547" y="970064"/>
                  </a:lnTo>
                  <a:lnTo>
                    <a:pt x="1640547" y="918629"/>
                  </a:lnTo>
                  <a:lnTo>
                    <a:pt x="3255708" y="918629"/>
                  </a:lnTo>
                  <a:lnTo>
                    <a:pt x="3255708" y="912914"/>
                  </a:lnTo>
                  <a:lnTo>
                    <a:pt x="1640547" y="912914"/>
                  </a:lnTo>
                  <a:lnTo>
                    <a:pt x="1640547" y="861479"/>
                  </a:lnTo>
                  <a:lnTo>
                    <a:pt x="3255708" y="861479"/>
                  </a:lnTo>
                  <a:lnTo>
                    <a:pt x="3255708" y="855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2537676" y="6683346"/>
              <a:ext cx="3102610" cy="1351915"/>
            </a:xfrm>
            <a:custGeom>
              <a:avLst/>
              <a:gdLst/>
              <a:ahLst/>
              <a:cxnLst/>
              <a:rect l="l" t="t" r="r" b="b"/>
              <a:pathLst>
                <a:path w="3102610" h="1351915">
                  <a:moveTo>
                    <a:pt x="91567" y="1297914"/>
                  </a:moveTo>
                  <a:lnTo>
                    <a:pt x="88696" y="1290967"/>
                  </a:lnTo>
                  <a:lnTo>
                    <a:pt x="88620" y="1290777"/>
                  </a:lnTo>
                  <a:lnTo>
                    <a:pt x="83096" y="1286205"/>
                  </a:lnTo>
                  <a:lnTo>
                    <a:pt x="83096" y="1295539"/>
                  </a:lnTo>
                  <a:lnTo>
                    <a:pt x="83096" y="1299159"/>
                  </a:lnTo>
                  <a:lnTo>
                    <a:pt x="81089" y="1303350"/>
                  </a:lnTo>
                  <a:lnTo>
                    <a:pt x="50520" y="1328394"/>
                  </a:lnTo>
                  <a:lnTo>
                    <a:pt x="34226" y="1334020"/>
                  </a:lnTo>
                  <a:lnTo>
                    <a:pt x="30226" y="1333830"/>
                  </a:lnTo>
                  <a:lnTo>
                    <a:pt x="26225" y="1333449"/>
                  </a:lnTo>
                  <a:lnTo>
                    <a:pt x="24320" y="1331734"/>
                  </a:lnTo>
                  <a:lnTo>
                    <a:pt x="24511" y="1328686"/>
                  </a:lnTo>
                  <a:lnTo>
                    <a:pt x="24587" y="1328394"/>
                  </a:lnTo>
                  <a:lnTo>
                    <a:pt x="25730" y="1323606"/>
                  </a:lnTo>
                  <a:lnTo>
                    <a:pt x="57950" y="1296390"/>
                  </a:lnTo>
                  <a:lnTo>
                    <a:pt x="72237" y="1290967"/>
                  </a:lnTo>
                  <a:lnTo>
                    <a:pt x="77952" y="1291539"/>
                  </a:lnTo>
                  <a:lnTo>
                    <a:pt x="80810" y="1291920"/>
                  </a:lnTo>
                  <a:lnTo>
                    <a:pt x="82524" y="1293253"/>
                  </a:lnTo>
                  <a:lnTo>
                    <a:pt x="83096" y="1295539"/>
                  </a:lnTo>
                  <a:lnTo>
                    <a:pt x="83096" y="1286205"/>
                  </a:lnTo>
                  <a:lnTo>
                    <a:pt x="81953" y="1285252"/>
                  </a:lnTo>
                  <a:lnTo>
                    <a:pt x="76809" y="1282395"/>
                  </a:lnTo>
                  <a:lnTo>
                    <a:pt x="70993" y="1281252"/>
                  </a:lnTo>
                  <a:lnTo>
                    <a:pt x="64516" y="1281823"/>
                  </a:lnTo>
                  <a:lnTo>
                    <a:pt x="26492" y="1298435"/>
                  </a:lnTo>
                  <a:lnTo>
                    <a:pt x="15849" y="1327442"/>
                  </a:lnTo>
                  <a:lnTo>
                    <a:pt x="18796" y="1334592"/>
                  </a:lnTo>
                  <a:lnTo>
                    <a:pt x="25654" y="1340116"/>
                  </a:lnTo>
                  <a:lnTo>
                    <a:pt x="30797" y="1342974"/>
                  </a:lnTo>
                  <a:lnTo>
                    <a:pt x="36512" y="1344117"/>
                  </a:lnTo>
                  <a:lnTo>
                    <a:pt x="42799" y="1343545"/>
                  </a:lnTo>
                  <a:lnTo>
                    <a:pt x="80949" y="1326832"/>
                  </a:lnTo>
                  <a:lnTo>
                    <a:pt x="90805" y="1306677"/>
                  </a:lnTo>
                  <a:lnTo>
                    <a:pt x="91567" y="1297914"/>
                  </a:lnTo>
                  <a:close/>
                </a:path>
                <a:path w="3102610" h="1351915">
                  <a:moveTo>
                    <a:pt x="126809" y="1340688"/>
                  </a:moveTo>
                  <a:lnTo>
                    <a:pt x="126047" y="1334211"/>
                  </a:lnTo>
                  <a:lnTo>
                    <a:pt x="122428" y="1330680"/>
                  </a:lnTo>
                  <a:lnTo>
                    <a:pt x="115951" y="1330109"/>
                  </a:lnTo>
                  <a:lnTo>
                    <a:pt x="109283" y="1330680"/>
                  </a:lnTo>
                  <a:lnTo>
                    <a:pt x="105664" y="1334211"/>
                  </a:lnTo>
                  <a:lnTo>
                    <a:pt x="105092" y="1340688"/>
                  </a:lnTo>
                  <a:lnTo>
                    <a:pt x="105664" y="1347165"/>
                  </a:lnTo>
                  <a:lnTo>
                    <a:pt x="109283" y="1350873"/>
                  </a:lnTo>
                  <a:lnTo>
                    <a:pt x="115951" y="1351826"/>
                  </a:lnTo>
                  <a:lnTo>
                    <a:pt x="122428" y="1350873"/>
                  </a:lnTo>
                  <a:lnTo>
                    <a:pt x="126047" y="1347165"/>
                  </a:lnTo>
                  <a:lnTo>
                    <a:pt x="126809" y="1340688"/>
                  </a:lnTo>
                  <a:close/>
                </a:path>
                <a:path w="3102610" h="1351915">
                  <a:moveTo>
                    <a:pt x="440143" y="1104087"/>
                  </a:moveTo>
                  <a:lnTo>
                    <a:pt x="439953" y="1096848"/>
                  </a:lnTo>
                  <a:lnTo>
                    <a:pt x="439864" y="1096670"/>
                  </a:lnTo>
                  <a:lnTo>
                    <a:pt x="439864" y="1041654"/>
                  </a:lnTo>
                  <a:lnTo>
                    <a:pt x="439864" y="1013028"/>
                  </a:lnTo>
                  <a:lnTo>
                    <a:pt x="439864" y="998702"/>
                  </a:lnTo>
                  <a:lnTo>
                    <a:pt x="439864" y="970064"/>
                  </a:lnTo>
                  <a:lnTo>
                    <a:pt x="429856" y="970064"/>
                  </a:lnTo>
                  <a:lnTo>
                    <a:pt x="429856" y="970724"/>
                  </a:lnTo>
                  <a:lnTo>
                    <a:pt x="429856" y="999363"/>
                  </a:lnTo>
                  <a:lnTo>
                    <a:pt x="429856" y="1013688"/>
                  </a:lnTo>
                  <a:lnTo>
                    <a:pt x="316623" y="1021130"/>
                  </a:lnTo>
                  <a:lnTo>
                    <a:pt x="316623" y="1006805"/>
                  </a:lnTo>
                  <a:lnTo>
                    <a:pt x="429856" y="999363"/>
                  </a:lnTo>
                  <a:lnTo>
                    <a:pt x="429856" y="970724"/>
                  </a:lnTo>
                  <a:lnTo>
                    <a:pt x="316623" y="978166"/>
                  </a:lnTo>
                  <a:lnTo>
                    <a:pt x="316496" y="978166"/>
                  </a:lnTo>
                  <a:lnTo>
                    <a:pt x="306628" y="978166"/>
                  </a:lnTo>
                  <a:lnTo>
                    <a:pt x="306628" y="978827"/>
                  </a:lnTo>
                  <a:lnTo>
                    <a:pt x="306628" y="1007465"/>
                  </a:lnTo>
                  <a:lnTo>
                    <a:pt x="306628" y="1021791"/>
                  </a:lnTo>
                  <a:lnTo>
                    <a:pt x="193395" y="1029220"/>
                  </a:lnTo>
                  <a:lnTo>
                    <a:pt x="193395" y="1014895"/>
                  </a:lnTo>
                  <a:lnTo>
                    <a:pt x="306628" y="1007465"/>
                  </a:lnTo>
                  <a:lnTo>
                    <a:pt x="306628" y="978827"/>
                  </a:lnTo>
                  <a:lnTo>
                    <a:pt x="193395" y="986256"/>
                  </a:lnTo>
                  <a:lnTo>
                    <a:pt x="183388" y="986256"/>
                  </a:lnTo>
                  <a:lnTo>
                    <a:pt x="183388" y="986917"/>
                  </a:lnTo>
                  <a:lnTo>
                    <a:pt x="4800" y="998639"/>
                  </a:lnTo>
                  <a:lnTo>
                    <a:pt x="4800" y="1027277"/>
                  </a:lnTo>
                  <a:lnTo>
                    <a:pt x="183388" y="1015555"/>
                  </a:lnTo>
                  <a:lnTo>
                    <a:pt x="183388" y="1029881"/>
                  </a:lnTo>
                  <a:lnTo>
                    <a:pt x="4800" y="1041603"/>
                  </a:lnTo>
                  <a:lnTo>
                    <a:pt x="4800" y="1070229"/>
                  </a:lnTo>
                  <a:lnTo>
                    <a:pt x="183388" y="1058506"/>
                  </a:lnTo>
                  <a:lnTo>
                    <a:pt x="183388" y="1137945"/>
                  </a:lnTo>
                  <a:lnTo>
                    <a:pt x="111137" y="1137945"/>
                  </a:lnTo>
                  <a:lnTo>
                    <a:pt x="102870" y="1137945"/>
                  </a:lnTo>
                  <a:lnTo>
                    <a:pt x="0" y="1137945"/>
                  </a:lnTo>
                  <a:lnTo>
                    <a:pt x="0" y="1145095"/>
                  </a:lnTo>
                  <a:lnTo>
                    <a:pt x="102870" y="1145095"/>
                  </a:lnTo>
                  <a:lnTo>
                    <a:pt x="111137" y="1145095"/>
                  </a:lnTo>
                  <a:lnTo>
                    <a:pt x="183388" y="1145095"/>
                  </a:lnTo>
                  <a:lnTo>
                    <a:pt x="183388" y="1195095"/>
                  </a:lnTo>
                  <a:lnTo>
                    <a:pt x="102870" y="1195095"/>
                  </a:lnTo>
                  <a:lnTo>
                    <a:pt x="102870" y="1202245"/>
                  </a:lnTo>
                  <a:lnTo>
                    <a:pt x="147828" y="1202245"/>
                  </a:lnTo>
                  <a:lnTo>
                    <a:pt x="143167" y="1204493"/>
                  </a:lnTo>
                  <a:lnTo>
                    <a:pt x="135674" y="1209522"/>
                  </a:lnTo>
                  <a:lnTo>
                    <a:pt x="128968" y="1215326"/>
                  </a:lnTo>
                  <a:lnTo>
                    <a:pt x="124028" y="1221600"/>
                  </a:lnTo>
                  <a:lnTo>
                    <a:pt x="120827" y="1228331"/>
                  </a:lnTo>
                  <a:lnTo>
                    <a:pt x="119380" y="1235532"/>
                  </a:lnTo>
                  <a:lnTo>
                    <a:pt x="119570" y="1242009"/>
                  </a:lnTo>
                  <a:lnTo>
                    <a:pt x="144526" y="1256957"/>
                  </a:lnTo>
                  <a:lnTo>
                    <a:pt x="153009" y="1256017"/>
                  </a:lnTo>
                  <a:lnTo>
                    <a:pt x="189039" y="1232954"/>
                  </a:lnTo>
                  <a:lnTo>
                    <a:pt x="193675" y="1218387"/>
                  </a:lnTo>
                  <a:lnTo>
                    <a:pt x="193484" y="1211148"/>
                  </a:lnTo>
                  <a:lnTo>
                    <a:pt x="193395" y="1210970"/>
                  </a:lnTo>
                  <a:lnTo>
                    <a:pt x="193395" y="1202245"/>
                  </a:lnTo>
                  <a:lnTo>
                    <a:pt x="214007" y="1202245"/>
                  </a:lnTo>
                  <a:lnTo>
                    <a:pt x="214007" y="1195095"/>
                  </a:lnTo>
                  <a:lnTo>
                    <a:pt x="193395" y="1195095"/>
                  </a:lnTo>
                  <a:lnTo>
                    <a:pt x="193395" y="1145095"/>
                  </a:lnTo>
                  <a:lnTo>
                    <a:pt x="214007" y="1145095"/>
                  </a:lnTo>
                  <a:lnTo>
                    <a:pt x="214007" y="1137945"/>
                  </a:lnTo>
                  <a:lnTo>
                    <a:pt x="193395" y="1137945"/>
                  </a:lnTo>
                  <a:lnTo>
                    <a:pt x="193395" y="1057846"/>
                  </a:lnTo>
                  <a:lnTo>
                    <a:pt x="306628" y="1050417"/>
                  </a:lnTo>
                  <a:lnTo>
                    <a:pt x="306628" y="1137945"/>
                  </a:lnTo>
                  <a:lnTo>
                    <a:pt x="226098" y="1137945"/>
                  </a:lnTo>
                  <a:lnTo>
                    <a:pt x="226098" y="1145095"/>
                  </a:lnTo>
                  <a:lnTo>
                    <a:pt x="271068" y="1145095"/>
                  </a:lnTo>
                  <a:lnTo>
                    <a:pt x="266407" y="1147343"/>
                  </a:lnTo>
                  <a:lnTo>
                    <a:pt x="258902" y="1152372"/>
                  </a:lnTo>
                  <a:lnTo>
                    <a:pt x="252209" y="1158176"/>
                  </a:lnTo>
                  <a:lnTo>
                    <a:pt x="247256" y="1164450"/>
                  </a:lnTo>
                  <a:lnTo>
                    <a:pt x="244068" y="1171181"/>
                  </a:lnTo>
                  <a:lnTo>
                    <a:pt x="242620" y="1178382"/>
                  </a:lnTo>
                  <a:lnTo>
                    <a:pt x="242811" y="1184859"/>
                  </a:lnTo>
                  <a:lnTo>
                    <a:pt x="267766" y="1199807"/>
                  </a:lnTo>
                  <a:lnTo>
                    <a:pt x="276250" y="1198867"/>
                  </a:lnTo>
                  <a:lnTo>
                    <a:pt x="312267" y="1175804"/>
                  </a:lnTo>
                  <a:lnTo>
                    <a:pt x="316915" y="1161237"/>
                  </a:lnTo>
                  <a:lnTo>
                    <a:pt x="316725" y="1153998"/>
                  </a:lnTo>
                  <a:lnTo>
                    <a:pt x="316623" y="1153795"/>
                  </a:lnTo>
                  <a:lnTo>
                    <a:pt x="316623" y="1145095"/>
                  </a:lnTo>
                  <a:lnTo>
                    <a:pt x="337235" y="1145095"/>
                  </a:lnTo>
                  <a:lnTo>
                    <a:pt x="337235" y="1137945"/>
                  </a:lnTo>
                  <a:lnTo>
                    <a:pt x="316623" y="1137945"/>
                  </a:lnTo>
                  <a:lnTo>
                    <a:pt x="316623" y="1049756"/>
                  </a:lnTo>
                  <a:lnTo>
                    <a:pt x="429856" y="1042314"/>
                  </a:lnTo>
                  <a:lnTo>
                    <a:pt x="429856" y="1086332"/>
                  </a:lnTo>
                  <a:lnTo>
                    <a:pt x="427863" y="1084745"/>
                  </a:lnTo>
                  <a:lnTo>
                    <a:pt x="421386" y="1083030"/>
                  </a:lnTo>
                  <a:lnTo>
                    <a:pt x="382143" y="1095222"/>
                  </a:lnTo>
                  <a:lnTo>
                    <a:pt x="365848" y="1121232"/>
                  </a:lnTo>
                  <a:lnTo>
                    <a:pt x="366039" y="1127709"/>
                  </a:lnTo>
                  <a:lnTo>
                    <a:pt x="390994" y="1142657"/>
                  </a:lnTo>
                  <a:lnTo>
                    <a:pt x="399478" y="1141717"/>
                  </a:lnTo>
                  <a:lnTo>
                    <a:pt x="435508" y="1118654"/>
                  </a:lnTo>
                  <a:lnTo>
                    <a:pt x="438696" y="1111656"/>
                  </a:lnTo>
                  <a:lnTo>
                    <a:pt x="440143" y="1104087"/>
                  </a:lnTo>
                  <a:close/>
                </a:path>
                <a:path w="3102610" h="1351915">
                  <a:moveTo>
                    <a:pt x="933081" y="961212"/>
                  </a:moveTo>
                  <a:lnTo>
                    <a:pt x="932891" y="953973"/>
                  </a:lnTo>
                  <a:lnTo>
                    <a:pt x="932802" y="953795"/>
                  </a:lnTo>
                  <a:lnTo>
                    <a:pt x="932802" y="832167"/>
                  </a:lnTo>
                  <a:lnTo>
                    <a:pt x="932802" y="803503"/>
                  </a:lnTo>
                  <a:lnTo>
                    <a:pt x="932802" y="789178"/>
                  </a:lnTo>
                  <a:lnTo>
                    <a:pt x="932802" y="760514"/>
                  </a:lnTo>
                  <a:lnTo>
                    <a:pt x="922794" y="760514"/>
                  </a:lnTo>
                  <a:lnTo>
                    <a:pt x="922794" y="761288"/>
                  </a:lnTo>
                  <a:lnTo>
                    <a:pt x="922794" y="789952"/>
                  </a:lnTo>
                  <a:lnTo>
                    <a:pt x="922794" y="804278"/>
                  </a:lnTo>
                  <a:lnTo>
                    <a:pt x="809561" y="813041"/>
                  </a:lnTo>
                  <a:lnTo>
                    <a:pt x="809561" y="798715"/>
                  </a:lnTo>
                  <a:lnTo>
                    <a:pt x="922794" y="789952"/>
                  </a:lnTo>
                  <a:lnTo>
                    <a:pt x="922794" y="761288"/>
                  </a:lnTo>
                  <a:lnTo>
                    <a:pt x="809561" y="770039"/>
                  </a:lnTo>
                  <a:lnTo>
                    <a:pt x="799566" y="770039"/>
                  </a:lnTo>
                  <a:lnTo>
                    <a:pt x="799566" y="770813"/>
                  </a:lnTo>
                  <a:lnTo>
                    <a:pt x="799566" y="799477"/>
                  </a:lnTo>
                  <a:lnTo>
                    <a:pt x="799566" y="813803"/>
                  </a:lnTo>
                  <a:lnTo>
                    <a:pt x="686333" y="822553"/>
                  </a:lnTo>
                  <a:lnTo>
                    <a:pt x="686333" y="808228"/>
                  </a:lnTo>
                  <a:lnTo>
                    <a:pt x="799566" y="799477"/>
                  </a:lnTo>
                  <a:lnTo>
                    <a:pt x="799566" y="770813"/>
                  </a:lnTo>
                  <a:lnTo>
                    <a:pt x="686333" y="779564"/>
                  </a:lnTo>
                  <a:lnTo>
                    <a:pt x="676325" y="779564"/>
                  </a:lnTo>
                  <a:lnTo>
                    <a:pt x="676325" y="780338"/>
                  </a:lnTo>
                  <a:lnTo>
                    <a:pt x="676325" y="809002"/>
                  </a:lnTo>
                  <a:lnTo>
                    <a:pt x="676325" y="823328"/>
                  </a:lnTo>
                  <a:lnTo>
                    <a:pt x="563092" y="832078"/>
                  </a:lnTo>
                  <a:lnTo>
                    <a:pt x="563092" y="817753"/>
                  </a:lnTo>
                  <a:lnTo>
                    <a:pt x="676325" y="809002"/>
                  </a:lnTo>
                  <a:lnTo>
                    <a:pt x="676325" y="780338"/>
                  </a:lnTo>
                  <a:lnTo>
                    <a:pt x="563092" y="789089"/>
                  </a:lnTo>
                  <a:lnTo>
                    <a:pt x="553097" y="789089"/>
                  </a:lnTo>
                  <a:lnTo>
                    <a:pt x="553097" y="1000620"/>
                  </a:lnTo>
                  <a:lnTo>
                    <a:pt x="551091" y="999020"/>
                  </a:lnTo>
                  <a:lnTo>
                    <a:pt x="544614" y="997305"/>
                  </a:lnTo>
                  <a:lnTo>
                    <a:pt x="536232" y="997496"/>
                  </a:lnTo>
                  <a:lnTo>
                    <a:pt x="498678" y="1015301"/>
                  </a:lnTo>
                  <a:lnTo>
                    <a:pt x="489089" y="1035507"/>
                  </a:lnTo>
                  <a:lnTo>
                    <a:pt x="489280" y="1041984"/>
                  </a:lnTo>
                  <a:lnTo>
                    <a:pt x="514235" y="1056932"/>
                  </a:lnTo>
                  <a:lnTo>
                    <a:pt x="522719" y="1055992"/>
                  </a:lnTo>
                  <a:lnTo>
                    <a:pt x="558736" y="1032929"/>
                  </a:lnTo>
                  <a:lnTo>
                    <a:pt x="563384" y="1018362"/>
                  </a:lnTo>
                  <a:lnTo>
                    <a:pt x="563194" y="1011123"/>
                  </a:lnTo>
                  <a:lnTo>
                    <a:pt x="563092" y="1010920"/>
                  </a:lnTo>
                  <a:lnTo>
                    <a:pt x="563092" y="860742"/>
                  </a:lnTo>
                  <a:lnTo>
                    <a:pt x="676325" y="851992"/>
                  </a:lnTo>
                  <a:lnTo>
                    <a:pt x="676325" y="943457"/>
                  </a:lnTo>
                  <a:lnTo>
                    <a:pt x="674331" y="941870"/>
                  </a:lnTo>
                  <a:lnTo>
                    <a:pt x="667854" y="940155"/>
                  </a:lnTo>
                  <a:lnTo>
                    <a:pt x="628611" y="952347"/>
                  </a:lnTo>
                  <a:lnTo>
                    <a:pt x="612317" y="978357"/>
                  </a:lnTo>
                  <a:lnTo>
                    <a:pt x="612508" y="984834"/>
                  </a:lnTo>
                  <a:lnTo>
                    <a:pt x="637463" y="999782"/>
                  </a:lnTo>
                  <a:lnTo>
                    <a:pt x="645947" y="998842"/>
                  </a:lnTo>
                  <a:lnTo>
                    <a:pt x="681977" y="975779"/>
                  </a:lnTo>
                  <a:lnTo>
                    <a:pt x="686612" y="961212"/>
                  </a:lnTo>
                  <a:lnTo>
                    <a:pt x="686422" y="953973"/>
                  </a:lnTo>
                  <a:lnTo>
                    <a:pt x="686333" y="953795"/>
                  </a:lnTo>
                  <a:lnTo>
                    <a:pt x="686333" y="851217"/>
                  </a:lnTo>
                  <a:lnTo>
                    <a:pt x="799566" y="842467"/>
                  </a:lnTo>
                  <a:lnTo>
                    <a:pt x="799566" y="886320"/>
                  </a:lnTo>
                  <a:lnTo>
                    <a:pt x="797560" y="884720"/>
                  </a:lnTo>
                  <a:lnTo>
                    <a:pt x="791083" y="883005"/>
                  </a:lnTo>
                  <a:lnTo>
                    <a:pt x="751840" y="895197"/>
                  </a:lnTo>
                  <a:lnTo>
                    <a:pt x="735558" y="921207"/>
                  </a:lnTo>
                  <a:lnTo>
                    <a:pt x="735749" y="927684"/>
                  </a:lnTo>
                  <a:lnTo>
                    <a:pt x="760704" y="942632"/>
                  </a:lnTo>
                  <a:lnTo>
                    <a:pt x="769188" y="941692"/>
                  </a:lnTo>
                  <a:lnTo>
                    <a:pt x="805205" y="918629"/>
                  </a:lnTo>
                  <a:lnTo>
                    <a:pt x="809853" y="904062"/>
                  </a:lnTo>
                  <a:lnTo>
                    <a:pt x="809663" y="896823"/>
                  </a:lnTo>
                  <a:lnTo>
                    <a:pt x="809561" y="896620"/>
                  </a:lnTo>
                  <a:lnTo>
                    <a:pt x="809561" y="841705"/>
                  </a:lnTo>
                  <a:lnTo>
                    <a:pt x="922794" y="832942"/>
                  </a:lnTo>
                  <a:lnTo>
                    <a:pt x="922794" y="943457"/>
                  </a:lnTo>
                  <a:lnTo>
                    <a:pt x="920800" y="941870"/>
                  </a:lnTo>
                  <a:lnTo>
                    <a:pt x="914323" y="940155"/>
                  </a:lnTo>
                  <a:lnTo>
                    <a:pt x="875080" y="952347"/>
                  </a:lnTo>
                  <a:lnTo>
                    <a:pt x="858786" y="978357"/>
                  </a:lnTo>
                  <a:lnTo>
                    <a:pt x="858977" y="984834"/>
                  </a:lnTo>
                  <a:lnTo>
                    <a:pt x="883932" y="999782"/>
                  </a:lnTo>
                  <a:lnTo>
                    <a:pt x="892416" y="998842"/>
                  </a:lnTo>
                  <a:lnTo>
                    <a:pt x="928433" y="975779"/>
                  </a:lnTo>
                  <a:lnTo>
                    <a:pt x="931633" y="968781"/>
                  </a:lnTo>
                  <a:lnTo>
                    <a:pt x="933081" y="961212"/>
                  </a:lnTo>
                  <a:close/>
                </a:path>
                <a:path w="3102610" h="1351915">
                  <a:moveTo>
                    <a:pt x="1446352" y="1137945"/>
                  </a:moveTo>
                  <a:lnTo>
                    <a:pt x="1425740" y="1137945"/>
                  </a:lnTo>
                  <a:lnTo>
                    <a:pt x="1425740" y="985202"/>
                  </a:lnTo>
                  <a:lnTo>
                    <a:pt x="1425740" y="956284"/>
                  </a:lnTo>
                  <a:lnTo>
                    <a:pt x="1425740" y="941832"/>
                  </a:lnTo>
                  <a:lnTo>
                    <a:pt x="1425740" y="912914"/>
                  </a:lnTo>
                  <a:lnTo>
                    <a:pt x="1415732" y="911377"/>
                  </a:lnTo>
                  <a:lnTo>
                    <a:pt x="1415732" y="940295"/>
                  </a:lnTo>
                  <a:lnTo>
                    <a:pt x="1415732" y="954747"/>
                  </a:lnTo>
                  <a:lnTo>
                    <a:pt x="1302499" y="937234"/>
                  </a:lnTo>
                  <a:lnTo>
                    <a:pt x="1302499" y="922782"/>
                  </a:lnTo>
                  <a:lnTo>
                    <a:pt x="1415732" y="940295"/>
                  </a:lnTo>
                  <a:lnTo>
                    <a:pt x="1415732" y="911377"/>
                  </a:lnTo>
                  <a:lnTo>
                    <a:pt x="1302499" y="893864"/>
                  </a:lnTo>
                  <a:lnTo>
                    <a:pt x="1292504" y="892327"/>
                  </a:lnTo>
                  <a:lnTo>
                    <a:pt x="1292504" y="921245"/>
                  </a:lnTo>
                  <a:lnTo>
                    <a:pt x="1292504" y="935697"/>
                  </a:lnTo>
                  <a:lnTo>
                    <a:pt x="1179271" y="918197"/>
                  </a:lnTo>
                  <a:lnTo>
                    <a:pt x="1179271" y="903744"/>
                  </a:lnTo>
                  <a:lnTo>
                    <a:pt x="1292504" y="921245"/>
                  </a:lnTo>
                  <a:lnTo>
                    <a:pt x="1292504" y="892327"/>
                  </a:lnTo>
                  <a:lnTo>
                    <a:pt x="1179271" y="874826"/>
                  </a:lnTo>
                  <a:lnTo>
                    <a:pt x="1169263" y="873277"/>
                  </a:lnTo>
                  <a:lnTo>
                    <a:pt x="1169263" y="902195"/>
                  </a:lnTo>
                  <a:lnTo>
                    <a:pt x="1169263" y="916647"/>
                  </a:lnTo>
                  <a:lnTo>
                    <a:pt x="1056030" y="899134"/>
                  </a:lnTo>
                  <a:lnTo>
                    <a:pt x="1056030" y="884682"/>
                  </a:lnTo>
                  <a:lnTo>
                    <a:pt x="1169263" y="902195"/>
                  </a:lnTo>
                  <a:lnTo>
                    <a:pt x="1169263" y="873277"/>
                  </a:lnTo>
                  <a:lnTo>
                    <a:pt x="1056030" y="855764"/>
                  </a:lnTo>
                  <a:lnTo>
                    <a:pt x="1046035" y="855764"/>
                  </a:lnTo>
                  <a:lnTo>
                    <a:pt x="1046035" y="1000620"/>
                  </a:lnTo>
                  <a:lnTo>
                    <a:pt x="1044028" y="999020"/>
                  </a:lnTo>
                  <a:lnTo>
                    <a:pt x="1037551" y="997305"/>
                  </a:lnTo>
                  <a:lnTo>
                    <a:pt x="1029169" y="997496"/>
                  </a:lnTo>
                  <a:lnTo>
                    <a:pt x="1021245" y="998461"/>
                  </a:lnTo>
                  <a:lnTo>
                    <a:pt x="986663" y="1021575"/>
                  </a:lnTo>
                  <a:lnTo>
                    <a:pt x="982027" y="1035507"/>
                  </a:lnTo>
                  <a:lnTo>
                    <a:pt x="982218" y="1041984"/>
                  </a:lnTo>
                  <a:lnTo>
                    <a:pt x="1007173" y="1056932"/>
                  </a:lnTo>
                  <a:lnTo>
                    <a:pt x="1015657" y="1055992"/>
                  </a:lnTo>
                  <a:lnTo>
                    <a:pt x="1051674" y="1032929"/>
                  </a:lnTo>
                  <a:lnTo>
                    <a:pt x="1056322" y="1018362"/>
                  </a:lnTo>
                  <a:lnTo>
                    <a:pt x="1056132" y="1011123"/>
                  </a:lnTo>
                  <a:lnTo>
                    <a:pt x="1056030" y="1010920"/>
                  </a:lnTo>
                  <a:lnTo>
                    <a:pt x="1056030" y="928052"/>
                  </a:lnTo>
                  <a:lnTo>
                    <a:pt x="1169263" y="945565"/>
                  </a:lnTo>
                  <a:lnTo>
                    <a:pt x="1169263" y="1086332"/>
                  </a:lnTo>
                  <a:lnTo>
                    <a:pt x="1167269" y="1084745"/>
                  </a:lnTo>
                  <a:lnTo>
                    <a:pt x="1160792" y="1083030"/>
                  </a:lnTo>
                  <a:lnTo>
                    <a:pt x="1121549" y="1095222"/>
                  </a:lnTo>
                  <a:lnTo>
                    <a:pt x="1105255" y="1121232"/>
                  </a:lnTo>
                  <a:lnTo>
                    <a:pt x="1105446" y="1127709"/>
                  </a:lnTo>
                  <a:lnTo>
                    <a:pt x="1130401" y="1142657"/>
                  </a:lnTo>
                  <a:lnTo>
                    <a:pt x="1138885" y="1141717"/>
                  </a:lnTo>
                  <a:lnTo>
                    <a:pt x="1174902" y="1118654"/>
                  </a:lnTo>
                  <a:lnTo>
                    <a:pt x="1179550" y="1104087"/>
                  </a:lnTo>
                  <a:lnTo>
                    <a:pt x="1179360" y="1096848"/>
                  </a:lnTo>
                  <a:lnTo>
                    <a:pt x="1179271" y="1096670"/>
                  </a:lnTo>
                  <a:lnTo>
                    <a:pt x="1179271" y="947115"/>
                  </a:lnTo>
                  <a:lnTo>
                    <a:pt x="1292504" y="964615"/>
                  </a:lnTo>
                  <a:lnTo>
                    <a:pt x="1292504" y="1137945"/>
                  </a:lnTo>
                  <a:lnTo>
                    <a:pt x="1211973" y="1137945"/>
                  </a:lnTo>
                  <a:lnTo>
                    <a:pt x="1211973" y="1145095"/>
                  </a:lnTo>
                  <a:lnTo>
                    <a:pt x="1256944" y="1145095"/>
                  </a:lnTo>
                  <a:lnTo>
                    <a:pt x="1252283" y="1147343"/>
                  </a:lnTo>
                  <a:lnTo>
                    <a:pt x="1244777" y="1152372"/>
                  </a:lnTo>
                  <a:lnTo>
                    <a:pt x="1238084" y="1158176"/>
                  </a:lnTo>
                  <a:lnTo>
                    <a:pt x="1233131" y="1164450"/>
                  </a:lnTo>
                  <a:lnTo>
                    <a:pt x="1229944" y="1171181"/>
                  </a:lnTo>
                  <a:lnTo>
                    <a:pt x="1228496" y="1178382"/>
                  </a:lnTo>
                  <a:lnTo>
                    <a:pt x="1228686" y="1184859"/>
                  </a:lnTo>
                  <a:lnTo>
                    <a:pt x="1253642" y="1199807"/>
                  </a:lnTo>
                  <a:lnTo>
                    <a:pt x="1262126" y="1198867"/>
                  </a:lnTo>
                  <a:lnTo>
                    <a:pt x="1298143" y="1175804"/>
                  </a:lnTo>
                  <a:lnTo>
                    <a:pt x="1302791" y="1161237"/>
                  </a:lnTo>
                  <a:lnTo>
                    <a:pt x="1302600" y="1153998"/>
                  </a:lnTo>
                  <a:lnTo>
                    <a:pt x="1302499" y="1153795"/>
                  </a:lnTo>
                  <a:lnTo>
                    <a:pt x="1302499" y="1145095"/>
                  </a:lnTo>
                  <a:lnTo>
                    <a:pt x="1323111" y="1145095"/>
                  </a:lnTo>
                  <a:lnTo>
                    <a:pt x="1323111" y="1137945"/>
                  </a:lnTo>
                  <a:lnTo>
                    <a:pt x="1302499" y="1137945"/>
                  </a:lnTo>
                  <a:lnTo>
                    <a:pt x="1302499" y="966152"/>
                  </a:lnTo>
                  <a:lnTo>
                    <a:pt x="1415732" y="983665"/>
                  </a:lnTo>
                  <a:lnTo>
                    <a:pt x="1415732" y="1137945"/>
                  </a:lnTo>
                  <a:lnTo>
                    <a:pt x="1335201" y="1137945"/>
                  </a:lnTo>
                  <a:lnTo>
                    <a:pt x="1335201" y="1145095"/>
                  </a:lnTo>
                  <a:lnTo>
                    <a:pt x="1415732" y="1145095"/>
                  </a:lnTo>
                  <a:lnTo>
                    <a:pt x="1415732" y="1195095"/>
                  </a:lnTo>
                  <a:lnTo>
                    <a:pt x="1335201" y="1195095"/>
                  </a:lnTo>
                  <a:lnTo>
                    <a:pt x="1335201" y="1202245"/>
                  </a:lnTo>
                  <a:lnTo>
                    <a:pt x="1380172" y="1202245"/>
                  </a:lnTo>
                  <a:lnTo>
                    <a:pt x="1375511" y="1204493"/>
                  </a:lnTo>
                  <a:lnTo>
                    <a:pt x="1368018" y="1209522"/>
                  </a:lnTo>
                  <a:lnTo>
                    <a:pt x="1361313" y="1215326"/>
                  </a:lnTo>
                  <a:lnTo>
                    <a:pt x="1356372" y="1221600"/>
                  </a:lnTo>
                  <a:lnTo>
                    <a:pt x="1353172" y="1228331"/>
                  </a:lnTo>
                  <a:lnTo>
                    <a:pt x="1351724" y="1235532"/>
                  </a:lnTo>
                  <a:lnTo>
                    <a:pt x="1351915" y="1242009"/>
                  </a:lnTo>
                  <a:lnTo>
                    <a:pt x="1376870" y="1256957"/>
                  </a:lnTo>
                  <a:lnTo>
                    <a:pt x="1385354" y="1256017"/>
                  </a:lnTo>
                  <a:lnTo>
                    <a:pt x="1421371" y="1232954"/>
                  </a:lnTo>
                  <a:lnTo>
                    <a:pt x="1426019" y="1218387"/>
                  </a:lnTo>
                  <a:lnTo>
                    <a:pt x="1425829" y="1211148"/>
                  </a:lnTo>
                  <a:lnTo>
                    <a:pt x="1425740" y="1210970"/>
                  </a:lnTo>
                  <a:lnTo>
                    <a:pt x="1425740" y="1202245"/>
                  </a:lnTo>
                  <a:lnTo>
                    <a:pt x="1446352" y="1202245"/>
                  </a:lnTo>
                  <a:lnTo>
                    <a:pt x="1446352" y="1195095"/>
                  </a:lnTo>
                  <a:lnTo>
                    <a:pt x="1425740" y="1195095"/>
                  </a:lnTo>
                  <a:lnTo>
                    <a:pt x="1425740" y="1145095"/>
                  </a:lnTo>
                  <a:lnTo>
                    <a:pt x="1446352" y="1145095"/>
                  </a:lnTo>
                  <a:lnTo>
                    <a:pt x="1446352" y="1137945"/>
                  </a:lnTo>
                  <a:close/>
                </a:path>
                <a:path w="3102610" h="1351915">
                  <a:moveTo>
                    <a:pt x="1645513" y="769759"/>
                  </a:moveTo>
                  <a:lnTo>
                    <a:pt x="1550073" y="740892"/>
                  </a:lnTo>
                  <a:lnTo>
                    <a:pt x="1550073" y="748322"/>
                  </a:lnTo>
                  <a:lnTo>
                    <a:pt x="1620939" y="769467"/>
                  </a:lnTo>
                  <a:lnTo>
                    <a:pt x="1620939" y="769759"/>
                  </a:lnTo>
                  <a:lnTo>
                    <a:pt x="1550073" y="790905"/>
                  </a:lnTo>
                  <a:lnTo>
                    <a:pt x="1550073" y="798614"/>
                  </a:lnTo>
                  <a:lnTo>
                    <a:pt x="1645513" y="769759"/>
                  </a:lnTo>
                  <a:close/>
                </a:path>
                <a:path w="3102610" h="1351915">
                  <a:moveTo>
                    <a:pt x="3102356" y="855764"/>
                  </a:moveTo>
                  <a:lnTo>
                    <a:pt x="1632648" y="855764"/>
                  </a:lnTo>
                  <a:lnTo>
                    <a:pt x="1632648" y="827189"/>
                  </a:lnTo>
                  <a:lnTo>
                    <a:pt x="1622653" y="827189"/>
                  </a:lnTo>
                  <a:lnTo>
                    <a:pt x="1622653" y="1084364"/>
                  </a:lnTo>
                  <a:lnTo>
                    <a:pt x="1487208" y="1084364"/>
                  </a:lnTo>
                  <a:lnTo>
                    <a:pt x="1487208" y="1032929"/>
                  </a:lnTo>
                  <a:lnTo>
                    <a:pt x="1622653" y="1032929"/>
                  </a:lnTo>
                  <a:lnTo>
                    <a:pt x="1622653" y="1027214"/>
                  </a:lnTo>
                  <a:lnTo>
                    <a:pt x="1487208" y="1027214"/>
                  </a:lnTo>
                  <a:lnTo>
                    <a:pt x="1487208" y="975779"/>
                  </a:lnTo>
                  <a:lnTo>
                    <a:pt x="1622653" y="975779"/>
                  </a:lnTo>
                  <a:lnTo>
                    <a:pt x="1622653" y="970064"/>
                  </a:lnTo>
                  <a:lnTo>
                    <a:pt x="1487208" y="970064"/>
                  </a:lnTo>
                  <a:lnTo>
                    <a:pt x="1487208" y="918629"/>
                  </a:lnTo>
                  <a:lnTo>
                    <a:pt x="1622653" y="918629"/>
                  </a:lnTo>
                  <a:lnTo>
                    <a:pt x="1622653" y="912914"/>
                  </a:lnTo>
                  <a:lnTo>
                    <a:pt x="1487208" y="912914"/>
                  </a:lnTo>
                  <a:lnTo>
                    <a:pt x="1487208" y="861479"/>
                  </a:lnTo>
                  <a:lnTo>
                    <a:pt x="1622653" y="861479"/>
                  </a:lnTo>
                  <a:lnTo>
                    <a:pt x="1622653" y="855764"/>
                  </a:lnTo>
                  <a:lnTo>
                    <a:pt x="1487208" y="855764"/>
                  </a:lnTo>
                  <a:lnTo>
                    <a:pt x="1487208" y="0"/>
                  </a:lnTo>
                  <a:lnTo>
                    <a:pt x="1478635" y="0"/>
                  </a:lnTo>
                  <a:lnTo>
                    <a:pt x="1478635" y="855764"/>
                  </a:lnTo>
                  <a:lnTo>
                    <a:pt x="1474508" y="855764"/>
                  </a:lnTo>
                  <a:lnTo>
                    <a:pt x="1474508" y="861479"/>
                  </a:lnTo>
                  <a:lnTo>
                    <a:pt x="1478635" y="861479"/>
                  </a:lnTo>
                  <a:lnTo>
                    <a:pt x="1478635" y="912914"/>
                  </a:lnTo>
                  <a:lnTo>
                    <a:pt x="1474508" y="912914"/>
                  </a:lnTo>
                  <a:lnTo>
                    <a:pt x="1474508" y="918629"/>
                  </a:lnTo>
                  <a:lnTo>
                    <a:pt x="1478635" y="918629"/>
                  </a:lnTo>
                  <a:lnTo>
                    <a:pt x="1478635" y="970064"/>
                  </a:lnTo>
                  <a:lnTo>
                    <a:pt x="1474508" y="970064"/>
                  </a:lnTo>
                  <a:lnTo>
                    <a:pt x="1474508" y="975779"/>
                  </a:lnTo>
                  <a:lnTo>
                    <a:pt x="1478635" y="975779"/>
                  </a:lnTo>
                  <a:lnTo>
                    <a:pt x="1478635" y="1027214"/>
                  </a:lnTo>
                  <a:lnTo>
                    <a:pt x="1474508" y="1027214"/>
                  </a:lnTo>
                  <a:lnTo>
                    <a:pt x="1474508" y="1032929"/>
                  </a:lnTo>
                  <a:lnTo>
                    <a:pt x="1478635" y="1032929"/>
                  </a:lnTo>
                  <a:lnTo>
                    <a:pt x="1478635" y="1084364"/>
                  </a:lnTo>
                  <a:lnTo>
                    <a:pt x="1474508" y="1084364"/>
                  </a:lnTo>
                  <a:lnTo>
                    <a:pt x="1474508" y="1090079"/>
                  </a:lnTo>
                  <a:lnTo>
                    <a:pt x="1478635" y="1090079"/>
                  </a:lnTo>
                  <a:lnTo>
                    <a:pt x="1487208" y="1090079"/>
                  </a:lnTo>
                  <a:lnTo>
                    <a:pt x="1622653" y="1090079"/>
                  </a:lnTo>
                  <a:lnTo>
                    <a:pt x="1622653" y="1101509"/>
                  </a:lnTo>
                  <a:lnTo>
                    <a:pt x="1632648" y="1101509"/>
                  </a:lnTo>
                  <a:lnTo>
                    <a:pt x="1632648" y="1090079"/>
                  </a:lnTo>
                  <a:lnTo>
                    <a:pt x="3102356" y="1090079"/>
                  </a:lnTo>
                  <a:lnTo>
                    <a:pt x="3102356" y="1084364"/>
                  </a:lnTo>
                  <a:lnTo>
                    <a:pt x="1632648" y="1084364"/>
                  </a:lnTo>
                  <a:lnTo>
                    <a:pt x="1632648" y="1032929"/>
                  </a:lnTo>
                  <a:lnTo>
                    <a:pt x="3102356" y="1032929"/>
                  </a:lnTo>
                  <a:lnTo>
                    <a:pt x="3102356" y="1027214"/>
                  </a:lnTo>
                  <a:lnTo>
                    <a:pt x="1632648" y="1027214"/>
                  </a:lnTo>
                  <a:lnTo>
                    <a:pt x="1632648" y="975779"/>
                  </a:lnTo>
                  <a:lnTo>
                    <a:pt x="3102356" y="975779"/>
                  </a:lnTo>
                  <a:lnTo>
                    <a:pt x="3102356" y="970064"/>
                  </a:lnTo>
                  <a:lnTo>
                    <a:pt x="1632648" y="970064"/>
                  </a:lnTo>
                  <a:lnTo>
                    <a:pt x="1632648" y="918629"/>
                  </a:lnTo>
                  <a:lnTo>
                    <a:pt x="3102356" y="918629"/>
                  </a:lnTo>
                  <a:lnTo>
                    <a:pt x="3102356" y="912914"/>
                  </a:lnTo>
                  <a:lnTo>
                    <a:pt x="1632648" y="912914"/>
                  </a:lnTo>
                  <a:lnTo>
                    <a:pt x="1632648" y="861479"/>
                  </a:lnTo>
                  <a:lnTo>
                    <a:pt x="3102356" y="861479"/>
                  </a:lnTo>
                  <a:lnTo>
                    <a:pt x="3102356" y="855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8" name="object 15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096325" y="7485759"/>
              <a:ext cx="262889" cy="481973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4408144" y="7272410"/>
              <a:ext cx="321310" cy="439420"/>
            </a:xfrm>
            <a:custGeom>
              <a:avLst/>
              <a:gdLst/>
              <a:ahLst/>
              <a:cxnLst/>
              <a:rect l="l" t="t" r="r" b="b"/>
              <a:pathLst>
                <a:path w="321310" h="439420">
                  <a:moveTo>
                    <a:pt x="74295" y="400723"/>
                  </a:moveTo>
                  <a:lnTo>
                    <a:pt x="74104" y="393484"/>
                  </a:lnTo>
                  <a:lnTo>
                    <a:pt x="74015" y="393306"/>
                  </a:lnTo>
                  <a:lnTo>
                    <a:pt x="74015" y="197167"/>
                  </a:lnTo>
                  <a:lnTo>
                    <a:pt x="64008" y="197167"/>
                  </a:lnTo>
                  <a:lnTo>
                    <a:pt x="64008" y="382968"/>
                  </a:lnTo>
                  <a:lnTo>
                    <a:pt x="62014" y="381381"/>
                  </a:lnTo>
                  <a:lnTo>
                    <a:pt x="55537" y="379666"/>
                  </a:lnTo>
                  <a:lnTo>
                    <a:pt x="47155" y="379857"/>
                  </a:lnTo>
                  <a:lnTo>
                    <a:pt x="39217" y="380822"/>
                  </a:lnTo>
                  <a:lnTo>
                    <a:pt x="4648" y="403936"/>
                  </a:lnTo>
                  <a:lnTo>
                    <a:pt x="0" y="417868"/>
                  </a:lnTo>
                  <a:lnTo>
                    <a:pt x="190" y="424345"/>
                  </a:lnTo>
                  <a:lnTo>
                    <a:pt x="25146" y="439293"/>
                  </a:lnTo>
                  <a:lnTo>
                    <a:pt x="33629" y="438353"/>
                  </a:lnTo>
                  <a:lnTo>
                    <a:pt x="69659" y="415290"/>
                  </a:lnTo>
                  <a:lnTo>
                    <a:pt x="72847" y="408292"/>
                  </a:lnTo>
                  <a:lnTo>
                    <a:pt x="74295" y="400723"/>
                  </a:lnTo>
                  <a:close/>
                </a:path>
                <a:path w="321310" h="439420">
                  <a:moveTo>
                    <a:pt x="197535" y="314998"/>
                  </a:moveTo>
                  <a:lnTo>
                    <a:pt x="197345" y="307759"/>
                  </a:lnTo>
                  <a:lnTo>
                    <a:pt x="197243" y="307555"/>
                  </a:lnTo>
                  <a:lnTo>
                    <a:pt x="197243" y="180975"/>
                  </a:lnTo>
                  <a:lnTo>
                    <a:pt x="187248" y="180975"/>
                  </a:lnTo>
                  <a:lnTo>
                    <a:pt x="187248" y="297256"/>
                  </a:lnTo>
                  <a:lnTo>
                    <a:pt x="185242" y="295656"/>
                  </a:lnTo>
                  <a:lnTo>
                    <a:pt x="178765" y="293941"/>
                  </a:lnTo>
                  <a:lnTo>
                    <a:pt x="170383" y="294132"/>
                  </a:lnTo>
                  <a:lnTo>
                    <a:pt x="162458" y="295097"/>
                  </a:lnTo>
                  <a:lnTo>
                    <a:pt x="127876" y="318211"/>
                  </a:lnTo>
                  <a:lnTo>
                    <a:pt x="123240" y="332143"/>
                  </a:lnTo>
                  <a:lnTo>
                    <a:pt x="123431" y="338620"/>
                  </a:lnTo>
                  <a:lnTo>
                    <a:pt x="148386" y="353568"/>
                  </a:lnTo>
                  <a:lnTo>
                    <a:pt x="156870" y="352628"/>
                  </a:lnTo>
                  <a:lnTo>
                    <a:pt x="192887" y="329565"/>
                  </a:lnTo>
                  <a:lnTo>
                    <a:pt x="196088" y="322567"/>
                  </a:lnTo>
                  <a:lnTo>
                    <a:pt x="197535" y="314998"/>
                  </a:lnTo>
                  <a:close/>
                </a:path>
                <a:path w="321310" h="439420">
                  <a:moveTo>
                    <a:pt x="320763" y="257848"/>
                  </a:moveTo>
                  <a:lnTo>
                    <a:pt x="320573" y="250609"/>
                  </a:lnTo>
                  <a:lnTo>
                    <a:pt x="320484" y="250431"/>
                  </a:lnTo>
                  <a:lnTo>
                    <a:pt x="320484" y="0"/>
                  </a:lnTo>
                  <a:lnTo>
                    <a:pt x="310476" y="0"/>
                  </a:lnTo>
                  <a:lnTo>
                    <a:pt x="310476" y="240093"/>
                  </a:lnTo>
                  <a:lnTo>
                    <a:pt x="308483" y="238506"/>
                  </a:lnTo>
                  <a:lnTo>
                    <a:pt x="302006" y="236791"/>
                  </a:lnTo>
                  <a:lnTo>
                    <a:pt x="293624" y="236982"/>
                  </a:lnTo>
                  <a:lnTo>
                    <a:pt x="285686" y="237947"/>
                  </a:lnTo>
                  <a:lnTo>
                    <a:pt x="251117" y="261061"/>
                  </a:lnTo>
                  <a:lnTo>
                    <a:pt x="246468" y="274993"/>
                  </a:lnTo>
                  <a:lnTo>
                    <a:pt x="246659" y="281470"/>
                  </a:lnTo>
                  <a:lnTo>
                    <a:pt x="271614" y="296418"/>
                  </a:lnTo>
                  <a:lnTo>
                    <a:pt x="280098" y="295478"/>
                  </a:lnTo>
                  <a:lnTo>
                    <a:pt x="316128" y="272415"/>
                  </a:lnTo>
                  <a:lnTo>
                    <a:pt x="319316" y="265417"/>
                  </a:lnTo>
                  <a:lnTo>
                    <a:pt x="320763" y="257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0" name="object 16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761339" y="7243833"/>
              <a:ext cx="357609" cy="267842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4170324" y="6683346"/>
              <a:ext cx="3098165" cy="1101725"/>
            </a:xfrm>
            <a:custGeom>
              <a:avLst/>
              <a:gdLst/>
              <a:ahLst/>
              <a:cxnLst/>
              <a:rect l="l" t="t" r="r" b="b"/>
              <a:pathLst>
                <a:path w="3098165" h="1101725">
                  <a:moveTo>
                    <a:pt x="435063" y="813269"/>
                  </a:moveTo>
                  <a:lnTo>
                    <a:pt x="0" y="870419"/>
                  </a:lnTo>
                  <a:lnTo>
                    <a:pt x="0" y="899248"/>
                  </a:lnTo>
                  <a:lnTo>
                    <a:pt x="435063" y="842098"/>
                  </a:lnTo>
                  <a:lnTo>
                    <a:pt x="435063" y="813269"/>
                  </a:lnTo>
                  <a:close/>
                </a:path>
                <a:path w="3098165" h="1101725">
                  <a:moveTo>
                    <a:pt x="435063" y="770039"/>
                  </a:moveTo>
                  <a:lnTo>
                    <a:pt x="0" y="827189"/>
                  </a:lnTo>
                  <a:lnTo>
                    <a:pt x="0" y="856018"/>
                  </a:lnTo>
                  <a:lnTo>
                    <a:pt x="435063" y="798868"/>
                  </a:lnTo>
                  <a:lnTo>
                    <a:pt x="435063" y="770039"/>
                  </a:lnTo>
                  <a:close/>
                </a:path>
                <a:path w="3098165" h="1101725">
                  <a:moveTo>
                    <a:pt x="928001" y="603478"/>
                  </a:moveTo>
                  <a:lnTo>
                    <a:pt x="558304" y="632053"/>
                  </a:lnTo>
                  <a:lnTo>
                    <a:pt x="558304" y="660717"/>
                  </a:lnTo>
                  <a:lnTo>
                    <a:pt x="928001" y="632142"/>
                  </a:lnTo>
                  <a:lnTo>
                    <a:pt x="928001" y="603478"/>
                  </a:lnTo>
                  <a:close/>
                </a:path>
                <a:path w="3098165" h="1101725">
                  <a:moveTo>
                    <a:pt x="928001" y="560489"/>
                  </a:moveTo>
                  <a:lnTo>
                    <a:pt x="558304" y="589064"/>
                  </a:lnTo>
                  <a:lnTo>
                    <a:pt x="558304" y="617728"/>
                  </a:lnTo>
                  <a:lnTo>
                    <a:pt x="928001" y="589153"/>
                  </a:lnTo>
                  <a:lnTo>
                    <a:pt x="928001" y="560489"/>
                  </a:lnTo>
                  <a:close/>
                </a:path>
                <a:path w="3098165" h="1101725">
                  <a:moveTo>
                    <a:pt x="1421231" y="1046937"/>
                  </a:moveTo>
                  <a:lnTo>
                    <a:pt x="1421041" y="1039698"/>
                  </a:lnTo>
                  <a:lnTo>
                    <a:pt x="1420939" y="1039495"/>
                  </a:lnTo>
                  <a:lnTo>
                    <a:pt x="1420939" y="842327"/>
                  </a:lnTo>
                  <a:lnTo>
                    <a:pt x="1420939" y="813409"/>
                  </a:lnTo>
                  <a:lnTo>
                    <a:pt x="1420939" y="798957"/>
                  </a:lnTo>
                  <a:lnTo>
                    <a:pt x="1420939" y="770039"/>
                  </a:lnTo>
                  <a:lnTo>
                    <a:pt x="1410944" y="768502"/>
                  </a:lnTo>
                  <a:lnTo>
                    <a:pt x="1410944" y="797420"/>
                  </a:lnTo>
                  <a:lnTo>
                    <a:pt x="1410944" y="811872"/>
                  </a:lnTo>
                  <a:lnTo>
                    <a:pt x="1297711" y="794372"/>
                  </a:lnTo>
                  <a:lnTo>
                    <a:pt x="1297711" y="779919"/>
                  </a:lnTo>
                  <a:lnTo>
                    <a:pt x="1410944" y="797420"/>
                  </a:lnTo>
                  <a:lnTo>
                    <a:pt x="1410944" y="768502"/>
                  </a:lnTo>
                  <a:lnTo>
                    <a:pt x="1297711" y="751001"/>
                  </a:lnTo>
                  <a:lnTo>
                    <a:pt x="1287703" y="749452"/>
                  </a:lnTo>
                  <a:lnTo>
                    <a:pt x="1287703" y="778370"/>
                  </a:lnTo>
                  <a:lnTo>
                    <a:pt x="1287703" y="792822"/>
                  </a:lnTo>
                  <a:lnTo>
                    <a:pt x="1174470" y="775309"/>
                  </a:lnTo>
                  <a:lnTo>
                    <a:pt x="1174470" y="760857"/>
                  </a:lnTo>
                  <a:lnTo>
                    <a:pt x="1287703" y="778370"/>
                  </a:lnTo>
                  <a:lnTo>
                    <a:pt x="1287703" y="749452"/>
                  </a:lnTo>
                  <a:lnTo>
                    <a:pt x="1174470" y="731939"/>
                  </a:lnTo>
                  <a:lnTo>
                    <a:pt x="1164475" y="730402"/>
                  </a:lnTo>
                  <a:lnTo>
                    <a:pt x="1164475" y="759320"/>
                  </a:lnTo>
                  <a:lnTo>
                    <a:pt x="1164475" y="773772"/>
                  </a:lnTo>
                  <a:lnTo>
                    <a:pt x="1051242" y="756259"/>
                  </a:lnTo>
                  <a:lnTo>
                    <a:pt x="1051242" y="741807"/>
                  </a:lnTo>
                  <a:lnTo>
                    <a:pt x="1164475" y="759320"/>
                  </a:lnTo>
                  <a:lnTo>
                    <a:pt x="1164475" y="730402"/>
                  </a:lnTo>
                  <a:lnTo>
                    <a:pt x="1051242" y="712889"/>
                  </a:lnTo>
                  <a:lnTo>
                    <a:pt x="1041234" y="712889"/>
                  </a:lnTo>
                  <a:lnTo>
                    <a:pt x="1041234" y="829157"/>
                  </a:lnTo>
                  <a:lnTo>
                    <a:pt x="1039241" y="827570"/>
                  </a:lnTo>
                  <a:lnTo>
                    <a:pt x="1032764" y="825855"/>
                  </a:lnTo>
                  <a:lnTo>
                    <a:pt x="1024382" y="826046"/>
                  </a:lnTo>
                  <a:lnTo>
                    <a:pt x="1016444" y="827011"/>
                  </a:lnTo>
                  <a:lnTo>
                    <a:pt x="981875" y="850125"/>
                  </a:lnTo>
                  <a:lnTo>
                    <a:pt x="977226" y="864057"/>
                  </a:lnTo>
                  <a:lnTo>
                    <a:pt x="977417" y="870534"/>
                  </a:lnTo>
                  <a:lnTo>
                    <a:pt x="1002372" y="885482"/>
                  </a:lnTo>
                  <a:lnTo>
                    <a:pt x="1010856" y="884542"/>
                  </a:lnTo>
                  <a:lnTo>
                    <a:pt x="1046886" y="861479"/>
                  </a:lnTo>
                  <a:lnTo>
                    <a:pt x="1051521" y="846912"/>
                  </a:lnTo>
                  <a:lnTo>
                    <a:pt x="1051331" y="839673"/>
                  </a:lnTo>
                  <a:lnTo>
                    <a:pt x="1051242" y="839495"/>
                  </a:lnTo>
                  <a:lnTo>
                    <a:pt x="1051242" y="785177"/>
                  </a:lnTo>
                  <a:lnTo>
                    <a:pt x="1164475" y="802690"/>
                  </a:lnTo>
                  <a:lnTo>
                    <a:pt x="1164475" y="886320"/>
                  </a:lnTo>
                  <a:lnTo>
                    <a:pt x="1162469" y="884720"/>
                  </a:lnTo>
                  <a:lnTo>
                    <a:pt x="1155992" y="883005"/>
                  </a:lnTo>
                  <a:lnTo>
                    <a:pt x="1116749" y="895197"/>
                  </a:lnTo>
                  <a:lnTo>
                    <a:pt x="1100467" y="921207"/>
                  </a:lnTo>
                  <a:lnTo>
                    <a:pt x="1100658" y="927684"/>
                  </a:lnTo>
                  <a:lnTo>
                    <a:pt x="1125613" y="942632"/>
                  </a:lnTo>
                  <a:lnTo>
                    <a:pt x="1134097" y="941692"/>
                  </a:lnTo>
                  <a:lnTo>
                    <a:pt x="1170114" y="918629"/>
                  </a:lnTo>
                  <a:lnTo>
                    <a:pt x="1174762" y="904062"/>
                  </a:lnTo>
                  <a:lnTo>
                    <a:pt x="1174572" y="896823"/>
                  </a:lnTo>
                  <a:lnTo>
                    <a:pt x="1174470" y="896620"/>
                  </a:lnTo>
                  <a:lnTo>
                    <a:pt x="1174470" y="804227"/>
                  </a:lnTo>
                  <a:lnTo>
                    <a:pt x="1287703" y="821740"/>
                  </a:lnTo>
                  <a:lnTo>
                    <a:pt x="1287703" y="972032"/>
                  </a:lnTo>
                  <a:lnTo>
                    <a:pt x="1285709" y="970445"/>
                  </a:lnTo>
                  <a:lnTo>
                    <a:pt x="1279232" y="968730"/>
                  </a:lnTo>
                  <a:lnTo>
                    <a:pt x="1239989" y="980922"/>
                  </a:lnTo>
                  <a:lnTo>
                    <a:pt x="1223695" y="1006932"/>
                  </a:lnTo>
                  <a:lnTo>
                    <a:pt x="1223886" y="1013409"/>
                  </a:lnTo>
                  <a:lnTo>
                    <a:pt x="1248841" y="1028357"/>
                  </a:lnTo>
                  <a:lnTo>
                    <a:pt x="1257325" y="1027417"/>
                  </a:lnTo>
                  <a:lnTo>
                    <a:pt x="1293355" y="1004354"/>
                  </a:lnTo>
                  <a:lnTo>
                    <a:pt x="1297990" y="989787"/>
                  </a:lnTo>
                  <a:lnTo>
                    <a:pt x="1297800" y="982548"/>
                  </a:lnTo>
                  <a:lnTo>
                    <a:pt x="1297711" y="982370"/>
                  </a:lnTo>
                  <a:lnTo>
                    <a:pt x="1297711" y="823290"/>
                  </a:lnTo>
                  <a:lnTo>
                    <a:pt x="1410944" y="840790"/>
                  </a:lnTo>
                  <a:lnTo>
                    <a:pt x="1410944" y="1029195"/>
                  </a:lnTo>
                  <a:lnTo>
                    <a:pt x="1408938" y="1027595"/>
                  </a:lnTo>
                  <a:lnTo>
                    <a:pt x="1402461" y="1025880"/>
                  </a:lnTo>
                  <a:lnTo>
                    <a:pt x="1363218" y="1038072"/>
                  </a:lnTo>
                  <a:lnTo>
                    <a:pt x="1346936" y="1064082"/>
                  </a:lnTo>
                  <a:lnTo>
                    <a:pt x="1347127" y="1070559"/>
                  </a:lnTo>
                  <a:lnTo>
                    <a:pt x="1372082" y="1085507"/>
                  </a:lnTo>
                  <a:lnTo>
                    <a:pt x="1380566" y="1084567"/>
                  </a:lnTo>
                  <a:lnTo>
                    <a:pt x="1416583" y="1061504"/>
                  </a:lnTo>
                  <a:lnTo>
                    <a:pt x="1419783" y="1054506"/>
                  </a:lnTo>
                  <a:lnTo>
                    <a:pt x="1421231" y="1046937"/>
                  </a:lnTo>
                  <a:close/>
                </a:path>
                <a:path w="3098165" h="1101725">
                  <a:moveTo>
                    <a:pt x="1640713" y="769759"/>
                  </a:moveTo>
                  <a:lnTo>
                    <a:pt x="1545272" y="740892"/>
                  </a:lnTo>
                  <a:lnTo>
                    <a:pt x="1545272" y="748322"/>
                  </a:lnTo>
                  <a:lnTo>
                    <a:pt x="1616138" y="769467"/>
                  </a:lnTo>
                  <a:lnTo>
                    <a:pt x="1616138" y="769759"/>
                  </a:lnTo>
                  <a:lnTo>
                    <a:pt x="1545272" y="790905"/>
                  </a:lnTo>
                  <a:lnTo>
                    <a:pt x="1545272" y="798614"/>
                  </a:lnTo>
                  <a:lnTo>
                    <a:pt x="1640713" y="769759"/>
                  </a:lnTo>
                  <a:close/>
                </a:path>
                <a:path w="3098165" h="1101725">
                  <a:moveTo>
                    <a:pt x="3097568" y="855764"/>
                  </a:moveTo>
                  <a:lnTo>
                    <a:pt x="1627860" y="855764"/>
                  </a:lnTo>
                  <a:lnTo>
                    <a:pt x="1627860" y="827189"/>
                  </a:lnTo>
                  <a:lnTo>
                    <a:pt x="1617853" y="827189"/>
                  </a:lnTo>
                  <a:lnTo>
                    <a:pt x="1617853" y="1084364"/>
                  </a:lnTo>
                  <a:lnTo>
                    <a:pt x="1482407" y="1084364"/>
                  </a:lnTo>
                  <a:lnTo>
                    <a:pt x="1482407" y="1032929"/>
                  </a:lnTo>
                  <a:lnTo>
                    <a:pt x="1617853" y="1032929"/>
                  </a:lnTo>
                  <a:lnTo>
                    <a:pt x="1617853" y="1027214"/>
                  </a:lnTo>
                  <a:lnTo>
                    <a:pt x="1482407" y="1027214"/>
                  </a:lnTo>
                  <a:lnTo>
                    <a:pt x="1482407" y="975779"/>
                  </a:lnTo>
                  <a:lnTo>
                    <a:pt x="1617853" y="975779"/>
                  </a:lnTo>
                  <a:lnTo>
                    <a:pt x="1617853" y="970064"/>
                  </a:lnTo>
                  <a:lnTo>
                    <a:pt x="1482407" y="970064"/>
                  </a:lnTo>
                  <a:lnTo>
                    <a:pt x="1482407" y="918629"/>
                  </a:lnTo>
                  <a:lnTo>
                    <a:pt x="1617853" y="918629"/>
                  </a:lnTo>
                  <a:lnTo>
                    <a:pt x="1617853" y="912914"/>
                  </a:lnTo>
                  <a:lnTo>
                    <a:pt x="1482407" y="912914"/>
                  </a:lnTo>
                  <a:lnTo>
                    <a:pt x="1482407" y="861479"/>
                  </a:lnTo>
                  <a:lnTo>
                    <a:pt x="1617853" y="861479"/>
                  </a:lnTo>
                  <a:lnTo>
                    <a:pt x="1617853" y="855764"/>
                  </a:lnTo>
                  <a:lnTo>
                    <a:pt x="1482407" y="855764"/>
                  </a:lnTo>
                  <a:lnTo>
                    <a:pt x="1482407" y="0"/>
                  </a:lnTo>
                  <a:lnTo>
                    <a:pt x="1473835" y="0"/>
                  </a:lnTo>
                  <a:lnTo>
                    <a:pt x="1473835" y="855764"/>
                  </a:lnTo>
                  <a:lnTo>
                    <a:pt x="1469707" y="855764"/>
                  </a:lnTo>
                  <a:lnTo>
                    <a:pt x="1469707" y="861479"/>
                  </a:lnTo>
                  <a:lnTo>
                    <a:pt x="1473835" y="861479"/>
                  </a:lnTo>
                  <a:lnTo>
                    <a:pt x="1473835" y="912914"/>
                  </a:lnTo>
                  <a:lnTo>
                    <a:pt x="1469707" y="912914"/>
                  </a:lnTo>
                  <a:lnTo>
                    <a:pt x="1469707" y="918629"/>
                  </a:lnTo>
                  <a:lnTo>
                    <a:pt x="1473835" y="918629"/>
                  </a:lnTo>
                  <a:lnTo>
                    <a:pt x="1473835" y="970064"/>
                  </a:lnTo>
                  <a:lnTo>
                    <a:pt x="1469707" y="970064"/>
                  </a:lnTo>
                  <a:lnTo>
                    <a:pt x="1469707" y="975779"/>
                  </a:lnTo>
                  <a:lnTo>
                    <a:pt x="1473835" y="975779"/>
                  </a:lnTo>
                  <a:lnTo>
                    <a:pt x="1473835" y="1027214"/>
                  </a:lnTo>
                  <a:lnTo>
                    <a:pt x="1469707" y="1027214"/>
                  </a:lnTo>
                  <a:lnTo>
                    <a:pt x="1469707" y="1032929"/>
                  </a:lnTo>
                  <a:lnTo>
                    <a:pt x="1473835" y="1032929"/>
                  </a:lnTo>
                  <a:lnTo>
                    <a:pt x="1473835" y="1084364"/>
                  </a:lnTo>
                  <a:lnTo>
                    <a:pt x="1469707" y="1084364"/>
                  </a:lnTo>
                  <a:lnTo>
                    <a:pt x="1469707" y="1090079"/>
                  </a:lnTo>
                  <a:lnTo>
                    <a:pt x="1473835" y="1090079"/>
                  </a:lnTo>
                  <a:lnTo>
                    <a:pt x="1482407" y="1090079"/>
                  </a:lnTo>
                  <a:lnTo>
                    <a:pt x="1617853" y="1090079"/>
                  </a:lnTo>
                  <a:lnTo>
                    <a:pt x="1617853" y="1101509"/>
                  </a:lnTo>
                  <a:lnTo>
                    <a:pt x="1627860" y="1101509"/>
                  </a:lnTo>
                  <a:lnTo>
                    <a:pt x="1627860" y="1090079"/>
                  </a:lnTo>
                  <a:lnTo>
                    <a:pt x="3097568" y="1090079"/>
                  </a:lnTo>
                  <a:lnTo>
                    <a:pt x="3097568" y="1084364"/>
                  </a:lnTo>
                  <a:lnTo>
                    <a:pt x="1627860" y="1084364"/>
                  </a:lnTo>
                  <a:lnTo>
                    <a:pt x="1627860" y="1032929"/>
                  </a:lnTo>
                  <a:lnTo>
                    <a:pt x="3097568" y="1032929"/>
                  </a:lnTo>
                  <a:lnTo>
                    <a:pt x="3097568" y="1027214"/>
                  </a:lnTo>
                  <a:lnTo>
                    <a:pt x="1627860" y="1027214"/>
                  </a:lnTo>
                  <a:lnTo>
                    <a:pt x="1627860" y="975779"/>
                  </a:lnTo>
                  <a:lnTo>
                    <a:pt x="3097568" y="975779"/>
                  </a:lnTo>
                  <a:lnTo>
                    <a:pt x="3097568" y="970064"/>
                  </a:lnTo>
                  <a:lnTo>
                    <a:pt x="1627860" y="970064"/>
                  </a:lnTo>
                  <a:lnTo>
                    <a:pt x="1627860" y="918629"/>
                  </a:lnTo>
                  <a:lnTo>
                    <a:pt x="3097568" y="918629"/>
                  </a:lnTo>
                  <a:lnTo>
                    <a:pt x="3097568" y="912914"/>
                  </a:lnTo>
                  <a:lnTo>
                    <a:pt x="1627860" y="912914"/>
                  </a:lnTo>
                  <a:lnTo>
                    <a:pt x="1627860" y="861479"/>
                  </a:lnTo>
                  <a:lnTo>
                    <a:pt x="3097568" y="861479"/>
                  </a:lnTo>
                  <a:lnTo>
                    <a:pt x="3097568" y="855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2" name="object 16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724181" y="7485759"/>
              <a:ext cx="262889" cy="481973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6036005" y="7272410"/>
              <a:ext cx="321310" cy="439420"/>
            </a:xfrm>
            <a:custGeom>
              <a:avLst/>
              <a:gdLst/>
              <a:ahLst/>
              <a:cxnLst/>
              <a:rect l="l" t="t" r="r" b="b"/>
              <a:pathLst>
                <a:path w="321310" h="439420">
                  <a:moveTo>
                    <a:pt x="74295" y="400723"/>
                  </a:moveTo>
                  <a:lnTo>
                    <a:pt x="74104" y="393484"/>
                  </a:lnTo>
                  <a:lnTo>
                    <a:pt x="74002" y="393280"/>
                  </a:lnTo>
                  <a:lnTo>
                    <a:pt x="74002" y="197167"/>
                  </a:lnTo>
                  <a:lnTo>
                    <a:pt x="64008" y="197167"/>
                  </a:lnTo>
                  <a:lnTo>
                    <a:pt x="64008" y="382981"/>
                  </a:lnTo>
                  <a:lnTo>
                    <a:pt x="62001" y="381381"/>
                  </a:lnTo>
                  <a:lnTo>
                    <a:pt x="55524" y="379666"/>
                  </a:lnTo>
                  <a:lnTo>
                    <a:pt x="47142" y="379857"/>
                  </a:lnTo>
                  <a:lnTo>
                    <a:pt x="39217" y="380822"/>
                  </a:lnTo>
                  <a:lnTo>
                    <a:pt x="4648" y="403936"/>
                  </a:lnTo>
                  <a:lnTo>
                    <a:pt x="0" y="417868"/>
                  </a:lnTo>
                  <a:lnTo>
                    <a:pt x="190" y="424345"/>
                  </a:lnTo>
                  <a:lnTo>
                    <a:pt x="25146" y="439293"/>
                  </a:lnTo>
                  <a:lnTo>
                    <a:pt x="33629" y="438353"/>
                  </a:lnTo>
                  <a:lnTo>
                    <a:pt x="69646" y="415290"/>
                  </a:lnTo>
                  <a:lnTo>
                    <a:pt x="72847" y="408292"/>
                  </a:lnTo>
                  <a:lnTo>
                    <a:pt x="74295" y="400723"/>
                  </a:lnTo>
                  <a:close/>
                </a:path>
                <a:path w="321310" h="439420">
                  <a:moveTo>
                    <a:pt x="197523" y="314998"/>
                  </a:moveTo>
                  <a:lnTo>
                    <a:pt x="197332" y="307759"/>
                  </a:lnTo>
                  <a:lnTo>
                    <a:pt x="197243" y="307581"/>
                  </a:lnTo>
                  <a:lnTo>
                    <a:pt x="197243" y="180975"/>
                  </a:lnTo>
                  <a:lnTo>
                    <a:pt x="187236" y="180975"/>
                  </a:lnTo>
                  <a:lnTo>
                    <a:pt x="187236" y="297243"/>
                  </a:lnTo>
                  <a:lnTo>
                    <a:pt x="185242" y="295656"/>
                  </a:lnTo>
                  <a:lnTo>
                    <a:pt x="178765" y="293941"/>
                  </a:lnTo>
                  <a:lnTo>
                    <a:pt x="170383" y="294132"/>
                  </a:lnTo>
                  <a:lnTo>
                    <a:pt x="162458" y="295097"/>
                  </a:lnTo>
                  <a:lnTo>
                    <a:pt x="127876" y="318211"/>
                  </a:lnTo>
                  <a:lnTo>
                    <a:pt x="123228" y="332143"/>
                  </a:lnTo>
                  <a:lnTo>
                    <a:pt x="123418" y="338620"/>
                  </a:lnTo>
                  <a:lnTo>
                    <a:pt x="148374" y="353568"/>
                  </a:lnTo>
                  <a:lnTo>
                    <a:pt x="156857" y="352628"/>
                  </a:lnTo>
                  <a:lnTo>
                    <a:pt x="192887" y="329565"/>
                  </a:lnTo>
                  <a:lnTo>
                    <a:pt x="196088" y="322567"/>
                  </a:lnTo>
                  <a:lnTo>
                    <a:pt x="197523" y="314998"/>
                  </a:lnTo>
                  <a:close/>
                </a:path>
                <a:path w="321310" h="439420">
                  <a:moveTo>
                    <a:pt x="320763" y="257848"/>
                  </a:moveTo>
                  <a:lnTo>
                    <a:pt x="320573" y="250609"/>
                  </a:lnTo>
                  <a:lnTo>
                    <a:pt x="320471" y="250405"/>
                  </a:lnTo>
                  <a:lnTo>
                    <a:pt x="320471" y="0"/>
                  </a:lnTo>
                  <a:lnTo>
                    <a:pt x="310476" y="0"/>
                  </a:lnTo>
                  <a:lnTo>
                    <a:pt x="310476" y="240106"/>
                  </a:lnTo>
                  <a:lnTo>
                    <a:pt x="308470" y="238506"/>
                  </a:lnTo>
                  <a:lnTo>
                    <a:pt x="301993" y="236791"/>
                  </a:lnTo>
                  <a:lnTo>
                    <a:pt x="293611" y="236982"/>
                  </a:lnTo>
                  <a:lnTo>
                    <a:pt x="285686" y="237947"/>
                  </a:lnTo>
                  <a:lnTo>
                    <a:pt x="251117" y="261061"/>
                  </a:lnTo>
                  <a:lnTo>
                    <a:pt x="246468" y="274993"/>
                  </a:lnTo>
                  <a:lnTo>
                    <a:pt x="246659" y="281470"/>
                  </a:lnTo>
                  <a:lnTo>
                    <a:pt x="271614" y="296418"/>
                  </a:lnTo>
                  <a:lnTo>
                    <a:pt x="280098" y="295478"/>
                  </a:lnTo>
                  <a:lnTo>
                    <a:pt x="316115" y="272415"/>
                  </a:lnTo>
                  <a:lnTo>
                    <a:pt x="319316" y="265417"/>
                  </a:lnTo>
                  <a:lnTo>
                    <a:pt x="320763" y="257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" name="object 164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389196" y="7243833"/>
              <a:ext cx="357609" cy="267842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5798185" y="6683346"/>
              <a:ext cx="1482725" cy="1090295"/>
            </a:xfrm>
            <a:custGeom>
              <a:avLst/>
              <a:gdLst/>
              <a:ahLst/>
              <a:cxnLst/>
              <a:rect l="l" t="t" r="r" b="b"/>
              <a:pathLst>
                <a:path w="1482725" h="1090295">
                  <a:moveTo>
                    <a:pt x="435063" y="813269"/>
                  </a:moveTo>
                  <a:lnTo>
                    <a:pt x="0" y="870419"/>
                  </a:lnTo>
                  <a:lnTo>
                    <a:pt x="0" y="899248"/>
                  </a:lnTo>
                  <a:lnTo>
                    <a:pt x="435063" y="842098"/>
                  </a:lnTo>
                  <a:lnTo>
                    <a:pt x="435063" y="813269"/>
                  </a:lnTo>
                  <a:close/>
                </a:path>
                <a:path w="1482725" h="1090295">
                  <a:moveTo>
                    <a:pt x="435063" y="770039"/>
                  </a:moveTo>
                  <a:lnTo>
                    <a:pt x="0" y="827189"/>
                  </a:lnTo>
                  <a:lnTo>
                    <a:pt x="0" y="856018"/>
                  </a:lnTo>
                  <a:lnTo>
                    <a:pt x="435063" y="798868"/>
                  </a:lnTo>
                  <a:lnTo>
                    <a:pt x="435063" y="770039"/>
                  </a:lnTo>
                  <a:close/>
                </a:path>
                <a:path w="1482725" h="1090295">
                  <a:moveTo>
                    <a:pt x="928001" y="603478"/>
                  </a:moveTo>
                  <a:lnTo>
                    <a:pt x="558292" y="632053"/>
                  </a:lnTo>
                  <a:lnTo>
                    <a:pt x="558292" y="660717"/>
                  </a:lnTo>
                  <a:lnTo>
                    <a:pt x="928001" y="632142"/>
                  </a:lnTo>
                  <a:lnTo>
                    <a:pt x="928001" y="603478"/>
                  </a:lnTo>
                  <a:close/>
                </a:path>
                <a:path w="1482725" h="1090295">
                  <a:moveTo>
                    <a:pt x="928001" y="560489"/>
                  </a:moveTo>
                  <a:lnTo>
                    <a:pt x="558292" y="589064"/>
                  </a:lnTo>
                  <a:lnTo>
                    <a:pt x="558292" y="617728"/>
                  </a:lnTo>
                  <a:lnTo>
                    <a:pt x="928001" y="589153"/>
                  </a:lnTo>
                  <a:lnTo>
                    <a:pt x="928001" y="560489"/>
                  </a:lnTo>
                  <a:close/>
                </a:path>
                <a:path w="1482725" h="1090295">
                  <a:moveTo>
                    <a:pt x="1421218" y="1046937"/>
                  </a:moveTo>
                  <a:lnTo>
                    <a:pt x="1421028" y="1039698"/>
                  </a:lnTo>
                  <a:lnTo>
                    <a:pt x="1420939" y="1039520"/>
                  </a:lnTo>
                  <a:lnTo>
                    <a:pt x="1420939" y="842327"/>
                  </a:lnTo>
                  <a:lnTo>
                    <a:pt x="1420939" y="813409"/>
                  </a:lnTo>
                  <a:lnTo>
                    <a:pt x="1420939" y="798957"/>
                  </a:lnTo>
                  <a:lnTo>
                    <a:pt x="1420939" y="770039"/>
                  </a:lnTo>
                  <a:lnTo>
                    <a:pt x="1410931" y="768502"/>
                  </a:lnTo>
                  <a:lnTo>
                    <a:pt x="1410931" y="797420"/>
                  </a:lnTo>
                  <a:lnTo>
                    <a:pt x="1410931" y="811872"/>
                  </a:lnTo>
                  <a:lnTo>
                    <a:pt x="1297698" y="794359"/>
                  </a:lnTo>
                  <a:lnTo>
                    <a:pt x="1297698" y="779907"/>
                  </a:lnTo>
                  <a:lnTo>
                    <a:pt x="1410931" y="797420"/>
                  </a:lnTo>
                  <a:lnTo>
                    <a:pt x="1410931" y="768502"/>
                  </a:lnTo>
                  <a:lnTo>
                    <a:pt x="1297698" y="750989"/>
                  </a:lnTo>
                  <a:lnTo>
                    <a:pt x="1287703" y="749452"/>
                  </a:lnTo>
                  <a:lnTo>
                    <a:pt x="1287703" y="778370"/>
                  </a:lnTo>
                  <a:lnTo>
                    <a:pt x="1287703" y="792822"/>
                  </a:lnTo>
                  <a:lnTo>
                    <a:pt x="1174470" y="775322"/>
                  </a:lnTo>
                  <a:lnTo>
                    <a:pt x="1174470" y="760869"/>
                  </a:lnTo>
                  <a:lnTo>
                    <a:pt x="1287703" y="778370"/>
                  </a:lnTo>
                  <a:lnTo>
                    <a:pt x="1287703" y="749452"/>
                  </a:lnTo>
                  <a:lnTo>
                    <a:pt x="1174470" y="731951"/>
                  </a:lnTo>
                  <a:lnTo>
                    <a:pt x="1164463" y="730402"/>
                  </a:lnTo>
                  <a:lnTo>
                    <a:pt x="1164463" y="759320"/>
                  </a:lnTo>
                  <a:lnTo>
                    <a:pt x="1164463" y="773772"/>
                  </a:lnTo>
                  <a:lnTo>
                    <a:pt x="1051229" y="756259"/>
                  </a:lnTo>
                  <a:lnTo>
                    <a:pt x="1051229" y="741807"/>
                  </a:lnTo>
                  <a:lnTo>
                    <a:pt x="1164463" y="759320"/>
                  </a:lnTo>
                  <a:lnTo>
                    <a:pt x="1164463" y="730402"/>
                  </a:lnTo>
                  <a:lnTo>
                    <a:pt x="1051229" y="712889"/>
                  </a:lnTo>
                  <a:lnTo>
                    <a:pt x="1041234" y="712889"/>
                  </a:lnTo>
                  <a:lnTo>
                    <a:pt x="1041234" y="829170"/>
                  </a:lnTo>
                  <a:lnTo>
                    <a:pt x="1039228" y="827570"/>
                  </a:lnTo>
                  <a:lnTo>
                    <a:pt x="1032751" y="825855"/>
                  </a:lnTo>
                  <a:lnTo>
                    <a:pt x="1024369" y="826046"/>
                  </a:lnTo>
                  <a:lnTo>
                    <a:pt x="1016444" y="827011"/>
                  </a:lnTo>
                  <a:lnTo>
                    <a:pt x="981875" y="850125"/>
                  </a:lnTo>
                  <a:lnTo>
                    <a:pt x="977226" y="864057"/>
                  </a:lnTo>
                  <a:lnTo>
                    <a:pt x="977417" y="870534"/>
                  </a:lnTo>
                  <a:lnTo>
                    <a:pt x="1002372" y="885482"/>
                  </a:lnTo>
                  <a:lnTo>
                    <a:pt x="1010856" y="884542"/>
                  </a:lnTo>
                  <a:lnTo>
                    <a:pt x="1046873" y="861479"/>
                  </a:lnTo>
                  <a:lnTo>
                    <a:pt x="1051521" y="846912"/>
                  </a:lnTo>
                  <a:lnTo>
                    <a:pt x="1051331" y="839673"/>
                  </a:lnTo>
                  <a:lnTo>
                    <a:pt x="1051229" y="839470"/>
                  </a:lnTo>
                  <a:lnTo>
                    <a:pt x="1051229" y="785177"/>
                  </a:lnTo>
                  <a:lnTo>
                    <a:pt x="1164463" y="802690"/>
                  </a:lnTo>
                  <a:lnTo>
                    <a:pt x="1164463" y="886307"/>
                  </a:lnTo>
                  <a:lnTo>
                    <a:pt x="1162469" y="884720"/>
                  </a:lnTo>
                  <a:lnTo>
                    <a:pt x="1155992" y="883005"/>
                  </a:lnTo>
                  <a:lnTo>
                    <a:pt x="1116749" y="895197"/>
                  </a:lnTo>
                  <a:lnTo>
                    <a:pt x="1100455" y="921207"/>
                  </a:lnTo>
                  <a:lnTo>
                    <a:pt x="1100645" y="927684"/>
                  </a:lnTo>
                  <a:lnTo>
                    <a:pt x="1125601" y="942632"/>
                  </a:lnTo>
                  <a:lnTo>
                    <a:pt x="1134084" y="941692"/>
                  </a:lnTo>
                  <a:lnTo>
                    <a:pt x="1170114" y="918629"/>
                  </a:lnTo>
                  <a:lnTo>
                    <a:pt x="1174750" y="904062"/>
                  </a:lnTo>
                  <a:lnTo>
                    <a:pt x="1174559" y="896823"/>
                  </a:lnTo>
                  <a:lnTo>
                    <a:pt x="1174470" y="896645"/>
                  </a:lnTo>
                  <a:lnTo>
                    <a:pt x="1174470" y="804240"/>
                  </a:lnTo>
                  <a:lnTo>
                    <a:pt x="1287703" y="821740"/>
                  </a:lnTo>
                  <a:lnTo>
                    <a:pt x="1287703" y="972045"/>
                  </a:lnTo>
                  <a:lnTo>
                    <a:pt x="1285697" y="970445"/>
                  </a:lnTo>
                  <a:lnTo>
                    <a:pt x="1279220" y="968730"/>
                  </a:lnTo>
                  <a:lnTo>
                    <a:pt x="1239977" y="980922"/>
                  </a:lnTo>
                  <a:lnTo>
                    <a:pt x="1223695" y="1006932"/>
                  </a:lnTo>
                  <a:lnTo>
                    <a:pt x="1223886" y="1013409"/>
                  </a:lnTo>
                  <a:lnTo>
                    <a:pt x="1248841" y="1028357"/>
                  </a:lnTo>
                  <a:lnTo>
                    <a:pt x="1257325" y="1027417"/>
                  </a:lnTo>
                  <a:lnTo>
                    <a:pt x="1293342" y="1004354"/>
                  </a:lnTo>
                  <a:lnTo>
                    <a:pt x="1297990" y="989787"/>
                  </a:lnTo>
                  <a:lnTo>
                    <a:pt x="1297800" y="982548"/>
                  </a:lnTo>
                  <a:lnTo>
                    <a:pt x="1297698" y="982345"/>
                  </a:lnTo>
                  <a:lnTo>
                    <a:pt x="1297698" y="823277"/>
                  </a:lnTo>
                  <a:lnTo>
                    <a:pt x="1410931" y="840790"/>
                  </a:lnTo>
                  <a:lnTo>
                    <a:pt x="1410931" y="1029182"/>
                  </a:lnTo>
                  <a:lnTo>
                    <a:pt x="1408938" y="1027595"/>
                  </a:lnTo>
                  <a:lnTo>
                    <a:pt x="1402461" y="1025880"/>
                  </a:lnTo>
                  <a:lnTo>
                    <a:pt x="1363218" y="1038072"/>
                  </a:lnTo>
                  <a:lnTo>
                    <a:pt x="1346923" y="1064082"/>
                  </a:lnTo>
                  <a:lnTo>
                    <a:pt x="1347114" y="1070559"/>
                  </a:lnTo>
                  <a:lnTo>
                    <a:pt x="1372069" y="1085507"/>
                  </a:lnTo>
                  <a:lnTo>
                    <a:pt x="1380553" y="1084567"/>
                  </a:lnTo>
                  <a:lnTo>
                    <a:pt x="1416583" y="1061504"/>
                  </a:lnTo>
                  <a:lnTo>
                    <a:pt x="1419771" y="1054506"/>
                  </a:lnTo>
                  <a:lnTo>
                    <a:pt x="1421218" y="1046937"/>
                  </a:lnTo>
                  <a:close/>
                </a:path>
                <a:path w="1482725" h="1090295">
                  <a:moveTo>
                    <a:pt x="1482407" y="0"/>
                  </a:moveTo>
                  <a:lnTo>
                    <a:pt x="1473835" y="0"/>
                  </a:lnTo>
                  <a:lnTo>
                    <a:pt x="1473835" y="1090079"/>
                  </a:lnTo>
                  <a:lnTo>
                    <a:pt x="1482407" y="1090079"/>
                  </a:lnTo>
                  <a:lnTo>
                    <a:pt x="14824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877760" y="6455521"/>
              <a:ext cx="1174750" cy="142240"/>
            </a:xfrm>
            <a:custGeom>
              <a:avLst/>
              <a:gdLst/>
              <a:ahLst/>
              <a:cxnLst/>
              <a:rect l="l" t="t" r="r" b="b"/>
              <a:pathLst>
                <a:path w="1174750" h="142240">
                  <a:moveTo>
                    <a:pt x="1174470" y="142097"/>
                  </a:moveTo>
                  <a:lnTo>
                    <a:pt x="1121990" y="107803"/>
                  </a:lnTo>
                  <a:lnTo>
                    <a:pt x="1079665" y="91733"/>
                  </a:lnTo>
                  <a:lnTo>
                    <a:pt x="1026616" y="76380"/>
                  </a:lnTo>
                  <a:lnTo>
                    <a:pt x="962844" y="61746"/>
                  </a:lnTo>
                  <a:lnTo>
                    <a:pt x="916598" y="52798"/>
                  </a:lnTo>
                  <a:lnTo>
                    <a:pt x="868186" y="44606"/>
                  </a:lnTo>
                  <a:lnTo>
                    <a:pt x="817609" y="37169"/>
                  </a:lnTo>
                  <a:lnTo>
                    <a:pt x="764866" y="30488"/>
                  </a:lnTo>
                  <a:lnTo>
                    <a:pt x="709957" y="24563"/>
                  </a:lnTo>
                  <a:lnTo>
                    <a:pt x="652882" y="19393"/>
                  </a:lnTo>
                  <a:lnTo>
                    <a:pt x="534337" y="10761"/>
                  </a:lnTo>
                  <a:lnTo>
                    <a:pt x="477066" y="7601"/>
                  </a:lnTo>
                  <a:lnTo>
                    <a:pt x="421830" y="5499"/>
                  </a:lnTo>
                  <a:lnTo>
                    <a:pt x="368629" y="4455"/>
                  </a:lnTo>
                  <a:lnTo>
                    <a:pt x="317464" y="4470"/>
                  </a:lnTo>
                  <a:lnTo>
                    <a:pt x="268333" y="5543"/>
                  </a:lnTo>
                  <a:lnTo>
                    <a:pt x="221237" y="7674"/>
                  </a:lnTo>
                  <a:lnTo>
                    <a:pt x="155959" y="12880"/>
                  </a:lnTo>
                  <a:lnTo>
                    <a:pt x="101196" y="20353"/>
                  </a:lnTo>
                  <a:lnTo>
                    <a:pt x="56949" y="30092"/>
                  </a:lnTo>
                  <a:lnTo>
                    <a:pt x="0" y="56372"/>
                  </a:lnTo>
                  <a:lnTo>
                    <a:pt x="23216" y="41816"/>
                  </a:lnTo>
                  <a:lnTo>
                    <a:pt x="101196" y="19122"/>
                  </a:lnTo>
                  <a:lnTo>
                    <a:pt x="155959" y="10983"/>
                  </a:lnTo>
                  <a:lnTo>
                    <a:pt x="221237" y="4983"/>
                  </a:lnTo>
                  <a:lnTo>
                    <a:pt x="268333" y="2282"/>
                  </a:lnTo>
                  <a:lnTo>
                    <a:pt x="317464" y="621"/>
                  </a:lnTo>
                  <a:lnTo>
                    <a:pt x="368629" y="0"/>
                  </a:lnTo>
                  <a:lnTo>
                    <a:pt x="421830" y="418"/>
                  </a:lnTo>
                  <a:lnTo>
                    <a:pt x="477066" y="1877"/>
                  </a:lnTo>
                  <a:lnTo>
                    <a:pt x="534337" y="4375"/>
                  </a:lnTo>
                  <a:lnTo>
                    <a:pt x="593642" y="7914"/>
                  </a:lnTo>
                  <a:lnTo>
                    <a:pt x="652882" y="13048"/>
                  </a:lnTo>
                  <a:lnTo>
                    <a:pt x="709957" y="18912"/>
                  </a:lnTo>
                  <a:lnTo>
                    <a:pt x="764866" y="25505"/>
                  </a:lnTo>
                  <a:lnTo>
                    <a:pt x="817609" y="32828"/>
                  </a:lnTo>
                  <a:lnTo>
                    <a:pt x="868186" y="40880"/>
                  </a:lnTo>
                  <a:lnTo>
                    <a:pt x="916598" y="49661"/>
                  </a:lnTo>
                  <a:lnTo>
                    <a:pt x="962844" y="59171"/>
                  </a:lnTo>
                  <a:lnTo>
                    <a:pt x="1026616" y="74582"/>
                  </a:lnTo>
                  <a:lnTo>
                    <a:pt x="1079665" y="90579"/>
                  </a:lnTo>
                  <a:lnTo>
                    <a:pt x="1121990" y="107164"/>
                  </a:lnTo>
                  <a:lnTo>
                    <a:pt x="1153592" y="124337"/>
                  </a:lnTo>
                  <a:lnTo>
                    <a:pt x="1174470" y="1420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877760" y="6455521"/>
              <a:ext cx="1174750" cy="142240"/>
            </a:xfrm>
            <a:custGeom>
              <a:avLst/>
              <a:gdLst/>
              <a:ahLst/>
              <a:cxnLst/>
              <a:rect l="l" t="t" r="r" b="b"/>
              <a:pathLst>
                <a:path w="1174750" h="142240">
                  <a:moveTo>
                    <a:pt x="0" y="56372"/>
                  </a:moveTo>
                  <a:lnTo>
                    <a:pt x="56949" y="30092"/>
                  </a:lnTo>
                  <a:lnTo>
                    <a:pt x="101196" y="20353"/>
                  </a:lnTo>
                  <a:lnTo>
                    <a:pt x="155959" y="12880"/>
                  </a:lnTo>
                  <a:lnTo>
                    <a:pt x="221237" y="7674"/>
                  </a:lnTo>
                  <a:lnTo>
                    <a:pt x="268333" y="5543"/>
                  </a:lnTo>
                  <a:lnTo>
                    <a:pt x="317464" y="4470"/>
                  </a:lnTo>
                  <a:lnTo>
                    <a:pt x="368629" y="4455"/>
                  </a:lnTo>
                  <a:lnTo>
                    <a:pt x="421830" y="5499"/>
                  </a:lnTo>
                  <a:lnTo>
                    <a:pt x="477066" y="7601"/>
                  </a:lnTo>
                  <a:lnTo>
                    <a:pt x="534337" y="10761"/>
                  </a:lnTo>
                  <a:lnTo>
                    <a:pt x="593642" y="14980"/>
                  </a:lnTo>
                  <a:lnTo>
                    <a:pt x="652882" y="19393"/>
                  </a:lnTo>
                  <a:lnTo>
                    <a:pt x="709957" y="24563"/>
                  </a:lnTo>
                  <a:lnTo>
                    <a:pt x="764866" y="30488"/>
                  </a:lnTo>
                  <a:lnTo>
                    <a:pt x="817609" y="37169"/>
                  </a:lnTo>
                  <a:lnTo>
                    <a:pt x="868186" y="44606"/>
                  </a:lnTo>
                  <a:lnTo>
                    <a:pt x="916598" y="52798"/>
                  </a:lnTo>
                  <a:lnTo>
                    <a:pt x="962844" y="61746"/>
                  </a:lnTo>
                  <a:lnTo>
                    <a:pt x="1026616" y="76380"/>
                  </a:lnTo>
                  <a:lnTo>
                    <a:pt x="1079665" y="91733"/>
                  </a:lnTo>
                  <a:lnTo>
                    <a:pt x="1121990" y="107803"/>
                  </a:lnTo>
                  <a:lnTo>
                    <a:pt x="1174470" y="142097"/>
                  </a:lnTo>
                  <a:lnTo>
                    <a:pt x="1153592" y="124337"/>
                  </a:lnTo>
                  <a:lnTo>
                    <a:pt x="1079665" y="90579"/>
                  </a:lnTo>
                  <a:lnTo>
                    <a:pt x="1026616" y="74582"/>
                  </a:lnTo>
                  <a:lnTo>
                    <a:pt x="962844" y="59171"/>
                  </a:lnTo>
                  <a:lnTo>
                    <a:pt x="916598" y="49661"/>
                  </a:lnTo>
                  <a:lnTo>
                    <a:pt x="868186" y="40880"/>
                  </a:lnTo>
                  <a:lnTo>
                    <a:pt x="817609" y="32828"/>
                  </a:lnTo>
                  <a:lnTo>
                    <a:pt x="764866" y="25505"/>
                  </a:lnTo>
                  <a:lnTo>
                    <a:pt x="709957" y="18912"/>
                  </a:lnTo>
                  <a:lnTo>
                    <a:pt x="652882" y="13048"/>
                  </a:lnTo>
                  <a:lnTo>
                    <a:pt x="593642" y="7914"/>
                  </a:lnTo>
                  <a:lnTo>
                    <a:pt x="534337" y="4375"/>
                  </a:lnTo>
                  <a:lnTo>
                    <a:pt x="477066" y="1877"/>
                  </a:lnTo>
                  <a:lnTo>
                    <a:pt x="421830" y="418"/>
                  </a:lnTo>
                  <a:lnTo>
                    <a:pt x="368629" y="0"/>
                  </a:lnTo>
                  <a:lnTo>
                    <a:pt x="317464" y="621"/>
                  </a:lnTo>
                  <a:lnTo>
                    <a:pt x="268333" y="2282"/>
                  </a:lnTo>
                  <a:lnTo>
                    <a:pt x="221237" y="4983"/>
                  </a:lnTo>
                  <a:lnTo>
                    <a:pt x="155959" y="10983"/>
                  </a:lnTo>
                  <a:lnTo>
                    <a:pt x="101196" y="19122"/>
                  </a:lnTo>
                  <a:lnTo>
                    <a:pt x="56949" y="29399"/>
                  </a:lnTo>
                  <a:lnTo>
                    <a:pt x="23216" y="41816"/>
                  </a:lnTo>
                  <a:lnTo>
                    <a:pt x="0" y="5637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2505616" y="6492279"/>
              <a:ext cx="435609" cy="76835"/>
            </a:xfrm>
            <a:custGeom>
              <a:avLst/>
              <a:gdLst/>
              <a:ahLst/>
              <a:cxnLst/>
              <a:rect l="l" t="t" r="r" b="b"/>
              <a:pathLst>
                <a:path w="435610" h="76834">
                  <a:moveTo>
                    <a:pt x="435063" y="76764"/>
                  </a:moveTo>
                  <a:lnTo>
                    <a:pt x="374716" y="36306"/>
                  </a:lnTo>
                  <a:lnTo>
                    <a:pt x="331976" y="22486"/>
                  </a:lnTo>
                  <a:lnTo>
                    <a:pt x="280858" y="12939"/>
                  </a:lnTo>
                  <a:lnTo>
                    <a:pt x="221362" y="7666"/>
                  </a:lnTo>
                  <a:lnTo>
                    <a:pt x="161559" y="5144"/>
                  </a:lnTo>
                  <a:lnTo>
                    <a:pt x="109522" y="7936"/>
                  </a:lnTo>
                  <a:lnTo>
                    <a:pt x="65250" y="16040"/>
                  </a:lnTo>
                  <a:lnTo>
                    <a:pt x="28742" y="29458"/>
                  </a:lnTo>
                  <a:lnTo>
                    <a:pt x="0" y="48189"/>
                  </a:lnTo>
                  <a:lnTo>
                    <a:pt x="28742" y="28524"/>
                  </a:lnTo>
                  <a:lnTo>
                    <a:pt x="65250" y="13938"/>
                  </a:lnTo>
                  <a:lnTo>
                    <a:pt x="109522" y="4429"/>
                  </a:lnTo>
                  <a:lnTo>
                    <a:pt x="161559" y="0"/>
                  </a:lnTo>
                  <a:lnTo>
                    <a:pt x="221362" y="648"/>
                  </a:lnTo>
                  <a:lnTo>
                    <a:pt x="280858" y="7875"/>
                  </a:lnTo>
                  <a:lnTo>
                    <a:pt x="331976" y="19101"/>
                  </a:lnTo>
                  <a:lnTo>
                    <a:pt x="374716" y="34324"/>
                  </a:lnTo>
                  <a:lnTo>
                    <a:pt x="409079" y="53545"/>
                  </a:lnTo>
                  <a:lnTo>
                    <a:pt x="435063" y="76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2505616" y="6492279"/>
              <a:ext cx="435609" cy="76835"/>
            </a:xfrm>
            <a:custGeom>
              <a:avLst/>
              <a:gdLst/>
              <a:ahLst/>
              <a:cxnLst/>
              <a:rect l="l" t="t" r="r" b="b"/>
              <a:pathLst>
                <a:path w="435610" h="76834">
                  <a:moveTo>
                    <a:pt x="0" y="48189"/>
                  </a:moveTo>
                  <a:lnTo>
                    <a:pt x="28742" y="29458"/>
                  </a:lnTo>
                  <a:lnTo>
                    <a:pt x="65250" y="16040"/>
                  </a:lnTo>
                  <a:lnTo>
                    <a:pt x="109522" y="7936"/>
                  </a:lnTo>
                  <a:lnTo>
                    <a:pt x="161559" y="5144"/>
                  </a:lnTo>
                  <a:lnTo>
                    <a:pt x="221362" y="7666"/>
                  </a:lnTo>
                  <a:lnTo>
                    <a:pt x="280858" y="12939"/>
                  </a:lnTo>
                  <a:lnTo>
                    <a:pt x="331976" y="22486"/>
                  </a:lnTo>
                  <a:lnTo>
                    <a:pt x="374716" y="36306"/>
                  </a:lnTo>
                  <a:lnTo>
                    <a:pt x="409079" y="54398"/>
                  </a:lnTo>
                  <a:lnTo>
                    <a:pt x="435063" y="76764"/>
                  </a:lnTo>
                  <a:lnTo>
                    <a:pt x="409079" y="53545"/>
                  </a:lnTo>
                  <a:lnTo>
                    <a:pt x="374716" y="34324"/>
                  </a:lnTo>
                  <a:lnTo>
                    <a:pt x="331976" y="19101"/>
                  </a:lnTo>
                  <a:lnTo>
                    <a:pt x="280858" y="7875"/>
                  </a:lnTo>
                  <a:lnTo>
                    <a:pt x="221362" y="648"/>
                  </a:lnTo>
                  <a:lnTo>
                    <a:pt x="161559" y="0"/>
                  </a:lnTo>
                  <a:lnTo>
                    <a:pt x="109522" y="4429"/>
                  </a:lnTo>
                  <a:lnTo>
                    <a:pt x="65250" y="13938"/>
                  </a:lnTo>
                  <a:lnTo>
                    <a:pt x="28742" y="28524"/>
                  </a:lnTo>
                  <a:lnTo>
                    <a:pt x="0" y="4818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3310383" y="6497818"/>
              <a:ext cx="493395" cy="100330"/>
            </a:xfrm>
            <a:custGeom>
              <a:avLst/>
              <a:gdLst/>
              <a:ahLst/>
              <a:cxnLst/>
              <a:rect l="l" t="t" r="r" b="b"/>
              <a:pathLst>
                <a:path w="493395" h="100329">
                  <a:moveTo>
                    <a:pt x="0" y="99799"/>
                  </a:moveTo>
                  <a:lnTo>
                    <a:pt x="27464" y="73134"/>
                  </a:lnTo>
                  <a:lnTo>
                    <a:pt x="65110" y="50270"/>
                  </a:lnTo>
                  <a:lnTo>
                    <a:pt x="112936" y="31207"/>
                  </a:lnTo>
                  <a:lnTo>
                    <a:pt x="170944" y="15947"/>
                  </a:lnTo>
                  <a:lnTo>
                    <a:pt x="239133" y="4488"/>
                  </a:lnTo>
                  <a:lnTo>
                    <a:pt x="307908" y="0"/>
                  </a:lnTo>
                  <a:lnTo>
                    <a:pt x="367677" y="1571"/>
                  </a:lnTo>
                  <a:lnTo>
                    <a:pt x="418437" y="9204"/>
                  </a:lnTo>
                  <a:lnTo>
                    <a:pt x="460191" y="22896"/>
                  </a:lnTo>
                  <a:lnTo>
                    <a:pt x="492937" y="42649"/>
                  </a:lnTo>
                  <a:lnTo>
                    <a:pt x="460191" y="23828"/>
                  </a:lnTo>
                  <a:lnTo>
                    <a:pt x="418437" y="11295"/>
                  </a:lnTo>
                  <a:lnTo>
                    <a:pt x="367677" y="5049"/>
                  </a:lnTo>
                  <a:lnTo>
                    <a:pt x="307908" y="5090"/>
                  </a:lnTo>
                  <a:lnTo>
                    <a:pt x="239133" y="11419"/>
                  </a:lnTo>
                  <a:lnTo>
                    <a:pt x="170944" y="20902"/>
                  </a:lnTo>
                  <a:lnTo>
                    <a:pt x="112936" y="34481"/>
                  </a:lnTo>
                  <a:lnTo>
                    <a:pt x="65110" y="52157"/>
                  </a:lnTo>
                  <a:lnTo>
                    <a:pt x="27464" y="73930"/>
                  </a:lnTo>
                  <a:lnTo>
                    <a:pt x="0" y="997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310383" y="6497818"/>
              <a:ext cx="493395" cy="100330"/>
            </a:xfrm>
            <a:custGeom>
              <a:avLst/>
              <a:gdLst/>
              <a:ahLst/>
              <a:cxnLst/>
              <a:rect l="l" t="t" r="r" b="b"/>
              <a:pathLst>
                <a:path w="493395" h="100329">
                  <a:moveTo>
                    <a:pt x="0" y="99799"/>
                  </a:moveTo>
                  <a:lnTo>
                    <a:pt x="65110" y="52157"/>
                  </a:lnTo>
                  <a:lnTo>
                    <a:pt x="112936" y="34481"/>
                  </a:lnTo>
                  <a:lnTo>
                    <a:pt x="170944" y="20902"/>
                  </a:lnTo>
                  <a:lnTo>
                    <a:pt x="239133" y="11419"/>
                  </a:lnTo>
                  <a:lnTo>
                    <a:pt x="307908" y="5090"/>
                  </a:lnTo>
                  <a:lnTo>
                    <a:pt x="367677" y="5049"/>
                  </a:lnTo>
                  <a:lnTo>
                    <a:pt x="418437" y="11295"/>
                  </a:lnTo>
                  <a:lnTo>
                    <a:pt x="460191" y="23828"/>
                  </a:lnTo>
                  <a:lnTo>
                    <a:pt x="492937" y="42649"/>
                  </a:lnTo>
                  <a:lnTo>
                    <a:pt x="460191" y="22896"/>
                  </a:lnTo>
                  <a:lnTo>
                    <a:pt x="418437" y="9204"/>
                  </a:lnTo>
                  <a:lnTo>
                    <a:pt x="367677" y="1571"/>
                  </a:lnTo>
                  <a:lnTo>
                    <a:pt x="307908" y="0"/>
                  </a:lnTo>
                  <a:lnTo>
                    <a:pt x="239133" y="4488"/>
                  </a:lnTo>
                  <a:lnTo>
                    <a:pt x="170944" y="15947"/>
                  </a:lnTo>
                  <a:lnTo>
                    <a:pt x="112936" y="31207"/>
                  </a:lnTo>
                  <a:lnTo>
                    <a:pt x="65110" y="50270"/>
                  </a:lnTo>
                  <a:lnTo>
                    <a:pt x="27464" y="73134"/>
                  </a:lnTo>
                  <a:lnTo>
                    <a:pt x="0" y="9979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877760" y="7401642"/>
              <a:ext cx="1421130" cy="252095"/>
            </a:xfrm>
            <a:custGeom>
              <a:avLst/>
              <a:gdLst/>
              <a:ahLst/>
              <a:cxnLst/>
              <a:rect l="l" t="t" r="r" b="b"/>
              <a:pathLst>
                <a:path w="1421130" h="252095">
                  <a:moveTo>
                    <a:pt x="0" y="251765"/>
                  </a:moveTo>
                  <a:lnTo>
                    <a:pt x="45695" y="187401"/>
                  </a:lnTo>
                  <a:lnTo>
                    <a:pt x="82850" y="157977"/>
                  </a:lnTo>
                  <a:lnTo>
                    <a:pt x="129543" y="130392"/>
                  </a:lnTo>
                  <a:lnTo>
                    <a:pt x="185773" y="104646"/>
                  </a:lnTo>
                  <a:lnTo>
                    <a:pt x="251542" y="80738"/>
                  </a:lnTo>
                  <a:lnTo>
                    <a:pt x="295011" y="67436"/>
                  </a:lnTo>
                  <a:lnTo>
                    <a:pt x="340210" y="55299"/>
                  </a:lnTo>
                  <a:lnTo>
                    <a:pt x="387141" y="44328"/>
                  </a:lnTo>
                  <a:lnTo>
                    <a:pt x="435802" y="34522"/>
                  </a:lnTo>
                  <a:lnTo>
                    <a:pt x="486194" y="25882"/>
                  </a:lnTo>
                  <a:lnTo>
                    <a:pt x="538316" y="18406"/>
                  </a:lnTo>
                  <a:lnTo>
                    <a:pt x="592169" y="12096"/>
                  </a:lnTo>
                  <a:lnTo>
                    <a:pt x="647753" y="6952"/>
                  </a:lnTo>
                  <a:lnTo>
                    <a:pt x="705068" y="2972"/>
                  </a:lnTo>
                  <a:lnTo>
                    <a:pt x="761947" y="830"/>
                  </a:lnTo>
                  <a:lnTo>
                    <a:pt x="817279" y="0"/>
                  </a:lnTo>
                  <a:lnTo>
                    <a:pt x="871064" y="481"/>
                  </a:lnTo>
                  <a:lnTo>
                    <a:pt x="923303" y="2274"/>
                  </a:lnTo>
                  <a:lnTo>
                    <a:pt x="973995" y="5379"/>
                  </a:lnTo>
                  <a:lnTo>
                    <a:pt x="1023140" y="9796"/>
                  </a:lnTo>
                  <a:lnTo>
                    <a:pt x="1070738" y="15525"/>
                  </a:lnTo>
                  <a:lnTo>
                    <a:pt x="1116790" y="22566"/>
                  </a:lnTo>
                  <a:lnTo>
                    <a:pt x="1161295" y="30919"/>
                  </a:lnTo>
                  <a:lnTo>
                    <a:pt x="1228050" y="46938"/>
                  </a:lnTo>
                  <a:lnTo>
                    <a:pt x="1285412" y="65557"/>
                  </a:lnTo>
                  <a:lnTo>
                    <a:pt x="1333382" y="86777"/>
                  </a:lnTo>
                  <a:lnTo>
                    <a:pt x="1371960" y="110598"/>
                  </a:lnTo>
                  <a:lnTo>
                    <a:pt x="1401145" y="137019"/>
                  </a:lnTo>
                  <a:lnTo>
                    <a:pt x="1420938" y="166040"/>
                  </a:lnTo>
                  <a:lnTo>
                    <a:pt x="1401145" y="137218"/>
                  </a:lnTo>
                  <a:lnTo>
                    <a:pt x="1371960" y="111090"/>
                  </a:lnTo>
                  <a:lnTo>
                    <a:pt x="1333382" y="87657"/>
                  </a:lnTo>
                  <a:lnTo>
                    <a:pt x="1285412" y="66920"/>
                  </a:lnTo>
                  <a:lnTo>
                    <a:pt x="1228050" y="48877"/>
                  </a:lnTo>
                  <a:lnTo>
                    <a:pt x="1161295" y="33529"/>
                  </a:lnTo>
                  <a:lnTo>
                    <a:pt x="1116790" y="25623"/>
                  </a:lnTo>
                  <a:lnTo>
                    <a:pt x="1070738" y="19041"/>
                  </a:lnTo>
                  <a:lnTo>
                    <a:pt x="1023140" y="13784"/>
                  </a:lnTo>
                  <a:lnTo>
                    <a:pt x="973995" y="9852"/>
                  </a:lnTo>
                  <a:lnTo>
                    <a:pt x="923303" y="7244"/>
                  </a:lnTo>
                  <a:lnTo>
                    <a:pt x="871064" y="5962"/>
                  </a:lnTo>
                  <a:lnTo>
                    <a:pt x="817279" y="6004"/>
                  </a:lnTo>
                  <a:lnTo>
                    <a:pt x="761947" y="7370"/>
                  </a:lnTo>
                  <a:lnTo>
                    <a:pt x="705068" y="10062"/>
                  </a:lnTo>
                  <a:lnTo>
                    <a:pt x="647753" y="13465"/>
                  </a:lnTo>
                  <a:lnTo>
                    <a:pt x="592169" y="18050"/>
                  </a:lnTo>
                  <a:lnTo>
                    <a:pt x="538316" y="23819"/>
                  </a:lnTo>
                  <a:lnTo>
                    <a:pt x="486194" y="30770"/>
                  </a:lnTo>
                  <a:lnTo>
                    <a:pt x="435802" y="38904"/>
                  </a:lnTo>
                  <a:lnTo>
                    <a:pt x="387141" y="48221"/>
                  </a:lnTo>
                  <a:lnTo>
                    <a:pt x="340210" y="58720"/>
                  </a:lnTo>
                  <a:lnTo>
                    <a:pt x="295011" y="70402"/>
                  </a:lnTo>
                  <a:lnTo>
                    <a:pt x="251542" y="83267"/>
                  </a:lnTo>
                  <a:lnTo>
                    <a:pt x="185773" y="106514"/>
                  </a:lnTo>
                  <a:lnTo>
                    <a:pt x="129543" y="131695"/>
                  </a:lnTo>
                  <a:lnTo>
                    <a:pt x="82850" y="158810"/>
                  </a:lnTo>
                  <a:lnTo>
                    <a:pt x="45695" y="187861"/>
                  </a:lnTo>
                  <a:lnTo>
                    <a:pt x="18078" y="218846"/>
                  </a:lnTo>
                  <a:lnTo>
                    <a:pt x="0" y="25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877760" y="7401642"/>
              <a:ext cx="1421130" cy="252095"/>
            </a:xfrm>
            <a:custGeom>
              <a:avLst/>
              <a:gdLst/>
              <a:ahLst/>
              <a:cxnLst/>
              <a:rect l="l" t="t" r="r" b="b"/>
              <a:pathLst>
                <a:path w="1421130" h="252095">
                  <a:moveTo>
                    <a:pt x="0" y="251765"/>
                  </a:moveTo>
                  <a:lnTo>
                    <a:pt x="45695" y="187861"/>
                  </a:lnTo>
                  <a:lnTo>
                    <a:pt x="82850" y="158810"/>
                  </a:lnTo>
                  <a:lnTo>
                    <a:pt x="129543" y="131695"/>
                  </a:lnTo>
                  <a:lnTo>
                    <a:pt x="185773" y="106514"/>
                  </a:lnTo>
                  <a:lnTo>
                    <a:pt x="251542" y="83267"/>
                  </a:lnTo>
                  <a:lnTo>
                    <a:pt x="295011" y="70402"/>
                  </a:lnTo>
                  <a:lnTo>
                    <a:pt x="340210" y="58720"/>
                  </a:lnTo>
                  <a:lnTo>
                    <a:pt x="387141" y="48221"/>
                  </a:lnTo>
                  <a:lnTo>
                    <a:pt x="435802" y="38904"/>
                  </a:lnTo>
                  <a:lnTo>
                    <a:pt x="486194" y="30770"/>
                  </a:lnTo>
                  <a:lnTo>
                    <a:pt x="538316" y="23819"/>
                  </a:lnTo>
                  <a:lnTo>
                    <a:pt x="592169" y="18050"/>
                  </a:lnTo>
                  <a:lnTo>
                    <a:pt x="647753" y="13465"/>
                  </a:lnTo>
                  <a:lnTo>
                    <a:pt x="705068" y="10062"/>
                  </a:lnTo>
                  <a:lnTo>
                    <a:pt x="761947" y="7370"/>
                  </a:lnTo>
                  <a:lnTo>
                    <a:pt x="817279" y="6004"/>
                  </a:lnTo>
                  <a:lnTo>
                    <a:pt x="871064" y="5962"/>
                  </a:lnTo>
                  <a:lnTo>
                    <a:pt x="923303" y="7244"/>
                  </a:lnTo>
                  <a:lnTo>
                    <a:pt x="973995" y="9852"/>
                  </a:lnTo>
                  <a:lnTo>
                    <a:pt x="1023140" y="13784"/>
                  </a:lnTo>
                  <a:lnTo>
                    <a:pt x="1070738" y="19041"/>
                  </a:lnTo>
                  <a:lnTo>
                    <a:pt x="1116790" y="25623"/>
                  </a:lnTo>
                  <a:lnTo>
                    <a:pt x="1161295" y="33529"/>
                  </a:lnTo>
                  <a:lnTo>
                    <a:pt x="1228050" y="48877"/>
                  </a:lnTo>
                  <a:lnTo>
                    <a:pt x="1285412" y="66920"/>
                  </a:lnTo>
                  <a:lnTo>
                    <a:pt x="1333382" y="87657"/>
                  </a:lnTo>
                  <a:lnTo>
                    <a:pt x="1371960" y="111090"/>
                  </a:lnTo>
                  <a:lnTo>
                    <a:pt x="1401145" y="137218"/>
                  </a:lnTo>
                  <a:lnTo>
                    <a:pt x="1420938" y="166040"/>
                  </a:lnTo>
                  <a:lnTo>
                    <a:pt x="1401145" y="137019"/>
                  </a:lnTo>
                  <a:lnTo>
                    <a:pt x="1371960" y="110598"/>
                  </a:lnTo>
                  <a:lnTo>
                    <a:pt x="1333382" y="86777"/>
                  </a:lnTo>
                  <a:lnTo>
                    <a:pt x="1285412" y="65557"/>
                  </a:lnTo>
                  <a:lnTo>
                    <a:pt x="1228050" y="46938"/>
                  </a:lnTo>
                  <a:lnTo>
                    <a:pt x="1161295" y="30919"/>
                  </a:lnTo>
                  <a:lnTo>
                    <a:pt x="1116790" y="22566"/>
                  </a:lnTo>
                  <a:lnTo>
                    <a:pt x="1070738" y="15525"/>
                  </a:lnTo>
                  <a:lnTo>
                    <a:pt x="1023140" y="9796"/>
                  </a:lnTo>
                  <a:lnTo>
                    <a:pt x="973995" y="5379"/>
                  </a:lnTo>
                  <a:lnTo>
                    <a:pt x="923303" y="2274"/>
                  </a:lnTo>
                  <a:lnTo>
                    <a:pt x="871064" y="481"/>
                  </a:lnTo>
                  <a:lnTo>
                    <a:pt x="817279" y="0"/>
                  </a:lnTo>
                  <a:lnTo>
                    <a:pt x="761947" y="830"/>
                  </a:lnTo>
                  <a:lnTo>
                    <a:pt x="705068" y="2972"/>
                  </a:lnTo>
                  <a:lnTo>
                    <a:pt x="647753" y="6952"/>
                  </a:lnTo>
                  <a:lnTo>
                    <a:pt x="592169" y="12096"/>
                  </a:lnTo>
                  <a:lnTo>
                    <a:pt x="538316" y="18406"/>
                  </a:lnTo>
                  <a:lnTo>
                    <a:pt x="486194" y="25882"/>
                  </a:lnTo>
                  <a:lnTo>
                    <a:pt x="435802" y="34522"/>
                  </a:lnTo>
                  <a:lnTo>
                    <a:pt x="387141" y="44328"/>
                  </a:lnTo>
                  <a:lnTo>
                    <a:pt x="340210" y="55299"/>
                  </a:lnTo>
                  <a:lnTo>
                    <a:pt x="295011" y="67436"/>
                  </a:lnTo>
                  <a:lnTo>
                    <a:pt x="251542" y="80738"/>
                  </a:lnTo>
                  <a:lnTo>
                    <a:pt x="185773" y="104646"/>
                  </a:lnTo>
                  <a:lnTo>
                    <a:pt x="129543" y="130392"/>
                  </a:lnTo>
                  <a:lnTo>
                    <a:pt x="82850" y="157977"/>
                  </a:lnTo>
                  <a:lnTo>
                    <a:pt x="45695" y="187401"/>
                  </a:lnTo>
                  <a:lnTo>
                    <a:pt x="18078" y="218664"/>
                  </a:lnTo>
                  <a:lnTo>
                    <a:pt x="0" y="25176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2505616" y="7401642"/>
              <a:ext cx="1421130" cy="252095"/>
            </a:xfrm>
            <a:custGeom>
              <a:avLst/>
              <a:gdLst/>
              <a:ahLst/>
              <a:cxnLst/>
              <a:rect l="l" t="t" r="r" b="b"/>
              <a:pathLst>
                <a:path w="1421129" h="252095">
                  <a:moveTo>
                    <a:pt x="0" y="251765"/>
                  </a:moveTo>
                  <a:lnTo>
                    <a:pt x="45695" y="187401"/>
                  </a:lnTo>
                  <a:lnTo>
                    <a:pt x="82850" y="157977"/>
                  </a:lnTo>
                  <a:lnTo>
                    <a:pt x="129543" y="130392"/>
                  </a:lnTo>
                  <a:lnTo>
                    <a:pt x="185773" y="104646"/>
                  </a:lnTo>
                  <a:lnTo>
                    <a:pt x="251542" y="80738"/>
                  </a:lnTo>
                  <a:lnTo>
                    <a:pt x="295011" y="67436"/>
                  </a:lnTo>
                  <a:lnTo>
                    <a:pt x="340210" y="55299"/>
                  </a:lnTo>
                  <a:lnTo>
                    <a:pt x="387141" y="44328"/>
                  </a:lnTo>
                  <a:lnTo>
                    <a:pt x="435802" y="34522"/>
                  </a:lnTo>
                  <a:lnTo>
                    <a:pt x="486194" y="25882"/>
                  </a:lnTo>
                  <a:lnTo>
                    <a:pt x="538316" y="18406"/>
                  </a:lnTo>
                  <a:lnTo>
                    <a:pt x="592169" y="12096"/>
                  </a:lnTo>
                  <a:lnTo>
                    <a:pt x="647753" y="6952"/>
                  </a:lnTo>
                  <a:lnTo>
                    <a:pt x="705068" y="2972"/>
                  </a:lnTo>
                  <a:lnTo>
                    <a:pt x="761947" y="830"/>
                  </a:lnTo>
                  <a:lnTo>
                    <a:pt x="817279" y="0"/>
                  </a:lnTo>
                  <a:lnTo>
                    <a:pt x="871064" y="481"/>
                  </a:lnTo>
                  <a:lnTo>
                    <a:pt x="923303" y="2274"/>
                  </a:lnTo>
                  <a:lnTo>
                    <a:pt x="973995" y="5379"/>
                  </a:lnTo>
                  <a:lnTo>
                    <a:pt x="1023140" y="9796"/>
                  </a:lnTo>
                  <a:lnTo>
                    <a:pt x="1070738" y="15525"/>
                  </a:lnTo>
                  <a:lnTo>
                    <a:pt x="1116790" y="22566"/>
                  </a:lnTo>
                  <a:lnTo>
                    <a:pt x="1161295" y="30919"/>
                  </a:lnTo>
                  <a:lnTo>
                    <a:pt x="1228050" y="46938"/>
                  </a:lnTo>
                  <a:lnTo>
                    <a:pt x="1285412" y="65557"/>
                  </a:lnTo>
                  <a:lnTo>
                    <a:pt x="1333382" y="86777"/>
                  </a:lnTo>
                  <a:lnTo>
                    <a:pt x="1371960" y="110598"/>
                  </a:lnTo>
                  <a:lnTo>
                    <a:pt x="1401145" y="137019"/>
                  </a:lnTo>
                  <a:lnTo>
                    <a:pt x="1420938" y="166040"/>
                  </a:lnTo>
                  <a:lnTo>
                    <a:pt x="1401145" y="137218"/>
                  </a:lnTo>
                  <a:lnTo>
                    <a:pt x="1371960" y="111090"/>
                  </a:lnTo>
                  <a:lnTo>
                    <a:pt x="1333382" y="87657"/>
                  </a:lnTo>
                  <a:lnTo>
                    <a:pt x="1285412" y="66920"/>
                  </a:lnTo>
                  <a:lnTo>
                    <a:pt x="1228050" y="48877"/>
                  </a:lnTo>
                  <a:lnTo>
                    <a:pt x="1161295" y="33529"/>
                  </a:lnTo>
                  <a:lnTo>
                    <a:pt x="1116790" y="25623"/>
                  </a:lnTo>
                  <a:lnTo>
                    <a:pt x="1070738" y="19041"/>
                  </a:lnTo>
                  <a:lnTo>
                    <a:pt x="1023140" y="13784"/>
                  </a:lnTo>
                  <a:lnTo>
                    <a:pt x="973995" y="9852"/>
                  </a:lnTo>
                  <a:lnTo>
                    <a:pt x="923303" y="7244"/>
                  </a:lnTo>
                  <a:lnTo>
                    <a:pt x="871064" y="5962"/>
                  </a:lnTo>
                  <a:lnTo>
                    <a:pt x="817279" y="6004"/>
                  </a:lnTo>
                  <a:lnTo>
                    <a:pt x="761947" y="7370"/>
                  </a:lnTo>
                  <a:lnTo>
                    <a:pt x="705068" y="10062"/>
                  </a:lnTo>
                  <a:lnTo>
                    <a:pt x="647753" y="13465"/>
                  </a:lnTo>
                  <a:lnTo>
                    <a:pt x="592169" y="18050"/>
                  </a:lnTo>
                  <a:lnTo>
                    <a:pt x="538316" y="23819"/>
                  </a:lnTo>
                  <a:lnTo>
                    <a:pt x="486194" y="30770"/>
                  </a:lnTo>
                  <a:lnTo>
                    <a:pt x="435802" y="38904"/>
                  </a:lnTo>
                  <a:lnTo>
                    <a:pt x="387141" y="48221"/>
                  </a:lnTo>
                  <a:lnTo>
                    <a:pt x="340210" y="58720"/>
                  </a:lnTo>
                  <a:lnTo>
                    <a:pt x="295011" y="70402"/>
                  </a:lnTo>
                  <a:lnTo>
                    <a:pt x="251542" y="83267"/>
                  </a:lnTo>
                  <a:lnTo>
                    <a:pt x="185773" y="106514"/>
                  </a:lnTo>
                  <a:lnTo>
                    <a:pt x="129543" y="131695"/>
                  </a:lnTo>
                  <a:lnTo>
                    <a:pt x="82850" y="158810"/>
                  </a:lnTo>
                  <a:lnTo>
                    <a:pt x="45695" y="187861"/>
                  </a:lnTo>
                  <a:lnTo>
                    <a:pt x="18078" y="218846"/>
                  </a:lnTo>
                  <a:lnTo>
                    <a:pt x="0" y="25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2505616" y="7401642"/>
              <a:ext cx="1421130" cy="252095"/>
            </a:xfrm>
            <a:custGeom>
              <a:avLst/>
              <a:gdLst/>
              <a:ahLst/>
              <a:cxnLst/>
              <a:rect l="l" t="t" r="r" b="b"/>
              <a:pathLst>
                <a:path w="1421129" h="252095">
                  <a:moveTo>
                    <a:pt x="0" y="251765"/>
                  </a:moveTo>
                  <a:lnTo>
                    <a:pt x="45695" y="187861"/>
                  </a:lnTo>
                  <a:lnTo>
                    <a:pt x="82850" y="158810"/>
                  </a:lnTo>
                  <a:lnTo>
                    <a:pt x="129543" y="131695"/>
                  </a:lnTo>
                  <a:lnTo>
                    <a:pt x="185773" y="106514"/>
                  </a:lnTo>
                  <a:lnTo>
                    <a:pt x="251542" y="83267"/>
                  </a:lnTo>
                  <a:lnTo>
                    <a:pt x="295011" y="70402"/>
                  </a:lnTo>
                  <a:lnTo>
                    <a:pt x="340210" y="58720"/>
                  </a:lnTo>
                  <a:lnTo>
                    <a:pt x="387141" y="48221"/>
                  </a:lnTo>
                  <a:lnTo>
                    <a:pt x="435802" y="38904"/>
                  </a:lnTo>
                  <a:lnTo>
                    <a:pt x="486194" y="30770"/>
                  </a:lnTo>
                  <a:lnTo>
                    <a:pt x="538316" y="23819"/>
                  </a:lnTo>
                  <a:lnTo>
                    <a:pt x="592169" y="18050"/>
                  </a:lnTo>
                  <a:lnTo>
                    <a:pt x="647753" y="13465"/>
                  </a:lnTo>
                  <a:lnTo>
                    <a:pt x="705068" y="10062"/>
                  </a:lnTo>
                  <a:lnTo>
                    <a:pt x="761947" y="7370"/>
                  </a:lnTo>
                  <a:lnTo>
                    <a:pt x="817279" y="6004"/>
                  </a:lnTo>
                  <a:lnTo>
                    <a:pt x="871064" y="5962"/>
                  </a:lnTo>
                  <a:lnTo>
                    <a:pt x="923303" y="7244"/>
                  </a:lnTo>
                  <a:lnTo>
                    <a:pt x="973995" y="9852"/>
                  </a:lnTo>
                  <a:lnTo>
                    <a:pt x="1023140" y="13784"/>
                  </a:lnTo>
                  <a:lnTo>
                    <a:pt x="1070738" y="19041"/>
                  </a:lnTo>
                  <a:lnTo>
                    <a:pt x="1116790" y="25623"/>
                  </a:lnTo>
                  <a:lnTo>
                    <a:pt x="1161295" y="33529"/>
                  </a:lnTo>
                  <a:lnTo>
                    <a:pt x="1228050" y="48877"/>
                  </a:lnTo>
                  <a:lnTo>
                    <a:pt x="1285412" y="66920"/>
                  </a:lnTo>
                  <a:lnTo>
                    <a:pt x="1333382" y="87657"/>
                  </a:lnTo>
                  <a:lnTo>
                    <a:pt x="1371960" y="111090"/>
                  </a:lnTo>
                  <a:lnTo>
                    <a:pt x="1401145" y="137218"/>
                  </a:lnTo>
                  <a:lnTo>
                    <a:pt x="1420938" y="166040"/>
                  </a:lnTo>
                  <a:lnTo>
                    <a:pt x="1401145" y="137019"/>
                  </a:lnTo>
                  <a:lnTo>
                    <a:pt x="1371960" y="110598"/>
                  </a:lnTo>
                  <a:lnTo>
                    <a:pt x="1333382" y="86777"/>
                  </a:lnTo>
                  <a:lnTo>
                    <a:pt x="1285412" y="65557"/>
                  </a:lnTo>
                  <a:lnTo>
                    <a:pt x="1228050" y="46938"/>
                  </a:lnTo>
                  <a:lnTo>
                    <a:pt x="1161295" y="30919"/>
                  </a:lnTo>
                  <a:lnTo>
                    <a:pt x="1116790" y="22566"/>
                  </a:lnTo>
                  <a:lnTo>
                    <a:pt x="1070738" y="15525"/>
                  </a:lnTo>
                  <a:lnTo>
                    <a:pt x="1023140" y="9796"/>
                  </a:lnTo>
                  <a:lnTo>
                    <a:pt x="973995" y="5379"/>
                  </a:lnTo>
                  <a:lnTo>
                    <a:pt x="923303" y="2274"/>
                  </a:lnTo>
                  <a:lnTo>
                    <a:pt x="871064" y="481"/>
                  </a:lnTo>
                  <a:lnTo>
                    <a:pt x="817279" y="0"/>
                  </a:lnTo>
                  <a:lnTo>
                    <a:pt x="761947" y="830"/>
                  </a:lnTo>
                  <a:lnTo>
                    <a:pt x="705068" y="2972"/>
                  </a:lnTo>
                  <a:lnTo>
                    <a:pt x="647753" y="6952"/>
                  </a:lnTo>
                  <a:lnTo>
                    <a:pt x="592169" y="12096"/>
                  </a:lnTo>
                  <a:lnTo>
                    <a:pt x="538316" y="18406"/>
                  </a:lnTo>
                  <a:lnTo>
                    <a:pt x="486194" y="25882"/>
                  </a:lnTo>
                  <a:lnTo>
                    <a:pt x="435802" y="34522"/>
                  </a:lnTo>
                  <a:lnTo>
                    <a:pt x="387141" y="44328"/>
                  </a:lnTo>
                  <a:lnTo>
                    <a:pt x="340210" y="55299"/>
                  </a:lnTo>
                  <a:lnTo>
                    <a:pt x="295011" y="67436"/>
                  </a:lnTo>
                  <a:lnTo>
                    <a:pt x="251542" y="80738"/>
                  </a:lnTo>
                  <a:lnTo>
                    <a:pt x="185773" y="104646"/>
                  </a:lnTo>
                  <a:lnTo>
                    <a:pt x="129543" y="130392"/>
                  </a:lnTo>
                  <a:lnTo>
                    <a:pt x="82850" y="157977"/>
                  </a:lnTo>
                  <a:lnTo>
                    <a:pt x="45695" y="187401"/>
                  </a:lnTo>
                  <a:lnTo>
                    <a:pt x="18078" y="218664"/>
                  </a:lnTo>
                  <a:lnTo>
                    <a:pt x="0" y="25176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4133472" y="7193357"/>
              <a:ext cx="1421130" cy="288925"/>
            </a:xfrm>
            <a:custGeom>
              <a:avLst/>
              <a:gdLst/>
              <a:ahLst/>
              <a:cxnLst/>
              <a:rect l="l" t="t" r="r" b="b"/>
              <a:pathLst>
                <a:path w="1421129" h="288925">
                  <a:moveTo>
                    <a:pt x="0" y="288600"/>
                  </a:moveTo>
                  <a:lnTo>
                    <a:pt x="15164" y="253422"/>
                  </a:lnTo>
                  <a:lnTo>
                    <a:pt x="37317" y="220171"/>
                  </a:lnTo>
                  <a:lnTo>
                    <a:pt x="66460" y="188847"/>
                  </a:lnTo>
                  <a:lnTo>
                    <a:pt x="102592" y="159450"/>
                  </a:lnTo>
                  <a:lnTo>
                    <a:pt x="145712" y="131980"/>
                  </a:lnTo>
                  <a:lnTo>
                    <a:pt x="195822" y="106436"/>
                  </a:lnTo>
                  <a:lnTo>
                    <a:pt x="252921" y="82819"/>
                  </a:lnTo>
                  <a:lnTo>
                    <a:pt x="296533" y="67597"/>
                  </a:lnTo>
                  <a:lnTo>
                    <a:pt x="341851" y="53904"/>
                  </a:lnTo>
                  <a:lnTo>
                    <a:pt x="388876" y="41739"/>
                  </a:lnTo>
                  <a:lnTo>
                    <a:pt x="437607" y="31102"/>
                  </a:lnTo>
                  <a:lnTo>
                    <a:pt x="488046" y="21993"/>
                  </a:lnTo>
                  <a:lnTo>
                    <a:pt x="540190" y="14412"/>
                  </a:lnTo>
                  <a:lnTo>
                    <a:pt x="594042" y="8360"/>
                  </a:lnTo>
                  <a:lnTo>
                    <a:pt x="649600" y="3835"/>
                  </a:lnTo>
                  <a:lnTo>
                    <a:pt x="706865" y="839"/>
                  </a:lnTo>
                  <a:lnTo>
                    <a:pt x="763787" y="0"/>
                  </a:lnTo>
                  <a:lnTo>
                    <a:pt x="819139" y="769"/>
                  </a:lnTo>
                  <a:lnTo>
                    <a:pt x="872919" y="3148"/>
                  </a:lnTo>
                  <a:lnTo>
                    <a:pt x="925129" y="7136"/>
                  </a:lnTo>
                  <a:lnTo>
                    <a:pt x="975767" y="12733"/>
                  </a:lnTo>
                  <a:lnTo>
                    <a:pt x="1024835" y="19939"/>
                  </a:lnTo>
                  <a:lnTo>
                    <a:pt x="1072331" y="28754"/>
                  </a:lnTo>
                  <a:lnTo>
                    <a:pt x="1118257" y="39179"/>
                  </a:lnTo>
                  <a:lnTo>
                    <a:pt x="1162611" y="51212"/>
                  </a:lnTo>
                  <a:lnTo>
                    <a:pt x="1220262" y="70325"/>
                  </a:lnTo>
                  <a:lnTo>
                    <a:pt x="1270997" y="91649"/>
                  </a:lnTo>
                  <a:lnTo>
                    <a:pt x="1314817" y="115186"/>
                  </a:lnTo>
                  <a:lnTo>
                    <a:pt x="1351721" y="140934"/>
                  </a:lnTo>
                  <a:lnTo>
                    <a:pt x="1381709" y="168894"/>
                  </a:lnTo>
                  <a:lnTo>
                    <a:pt x="1420938" y="231450"/>
                  </a:lnTo>
                  <a:lnTo>
                    <a:pt x="1404782" y="199228"/>
                  </a:lnTo>
                  <a:lnTo>
                    <a:pt x="1381709" y="169288"/>
                  </a:lnTo>
                  <a:lnTo>
                    <a:pt x="1351721" y="141630"/>
                  </a:lnTo>
                  <a:lnTo>
                    <a:pt x="1314817" y="116253"/>
                  </a:lnTo>
                  <a:lnTo>
                    <a:pt x="1270997" y="93157"/>
                  </a:lnTo>
                  <a:lnTo>
                    <a:pt x="1220262" y="72343"/>
                  </a:lnTo>
                  <a:lnTo>
                    <a:pt x="1162611" y="53810"/>
                  </a:lnTo>
                  <a:lnTo>
                    <a:pt x="1118257" y="42221"/>
                  </a:lnTo>
                  <a:lnTo>
                    <a:pt x="1072331" y="32256"/>
                  </a:lnTo>
                  <a:lnTo>
                    <a:pt x="1024835" y="23914"/>
                  </a:lnTo>
                  <a:lnTo>
                    <a:pt x="975767" y="17195"/>
                  </a:lnTo>
                  <a:lnTo>
                    <a:pt x="925129" y="12099"/>
                  </a:lnTo>
                  <a:lnTo>
                    <a:pt x="872919" y="8626"/>
                  </a:lnTo>
                  <a:lnTo>
                    <a:pt x="819139" y="6776"/>
                  </a:lnTo>
                  <a:lnTo>
                    <a:pt x="763787" y="6550"/>
                  </a:lnTo>
                  <a:lnTo>
                    <a:pt x="706865" y="7947"/>
                  </a:lnTo>
                  <a:lnTo>
                    <a:pt x="649600" y="10367"/>
                  </a:lnTo>
                  <a:lnTo>
                    <a:pt x="594042" y="14333"/>
                  </a:lnTo>
                  <a:lnTo>
                    <a:pt x="540190" y="19844"/>
                  </a:lnTo>
                  <a:lnTo>
                    <a:pt x="488046" y="26900"/>
                  </a:lnTo>
                  <a:lnTo>
                    <a:pt x="437607" y="35502"/>
                  </a:lnTo>
                  <a:lnTo>
                    <a:pt x="388876" y="45649"/>
                  </a:lnTo>
                  <a:lnTo>
                    <a:pt x="341851" y="57341"/>
                  </a:lnTo>
                  <a:lnTo>
                    <a:pt x="296533" y="70579"/>
                  </a:lnTo>
                  <a:lnTo>
                    <a:pt x="252921" y="85362"/>
                  </a:lnTo>
                  <a:lnTo>
                    <a:pt x="195822" y="108405"/>
                  </a:lnTo>
                  <a:lnTo>
                    <a:pt x="145712" y="133445"/>
                  </a:lnTo>
                  <a:lnTo>
                    <a:pt x="102592" y="160482"/>
                  </a:lnTo>
                  <a:lnTo>
                    <a:pt x="66460" y="189516"/>
                  </a:lnTo>
                  <a:lnTo>
                    <a:pt x="37317" y="220547"/>
                  </a:lnTo>
                  <a:lnTo>
                    <a:pt x="15164" y="253575"/>
                  </a:lnTo>
                  <a:lnTo>
                    <a:pt x="0" y="288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4133472" y="7193357"/>
              <a:ext cx="1421130" cy="288925"/>
            </a:xfrm>
            <a:custGeom>
              <a:avLst/>
              <a:gdLst/>
              <a:ahLst/>
              <a:cxnLst/>
              <a:rect l="l" t="t" r="r" b="b"/>
              <a:pathLst>
                <a:path w="1421129" h="288925">
                  <a:moveTo>
                    <a:pt x="0" y="288600"/>
                  </a:moveTo>
                  <a:lnTo>
                    <a:pt x="15164" y="253575"/>
                  </a:lnTo>
                  <a:lnTo>
                    <a:pt x="37317" y="220547"/>
                  </a:lnTo>
                  <a:lnTo>
                    <a:pt x="66460" y="189516"/>
                  </a:lnTo>
                  <a:lnTo>
                    <a:pt x="102592" y="160482"/>
                  </a:lnTo>
                  <a:lnTo>
                    <a:pt x="145712" y="133445"/>
                  </a:lnTo>
                  <a:lnTo>
                    <a:pt x="195822" y="108405"/>
                  </a:lnTo>
                  <a:lnTo>
                    <a:pt x="252921" y="85362"/>
                  </a:lnTo>
                  <a:lnTo>
                    <a:pt x="296533" y="70579"/>
                  </a:lnTo>
                  <a:lnTo>
                    <a:pt x="341851" y="57341"/>
                  </a:lnTo>
                  <a:lnTo>
                    <a:pt x="388876" y="45649"/>
                  </a:lnTo>
                  <a:lnTo>
                    <a:pt x="437607" y="35502"/>
                  </a:lnTo>
                  <a:lnTo>
                    <a:pt x="488046" y="26900"/>
                  </a:lnTo>
                  <a:lnTo>
                    <a:pt x="540190" y="19844"/>
                  </a:lnTo>
                  <a:lnTo>
                    <a:pt x="594042" y="14333"/>
                  </a:lnTo>
                  <a:lnTo>
                    <a:pt x="649600" y="10367"/>
                  </a:lnTo>
                  <a:lnTo>
                    <a:pt x="706865" y="7947"/>
                  </a:lnTo>
                  <a:lnTo>
                    <a:pt x="763787" y="6550"/>
                  </a:lnTo>
                  <a:lnTo>
                    <a:pt x="819139" y="6776"/>
                  </a:lnTo>
                  <a:lnTo>
                    <a:pt x="872919" y="8626"/>
                  </a:lnTo>
                  <a:lnTo>
                    <a:pt x="925129" y="12099"/>
                  </a:lnTo>
                  <a:lnTo>
                    <a:pt x="975767" y="17195"/>
                  </a:lnTo>
                  <a:lnTo>
                    <a:pt x="1024835" y="23914"/>
                  </a:lnTo>
                  <a:lnTo>
                    <a:pt x="1072331" y="32256"/>
                  </a:lnTo>
                  <a:lnTo>
                    <a:pt x="1118257" y="42221"/>
                  </a:lnTo>
                  <a:lnTo>
                    <a:pt x="1162611" y="53810"/>
                  </a:lnTo>
                  <a:lnTo>
                    <a:pt x="1220262" y="72343"/>
                  </a:lnTo>
                  <a:lnTo>
                    <a:pt x="1270997" y="93157"/>
                  </a:lnTo>
                  <a:lnTo>
                    <a:pt x="1314817" y="116253"/>
                  </a:lnTo>
                  <a:lnTo>
                    <a:pt x="1351721" y="141630"/>
                  </a:lnTo>
                  <a:lnTo>
                    <a:pt x="1381709" y="169288"/>
                  </a:lnTo>
                  <a:lnTo>
                    <a:pt x="1420938" y="231450"/>
                  </a:lnTo>
                  <a:lnTo>
                    <a:pt x="1404782" y="199066"/>
                  </a:lnTo>
                  <a:lnTo>
                    <a:pt x="1351721" y="140934"/>
                  </a:lnTo>
                  <a:lnTo>
                    <a:pt x="1314817" y="115186"/>
                  </a:lnTo>
                  <a:lnTo>
                    <a:pt x="1270997" y="91649"/>
                  </a:lnTo>
                  <a:lnTo>
                    <a:pt x="1220262" y="70325"/>
                  </a:lnTo>
                  <a:lnTo>
                    <a:pt x="1162611" y="51212"/>
                  </a:lnTo>
                  <a:lnTo>
                    <a:pt x="1118257" y="39179"/>
                  </a:lnTo>
                  <a:lnTo>
                    <a:pt x="1072331" y="28754"/>
                  </a:lnTo>
                  <a:lnTo>
                    <a:pt x="1024835" y="19939"/>
                  </a:lnTo>
                  <a:lnTo>
                    <a:pt x="975767" y="12733"/>
                  </a:lnTo>
                  <a:lnTo>
                    <a:pt x="925129" y="7136"/>
                  </a:lnTo>
                  <a:lnTo>
                    <a:pt x="872919" y="3148"/>
                  </a:lnTo>
                  <a:lnTo>
                    <a:pt x="819139" y="769"/>
                  </a:lnTo>
                  <a:lnTo>
                    <a:pt x="763787" y="0"/>
                  </a:lnTo>
                  <a:lnTo>
                    <a:pt x="706865" y="839"/>
                  </a:lnTo>
                  <a:lnTo>
                    <a:pt x="649600" y="3835"/>
                  </a:lnTo>
                  <a:lnTo>
                    <a:pt x="594042" y="8360"/>
                  </a:lnTo>
                  <a:lnTo>
                    <a:pt x="540190" y="14412"/>
                  </a:lnTo>
                  <a:lnTo>
                    <a:pt x="488046" y="21993"/>
                  </a:lnTo>
                  <a:lnTo>
                    <a:pt x="437607" y="31102"/>
                  </a:lnTo>
                  <a:lnTo>
                    <a:pt x="388876" y="41739"/>
                  </a:lnTo>
                  <a:lnTo>
                    <a:pt x="341851" y="53904"/>
                  </a:lnTo>
                  <a:lnTo>
                    <a:pt x="296533" y="67597"/>
                  </a:lnTo>
                  <a:lnTo>
                    <a:pt x="252921" y="82819"/>
                  </a:lnTo>
                  <a:lnTo>
                    <a:pt x="195822" y="106436"/>
                  </a:lnTo>
                  <a:lnTo>
                    <a:pt x="145712" y="131980"/>
                  </a:lnTo>
                  <a:lnTo>
                    <a:pt x="102592" y="159450"/>
                  </a:lnTo>
                  <a:lnTo>
                    <a:pt x="66460" y="188847"/>
                  </a:lnTo>
                  <a:lnTo>
                    <a:pt x="37317" y="220171"/>
                  </a:lnTo>
                  <a:lnTo>
                    <a:pt x="15164" y="253422"/>
                  </a:lnTo>
                  <a:lnTo>
                    <a:pt x="0" y="2886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5761328" y="7193357"/>
              <a:ext cx="1421130" cy="288925"/>
            </a:xfrm>
            <a:custGeom>
              <a:avLst/>
              <a:gdLst/>
              <a:ahLst/>
              <a:cxnLst/>
              <a:rect l="l" t="t" r="r" b="b"/>
              <a:pathLst>
                <a:path w="1421129" h="288925">
                  <a:moveTo>
                    <a:pt x="0" y="288600"/>
                  </a:moveTo>
                  <a:lnTo>
                    <a:pt x="15164" y="253422"/>
                  </a:lnTo>
                  <a:lnTo>
                    <a:pt x="37317" y="220171"/>
                  </a:lnTo>
                  <a:lnTo>
                    <a:pt x="66460" y="188847"/>
                  </a:lnTo>
                  <a:lnTo>
                    <a:pt x="102592" y="159450"/>
                  </a:lnTo>
                  <a:lnTo>
                    <a:pt x="145712" y="131980"/>
                  </a:lnTo>
                  <a:lnTo>
                    <a:pt x="195822" y="106436"/>
                  </a:lnTo>
                  <a:lnTo>
                    <a:pt x="252921" y="82819"/>
                  </a:lnTo>
                  <a:lnTo>
                    <a:pt x="296533" y="67597"/>
                  </a:lnTo>
                  <a:lnTo>
                    <a:pt x="341851" y="53904"/>
                  </a:lnTo>
                  <a:lnTo>
                    <a:pt x="388876" y="41739"/>
                  </a:lnTo>
                  <a:lnTo>
                    <a:pt x="437607" y="31102"/>
                  </a:lnTo>
                  <a:lnTo>
                    <a:pt x="488046" y="21993"/>
                  </a:lnTo>
                  <a:lnTo>
                    <a:pt x="540190" y="14412"/>
                  </a:lnTo>
                  <a:lnTo>
                    <a:pt x="594042" y="8360"/>
                  </a:lnTo>
                  <a:lnTo>
                    <a:pt x="649600" y="3835"/>
                  </a:lnTo>
                  <a:lnTo>
                    <a:pt x="706865" y="839"/>
                  </a:lnTo>
                  <a:lnTo>
                    <a:pt x="763787" y="0"/>
                  </a:lnTo>
                  <a:lnTo>
                    <a:pt x="819139" y="769"/>
                  </a:lnTo>
                  <a:lnTo>
                    <a:pt x="872919" y="3148"/>
                  </a:lnTo>
                  <a:lnTo>
                    <a:pt x="925129" y="7136"/>
                  </a:lnTo>
                  <a:lnTo>
                    <a:pt x="975767" y="12733"/>
                  </a:lnTo>
                  <a:lnTo>
                    <a:pt x="1024835" y="19939"/>
                  </a:lnTo>
                  <a:lnTo>
                    <a:pt x="1072331" y="28754"/>
                  </a:lnTo>
                  <a:lnTo>
                    <a:pt x="1118257" y="39179"/>
                  </a:lnTo>
                  <a:lnTo>
                    <a:pt x="1162611" y="51212"/>
                  </a:lnTo>
                  <a:lnTo>
                    <a:pt x="1220262" y="70325"/>
                  </a:lnTo>
                  <a:lnTo>
                    <a:pt x="1270997" y="91649"/>
                  </a:lnTo>
                  <a:lnTo>
                    <a:pt x="1314817" y="115186"/>
                  </a:lnTo>
                  <a:lnTo>
                    <a:pt x="1351721" y="140934"/>
                  </a:lnTo>
                  <a:lnTo>
                    <a:pt x="1381709" y="168894"/>
                  </a:lnTo>
                  <a:lnTo>
                    <a:pt x="1420938" y="231450"/>
                  </a:lnTo>
                  <a:lnTo>
                    <a:pt x="1404782" y="199228"/>
                  </a:lnTo>
                  <a:lnTo>
                    <a:pt x="1381709" y="169288"/>
                  </a:lnTo>
                  <a:lnTo>
                    <a:pt x="1351721" y="141630"/>
                  </a:lnTo>
                  <a:lnTo>
                    <a:pt x="1314817" y="116253"/>
                  </a:lnTo>
                  <a:lnTo>
                    <a:pt x="1270997" y="93157"/>
                  </a:lnTo>
                  <a:lnTo>
                    <a:pt x="1220262" y="72343"/>
                  </a:lnTo>
                  <a:lnTo>
                    <a:pt x="1162611" y="53810"/>
                  </a:lnTo>
                  <a:lnTo>
                    <a:pt x="1118257" y="42221"/>
                  </a:lnTo>
                  <a:lnTo>
                    <a:pt x="1072331" y="32256"/>
                  </a:lnTo>
                  <a:lnTo>
                    <a:pt x="1024835" y="23914"/>
                  </a:lnTo>
                  <a:lnTo>
                    <a:pt x="975767" y="17195"/>
                  </a:lnTo>
                  <a:lnTo>
                    <a:pt x="925129" y="12099"/>
                  </a:lnTo>
                  <a:lnTo>
                    <a:pt x="872919" y="8626"/>
                  </a:lnTo>
                  <a:lnTo>
                    <a:pt x="819139" y="6776"/>
                  </a:lnTo>
                  <a:lnTo>
                    <a:pt x="763787" y="6550"/>
                  </a:lnTo>
                  <a:lnTo>
                    <a:pt x="706865" y="7947"/>
                  </a:lnTo>
                  <a:lnTo>
                    <a:pt x="649600" y="10367"/>
                  </a:lnTo>
                  <a:lnTo>
                    <a:pt x="594042" y="14333"/>
                  </a:lnTo>
                  <a:lnTo>
                    <a:pt x="540190" y="19844"/>
                  </a:lnTo>
                  <a:lnTo>
                    <a:pt x="488046" y="26900"/>
                  </a:lnTo>
                  <a:lnTo>
                    <a:pt x="437607" y="35502"/>
                  </a:lnTo>
                  <a:lnTo>
                    <a:pt x="388876" y="45649"/>
                  </a:lnTo>
                  <a:lnTo>
                    <a:pt x="341851" y="57341"/>
                  </a:lnTo>
                  <a:lnTo>
                    <a:pt x="296533" y="70579"/>
                  </a:lnTo>
                  <a:lnTo>
                    <a:pt x="252921" y="85362"/>
                  </a:lnTo>
                  <a:lnTo>
                    <a:pt x="195822" y="108405"/>
                  </a:lnTo>
                  <a:lnTo>
                    <a:pt x="145712" y="133445"/>
                  </a:lnTo>
                  <a:lnTo>
                    <a:pt x="102592" y="160482"/>
                  </a:lnTo>
                  <a:lnTo>
                    <a:pt x="66460" y="189516"/>
                  </a:lnTo>
                  <a:lnTo>
                    <a:pt x="37317" y="220547"/>
                  </a:lnTo>
                  <a:lnTo>
                    <a:pt x="15164" y="253575"/>
                  </a:lnTo>
                  <a:lnTo>
                    <a:pt x="0" y="288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5761328" y="7193357"/>
              <a:ext cx="1421130" cy="288925"/>
            </a:xfrm>
            <a:custGeom>
              <a:avLst/>
              <a:gdLst/>
              <a:ahLst/>
              <a:cxnLst/>
              <a:rect l="l" t="t" r="r" b="b"/>
              <a:pathLst>
                <a:path w="1421129" h="288925">
                  <a:moveTo>
                    <a:pt x="0" y="288600"/>
                  </a:moveTo>
                  <a:lnTo>
                    <a:pt x="15164" y="253575"/>
                  </a:lnTo>
                  <a:lnTo>
                    <a:pt x="37317" y="220547"/>
                  </a:lnTo>
                  <a:lnTo>
                    <a:pt x="66460" y="189516"/>
                  </a:lnTo>
                  <a:lnTo>
                    <a:pt x="102592" y="160482"/>
                  </a:lnTo>
                  <a:lnTo>
                    <a:pt x="145712" y="133445"/>
                  </a:lnTo>
                  <a:lnTo>
                    <a:pt x="195822" y="108405"/>
                  </a:lnTo>
                  <a:lnTo>
                    <a:pt x="252921" y="85362"/>
                  </a:lnTo>
                  <a:lnTo>
                    <a:pt x="296533" y="70579"/>
                  </a:lnTo>
                  <a:lnTo>
                    <a:pt x="341851" y="57341"/>
                  </a:lnTo>
                  <a:lnTo>
                    <a:pt x="388876" y="45649"/>
                  </a:lnTo>
                  <a:lnTo>
                    <a:pt x="437607" y="35502"/>
                  </a:lnTo>
                  <a:lnTo>
                    <a:pt x="488046" y="26900"/>
                  </a:lnTo>
                  <a:lnTo>
                    <a:pt x="540190" y="19844"/>
                  </a:lnTo>
                  <a:lnTo>
                    <a:pt x="594042" y="14333"/>
                  </a:lnTo>
                  <a:lnTo>
                    <a:pt x="649600" y="10367"/>
                  </a:lnTo>
                  <a:lnTo>
                    <a:pt x="706865" y="7947"/>
                  </a:lnTo>
                  <a:lnTo>
                    <a:pt x="763787" y="6550"/>
                  </a:lnTo>
                  <a:lnTo>
                    <a:pt x="819139" y="6776"/>
                  </a:lnTo>
                  <a:lnTo>
                    <a:pt x="872919" y="8626"/>
                  </a:lnTo>
                  <a:lnTo>
                    <a:pt x="925129" y="12099"/>
                  </a:lnTo>
                  <a:lnTo>
                    <a:pt x="975767" y="17195"/>
                  </a:lnTo>
                  <a:lnTo>
                    <a:pt x="1024835" y="23914"/>
                  </a:lnTo>
                  <a:lnTo>
                    <a:pt x="1072331" y="32256"/>
                  </a:lnTo>
                  <a:lnTo>
                    <a:pt x="1118257" y="42221"/>
                  </a:lnTo>
                  <a:lnTo>
                    <a:pt x="1162611" y="53810"/>
                  </a:lnTo>
                  <a:lnTo>
                    <a:pt x="1220262" y="72343"/>
                  </a:lnTo>
                  <a:lnTo>
                    <a:pt x="1270997" y="93157"/>
                  </a:lnTo>
                  <a:lnTo>
                    <a:pt x="1314817" y="116253"/>
                  </a:lnTo>
                  <a:lnTo>
                    <a:pt x="1351721" y="141630"/>
                  </a:lnTo>
                  <a:lnTo>
                    <a:pt x="1381709" y="169288"/>
                  </a:lnTo>
                  <a:lnTo>
                    <a:pt x="1420938" y="231450"/>
                  </a:lnTo>
                  <a:lnTo>
                    <a:pt x="1404782" y="199066"/>
                  </a:lnTo>
                  <a:lnTo>
                    <a:pt x="1351721" y="140934"/>
                  </a:lnTo>
                  <a:lnTo>
                    <a:pt x="1314817" y="115186"/>
                  </a:lnTo>
                  <a:lnTo>
                    <a:pt x="1270997" y="91649"/>
                  </a:lnTo>
                  <a:lnTo>
                    <a:pt x="1220262" y="70325"/>
                  </a:lnTo>
                  <a:lnTo>
                    <a:pt x="1162611" y="51212"/>
                  </a:lnTo>
                  <a:lnTo>
                    <a:pt x="1118257" y="39179"/>
                  </a:lnTo>
                  <a:lnTo>
                    <a:pt x="1072331" y="28754"/>
                  </a:lnTo>
                  <a:lnTo>
                    <a:pt x="1024835" y="19939"/>
                  </a:lnTo>
                  <a:lnTo>
                    <a:pt x="975767" y="12733"/>
                  </a:lnTo>
                  <a:lnTo>
                    <a:pt x="925129" y="7136"/>
                  </a:lnTo>
                  <a:lnTo>
                    <a:pt x="872919" y="3148"/>
                  </a:lnTo>
                  <a:lnTo>
                    <a:pt x="819139" y="769"/>
                  </a:lnTo>
                  <a:lnTo>
                    <a:pt x="763787" y="0"/>
                  </a:lnTo>
                  <a:lnTo>
                    <a:pt x="706865" y="839"/>
                  </a:lnTo>
                  <a:lnTo>
                    <a:pt x="649600" y="3835"/>
                  </a:lnTo>
                  <a:lnTo>
                    <a:pt x="594042" y="8360"/>
                  </a:lnTo>
                  <a:lnTo>
                    <a:pt x="540190" y="14412"/>
                  </a:lnTo>
                  <a:lnTo>
                    <a:pt x="488046" y="21993"/>
                  </a:lnTo>
                  <a:lnTo>
                    <a:pt x="437607" y="31102"/>
                  </a:lnTo>
                  <a:lnTo>
                    <a:pt x="388876" y="41739"/>
                  </a:lnTo>
                  <a:lnTo>
                    <a:pt x="341851" y="53904"/>
                  </a:lnTo>
                  <a:lnTo>
                    <a:pt x="296533" y="67597"/>
                  </a:lnTo>
                  <a:lnTo>
                    <a:pt x="252921" y="82819"/>
                  </a:lnTo>
                  <a:lnTo>
                    <a:pt x="195822" y="106436"/>
                  </a:lnTo>
                  <a:lnTo>
                    <a:pt x="145712" y="131980"/>
                  </a:lnTo>
                  <a:lnTo>
                    <a:pt x="102592" y="159450"/>
                  </a:lnTo>
                  <a:lnTo>
                    <a:pt x="66460" y="188847"/>
                  </a:lnTo>
                  <a:lnTo>
                    <a:pt x="37317" y="220171"/>
                  </a:lnTo>
                  <a:lnTo>
                    <a:pt x="15164" y="253422"/>
                  </a:lnTo>
                  <a:lnTo>
                    <a:pt x="0" y="2886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4712851" y="8196333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1" name="object 18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97815" y="8196333"/>
              <a:ext cx="144238" cy="82010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992854" y="8196333"/>
              <a:ext cx="3683000" cy="0"/>
            </a:xfrm>
            <a:custGeom>
              <a:avLst/>
              <a:gdLst/>
              <a:ahLst/>
              <a:cxnLst/>
              <a:rect l="l" t="t" r="r" b="b"/>
              <a:pathLst>
                <a:path w="3683000">
                  <a:moveTo>
                    <a:pt x="0" y="0"/>
                  </a:moveTo>
                  <a:lnTo>
                    <a:pt x="3683000" y="0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3" name="object 183"/>
          <p:cNvSpPr txBox="1"/>
          <p:nvPr/>
        </p:nvSpPr>
        <p:spPr>
          <a:xfrm>
            <a:off x="266700" y="6403943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82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pic>
        <p:nvPicPr>
          <p:cNvPr id="184" name="object 184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79387" y="8353928"/>
            <a:ext cx="7101212" cy="1831453"/>
          </a:xfrm>
          <a:prstGeom prst="rect">
            <a:avLst/>
          </a:prstGeom>
        </p:spPr>
      </p:pic>
      <p:sp>
        <p:nvSpPr>
          <p:cNvPr id="185" name="object 185"/>
          <p:cNvSpPr txBox="1"/>
          <p:nvPr/>
        </p:nvSpPr>
        <p:spPr>
          <a:xfrm>
            <a:off x="266700" y="8316983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86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186" name="object 6">
            <a:extLst>
              <a:ext uri="{FF2B5EF4-FFF2-40B4-BE49-F238E27FC236}">
                <a16:creationId xmlns:a16="http://schemas.microsoft.com/office/drawing/2014/main" id="{F988679D-539D-E471-D90C-A84C2100408F}"/>
              </a:ext>
            </a:extLst>
          </p:cNvPr>
          <p:cNvSpPr txBox="1"/>
          <p:nvPr/>
        </p:nvSpPr>
        <p:spPr>
          <a:xfrm>
            <a:off x="2535336" y="10145900"/>
            <a:ext cx="2489835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Bauer Bodoni Std" panose="02070603080706020303" pitchFamily="18" charset="77"/>
                <a:cs typeface="Georgia"/>
              </a:rPr>
              <a:t>Composed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by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Martin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He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spc="-40" dirty="0">
                <a:latin typeface="Bauer Bodoni Std" panose="02070603080706020303" pitchFamily="18" charset="77"/>
                <a:cs typeface="Georgia"/>
              </a:rPr>
              <a:t>(2026)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for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Giuseppe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Bruni.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spc="-10" dirty="0">
                <a:latin typeface="Bauer Bodoni Std" panose="02070603080706020303" pitchFamily="18" charset="77"/>
                <a:cs typeface="Georgia"/>
                <a:hlinkClick r:id="rId51"/>
              </a:rPr>
              <a:t>www.martinhe.co.uk</a:t>
            </a:r>
            <a:endParaRPr sz="600" dirty="0">
              <a:latin typeface="Bauer Bodoni Std" panose="02070603080706020303" pitchFamily="18" charset="77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3899" y="215900"/>
            <a:ext cx="101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Bauer Bodoni Std Black" panose="02070903080706020303" pitchFamily="18" charset="77"/>
                <a:cs typeface="Source Serif 4"/>
              </a:rPr>
              <a:t>4</a:t>
            </a:r>
            <a:endParaRPr sz="1200" dirty="0">
              <a:latin typeface="Bauer Bodoni Std Black" panose="02070903080706020303" pitchFamily="18" charset="77"/>
              <a:cs typeface="Source Serif 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9387" y="436816"/>
            <a:ext cx="4897755" cy="1602105"/>
            <a:chOff x="179387" y="436816"/>
            <a:chExt cx="4897755" cy="1602105"/>
          </a:xfrm>
        </p:grpSpPr>
        <p:sp>
          <p:nvSpPr>
            <p:cNvPr id="4" name="object 4"/>
            <p:cNvSpPr/>
            <p:nvPr/>
          </p:nvSpPr>
          <p:spPr>
            <a:xfrm>
              <a:off x="179387" y="677427"/>
              <a:ext cx="577215" cy="1361440"/>
            </a:xfrm>
            <a:custGeom>
              <a:avLst/>
              <a:gdLst/>
              <a:ahLst/>
              <a:cxnLst/>
              <a:rect l="l" t="t" r="r" b="b"/>
              <a:pathLst>
                <a:path w="577215" h="1361439">
                  <a:moveTo>
                    <a:pt x="68859" y="76263"/>
                  </a:moveTo>
                  <a:lnTo>
                    <a:pt x="46570" y="126720"/>
                  </a:lnTo>
                  <a:lnTo>
                    <a:pt x="28994" y="177342"/>
                  </a:lnTo>
                  <a:lnTo>
                    <a:pt x="14046" y="242011"/>
                  </a:lnTo>
                  <a:lnTo>
                    <a:pt x="7048" y="300583"/>
                  </a:lnTo>
                  <a:lnTo>
                    <a:pt x="6286" y="327748"/>
                  </a:lnTo>
                  <a:lnTo>
                    <a:pt x="7175" y="354584"/>
                  </a:lnTo>
                  <a:lnTo>
                    <a:pt x="8991" y="381304"/>
                  </a:lnTo>
                  <a:lnTo>
                    <a:pt x="11747" y="407924"/>
                  </a:lnTo>
                  <a:lnTo>
                    <a:pt x="15430" y="434454"/>
                  </a:lnTo>
                  <a:lnTo>
                    <a:pt x="35039" y="549770"/>
                  </a:lnTo>
                  <a:lnTo>
                    <a:pt x="37287" y="564807"/>
                  </a:lnTo>
                  <a:lnTo>
                    <a:pt x="39039" y="579043"/>
                  </a:lnTo>
                  <a:lnTo>
                    <a:pt x="40284" y="592480"/>
                  </a:lnTo>
                  <a:lnTo>
                    <a:pt x="41148" y="612140"/>
                  </a:lnTo>
                  <a:lnTo>
                    <a:pt x="40284" y="628180"/>
                  </a:lnTo>
                  <a:lnTo>
                    <a:pt x="29425" y="672312"/>
                  </a:lnTo>
                  <a:lnTo>
                    <a:pt x="8686" y="706907"/>
                  </a:lnTo>
                  <a:lnTo>
                    <a:pt x="0" y="716432"/>
                  </a:lnTo>
                  <a:lnTo>
                    <a:pt x="0" y="721245"/>
                  </a:lnTo>
                  <a:lnTo>
                    <a:pt x="23406" y="754938"/>
                  </a:lnTo>
                  <a:lnTo>
                    <a:pt x="37465" y="794016"/>
                  </a:lnTo>
                  <a:lnTo>
                    <a:pt x="41148" y="828738"/>
                  </a:lnTo>
                  <a:lnTo>
                    <a:pt x="40474" y="845667"/>
                  </a:lnTo>
                  <a:lnTo>
                    <a:pt x="38785" y="864336"/>
                  </a:lnTo>
                  <a:lnTo>
                    <a:pt x="36055" y="884770"/>
                  </a:lnTo>
                  <a:lnTo>
                    <a:pt x="15430" y="1006030"/>
                  </a:lnTo>
                  <a:lnTo>
                    <a:pt x="11747" y="1032700"/>
                  </a:lnTo>
                  <a:lnTo>
                    <a:pt x="8991" y="1059383"/>
                  </a:lnTo>
                  <a:lnTo>
                    <a:pt x="7175" y="1086053"/>
                  </a:lnTo>
                  <a:lnTo>
                    <a:pt x="6286" y="1112723"/>
                  </a:lnTo>
                  <a:lnTo>
                    <a:pt x="7048" y="1139875"/>
                  </a:lnTo>
                  <a:lnTo>
                    <a:pt x="14046" y="1198232"/>
                  </a:lnTo>
                  <a:lnTo>
                    <a:pt x="28676" y="1261592"/>
                  </a:lnTo>
                  <a:lnTo>
                    <a:pt x="52959" y="1327365"/>
                  </a:lnTo>
                  <a:lnTo>
                    <a:pt x="68859" y="1361008"/>
                  </a:lnTo>
                  <a:lnTo>
                    <a:pt x="68859" y="1356601"/>
                  </a:lnTo>
                  <a:lnTo>
                    <a:pt x="60032" y="1334795"/>
                  </a:lnTo>
                  <a:lnTo>
                    <a:pt x="52146" y="1313078"/>
                  </a:lnTo>
                  <a:lnTo>
                    <a:pt x="39141" y="1269961"/>
                  </a:lnTo>
                  <a:lnTo>
                    <a:pt x="31140" y="1224940"/>
                  </a:lnTo>
                  <a:lnTo>
                    <a:pt x="29425" y="1175702"/>
                  </a:lnTo>
                  <a:lnTo>
                    <a:pt x="30886" y="1151305"/>
                  </a:lnTo>
                  <a:lnTo>
                    <a:pt x="33286" y="1126667"/>
                  </a:lnTo>
                  <a:lnTo>
                    <a:pt x="36601" y="1101775"/>
                  </a:lnTo>
                  <a:lnTo>
                    <a:pt x="40855" y="1076629"/>
                  </a:lnTo>
                  <a:lnTo>
                    <a:pt x="59143" y="979563"/>
                  </a:lnTo>
                  <a:lnTo>
                    <a:pt x="63068" y="956741"/>
                  </a:lnTo>
                  <a:lnTo>
                    <a:pt x="66001" y="935240"/>
                  </a:lnTo>
                  <a:lnTo>
                    <a:pt x="67932" y="915035"/>
                  </a:lnTo>
                  <a:lnTo>
                    <a:pt x="68859" y="896124"/>
                  </a:lnTo>
                  <a:lnTo>
                    <a:pt x="67983" y="864920"/>
                  </a:lnTo>
                  <a:lnTo>
                    <a:pt x="60121" y="812571"/>
                  </a:lnTo>
                  <a:lnTo>
                    <a:pt x="43878" y="772414"/>
                  </a:lnTo>
                  <a:lnTo>
                    <a:pt x="13335" y="730516"/>
                  </a:lnTo>
                  <a:lnTo>
                    <a:pt x="2286" y="718832"/>
                  </a:lnTo>
                  <a:lnTo>
                    <a:pt x="13335" y="707885"/>
                  </a:lnTo>
                  <a:lnTo>
                    <a:pt x="40284" y="673506"/>
                  </a:lnTo>
                  <a:lnTo>
                    <a:pt x="60121" y="627710"/>
                  </a:lnTo>
                  <a:lnTo>
                    <a:pt x="67983" y="575767"/>
                  </a:lnTo>
                  <a:lnTo>
                    <a:pt x="68859" y="544753"/>
                  </a:lnTo>
                  <a:lnTo>
                    <a:pt x="67932" y="525678"/>
                  </a:lnTo>
                  <a:lnTo>
                    <a:pt x="66001" y="505345"/>
                  </a:lnTo>
                  <a:lnTo>
                    <a:pt x="63068" y="483755"/>
                  </a:lnTo>
                  <a:lnTo>
                    <a:pt x="59143" y="460921"/>
                  </a:lnTo>
                  <a:lnTo>
                    <a:pt x="40284" y="361048"/>
                  </a:lnTo>
                  <a:lnTo>
                    <a:pt x="36283" y="336550"/>
                  </a:lnTo>
                  <a:lnTo>
                    <a:pt x="33147" y="312407"/>
                  </a:lnTo>
                  <a:lnTo>
                    <a:pt x="30848" y="288620"/>
                  </a:lnTo>
                  <a:lnTo>
                    <a:pt x="29425" y="265176"/>
                  </a:lnTo>
                  <a:lnTo>
                    <a:pt x="29502" y="240004"/>
                  </a:lnTo>
                  <a:lnTo>
                    <a:pt x="34353" y="192684"/>
                  </a:lnTo>
                  <a:lnTo>
                    <a:pt x="46139" y="145300"/>
                  </a:lnTo>
                  <a:lnTo>
                    <a:pt x="60426" y="102781"/>
                  </a:lnTo>
                  <a:lnTo>
                    <a:pt x="68859" y="81076"/>
                  </a:lnTo>
                  <a:lnTo>
                    <a:pt x="68859" y="76263"/>
                  </a:lnTo>
                  <a:close/>
                </a:path>
                <a:path w="577215" h="1361439">
                  <a:moveTo>
                    <a:pt x="57708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359814"/>
                  </a:lnTo>
                  <a:lnTo>
                    <a:pt x="94449" y="1359814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77088" y="309372"/>
                  </a:lnTo>
                  <a:lnTo>
                    <a:pt x="57708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77088" y="252222"/>
                  </a:lnTo>
                  <a:lnTo>
                    <a:pt x="57708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77088" y="195072"/>
                  </a:lnTo>
                  <a:lnTo>
                    <a:pt x="57708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77088" y="137922"/>
                  </a:lnTo>
                  <a:lnTo>
                    <a:pt x="57708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77088" y="80772"/>
                  </a:lnTo>
                  <a:lnTo>
                    <a:pt x="57708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142" y="666750"/>
              <a:ext cx="216598" cy="2674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6475" y="436825"/>
              <a:ext cx="1682750" cy="550545"/>
            </a:xfrm>
            <a:custGeom>
              <a:avLst/>
              <a:gdLst/>
              <a:ahLst/>
              <a:cxnLst/>
              <a:rect l="l" t="t" r="r" b="b"/>
              <a:pathLst>
                <a:path w="1682750" h="550544">
                  <a:moveTo>
                    <a:pt x="1682648" y="544258"/>
                  </a:moveTo>
                  <a:lnTo>
                    <a:pt x="0" y="544258"/>
                  </a:lnTo>
                  <a:lnTo>
                    <a:pt x="0" y="549973"/>
                  </a:lnTo>
                  <a:lnTo>
                    <a:pt x="1682648" y="549973"/>
                  </a:lnTo>
                  <a:lnTo>
                    <a:pt x="1682648" y="544258"/>
                  </a:lnTo>
                  <a:close/>
                </a:path>
                <a:path w="1682750" h="550544">
                  <a:moveTo>
                    <a:pt x="1682648" y="487108"/>
                  </a:moveTo>
                  <a:lnTo>
                    <a:pt x="0" y="487108"/>
                  </a:lnTo>
                  <a:lnTo>
                    <a:pt x="0" y="492823"/>
                  </a:lnTo>
                  <a:lnTo>
                    <a:pt x="1682648" y="492823"/>
                  </a:lnTo>
                  <a:lnTo>
                    <a:pt x="1682648" y="487108"/>
                  </a:lnTo>
                  <a:close/>
                </a:path>
                <a:path w="1682750" h="550544">
                  <a:moveTo>
                    <a:pt x="1682648" y="315658"/>
                  </a:moveTo>
                  <a:lnTo>
                    <a:pt x="282727" y="315658"/>
                  </a:lnTo>
                  <a:lnTo>
                    <a:pt x="282727" y="127063"/>
                  </a:lnTo>
                  <a:lnTo>
                    <a:pt x="272719" y="127063"/>
                  </a:lnTo>
                  <a:lnTo>
                    <a:pt x="272719" y="429958"/>
                  </a:lnTo>
                  <a:lnTo>
                    <a:pt x="94132" y="429958"/>
                  </a:lnTo>
                  <a:lnTo>
                    <a:pt x="94132" y="378523"/>
                  </a:lnTo>
                  <a:lnTo>
                    <a:pt x="272719" y="378523"/>
                  </a:lnTo>
                  <a:lnTo>
                    <a:pt x="272719" y="372808"/>
                  </a:lnTo>
                  <a:lnTo>
                    <a:pt x="94132" y="372808"/>
                  </a:lnTo>
                  <a:lnTo>
                    <a:pt x="94132" y="321373"/>
                  </a:lnTo>
                  <a:lnTo>
                    <a:pt x="272719" y="321373"/>
                  </a:lnTo>
                  <a:lnTo>
                    <a:pt x="272719" y="315658"/>
                  </a:lnTo>
                  <a:lnTo>
                    <a:pt x="94132" y="315658"/>
                  </a:lnTo>
                  <a:lnTo>
                    <a:pt x="94132" y="262077"/>
                  </a:lnTo>
                  <a:lnTo>
                    <a:pt x="178752" y="262077"/>
                  </a:lnTo>
                  <a:lnTo>
                    <a:pt x="178752" y="254927"/>
                  </a:lnTo>
                  <a:lnTo>
                    <a:pt x="94132" y="254927"/>
                  </a:lnTo>
                  <a:lnTo>
                    <a:pt x="94132" y="204927"/>
                  </a:lnTo>
                  <a:lnTo>
                    <a:pt x="178752" y="204927"/>
                  </a:lnTo>
                  <a:lnTo>
                    <a:pt x="178752" y="197777"/>
                  </a:lnTo>
                  <a:lnTo>
                    <a:pt x="94132" y="197777"/>
                  </a:lnTo>
                  <a:lnTo>
                    <a:pt x="94132" y="147777"/>
                  </a:lnTo>
                  <a:lnTo>
                    <a:pt x="178752" y="147777"/>
                  </a:lnTo>
                  <a:lnTo>
                    <a:pt x="178752" y="140627"/>
                  </a:lnTo>
                  <a:lnTo>
                    <a:pt x="94132" y="140627"/>
                  </a:lnTo>
                  <a:lnTo>
                    <a:pt x="94132" y="90627"/>
                  </a:lnTo>
                  <a:lnTo>
                    <a:pt x="178752" y="90627"/>
                  </a:lnTo>
                  <a:lnTo>
                    <a:pt x="178752" y="83477"/>
                  </a:lnTo>
                  <a:lnTo>
                    <a:pt x="94132" y="83477"/>
                  </a:lnTo>
                  <a:lnTo>
                    <a:pt x="94132" y="55943"/>
                  </a:lnTo>
                  <a:lnTo>
                    <a:pt x="96139" y="57531"/>
                  </a:lnTo>
                  <a:lnTo>
                    <a:pt x="102031" y="59436"/>
                  </a:lnTo>
                  <a:lnTo>
                    <a:pt x="142138" y="47904"/>
                  </a:lnTo>
                  <a:lnTo>
                    <a:pt x="154762" y="33477"/>
                  </a:lnTo>
                  <a:lnTo>
                    <a:pt x="178752" y="33477"/>
                  </a:lnTo>
                  <a:lnTo>
                    <a:pt x="178752" y="26327"/>
                  </a:lnTo>
                  <a:lnTo>
                    <a:pt x="157416" y="26327"/>
                  </a:lnTo>
                  <a:lnTo>
                    <a:pt x="158432" y="21043"/>
                  </a:lnTo>
                  <a:lnTo>
                    <a:pt x="158242" y="13804"/>
                  </a:lnTo>
                  <a:lnTo>
                    <a:pt x="155663" y="8572"/>
                  </a:lnTo>
                  <a:lnTo>
                    <a:pt x="150710" y="5334"/>
                  </a:lnTo>
                  <a:lnTo>
                    <a:pt x="146138" y="1714"/>
                  </a:lnTo>
                  <a:lnTo>
                    <a:pt x="139661" y="0"/>
                  </a:lnTo>
                  <a:lnTo>
                    <a:pt x="131279" y="190"/>
                  </a:lnTo>
                  <a:lnTo>
                    <a:pt x="123355" y="1155"/>
                  </a:lnTo>
                  <a:lnTo>
                    <a:pt x="88773" y="24257"/>
                  </a:lnTo>
                  <a:lnTo>
                    <a:pt x="87782" y="26327"/>
                  </a:lnTo>
                  <a:lnTo>
                    <a:pt x="67614" y="26327"/>
                  </a:lnTo>
                  <a:lnTo>
                    <a:pt x="67614" y="33477"/>
                  </a:lnTo>
                  <a:lnTo>
                    <a:pt x="85077" y="33477"/>
                  </a:lnTo>
                  <a:lnTo>
                    <a:pt x="84137" y="38188"/>
                  </a:lnTo>
                  <a:lnTo>
                    <a:pt x="84213" y="41338"/>
                  </a:lnTo>
                  <a:lnTo>
                    <a:pt x="84137" y="83477"/>
                  </a:lnTo>
                  <a:lnTo>
                    <a:pt x="67614" y="83477"/>
                  </a:lnTo>
                  <a:lnTo>
                    <a:pt x="67614" y="90627"/>
                  </a:lnTo>
                  <a:lnTo>
                    <a:pt x="84137" y="90627"/>
                  </a:lnTo>
                  <a:lnTo>
                    <a:pt x="84137" y="140627"/>
                  </a:lnTo>
                  <a:lnTo>
                    <a:pt x="67614" y="140627"/>
                  </a:lnTo>
                  <a:lnTo>
                    <a:pt x="67614" y="147777"/>
                  </a:lnTo>
                  <a:lnTo>
                    <a:pt x="84137" y="147777"/>
                  </a:lnTo>
                  <a:lnTo>
                    <a:pt x="84137" y="197777"/>
                  </a:lnTo>
                  <a:lnTo>
                    <a:pt x="67614" y="197777"/>
                  </a:lnTo>
                  <a:lnTo>
                    <a:pt x="67614" y="204927"/>
                  </a:lnTo>
                  <a:lnTo>
                    <a:pt x="84137" y="204927"/>
                  </a:lnTo>
                  <a:lnTo>
                    <a:pt x="84137" y="254927"/>
                  </a:lnTo>
                  <a:lnTo>
                    <a:pt x="67614" y="254927"/>
                  </a:lnTo>
                  <a:lnTo>
                    <a:pt x="67614" y="262077"/>
                  </a:lnTo>
                  <a:lnTo>
                    <a:pt x="84137" y="262077"/>
                  </a:lnTo>
                  <a:lnTo>
                    <a:pt x="84137" y="315658"/>
                  </a:lnTo>
                  <a:lnTo>
                    <a:pt x="0" y="315658"/>
                  </a:lnTo>
                  <a:lnTo>
                    <a:pt x="0" y="321373"/>
                  </a:lnTo>
                  <a:lnTo>
                    <a:pt x="84137" y="321373"/>
                  </a:lnTo>
                  <a:lnTo>
                    <a:pt x="84137" y="372808"/>
                  </a:lnTo>
                  <a:lnTo>
                    <a:pt x="0" y="372808"/>
                  </a:lnTo>
                  <a:lnTo>
                    <a:pt x="0" y="378523"/>
                  </a:lnTo>
                  <a:lnTo>
                    <a:pt x="84137" y="378523"/>
                  </a:lnTo>
                  <a:lnTo>
                    <a:pt x="84137" y="429958"/>
                  </a:lnTo>
                  <a:lnTo>
                    <a:pt x="0" y="429958"/>
                  </a:lnTo>
                  <a:lnTo>
                    <a:pt x="0" y="435673"/>
                  </a:lnTo>
                  <a:lnTo>
                    <a:pt x="1682648" y="435673"/>
                  </a:lnTo>
                  <a:lnTo>
                    <a:pt x="1682648" y="429958"/>
                  </a:lnTo>
                  <a:lnTo>
                    <a:pt x="282727" y="429958"/>
                  </a:lnTo>
                  <a:lnTo>
                    <a:pt x="282727" y="378523"/>
                  </a:lnTo>
                  <a:lnTo>
                    <a:pt x="1682648" y="378523"/>
                  </a:lnTo>
                  <a:lnTo>
                    <a:pt x="1682648" y="372808"/>
                  </a:lnTo>
                  <a:lnTo>
                    <a:pt x="282727" y="372808"/>
                  </a:lnTo>
                  <a:lnTo>
                    <a:pt x="282727" y="321373"/>
                  </a:lnTo>
                  <a:lnTo>
                    <a:pt x="1682648" y="321373"/>
                  </a:lnTo>
                  <a:lnTo>
                    <a:pt x="1682648" y="3156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2690" y="522541"/>
              <a:ext cx="392744" cy="34423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23822" y="722575"/>
              <a:ext cx="179070" cy="360045"/>
            </a:xfrm>
            <a:custGeom>
              <a:avLst/>
              <a:gdLst/>
              <a:ahLst/>
              <a:cxnLst/>
              <a:rect l="l" t="t" r="r" b="b"/>
              <a:pathLst>
                <a:path w="179069" h="360044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55"/>
                  </a:lnTo>
                  <a:lnTo>
                    <a:pt x="4635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344233"/>
                  </a:lnTo>
                  <a:lnTo>
                    <a:pt x="9994" y="344233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  <a:path w="179069" h="360044">
                  <a:moveTo>
                    <a:pt x="178587" y="98488"/>
                  </a:moveTo>
                  <a:lnTo>
                    <a:pt x="168592" y="98488"/>
                  </a:lnTo>
                  <a:lnTo>
                    <a:pt x="168592" y="359752"/>
                  </a:lnTo>
                  <a:lnTo>
                    <a:pt x="178587" y="359752"/>
                  </a:lnTo>
                  <a:lnTo>
                    <a:pt x="178587" y="98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6408" y="728472"/>
              <a:ext cx="130301" cy="16059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05419" y="722575"/>
              <a:ext cx="413384" cy="401955"/>
            </a:xfrm>
            <a:custGeom>
              <a:avLst/>
              <a:gdLst/>
              <a:ahLst/>
              <a:cxnLst/>
              <a:rect l="l" t="t" r="r" b="b"/>
              <a:pathLst>
                <a:path w="413385" h="401955">
                  <a:moveTo>
                    <a:pt x="74295" y="21043"/>
                  </a:moveTo>
                  <a:lnTo>
                    <a:pt x="74104" y="13804"/>
                  </a:lnTo>
                  <a:lnTo>
                    <a:pt x="71539" y="8572"/>
                  </a:lnTo>
                  <a:lnTo>
                    <a:pt x="66586" y="5334"/>
                  </a:lnTo>
                  <a:lnTo>
                    <a:pt x="62014" y="1714"/>
                  </a:lnTo>
                  <a:lnTo>
                    <a:pt x="55537" y="0"/>
                  </a:lnTo>
                  <a:lnTo>
                    <a:pt x="47155" y="190"/>
                  </a:lnTo>
                  <a:lnTo>
                    <a:pt x="39217" y="1155"/>
                  </a:lnTo>
                  <a:lnTo>
                    <a:pt x="4648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370166"/>
                  </a:lnTo>
                  <a:lnTo>
                    <a:pt x="10007" y="370166"/>
                  </a:lnTo>
                  <a:lnTo>
                    <a:pt x="10007" y="55956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  <a:path w="413385" h="401955">
                  <a:moveTo>
                    <a:pt x="187312" y="78193"/>
                  </a:moveTo>
                  <a:lnTo>
                    <a:pt x="187121" y="70954"/>
                  </a:lnTo>
                  <a:lnTo>
                    <a:pt x="184543" y="65722"/>
                  </a:lnTo>
                  <a:lnTo>
                    <a:pt x="179590" y="62484"/>
                  </a:lnTo>
                  <a:lnTo>
                    <a:pt x="175018" y="58864"/>
                  </a:lnTo>
                  <a:lnTo>
                    <a:pt x="168541" y="57150"/>
                  </a:lnTo>
                  <a:lnTo>
                    <a:pt x="160159" y="57340"/>
                  </a:lnTo>
                  <a:lnTo>
                    <a:pt x="152234" y="58305"/>
                  </a:lnTo>
                  <a:lnTo>
                    <a:pt x="117652" y="81407"/>
                  </a:lnTo>
                  <a:lnTo>
                    <a:pt x="113017" y="95338"/>
                  </a:lnTo>
                  <a:lnTo>
                    <a:pt x="113106" y="98488"/>
                  </a:lnTo>
                  <a:lnTo>
                    <a:pt x="113017" y="380568"/>
                  </a:lnTo>
                  <a:lnTo>
                    <a:pt x="123012" y="380568"/>
                  </a:lnTo>
                  <a:lnTo>
                    <a:pt x="123012" y="113093"/>
                  </a:lnTo>
                  <a:lnTo>
                    <a:pt x="125018" y="114681"/>
                  </a:lnTo>
                  <a:lnTo>
                    <a:pt x="130924" y="116586"/>
                  </a:lnTo>
                  <a:lnTo>
                    <a:pt x="138163" y="116776"/>
                  </a:lnTo>
                  <a:lnTo>
                    <a:pt x="146646" y="115824"/>
                  </a:lnTo>
                  <a:lnTo>
                    <a:pt x="182664" y="92773"/>
                  </a:lnTo>
                  <a:lnTo>
                    <a:pt x="185864" y="85763"/>
                  </a:lnTo>
                  <a:lnTo>
                    <a:pt x="187312" y="78193"/>
                  </a:lnTo>
                  <a:close/>
                </a:path>
                <a:path w="413385" h="401955">
                  <a:moveTo>
                    <a:pt x="300316" y="135343"/>
                  </a:moveTo>
                  <a:lnTo>
                    <a:pt x="300126" y="128104"/>
                  </a:lnTo>
                  <a:lnTo>
                    <a:pt x="297561" y="122872"/>
                  </a:lnTo>
                  <a:lnTo>
                    <a:pt x="292608" y="119634"/>
                  </a:lnTo>
                  <a:lnTo>
                    <a:pt x="288036" y="116014"/>
                  </a:lnTo>
                  <a:lnTo>
                    <a:pt x="281559" y="114300"/>
                  </a:lnTo>
                  <a:lnTo>
                    <a:pt x="273177" y="114490"/>
                  </a:lnTo>
                  <a:lnTo>
                    <a:pt x="265239" y="115455"/>
                  </a:lnTo>
                  <a:lnTo>
                    <a:pt x="230670" y="138557"/>
                  </a:lnTo>
                  <a:lnTo>
                    <a:pt x="226021" y="152488"/>
                  </a:lnTo>
                  <a:lnTo>
                    <a:pt x="226110" y="155638"/>
                  </a:lnTo>
                  <a:lnTo>
                    <a:pt x="226021" y="390969"/>
                  </a:lnTo>
                  <a:lnTo>
                    <a:pt x="236029" y="390969"/>
                  </a:lnTo>
                  <a:lnTo>
                    <a:pt x="236029" y="170256"/>
                  </a:lnTo>
                  <a:lnTo>
                    <a:pt x="238023" y="171831"/>
                  </a:lnTo>
                  <a:lnTo>
                    <a:pt x="243928" y="173736"/>
                  </a:lnTo>
                  <a:lnTo>
                    <a:pt x="251167" y="173926"/>
                  </a:lnTo>
                  <a:lnTo>
                    <a:pt x="259651" y="172974"/>
                  </a:lnTo>
                  <a:lnTo>
                    <a:pt x="295681" y="149923"/>
                  </a:lnTo>
                  <a:lnTo>
                    <a:pt x="298869" y="142913"/>
                  </a:lnTo>
                  <a:lnTo>
                    <a:pt x="300316" y="135343"/>
                  </a:lnTo>
                  <a:close/>
                </a:path>
                <a:path w="413385" h="401955">
                  <a:moveTo>
                    <a:pt x="413334" y="221068"/>
                  </a:moveTo>
                  <a:lnTo>
                    <a:pt x="413143" y="213829"/>
                  </a:lnTo>
                  <a:lnTo>
                    <a:pt x="410565" y="208597"/>
                  </a:lnTo>
                  <a:lnTo>
                    <a:pt x="405612" y="205359"/>
                  </a:lnTo>
                  <a:lnTo>
                    <a:pt x="401040" y="201739"/>
                  </a:lnTo>
                  <a:lnTo>
                    <a:pt x="394563" y="200025"/>
                  </a:lnTo>
                  <a:lnTo>
                    <a:pt x="386181" y="200215"/>
                  </a:lnTo>
                  <a:lnTo>
                    <a:pt x="378256" y="201180"/>
                  </a:lnTo>
                  <a:lnTo>
                    <a:pt x="343674" y="224282"/>
                  </a:lnTo>
                  <a:lnTo>
                    <a:pt x="339039" y="238213"/>
                  </a:lnTo>
                  <a:lnTo>
                    <a:pt x="339128" y="241363"/>
                  </a:lnTo>
                  <a:lnTo>
                    <a:pt x="339039" y="401383"/>
                  </a:lnTo>
                  <a:lnTo>
                    <a:pt x="349034" y="401383"/>
                  </a:lnTo>
                  <a:lnTo>
                    <a:pt x="349034" y="255968"/>
                  </a:lnTo>
                  <a:lnTo>
                    <a:pt x="351040" y="257556"/>
                  </a:lnTo>
                  <a:lnTo>
                    <a:pt x="356946" y="259461"/>
                  </a:lnTo>
                  <a:lnTo>
                    <a:pt x="364185" y="259651"/>
                  </a:lnTo>
                  <a:lnTo>
                    <a:pt x="372668" y="258699"/>
                  </a:lnTo>
                  <a:lnTo>
                    <a:pt x="408686" y="235648"/>
                  </a:lnTo>
                  <a:lnTo>
                    <a:pt x="411886" y="228638"/>
                  </a:lnTo>
                  <a:lnTo>
                    <a:pt x="413334" y="221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47331" y="809625"/>
              <a:ext cx="130301" cy="2794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99832" y="838200"/>
              <a:ext cx="111140" cy="25831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40613" y="754770"/>
              <a:ext cx="1611630" cy="369570"/>
            </a:xfrm>
            <a:custGeom>
              <a:avLst/>
              <a:gdLst/>
              <a:ahLst/>
              <a:cxnLst/>
              <a:rect l="l" t="t" r="r" b="b"/>
              <a:pathLst>
                <a:path w="1611630" h="369569">
                  <a:moveTo>
                    <a:pt x="470192" y="83439"/>
                  </a:moveTo>
                  <a:lnTo>
                    <a:pt x="0" y="83439"/>
                  </a:lnTo>
                  <a:lnTo>
                    <a:pt x="0" y="112014"/>
                  </a:lnTo>
                  <a:lnTo>
                    <a:pt x="470192" y="112014"/>
                  </a:lnTo>
                  <a:lnTo>
                    <a:pt x="470192" y="83439"/>
                  </a:lnTo>
                  <a:close/>
                </a:path>
                <a:path w="1611630" h="369569">
                  <a:moveTo>
                    <a:pt x="470192" y="40576"/>
                  </a:moveTo>
                  <a:lnTo>
                    <a:pt x="0" y="40576"/>
                  </a:lnTo>
                  <a:lnTo>
                    <a:pt x="0" y="69151"/>
                  </a:lnTo>
                  <a:lnTo>
                    <a:pt x="470192" y="69151"/>
                  </a:lnTo>
                  <a:lnTo>
                    <a:pt x="470192" y="40576"/>
                  </a:lnTo>
                  <a:close/>
                </a:path>
                <a:path w="1611630" h="369569">
                  <a:moveTo>
                    <a:pt x="1203845" y="340487"/>
                  </a:moveTo>
                  <a:lnTo>
                    <a:pt x="583209" y="283337"/>
                  </a:lnTo>
                  <a:lnTo>
                    <a:pt x="583209" y="312039"/>
                  </a:lnTo>
                  <a:lnTo>
                    <a:pt x="1203845" y="369189"/>
                  </a:lnTo>
                  <a:lnTo>
                    <a:pt x="1203845" y="340487"/>
                  </a:lnTo>
                  <a:close/>
                </a:path>
                <a:path w="1611630" h="369569">
                  <a:moveTo>
                    <a:pt x="1203845" y="297446"/>
                  </a:moveTo>
                  <a:lnTo>
                    <a:pt x="583209" y="240296"/>
                  </a:lnTo>
                  <a:lnTo>
                    <a:pt x="583209" y="268986"/>
                  </a:lnTo>
                  <a:lnTo>
                    <a:pt x="1203845" y="326136"/>
                  </a:lnTo>
                  <a:lnTo>
                    <a:pt x="1203845" y="297446"/>
                  </a:lnTo>
                  <a:close/>
                </a:path>
                <a:path w="1611630" h="369569">
                  <a:moveTo>
                    <a:pt x="1611210" y="0"/>
                  </a:moveTo>
                  <a:lnTo>
                    <a:pt x="1602638" y="0"/>
                  </a:lnTo>
                  <a:lnTo>
                    <a:pt x="1602638" y="232029"/>
                  </a:lnTo>
                  <a:lnTo>
                    <a:pt x="1611210" y="232029"/>
                  </a:lnTo>
                  <a:lnTo>
                    <a:pt x="1611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77347" y="809625"/>
              <a:ext cx="113011" cy="10226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439123" y="522550"/>
              <a:ext cx="1729105" cy="464820"/>
            </a:xfrm>
            <a:custGeom>
              <a:avLst/>
              <a:gdLst/>
              <a:ahLst/>
              <a:cxnLst/>
              <a:rect l="l" t="t" r="r" b="b"/>
              <a:pathLst>
                <a:path w="1729104" h="464819">
                  <a:moveTo>
                    <a:pt x="1728520" y="458533"/>
                  </a:moveTo>
                  <a:lnTo>
                    <a:pt x="0" y="458533"/>
                  </a:lnTo>
                  <a:lnTo>
                    <a:pt x="0" y="464248"/>
                  </a:lnTo>
                  <a:lnTo>
                    <a:pt x="1728520" y="464248"/>
                  </a:lnTo>
                  <a:lnTo>
                    <a:pt x="1728520" y="458533"/>
                  </a:lnTo>
                  <a:close/>
                </a:path>
                <a:path w="1729104" h="464819">
                  <a:moveTo>
                    <a:pt x="1728520" y="401383"/>
                  </a:moveTo>
                  <a:lnTo>
                    <a:pt x="0" y="401383"/>
                  </a:lnTo>
                  <a:lnTo>
                    <a:pt x="0" y="407098"/>
                  </a:lnTo>
                  <a:lnTo>
                    <a:pt x="1728520" y="407098"/>
                  </a:lnTo>
                  <a:lnTo>
                    <a:pt x="1728520" y="401383"/>
                  </a:lnTo>
                  <a:close/>
                </a:path>
                <a:path w="1729104" h="464819">
                  <a:moveTo>
                    <a:pt x="1728520" y="229933"/>
                  </a:moveTo>
                  <a:lnTo>
                    <a:pt x="282727" y="229933"/>
                  </a:lnTo>
                  <a:lnTo>
                    <a:pt x="282727" y="98488"/>
                  </a:lnTo>
                  <a:lnTo>
                    <a:pt x="272732" y="98488"/>
                  </a:lnTo>
                  <a:lnTo>
                    <a:pt x="272732" y="344233"/>
                  </a:lnTo>
                  <a:lnTo>
                    <a:pt x="94132" y="344233"/>
                  </a:lnTo>
                  <a:lnTo>
                    <a:pt x="94132" y="292798"/>
                  </a:lnTo>
                  <a:lnTo>
                    <a:pt x="272732" y="292798"/>
                  </a:lnTo>
                  <a:lnTo>
                    <a:pt x="272732" y="287083"/>
                  </a:lnTo>
                  <a:lnTo>
                    <a:pt x="94132" y="287083"/>
                  </a:lnTo>
                  <a:lnTo>
                    <a:pt x="94132" y="235648"/>
                  </a:lnTo>
                  <a:lnTo>
                    <a:pt x="272732" y="235648"/>
                  </a:lnTo>
                  <a:lnTo>
                    <a:pt x="272732" y="229933"/>
                  </a:lnTo>
                  <a:lnTo>
                    <a:pt x="94132" y="229933"/>
                  </a:lnTo>
                  <a:lnTo>
                    <a:pt x="94132" y="176352"/>
                  </a:lnTo>
                  <a:lnTo>
                    <a:pt x="178765" y="176352"/>
                  </a:lnTo>
                  <a:lnTo>
                    <a:pt x="178765" y="169202"/>
                  </a:lnTo>
                  <a:lnTo>
                    <a:pt x="94132" y="169202"/>
                  </a:lnTo>
                  <a:lnTo>
                    <a:pt x="94132" y="119202"/>
                  </a:lnTo>
                  <a:lnTo>
                    <a:pt x="178765" y="119202"/>
                  </a:lnTo>
                  <a:lnTo>
                    <a:pt x="178765" y="112052"/>
                  </a:lnTo>
                  <a:lnTo>
                    <a:pt x="94132" y="112052"/>
                  </a:lnTo>
                  <a:lnTo>
                    <a:pt x="94132" y="62052"/>
                  </a:lnTo>
                  <a:lnTo>
                    <a:pt x="178765" y="62052"/>
                  </a:lnTo>
                  <a:lnTo>
                    <a:pt x="178765" y="54902"/>
                  </a:lnTo>
                  <a:lnTo>
                    <a:pt x="129489" y="54902"/>
                  </a:lnTo>
                  <a:lnTo>
                    <a:pt x="134200" y="52819"/>
                  </a:lnTo>
                  <a:lnTo>
                    <a:pt x="142138" y="47904"/>
                  </a:lnTo>
                  <a:lnTo>
                    <a:pt x="148844" y="42049"/>
                  </a:lnTo>
                  <a:lnTo>
                    <a:pt x="153784" y="35623"/>
                  </a:lnTo>
                  <a:lnTo>
                    <a:pt x="156984" y="28613"/>
                  </a:lnTo>
                  <a:lnTo>
                    <a:pt x="158432" y="21043"/>
                  </a:lnTo>
                  <a:lnTo>
                    <a:pt x="158242" y="13804"/>
                  </a:lnTo>
                  <a:lnTo>
                    <a:pt x="155663" y="8572"/>
                  </a:lnTo>
                  <a:lnTo>
                    <a:pt x="150710" y="5334"/>
                  </a:lnTo>
                  <a:lnTo>
                    <a:pt x="146138" y="1714"/>
                  </a:lnTo>
                  <a:lnTo>
                    <a:pt x="139661" y="0"/>
                  </a:lnTo>
                  <a:lnTo>
                    <a:pt x="131279" y="190"/>
                  </a:lnTo>
                  <a:lnTo>
                    <a:pt x="123355" y="1155"/>
                  </a:lnTo>
                  <a:lnTo>
                    <a:pt x="88785" y="24257"/>
                  </a:lnTo>
                  <a:lnTo>
                    <a:pt x="84137" y="38188"/>
                  </a:lnTo>
                  <a:lnTo>
                    <a:pt x="84226" y="41338"/>
                  </a:lnTo>
                  <a:lnTo>
                    <a:pt x="84137" y="54902"/>
                  </a:lnTo>
                  <a:lnTo>
                    <a:pt x="67614" y="54902"/>
                  </a:lnTo>
                  <a:lnTo>
                    <a:pt x="67614" y="62052"/>
                  </a:lnTo>
                  <a:lnTo>
                    <a:pt x="84137" y="62052"/>
                  </a:lnTo>
                  <a:lnTo>
                    <a:pt x="84137" y="112052"/>
                  </a:lnTo>
                  <a:lnTo>
                    <a:pt x="67614" y="112052"/>
                  </a:lnTo>
                  <a:lnTo>
                    <a:pt x="67614" y="119202"/>
                  </a:lnTo>
                  <a:lnTo>
                    <a:pt x="84137" y="119202"/>
                  </a:lnTo>
                  <a:lnTo>
                    <a:pt x="84137" y="169202"/>
                  </a:lnTo>
                  <a:lnTo>
                    <a:pt x="67614" y="169202"/>
                  </a:lnTo>
                  <a:lnTo>
                    <a:pt x="67614" y="176352"/>
                  </a:lnTo>
                  <a:lnTo>
                    <a:pt x="84137" y="176352"/>
                  </a:lnTo>
                  <a:lnTo>
                    <a:pt x="84137" y="229933"/>
                  </a:lnTo>
                  <a:lnTo>
                    <a:pt x="0" y="229933"/>
                  </a:lnTo>
                  <a:lnTo>
                    <a:pt x="0" y="235648"/>
                  </a:lnTo>
                  <a:lnTo>
                    <a:pt x="84137" y="235648"/>
                  </a:lnTo>
                  <a:lnTo>
                    <a:pt x="84137" y="287083"/>
                  </a:lnTo>
                  <a:lnTo>
                    <a:pt x="0" y="287083"/>
                  </a:lnTo>
                  <a:lnTo>
                    <a:pt x="0" y="292798"/>
                  </a:lnTo>
                  <a:lnTo>
                    <a:pt x="84137" y="292798"/>
                  </a:lnTo>
                  <a:lnTo>
                    <a:pt x="84137" y="344233"/>
                  </a:lnTo>
                  <a:lnTo>
                    <a:pt x="0" y="344233"/>
                  </a:lnTo>
                  <a:lnTo>
                    <a:pt x="0" y="349948"/>
                  </a:lnTo>
                  <a:lnTo>
                    <a:pt x="272732" y="349948"/>
                  </a:lnTo>
                  <a:lnTo>
                    <a:pt x="272732" y="370230"/>
                  </a:lnTo>
                  <a:lnTo>
                    <a:pt x="282727" y="370230"/>
                  </a:lnTo>
                  <a:lnTo>
                    <a:pt x="282727" y="349948"/>
                  </a:lnTo>
                  <a:lnTo>
                    <a:pt x="1728520" y="349948"/>
                  </a:lnTo>
                  <a:lnTo>
                    <a:pt x="1728520" y="344233"/>
                  </a:lnTo>
                  <a:lnTo>
                    <a:pt x="282727" y="344233"/>
                  </a:lnTo>
                  <a:lnTo>
                    <a:pt x="282727" y="292798"/>
                  </a:lnTo>
                  <a:lnTo>
                    <a:pt x="1728520" y="292798"/>
                  </a:lnTo>
                  <a:lnTo>
                    <a:pt x="1728520" y="287083"/>
                  </a:lnTo>
                  <a:lnTo>
                    <a:pt x="282727" y="287083"/>
                  </a:lnTo>
                  <a:lnTo>
                    <a:pt x="282727" y="235648"/>
                  </a:lnTo>
                  <a:lnTo>
                    <a:pt x="1728520" y="235648"/>
                  </a:lnTo>
                  <a:lnTo>
                    <a:pt x="1728520" y="2299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95344" y="579691"/>
              <a:ext cx="316835" cy="34423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050895" y="779725"/>
              <a:ext cx="356235" cy="262255"/>
            </a:xfrm>
            <a:custGeom>
              <a:avLst/>
              <a:gdLst/>
              <a:ahLst/>
              <a:cxnLst/>
              <a:rect l="l" t="t" r="r" b="b"/>
              <a:pathLst>
                <a:path w="356235" h="262255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55"/>
                  </a:lnTo>
                  <a:lnTo>
                    <a:pt x="4635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62166"/>
                  </a:lnTo>
                  <a:lnTo>
                    <a:pt x="9994" y="262166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  <a:path w="356235" h="262255">
                  <a:moveTo>
                    <a:pt x="187299" y="78193"/>
                  </a:moveTo>
                  <a:lnTo>
                    <a:pt x="187109" y="70954"/>
                  </a:lnTo>
                  <a:lnTo>
                    <a:pt x="184543" y="65722"/>
                  </a:lnTo>
                  <a:lnTo>
                    <a:pt x="179590" y="62484"/>
                  </a:lnTo>
                  <a:lnTo>
                    <a:pt x="175018" y="58864"/>
                  </a:lnTo>
                  <a:lnTo>
                    <a:pt x="168541" y="57150"/>
                  </a:lnTo>
                  <a:lnTo>
                    <a:pt x="160159" y="57340"/>
                  </a:lnTo>
                  <a:lnTo>
                    <a:pt x="152222" y="58305"/>
                  </a:lnTo>
                  <a:lnTo>
                    <a:pt x="117652" y="81407"/>
                  </a:lnTo>
                  <a:lnTo>
                    <a:pt x="113004" y="95338"/>
                  </a:lnTo>
                  <a:lnTo>
                    <a:pt x="113093" y="98488"/>
                  </a:lnTo>
                  <a:lnTo>
                    <a:pt x="113004" y="258508"/>
                  </a:lnTo>
                  <a:lnTo>
                    <a:pt x="123012" y="258508"/>
                  </a:lnTo>
                  <a:lnTo>
                    <a:pt x="123012" y="113106"/>
                  </a:lnTo>
                  <a:lnTo>
                    <a:pt x="125006" y="114681"/>
                  </a:lnTo>
                  <a:lnTo>
                    <a:pt x="130911" y="116586"/>
                  </a:lnTo>
                  <a:lnTo>
                    <a:pt x="138150" y="116776"/>
                  </a:lnTo>
                  <a:lnTo>
                    <a:pt x="146634" y="115824"/>
                  </a:lnTo>
                  <a:lnTo>
                    <a:pt x="182651" y="92773"/>
                  </a:lnTo>
                  <a:lnTo>
                    <a:pt x="185851" y="85763"/>
                  </a:lnTo>
                  <a:lnTo>
                    <a:pt x="187299" y="78193"/>
                  </a:lnTo>
                  <a:close/>
                </a:path>
                <a:path w="356235" h="262255">
                  <a:moveTo>
                    <a:pt x="355892" y="49618"/>
                  </a:moveTo>
                  <a:lnTo>
                    <a:pt x="355701" y="42379"/>
                  </a:lnTo>
                  <a:lnTo>
                    <a:pt x="353136" y="37147"/>
                  </a:lnTo>
                  <a:lnTo>
                    <a:pt x="348183" y="33909"/>
                  </a:lnTo>
                  <a:lnTo>
                    <a:pt x="343611" y="30289"/>
                  </a:lnTo>
                  <a:lnTo>
                    <a:pt x="337134" y="28575"/>
                  </a:lnTo>
                  <a:lnTo>
                    <a:pt x="328752" y="28765"/>
                  </a:lnTo>
                  <a:lnTo>
                    <a:pt x="320814" y="29730"/>
                  </a:lnTo>
                  <a:lnTo>
                    <a:pt x="286245" y="52832"/>
                  </a:lnTo>
                  <a:lnTo>
                    <a:pt x="281597" y="66763"/>
                  </a:lnTo>
                  <a:lnTo>
                    <a:pt x="281686" y="69913"/>
                  </a:lnTo>
                  <a:lnTo>
                    <a:pt x="281597" y="253034"/>
                  </a:lnTo>
                  <a:lnTo>
                    <a:pt x="291604" y="253034"/>
                  </a:lnTo>
                  <a:lnTo>
                    <a:pt x="291604" y="84531"/>
                  </a:lnTo>
                  <a:lnTo>
                    <a:pt x="293598" y="86106"/>
                  </a:lnTo>
                  <a:lnTo>
                    <a:pt x="299504" y="88011"/>
                  </a:lnTo>
                  <a:lnTo>
                    <a:pt x="306743" y="88201"/>
                  </a:lnTo>
                  <a:lnTo>
                    <a:pt x="315226" y="87249"/>
                  </a:lnTo>
                  <a:lnTo>
                    <a:pt x="351243" y="64198"/>
                  </a:lnTo>
                  <a:lnTo>
                    <a:pt x="354444" y="57188"/>
                  </a:lnTo>
                  <a:lnTo>
                    <a:pt x="355892" y="496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35370" y="699897"/>
              <a:ext cx="130301" cy="32770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604387" y="694000"/>
              <a:ext cx="74295" cy="230504"/>
            </a:xfrm>
            <a:custGeom>
              <a:avLst/>
              <a:gdLst/>
              <a:ahLst/>
              <a:cxnLst/>
              <a:rect l="l" t="t" r="r" b="b"/>
              <a:pathLst>
                <a:path w="74295" h="230505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55"/>
                  </a:lnTo>
                  <a:lnTo>
                    <a:pt x="4635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29933"/>
                  </a:lnTo>
                  <a:lnTo>
                    <a:pt x="9994" y="229933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00882" y="636841"/>
              <a:ext cx="111140" cy="27975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523261" y="437587"/>
              <a:ext cx="2553970" cy="604520"/>
            </a:xfrm>
            <a:custGeom>
              <a:avLst/>
              <a:gdLst/>
              <a:ahLst/>
              <a:cxnLst/>
              <a:rect l="l" t="t" r="r" b="b"/>
              <a:pathLst>
                <a:path w="2553970" h="604519">
                  <a:moveTo>
                    <a:pt x="414616" y="457492"/>
                  </a:moveTo>
                  <a:lnTo>
                    <a:pt x="0" y="400342"/>
                  </a:lnTo>
                  <a:lnTo>
                    <a:pt x="0" y="429196"/>
                  </a:lnTo>
                  <a:lnTo>
                    <a:pt x="414616" y="486346"/>
                  </a:lnTo>
                  <a:lnTo>
                    <a:pt x="414616" y="457492"/>
                  </a:lnTo>
                  <a:close/>
                </a:path>
                <a:path w="2553970" h="604519">
                  <a:moveTo>
                    <a:pt x="414616" y="414235"/>
                  </a:moveTo>
                  <a:lnTo>
                    <a:pt x="0" y="357085"/>
                  </a:lnTo>
                  <a:lnTo>
                    <a:pt x="0" y="385927"/>
                  </a:lnTo>
                  <a:lnTo>
                    <a:pt x="414616" y="443077"/>
                  </a:lnTo>
                  <a:lnTo>
                    <a:pt x="414616" y="414235"/>
                  </a:lnTo>
                  <a:close/>
                </a:path>
                <a:path w="2553970" h="604519">
                  <a:moveTo>
                    <a:pt x="968108" y="561428"/>
                  </a:moveTo>
                  <a:lnTo>
                    <a:pt x="527634" y="575716"/>
                  </a:lnTo>
                  <a:lnTo>
                    <a:pt x="527634" y="604304"/>
                  </a:lnTo>
                  <a:lnTo>
                    <a:pt x="968108" y="590016"/>
                  </a:lnTo>
                  <a:lnTo>
                    <a:pt x="968108" y="561428"/>
                  </a:lnTo>
                  <a:close/>
                </a:path>
                <a:path w="2553970" h="604519">
                  <a:moveTo>
                    <a:pt x="968108" y="518541"/>
                  </a:moveTo>
                  <a:lnTo>
                    <a:pt x="527634" y="532828"/>
                  </a:lnTo>
                  <a:lnTo>
                    <a:pt x="527634" y="561428"/>
                  </a:lnTo>
                  <a:lnTo>
                    <a:pt x="968108" y="547141"/>
                  </a:lnTo>
                  <a:lnTo>
                    <a:pt x="968108" y="518541"/>
                  </a:lnTo>
                  <a:close/>
                </a:path>
                <a:path w="2553970" h="604519">
                  <a:moveTo>
                    <a:pt x="1616227" y="139865"/>
                  </a:moveTo>
                  <a:lnTo>
                    <a:pt x="1594878" y="139865"/>
                  </a:lnTo>
                  <a:lnTo>
                    <a:pt x="1595894" y="134581"/>
                  </a:lnTo>
                  <a:lnTo>
                    <a:pt x="1595704" y="127342"/>
                  </a:lnTo>
                  <a:lnTo>
                    <a:pt x="1593138" y="122110"/>
                  </a:lnTo>
                  <a:lnTo>
                    <a:pt x="1588185" y="118872"/>
                  </a:lnTo>
                  <a:lnTo>
                    <a:pt x="1583613" y="115252"/>
                  </a:lnTo>
                  <a:lnTo>
                    <a:pt x="1577136" y="113538"/>
                  </a:lnTo>
                  <a:lnTo>
                    <a:pt x="1568754" y="113728"/>
                  </a:lnTo>
                  <a:lnTo>
                    <a:pt x="1560817" y="114693"/>
                  </a:lnTo>
                  <a:lnTo>
                    <a:pt x="1526247" y="137795"/>
                  </a:lnTo>
                  <a:lnTo>
                    <a:pt x="1525257" y="139865"/>
                  </a:lnTo>
                  <a:lnTo>
                    <a:pt x="1522539" y="139865"/>
                  </a:lnTo>
                  <a:lnTo>
                    <a:pt x="1522539" y="147015"/>
                  </a:lnTo>
                  <a:lnTo>
                    <a:pt x="1521599" y="151726"/>
                  </a:lnTo>
                  <a:lnTo>
                    <a:pt x="1521688" y="154876"/>
                  </a:lnTo>
                  <a:lnTo>
                    <a:pt x="1521599" y="197015"/>
                  </a:lnTo>
                  <a:lnTo>
                    <a:pt x="1505597" y="197015"/>
                  </a:lnTo>
                  <a:lnTo>
                    <a:pt x="1505597" y="175729"/>
                  </a:lnTo>
                  <a:lnTo>
                    <a:pt x="1505597" y="160591"/>
                  </a:lnTo>
                  <a:lnTo>
                    <a:pt x="1505597" y="147015"/>
                  </a:lnTo>
                  <a:lnTo>
                    <a:pt x="1522539" y="147015"/>
                  </a:lnTo>
                  <a:lnTo>
                    <a:pt x="1522539" y="139865"/>
                  </a:lnTo>
                  <a:lnTo>
                    <a:pt x="1505597" y="139865"/>
                  </a:lnTo>
                  <a:lnTo>
                    <a:pt x="1505597" y="124866"/>
                  </a:lnTo>
                  <a:lnTo>
                    <a:pt x="1505597" y="109435"/>
                  </a:lnTo>
                  <a:lnTo>
                    <a:pt x="1505597" y="101155"/>
                  </a:lnTo>
                  <a:lnTo>
                    <a:pt x="1498460" y="102958"/>
                  </a:lnTo>
                  <a:lnTo>
                    <a:pt x="1498460" y="124866"/>
                  </a:lnTo>
                  <a:lnTo>
                    <a:pt x="1498460" y="153733"/>
                  </a:lnTo>
                  <a:lnTo>
                    <a:pt x="1472742" y="160591"/>
                  </a:lnTo>
                  <a:lnTo>
                    <a:pt x="1472742" y="131445"/>
                  </a:lnTo>
                  <a:lnTo>
                    <a:pt x="1498460" y="124866"/>
                  </a:lnTo>
                  <a:lnTo>
                    <a:pt x="1498460" y="102958"/>
                  </a:lnTo>
                  <a:lnTo>
                    <a:pt x="1472742" y="109435"/>
                  </a:lnTo>
                  <a:lnTo>
                    <a:pt x="1472742" y="62293"/>
                  </a:lnTo>
                  <a:lnTo>
                    <a:pt x="1465592" y="62293"/>
                  </a:lnTo>
                  <a:lnTo>
                    <a:pt x="1465592" y="184023"/>
                  </a:lnTo>
                  <a:lnTo>
                    <a:pt x="1498460" y="175729"/>
                  </a:lnTo>
                  <a:lnTo>
                    <a:pt x="1498460" y="222885"/>
                  </a:lnTo>
                  <a:lnTo>
                    <a:pt x="1505597" y="222885"/>
                  </a:lnTo>
                  <a:lnTo>
                    <a:pt x="1505597" y="204165"/>
                  </a:lnTo>
                  <a:lnTo>
                    <a:pt x="1521599" y="204165"/>
                  </a:lnTo>
                  <a:lnTo>
                    <a:pt x="1521599" y="254165"/>
                  </a:lnTo>
                  <a:lnTo>
                    <a:pt x="1505089" y="254165"/>
                  </a:lnTo>
                  <a:lnTo>
                    <a:pt x="1505089" y="261315"/>
                  </a:lnTo>
                  <a:lnTo>
                    <a:pt x="1521599" y="261315"/>
                  </a:lnTo>
                  <a:lnTo>
                    <a:pt x="1521599" y="386181"/>
                  </a:lnTo>
                  <a:lnTo>
                    <a:pt x="1521599" y="414820"/>
                  </a:lnTo>
                  <a:lnTo>
                    <a:pt x="1521599" y="429133"/>
                  </a:lnTo>
                  <a:lnTo>
                    <a:pt x="1372730" y="438797"/>
                  </a:lnTo>
                  <a:lnTo>
                    <a:pt x="1372730" y="424484"/>
                  </a:lnTo>
                  <a:lnTo>
                    <a:pt x="1521599" y="414820"/>
                  </a:lnTo>
                  <a:lnTo>
                    <a:pt x="1521599" y="386181"/>
                  </a:lnTo>
                  <a:lnTo>
                    <a:pt x="1372730" y="395846"/>
                  </a:lnTo>
                  <a:lnTo>
                    <a:pt x="1372730" y="261315"/>
                  </a:lnTo>
                  <a:lnTo>
                    <a:pt x="1457350" y="261315"/>
                  </a:lnTo>
                  <a:lnTo>
                    <a:pt x="1457350" y="254165"/>
                  </a:lnTo>
                  <a:lnTo>
                    <a:pt x="1372730" y="254165"/>
                  </a:lnTo>
                  <a:lnTo>
                    <a:pt x="1372730" y="226644"/>
                  </a:lnTo>
                  <a:lnTo>
                    <a:pt x="1374724" y="228219"/>
                  </a:lnTo>
                  <a:lnTo>
                    <a:pt x="1380629" y="230124"/>
                  </a:lnTo>
                  <a:lnTo>
                    <a:pt x="1420736" y="218592"/>
                  </a:lnTo>
                  <a:lnTo>
                    <a:pt x="1433347" y="204165"/>
                  </a:lnTo>
                  <a:lnTo>
                    <a:pt x="1457350" y="204165"/>
                  </a:lnTo>
                  <a:lnTo>
                    <a:pt x="1457350" y="197015"/>
                  </a:lnTo>
                  <a:lnTo>
                    <a:pt x="1436001" y="197015"/>
                  </a:lnTo>
                  <a:lnTo>
                    <a:pt x="1437017" y="191731"/>
                  </a:lnTo>
                  <a:lnTo>
                    <a:pt x="1436827" y="184492"/>
                  </a:lnTo>
                  <a:lnTo>
                    <a:pt x="1434261" y="179260"/>
                  </a:lnTo>
                  <a:lnTo>
                    <a:pt x="1429308" y="176022"/>
                  </a:lnTo>
                  <a:lnTo>
                    <a:pt x="1424736" y="172402"/>
                  </a:lnTo>
                  <a:lnTo>
                    <a:pt x="1418259" y="170688"/>
                  </a:lnTo>
                  <a:lnTo>
                    <a:pt x="1409877" y="170878"/>
                  </a:lnTo>
                  <a:lnTo>
                    <a:pt x="1401940" y="171843"/>
                  </a:lnTo>
                  <a:lnTo>
                    <a:pt x="1367370" y="194945"/>
                  </a:lnTo>
                  <a:lnTo>
                    <a:pt x="1366380" y="197015"/>
                  </a:lnTo>
                  <a:lnTo>
                    <a:pt x="1346212" y="197015"/>
                  </a:lnTo>
                  <a:lnTo>
                    <a:pt x="1346212" y="204165"/>
                  </a:lnTo>
                  <a:lnTo>
                    <a:pt x="1363662" y="204165"/>
                  </a:lnTo>
                  <a:lnTo>
                    <a:pt x="1362722" y="208876"/>
                  </a:lnTo>
                  <a:lnTo>
                    <a:pt x="1362811" y="212026"/>
                  </a:lnTo>
                  <a:lnTo>
                    <a:pt x="1362722" y="254165"/>
                  </a:lnTo>
                  <a:lnTo>
                    <a:pt x="1346212" y="254165"/>
                  </a:lnTo>
                  <a:lnTo>
                    <a:pt x="1346212" y="261315"/>
                  </a:lnTo>
                  <a:lnTo>
                    <a:pt x="1362722" y="261315"/>
                  </a:lnTo>
                  <a:lnTo>
                    <a:pt x="1362722" y="396494"/>
                  </a:lnTo>
                  <a:lnTo>
                    <a:pt x="1081125" y="414756"/>
                  </a:lnTo>
                  <a:lnTo>
                    <a:pt x="1081125" y="443395"/>
                  </a:lnTo>
                  <a:lnTo>
                    <a:pt x="1362722" y="425132"/>
                  </a:lnTo>
                  <a:lnTo>
                    <a:pt x="1362722" y="439445"/>
                  </a:lnTo>
                  <a:lnTo>
                    <a:pt x="1081125" y="457708"/>
                  </a:lnTo>
                  <a:lnTo>
                    <a:pt x="1081125" y="486346"/>
                  </a:lnTo>
                  <a:lnTo>
                    <a:pt x="1362824" y="468071"/>
                  </a:lnTo>
                  <a:lnTo>
                    <a:pt x="1372730" y="468071"/>
                  </a:lnTo>
                  <a:lnTo>
                    <a:pt x="1372730" y="467436"/>
                  </a:lnTo>
                  <a:lnTo>
                    <a:pt x="1521599" y="457771"/>
                  </a:lnTo>
                  <a:lnTo>
                    <a:pt x="1531607" y="457771"/>
                  </a:lnTo>
                  <a:lnTo>
                    <a:pt x="1531607" y="261315"/>
                  </a:lnTo>
                  <a:lnTo>
                    <a:pt x="1616227" y="261315"/>
                  </a:lnTo>
                  <a:lnTo>
                    <a:pt x="1616227" y="254165"/>
                  </a:lnTo>
                  <a:lnTo>
                    <a:pt x="1531607" y="254165"/>
                  </a:lnTo>
                  <a:lnTo>
                    <a:pt x="1531607" y="204165"/>
                  </a:lnTo>
                  <a:lnTo>
                    <a:pt x="1616227" y="204165"/>
                  </a:lnTo>
                  <a:lnTo>
                    <a:pt x="1616227" y="197015"/>
                  </a:lnTo>
                  <a:lnTo>
                    <a:pt x="1531607" y="197015"/>
                  </a:lnTo>
                  <a:lnTo>
                    <a:pt x="1531607" y="169494"/>
                  </a:lnTo>
                  <a:lnTo>
                    <a:pt x="1533601" y="171069"/>
                  </a:lnTo>
                  <a:lnTo>
                    <a:pt x="1539506" y="172974"/>
                  </a:lnTo>
                  <a:lnTo>
                    <a:pt x="1546745" y="173164"/>
                  </a:lnTo>
                  <a:lnTo>
                    <a:pt x="1555229" y="172212"/>
                  </a:lnTo>
                  <a:lnTo>
                    <a:pt x="1591259" y="149161"/>
                  </a:lnTo>
                  <a:lnTo>
                    <a:pt x="1592224" y="147015"/>
                  </a:lnTo>
                  <a:lnTo>
                    <a:pt x="1616227" y="147015"/>
                  </a:lnTo>
                  <a:lnTo>
                    <a:pt x="1616227" y="139865"/>
                  </a:lnTo>
                  <a:close/>
                </a:path>
                <a:path w="2553970" h="604519">
                  <a:moveTo>
                    <a:pt x="1871395" y="28854"/>
                  </a:moveTo>
                  <a:lnTo>
                    <a:pt x="1775955" y="0"/>
                  </a:lnTo>
                  <a:lnTo>
                    <a:pt x="1775955" y="7429"/>
                  </a:lnTo>
                  <a:lnTo>
                    <a:pt x="1846821" y="28575"/>
                  </a:lnTo>
                  <a:lnTo>
                    <a:pt x="1846821" y="28854"/>
                  </a:lnTo>
                  <a:lnTo>
                    <a:pt x="1775955" y="49999"/>
                  </a:lnTo>
                  <a:lnTo>
                    <a:pt x="1775955" y="57721"/>
                  </a:lnTo>
                  <a:lnTo>
                    <a:pt x="1871395" y="28854"/>
                  </a:lnTo>
                  <a:close/>
                </a:path>
                <a:path w="2553970" h="604519">
                  <a:moveTo>
                    <a:pt x="1894827" y="285457"/>
                  </a:moveTo>
                  <a:lnTo>
                    <a:pt x="1894065" y="278980"/>
                  </a:lnTo>
                  <a:lnTo>
                    <a:pt x="1890445" y="275463"/>
                  </a:lnTo>
                  <a:lnTo>
                    <a:pt x="1883968" y="274891"/>
                  </a:lnTo>
                  <a:lnTo>
                    <a:pt x="1877301" y="275463"/>
                  </a:lnTo>
                  <a:lnTo>
                    <a:pt x="1873681" y="278980"/>
                  </a:lnTo>
                  <a:lnTo>
                    <a:pt x="1873110" y="285457"/>
                  </a:lnTo>
                  <a:lnTo>
                    <a:pt x="1873681" y="291934"/>
                  </a:lnTo>
                  <a:lnTo>
                    <a:pt x="1877301" y="295656"/>
                  </a:lnTo>
                  <a:lnTo>
                    <a:pt x="1883968" y="296608"/>
                  </a:lnTo>
                  <a:lnTo>
                    <a:pt x="1890445" y="295656"/>
                  </a:lnTo>
                  <a:lnTo>
                    <a:pt x="1894065" y="291934"/>
                  </a:lnTo>
                  <a:lnTo>
                    <a:pt x="1894827" y="285457"/>
                  </a:lnTo>
                  <a:close/>
                </a:path>
                <a:path w="2553970" h="604519">
                  <a:moveTo>
                    <a:pt x="1894827" y="228307"/>
                  </a:moveTo>
                  <a:lnTo>
                    <a:pt x="1894065" y="221830"/>
                  </a:lnTo>
                  <a:lnTo>
                    <a:pt x="1890445" y="218313"/>
                  </a:lnTo>
                  <a:lnTo>
                    <a:pt x="1883968" y="217741"/>
                  </a:lnTo>
                  <a:lnTo>
                    <a:pt x="1877301" y="218313"/>
                  </a:lnTo>
                  <a:lnTo>
                    <a:pt x="1873681" y="221830"/>
                  </a:lnTo>
                  <a:lnTo>
                    <a:pt x="1873110" y="228307"/>
                  </a:lnTo>
                  <a:lnTo>
                    <a:pt x="1873681" y="234784"/>
                  </a:lnTo>
                  <a:lnTo>
                    <a:pt x="1877301" y="238506"/>
                  </a:lnTo>
                  <a:lnTo>
                    <a:pt x="1883968" y="239458"/>
                  </a:lnTo>
                  <a:lnTo>
                    <a:pt x="1890445" y="238506"/>
                  </a:lnTo>
                  <a:lnTo>
                    <a:pt x="1894065" y="234784"/>
                  </a:lnTo>
                  <a:lnTo>
                    <a:pt x="1894827" y="228307"/>
                  </a:lnTo>
                  <a:close/>
                </a:path>
                <a:path w="2553970" h="604519">
                  <a:moveTo>
                    <a:pt x="1894827" y="171157"/>
                  </a:moveTo>
                  <a:lnTo>
                    <a:pt x="1894065" y="164680"/>
                  </a:lnTo>
                  <a:lnTo>
                    <a:pt x="1890445" y="161163"/>
                  </a:lnTo>
                  <a:lnTo>
                    <a:pt x="1883968" y="160591"/>
                  </a:lnTo>
                  <a:lnTo>
                    <a:pt x="1877301" y="161163"/>
                  </a:lnTo>
                  <a:lnTo>
                    <a:pt x="1873681" y="164680"/>
                  </a:lnTo>
                  <a:lnTo>
                    <a:pt x="1873110" y="171157"/>
                  </a:lnTo>
                  <a:lnTo>
                    <a:pt x="1873681" y="177634"/>
                  </a:lnTo>
                  <a:lnTo>
                    <a:pt x="1877301" y="181356"/>
                  </a:lnTo>
                  <a:lnTo>
                    <a:pt x="1883968" y="182308"/>
                  </a:lnTo>
                  <a:lnTo>
                    <a:pt x="1890445" y="181356"/>
                  </a:lnTo>
                  <a:lnTo>
                    <a:pt x="1894065" y="177634"/>
                  </a:lnTo>
                  <a:lnTo>
                    <a:pt x="1894827" y="171157"/>
                  </a:lnTo>
                  <a:close/>
                </a:path>
                <a:path w="2553970" h="604519">
                  <a:moveTo>
                    <a:pt x="1894827" y="114007"/>
                  </a:moveTo>
                  <a:lnTo>
                    <a:pt x="1894065" y="107530"/>
                  </a:lnTo>
                  <a:lnTo>
                    <a:pt x="1890445" y="104013"/>
                  </a:lnTo>
                  <a:lnTo>
                    <a:pt x="1883968" y="103441"/>
                  </a:lnTo>
                  <a:lnTo>
                    <a:pt x="1877301" y="104013"/>
                  </a:lnTo>
                  <a:lnTo>
                    <a:pt x="1873681" y="107530"/>
                  </a:lnTo>
                  <a:lnTo>
                    <a:pt x="1873110" y="114007"/>
                  </a:lnTo>
                  <a:lnTo>
                    <a:pt x="1873681" y="120484"/>
                  </a:lnTo>
                  <a:lnTo>
                    <a:pt x="1877301" y="124206"/>
                  </a:lnTo>
                  <a:lnTo>
                    <a:pt x="1883968" y="125158"/>
                  </a:lnTo>
                  <a:lnTo>
                    <a:pt x="1890445" y="124206"/>
                  </a:lnTo>
                  <a:lnTo>
                    <a:pt x="1894065" y="120484"/>
                  </a:lnTo>
                  <a:lnTo>
                    <a:pt x="1894827" y="114007"/>
                  </a:lnTo>
                  <a:close/>
                </a:path>
                <a:path w="2553970" h="604519">
                  <a:moveTo>
                    <a:pt x="2553614" y="314896"/>
                  </a:moveTo>
                  <a:lnTo>
                    <a:pt x="2211133" y="314896"/>
                  </a:lnTo>
                  <a:lnTo>
                    <a:pt x="2211133" y="320611"/>
                  </a:lnTo>
                  <a:lnTo>
                    <a:pt x="2211133" y="372046"/>
                  </a:lnTo>
                  <a:lnTo>
                    <a:pt x="2211133" y="543496"/>
                  </a:lnTo>
                  <a:lnTo>
                    <a:pt x="2203132" y="543496"/>
                  </a:lnTo>
                  <a:lnTo>
                    <a:pt x="2203132" y="492061"/>
                  </a:lnTo>
                  <a:lnTo>
                    <a:pt x="2211133" y="492061"/>
                  </a:lnTo>
                  <a:lnTo>
                    <a:pt x="2211133" y="486346"/>
                  </a:lnTo>
                  <a:lnTo>
                    <a:pt x="2203132" y="486346"/>
                  </a:lnTo>
                  <a:lnTo>
                    <a:pt x="2203132" y="434911"/>
                  </a:lnTo>
                  <a:lnTo>
                    <a:pt x="2211133" y="434911"/>
                  </a:lnTo>
                  <a:lnTo>
                    <a:pt x="2211133" y="429196"/>
                  </a:lnTo>
                  <a:lnTo>
                    <a:pt x="2203132" y="429196"/>
                  </a:lnTo>
                  <a:lnTo>
                    <a:pt x="2203132" y="377761"/>
                  </a:lnTo>
                  <a:lnTo>
                    <a:pt x="2211133" y="377761"/>
                  </a:lnTo>
                  <a:lnTo>
                    <a:pt x="2211133" y="372046"/>
                  </a:lnTo>
                  <a:lnTo>
                    <a:pt x="2203132" y="372046"/>
                  </a:lnTo>
                  <a:lnTo>
                    <a:pt x="2203132" y="320611"/>
                  </a:lnTo>
                  <a:lnTo>
                    <a:pt x="2211133" y="320611"/>
                  </a:lnTo>
                  <a:lnTo>
                    <a:pt x="2211133" y="314896"/>
                  </a:lnTo>
                  <a:lnTo>
                    <a:pt x="2193125" y="314896"/>
                  </a:lnTo>
                  <a:lnTo>
                    <a:pt x="2193125" y="320611"/>
                  </a:lnTo>
                  <a:lnTo>
                    <a:pt x="2193125" y="372046"/>
                  </a:lnTo>
                  <a:lnTo>
                    <a:pt x="2193125" y="543496"/>
                  </a:lnTo>
                  <a:lnTo>
                    <a:pt x="1657083" y="543496"/>
                  </a:lnTo>
                  <a:lnTo>
                    <a:pt x="1657083" y="492061"/>
                  </a:lnTo>
                  <a:lnTo>
                    <a:pt x="1784527" y="492061"/>
                  </a:lnTo>
                  <a:lnTo>
                    <a:pt x="1784527" y="514921"/>
                  </a:lnTo>
                  <a:lnTo>
                    <a:pt x="1794522" y="514921"/>
                  </a:lnTo>
                  <a:lnTo>
                    <a:pt x="1794522" y="492061"/>
                  </a:lnTo>
                  <a:lnTo>
                    <a:pt x="2193125" y="492061"/>
                  </a:lnTo>
                  <a:lnTo>
                    <a:pt x="2193125" y="486346"/>
                  </a:lnTo>
                  <a:lnTo>
                    <a:pt x="1794522" y="486346"/>
                  </a:lnTo>
                  <a:lnTo>
                    <a:pt x="1794522" y="434911"/>
                  </a:lnTo>
                  <a:lnTo>
                    <a:pt x="2193125" y="434911"/>
                  </a:lnTo>
                  <a:lnTo>
                    <a:pt x="2193125" y="429196"/>
                  </a:lnTo>
                  <a:lnTo>
                    <a:pt x="1794522" y="429196"/>
                  </a:lnTo>
                  <a:lnTo>
                    <a:pt x="1794522" y="377761"/>
                  </a:lnTo>
                  <a:lnTo>
                    <a:pt x="2193125" y="377761"/>
                  </a:lnTo>
                  <a:lnTo>
                    <a:pt x="2193125" y="372046"/>
                  </a:lnTo>
                  <a:lnTo>
                    <a:pt x="1794522" y="372046"/>
                  </a:lnTo>
                  <a:lnTo>
                    <a:pt x="1794522" y="342519"/>
                  </a:lnTo>
                  <a:lnTo>
                    <a:pt x="1798815" y="344893"/>
                  </a:lnTo>
                  <a:lnTo>
                    <a:pt x="1804530" y="346036"/>
                  </a:lnTo>
                  <a:lnTo>
                    <a:pt x="1839595" y="335940"/>
                  </a:lnTo>
                  <a:lnTo>
                    <a:pt x="1842249" y="334327"/>
                  </a:lnTo>
                  <a:lnTo>
                    <a:pt x="1848967" y="328752"/>
                  </a:lnTo>
                  <a:lnTo>
                    <a:pt x="1853958" y="322605"/>
                  </a:lnTo>
                  <a:lnTo>
                    <a:pt x="1854923" y="320611"/>
                  </a:lnTo>
                  <a:lnTo>
                    <a:pt x="2193125" y="320611"/>
                  </a:lnTo>
                  <a:lnTo>
                    <a:pt x="2193125" y="314896"/>
                  </a:lnTo>
                  <a:lnTo>
                    <a:pt x="1857451" y="314896"/>
                  </a:lnTo>
                  <a:lnTo>
                    <a:pt x="1858822" y="308610"/>
                  </a:lnTo>
                  <a:lnTo>
                    <a:pt x="1859584" y="299847"/>
                  </a:lnTo>
                  <a:lnTo>
                    <a:pt x="1856714" y="292887"/>
                  </a:lnTo>
                  <a:lnTo>
                    <a:pt x="1856625" y="292696"/>
                  </a:lnTo>
                  <a:lnTo>
                    <a:pt x="1851101" y="288124"/>
                  </a:lnTo>
                  <a:lnTo>
                    <a:pt x="1851101" y="297459"/>
                  </a:lnTo>
                  <a:lnTo>
                    <a:pt x="1851101" y="301078"/>
                  </a:lnTo>
                  <a:lnTo>
                    <a:pt x="1849107" y="305269"/>
                  </a:lnTo>
                  <a:lnTo>
                    <a:pt x="1845106" y="310032"/>
                  </a:lnTo>
                  <a:lnTo>
                    <a:pt x="1839493" y="314896"/>
                  </a:lnTo>
                  <a:lnTo>
                    <a:pt x="1832902" y="314896"/>
                  </a:lnTo>
                  <a:lnTo>
                    <a:pt x="1832902" y="320611"/>
                  </a:lnTo>
                  <a:lnTo>
                    <a:pt x="1802244" y="335940"/>
                  </a:lnTo>
                  <a:lnTo>
                    <a:pt x="1798243" y="335749"/>
                  </a:lnTo>
                  <a:lnTo>
                    <a:pt x="1794522" y="335407"/>
                  </a:lnTo>
                  <a:lnTo>
                    <a:pt x="1794522" y="324218"/>
                  </a:lnTo>
                  <a:lnTo>
                    <a:pt x="1796630" y="320611"/>
                  </a:lnTo>
                  <a:lnTo>
                    <a:pt x="1832902" y="320611"/>
                  </a:lnTo>
                  <a:lnTo>
                    <a:pt x="1832902" y="314896"/>
                  </a:lnTo>
                  <a:lnTo>
                    <a:pt x="1801825" y="314896"/>
                  </a:lnTo>
                  <a:lnTo>
                    <a:pt x="1812721" y="306031"/>
                  </a:lnTo>
                  <a:lnTo>
                    <a:pt x="1818525" y="302323"/>
                  </a:lnTo>
                  <a:lnTo>
                    <a:pt x="1825955" y="298323"/>
                  </a:lnTo>
                  <a:lnTo>
                    <a:pt x="1833575" y="294513"/>
                  </a:lnTo>
                  <a:lnTo>
                    <a:pt x="1840242" y="292887"/>
                  </a:lnTo>
                  <a:lnTo>
                    <a:pt x="1845957" y="293458"/>
                  </a:lnTo>
                  <a:lnTo>
                    <a:pt x="1848815" y="293839"/>
                  </a:lnTo>
                  <a:lnTo>
                    <a:pt x="1850529" y="295173"/>
                  </a:lnTo>
                  <a:lnTo>
                    <a:pt x="1851101" y="297459"/>
                  </a:lnTo>
                  <a:lnTo>
                    <a:pt x="1851101" y="288124"/>
                  </a:lnTo>
                  <a:lnTo>
                    <a:pt x="1849958" y="287172"/>
                  </a:lnTo>
                  <a:lnTo>
                    <a:pt x="1844814" y="284314"/>
                  </a:lnTo>
                  <a:lnTo>
                    <a:pt x="1839010" y="283171"/>
                  </a:lnTo>
                  <a:lnTo>
                    <a:pt x="1832533" y="283743"/>
                  </a:lnTo>
                  <a:lnTo>
                    <a:pt x="1829460" y="284099"/>
                  </a:lnTo>
                  <a:lnTo>
                    <a:pt x="1834603" y="281838"/>
                  </a:lnTo>
                  <a:lnTo>
                    <a:pt x="1839595" y="278790"/>
                  </a:lnTo>
                  <a:lnTo>
                    <a:pt x="1842249" y="277177"/>
                  </a:lnTo>
                  <a:lnTo>
                    <a:pt x="1848967" y="271602"/>
                  </a:lnTo>
                  <a:lnTo>
                    <a:pt x="1853958" y="265455"/>
                  </a:lnTo>
                  <a:lnTo>
                    <a:pt x="1855978" y="261315"/>
                  </a:lnTo>
                  <a:lnTo>
                    <a:pt x="1879155" y="261315"/>
                  </a:lnTo>
                  <a:lnTo>
                    <a:pt x="1879155" y="254165"/>
                  </a:lnTo>
                  <a:lnTo>
                    <a:pt x="1858225" y="254165"/>
                  </a:lnTo>
                  <a:lnTo>
                    <a:pt x="1858822" y="251460"/>
                  </a:lnTo>
                  <a:lnTo>
                    <a:pt x="1859584" y="242697"/>
                  </a:lnTo>
                  <a:lnTo>
                    <a:pt x="1856714" y="235737"/>
                  </a:lnTo>
                  <a:lnTo>
                    <a:pt x="1856625" y="235546"/>
                  </a:lnTo>
                  <a:lnTo>
                    <a:pt x="1851101" y="230974"/>
                  </a:lnTo>
                  <a:lnTo>
                    <a:pt x="1851101" y="240309"/>
                  </a:lnTo>
                  <a:lnTo>
                    <a:pt x="1851101" y="243928"/>
                  </a:lnTo>
                  <a:lnTo>
                    <a:pt x="1849107" y="248119"/>
                  </a:lnTo>
                  <a:lnTo>
                    <a:pt x="1845106" y="252882"/>
                  </a:lnTo>
                  <a:lnTo>
                    <a:pt x="1843620" y="254165"/>
                  </a:lnTo>
                  <a:lnTo>
                    <a:pt x="1835378" y="254165"/>
                  </a:lnTo>
                  <a:lnTo>
                    <a:pt x="1835378" y="261315"/>
                  </a:lnTo>
                  <a:lnTo>
                    <a:pt x="1829955" y="266026"/>
                  </a:lnTo>
                  <a:lnTo>
                    <a:pt x="1824240" y="270027"/>
                  </a:lnTo>
                  <a:lnTo>
                    <a:pt x="1818525" y="273177"/>
                  </a:lnTo>
                  <a:lnTo>
                    <a:pt x="1813725" y="275107"/>
                  </a:lnTo>
                  <a:lnTo>
                    <a:pt x="1813725" y="287997"/>
                  </a:lnTo>
                  <a:lnTo>
                    <a:pt x="1808632" y="290233"/>
                  </a:lnTo>
                  <a:lnTo>
                    <a:pt x="1801101" y="294894"/>
                  </a:lnTo>
                  <a:lnTo>
                    <a:pt x="1794522" y="300355"/>
                  </a:lnTo>
                  <a:lnTo>
                    <a:pt x="1794522" y="285369"/>
                  </a:lnTo>
                  <a:lnTo>
                    <a:pt x="1798815" y="287743"/>
                  </a:lnTo>
                  <a:lnTo>
                    <a:pt x="1804530" y="288886"/>
                  </a:lnTo>
                  <a:lnTo>
                    <a:pt x="1810816" y="288315"/>
                  </a:lnTo>
                  <a:lnTo>
                    <a:pt x="1813725" y="287997"/>
                  </a:lnTo>
                  <a:lnTo>
                    <a:pt x="1813725" y="275107"/>
                  </a:lnTo>
                  <a:lnTo>
                    <a:pt x="1807095" y="277749"/>
                  </a:lnTo>
                  <a:lnTo>
                    <a:pt x="1802244" y="278790"/>
                  </a:lnTo>
                  <a:lnTo>
                    <a:pt x="1798243" y="278599"/>
                  </a:lnTo>
                  <a:lnTo>
                    <a:pt x="1794522" y="278257"/>
                  </a:lnTo>
                  <a:lnTo>
                    <a:pt x="1794522" y="267068"/>
                  </a:lnTo>
                  <a:lnTo>
                    <a:pt x="1796808" y="263169"/>
                  </a:lnTo>
                  <a:lnTo>
                    <a:pt x="1798510" y="261315"/>
                  </a:lnTo>
                  <a:lnTo>
                    <a:pt x="1835378" y="261315"/>
                  </a:lnTo>
                  <a:lnTo>
                    <a:pt x="1835378" y="254165"/>
                  </a:lnTo>
                  <a:lnTo>
                    <a:pt x="1806219" y="254165"/>
                  </a:lnTo>
                  <a:lnTo>
                    <a:pt x="1812721" y="248881"/>
                  </a:lnTo>
                  <a:lnTo>
                    <a:pt x="1818525" y="245173"/>
                  </a:lnTo>
                  <a:lnTo>
                    <a:pt x="1825955" y="241173"/>
                  </a:lnTo>
                  <a:lnTo>
                    <a:pt x="1833575" y="237363"/>
                  </a:lnTo>
                  <a:lnTo>
                    <a:pt x="1840242" y="235737"/>
                  </a:lnTo>
                  <a:lnTo>
                    <a:pt x="1845957" y="236308"/>
                  </a:lnTo>
                  <a:lnTo>
                    <a:pt x="1848815" y="236689"/>
                  </a:lnTo>
                  <a:lnTo>
                    <a:pt x="1850529" y="238023"/>
                  </a:lnTo>
                  <a:lnTo>
                    <a:pt x="1851101" y="240309"/>
                  </a:lnTo>
                  <a:lnTo>
                    <a:pt x="1851101" y="230974"/>
                  </a:lnTo>
                  <a:lnTo>
                    <a:pt x="1849958" y="230022"/>
                  </a:lnTo>
                  <a:lnTo>
                    <a:pt x="1844814" y="227164"/>
                  </a:lnTo>
                  <a:lnTo>
                    <a:pt x="1839010" y="226021"/>
                  </a:lnTo>
                  <a:lnTo>
                    <a:pt x="1832533" y="226593"/>
                  </a:lnTo>
                  <a:lnTo>
                    <a:pt x="1829460" y="226949"/>
                  </a:lnTo>
                  <a:lnTo>
                    <a:pt x="1834603" y="224688"/>
                  </a:lnTo>
                  <a:lnTo>
                    <a:pt x="1839595" y="221640"/>
                  </a:lnTo>
                  <a:lnTo>
                    <a:pt x="1842249" y="220027"/>
                  </a:lnTo>
                  <a:lnTo>
                    <a:pt x="1848967" y="214452"/>
                  </a:lnTo>
                  <a:lnTo>
                    <a:pt x="1853958" y="208305"/>
                  </a:lnTo>
                  <a:lnTo>
                    <a:pt x="1855978" y="204165"/>
                  </a:lnTo>
                  <a:lnTo>
                    <a:pt x="1879155" y="204165"/>
                  </a:lnTo>
                  <a:lnTo>
                    <a:pt x="1879155" y="197015"/>
                  </a:lnTo>
                  <a:lnTo>
                    <a:pt x="1858225" y="197015"/>
                  </a:lnTo>
                  <a:lnTo>
                    <a:pt x="1858822" y="194310"/>
                  </a:lnTo>
                  <a:lnTo>
                    <a:pt x="1859584" y="185547"/>
                  </a:lnTo>
                  <a:lnTo>
                    <a:pt x="1856714" y="178587"/>
                  </a:lnTo>
                  <a:lnTo>
                    <a:pt x="1856625" y="178396"/>
                  </a:lnTo>
                  <a:lnTo>
                    <a:pt x="1851101" y="173824"/>
                  </a:lnTo>
                  <a:lnTo>
                    <a:pt x="1851101" y="183159"/>
                  </a:lnTo>
                  <a:lnTo>
                    <a:pt x="1851101" y="186778"/>
                  </a:lnTo>
                  <a:lnTo>
                    <a:pt x="1849107" y="190969"/>
                  </a:lnTo>
                  <a:lnTo>
                    <a:pt x="1845106" y="195732"/>
                  </a:lnTo>
                  <a:lnTo>
                    <a:pt x="1843620" y="197015"/>
                  </a:lnTo>
                  <a:lnTo>
                    <a:pt x="1835378" y="197015"/>
                  </a:lnTo>
                  <a:lnTo>
                    <a:pt x="1835378" y="204165"/>
                  </a:lnTo>
                  <a:lnTo>
                    <a:pt x="1829955" y="208876"/>
                  </a:lnTo>
                  <a:lnTo>
                    <a:pt x="1824240" y="212877"/>
                  </a:lnTo>
                  <a:lnTo>
                    <a:pt x="1818525" y="216027"/>
                  </a:lnTo>
                  <a:lnTo>
                    <a:pt x="1813725" y="217957"/>
                  </a:lnTo>
                  <a:lnTo>
                    <a:pt x="1813725" y="230847"/>
                  </a:lnTo>
                  <a:lnTo>
                    <a:pt x="1808632" y="233083"/>
                  </a:lnTo>
                  <a:lnTo>
                    <a:pt x="1801101" y="237744"/>
                  </a:lnTo>
                  <a:lnTo>
                    <a:pt x="1794522" y="243205"/>
                  </a:lnTo>
                  <a:lnTo>
                    <a:pt x="1794522" y="228219"/>
                  </a:lnTo>
                  <a:lnTo>
                    <a:pt x="1798815" y="230593"/>
                  </a:lnTo>
                  <a:lnTo>
                    <a:pt x="1804530" y="231736"/>
                  </a:lnTo>
                  <a:lnTo>
                    <a:pt x="1810816" y="231165"/>
                  </a:lnTo>
                  <a:lnTo>
                    <a:pt x="1813725" y="230847"/>
                  </a:lnTo>
                  <a:lnTo>
                    <a:pt x="1813725" y="217957"/>
                  </a:lnTo>
                  <a:lnTo>
                    <a:pt x="1807095" y="220599"/>
                  </a:lnTo>
                  <a:lnTo>
                    <a:pt x="1802244" y="221640"/>
                  </a:lnTo>
                  <a:lnTo>
                    <a:pt x="1798243" y="221449"/>
                  </a:lnTo>
                  <a:lnTo>
                    <a:pt x="1794522" y="221107"/>
                  </a:lnTo>
                  <a:lnTo>
                    <a:pt x="1794522" y="209918"/>
                  </a:lnTo>
                  <a:lnTo>
                    <a:pt x="1796808" y="206019"/>
                  </a:lnTo>
                  <a:lnTo>
                    <a:pt x="1798510" y="204165"/>
                  </a:lnTo>
                  <a:lnTo>
                    <a:pt x="1835378" y="204165"/>
                  </a:lnTo>
                  <a:lnTo>
                    <a:pt x="1835378" y="197015"/>
                  </a:lnTo>
                  <a:lnTo>
                    <a:pt x="1806219" y="197015"/>
                  </a:lnTo>
                  <a:lnTo>
                    <a:pt x="1812721" y="191731"/>
                  </a:lnTo>
                  <a:lnTo>
                    <a:pt x="1818525" y="188023"/>
                  </a:lnTo>
                  <a:lnTo>
                    <a:pt x="1825955" y="184023"/>
                  </a:lnTo>
                  <a:lnTo>
                    <a:pt x="1833575" y="180213"/>
                  </a:lnTo>
                  <a:lnTo>
                    <a:pt x="1840242" y="178587"/>
                  </a:lnTo>
                  <a:lnTo>
                    <a:pt x="1845957" y="179158"/>
                  </a:lnTo>
                  <a:lnTo>
                    <a:pt x="1848815" y="179539"/>
                  </a:lnTo>
                  <a:lnTo>
                    <a:pt x="1850529" y="180873"/>
                  </a:lnTo>
                  <a:lnTo>
                    <a:pt x="1851101" y="183159"/>
                  </a:lnTo>
                  <a:lnTo>
                    <a:pt x="1851101" y="173824"/>
                  </a:lnTo>
                  <a:lnTo>
                    <a:pt x="1849958" y="172872"/>
                  </a:lnTo>
                  <a:lnTo>
                    <a:pt x="1844814" y="170014"/>
                  </a:lnTo>
                  <a:lnTo>
                    <a:pt x="1839010" y="168871"/>
                  </a:lnTo>
                  <a:lnTo>
                    <a:pt x="1832533" y="169443"/>
                  </a:lnTo>
                  <a:lnTo>
                    <a:pt x="1794522" y="186055"/>
                  </a:lnTo>
                  <a:lnTo>
                    <a:pt x="1794522" y="147015"/>
                  </a:lnTo>
                  <a:lnTo>
                    <a:pt x="1879155" y="147015"/>
                  </a:lnTo>
                  <a:lnTo>
                    <a:pt x="1879155" y="139865"/>
                  </a:lnTo>
                  <a:lnTo>
                    <a:pt x="1832533" y="139865"/>
                  </a:lnTo>
                  <a:lnTo>
                    <a:pt x="1834603" y="138963"/>
                  </a:lnTo>
                  <a:lnTo>
                    <a:pt x="1839595" y="135915"/>
                  </a:lnTo>
                  <a:lnTo>
                    <a:pt x="1842249" y="134302"/>
                  </a:lnTo>
                  <a:lnTo>
                    <a:pt x="1848967" y="128727"/>
                  </a:lnTo>
                  <a:lnTo>
                    <a:pt x="1853958" y="122580"/>
                  </a:lnTo>
                  <a:lnTo>
                    <a:pt x="1857248" y="115862"/>
                  </a:lnTo>
                  <a:lnTo>
                    <a:pt x="1858822" y="108585"/>
                  </a:lnTo>
                  <a:lnTo>
                    <a:pt x="1859584" y="99822"/>
                  </a:lnTo>
                  <a:lnTo>
                    <a:pt x="1856714" y="92862"/>
                  </a:lnTo>
                  <a:lnTo>
                    <a:pt x="1856625" y="92671"/>
                  </a:lnTo>
                  <a:lnTo>
                    <a:pt x="1851101" y="88099"/>
                  </a:lnTo>
                  <a:lnTo>
                    <a:pt x="1851101" y="97434"/>
                  </a:lnTo>
                  <a:lnTo>
                    <a:pt x="1851101" y="101053"/>
                  </a:lnTo>
                  <a:lnTo>
                    <a:pt x="1818525" y="130302"/>
                  </a:lnTo>
                  <a:lnTo>
                    <a:pt x="1802244" y="135915"/>
                  </a:lnTo>
                  <a:lnTo>
                    <a:pt x="1798243" y="135724"/>
                  </a:lnTo>
                  <a:lnTo>
                    <a:pt x="1794522" y="135382"/>
                  </a:lnTo>
                  <a:lnTo>
                    <a:pt x="1794522" y="126301"/>
                  </a:lnTo>
                  <a:lnTo>
                    <a:pt x="1793557" y="126301"/>
                  </a:lnTo>
                  <a:lnTo>
                    <a:pt x="1825955" y="98298"/>
                  </a:lnTo>
                  <a:lnTo>
                    <a:pt x="1840242" y="92862"/>
                  </a:lnTo>
                  <a:lnTo>
                    <a:pt x="1845957" y="93433"/>
                  </a:lnTo>
                  <a:lnTo>
                    <a:pt x="1848815" y="93814"/>
                  </a:lnTo>
                  <a:lnTo>
                    <a:pt x="1850529" y="95148"/>
                  </a:lnTo>
                  <a:lnTo>
                    <a:pt x="1851101" y="97434"/>
                  </a:lnTo>
                  <a:lnTo>
                    <a:pt x="1851101" y="88099"/>
                  </a:lnTo>
                  <a:lnTo>
                    <a:pt x="1849958" y="87147"/>
                  </a:lnTo>
                  <a:lnTo>
                    <a:pt x="1844814" y="84289"/>
                  </a:lnTo>
                  <a:lnTo>
                    <a:pt x="1839010" y="83146"/>
                  </a:lnTo>
                  <a:lnTo>
                    <a:pt x="1832533" y="83718"/>
                  </a:lnTo>
                  <a:lnTo>
                    <a:pt x="1794510" y="100330"/>
                  </a:lnTo>
                  <a:lnTo>
                    <a:pt x="1783854" y="129349"/>
                  </a:lnTo>
                  <a:lnTo>
                    <a:pt x="1784527" y="130975"/>
                  </a:lnTo>
                  <a:lnTo>
                    <a:pt x="1784527" y="139865"/>
                  </a:lnTo>
                  <a:lnTo>
                    <a:pt x="1768005" y="139865"/>
                  </a:lnTo>
                  <a:lnTo>
                    <a:pt x="1768005" y="147015"/>
                  </a:lnTo>
                  <a:lnTo>
                    <a:pt x="1784527" y="147015"/>
                  </a:lnTo>
                  <a:lnTo>
                    <a:pt x="1784527" y="197015"/>
                  </a:lnTo>
                  <a:lnTo>
                    <a:pt x="1768005" y="197015"/>
                  </a:lnTo>
                  <a:lnTo>
                    <a:pt x="1768005" y="204165"/>
                  </a:lnTo>
                  <a:lnTo>
                    <a:pt x="1784527" y="204165"/>
                  </a:lnTo>
                  <a:lnTo>
                    <a:pt x="1784527" y="208889"/>
                  </a:lnTo>
                  <a:lnTo>
                    <a:pt x="1783854" y="215074"/>
                  </a:lnTo>
                  <a:lnTo>
                    <a:pt x="1784527" y="216700"/>
                  </a:lnTo>
                  <a:lnTo>
                    <a:pt x="1784527" y="254165"/>
                  </a:lnTo>
                  <a:lnTo>
                    <a:pt x="1784527" y="261315"/>
                  </a:lnTo>
                  <a:lnTo>
                    <a:pt x="1784527" y="266039"/>
                  </a:lnTo>
                  <a:lnTo>
                    <a:pt x="1783854" y="272224"/>
                  </a:lnTo>
                  <a:lnTo>
                    <a:pt x="1784527" y="273850"/>
                  </a:lnTo>
                  <a:lnTo>
                    <a:pt x="1784527" y="314896"/>
                  </a:lnTo>
                  <a:lnTo>
                    <a:pt x="1784527" y="320611"/>
                  </a:lnTo>
                  <a:lnTo>
                    <a:pt x="1784527" y="323189"/>
                  </a:lnTo>
                  <a:lnTo>
                    <a:pt x="1783854" y="329374"/>
                  </a:lnTo>
                  <a:lnTo>
                    <a:pt x="1784527" y="331000"/>
                  </a:lnTo>
                  <a:lnTo>
                    <a:pt x="1784527" y="486346"/>
                  </a:lnTo>
                  <a:lnTo>
                    <a:pt x="1657083" y="486346"/>
                  </a:lnTo>
                  <a:lnTo>
                    <a:pt x="1657083" y="434911"/>
                  </a:lnTo>
                  <a:lnTo>
                    <a:pt x="1784527" y="434911"/>
                  </a:lnTo>
                  <a:lnTo>
                    <a:pt x="1784527" y="429196"/>
                  </a:lnTo>
                  <a:lnTo>
                    <a:pt x="1657083" y="429196"/>
                  </a:lnTo>
                  <a:lnTo>
                    <a:pt x="1657083" y="377761"/>
                  </a:lnTo>
                  <a:lnTo>
                    <a:pt x="1784527" y="377761"/>
                  </a:lnTo>
                  <a:lnTo>
                    <a:pt x="1784527" y="372046"/>
                  </a:lnTo>
                  <a:lnTo>
                    <a:pt x="1657083" y="372046"/>
                  </a:lnTo>
                  <a:lnTo>
                    <a:pt x="1657083" y="320611"/>
                  </a:lnTo>
                  <a:lnTo>
                    <a:pt x="1761375" y="320611"/>
                  </a:lnTo>
                  <a:lnTo>
                    <a:pt x="1761375" y="337185"/>
                  </a:lnTo>
                  <a:lnTo>
                    <a:pt x="1768525" y="337185"/>
                  </a:lnTo>
                  <a:lnTo>
                    <a:pt x="1768525" y="320611"/>
                  </a:lnTo>
                  <a:lnTo>
                    <a:pt x="1784527" y="320611"/>
                  </a:lnTo>
                  <a:lnTo>
                    <a:pt x="1784527" y="314896"/>
                  </a:lnTo>
                  <a:lnTo>
                    <a:pt x="1768525" y="314896"/>
                  </a:lnTo>
                  <a:lnTo>
                    <a:pt x="1768525" y="290029"/>
                  </a:lnTo>
                  <a:lnTo>
                    <a:pt x="1768525" y="274891"/>
                  </a:lnTo>
                  <a:lnTo>
                    <a:pt x="1768525" y="261315"/>
                  </a:lnTo>
                  <a:lnTo>
                    <a:pt x="1784527" y="261315"/>
                  </a:lnTo>
                  <a:lnTo>
                    <a:pt x="1784527" y="254165"/>
                  </a:lnTo>
                  <a:lnTo>
                    <a:pt x="1768525" y="254165"/>
                  </a:lnTo>
                  <a:lnTo>
                    <a:pt x="1768525" y="239166"/>
                  </a:lnTo>
                  <a:lnTo>
                    <a:pt x="1768525" y="223735"/>
                  </a:lnTo>
                  <a:lnTo>
                    <a:pt x="1768525" y="215455"/>
                  </a:lnTo>
                  <a:lnTo>
                    <a:pt x="1761375" y="217258"/>
                  </a:lnTo>
                  <a:lnTo>
                    <a:pt x="1761375" y="239166"/>
                  </a:lnTo>
                  <a:lnTo>
                    <a:pt x="1761375" y="268033"/>
                  </a:lnTo>
                  <a:lnTo>
                    <a:pt x="1735658" y="274891"/>
                  </a:lnTo>
                  <a:lnTo>
                    <a:pt x="1735658" y="245745"/>
                  </a:lnTo>
                  <a:lnTo>
                    <a:pt x="1761375" y="239166"/>
                  </a:lnTo>
                  <a:lnTo>
                    <a:pt x="1761375" y="217258"/>
                  </a:lnTo>
                  <a:lnTo>
                    <a:pt x="1735658" y="223735"/>
                  </a:lnTo>
                  <a:lnTo>
                    <a:pt x="1735658" y="176593"/>
                  </a:lnTo>
                  <a:lnTo>
                    <a:pt x="1728520" y="176593"/>
                  </a:lnTo>
                  <a:lnTo>
                    <a:pt x="1728520" y="298323"/>
                  </a:lnTo>
                  <a:lnTo>
                    <a:pt x="1761375" y="290029"/>
                  </a:lnTo>
                  <a:lnTo>
                    <a:pt x="1761375" y="314896"/>
                  </a:lnTo>
                  <a:lnTo>
                    <a:pt x="1644383" y="314896"/>
                  </a:lnTo>
                  <a:lnTo>
                    <a:pt x="1644383" y="320611"/>
                  </a:lnTo>
                  <a:lnTo>
                    <a:pt x="1648510" y="320611"/>
                  </a:lnTo>
                  <a:lnTo>
                    <a:pt x="1648510" y="372046"/>
                  </a:lnTo>
                  <a:lnTo>
                    <a:pt x="1644383" y="372046"/>
                  </a:lnTo>
                  <a:lnTo>
                    <a:pt x="1644383" y="377761"/>
                  </a:lnTo>
                  <a:lnTo>
                    <a:pt x="1648510" y="377761"/>
                  </a:lnTo>
                  <a:lnTo>
                    <a:pt x="1648510" y="429196"/>
                  </a:lnTo>
                  <a:lnTo>
                    <a:pt x="1644383" y="429196"/>
                  </a:lnTo>
                  <a:lnTo>
                    <a:pt x="1644383" y="434911"/>
                  </a:lnTo>
                  <a:lnTo>
                    <a:pt x="1648510" y="434911"/>
                  </a:lnTo>
                  <a:lnTo>
                    <a:pt x="1648510" y="486346"/>
                  </a:lnTo>
                  <a:lnTo>
                    <a:pt x="1644383" y="486346"/>
                  </a:lnTo>
                  <a:lnTo>
                    <a:pt x="1644383" y="492061"/>
                  </a:lnTo>
                  <a:lnTo>
                    <a:pt x="1648510" y="492061"/>
                  </a:lnTo>
                  <a:lnTo>
                    <a:pt x="1648510" y="543496"/>
                  </a:lnTo>
                  <a:lnTo>
                    <a:pt x="1644383" y="543496"/>
                  </a:lnTo>
                  <a:lnTo>
                    <a:pt x="1644383" y="549211"/>
                  </a:lnTo>
                  <a:lnTo>
                    <a:pt x="1648510" y="549211"/>
                  </a:lnTo>
                  <a:lnTo>
                    <a:pt x="1657083" y="549211"/>
                  </a:lnTo>
                  <a:lnTo>
                    <a:pt x="2553614" y="549211"/>
                  </a:lnTo>
                  <a:lnTo>
                    <a:pt x="2553614" y="543496"/>
                  </a:lnTo>
                  <a:lnTo>
                    <a:pt x="2221128" y="543496"/>
                  </a:lnTo>
                  <a:lnTo>
                    <a:pt x="2221128" y="492061"/>
                  </a:lnTo>
                  <a:lnTo>
                    <a:pt x="2553614" y="492061"/>
                  </a:lnTo>
                  <a:lnTo>
                    <a:pt x="2553614" y="486346"/>
                  </a:lnTo>
                  <a:lnTo>
                    <a:pt x="2221128" y="486346"/>
                  </a:lnTo>
                  <a:lnTo>
                    <a:pt x="2221128" y="434911"/>
                  </a:lnTo>
                  <a:lnTo>
                    <a:pt x="2553614" y="434911"/>
                  </a:lnTo>
                  <a:lnTo>
                    <a:pt x="2553614" y="429196"/>
                  </a:lnTo>
                  <a:lnTo>
                    <a:pt x="2221128" y="429196"/>
                  </a:lnTo>
                  <a:lnTo>
                    <a:pt x="2221128" y="377761"/>
                  </a:lnTo>
                  <a:lnTo>
                    <a:pt x="2553614" y="377761"/>
                  </a:lnTo>
                  <a:lnTo>
                    <a:pt x="2553614" y="372046"/>
                  </a:lnTo>
                  <a:lnTo>
                    <a:pt x="2221128" y="372046"/>
                  </a:lnTo>
                  <a:lnTo>
                    <a:pt x="2221128" y="320611"/>
                  </a:lnTo>
                  <a:lnTo>
                    <a:pt x="2553614" y="320611"/>
                  </a:lnTo>
                  <a:lnTo>
                    <a:pt x="2553614" y="3148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87264" y="666750"/>
              <a:ext cx="273748" cy="296036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66700" y="473075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90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95094" y="311150"/>
            <a:ext cx="43688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Bauer Bodoni Std Bold Cond" panose="02070903080706020303" pitchFamily="18" charset="77"/>
                <a:cs typeface="Source Serif 4"/>
              </a:rPr>
              <a:t>a</a:t>
            </a:r>
            <a:r>
              <a:rPr sz="900" b="1" spc="-5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900" b="1" spc="-10" dirty="0">
                <a:latin typeface="Bauer Bodoni Std Bold Cond" panose="02070903080706020303" pitchFamily="18" charset="77"/>
                <a:cs typeface="Source Serif 4"/>
              </a:rPr>
              <a:t>tempo</a:t>
            </a:r>
            <a:endParaRPr sz="900" b="1">
              <a:latin typeface="Bauer Bodoni Std Bold Cond" panose="02070903080706020303" pitchFamily="18" charset="77"/>
              <a:cs typeface="Source Serif 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66700" y="396777"/>
            <a:ext cx="7019925" cy="1840864"/>
            <a:chOff x="266700" y="396777"/>
            <a:chExt cx="7019925" cy="1840864"/>
          </a:xfrm>
        </p:grpSpPr>
        <p:sp>
          <p:nvSpPr>
            <p:cNvPr id="26" name="object 26"/>
            <p:cNvSpPr/>
            <p:nvPr/>
          </p:nvSpPr>
          <p:spPr>
            <a:xfrm>
              <a:off x="5076876" y="636850"/>
              <a:ext cx="960119" cy="350520"/>
            </a:xfrm>
            <a:custGeom>
              <a:avLst/>
              <a:gdLst/>
              <a:ahLst/>
              <a:cxnLst/>
              <a:rect l="l" t="t" r="r" b="b"/>
              <a:pathLst>
                <a:path w="960120" h="350519">
                  <a:moveTo>
                    <a:pt x="960069" y="344233"/>
                  </a:moveTo>
                  <a:lnTo>
                    <a:pt x="0" y="344233"/>
                  </a:lnTo>
                  <a:lnTo>
                    <a:pt x="0" y="349948"/>
                  </a:lnTo>
                  <a:lnTo>
                    <a:pt x="960069" y="349948"/>
                  </a:lnTo>
                  <a:lnTo>
                    <a:pt x="960069" y="344233"/>
                  </a:lnTo>
                  <a:close/>
                </a:path>
                <a:path w="960120" h="350519">
                  <a:moveTo>
                    <a:pt x="960069" y="287083"/>
                  </a:moveTo>
                  <a:lnTo>
                    <a:pt x="0" y="287083"/>
                  </a:lnTo>
                  <a:lnTo>
                    <a:pt x="0" y="292798"/>
                  </a:lnTo>
                  <a:lnTo>
                    <a:pt x="960069" y="292798"/>
                  </a:lnTo>
                  <a:lnTo>
                    <a:pt x="960069" y="287083"/>
                  </a:lnTo>
                  <a:close/>
                </a:path>
                <a:path w="960120" h="350519">
                  <a:moveTo>
                    <a:pt x="960069" y="115633"/>
                  </a:moveTo>
                  <a:lnTo>
                    <a:pt x="239776" y="115633"/>
                  </a:lnTo>
                  <a:lnTo>
                    <a:pt x="239776" y="62052"/>
                  </a:lnTo>
                  <a:lnTo>
                    <a:pt x="324396" y="62052"/>
                  </a:lnTo>
                  <a:lnTo>
                    <a:pt x="324396" y="54902"/>
                  </a:lnTo>
                  <a:lnTo>
                    <a:pt x="275120" y="54902"/>
                  </a:lnTo>
                  <a:lnTo>
                    <a:pt x="279831" y="52819"/>
                  </a:lnTo>
                  <a:lnTo>
                    <a:pt x="287782" y="47904"/>
                  </a:lnTo>
                  <a:lnTo>
                    <a:pt x="294487" y="42049"/>
                  </a:lnTo>
                  <a:lnTo>
                    <a:pt x="299427" y="35623"/>
                  </a:lnTo>
                  <a:lnTo>
                    <a:pt x="302628" y="28613"/>
                  </a:lnTo>
                  <a:lnTo>
                    <a:pt x="304076" y="21043"/>
                  </a:lnTo>
                  <a:lnTo>
                    <a:pt x="303885" y="13804"/>
                  </a:lnTo>
                  <a:lnTo>
                    <a:pt x="301307" y="8572"/>
                  </a:lnTo>
                  <a:lnTo>
                    <a:pt x="296354" y="5334"/>
                  </a:lnTo>
                  <a:lnTo>
                    <a:pt x="291782" y="1714"/>
                  </a:lnTo>
                  <a:lnTo>
                    <a:pt x="285305" y="0"/>
                  </a:lnTo>
                  <a:lnTo>
                    <a:pt x="276923" y="190"/>
                  </a:lnTo>
                  <a:lnTo>
                    <a:pt x="268998" y="1155"/>
                  </a:lnTo>
                  <a:lnTo>
                    <a:pt x="234416" y="24257"/>
                  </a:lnTo>
                  <a:lnTo>
                    <a:pt x="229781" y="38188"/>
                  </a:lnTo>
                  <a:lnTo>
                    <a:pt x="229870" y="41338"/>
                  </a:lnTo>
                  <a:lnTo>
                    <a:pt x="229781" y="54902"/>
                  </a:lnTo>
                  <a:lnTo>
                    <a:pt x="213258" y="54902"/>
                  </a:lnTo>
                  <a:lnTo>
                    <a:pt x="213258" y="62052"/>
                  </a:lnTo>
                  <a:lnTo>
                    <a:pt x="229781" y="62052"/>
                  </a:lnTo>
                  <a:lnTo>
                    <a:pt x="229781" y="115633"/>
                  </a:lnTo>
                  <a:lnTo>
                    <a:pt x="229781" y="121348"/>
                  </a:lnTo>
                  <a:lnTo>
                    <a:pt x="229781" y="172783"/>
                  </a:lnTo>
                  <a:lnTo>
                    <a:pt x="229781" y="178498"/>
                  </a:lnTo>
                  <a:lnTo>
                    <a:pt x="229781" y="229933"/>
                  </a:lnTo>
                  <a:lnTo>
                    <a:pt x="94145" y="229933"/>
                  </a:lnTo>
                  <a:lnTo>
                    <a:pt x="94145" y="178498"/>
                  </a:lnTo>
                  <a:lnTo>
                    <a:pt x="229781" y="178498"/>
                  </a:lnTo>
                  <a:lnTo>
                    <a:pt x="229781" y="172783"/>
                  </a:lnTo>
                  <a:lnTo>
                    <a:pt x="94145" y="172783"/>
                  </a:lnTo>
                  <a:lnTo>
                    <a:pt x="94145" y="121348"/>
                  </a:lnTo>
                  <a:lnTo>
                    <a:pt x="229781" y="121348"/>
                  </a:lnTo>
                  <a:lnTo>
                    <a:pt x="229781" y="115633"/>
                  </a:lnTo>
                  <a:lnTo>
                    <a:pt x="94145" y="115633"/>
                  </a:lnTo>
                  <a:lnTo>
                    <a:pt x="94145" y="84531"/>
                  </a:lnTo>
                  <a:lnTo>
                    <a:pt x="96139" y="86106"/>
                  </a:lnTo>
                  <a:lnTo>
                    <a:pt x="102044" y="88011"/>
                  </a:lnTo>
                  <a:lnTo>
                    <a:pt x="142151" y="76479"/>
                  </a:lnTo>
                  <a:lnTo>
                    <a:pt x="154774" y="62052"/>
                  </a:lnTo>
                  <a:lnTo>
                    <a:pt x="178765" y="62052"/>
                  </a:lnTo>
                  <a:lnTo>
                    <a:pt x="178765" y="54902"/>
                  </a:lnTo>
                  <a:lnTo>
                    <a:pt x="157429" y="54902"/>
                  </a:lnTo>
                  <a:lnTo>
                    <a:pt x="158432" y="49618"/>
                  </a:lnTo>
                  <a:lnTo>
                    <a:pt x="158242" y="42379"/>
                  </a:lnTo>
                  <a:lnTo>
                    <a:pt x="155676" y="37147"/>
                  </a:lnTo>
                  <a:lnTo>
                    <a:pt x="150723" y="33909"/>
                  </a:lnTo>
                  <a:lnTo>
                    <a:pt x="146151" y="30289"/>
                  </a:lnTo>
                  <a:lnTo>
                    <a:pt x="139674" y="28575"/>
                  </a:lnTo>
                  <a:lnTo>
                    <a:pt x="131292" y="28765"/>
                  </a:lnTo>
                  <a:lnTo>
                    <a:pt x="123367" y="29730"/>
                  </a:lnTo>
                  <a:lnTo>
                    <a:pt x="88785" y="52832"/>
                  </a:lnTo>
                  <a:lnTo>
                    <a:pt x="87795" y="54902"/>
                  </a:lnTo>
                  <a:lnTo>
                    <a:pt x="67627" y="54902"/>
                  </a:lnTo>
                  <a:lnTo>
                    <a:pt x="67627" y="62052"/>
                  </a:lnTo>
                  <a:lnTo>
                    <a:pt x="85077" y="62052"/>
                  </a:lnTo>
                  <a:lnTo>
                    <a:pt x="84137" y="66763"/>
                  </a:lnTo>
                  <a:lnTo>
                    <a:pt x="84226" y="69913"/>
                  </a:lnTo>
                  <a:lnTo>
                    <a:pt x="84137" y="115633"/>
                  </a:lnTo>
                  <a:lnTo>
                    <a:pt x="0" y="115633"/>
                  </a:lnTo>
                  <a:lnTo>
                    <a:pt x="0" y="121348"/>
                  </a:lnTo>
                  <a:lnTo>
                    <a:pt x="84137" y="121348"/>
                  </a:lnTo>
                  <a:lnTo>
                    <a:pt x="84137" y="172783"/>
                  </a:lnTo>
                  <a:lnTo>
                    <a:pt x="0" y="172783"/>
                  </a:lnTo>
                  <a:lnTo>
                    <a:pt x="0" y="178498"/>
                  </a:lnTo>
                  <a:lnTo>
                    <a:pt x="84137" y="178498"/>
                  </a:lnTo>
                  <a:lnTo>
                    <a:pt x="84137" y="229933"/>
                  </a:lnTo>
                  <a:lnTo>
                    <a:pt x="0" y="229933"/>
                  </a:lnTo>
                  <a:lnTo>
                    <a:pt x="0" y="235648"/>
                  </a:lnTo>
                  <a:lnTo>
                    <a:pt x="84137" y="235648"/>
                  </a:lnTo>
                  <a:lnTo>
                    <a:pt x="84137" y="258508"/>
                  </a:lnTo>
                  <a:lnTo>
                    <a:pt x="94145" y="258508"/>
                  </a:lnTo>
                  <a:lnTo>
                    <a:pt x="94145" y="235648"/>
                  </a:lnTo>
                  <a:lnTo>
                    <a:pt x="229781" y="235648"/>
                  </a:lnTo>
                  <a:lnTo>
                    <a:pt x="229781" y="244221"/>
                  </a:lnTo>
                  <a:lnTo>
                    <a:pt x="239776" y="244221"/>
                  </a:lnTo>
                  <a:lnTo>
                    <a:pt x="239776" y="235648"/>
                  </a:lnTo>
                  <a:lnTo>
                    <a:pt x="960069" y="235648"/>
                  </a:lnTo>
                  <a:lnTo>
                    <a:pt x="960069" y="229933"/>
                  </a:lnTo>
                  <a:lnTo>
                    <a:pt x="239776" y="229933"/>
                  </a:lnTo>
                  <a:lnTo>
                    <a:pt x="239776" y="178498"/>
                  </a:lnTo>
                  <a:lnTo>
                    <a:pt x="960069" y="178498"/>
                  </a:lnTo>
                  <a:lnTo>
                    <a:pt x="960069" y="172783"/>
                  </a:lnTo>
                  <a:lnTo>
                    <a:pt x="239776" y="172783"/>
                  </a:lnTo>
                  <a:lnTo>
                    <a:pt x="239776" y="121348"/>
                  </a:lnTo>
                  <a:lnTo>
                    <a:pt x="960069" y="121348"/>
                  </a:lnTo>
                  <a:lnTo>
                    <a:pt x="960069" y="1156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35774" y="608266"/>
              <a:ext cx="111140" cy="25850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39661" y="608266"/>
              <a:ext cx="367720" cy="27279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041082" y="754761"/>
              <a:ext cx="8890" cy="232410"/>
            </a:xfrm>
            <a:custGeom>
              <a:avLst/>
              <a:gdLst/>
              <a:ahLst/>
              <a:cxnLst/>
              <a:rect l="l" t="t" r="r" b="b"/>
              <a:pathLst>
                <a:path w="8889" h="232409">
                  <a:moveTo>
                    <a:pt x="8572" y="232028"/>
                  </a:moveTo>
                  <a:lnTo>
                    <a:pt x="0" y="23202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232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26164" y="1343596"/>
              <a:ext cx="183641" cy="9982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161013" y="752484"/>
              <a:ext cx="2112645" cy="323215"/>
            </a:xfrm>
            <a:custGeom>
              <a:avLst/>
              <a:gdLst/>
              <a:ahLst/>
              <a:cxnLst/>
              <a:rect l="l" t="t" r="r" b="b"/>
              <a:pathLst>
                <a:path w="2112645" h="323215">
                  <a:moveTo>
                    <a:pt x="145643" y="99872"/>
                  </a:moveTo>
                  <a:lnTo>
                    <a:pt x="0" y="114160"/>
                  </a:lnTo>
                  <a:lnTo>
                    <a:pt x="0" y="142875"/>
                  </a:lnTo>
                  <a:lnTo>
                    <a:pt x="145643" y="128587"/>
                  </a:lnTo>
                  <a:lnTo>
                    <a:pt x="145643" y="99872"/>
                  </a:lnTo>
                  <a:close/>
                </a:path>
                <a:path w="2112645" h="323215">
                  <a:moveTo>
                    <a:pt x="645007" y="272415"/>
                  </a:moveTo>
                  <a:lnTo>
                    <a:pt x="624522" y="251460"/>
                  </a:lnTo>
                  <a:lnTo>
                    <a:pt x="620522" y="251460"/>
                  </a:lnTo>
                  <a:lnTo>
                    <a:pt x="616623" y="252984"/>
                  </a:lnTo>
                  <a:lnTo>
                    <a:pt x="612813" y="256032"/>
                  </a:lnTo>
                  <a:lnTo>
                    <a:pt x="609003" y="258889"/>
                  </a:lnTo>
                  <a:lnTo>
                    <a:pt x="606806" y="262597"/>
                  </a:lnTo>
                  <a:lnTo>
                    <a:pt x="606234" y="267169"/>
                  </a:lnTo>
                  <a:lnTo>
                    <a:pt x="606996" y="271170"/>
                  </a:lnTo>
                  <a:lnTo>
                    <a:pt x="609854" y="273177"/>
                  </a:lnTo>
                  <a:lnTo>
                    <a:pt x="614807" y="273177"/>
                  </a:lnTo>
                  <a:lnTo>
                    <a:pt x="618617" y="271653"/>
                  </a:lnTo>
                  <a:lnTo>
                    <a:pt x="620052" y="268986"/>
                  </a:lnTo>
                  <a:lnTo>
                    <a:pt x="619099" y="265176"/>
                  </a:lnTo>
                  <a:lnTo>
                    <a:pt x="617093" y="260032"/>
                  </a:lnTo>
                  <a:lnTo>
                    <a:pt x="617664" y="256984"/>
                  </a:lnTo>
                  <a:lnTo>
                    <a:pt x="619950" y="255549"/>
                  </a:lnTo>
                  <a:lnTo>
                    <a:pt x="623951" y="255739"/>
                  </a:lnTo>
                  <a:lnTo>
                    <a:pt x="629856" y="257073"/>
                  </a:lnTo>
                  <a:lnTo>
                    <a:pt x="632625" y="259930"/>
                  </a:lnTo>
                  <a:lnTo>
                    <a:pt x="632244" y="264312"/>
                  </a:lnTo>
                  <a:lnTo>
                    <a:pt x="632053" y="272122"/>
                  </a:lnTo>
                  <a:lnTo>
                    <a:pt x="629856" y="277177"/>
                  </a:lnTo>
                  <a:lnTo>
                    <a:pt x="621474" y="281749"/>
                  </a:lnTo>
                  <a:lnTo>
                    <a:pt x="615950" y="282790"/>
                  </a:lnTo>
                  <a:lnTo>
                    <a:pt x="609092" y="282600"/>
                  </a:lnTo>
                  <a:lnTo>
                    <a:pt x="607949" y="288036"/>
                  </a:lnTo>
                  <a:lnTo>
                    <a:pt x="621855" y="300126"/>
                  </a:lnTo>
                  <a:lnTo>
                    <a:pt x="620623" y="305079"/>
                  </a:lnTo>
                  <a:lnTo>
                    <a:pt x="615289" y="315175"/>
                  </a:lnTo>
                  <a:lnTo>
                    <a:pt x="611378" y="317944"/>
                  </a:lnTo>
                  <a:lnTo>
                    <a:pt x="606234" y="318325"/>
                  </a:lnTo>
                  <a:lnTo>
                    <a:pt x="603758" y="318135"/>
                  </a:lnTo>
                  <a:lnTo>
                    <a:pt x="601662" y="317182"/>
                  </a:lnTo>
                  <a:lnTo>
                    <a:pt x="599948" y="315468"/>
                  </a:lnTo>
                  <a:lnTo>
                    <a:pt x="600138" y="313372"/>
                  </a:lnTo>
                  <a:lnTo>
                    <a:pt x="601091" y="311848"/>
                  </a:lnTo>
                  <a:lnTo>
                    <a:pt x="602805" y="310896"/>
                  </a:lnTo>
                  <a:lnTo>
                    <a:pt x="605383" y="306324"/>
                  </a:lnTo>
                  <a:lnTo>
                    <a:pt x="604621" y="302323"/>
                  </a:lnTo>
                  <a:lnTo>
                    <a:pt x="602043" y="300126"/>
                  </a:lnTo>
                  <a:lnTo>
                    <a:pt x="597662" y="299745"/>
                  </a:lnTo>
                  <a:lnTo>
                    <a:pt x="592137" y="300507"/>
                  </a:lnTo>
                  <a:lnTo>
                    <a:pt x="589381" y="304038"/>
                  </a:lnTo>
                  <a:lnTo>
                    <a:pt x="589381" y="310324"/>
                  </a:lnTo>
                  <a:lnTo>
                    <a:pt x="589762" y="314896"/>
                  </a:lnTo>
                  <a:lnTo>
                    <a:pt x="592328" y="318135"/>
                  </a:lnTo>
                  <a:lnTo>
                    <a:pt x="597090" y="320040"/>
                  </a:lnTo>
                  <a:lnTo>
                    <a:pt x="610235" y="322897"/>
                  </a:lnTo>
                  <a:lnTo>
                    <a:pt x="616140" y="322707"/>
                  </a:lnTo>
                  <a:lnTo>
                    <a:pt x="621665" y="320509"/>
                  </a:lnTo>
                  <a:lnTo>
                    <a:pt x="626808" y="316318"/>
                  </a:lnTo>
                  <a:lnTo>
                    <a:pt x="631952" y="312318"/>
                  </a:lnTo>
                  <a:lnTo>
                    <a:pt x="634911" y="307174"/>
                  </a:lnTo>
                  <a:lnTo>
                    <a:pt x="635673" y="300888"/>
                  </a:lnTo>
                  <a:lnTo>
                    <a:pt x="636054" y="296125"/>
                  </a:lnTo>
                  <a:lnTo>
                    <a:pt x="633095" y="291744"/>
                  </a:lnTo>
                  <a:lnTo>
                    <a:pt x="626808" y="287743"/>
                  </a:lnTo>
                  <a:lnTo>
                    <a:pt x="626808" y="287172"/>
                  </a:lnTo>
                  <a:lnTo>
                    <a:pt x="631190" y="285457"/>
                  </a:lnTo>
                  <a:lnTo>
                    <a:pt x="635292" y="282981"/>
                  </a:lnTo>
                  <a:lnTo>
                    <a:pt x="639102" y="279742"/>
                  </a:lnTo>
                  <a:lnTo>
                    <a:pt x="643102" y="276504"/>
                  </a:lnTo>
                  <a:lnTo>
                    <a:pt x="645007" y="272415"/>
                  </a:lnTo>
                  <a:close/>
                </a:path>
                <a:path w="2112645" h="323215">
                  <a:moveTo>
                    <a:pt x="751738" y="99961"/>
                  </a:moveTo>
                  <a:lnTo>
                    <a:pt x="495160" y="85674"/>
                  </a:lnTo>
                  <a:lnTo>
                    <a:pt x="495160" y="114300"/>
                  </a:lnTo>
                  <a:lnTo>
                    <a:pt x="751738" y="128587"/>
                  </a:lnTo>
                  <a:lnTo>
                    <a:pt x="751738" y="99961"/>
                  </a:lnTo>
                  <a:close/>
                </a:path>
                <a:path w="2112645" h="323215">
                  <a:moveTo>
                    <a:pt x="2112416" y="228600"/>
                  </a:moveTo>
                  <a:lnTo>
                    <a:pt x="875931" y="228600"/>
                  </a:lnTo>
                  <a:lnTo>
                    <a:pt x="875931" y="234315"/>
                  </a:lnTo>
                  <a:lnTo>
                    <a:pt x="2112416" y="234315"/>
                  </a:lnTo>
                  <a:lnTo>
                    <a:pt x="2112416" y="228600"/>
                  </a:lnTo>
                  <a:close/>
                </a:path>
                <a:path w="2112645" h="323215">
                  <a:moveTo>
                    <a:pt x="2112416" y="171450"/>
                  </a:moveTo>
                  <a:lnTo>
                    <a:pt x="875931" y="171450"/>
                  </a:lnTo>
                  <a:lnTo>
                    <a:pt x="875931" y="177165"/>
                  </a:lnTo>
                  <a:lnTo>
                    <a:pt x="2112416" y="177165"/>
                  </a:lnTo>
                  <a:lnTo>
                    <a:pt x="2112416" y="171450"/>
                  </a:lnTo>
                  <a:close/>
                </a:path>
                <a:path w="2112645" h="323215">
                  <a:moveTo>
                    <a:pt x="2112416" y="114300"/>
                  </a:moveTo>
                  <a:lnTo>
                    <a:pt x="875931" y="114300"/>
                  </a:lnTo>
                  <a:lnTo>
                    <a:pt x="875931" y="120015"/>
                  </a:lnTo>
                  <a:lnTo>
                    <a:pt x="2112416" y="120015"/>
                  </a:lnTo>
                  <a:lnTo>
                    <a:pt x="2112416" y="114300"/>
                  </a:lnTo>
                  <a:close/>
                </a:path>
                <a:path w="2112645" h="323215">
                  <a:moveTo>
                    <a:pt x="2112416" y="57150"/>
                  </a:moveTo>
                  <a:lnTo>
                    <a:pt x="875931" y="57150"/>
                  </a:lnTo>
                  <a:lnTo>
                    <a:pt x="875931" y="62865"/>
                  </a:lnTo>
                  <a:lnTo>
                    <a:pt x="2112416" y="62865"/>
                  </a:lnTo>
                  <a:lnTo>
                    <a:pt x="2112416" y="57150"/>
                  </a:lnTo>
                  <a:close/>
                </a:path>
                <a:path w="2112645" h="323215">
                  <a:moveTo>
                    <a:pt x="2112416" y="0"/>
                  </a:moveTo>
                  <a:lnTo>
                    <a:pt x="875931" y="0"/>
                  </a:lnTo>
                  <a:lnTo>
                    <a:pt x="875931" y="5715"/>
                  </a:lnTo>
                  <a:lnTo>
                    <a:pt x="2112416" y="5715"/>
                  </a:lnTo>
                  <a:lnTo>
                    <a:pt x="21124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26235" y="642747"/>
              <a:ext cx="131063" cy="28117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533998" y="499881"/>
              <a:ext cx="271780" cy="473709"/>
            </a:xfrm>
            <a:custGeom>
              <a:avLst/>
              <a:gdLst/>
              <a:ahLst/>
              <a:cxnLst/>
              <a:rect l="l" t="t" r="r" b="b"/>
              <a:pathLst>
                <a:path w="271779" h="473709">
                  <a:moveTo>
                    <a:pt x="253504" y="134721"/>
                  </a:moveTo>
                  <a:lnTo>
                    <a:pt x="232156" y="134721"/>
                  </a:lnTo>
                  <a:lnTo>
                    <a:pt x="233172" y="129438"/>
                  </a:lnTo>
                  <a:lnTo>
                    <a:pt x="232981" y="122199"/>
                  </a:lnTo>
                  <a:lnTo>
                    <a:pt x="230416" y="116967"/>
                  </a:lnTo>
                  <a:lnTo>
                    <a:pt x="225463" y="113728"/>
                  </a:lnTo>
                  <a:lnTo>
                    <a:pt x="220891" y="110109"/>
                  </a:lnTo>
                  <a:lnTo>
                    <a:pt x="214414" y="108394"/>
                  </a:lnTo>
                  <a:lnTo>
                    <a:pt x="206032" y="108585"/>
                  </a:lnTo>
                  <a:lnTo>
                    <a:pt x="198107" y="109550"/>
                  </a:lnTo>
                  <a:lnTo>
                    <a:pt x="163525" y="132651"/>
                  </a:lnTo>
                  <a:lnTo>
                    <a:pt x="162534" y="134721"/>
                  </a:lnTo>
                  <a:lnTo>
                    <a:pt x="159816" y="134721"/>
                  </a:lnTo>
                  <a:lnTo>
                    <a:pt x="159816" y="141871"/>
                  </a:lnTo>
                  <a:lnTo>
                    <a:pt x="158877" y="146583"/>
                  </a:lnTo>
                  <a:lnTo>
                    <a:pt x="158965" y="149733"/>
                  </a:lnTo>
                  <a:lnTo>
                    <a:pt x="158877" y="191871"/>
                  </a:lnTo>
                  <a:lnTo>
                    <a:pt x="150634" y="191871"/>
                  </a:lnTo>
                  <a:lnTo>
                    <a:pt x="142367" y="191871"/>
                  </a:lnTo>
                  <a:lnTo>
                    <a:pt x="66014" y="191871"/>
                  </a:lnTo>
                  <a:lnTo>
                    <a:pt x="66014" y="141871"/>
                  </a:lnTo>
                  <a:lnTo>
                    <a:pt x="142367" y="141871"/>
                  </a:lnTo>
                  <a:lnTo>
                    <a:pt x="150634" y="141871"/>
                  </a:lnTo>
                  <a:lnTo>
                    <a:pt x="159816" y="141871"/>
                  </a:lnTo>
                  <a:lnTo>
                    <a:pt x="159816" y="134721"/>
                  </a:lnTo>
                  <a:lnTo>
                    <a:pt x="150634" y="134721"/>
                  </a:lnTo>
                  <a:lnTo>
                    <a:pt x="142367" y="134721"/>
                  </a:lnTo>
                  <a:lnTo>
                    <a:pt x="66014" y="134721"/>
                  </a:lnTo>
                  <a:lnTo>
                    <a:pt x="66014" y="107200"/>
                  </a:lnTo>
                  <a:lnTo>
                    <a:pt x="68008" y="108775"/>
                  </a:lnTo>
                  <a:lnTo>
                    <a:pt x="73914" y="110680"/>
                  </a:lnTo>
                  <a:lnTo>
                    <a:pt x="81153" y="110871"/>
                  </a:lnTo>
                  <a:lnTo>
                    <a:pt x="89636" y="109918"/>
                  </a:lnTo>
                  <a:lnTo>
                    <a:pt x="125666" y="86868"/>
                  </a:lnTo>
                  <a:lnTo>
                    <a:pt x="126631" y="84721"/>
                  </a:lnTo>
                  <a:lnTo>
                    <a:pt x="150634" y="84721"/>
                  </a:lnTo>
                  <a:lnTo>
                    <a:pt x="150634" y="77571"/>
                  </a:lnTo>
                  <a:lnTo>
                    <a:pt x="129286" y="77571"/>
                  </a:lnTo>
                  <a:lnTo>
                    <a:pt x="130302" y="72288"/>
                  </a:lnTo>
                  <a:lnTo>
                    <a:pt x="130111" y="65049"/>
                  </a:lnTo>
                  <a:lnTo>
                    <a:pt x="127546" y="59817"/>
                  </a:lnTo>
                  <a:lnTo>
                    <a:pt x="122593" y="56578"/>
                  </a:lnTo>
                  <a:lnTo>
                    <a:pt x="118021" y="52959"/>
                  </a:lnTo>
                  <a:lnTo>
                    <a:pt x="111544" y="51244"/>
                  </a:lnTo>
                  <a:lnTo>
                    <a:pt x="103162" y="51435"/>
                  </a:lnTo>
                  <a:lnTo>
                    <a:pt x="95237" y="52400"/>
                  </a:lnTo>
                  <a:lnTo>
                    <a:pt x="60655" y="75501"/>
                  </a:lnTo>
                  <a:lnTo>
                    <a:pt x="59664" y="77571"/>
                  </a:lnTo>
                  <a:lnTo>
                    <a:pt x="56946" y="77571"/>
                  </a:lnTo>
                  <a:lnTo>
                    <a:pt x="56946" y="84721"/>
                  </a:lnTo>
                  <a:lnTo>
                    <a:pt x="56007" y="89433"/>
                  </a:lnTo>
                  <a:lnTo>
                    <a:pt x="56095" y="92583"/>
                  </a:lnTo>
                  <a:lnTo>
                    <a:pt x="56007" y="134721"/>
                  </a:lnTo>
                  <a:lnTo>
                    <a:pt x="40005" y="134721"/>
                  </a:lnTo>
                  <a:lnTo>
                    <a:pt x="40005" y="113436"/>
                  </a:lnTo>
                  <a:lnTo>
                    <a:pt x="40005" y="98298"/>
                  </a:lnTo>
                  <a:lnTo>
                    <a:pt x="40005" y="84721"/>
                  </a:lnTo>
                  <a:lnTo>
                    <a:pt x="56946" y="84721"/>
                  </a:lnTo>
                  <a:lnTo>
                    <a:pt x="56946" y="77571"/>
                  </a:lnTo>
                  <a:lnTo>
                    <a:pt x="40005" y="77571"/>
                  </a:lnTo>
                  <a:lnTo>
                    <a:pt x="40005" y="62572"/>
                  </a:lnTo>
                  <a:lnTo>
                    <a:pt x="40005" y="47142"/>
                  </a:lnTo>
                  <a:lnTo>
                    <a:pt x="40005" y="38862"/>
                  </a:lnTo>
                  <a:lnTo>
                    <a:pt x="32867" y="40665"/>
                  </a:lnTo>
                  <a:lnTo>
                    <a:pt x="32867" y="62572"/>
                  </a:lnTo>
                  <a:lnTo>
                    <a:pt x="32867" y="91440"/>
                  </a:lnTo>
                  <a:lnTo>
                    <a:pt x="7150" y="98298"/>
                  </a:lnTo>
                  <a:lnTo>
                    <a:pt x="7150" y="69151"/>
                  </a:lnTo>
                  <a:lnTo>
                    <a:pt x="32867" y="62572"/>
                  </a:lnTo>
                  <a:lnTo>
                    <a:pt x="32867" y="40665"/>
                  </a:lnTo>
                  <a:lnTo>
                    <a:pt x="7150" y="47142"/>
                  </a:lnTo>
                  <a:lnTo>
                    <a:pt x="7150" y="0"/>
                  </a:lnTo>
                  <a:lnTo>
                    <a:pt x="0" y="0"/>
                  </a:lnTo>
                  <a:lnTo>
                    <a:pt x="0" y="121729"/>
                  </a:lnTo>
                  <a:lnTo>
                    <a:pt x="32867" y="113436"/>
                  </a:lnTo>
                  <a:lnTo>
                    <a:pt x="32867" y="160591"/>
                  </a:lnTo>
                  <a:lnTo>
                    <a:pt x="40005" y="160591"/>
                  </a:lnTo>
                  <a:lnTo>
                    <a:pt x="40005" y="141871"/>
                  </a:lnTo>
                  <a:lnTo>
                    <a:pt x="56007" y="141871"/>
                  </a:lnTo>
                  <a:lnTo>
                    <a:pt x="56007" y="191871"/>
                  </a:lnTo>
                  <a:lnTo>
                    <a:pt x="39497" y="191871"/>
                  </a:lnTo>
                  <a:lnTo>
                    <a:pt x="39497" y="199021"/>
                  </a:lnTo>
                  <a:lnTo>
                    <a:pt x="56007" y="199021"/>
                  </a:lnTo>
                  <a:lnTo>
                    <a:pt x="56007" y="452628"/>
                  </a:lnTo>
                  <a:lnTo>
                    <a:pt x="66014" y="452628"/>
                  </a:lnTo>
                  <a:lnTo>
                    <a:pt x="66014" y="199021"/>
                  </a:lnTo>
                  <a:lnTo>
                    <a:pt x="142367" y="199021"/>
                  </a:lnTo>
                  <a:lnTo>
                    <a:pt x="150634" y="199021"/>
                  </a:lnTo>
                  <a:lnTo>
                    <a:pt x="158877" y="199021"/>
                  </a:lnTo>
                  <a:lnTo>
                    <a:pt x="158877" y="462927"/>
                  </a:lnTo>
                  <a:lnTo>
                    <a:pt x="168884" y="462927"/>
                  </a:lnTo>
                  <a:lnTo>
                    <a:pt x="168884" y="199021"/>
                  </a:lnTo>
                  <a:lnTo>
                    <a:pt x="253504" y="199021"/>
                  </a:lnTo>
                  <a:lnTo>
                    <a:pt x="253504" y="191871"/>
                  </a:lnTo>
                  <a:lnTo>
                    <a:pt x="168884" y="191871"/>
                  </a:lnTo>
                  <a:lnTo>
                    <a:pt x="168884" y="164350"/>
                  </a:lnTo>
                  <a:lnTo>
                    <a:pt x="170878" y="165925"/>
                  </a:lnTo>
                  <a:lnTo>
                    <a:pt x="176784" y="167830"/>
                  </a:lnTo>
                  <a:lnTo>
                    <a:pt x="216890" y="156298"/>
                  </a:lnTo>
                  <a:lnTo>
                    <a:pt x="229501" y="141871"/>
                  </a:lnTo>
                  <a:lnTo>
                    <a:pt x="253504" y="141871"/>
                  </a:lnTo>
                  <a:lnTo>
                    <a:pt x="253504" y="134721"/>
                  </a:lnTo>
                  <a:close/>
                </a:path>
                <a:path w="271779" h="473709">
                  <a:moveTo>
                    <a:pt x="271754" y="178308"/>
                  </a:moveTo>
                  <a:lnTo>
                    <a:pt x="261747" y="178308"/>
                  </a:lnTo>
                  <a:lnTo>
                    <a:pt x="261747" y="473240"/>
                  </a:lnTo>
                  <a:lnTo>
                    <a:pt x="271754" y="473240"/>
                  </a:lnTo>
                  <a:lnTo>
                    <a:pt x="271754" y="1783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79238" y="636841"/>
              <a:ext cx="193682" cy="34658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001495" y="699897"/>
              <a:ext cx="130301" cy="29944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66700" y="754770"/>
              <a:ext cx="7019925" cy="1288415"/>
            </a:xfrm>
            <a:custGeom>
              <a:avLst/>
              <a:gdLst/>
              <a:ahLst/>
              <a:cxnLst/>
              <a:rect l="l" t="t" r="r" b="b"/>
              <a:pathLst>
                <a:path w="7019925" h="1288414">
                  <a:moveTo>
                    <a:pt x="489775" y="1282471"/>
                  </a:moveTo>
                  <a:lnTo>
                    <a:pt x="0" y="1282471"/>
                  </a:lnTo>
                  <a:lnTo>
                    <a:pt x="0" y="1288186"/>
                  </a:lnTo>
                  <a:lnTo>
                    <a:pt x="489775" y="1288186"/>
                  </a:lnTo>
                  <a:lnTo>
                    <a:pt x="489775" y="1282471"/>
                  </a:lnTo>
                  <a:close/>
                </a:path>
                <a:path w="7019925" h="1288414">
                  <a:moveTo>
                    <a:pt x="489775" y="1225321"/>
                  </a:moveTo>
                  <a:lnTo>
                    <a:pt x="0" y="1225321"/>
                  </a:lnTo>
                  <a:lnTo>
                    <a:pt x="0" y="1231036"/>
                  </a:lnTo>
                  <a:lnTo>
                    <a:pt x="489775" y="1231036"/>
                  </a:lnTo>
                  <a:lnTo>
                    <a:pt x="489775" y="1225321"/>
                  </a:lnTo>
                  <a:close/>
                </a:path>
                <a:path w="7019925" h="1288414">
                  <a:moveTo>
                    <a:pt x="489775" y="1168171"/>
                  </a:moveTo>
                  <a:lnTo>
                    <a:pt x="0" y="1168171"/>
                  </a:lnTo>
                  <a:lnTo>
                    <a:pt x="0" y="1173886"/>
                  </a:lnTo>
                  <a:lnTo>
                    <a:pt x="489775" y="1173886"/>
                  </a:lnTo>
                  <a:lnTo>
                    <a:pt x="489775" y="1168171"/>
                  </a:lnTo>
                  <a:close/>
                </a:path>
                <a:path w="7019925" h="1288414">
                  <a:moveTo>
                    <a:pt x="489775" y="1111021"/>
                  </a:moveTo>
                  <a:lnTo>
                    <a:pt x="0" y="1111021"/>
                  </a:lnTo>
                  <a:lnTo>
                    <a:pt x="0" y="1116736"/>
                  </a:lnTo>
                  <a:lnTo>
                    <a:pt x="489775" y="1116736"/>
                  </a:lnTo>
                  <a:lnTo>
                    <a:pt x="489775" y="1111021"/>
                  </a:lnTo>
                  <a:close/>
                </a:path>
                <a:path w="7019925" h="1288414">
                  <a:moveTo>
                    <a:pt x="489775" y="1053871"/>
                  </a:moveTo>
                  <a:lnTo>
                    <a:pt x="0" y="1053871"/>
                  </a:lnTo>
                  <a:lnTo>
                    <a:pt x="0" y="1059586"/>
                  </a:lnTo>
                  <a:lnTo>
                    <a:pt x="489775" y="1059586"/>
                  </a:lnTo>
                  <a:lnTo>
                    <a:pt x="489775" y="1053871"/>
                  </a:lnTo>
                  <a:close/>
                </a:path>
                <a:path w="7019925" h="1288414">
                  <a:moveTo>
                    <a:pt x="6625564" y="272173"/>
                  </a:moveTo>
                  <a:lnTo>
                    <a:pt x="6624891" y="265887"/>
                  </a:lnTo>
                  <a:lnTo>
                    <a:pt x="6624802" y="265125"/>
                  </a:lnTo>
                  <a:lnTo>
                    <a:pt x="6620332" y="261594"/>
                  </a:lnTo>
                  <a:lnTo>
                    <a:pt x="6607378" y="261594"/>
                  </a:lnTo>
                  <a:lnTo>
                    <a:pt x="6581419" y="291668"/>
                  </a:lnTo>
                  <a:lnTo>
                    <a:pt x="6578511" y="315696"/>
                  </a:lnTo>
                  <a:lnTo>
                    <a:pt x="6579756" y="321221"/>
                  </a:lnTo>
                  <a:lnTo>
                    <a:pt x="6582423" y="325602"/>
                  </a:lnTo>
                  <a:lnTo>
                    <a:pt x="6585280" y="330174"/>
                  </a:lnTo>
                  <a:lnTo>
                    <a:pt x="6590424" y="332651"/>
                  </a:lnTo>
                  <a:lnTo>
                    <a:pt x="6597853" y="333032"/>
                  </a:lnTo>
                  <a:lnTo>
                    <a:pt x="6605473" y="332651"/>
                  </a:lnTo>
                  <a:lnTo>
                    <a:pt x="6611569" y="329222"/>
                  </a:lnTo>
                  <a:lnTo>
                    <a:pt x="6612102" y="328460"/>
                  </a:lnTo>
                  <a:lnTo>
                    <a:pt x="6616141" y="322745"/>
                  </a:lnTo>
                  <a:lnTo>
                    <a:pt x="6620904" y="316649"/>
                  </a:lnTo>
                  <a:lnTo>
                    <a:pt x="6623190" y="309791"/>
                  </a:lnTo>
                  <a:lnTo>
                    <a:pt x="6623101" y="306463"/>
                  </a:lnTo>
                  <a:lnTo>
                    <a:pt x="6622999" y="302171"/>
                  </a:lnTo>
                  <a:lnTo>
                    <a:pt x="6622237" y="294932"/>
                  </a:lnTo>
                  <a:lnTo>
                    <a:pt x="6621907" y="294551"/>
                  </a:lnTo>
                  <a:lnTo>
                    <a:pt x="6618237" y="290360"/>
                  </a:lnTo>
                  <a:lnTo>
                    <a:pt x="6611188" y="288505"/>
                  </a:lnTo>
                  <a:lnTo>
                    <a:pt x="6611188" y="306463"/>
                  </a:lnTo>
                  <a:lnTo>
                    <a:pt x="6610045" y="311607"/>
                  </a:lnTo>
                  <a:lnTo>
                    <a:pt x="6607569" y="317893"/>
                  </a:lnTo>
                  <a:lnTo>
                    <a:pt x="6605283" y="324180"/>
                  </a:lnTo>
                  <a:lnTo>
                    <a:pt x="6601752" y="327698"/>
                  </a:lnTo>
                  <a:lnTo>
                    <a:pt x="6596989" y="328460"/>
                  </a:lnTo>
                  <a:lnTo>
                    <a:pt x="6593179" y="327698"/>
                  </a:lnTo>
                  <a:lnTo>
                    <a:pt x="6591274" y="324840"/>
                  </a:lnTo>
                  <a:lnTo>
                    <a:pt x="6601282" y="294551"/>
                  </a:lnTo>
                  <a:lnTo>
                    <a:pt x="6604711" y="295313"/>
                  </a:lnTo>
                  <a:lnTo>
                    <a:pt x="6608331" y="296075"/>
                  </a:lnTo>
                  <a:lnTo>
                    <a:pt x="6610426" y="298462"/>
                  </a:lnTo>
                  <a:lnTo>
                    <a:pt x="6610998" y="302463"/>
                  </a:lnTo>
                  <a:lnTo>
                    <a:pt x="6611188" y="306463"/>
                  </a:lnTo>
                  <a:lnTo>
                    <a:pt x="6611188" y="288505"/>
                  </a:lnTo>
                  <a:lnTo>
                    <a:pt x="6610998" y="288455"/>
                  </a:lnTo>
                  <a:lnTo>
                    <a:pt x="6604330" y="288074"/>
                  </a:lnTo>
                  <a:lnTo>
                    <a:pt x="6598513" y="290741"/>
                  </a:lnTo>
                  <a:lnTo>
                    <a:pt x="6593560" y="296456"/>
                  </a:lnTo>
                  <a:lnTo>
                    <a:pt x="6593281" y="296456"/>
                  </a:lnTo>
                  <a:lnTo>
                    <a:pt x="6593332" y="296075"/>
                  </a:lnTo>
                  <a:lnTo>
                    <a:pt x="6593421" y="295313"/>
                  </a:lnTo>
                  <a:lnTo>
                    <a:pt x="6593510" y="294551"/>
                  </a:lnTo>
                  <a:lnTo>
                    <a:pt x="6611569" y="265887"/>
                  </a:lnTo>
                  <a:lnTo>
                    <a:pt x="6615570" y="267881"/>
                  </a:lnTo>
                  <a:lnTo>
                    <a:pt x="6610705" y="272745"/>
                  </a:lnTo>
                  <a:lnTo>
                    <a:pt x="6610134" y="274078"/>
                  </a:lnTo>
                  <a:lnTo>
                    <a:pt x="6610134" y="279222"/>
                  </a:lnTo>
                  <a:lnTo>
                    <a:pt x="6612522" y="281317"/>
                  </a:lnTo>
                  <a:lnTo>
                    <a:pt x="6617284" y="281889"/>
                  </a:lnTo>
                  <a:lnTo>
                    <a:pt x="6622428" y="280555"/>
                  </a:lnTo>
                  <a:lnTo>
                    <a:pt x="6625183" y="277317"/>
                  </a:lnTo>
                  <a:lnTo>
                    <a:pt x="6625272" y="276174"/>
                  </a:lnTo>
                  <a:lnTo>
                    <a:pt x="6625564" y="272173"/>
                  </a:lnTo>
                  <a:close/>
                </a:path>
                <a:path w="7019925" h="1288414">
                  <a:moveTo>
                    <a:pt x="6967956" y="74574"/>
                  </a:moveTo>
                  <a:lnTo>
                    <a:pt x="6967766" y="67335"/>
                  </a:lnTo>
                  <a:lnTo>
                    <a:pt x="6965201" y="62103"/>
                  </a:lnTo>
                  <a:lnTo>
                    <a:pt x="6960248" y="58864"/>
                  </a:lnTo>
                  <a:lnTo>
                    <a:pt x="6955676" y="55245"/>
                  </a:lnTo>
                  <a:lnTo>
                    <a:pt x="6949199" y="53530"/>
                  </a:lnTo>
                  <a:lnTo>
                    <a:pt x="6940817" y="53721"/>
                  </a:lnTo>
                  <a:lnTo>
                    <a:pt x="6932892" y="54686"/>
                  </a:lnTo>
                  <a:lnTo>
                    <a:pt x="6898310" y="77787"/>
                  </a:lnTo>
                  <a:lnTo>
                    <a:pt x="6893661" y="91719"/>
                  </a:lnTo>
                  <a:lnTo>
                    <a:pt x="6893750" y="94869"/>
                  </a:lnTo>
                  <a:lnTo>
                    <a:pt x="6893661" y="183095"/>
                  </a:lnTo>
                  <a:lnTo>
                    <a:pt x="6323304" y="125945"/>
                  </a:lnTo>
                  <a:lnTo>
                    <a:pt x="6323304" y="154660"/>
                  </a:lnTo>
                  <a:lnTo>
                    <a:pt x="6893661" y="211810"/>
                  </a:lnTo>
                  <a:lnTo>
                    <a:pt x="6893661" y="226161"/>
                  </a:lnTo>
                  <a:lnTo>
                    <a:pt x="6323304" y="169011"/>
                  </a:lnTo>
                  <a:lnTo>
                    <a:pt x="6323304" y="197739"/>
                  </a:lnTo>
                  <a:lnTo>
                    <a:pt x="6893661" y="254889"/>
                  </a:lnTo>
                  <a:lnTo>
                    <a:pt x="6903669" y="254889"/>
                  </a:lnTo>
                  <a:lnTo>
                    <a:pt x="6903669" y="109486"/>
                  </a:lnTo>
                  <a:lnTo>
                    <a:pt x="6905663" y="111061"/>
                  </a:lnTo>
                  <a:lnTo>
                    <a:pt x="6911568" y="112966"/>
                  </a:lnTo>
                  <a:lnTo>
                    <a:pt x="6918807" y="113157"/>
                  </a:lnTo>
                  <a:lnTo>
                    <a:pt x="6927291" y="112204"/>
                  </a:lnTo>
                  <a:lnTo>
                    <a:pt x="6963321" y="89154"/>
                  </a:lnTo>
                  <a:lnTo>
                    <a:pt x="6966509" y="82143"/>
                  </a:lnTo>
                  <a:lnTo>
                    <a:pt x="6967956" y="74574"/>
                  </a:lnTo>
                  <a:close/>
                </a:path>
                <a:path w="7019925" h="1288414">
                  <a:moveTo>
                    <a:pt x="7019430" y="0"/>
                  </a:moveTo>
                  <a:lnTo>
                    <a:pt x="7010857" y="0"/>
                  </a:lnTo>
                  <a:lnTo>
                    <a:pt x="7010857" y="232029"/>
                  </a:lnTo>
                  <a:lnTo>
                    <a:pt x="7019430" y="232029"/>
                  </a:lnTo>
                  <a:lnTo>
                    <a:pt x="70194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7975" y="1808631"/>
              <a:ext cx="158876" cy="18287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4002" y="1780056"/>
              <a:ext cx="216598" cy="26746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56475" y="1780066"/>
              <a:ext cx="1682750" cy="274320"/>
            </a:xfrm>
            <a:custGeom>
              <a:avLst/>
              <a:gdLst/>
              <a:ahLst/>
              <a:cxnLst/>
              <a:rect l="l" t="t" r="r" b="b"/>
              <a:pathLst>
                <a:path w="1682750" h="274319">
                  <a:moveTo>
                    <a:pt x="1682648" y="28575"/>
                  </a:moveTo>
                  <a:lnTo>
                    <a:pt x="158140" y="28575"/>
                  </a:lnTo>
                  <a:lnTo>
                    <a:pt x="158140" y="0"/>
                  </a:lnTo>
                  <a:lnTo>
                    <a:pt x="148145" y="0"/>
                  </a:lnTo>
                  <a:lnTo>
                    <a:pt x="148145" y="28575"/>
                  </a:lnTo>
                  <a:lnTo>
                    <a:pt x="0" y="28575"/>
                  </a:lnTo>
                  <a:lnTo>
                    <a:pt x="0" y="34290"/>
                  </a:lnTo>
                  <a:lnTo>
                    <a:pt x="148145" y="34290"/>
                  </a:lnTo>
                  <a:lnTo>
                    <a:pt x="148145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148145" y="91440"/>
                  </a:lnTo>
                  <a:lnTo>
                    <a:pt x="148145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148145" y="148590"/>
                  </a:lnTo>
                  <a:lnTo>
                    <a:pt x="148145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48145" y="205740"/>
                  </a:lnTo>
                  <a:lnTo>
                    <a:pt x="148145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148145" y="262890"/>
                  </a:lnTo>
                  <a:lnTo>
                    <a:pt x="148145" y="274320"/>
                  </a:lnTo>
                  <a:lnTo>
                    <a:pt x="158140" y="274320"/>
                  </a:lnTo>
                  <a:lnTo>
                    <a:pt x="158140" y="262890"/>
                  </a:lnTo>
                  <a:lnTo>
                    <a:pt x="1682648" y="262890"/>
                  </a:lnTo>
                  <a:lnTo>
                    <a:pt x="1682648" y="257175"/>
                  </a:lnTo>
                  <a:lnTo>
                    <a:pt x="158140" y="257175"/>
                  </a:lnTo>
                  <a:lnTo>
                    <a:pt x="158140" y="205740"/>
                  </a:lnTo>
                  <a:lnTo>
                    <a:pt x="1682648" y="205740"/>
                  </a:lnTo>
                  <a:lnTo>
                    <a:pt x="1682648" y="200025"/>
                  </a:lnTo>
                  <a:lnTo>
                    <a:pt x="158140" y="200025"/>
                  </a:lnTo>
                  <a:lnTo>
                    <a:pt x="158140" y="148590"/>
                  </a:lnTo>
                  <a:lnTo>
                    <a:pt x="1682648" y="148590"/>
                  </a:lnTo>
                  <a:lnTo>
                    <a:pt x="1682648" y="142875"/>
                  </a:lnTo>
                  <a:lnTo>
                    <a:pt x="158140" y="142875"/>
                  </a:lnTo>
                  <a:lnTo>
                    <a:pt x="158140" y="91440"/>
                  </a:lnTo>
                  <a:lnTo>
                    <a:pt x="1682648" y="91440"/>
                  </a:lnTo>
                  <a:lnTo>
                    <a:pt x="1682648" y="85725"/>
                  </a:lnTo>
                  <a:lnTo>
                    <a:pt x="158140" y="85725"/>
                  </a:lnTo>
                  <a:lnTo>
                    <a:pt x="158140" y="34290"/>
                  </a:lnTo>
                  <a:lnTo>
                    <a:pt x="1682648" y="34290"/>
                  </a:lnTo>
                  <a:lnTo>
                    <a:pt x="1682648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40612" y="2034088"/>
              <a:ext cx="196024" cy="20316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029195" y="1757143"/>
              <a:ext cx="74295" cy="252729"/>
            </a:xfrm>
            <a:custGeom>
              <a:avLst/>
              <a:gdLst/>
              <a:ahLst/>
              <a:cxnLst/>
              <a:rect l="l" t="t" r="r" b="b"/>
              <a:pathLst>
                <a:path w="74294" h="252730">
                  <a:moveTo>
                    <a:pt x="74295" y="214083"/>
                  </a:moveTo>
                  <a:lnTo>
                    <a:pt x="74117" y="206844"/>
                  </a:lnTo>
                  <a:lnTo>
                    <a:pt x="74015" y="206641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96342"/>
                  </a:lnTo>
                  <a:lnTo>
                    <a:pt x="62014" y="194754"/>
                  </a:lnTo>
                  <a:lnTo>
                    <a:pt x="55537" y="193040"/>
                  </a:lnTo>
                  <a:lnTo>
                    <a:pt x="47155" y="193230"/>
                  </a:lnTo>
                  <a:lnTo>
                    <a:pt x="39230" y="194195"/>
                  </a:lnTo>
                  <a:lnTo>
                    <a:pt x="4648" y="217297"/>
                  </a:lnTo>
                  <a:lnTo>
                    <a:pt x="0" y="231228"/>
                  </a:lnTo>
                  <a:lnTo>
                    <a:pt x="190" y="237705"/>
                  </a:lnTo>
                  <a:lnTo>
                    <a:pt x="25146" y="252666"/>
                  </a:lnTo>
                  <a:lnTo>
                    <a:pt x="33629" y="251714"/>
                  </a:lnTo>
                  <a:lnTo>
                    <a:pt x="69659" y="228663"/>
                  </a:lnTo>
                  <a:lnTo>
                    <a:pt x="72859" y="221653"/>
                  </a:lnTo>
                  <a:lnTo>
                    <a:pt x="74295" y="2140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41793" y="1736642"/>
              <a:ext cx="130301" cy="26572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310805" y="1543275"/>
              <a:ext cx="187325" cy="352425"/>
            </a:xfrm>
            <a:custGeom>
              <a:avLst/>
              <a:gdLst/>
              <a:ahLst/>
              <a:cxnLst/>
              <a:rect l="l" t="t" r="r" b="b"/>
              <a:pathLst>
                <a:path w="187325" h="352425">
                  <a:moveTo>
                    <a:pt x="74295" y="313651"/>
                  </a:moveTo>
                  <a:lnTo>
                    <a:pt x="74104" y="306412"/>
                  </a:lnTo>
                  <a:lnTo>
                    <a:pt x="74015" y="306235"/>
                  </a:lnTo>
                  <a:lnTo>
                    <a:pt x="74015" y="179641"/>
                  </a:lnTo>
                  <a:lnTo>
                    <a:pt x="64008" y="179641"/>
                  </a:lnTo>
                  <a:lnTo>
                    <a:pt x="64008" y="295910"/>
                  </a:lnTo>
                  <a:lnTo>
                    <a:pt x="62014" y="294322"/>
                  </a:lnTo>
                  <a:lnTo>
                    <a:pt x="55537" y="292608"/>
                  </a:lnTo>
                  <a:lnTo>
                    <a:pt x="47155" y="292798"/>
                  </a:lnTo>
                  <a:lnTo>
                    <a:pt x="39217" y="293763"/>
                  </a:lnTo>
                  <a:lnTo>
                    <a:pt x="4648" y="316865"/>
                  </a:lnTo>
                  <a:lnTo>
                    <a:pt x="0" y="330796"/>
                  </a:lnTo>
                  <a:lnTo>
                    <a:pt x="190" y="337273"/>
                  </a:lnTo>
                  <a:lnTo>
                    <a:pt x="25146" y="352234"/>
                  </a:lnTo>
                  <a:lnTo>
                    <a:pt x="33629" y="351282"/>
                  </a:lnTo>
                  <a:lnTo>
                    <a:pt x="69646" y="328231"/>
                  </a:lnTo>
                  <a:lnTo>
                    <a:pt x="72847" y="321221"/>
                  </a:lnTo>
                  <a:lnTo>
                    <a:pt x="74295" y="313651"/>
                  </a:lnTo>
                  <a:close/>
                </a:path>
                <a:path w="187325" h="352425">
                  <a:moveTo>
                    <a:pt x="187312" y="227926"/>
                  </a:moveTo>
                  <a:lnTo>
                    <a:pt x="187121" y="220687"/>
                  </a:lnTo>
                  <a:lnTo>
                    <a:pt x="187020" y="220484"/>
                  </a:lnTo>
                  <a:lnTo>
                    <a:pt x="187020" y="0"/>
                  </a:lnTo>
                  <a:lnTo>
                    <a:pt x="177025" y="0"/>
                  </a:lnTo>
                  <a:lnTo>
                    <a:pt x="177025" y="210197"/>
                  </a:lnTo>
                  <a:lnTo>
                    <a:pt x="175018" y="208597"/>
                  </a:lnTo>
                  <a:lnTo>
                    <a:pt x="168541" y="206883"/>
                  </a:lnTo>
                  <a:lnTo>
                    <a:pt x="160159" y="207073"/>
                  </a:lnTo>
                  <a:lnTo>
                    <a:pt x="152234" y="208038"/>
                  </a:lnTo>
                  <a:lnTo>
                    <a:pt x="117652" y="231140"/>
                  </a:lnTo>
                  <a:lnTo>
                    <a:pt x="113017" y="245071"/>
                  </a:lnTo>
                  <a:lnTo>
                    <a:pt x="113207" y="251548"/>
                  </a:lnTo>
                  <a:lnTo>
                    <a:pt x="138163" y="266509"/>
                  </a:lnTo>
                  <a:lnTo>
                    <a:pt x="146646" y="265557"/>
                  </a:lnTo>
                  <a:lnTo>
                    <a:pt x="182664" y="242506"/>
                  </a:lnTo>
                  <a:lnTo>
                    <a:pt x="185864" y="235496"/>
                  </a:lnTo>
                  <a:lnTo>
                    <a:pt x="187312" y="2279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36408" y="1514698"/>
              <a:ext cx="469336" cy="29507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14615" y="752484"/>
              <a:ext cx="3253104" cy="1302385"/>
            </a:xfrm>
            <a:custGeom>
              <a:avLst/>
              <a:gdLst/>
              <a:ahLst/>
              <a:cxnLst/>
              <a:rect l="l" t="t" r="r" b="b"/>
              <a:pathLst>
                <a:path w="3253104" h="1302385">
                  <a:moveTo>
                    <a:pt x="470204" y="1013612"/>
                  </a:moveTo>
                  <a:lnTo>
                    <a:pt x="0" y="1070762"/>
                  </a:lnTo>
                  <a:lnTo>
                    <a:pt x="0" y="1099540"/>
                  </a:lnTo>
                  <a:lnTo>
                    <a:pt x="470204" y="1042390"/>
                  </a:lnTo>
                  <a:lnTo>
                    <a:pt x="470204" y="1013612"/>
                  </a:lnTo>
                  <a:close/>
                </a:path>
                <a:path w="3253104" h="1302385">
                  <a:moveTo>
                    <a:pt x="470204" y="970432"/>
                  </a:moveTo>
                  <a:lnTo>
                    <a:pt x="0" y="1027582"/>
                  </a:lnTo>
                  <a:lnTo>
                    <a:pt x="0" y="1056360"/>
                  </a:lnTo>
                  <a:lnTo>
                    <a:pt x="470204" y="999210"/>
                  </a:lnTo>
                  <a:lnTo>
                    <a:pt x="470204" y="970432"/>
                  </a:lnTo>
                  <a:close/>
                </a:path>
                <a:path w="3253104" h="1302385">
                  <a:moveTo>
                    <a:pt x="977823" y="805192"/>
                  </a:moveTo>
                  <a:lnTo>
                    <a:pt x="583209" y="833767"/>
                  </a:lnTo>
                  <a:lnTo>
                    <a:pt x="583209" y="862418"/>
                  </a:lnTo>
                  <a:lnTo>
                    <a:pt x="977823" y="833843"/>
                  </a:lnTo>
                  <a:lnTo>
                    <a:pt x="977823" y="805192"/>
                  </a:lnTo>
                  <a:close/>
                </a:path>
                <a:path w="3253104" h="1302385">
                  <a:moveTo>
                    <a:pt x="977823" y="762215"/>
                  </a:moveTo>
                  <a:lnTo>
                    <a:pt x="583209" y="790790"/>
                  </a:lnTo>
                  <a:lnTo>
                    <a:pt x="583209" y="819442"/>
                  </a:lnTo>
                  <a:lnTo>
                    <a:pt x="977823" y="790867"/>
                  </a:lnTo>
                  <a:lnTo>
                    <a:pt x="977823" y="762215"/>
                  </a:lnTo>
                  <a:close/>
                </a:path>
                <a:path w="3253104" h="1302385">
                  <a:moveTo>
                    <a:pt x="1476019" y="1218742"/>
                  </a:moveTo>
                  <a:lnTo>
                    <a:pt x="1475828" y="1211503"/>
                  </a:lnTo>
                  <a:lnTo>
                    <a:pt x="1475740" y="1211326"/>
                  </a:lnTo>
                  <a:lnTo>
                    <a:pt x="1475740" y="1014069"/>
                  </a:lnTo>
                  <a:lnTo>
                    <a:pt x="1475740" y="985189"/>
                  </a:lnTo>
                  <a:lnTo>
                    <a:pt x="1475740" y="970737"/>
                  </a:lnTo>
                  <a:lnTo>
                    <a:pt x="1475740" y="941857"/>
                  </a:lnTo>
                  <a:lnTo>
                    <a:pt x="1465732" y="940384"/>
                  </a:lnTo>
                  <a:lnTo>
                    <a:pt x="1465732" y="969251"/>
                  </a:lnTo>
                  <a:lnTo>
                    <a:pt x="1465732" y="983703"/>
                  </a:lnTo>
                  <a:lnTo>
                    <a:pt x="1362722" y="968413"/>
                  </a:lnTo>
                  <a:lnTo>
                    <a:pt x="1362722" y="953960"/>
                  </a:lnTo>
                  <a:lnTo>
                    <a:pt x="1465732" y="969251"/>
                  </a:lnTo>
                  <a:lnTo>
                    <a:pt x="1465732" y="940384"/>
                  </a:lnTo>
                  <a:lnTo>
                    <a:pt x="1362722" y="925080"/>
                  </a:lnTo>
                  <a:lnTo>
                    <a:pt x="1352727" y="923594"/>
                  </a:lnTo>
                  <a:lnTo>
                    <a:pt x="1352727" y="952474"/>
                  </a:lnTo>
                  <a:lnTo>
                    <a:pt x="1352727" y="966927"/>
                  </a:lnTo>
                  <a:lnTo>
                    <a:pt x="1203845" y="944829"/>
                  </a:lnTo>
                  <a:lnTo>
                    <a:pt x="1203845" y="930376"/>
                  </a:lnTo>
                  <a:lnTo>
                    <a:pt x="1352727" y="952474"/>
                  </a:lnTo>
                  <a:lnTo>
                    <a:pt x="1352727" y="923594"/>
                  </a:lnTo>
                  <a:lnTo>
                    <a:pt x="1203845" y="901496"/>
                  </a:lnTo>
                  <a:lnTo>
                    <a:pt x="1090841" y="884707"/>
                  </a:lnTo>
                  <a:lnTo>
                    <a:pt x="1090841" y="913587"/>
                  </a:lnTo>
                  <a:lnTo>
                    <a:pt x="1193850" y="928890"/>
                  </a:lnTo>
                  <a:lnTo>
                    <a:pt x="1193850" y="943343"/>
                  </a:lnTo>
                  <a:lnTo>
                    <a:pt x="1090841" y="928039"/>
                  </a:lnTo>
                  <a:lnTo>
                    <a:pt x="1090841" y="956919"/>
                  </a:lnTo>
                  <a:lnTo>
                    <a:pt x="1193850" y="972223"/>
                  </a:lnTo>
                  <a:lnTo>
                    <a:pt x="1193850" y="1086713"/>
                  </a:lnTo>
                  <a:lnTo>
                    <a:pt x="1191844" y="1085113"/>
                  </a:lnTo>
                  <a:lnTo>
                    <a:pt x="1185367" y="1083398"/>
                  </a:lnTo>
                  <a:lnTo>
                    <a:pt x="1176985" y="1083589"/>
                  </a:lnTo>
                  <a:lnTo>
                    <a:pt x="1139431" y="1101394"/>
                  </a:lnTo>
                  <a:lnTo>
                    <a:pt x="1129842" y="1121587"/>
                  </a:lnTo>
                  <a:lnTo>
                    <a:pt x="1130033" y="1128064"/>
                  </a:lnTo>
                  <a:lnTo>
                    <a:pt x="1154988" y="1143025"/>
                  </a:lnTo>
                  <a:lnTo>
                    <a:pt x="1163472" y="1142072"/>
                  </a:lnTo>
                  <a:lnTo>
                    <a:pt x="1199489" y="1119022"/>
                  </a:lnTo>
                  <a:lnTo>
                    <a:pt x="1204137" y="1104442"/>
                  </a:lnTo>
                  <a:lnTo>
                    <a:pt x="1203947" y="1097203"/>
                  </a:lnTo>
                  <a:lnTo>
                    <a:pt x="1203845" y="1097000"/>
                  </a:lnTo>
                  <a:lnTo>
                    <a:pt x="1203845" y="973709"/>
                  </a:lnTo>
                  <a:lnTo>
                    <a:pt x="1352727" y="995807"/>
                  </a:lnTo>
                  <a:lnTo>
                    <a:pt x="1352727" y="1143863"/>
                  </a:lnTo>
                  <a:lnTo>
                    <a:pt x="1350721" y="1142263"/>
                  </a:lnTo>
                  <a:lnTo>
                    <a:pt x="1344244" y="1140548"/>
                  </a:lnTo>
                  <a:lnTo>
                    <a:pt x="1305001" y="1152740"/>
                  </a:lnTo>
                  <a:lnTo>
                    <a:pt x="1288719" y="1178737"/>
                  </a:lnTo>
                  <a:lnTo>
                    <a:pt x="1288910" y="1185214"/>
                  </a:lnTo>
                  <a:lnTo>
                    <a:pt x="1313865" y="1200175"/>
                  </a:lnTo>
                  <a:lnTo>
                    <a:pt x="1322349" y="1199222"/>
                  </a:lnTo>
                  <a:lnTo>
                    <a:pt x="1358366" y="1176172"/>
                  </a:lnTo>
                  <a:lnTo>
                    <a:pt x="1363014" y="1161592"/>
                  </a:lnTo>
                  <a:lnTo>
                    <a:pt x="1362824" y="1154353"/>
                  </a:lnTo>
                  <a:lnTo>
                    <a:pt x="1362722" y="1154150"/>
                  </a:lnTo>
                  <a:lnTo>
                    <a:pt x="1362722" y="997292"/>
                  </a:lnTo>
                  <a:lnTo>
                    <a:pt x="1465732" y="1012583"/>
                  </a:lnTo>
                  <a:lnTo>
                    <a:pt x="1465732" y="1201000"/>
                  </a:lnTo>
                  <a:lnTo>
                    <a:pt x="1463738" y="1199413"/>
                  </a:lnTo>
                  <a:lnTo>
                    <a:pt x="1457261" y="1197698"/>
                  </a:lnTo>
                  <a:lnTo>
                    <a:pt x="1418018" y="1209890"/>
                  </a:lnTo>
                  <a:lnTo>
                    <a:pt x="1401724" y="1235887"/>
                  </a:lnTo>
                  <a:lnTo>
                    <a:pt x="1401914" y="1242364"/>
                  </a:lnTo>
                  <a:lnTo>
                    <a:pt x="1426870" y="1257325"/>
                  </a:lnTo>
                  <a:lnTo>
                    <a:pt x="1435354" y="1256372"/>
                  </a:lnTo>
                  <a:lnTo>
                    <a:pt x="1471383" y="1233322"/>
                  </a:lnTo>
                  <a:lnTo>
                    <a:pt x="1474571" y="1226312"/>
                  </a:lnTo>
                  <a:lnTo>
                    <a:pt x="1476019" y="1218742"/>
                  </a:lnTo>
                  <a:close/>
                </a:path>
                <a:path w="3253104" h="1302385">
                  <a:moveTo>
                    <a:pt x="3253028" y="1056157"/>
                  </a:moveTo>
                  <a:lnTo>
                    <a:pt x="1682648" y="1056157"/>
                  </a:lnTo>
                  <a:lnTo>
                    <a:pt x="1682648" y="1027582"/>
                  </a:lnTo>
                  <a:lnTo>
                    <a:pt x="1672653" y="1027582"/>
                  </a:lnTo>
                  <a:lnTo>
                    <a:pt x="1672653" y="1284757"/>
                  </a:lnTo>
                  <a:lnTo>
                    <a:pt x="1537208" y="1284757"/>
                  </a:lnTo>
                  <a:lnTo>
                    <a:pt x="1537208" y="1233322"/>
                  </a:lnTo>
                  <a:lnTo>
                    <a:pt x="1672653" y="1233322"/>
                  </a:lnTo>
                  <a:lnTo>
                    <a:pt x="1672653" y="1227607"/>
                  </a:lnTo>
                  <a:lnTo>
                    <a:pt x="1537208" y="1227607"/>
                  </a:lnTo>
                  <a:lnTo>
                    <a:pt x="1537208" y="1176172"/>
                  </a:lnTo>
                  <a:lnTo>
                    <a:pt x="1672653" y="1176172"/>
                  </a:lnTo>
                  <a:lnTo>
                    <a:pt x="1672653" y="1170457"/>
                  </a:lnTo>
                  <a:lnTo>
                    <a:pt x="1537208" y="1170457"/>
                  </a:lnTo>
                  <a:lnTo>
                    <a:pt x="1537208" y="1119022"/>
                  </a:lnTo>
                  <a:lnTo>
                    <a:pt x="1672653" y="1119022"/>
                  </a:lnTo>
                  <a:lnTo>
                    <a:pt x="1672653" y="1113307"/>
                  </a:lnTo>
                  <a:lnTo>
                    <a:pt x="1537208" y="1113307"/>
                  </a:lnTo>
                  <a:lnTo>
                    <a:pt x="1537208" y="1061872"/>
                  </a:lnTo>
                  <a:lnTo>
                    <a:pt x="1672653" y="1061872"/>
                  </a:lnTo>
                  <a:lnTo>
                    <a:pt x="1672653" y="1056157"/>
                  </a:lnTo>
                  <a:lnTo>
                    <a:pt x="1537208" y="1056157"/>
                  </a:lnTo>
                  <a:lnTo>
                    <a:pt x="1537208" y="0"/>
                  </a:lnTo>
                  <a:lnTo>
                    <a:pt x="1528635" y="0"/>
                  </a:lnTo>
                  <a:lnTo>
                    <a:pt x="1528635" y="1056157"/>
                  </a:lnTo>
                  <a:lnTo>
                    <a:pt x="1524508" y="1056157"/>
                  </a:lnTo>
                  <a:lnTo>
                    <a:pt x="1524508" y="1061872"/>
                  </a:lnTo>
                  <a:lnTo>
                    <a:pt x="1528635" y="1061872"/>
                  </a:lnTo>
                  <a:lnTo>
                    <a:pt x="1528635" y="1113307"/>
                  </a:lnTo>
                  <a:lnTo>
                    <a:pt x="1524508" y="1113307"/>
                  </a:lnTo>
                  <a:lnTo>
                    <a:pt x="1524508" y="1119022"/>
                  </a:lnTo>
                  <a:lnTo>
                    <a:pt x="1528635" y="1119022"/>
                  </a:lnTo>
                  <a:lnTo>
                    <a:pt x="1528635" y="1170457"/>
                  </a:lnTo>
                  <a:lnTo>
                    <a:pt x="1524508" y="1170457"/>
                  </a:lnTo>
                  <a:lnTo>
                    <a:pt x="1524508" y="1176172"/>
                  </a:lnTo>
                  <a:lnTo>
                    <a:pt x="1528635" y="1176172"/>
                  </a:lnTo>
                  <a:lnTo>
                    <a:pt x="1528635" y="1227607"/>
                  </a:lnTo>
                  <a:lnTo>
                    <a:pt x="1524508" y="1227607"/>
                  </a:lnTo>
                  <a:lnTo>
                    <a:pt x="1524508" y="1233322"/>
                  </a:lnTo>
                  <a:lnTo>
                    <a:pt x="1528635" y="1233322"/>
                  </a:lnTo>
                  <a:lnTo>
                    <a:pt x="1528635" y="1284757"/>
                  </a:lnTo>
                  <a:lnTo>
                    <a:pt x="1524508" y="1284757"/>
                  </a:lnTo>
                  <a:lnTo>
                    <a:pt x="1524508" y="1290472"/>
                  </a:lnTo>
                  <a:lnTo>
                    <a:pt x="1528635" y="1290472"/>
                  </a:lnTo>
                  <a:lnTo>
                    <a:pt x="1537208" y="1290472"/>
                  </a:lnTo>
                  <a:lnTo>
                    <a:pt x="1672653" y="1290472"/>
                  </a:lnTo>
                  <a:lnTo>
                    <a:pt x="1672653" y="1301902"/>
                  </a:lnTo>
                  <a:lnTo>
                    <a:pt x="1682648" y="1301902"/>
                  </a:lnTo>
                  <a:lnTo>
                    <a:pt x="1682648" y="1290472"/>
                  </a:lnTo>
                  <a:lnTo>
                    <a:pt x="3253028" y="1290472"/>
                  </a:lnTo>
                  <a:lnTo>
                    <a:pt x="3253028" y="1284757"/>
                  </a:lnTo>
                  <a:lnTo>
                    <a:pt x="1682648" y="1284757"/>
                  </a:lnTo>
                  <a:lnTo>
                    <a:pt x="1682648" y="1233322"/>
                  </a:lnTo>
                  <a:lnTo>
                    <a:pt x="3253028" y="1233322"/>
                  </a:lnTo>
                  <a:lnTo>
                    <a:pt x="3253028" y="1227607"/>
                  </a:lnTo>
                  <a:lnTo>
                    <a:pt x="1682648" y="1227607"/>
                  </a:lnTo>
                  <a:lnTo>
                    <a:pt x="1682648" y="1176172"/>
                  </a:lnTo>
                  <a:lnTo>
                    <a:pt x="3253028" y="1176172"/>
                  </a:lnTo>
                  <a:lnTo>
                    <a:pt x="3253028" y="1170457"/>
                  </a:lnTo>
                  <a:lnTo>
                    <a:pt x="1682648" y="1170457"/>
                  </a:lnTo>
                  <a:lnTo>
                    <a:pt x="1682648" y="1119022"/>
                  </a:lnTo>
                  <a:lnTo>
                    <a:pt x="3253028" y="1119022"/>
                  </a:lnTo>
                  <a:lnTo>
                    <a:pt x="3253028" y="1113307"/>
                  </a:lnTo>
                  <a:lnTo>
                    <a:pt x="1682648" y="1113307"/>
                  </a:lnTo>
                  <a:lnTo>
                    <a:pt x="1682648" y="1061872"/>
                  </a:lnTo>
                  <a:lnTo>
                    <a:pt x="3253028" y="1061872"/>
                  </a:lnTo>
                  <a:lnTo>
                    <a:pt x="3253028" y="10561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523267" y="2034088"/>
              <a:ext cx="196024" cy="203168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711856" y="1560598"/>
              <a:ext cx="413384" cy="449580"/>
            </a:xfrm>
            <a:custGeom>
              <a:avLst/>
              <a:gdLst/>
              <a:ahLst/>
              <a:cxnLst/>
              <a:rect l="l" t="t" r="r" b="b"/>
              <a:pathLst>
                <a:path w="413385" h="449580">
                  <a:moveTo>
                    <a:pt x="74295" y="410629"/>
                  </a:moveTo>
                  <a:lnTo>
                    <a:pt x="74104" y="403390"/>
                  </a:lnTo>
                  <a:lnTo>
                    <a:pt x="74002" y="403186"/>
                  </a:lnTo>
                  <a:lnTo>
                    <a:pt x="74002" y="193471"/>
                  </a:lnTo>
                  <a:lnTo>
                    <a:pt x="64008" y="193471"/>
                  </a:lnTo>
                  <a:lnTo>
                    <a:pt x="64008" y="392899"/>
                  </a:lnTo>
                  <a:lnTo>
                    <a:pt x="62001" y="391299"/>
                  </a:lnTo>
                  <a:lnTo>
                    <a:pt x="55524" y="389585"/>
                  </a:lnTo>
                  <a:lnTo>
                    <a:pt x="47142" y="389775"/>
                  </a:lnTo>
                  <a:lnTo>
                    <a:pt x="39217" y="390740"/>
                  </a:lnTo>
                  <a:lnTo>
                    <a:pt x="4648" y="413842"/>
                  </a:lnTo>
                  <a:lnTo>
                    <a:pt x="0" y="427774"/>
                  </a:lnTo>
                  <a:lnTo>
                    <a:pt x="190" y="434251"/>
                  </a:lnTo>
                  <a:lnTo>
                    <a:pt x="25146" y="449211"/>
                  </a:lnTo>
                  <a:lnTo>
                    <a:pt x="33629" y="448259"/>
                  </a:lnTo>
                  <a:lnTo>
                    <a:pt x="69646" y="425208"/>
                  </a:lnTo>
                  <a:lnTo>
                    <a:pt x="72847" y="418198"/>
                  </a:lnTo>
                  <a:lnTo>
                    <a:pt x="74295" y="410629"/>
                  </a:lnTo>
                  <a:close/>
                </a:path>
                <a:path w="413385" h="449580">
                  <a:moveTo>
                    <a:pt x="187312" y="353479"/>
                  </a:moveTo>
                  <a:lnTo>
                    <a:pt x="187121" y="346240"/>
                  </a:lnTo>
                  <a:lnTo>
                    <a:pt x="187020" y="346036"/>
                  </a:lnTo>
                  <a:lnTo>
                    <a:pt x="187020" y="177888"/>
                  </a:lnTo>
                  <a:lnTo>
                    <a:pt x="177025" y="177888"/>
                  </a:lnTo>
                  <a:lnTo>
                    <a:pt x="177025" y="335749"/>
                  </a:lnTo>
                  <a:lnTo>
                    <a:pt x="175018" y="334149"/>
                  </a:lnTo>
                  <a:lnTo>
                    <a:pt x="168541" y="332435"/>
                  </a:lnTo>
                  <a:lnTo>
                    <a:pt x="160159" y="332625"/>
                  </a:lnTo>
                  <a:lnTo>
                    <a:pt x="152234" y="333590"/>
                  </a:lnTo>
                  <a:lnTo>
                    <a:pt x="117652" y="356692"/>
                  </a:lnTo>
                  <a:lnTo>
                    <a:pt x="113017" y="370624"/>
                  </a:lnTo>
                  <a:lnTo>
                    <a:pt x="113207" y="377101"/>
                  </a:lnTo>
                  <a:lnTo>
                    <a:pt x="138163" y="392061"/>
                  </a:lnTo>
                  <a:lnTo>
                    <a:pt x="146634" y="391109"/>
                  </a:lnTo>
                  <a:lnTo>
                    <a:pt x="182664" y="368058"/>
                  </a:lnTo>
                  <a:lnTo>
                    <a:pt x="185864" y="361048"/>
                  </a:lnTo>
                  <a:lnTo>
                    <a:pt x="187312" y="353479"/>
                  </a:lnTo>
                  <a:close/>
                </a:path>
                <a:path w="413385" h="449580">
                  <a:moveTo>
                    <a:pt x="300316" y="296329"/>
                  </a:moveTo>
                  <a:lnTo>
                    <a:pt x="300126" y="289090"/>
                  </a:lnTo>
                  <a:lnTo>
                    <a:pt x="300037" y="288912"/>
                  </a:lnTo>
                  <a:lnTo>
                    <a:pt x="300037" y="162318"/>
                  </a:lnTo>
                  <a:lnTo>
                    <a:pt x="290029" y="162318"/>
                  </a:lnTo>
                  <a:lnTo>
                    <a:pt x="290029" y="278587"/>
                  </a:lnTo>
                  <a:lnTo>
                    <a:pt x="288036" y="276999"/>
                  </a:lnTo>
                  <a:lnTo>
                    <a:pt x="281559" y="275285"/>
                  </a:lnTo>
                  <a:lnTo>
                    <a:pt x="273177" y="275475"/>
                  </a:lnTo>
                  <a:lnTo>
                    <a:pt x="265239" y="276440"/>
                  </a:lnTo>
                  <a:lnTo>
                    <a:pt x="230670" y="299542"/>
                  </a:lnTo>
                  <a:lnTo>
                    <a:pt x="226021" y="313474"/>
                  </a:lnTo>
                  <a:lnTo>
                    <a:pt x="226212" y="319951"/>
                  </a:lnTo>
                  <a:lnTo>
                    <a:pt x="251167" y="334911"/>
                  </a:lnTo>
                  <a:lnTo>
                    <a:pt x="259651" y="333959"/>
                  </a:lnTo>
                  <a:lnTo>
                    <a:pt x="295668" y="310908"/>
                  </a:lnTo>
                  <a:lnTo>
                    <a:pt x="298869" y="303898"/>
                  </a:lnTo>
                  <a:lnTo>
                    <a:pt x="300316" y="296329"/>
                  </a:lnTo>
                  <a:close/>
                </a:path>
                <a:path w="413385" h="449580">
                  <a:moveTo>
                    <a:pt x="413334" y="210604"/>
                  </a:moveTo>
                  <a:lnTo>
                    <a:pt x="413143" y="203365"/>
                  </a:lnTo>
                  <a:lnTo>
                    <a:pt x="413042" y="203161"/>
                  </a:lnTo>
                  <a:lnTo>
                    <a:pt x="413042" y="0"/>
                  </a:lnTo>
                  <a:lnTo>
                    <a:pt x="403047" y="0"/>
                  </a:lnTo>
                  <a:lnTo>
                    <a:pt x="403047" y="192874"/>
                  </a:lnTo>
                  <a:lnTo>
                    <a:pt x="401040" y="191274"/>
                  </a:lnTo>
                  <a:lnTo>
                    <a:pt x="394563" y="189560"/>
                  </a:lnTo>
                  <a:lnTo>
                    <a:pt x="386181" y="189750"/>
                  </a:lnTo>
                  <a:lnTo>
                    <a:pt x="378256" y="190715"/>
                  </a:lnTo>
                  <a:lnTo>
                    <a:pt x="343674" y="213817"/>
                  </a:lnTo>
                  <a:lnTo>
                    <a:pt x="339039" y="227749"/>
                  </a:lnTo>
                  <a:lnTo>
                    <a:pt x="339229" y="234226"/>
                  </a:lnTo>
                  <a:lnTo>
                    <a:pt x="364185" y="249186"/>
                  </a:lnTo>
                  <a:lnTo>
                    <a:pt x="372668" y="248234"/>
                  </a:lnTo>
                  <a:lnTo>
                    <a:pt x="408686" y="225183"/>
                  </a:lnTo>
                  <a:lnTo>
                    <a:pt x="411886" y="218173"/>
                  </a:lnTo>
                  <a:lnTo>
                    <a:pt x="413334" y="2106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147390" y="1551456"/>
              <a:ext cx="279733" cy="22231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474859" y="1546303"/>
              <a:ext cx="203824" cy="26347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717391" y="1651847"/>
              <a:ext cx="74295" cy="215265"/>
            </a:xfrm>
            <a:custGeom>
              <a:avLst/>
              <a:gdLst/>
              <a:ahLst/>
              <a:cxnLst/>
              <a:rect l="l" t="t" r="r" b="b"/>
              <a:pathLst>
                <a:path w="74295" h="215264">
                  <a:moveTo>
                    <a:pt x="74295" y="176504"/>
                  </a:moveTo>
                  <a:lnTo>
                    <a:pt x="74104" y="169265"/>
                  </a:lnTo>
                  <a:lnTo>
                    <a:pt x="74015" y="169087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58762"/>
                  </a:lnTo>
                  <a:lnTo>
                    <a:pt x="62014" y="157175"/>
                  </a:lnTo>
                  <a:lnTo>
                    <a:pt x="55537" y="155460"/>
                  </a:lnTo>
                  <a:lnTo>
                    <a:pt x="47155" y="155651"/>
                  </a:lnTo>
                  <a:lnTo>
                    <a:pt x="39217" y="156616"/>
                  </a:lnTo>
                  <a:lnTo>
                    <a:pt x="4648" y="179717"/>
                  </a:lnTo>
                  <a:lnTo>
                    <a:pt x="0" y="193649"/>
                  </a:lnTo>
                  <a:lnTo>
                    <a:pt x="190" y="200126"/>
                  </a:lnTo>
                  <a:lnTo>
                    <a:pt x="25146" y="215087"/>
                  </a:lnTo>
                  <a:lnTo>
                    <a:pt x="33629" y="214134"/>
                  </a:lnTo>
                  <a:lnTo>
                    <a:pt x="69659" y="191084"/>
                  </a:lnTo>
                  <a:lnTo>
                    <a:pt x="72847" y="184073"/>
                  </a:lnTo>
                  <a:lnTo>
                    <a:pt x="74295" y="176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829985" y="1673718"/>
              <a:ext cx="130301" cy="30007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597264" y="752484"/>
              <a:ext cx="2479675" cy="1313815"/>
            </a:xfrm>
            <a:custGeom>
              <a:avLst/>
              <a:gdLst/>
              <a:ahLst/>
              <a:cxnLst/>
              <a:rect l="l" t="t" r="r" b="b"/>
              <a:pathLst>
                <a:path w="2479675" h="1313814">
                  <a:moveTo>
                    <a:pt x="414629" y="1013701"/>
                  </a:moveTo>
                  <a:lnTo>
                    <a:pt x="0" y="1070851"/>
                  </a:lnTo>
                  <a:lnTo>
                    <a:pt x="0" y="1099693"/>
                  </a:lnTo>
                  <a:lnTo>
                    <a:pt x="414629" y="1042543"/>
                  </a:lnTo>
                  <a:lnTo>
                    <a:pt x="414629" y="1013701"/>
                  </a:lnTo>
                  <a:close/>
                </a:path>
                <a:path w="2479675" h="1313814">
                  <a:moveTo>
                    <a:pt x="414629" y="970432"/>
                  </a:moveTo>
                  <a:lnTo>
                    <a:pt x="0" y="1027582"/>
                  </a:lnTo>
                  <a:lnTo>
                    <a:pt x="0" y="1056424"/>
                  </a:lnTo>
                  <a:lnTo>
                    <a:pt x="414629" y="999274"/>
                  </a:lnTo>
                  <a:lnTo>
                    <a:pt x="414629" y="970432"/>
                  </a:lnTo>
                  <a:close/>
                </a:path>
                <a:path w="2479675" h="1313814">
                  <a:moveTo>
                    <a:pt x="968121" y="836714"/>
                  </a:moveTo>
                  <a:lnTo>
                    <a:pt x="527634" y="851001"/>
                  </a:lnTo>
                  <a:lnTo>
                    <a:pt x="527634" y="879589"/>
                  </a:lnTo>
                  <a:lnTo>
                    <a:pt x="968121" y="865301"/>
                  </a:lnTo>
                  <a:lnTo>
                    <a:pt x="968121" y="836714"/>
                  </a:lnTo>
                  <a:close/>
                </a:path>
                <a:path w="2479675" h="1313814">
                  <a:moveTo>
                    <a:pt x="968121" y="793826"/>
                  </a:moveTo>
                  <a:lnTo>
                    <a:pt x="527634" y="808113"/>
                  </a:lnTo>
                  <a:lnTo>
                    <a:pt x="527634" y="836701"/>
                  </a:lnTo>
                  <a:lnTo>
                    <a:pt x="968121" y="822413"/>
                  </a:lnTo>
                  <a:lnTo>
                    <a:pt x="968121" y="793826"/>
                  </a:lnTo>
                  <a:close/>
                </a:path>
                <a:path w="2479675" h="1313814">
                  <a:moveTo>
                    <a:pt x="1521891" y="1190167"/>
                  </a:moveTo>
                  <a:lnTo>
                    <a:pt x="1521701" y="1182928"/>
                  </a:lnTo>
                  <a:lnTo>
                    <a:pt x="1521612" y="1182751"/>
                  </a:lnTo>
                  <a:lnTo>
                    <a:pt x="1521612" y="1013891"/>
                  </a:lnTo>
                  <a:lnTo>
                    <a:pt x="1521612" y="985075"/>
                  </a:lnTo>
                  <a:lnTo>
                    <a:pt x="1521612" y="970673"/>
                  </a:lnTo>
                  <a:lnTo>
                    <a:pt x="1521612" y="941857"/>
                  </a:lnTo>
                  <a:lnTo>
                    <a:pt x="1081125" y="884707"/>
                  </a:lnTo>
                  <a:lnTo>
                    <a:pt x="1081125" y="913523"/>
                  </a:lnTo>
                  <a:lnTo>
                    <a:pt x="1511604" y="969378"/>
                  </a:lnTo>
                  <a:lnTo>
                    <a:pt x="1511604" y="983780"/>
                  </a:lnTo>
                  <a:lnTo>
                    <a:pt x="1081125" y="927925"/>
                  </a:lnTo>
                  <a:lnTo>
                    <a:pt x="1081125" y="956741"/>
                  </a:lnTo>
                  <a:lnTo>
                    <a:pt x="1511604" y="1012596"/>
                  </a:lnTo>
                  <a:lnTo>
                    <a:pt x="1511604" y="1172425"/>
                  </a:lnTo>
                  <a:lnTo>
                    <a:pt x="1509610" y="1170838"/>
                  </a:lnTo>
                  <a:lnTo>
                    <a:pt x="1503133" y="1169123"/>
                  </a:lnTo>
                  <a:lnTo>
                    <a:pt x="1494751" y="1169314"/>
                  </a:lnTo>
                  <a:lnTo>
                    <a:pt x="1457185" y="1187119"/>
                  </a:lnTo>
                  <a:lnTo>
                    <a:pt x="1447596" y="1207312"/>
                  </a:lnTo>
                  <a:lnTo>
                    <a:pt x="1447787" y="1213789"/>
                  </a:lnTo>
                  <a:lnTo>
                    <a:pt x="1472742" y="1228750"/>
                  </a:lnTo>
                  <a:lnTo>
                    <a:pt x="1481226" y="1227797"/>
                  </a:lnTo>
                  <a:lnTo>
                    <a:pt x="1517256" y="1204747"/>
                  </a:lnTo>
                  <a:lnTo>
                    <a:pt x="1520444" y="1197737"/>
                  </a:lnTo>
                  <a:lnTo>
                    <a:pt x="1521891" y="1190167"/>
                  </a:lnTo>
                  <a:close/>
                </a:path>
                <a:path w="2479675" h="1313814">
                  <a:moveTo>
                    <a:pt x="1797392" y="827265"/>
                  </a:moveTo>
                  <a:lnTo>
                    <a:pt x="1701952" y="798410"/>
                  </a:lnTo>
                  <a:lnTo>
                    <a:pt x="1701952" y="805840"/>
                  </a:lnTo>
                  <a:lnTo>
                    <a:pt x="1772818" y="826985"/>
                  </a:lnTo>
                  <a:lnTo>
                    <a:pt x="1772818" y="827265"/>
                  </a:lnTo>
                  <a:lnTo>
                    <a:pt x="1701952" y="848410"/>
                  </a:lnTo>
                  <a:lnTo>
                    <a:pt x="1701952" y="856132"/>
                  </a:lnTo>
                  <a:lnTo>
                    <a:pt x="1797392" y="827265"/>
                  </a:lnTo>
                  <a:close/>
                </a:path>
                <a:path w="2479675" h="1313814">
                  <a:moveTo>
                    <a:pt x="1820824" y="912418"/>
                  </a:moveTo>
                  <a:lnTo>
                    <a:pt x="1820062" y="905941"/>
                  </a:lnTo>
                  <a:lnTo>
                    <a:pt x="1816442" y="902423"/>
                  </a:lnTo>
                  <a:lnTo>
                    <a:pt x="1809965" y="901852"/>
                  </a:lnTo>
                  <a:lnTo>
                    <a:pt x="1803298" y="902423"/>
                  </a:lnTo>
                  <a:lnTo>
                    <a:pt x="1799678" y="905941"/>
                  </a:lnTo>
                  <a:lnTo>
                    <a:pt x="1799107" y="912418"/>
                  </a:lnTo>
                  <a:lnTo>
                    <a:pt x="1799678" y="918895"/>
                  </a:lnTo>
                  <a:lnTo>
                    <a:pt x="1803298" y="922616"/>
                  </a:lnTo>
                  <a:lnTo>
                    <a:pt x="1809965" y="923569"/>
                  </a:lnTo>
                  <a:lnTo>
                    <a:pt x="1816442" y="922616"/>
                  </a:lnTo>
                  <a:lnTo>
                    <a:pt x="1820062" y="918895"/>
                  </a:lnTo>
                  <a:lnTo>
                    <a:pt x="1820824" y="912418"/>
                  </a:lnTo>
                  <a:close/>
                </a:path>
                <a:path w="2479675" h="1313814">
                  <a:moveTo>
                    <a:pt x="2479611" y="1056157"/>
                  </a:moveTo>
                  <a:lnTo>
                    <a:pt x="1720519" y="1056157"/>
                  </a:lnTo>
                  <a:lnTo>
                    <a:pt x="1720519" y="1002576"/>
                  </a:lnTo>
                  <a:lnTo>
                    <a:pt x="1805152" y="1002576"/>
                  </a:lnTo>
                  <a:lnTo>
                    <a:pt x="1805152" y="995426"/>
                  </a:lnTo>
                  <a:lnTo>
                    <a:pt x="1720519" y="995426"/>
                  </a:lnTo>
                  <a:lnTo>
                    <a:pt x="1720519" y="945426"/>
                  </a:lnTo>
                  <a:lnTo>
                    <a:pt x="1805152" y="945426"/>
                  </a:lnTo>
                  <a:lnTo>
                    <a:pt x="1805152" y="938276"/>
                  </a:lnTo>
                  <a:lnTo>
                    <a:pt x="1758530" y="938276"/>
                  </a:lnTo>
                  <a:lnTo>
                    <a:pt x="1760601" y="937374"/>
                  </a:lnTo>
                  <a:lnTo>
                    <a:pt x="1765592" y="934326"/>
                  </a:lnTo>
                  <a:lnTo>
                    <a:pt x="1785581" y="898232"/>
                  </a:lnTo>
                  <a:lnTo>
                    <a:pt x="1782711" y="891273"/>
                  </a:lnTo>
                  <a:lnTo>
                    <a:pt x="1782622" y="891082"/>
                  </a:lnTo>
                  <a:lnTo>
                    <a:pt x="1777098" y="886510"/>
                  </a:lnTo>
                  <a:lnTo>
                    <a:pt x="1777098" y="895845"/>
                  </a:lnTo>
                  <a:lnTo>
                    <a:pt x="1777098" y="899464"/>
                  </a:lnTo>
                  <a:lnTo>
                    <a:pt x="1744522" y="928712"/>
                  </a:lnTo>
                  <a:lnTo>
                    <a:pt x="1728241" y="934326"/>
                  </a:lnTo>
                  <a:lnTo>
                    <a:pt x="1724240" y="934135"/>
                  </a:lnTo>
                  <a:lnTo>
                    <a:pt x="1720519" y="933792"/>
                  </a:lnTo>
                  <a:lnTo>
                    <a:pt x="1720519" y="924712"/>
                  </a:lnTo>
                  <a:lnTo>
                    <a:pt x="1719554" y="924712"/>
                  </a:lnTo>
                  <a:lnTo>
                    <a:pt x="1751952" y="896708"/>
                  </a:lnTo>
                  <a:lnTo>
                    <a:pt x="1766239" y="891273"/>
                  </a:lnTo>
                  <a:lnTo>
                    <a:pt x="1771954" y="891844"/>
                  </a:lnTo>
                  <a:lnTo>
                    <a:pt x="1774812" y="892225"/>
                  </a:lnTo>
                  <a:lnTo>
                    <a:pt x="1776526" y="893559"/>
                  </a:lnTo>
                  <a:lnTo>
                    <a:pt x="1777098" y="895845"/>
                  </a:lnTo>
                  <a:lnTo>
                    <a:pt x="1777098" y="886510"/>
                  </a:lnTo>
                  <a:lnTo>
                    <a:pt x="1775955" y="885558"/>
                  </a:lnTo>
                  <a:lnTo>
                    <a:pt x="1770811" y="882700"/>
                  </a:lnTo>
                  <a:lnTo>
                    <a:pt x="1765007" y="881557"/>
                  </a:lnTo>
                  <a:lnTo>
                    <a:pt x="1758530" y="882129"/>
                  </a:lnTo>
                  <a:lnTo>
                    <a:pt x="1720507" y="898740"/>
                  </a:lnTo>
                  <a:lnTo>
                    <a:pt x="1709851" y="927760"/>
                  </a:lnTo>
                  <a:lnTo>
                    <a:pt x="1710524" y="929386"/>
                  </a:lnTo>
                  <a:lnTo>
                    <a:pt x="1710524" y="938276"/>
                  </a:lnTo>
                  <a:lnTo>
                    <a:pt x="1694002" y="938276"/>
                  </a:lnTo>
                  <a:lnTo>
                    <a:pt x="1694002" y="945426"/>
                  </a:lnTo>
                  <a:lnTo>
                    <a:pt x="1710524" y="945426"/>
                  </a:lnTo>
                  <a:lnTo>
                    <a:pt x="1710524" y="995426"/>
                  </a:lnTo>
                  <a:lnTo>
                    <a:pt x="1694002" y="995426"/>
                  </a:lnTo>
                  <a:lnTo>
                    <a:pt x="1694002" y="1002576"/>
                  </a:lnTo>
                  <a:lnTo>
                    <a:pt x="1710524" y="1002576"/>
                  </a:lnTo>
                  <a:lnTo>
                    <a:pt x="1710524" y="1056157"/>
                  </a:lnTo>
                  <a:lnTo>
                    <a:pt x="1710524" y="1284757"/>
                  </a:lnTo>
                  <a:lnTo>
                    <a:pt x="1583080" y="1284757"/>
                  </a:lnTo>
                  <a:lnTo>
                    <a:pt x="1583080" y="1233322"/>
                  </a:lnTo>
                  <a:lnTo>
                    <a:pt x="1710524" y="1233322"/>
                  </a:lnTo>
                  <a:lnTo>
                    <a:pt x="1710524" y="1227607"/>
                  </a:lnTo>
                  <a:lnTo>
                    <a:pt x="1583080" y="1227607"/>
                  </a:lnTo>
                  <a:lnTo>
                    <a:pt x="1583080" y="1176172"/>
                  </a:lnTo>
                  <a:lnTo>
                    <a:pt x="1710524" y="1176172"/>
                  </a:lnTo>
                  <a:lnTo>
                    <a:pt x="1710524" y="1170457"/>
                  </a:lnTo>
                  <a:lnTo>
                    <a:pt x="1583080" y="1170457"/>
                  </a:lnTo>
                  <a:lnTo>
                    <a:pt x="1583080" y="1119022"/>
                  </a:lnTo>
                  <a:lnTo>
                    <a:pt x="1710524" y="1119022"/>
                  </a:lnTo>
                  <a:lnTo>
                    <a:pt x="1710524" y="1113307"/>
                  </a:lnTo>
                  <a:lnTo>
                    <a:pt x="1583080" y="1113307"/>
                  </a:lnTo>
                  <a:lnTo>
                    <a:pt x="1583080" y="1061872"/>
                  </a:lnTo>
                  <a:lnTo>
                    <a:pt x="1710524" y="1061872"/>
                  </a:lnTo>
                  <a:lnTo>
                    <a:pt x="1710524" y="1056157"/>
                  </a:lnTo>
                  <a:lnTo>
                    <a:pt x="1583080" y="1056157"/>
                  </a:lnTo>
                  <a:lnTo>
                    <a:pt x="1583080" y="0"/>
                  </a:lnTo>
                  <a:lnTo>
                    <a:pt x="1574507" y="0"/>
                  </a:lnTo>
                  <a:lnTo>
                    <a:pt x="1574507" y="1056157"/>
                  </a:lnTo>
                  <a:lnTo>
                    <a:pt x="1570380" y="1056157"/>
                  </a:lnTo>
                  <a:lnTo>
                    <a:pt x="1570380" y="1061872"/>
                  </a:lnTo>
                  <a:lnTo>
                    <a:pt x="1574507" y="1061872"/>
                  </a:lnTo>
                  <a:lnTo>
                    <a:pt x="1574507" y="1113307"/>
                  </a:lnTo>
                  <a:lnTo>
                    <a:pt x="1570380" y="1113307"/>
                  </a:lnTo>
                  <a:lnTo>
                    <a:pt x="1570380" y="1119022"/>
                  </a:lnTo>
                  <a:lnTo>
                    <a:pt x="1574507" y="1119022"/>
                  </a:lnTo>
                  <a:lnTo>
                    <a:pt x="1574507" y="1170457"/>
                  </a:lnTo>
                  <a:lnTo>
                    <a:pt x="1570380" y="1170457"/>
                  </a:lnTo>
                  <a:lnTo>
                    <a:pt x="1570380" y="1176172"/>
                  </a:lnTo>
                  <a:lnTo>
                    <a:pt x="1574507" y="1176172"/>
                  </a:lnTo>
                  <a:lnTo>
                    <a:pt x="1574507" y="1227607"/>
                  </a:lnTo>
                  <a:lnTo>
                    <a:pt x="1570380" y="1227607"/>
                  </a:lnTo>
                  <a:lnTo>
                    <a:pt x="1570380" y="1233322"/>
                  </a:lnTo>
                  <a:lnTo>
                    <a:pt x="1574507" y="1233322"/>
                  </a:lnTo>
                  <a:lnTo>
                    <a:pt x="1574507" y="1284757"/>
                  </a:lnTo>
                  <a:lnTo>
                    <a:pt x="1570380" y="1284757"/>
                  </a:lnTo>
                  <a:lnTo>
                    <a:pt x="1570380" y="1290472"/>
                  </a:lnTo>
                  <a:lnTo>
                    <a:pt x="1574507" y="1290472"/>
                  </a:lnTo>
                  <a:lnTo>
                    <a:pt x="1583080" y="1290472"/>
                  </a:lnTo>
                  <a:lnTo>
                    <a:pt x="1710524" y="1290472"/>
                  </a:lnTo>
                  <a:lnTo>
                    <a:pt x="1710524" y="1313332"/>
                  </a:lnTo>
                  <a:lnTo>
                    <a:pt x="1720519" y="1313332"/>
                  </a:lnTo>
                  <a:lnTo>
                    <a:pt x="1720519" y="1290472"/>
                  </a:lnTo>
                  <a:lnTo>
                    <a:pt x="2479611" y="1290472"/>
                  </a:lnTo>
                  <a:lnTo>
                    <a:pt x="2479611" y="1284757"/>
                  </a:lnTo>
                  <a:lnTo>
                    <a:pt x="1720519" y="1284757"/>
                  </a:lnTo>
                  <a:lnTo>
                    <a:pt x="1720519" y="1233322"/>
                  </a:lnTo>
                  <a:lnTo>
                    <a:pt x="2479611" y="1233322"/>
                  </a:lnTo>
                  <a:lnTo>
                    <a:pt x="2479611" y="1227607"/>
                  </a:lnTo>
                  <a:lnTo>
                    <a:pt x="1720519" y="1227607"/>
                  </a:lnTo>
                  <a:lnTo>
                    <a:pt x="1720519" y="1176172"/>
                  </a:lnTo>
                  <a:lnTo>
                    <a:pt x="2479611" y="1176172"/>
                  </a:lnTo>
                  <a:lnTo>
                    <a:pt x="2479611" y="1170457"/>
                  </a:lnTo>
                  <a:lnTo>
                    <a:pt x="1720519" y="1170457"/>
                  </a:lnTo>
                  <a:lnTo>
                    <a:pt x="1720519" y="1119022"/>
                  </a:lnTo>
                  <a:lnTo>
                    <a:pt x="2479611" y="1119022"/>
                  </a:lnTo>
                  <a:lnTo>
                    <a:pt x="2479611" y="1113307"/>
                  </a:lnTo>
                  <a:lnTo>
                    <a:pt x="1720519" y="1113307"/>
                  </a:lnTo>
                  <a:lnTo>
                    <a:pt x="1720519" y="1061872"/>
                  </a:lnTo>
                  <a:lnTo>
                    <a:pt x="2479611" y="1061872"/>
                  </a:lnTo>
                  <a:lnTo>
                    <a:pt x="2479611" y="10561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307127" y="1825776"/>
              <a:ext cx="110966" cy="7115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716386" y="752484"/>
              <a:ext cx="28575" cy="1290955"/>
            </a:xfrm>
            <a:custGeom>
              <a:avLst/>
              <a:gdLst/>
              <a:ahLst/>
              <a:cxnLst/>
              <a:rect l="l" t="t" r="r" b="b"/>
              <a:pathLst>
                <a:path w="28575" h="1290955">
                  <a:moveTo>
                    <a:pt x="10007" y="0"/>
                  </a:moveTo>
                  <a:lnTo>
                    <a:pt x="0" y="0"/>
                  </a:lnTo>
                  <a:lnTo>
                    <a:pt x="0" y="1290472"/>
                  </a:lnTo>
                  <a:lnTo>
                    <a:pt x="10007" y="1290472"/>
                  </a:lnTo>
                  <a:lnTo>
                    <a:pt x="10007" y="0"/>
                  </a:lnTo>
                  <a:close/>
                </a:path>
                <a:path w="28575" h="1290955">
                  <a:moveTo>
                    <a:pt x="28003" y="0"/>
                  </a:moveTo>
                  <a:lnTo>
                    <a:pt x="18008" y="0"/>
                  </a:lnTo>
                  <a:lnTo>
                    <a:pt x="18008" y="1290472"/>
                  </a:lnTo>
                  <a:lnTo>
                    <a:pt x="28003" y="1290472"/>
                  </a:lnTo>
                  <a:lnTo>
                    <a:pt x="280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787264" y="1780056"/>
              <a:ext cx="273748" cy="296036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076876" y="752484"/>
              <a:ext cx="2197100" cy="1313815"/>
            </a:xfrm>
            <a:custGeom>
              <a:avLst/>
              <a:gdLst/>
              <a:ahLst/>
              <a:cxnLst/>
              <a:rect l="l" t="t" r="r" b="b"/>
              <a:pathLst>
                <a:path w="2197100" h="1313814">
                  <a:moveTo>
                    <a:pt x="2196554" y="1056157"/>
                  </a:moveTo>
                  <a:lnTo>
                    <a:pt x="972769" y="1056157"/>
                  </a:lnTo>
                  <a:lnTo>
                    <a:pt x="972769" y="0"/>
                  </a:lnTo>
                  <a:lnTo>
                    <a:pt x="964196" y="0"/>
                  </a:lnTo>
                  <a:lnTo>
                    <a:pt x="964196" y="1284757"/>
                  </a:lnTo>
                  <a:lnTo>
                    <a:pt x="960069" y="1284757"/>
                  </a:lnTo>
                  <a:lnTo>
                    <a:pt x="589292" y="1284757"/>
                  </a:lnTo>
                  <a:lnTo>
                    <a:pt x="589292" y="1233322"/>
                  </a:lnTo>
                  <a:lnTo>
                    <a:pt x="960069" y="1233322"/>
                  </a:lnTo>
                  <a:lnTo>
                    <a:pt x="964196" y="1233322"/>
                  </a:lnTo>
                  <a:lnTo>
                    <a:pt x="964196" y="1227607"/>
                  </a:lnTo>
                  <a:lnTo>
                    <a:pt x="960069" y="1227607"/>
                  </a:lnTo>
                  <a:lnTo>
                    <a:pt x="589292" y="1227607"/>
                  </a:lnTo>
                  <a:lnTo>
                    <a:pt x="589292" y="1176172"/>
                  </a:lnTo>
                  <a:lnTo>
                    <a:pt x="960069" y="1176172"/>
                  </a:lnTo>
                  <a:lnTo>
                    <a:pt x="964196" y="1176172"/>
                  </a:lnTo>
                  <a:lnTo>
                    <a:pt x="964196" y="1170457"/>
                  </a:lnTo>
                  <a:lnTo>
                    <a:pt x="960069" y="1170457"/>
                  </a:lnTo>
                  <a:lnTo>
                    <a:pt x="589292" y="1170457"/>
                  </a:lnTo>
                  <a:lnTo>
                    <a:pt x="589292" y="1139342"/>
                  </a:lnTo>
                  <a:lnTo>
                    <a:pt x="591299" y="1140929"/>
                  </a:lnTo>
                  <a:lnTo>
                    <a:pt x="597204" y="1142834"/>
                  </a:lnTo>
                  <a:lnTo>
                    <a:pt x="637298" y="1131303"/>
                  </a:lnTo>
                  <a:lnTo>
                    <a:pt x="648944" y="1119022"/>
                  </a:lnTo>
                  <a:lnTo>
                    <a:pt x="960069" y="1119022"/>
                  </a:lnTo>
                  <a:lnTo>
                    <a:pt x="964196" y="1119022"/>
                  </a:lnTo>
                  <a:lnTo>
                    <a:pt x="964196" y="1113307"/>
                  </a:lnTo>
                  <a:lnTo>
                    <a:pt x="960069" y="1113307"/>
                  </a:lnTo>
                  <a:lnTo>
                    <a:pt x="651548" y="1113307"/>
                  </a:lnTo>
                  <a:lnTo>
                    <a:pt x="652145" y="1112012"/>
                  </a:lnTo>
                  <a:lnTo>
                    <a:pt x="653592" y="1104442"/>
                  </a:lnTo>
                  <a:lnTo>
                    <a:pt x="653402" y="1097203"/>
                  </a:lnTo>
                  <a:lnTo>
                    <a:pt x="650824" y="1091971"/>
                  </a:lnTo>
                  <a:lnTo>
                    <a:pt x="645871" y="1088732"/>
                  </a:lnTo>
                  <a:lnTo>
                    <a:pt x="641299" y="1085113"/>
                  </a:lnTo>
                  <a:lnTo>
                    <a:pt x="634822" y="1083398"/>
                  </a:lnTo>
                  <a:lnTo>
                    <a:pt x="626440" y="1083589"/>
                  </a:lnTo>
                  <a:lnTo>
                    <a:pt x="618515" y="1084554"/>
                  </a:lnTo>
                  <a:lnTo>
                    <a:pt x="583946" y="1107655"/>
                  </a:lnTo>
                  <a:lnTo>
                    <a:pt x="581253" y="1113307"/>
                  </a:lnTo>
                  <a:lnTo>
                    <a:pt x="579805" y="1113307"/>
                  </a:lnTo>
                  <a:lnTo>
                    <a:pt x="579805" y="1119022"/>
                  </a:lnTo>
                  <a:lnTo>
                    <a:pt x="579297" y="1121587"/>
                  </a:lnTo>
                  <a:lnTo>
                    <a:pt x="579386" y="1124737"/>
                  </a:lnTo>
                  <a:lnTo>
                    <a:pt x="579297" y="1170457"/>
                  </a:lnTo>
                  <a:lnTo>
                    <a:pt x="579297" y="1176172"/>
                  </a:lnTo>
                  <a:lnTo>
                    <a:pt x="579297" y="1227607"/>
                  </a:lnTo>
                  <a:lnTo>
                    <a:pt x="579297" y="1233322"/>
                  </a:lnTo>
                  <a:lnTo>
                    <a:pt x="579297" y="1284757"/>
                  </a:lnTo>
                  <a:lnTo>
                    <a:pt x="94145" y="1284757"/>
                  </a:lnTo>
                  <a:lnTo>
                    <a:pt x="94145" y="1233322"/>
                  </a:lnTo>
                  <a:lnTo>
                    <a:pt x="579297" y="1233322"/>
                  </a:lnTo>
                  <a:lnTo>
                    <a:pt x="579297" y="1227607"/>
                  </a:lnTo>
                  <a:lnTo>
                    <a:pt x="94145" y="1227607"/>
                  </a:lnTo>
                  <a:lnTo>
                    <a:pt x="94145" y="1176172"/>
                  </a:lnTo>
                  <a:lnTo>
                    <a:pt x="579297" y="1176172"/>
                  </a:lnTo>
                  <a:lnTo>
                    <a:pt x="579297" y="1170457"/>
                  </a:lnTo>
                  <a:lnTo>
                    <a:pt x="385406" y="1170457"/>
                  </a:lnTo>
                  <a:lnTo>
                    <a:pt x="385406" y="1119022"/>
                  </a:lnTo>
                  <a:lnTo>
                    <a:pt x="579805" y="1119022"/>
                  </a:lnTo>
                  <a:lnTo>
                    <a:pt x="579805" y="1113307"/>
                  </a:lnTo>
                  <a:lnTo>
                    <a:pt x="385406" y="1113307"/>
                  </a:lnTo>
                  <a:lnTo>
                    <a:pt x="385406" y="1061872"/>
                  </a:lnTo>
                  <a:lnTo>
                    <a:pt x="960069" y="1061872"/>
                  </a:lnTo>
                  <a:lnTo>
                    <a:pt x="964196" y="1061872"/>
                  </a:lnTo>
                  <a:lnTo>
                    <a:pt x="964196" y="1056157"/>
                  </a:lnTo>
                  <a:lnTo>
                    <a:pt x="960069" y="1056157"/>
                  </a:lnTo>
                  <a:lnTo>
                    <a:pt x="385406" y="1056157"/>
                  </a:lnTo>
                  <a:lnTo>
                    <a:pt x="385406" y="1002576"/>
                  </a:lnTo>
                  <a:lnTo>
                    <a:pt x="470027" y="1002576"/>
                  </a:lnTo>
                  <a:lnTo>
                    <a:pt x="470027" y="995426"/>
                  </a:lnTo>
                  <a:lnTo>
                    <a:pt x="420763" y="995426"/>
                  </a:lnTo>
                  <a:lnTo>
                    <a:pt x="425475" y="993343"/>
                  </a:lnTo>
                  <a:lnTo>
                    <a:pt x="433412" y="988428"/>
                  </a:lnTo>
                  <a:lnTo>
                    <a:pt x="440118" y="982573"/>
                  </a:lnTo>
                  <a:lnTo>
                    <a:pt x="445058" y="976147"/>
                  </a:lnTo>
                  <a:lnTo>
                    <a:pt x="448259" y="969137"/>
                  </a:lnTo>
                  <a:lnTo>
                    <a:pt x="449707" y="961567"/>
                  </a:lnTo>
                  <a:lnTo>
                    <a:pt x="449516" y="954328"/>
                  </a:lnTo>
                  <a:lnTo>
                    <a:pt x="446938" y="949096"/>
                  </a:lnTo>
                  <a:lnTo>
                    <a:pt x="441985" y="945857"/>
                  </a:lnTo>
                  <a:lnTo>
                    <a:pt x="441439" y="945426"/>
                  </a:lnTo>
                  <a:lnTo>
                    <a:pt x="470027" y="945426"/>
                  </a:lnTo>
                  <a:lnTo>
                    <a:pt x="470027" y="938276"/>
                  </a:lnTo>
                  <a:lnTo>
                    <a:pt x="403860" y="938276"/>
                  </a:lnTo>
                  <a:lnTo>
                    <a:pt x="403860" y="945426"/>
                  </a:lnTo>
                  <a:lnTo>
                    <a:pt x="399199" y="947674"/>
                  </a:lnTo>
                  <a:lnTo>
                    <a:pt x="391693" y="952715"/>
                  </a:lnTo>
                  <a:lnTo>
                    <a:pt x="385406" y="958176"/>
                  </a:lnTo>
                  <a:lnTo>
                    <a:pt x="385406" y="945426"/>
                  </a:lnTo>
                  <a:lnTo>
                    <a:pt x="403860" y="945426"/>
                  </a:lnTo>
                  <a:lnTo>
                    <a:pt x="403860" y="938276"/>
                  </a:lnTo>
                  <a:lnTo>
                    <a:pt x="385406" y="938276"/>
                  </a:lnTo>
                  <a:lnTo>
                    <a:pt x="385406" y="888276"/>
                  </a:lnTo>
                  <a:lnTo>
                    <a:pt x="470027" y="888276"/>
                  </a:lnTo>
                  <a:lnTo>
                    <a:pt x="470027" y="881126"/>
                  </a:lnTo>
                  <a:lnTo>
                    <a:pt x="420763" y="881126"/>
                  </a:lnTo>
                  <a:lnTo>
                    <a:pt x="425475" y="879043"/>
                  </a:lnTo>
                  <a:lnTo>
                    <a:pt x="449707" y="847267"/>
                  </a:lnTo>
                  <a:lnTo>
                    <a:pt x="449516" y="840028"/>
                  </a:lnTo>
                  <a:lnTo>
                    <a:pt x="446938" y="834796"/>
                  </a:lnTo>
                  <a:lnTo>
                    <a:pt x="441985" y="831557"/>
                  </a:lnTo>
                  <a:lnTo>
                    <a:pt x="437413" y="827938"/>
                  </a:lnTo>
                  <a:lnTo>
                    <a:pt x="430936" y="826223"/>
                  </a:lnTo>
                  <a:lnTo>
                    <a:pt x="422554" y="826414"/>
                  </a:lnTo>
                  <a:lnTo>
                    <a:pt x="414629" y="827379"/>
                  </a:lnTo>
                  <a:lnTo>
                    <a:pt x="380047" y="850480"/>
                  </a:lnTo>
                  <a:lnTo>
                    <a:pt x="375412" y="864412"/>
                  </a:lnTo>
                  <a:lnTo>
                    <a:pt x="375500" y="867562"/>
                  </a:lnTo>
                  <a:lnTo>
                    <a:pt x="375412" y="881126"/>
                  </a:lnTo>
                  <a:lnTo>
                    <a:pt x="358889" y="881126"/>
                  </a:lnTo>
                  <a:lnTo>
                    <a:pt x="358889" y="888276"/>
                  </a:lnTo>
                  <a:lnTo>
                    <a:pt x="375412" y="888276"/>
                  </a:lnTo>
                  <a:lnTo>
                    <a:pt x="375412" y="938276"/>
                  </a:lnTo>
                  <a:lnTo>
                    <a:pt x="358889" y="938276"/>
                  </a:lnTo>
                  <a:lnTo>
                    <a:pt x="358889" y="945426"/>
                  </a:lnTo>
                  <a:lnTo>
                    <a:pt x="375412" y="945426"/>
                  </a:lnTo>
                  <a:lnTo>
                    <a:pt x="375412" y="978712"/>
                  </a:lnTo>
                  <a:lnTo>
                    <a:pt x="375412" y="995426"/>
                  </a:lnTo>
                  <a:lnTo>
                    <a:pt x="358889" y="995426"/>
                  </a:lnTo>
                  <a:lnTo>
                    <a:pt x="358889" y="1002576"/>
                  </a:lnTo>
                  <a:lnTo>
                    <a:pt x="375412" y="1002576"/>
                  </a:lnTo>
                  <a:lnTo>
                    <a:pt x="375412" y="1056157"/>
                  </a:lnTo>
                  <a:lnTo>
                    <a:pt x="0" y="1056157"/>
                  </a:lnTo>
                  <a:lnTo>
                    <a:pt x="0" y="1061872"/>
                  </a:lnTo>
                  <a:lnTo>
                    <a:pt x="375412" y="1061872"/>
                  </a:lnTo>
                  <a:lnTo>
                    <a:pt x="375412" y="1113307"/>
                  </a:lnTo>
                  <a:lnTo>
                    <a:pt x="375412" y="1119022"/>
                  </a:lnTo>
                  <a:lnTo>
                    <a:pt x="375412" y="1170457"/>
                  </a:lnTo>
                  <a:lnTo>
                    <a:pt x="94145" y="1170457"/>
                  </a:lnTo>
                  <a:lnTo>
                    <a:pt x="94145" y="1139355"/>
                  </a:lnTo>
                  <a:lnTo>
                    <a:pt x="96139" y="1140929"/>
                  </a:lnTo>
                  <a:lnTo>
                    <a:pt x="102044" y="1142834"/>
                  </a:lnTo>
                  <a:lnTo>
                    <a:pt x="142151" y="1131303"/>
                  </a:lnTo>
                  <a:lnTo>
                    <a:pt x="153797" y="1119022"/>
                  </a:lnTo>
                  <a:lnTo>
                    <a:pt x="375412" y="1119022"/>
                  </a:lnTo>
                  <a:lnTo>
                    <a:pt x="375412" y="1113307"/>
                  </a:lnTo>
                  <a:lnTo>
                    <a:pt x="156400" y="1113307"/>
                  </a:lnTo>
                  <a:lnTo>
                    <a:pt x="156997" y="1112012"/>
                  </a:lnTo>
                  <a:lnTo>
                    <a:pt x="158432" y="1104442"/>
                  </a:lnTo>
                  <a:lnTo>
                    <a:pt x="158242" y="1097203"/>
                  </a:lnTo>
                  <a:lnTo>
                    <a:pt x="155676" y="1091971"/>
                  </a:lnTo>
                  <a:lnTo>
                    <a:pt x="150723" y="1088732"/>
                  </a:lnTo>
                  <a:lnTo>
                    <a:pt x="146151" y="1085113"/>
                  </a:lnTo>
                  <a:lnTo>
                    <a:pt x="139674" y="1083398"/>
                  </a:lnTo>
                  <a:lnTo>
                    <a:pt x="131292" y="1083589"/>
                  </a:lnTo>
                  <a:lnTo>
                    <a:pt x="123367" y="1084554"/>
                  </a:lnTo>
                  <a:lnTo>
                    <a:pt x="88785" y="1107655"/>
                  </a:lnTo>
                  <a:lnTo>
                    <a:pt x="86093" y="1113307"/>
                  </a:lnTo>
                  <a:lnTo>
                    <a:pt x="0" y="1113307"/>
                  </a:lnTo>
                  <a:lnTo>
                    <a:pt x="0" y="1119022"/>
                  </a:lnTo>
                  <a:lnTo>
                    <a:pt x="84645" y="1119022"/>
                  </a:lnTo>
                  <a:lnTo>
                    <a:pt x="84137" y="1121587"/>
                  </a:lnTo>
                  <a:lnTo>
                    <a:pt x="84226" y="1124737"/>
                  </a:lnTo>
                  <a:lnTo>
                    <a:pt x="84137" y="1170457"/>
                  </a:lnTo>
                  <a:lnTo>
                    <a:pt x="0" y="1170457"/>
                  </a:lnTo>
                  <a:lnTo>
                    <a:pt x="0" y="1176172"/>
                  </a:lnTo>
                  <a:lnTo>
                    <a:pt x="84137" y="1176172"/>
                  </a:lnTo>
                  <a:lnTo>
                    <a:pt x="84137" y="1227607"/>
                  </a:lnTo>
                  <a:lnTo>
                    <a:pt x="0" y="1227607"/>
                  </a:lnTo>
                  <a:lnTo>
                    <a:pt x="0" y="1233322"/>
                  </a:lnTo>
                  <a:lnTo>
                    <a:pt x="84137" y="1233322"/>
                  </a:lnTo>
                  <a:lnTo>
                    <a:pt x="84137" y="1284757"/>
                  </a:lnTo>
                  <a:lnTo>
                    <a:pt x="0" y="1284757"/>
                  </a:lnTo>
                  <a:lnTo>
                    <a:pt x="0" y="1290472"/>
                  </a:lnTo>
                  <a:lnTo>
                    <a:pt x="84137" y="1290472"/>
                  </a:lnTo>
                  <a:lnTo>
                    <a:pt x="84137" y="1313332"/>
                  </a:lnTo>
                  <a:lnTo>
                    <a:pt x="94145" y="1313332"/>
                  </a:lnTo>
                  <a:lnTo>
                    <a:pt x="94145" y="1290472"/>
                  </a:lnTo>
                  <a:lnTo>
                    <a:pt x="579297" y="1290472"/>
                  </a:lnTo>
                  <a:lnTo>
                    <a:pt x="579297" y="1313332"/>
                  </a:lnTo>
                  <a:lnTo>
                    <a:pt x="589292" y="1313332"/>
                  </a:lnTo>
                  <a:lnTo>
                    <a:pt x="589292" y="1290472"/>
                  </a:lnTo>
                  <a:lnTo>
                    <a:pt x="960069" y="1290472"/>
                  </a:lnTo>
                  <a:lnTo>
                    <a:pt x="964196" y="1290472"/>
                  </a:lnTo>
                  <a:lnTo>
                    <a:pt x="972769" y="1290472"/>
                  </a:lnTo>
                  <a:lnTo>
                    <a:pt x="2196554" y="1290472"/>
                  </a:lnTo>
                  <a:lnTo>
                    <a:pt x="2196554" y="1284757"/>
                  </a:lnTo>
                  <a:lnTo>
                    <a:pt x="972769" y="1284757"/>
                  </a:lnTo>
                  <a:lnTo>
                    <a:pt x="972769" y="1233322"/>
                  </a:lnTo>
                  <a:lnTo>
                    <a:pt x="2196554" y="1233322"/>
                  </a:lnTo>
                  <a:lnTo>
                    <a:pt x="2196554" y="1227607"/>
                  </a:lnTo>
                  <a:lnTo>
                    <a:pt x="972769" y="1227607"/>
                  </a:lnTo>
                  <a:lnTo>
                    <a:pt x="972769" y="1176172"/>
                  </a:lnTo>
                  <a:lnTo>
                    <a:pt x="2196554" y="1176172"/>
                  </a:lnTo>
                  <a:lnTo>
                    <a:pt x="2196554" y="1170457"/>
                  </a:lnTo>
                  <a:lnTo>
                    <a:pt x="972769" y="1170457"/>
                  </a:lnTo>
                  <a:lnTo>
                    <a:pt x="972769" y="1119022"/>
                  </a:lnTo>
                  <a:lnTo>
                    <a:pt x="2196554" y="1119022"/>
                  </a:lnTo>
                  <a:lnTo>
                    <a:pt x="2196554" y="1113307"/>
                  </a:lnTo>
                  <a:lnTo>
                    <a:pt x="972769" y="1113307"/>
                  </a:lnTo>
                  <a:lnTo>
                    <a:pt x="972769" y="1061872"/>
                  </a:lnTo>
                  <a:lnTo>
                    <a:pt x="2196554" y="1061872"/>
                  </a:lnTo>
                  <a:lnTo>
                    <a:pt x="2196554" y="10561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121092" y="1751481"/>
              <a:ext cx="135445" cy="31432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386129" y="1648611"/>
              <a:ext cx="10160" cy="302895"/>
            </a:xfrm>
            <a:custGeom>
              <a:avLst/>
              <a:gdLst/>
              <a:ahLst/>
              <a:cxnLst/>
              <a:rect l="l" t="t" r="r" b="b"/>
              <a:pathLst>
                <a:path w="10160" h="302894">
                  <a:moveTo>
                    <a:pt x="10001" y="302895"/>
                  </a:moveTo>
                  <a:lnTo>
                    <a:pt x="0" y="30289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02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30122" y="1556029"/>
              <a:ext cx="150629" cy="22517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590004" y="752484"/>
              <a:ext cx="696595" cy="1313815"/>
            </a:xfrm>
            <a:custGeom>
              <a:avLst/>
              <a:gdLst/>
              <a:ahLst/>
              <a:cxnLst/>
              <a:rect l="l" t="t" r="r" b="b"/>
              <a:pathLst>
                <a:path w="696595" h="1313814">
                  <a:moveTo>
                    <a:pt x="74295" y="1104442"/>
                  </a:moveTo>
                  <a:lnTo>
                    <a:pt x="74104" y="1097203"/>
                  </a:lnTo>
                  <a:lnTo>
                    <a:pt x="71539" y="1091971"/>
                  </a:lnTo>
                  <a:lnTo>
                    <a:pt x="66586" y="1088732"/>
                  </a:lnTo>
                  <a:lnTo>
                    <a:pt x="62014" y="1085113"/>
                  </a:lnTo>
                  <a:lnTo>
                    <a:pt x="55537" y="1083398"/>
                  </a:lnTo>
                  <a:lnTo>
                    <a:pt x="47155" y="1083589"/>
                  </a:lnTo>
                  <a:lnTo>
                    <a:pt x="39230" y="1084554"/>
                  </a:lnTo>
                  <a:lnTo>
                    <a:pt x="4648" y="1107655"/>
                  </a:lnTo>
                  <a:lnTo>
                    <a:pt x="0" y="1121587"/>
                  </a:lnTo>
                  <a:lnTo>
                    <a:pt x="88" y="1124737"/>
                  </a:lnTo>
                  <a:lnTo>
                    <a:pt x="0" y="1313332"/>
                  </a:lnTo>
                  <a:lnTo>
                    <a:pt x="10007" y="1313332"/>
                  </a:lnTo>
                  <a:lnTo>
                    <a:pt x="10007" y="1139355"/>
                  </a:lnTo>
                  <a:lnTo>
                    <a:pt x="12001" y="1140929"/>
                  </a:lnTo>
                  <a:lnTo>
                    <a:pt x="17907" y="1142834"/>
                  </a:lnTo>
                  <a:lnTo>
                    <a:pt x="25146" y="1143025"/>
                  </a:lnTo>
                  <a:lnTo>
                    <a:pt x="33629" y="1142072"/>
                  </a:lnTo>
                  <a:lnTo>
                    <a:pt x="69659" y="1119022"/>
                  </a:lnTo>
                  <a:lnTo>
                    <a:pt x="72847" y="1112012"/>
                  </a:lnTo>
                  <a:lnTo>
                    <a:pt x="74295" y="1104442"/>
                  </a:lnTo>
                  <a:close/>
                </a:path>
                <a:path w="696595" h="1313814">
                  <a:moveTo>
                    <a:pt x="696125" y="0"/>
                  </a:moveTo>
                  <a:lnTo>
                    <a:pt x="687552" y="0"/>
                  </a:lnTo>
                  <a:lnTo>
                    <a:pt x="687552" y="1290472"/>
                  </a:lnTo>
                  <a:lnTo>
                    <a:pt x="696125" y="1290472"/>
                  </a:lnTo>
                  <a:lnTo>
                    <a:pt x="6961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77760" y="399952"/>
              <a:ext cx="751840" cy="353060"/>
            </a:xfrm>
            <a:custGeom>
              <a:avLst/>
              <a:gdLst/>
              <a:ahLst/>
              <a:cxnLst/>
              <a:rect l="l" t="t" r="r" b="b"/>
              <a:pathLst>
                <a:path w="751839" h="353059">
                  <a:moveTo>
                    <a:pt x="751802" y="352522"/>
                  </a:moveTo>
                  <a:lnTo>
                    <a:pt x="720988" y="303430"/>
                  </a:lnTo>
                  <a:lnTo>
                    <a:pt x="664336" y="251631"/>
                  </a:lnTo>
                  <a:lnTo>
                    <a:pt x="626321" y="224717"/>
                  </a:lnTo>
                  <a:lnTo>
                    <a:pt x="581846" y="197126"/>
                  </a:lnTo>
                  <a:lnTo>
                    <a:pt x="530912" y="168858"/>
                  </a:lnTo>
                  <a:lnTo>
                    <a:pt x="473519" y="139914"/>
                  </a:lnTo>
                  <a:lnTo>
                    <a:pt x="409666" y="110293"/>
                  </a:lnTo>
                  <a:lnTo>
                    <a:pt x="344979" y="81414"/>
                  </a:lnTo>
                  <a:lnTo>
                    <a:pt x="285085" y="56957"/>
                  </a:lnTo>
                  <a:lnTo>
                    <a:pt x="229982" y="36925"/>
                  </a:lnTo>
                  <a:lnTo>
                    <a:pt x="179672" y="21315"/>
                  </a:lnTo>
                  <a:lnTo>
                    <a:pt x="134153" y="10130"/>
                  </a:lnTo>
                  <a:lnTo>
                    <a:pt x="93427" y="3367"/>
                  </a:lnTo>
                  <a:lnTo>
                    <a:pt x="57492" y="1029"/>
                  </a:lnTo>
                  <a:lnTo>
                    <a:pt x="26350" y="3114"/>
                  </a:lnTo>
                  <a:lnTo>
                    <a:pt x="0" y="9622"/>
                  </a:lnTo>
                  <a:lnTo>
                    <a:pt x="26350" y="2629"/>
                  </a:lnTo>
                  <a:lnTo>
                    <a:pt x="57492" y="0"/>
                  </a:lnTo>
                  <a:lnTo>
                    <a:pt x="93427" y="1735"/>
                  </a:lnTo>
                  <a:lnTo>
                    <a:pt x="134153" y="7834"/>
                  </a:lnTo>
                  <a:lnTo>
                    <a:pt x="179672" y="18297"/>
                  </a:lnTo>
                  <a:lnTo>
                    <a:pt x="229982" y="33124"/>
                  </a:lnTo>
                  <a:lnTo>
                    <a:pt x="285085" y="52316"/>
                  </a:lnTo>
                  <a:lnTo>
                    <a:pt x="344979" y="75871"/>
                  </a:lnTo>
                  <a:lnTo>
                    <a:pt x="409666" y="103791"/>
                  </a:lnTo>
                  <a:lnTo>
                    <a:pt x="473519" y="134626"/>
                  </a:lnTo>
                  <a:lnTo>
                    <a:pt x="530912" y="164660"/>
                  </a:lnTo>
                  <a:lnTo>
                    <a:pt x="581846" y="193896"/>
                  </a:lnTo>
                  <a:lnTo>
                    <a:pt x="626321" y="222332"/>
                  </a:lnTo>
                  <a:lnTo>
                    <a:pt x="664336" y="249969"/>
                  </a:lnTo>
                  <a:lnTo>
                    <a:pt x="695892" y="276806"/>
                  </a:lnTo>
                  <a:lnTo>
                    <a:pt x="739625" y="328083"/>
                  </a:lnTo>
                  <a:lnTo>
                    <a:pt x="751802" y="3525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77760" y="399952"/>
              <a:ext cx="751840" cy="353060"/>
            </a:xfrm>
            <a:custGeom>
              <a:avLst/>
              <a:gdLst/>
              <a:ahLst/>
              <a:cxnLst/>
              <a:rect l="l" t="t" r="r" b="b"/>
              <a:pathLst>
                <a:path w="751839" h="353059">
                  <a:moveTo>
                    <a:pt x="0" y="9622"/>
                  </a:moveTo>
                  <a:lnTo>
                    <a:pt x="26350" y="3114"/>
                  </a:lnTo>
                  <a:lnTo>
                    <a:pt x="57492" y="1029"/>
                  </a:lnTo>
                  <a:lnTo>
                    <a:pt x="93427" y="3367"/>
                  </a:lnTo>
                  <a:lnTo>
                    <a:pt x="134153" y="10130"/>
                  </a:lnTo>
                  <a:lnTo>
                    <a:pt x="179672" y="21315"/>
                  </a:lnTo>
                  <a:lnTo>
                    <a:pt x="229982" y="36925"/>
                  </a:lnTo>
                  <a:lnTo>
                    <a:pt x="285085" y="56957"/>
                  </a:lnTo>
                  <a:lnTo>
                    <a:pt x="344979" y="81414"/>
                  </a:lnTo>
                  <a:lnTo>
                    <a:pt x="409666" y="110293"/>
                  </a:lnTo>
                  <a:lnTo>
                    <a:pt x="473519" y="139914"/>
                  </a:lnTo>
                  <a:lnTo>
                    <a:pt x="530912" y="168858"/>
                  </a:lnTo>
                  <a:lnTo>
                    <a:pt x="581846" y="197126"/>
                  </a:lnTo>
                  <a:lnTo>
                    <a:pt x="626321" y="224717"/>
                  </a:lnTo>
                  <a:lnTo>
                    <a:pt x="664336" y="251631"/>
                  </a:lnTo>
                  <a:lnTo>
                    <a:pt x="695892" y="277869"/>
                  </a:lnTo>
                  <a:lnTo>
                    <a:pt x="739625" y="328314"/>
                  </a:lnTo>
                  <a:lnTo>
                    <a:pt x="751802" y="352522"/>
                  </a:lnTo>
                  <a:lnTo>
                    <a:pt x="739625" y="328083"/>
                  </a:lnTo>
                  <a:lnTo>
                    <a:pt x="695892" y="276806"/>
                  </a:lnTo>
                  <a:lnTo>
                    <a:pt x="664336" y="249969"/>
                  </a:lnTo>
                  <a:lnTo>
                    <a:pt x="626321" y="222332"/>
                  </a:lnTo>
                  <a:lnTo>
                    <a:pt x="581846" y="193896"/>
                  </a:lnTo>
                  <a:lnTo>
                    <a:pt x="530912" y="164660"/>
                  </a:lnTo>
                  <a:lnTo>
                    <a:pt x="473519" y="134626"/>
                  </a:lnTo>
                  <a:lnTo>
                    <a:pt x="409666" y="103791"/>
                  </a:lnTo>
                  <a:lnTo>
                    <a:pt x="344979" y="75871"/>
                  </a:lnTo>
                  <a:lnTo>
                    <a:pt x="285085" y="52316"/>
                  </a:lnTo>
                  <a:lnTo>
                    <a:pt x="229982" y="33124"/>
                  </a:lnTo>
                  <a:lnTo>
                    <a:pt x="179672" y="18297"/>
                  </a:lnTo>
                  <a:lnTo>
                    <a:pt x="134153" y="7834"/>
                  </a:lnTo>
                  <a:lnTo>
                    <a:pt x="93427" y="1735"/>
                  </a:lnTo>
                  <a:lnTo>
                    <a:pt x="57492" y="0"/>
                  </a:lnTo>
                  <a:lnTo>
                    <a:pt x="26350" y="2629"/>
                  </a:lnTo>
                  <a:lnTo>
                    <a:pt x="0" y="9622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742574" y="660832"/>
              <a:ext cx="611505" cy="149225"/>
            </a:xfrm>
            <a:custGeom>
              <a:avLst/>
              <a:gdLst/>
              <a:ahLst/>
              <a:cxnLst/>
              <a:rect l="l" t="t" r="r" b="b"/>
              <a:pathLst>
                <a:path w="611505" h="149225">
                  <a:moveTo>
                    <a:pt x="610922" y="148792"/>
                  </a:moveTo>
                  <a:lnTo>
                    <a:pt x="563469" y="104405"/>
                  </a:lnTo>
                  <a:lnTo>
                    <a:pt x="528937" y="84824"/>
                  </a:lnTo>
                  <a:lnTo>
                    <a:pt x="487201" y="66985"/>
                  </a:lnTo>
                  <a:lnTo>
                    <a:pt x="438261" y="50887"/>
                  </a:lnTo>
                  <a:lnTo>
                    <a:pt x="382118" y="36532"/>
                  </a:lnTo>
                  <a:lnTo>
                    <a:pt x="318771" y="23918"/>
                  </a:lnTo>
                  <a:lnTo>
                    <a:pt x="254880" y="12803"/>
                  </a:lnTo>
                  <a:lnTo>
                    <a:pt x="197107" y="5896"/>
                  </a:lnTo>
                  <a:lnTo>
                    <a:pt x="145451" y="3198"/>
                  </a:lnTo>
                  <a:lnTo>
                    <a:pt x="99912" y="4708"/>
                  </a:lnTo>
                  <a:lnTo>
                    <a:pt x="60491" y="10427"/>
                  </a:lnTo>
                  <a:lnTo>
                    <a:pt x="27187" y="20355"/>
                  </a:lnTo>
                  <a:lnTo>
                    <a:pt x="0" y="34492"/>
                  </a:lnTo>
                  <a:lnTo>
                    <a:pt x="27187" y="19732"/>
                  </a:lnTo>
                  <a:lnTo>
                    <a:pt x="60491" y="9064"/>
                  </a:lnTo>
                  <a:lnTo>
                    <a:pt x="99912" y="2486"/>
                  </a:lnTo>
                  <a:lnTo>
                    <a:pt x="145451" y="0"/>
                  </a:lnTo>
                  <a:lnTo>
                    <a:pt x="197107" y="1604"/>
                  </a:lnTo>
                  <a:lnTo>
                    <a:pt x="254880" y="7299"/>
                  </a:lnTo>
                  <a:lnTo>
                    <a:pt x="318771" y="17086"/>
                  </a:lnTo>
                  <a:lnTo>
                    <a:pt x="382118" y="31181"/>
                  </a:lnTo>
                  <a:lnTo>
                    <a:pt x="438261" y="46849"/>
                  </a:lnTo>
                  <a:lnTo>
                    <a:pt x="487201" y="64091"/>
                  </a:lnTo>
                  <a:lnTo>
                    <a:pt x="528937" y="82906"/>
                  </a:lnTo>
                  <a:lnTo>
                    <a:pt x="563469" y="103295"/>
                  </a:lnTo>
                  <a:lnTo>
                    <a:pt x="590798" y="125257"/>
                  </a:lnTo>
                  <a:lnTo>
                    <a:pt x="610922" y="148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742574" y="660832"/>
              <a:ext cx="611505" cy="149225"/>
            </a:xfrm>
            <a:custGeom>
              <a:avLst/>
              <a:gdLst/>
              <a:ahLst/>
              <a:cxnLst/>
              <a:rect l="l" t="t" r="r" b="b"/>
              <a:pathLst>
                <a:path w="611505" h="149225">
                  <a:moveTo>
                    <a:pt x="0" y="34492"/>
                  </a:moveTo>
                  <a:lnTo>
                    <a:pt x="27187" y="20355"/>
                  </a:lnTo>
                  <a:lnTo>
                    <a:pt x="60491" y="10427"/>
                  </a:lnTo>
                  <a:lnTo>
                    <a:pt x="99912" y="4708"/>
                  </a:lnTo>
                  <a:lnTo>
                    <a:pt x="145451" y="3198"/>
                  </a:lnTo>
                  <a:lnTo>
                    <a:pt x="197107" y="5896"/>
                  </a:lnTo>
                  <a:lnTo>
                    <a:pt x="254880" y="12803"/>
                  </a:lnTo>
                  <a:lnTo>
                    <a:pt x="318771" y="23918"/>
                  </a:lnTo>
                  <a:lnTo>
                    <a:pt x="382118" y="36532"/>
                  </a:lnTo>
                  <a:lnTo>
                    <a:pt x="438261" y="50887"/>
                  </a:lnTo>
                  <a:lnTo>
                    <a:pt x="487201" y="66985"/>
                  </a:lnTo>
                  <a:lnTo>
                    <a:pt x="528937" y="84824"/>
                  </a:lnTo>
                  <a:lnTo>
                    <a:pt x="563469" y="104405"/>
                  </a:lnTo>
                  <a:lnTo>
                    <a:pt x="610922" y="148792"/>
                  </a:lnTo>
                  <a:lnTo>
                    <a:pt x="590798" y="125257"/>
                  </a:lnTo>
                  <a:lnTo>
                    <a:pt x="528937" y="82906"/>
                  </a:lnTo>
                  <a:lnTo>
                    <a:pt x="487201" y="64091"/>
                  </a:lnTo>
                  <a:lnTo>
                    <a:pt x="438261" y="46849"/>
                  </a:lnTo>
                  <a:lnTo>
                    <a:pt x="382118" y="31181"/>
                  </a:lnTo>
                  <a:lnTo>
                    <a:pt x="318771" y="17086"/>
                  </a:lnTo>
                  <a:lnTo>
                    <a:pt x="254880" y="7299"/>
                  </a:lnTo>
                  <a:lnTo>
                    <a:pt x="197107" y="1604"/>
                  </a:lnTo>
                  <a:lnTo>
                    <a:pt x="145451" y="0"/>
                  </a:lnTo>
                  <a:lnTo>
                    <a:pt x="99912" y="2486"/>
                  </a:lnTo>
                  <a:lnTo>
                    <a:pt x="60491" y="9064"/>
                  </a:lnTo>
                  <a:lnTo>
                    <a:pt x="27187" y="19732"/>
                  </a:lnTo>
                  <a:lnTo>
                    <a:pt x="0" y="3449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560414" y="487359"/>
              <a:ext cx="640715" cy="322580"/>
            </a:xfrm>
            <a:custGeom>
              <a:avLst/>
              <a:gdLst/>
              <a:ahLst/>
              <a:cxnLst/>
              <a:rect l="l" t="t" r="r" b="b"/>
              <a:pathLst>
                <a:path w="640714" h="322580">
                  <a:moveTo>
                    <a:pt x="0" y="7940"/>
                  </a:moveTo>
                  <a:lnTo>
                    <a:pt x="32496" y="754"/>
                  </a:lnTo>
                  <a:lnTo>
                    <a:pt x="71031" y="0"/>
                  </a:lnTo>
                  <a:lnTo>
                    <a:pt x="76956" y="754"/>
                  </a:lnTo>
                  <a:lnTo>
                    <a:pt x="63718" y="754"/>
                  </a:lnTo>
                  <a:lnTo>
                    <a:pt x="28104" y="1904"/>
                  </a:lnTo>
                  <a:lnTo>
                    <a:pt x="0" y="7940"/>
                  </a:lnTo>
                  <a:close/>
                </a:path>
                <a:path w="640714" h="322580">
                  <a:moveTo>
                    <a:pt x="603435" y="262640"/>
                  </a:moveTo>
                  <a:lnTo>
                    <a:pt x="570776" y="230931"/>
                  </a:lnTo>
                  <a:lnTo>
                    <a:pt x="529867" y="199048"/>
                  </a:lnTo>
                  <a:lnTo>
                    <a:pt x="480148" y="166445"/>
                  </a:lnTo>
                  <a:lnTo>
                    <a:pt x="421619" y="133123"/>
                  </a:lnTo>
                  <a:lnTo>
                    <a:pt x="354279" y="99082"/>
                  </a:lnTo>
                  <a:lnTo>
                    <a:pt x="293814" y="70260"/>
                  </a:lnTo>
                  <a:lnTo>
                    <a:pt x="237971" y="46418"/>
                  </a:lnTo>
                  <a:lnTo>
                    <a:pt x="186752" y="27556"/>
                  </a:lnTo>
                  <a:lnTo>
                    <a:pt x="140156" y="13673"/>
                  </a:lnTo>
                  <a:lnTo>
                    <a:pt x="98182" y="4770"/>
                  </a:lnTo>
                  <a:lnTo>
                    <a:pt x="59945" y="754"/>
                  </a:lnTo>
                  <a:lnTo>
                    <a:pt x="76956" y="754"/>
                  </a:lnTo>
                  <a:lnTo>
                    <a:pt x="115605" y="5676"/>
                  </a:lnTo>
                  <a:lnTo>
                    <a:pt x="166216" y="17784"/>
                  </a:lnTo>
                  <a:lnTo>
                    <a:pt x="222866" y="36323"/>
                  </a:lnTo>
                  <a:lnTo>
                    <a:pt x="285553" y="61294"/>
                  </a:lnTo>
                  <a:lnTo>
                    <a:pt x="354279" y="92696"/>
                  </a:lnTo>
                  <a:lnTo>
                    <a:pt x="413683" y="123846"/>
                  </a:lnTo>
                  <a:lnTo>
                    <a:pt x="466342" y="154295"/>
                  </a:lnTo>
                  <a:lnTo>
                    <a:pt x="512255" y="184043"/>
                  </a:lnTo>
                  <a:lnTo>
                    <a:pt x="551423" y="213090"/>
                  </a:lnTo>
                  <a:lnTo>
                    <a:pt x="583845" y="241435"/>
                  </a:lnTo>
                  <a:lnTo>
                    <a:pt x="602960" y="262015"/>
                  </a:lnTo>
                  <a:lnTo>
                    <a:pt x="603435" y="262640"/>
                  </a:lnTo>
                  <a:close/>
                </a:path>
                <a:path w="640714" h="322580">
                  <a:moveTo>
                    <a:pt x="624246" y="290034"/>
                  </a:moveTo>
                  <a:lnTo>
                    <a:pt x="603435" y="262640"/>
                  </a:lnTo>
                  <a:lnTo>
                    <a:pt x="604508" y="263681"/>
                  </a:lnTo>
                  <a:lnTo>
                    <a:pt x="609522" y="269080"/>
                  </a:lnTo>
                  <a:lnTo>
                    <a:pt x="624246" y="290034"/>
                  </a:lnTo>
                  <a:close/>
                </a:path>
                <a:path w="640714" h="322580">
                  <a:moveTo>
                    <a:pt x="626515" y="293263"/>
                  </a:moveTo>
                  <a:lnTo>
                    <a:pt x="624246" y="290034"/>
                  </a:lnTo>
                  <a:lnTo>
                    <a:pt x="626162" y="292540"/>
                  </a:lnTo>
                  <a:lnTo>
                    <a:pt x="626515" y="293263"/>
                  </a:lnTo>
                  <a:close/>
                </a:path>
                <a:path w="640714" h="322580">
                  <a:moveTo>
                    <a:pt x="640640" y="322265"/>
                  </a:moveTo>
                  <a:lnTo>
                    <a:pt x="626515" y="293263"/>
                  </a:lnTo>
                  <a:lnTo>
                    <a:pt x="628454" y="296023"/>
                  </a:lnTo>
                  <a:lnTo>
                    <a:pt x="640640" y="3222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560414" y="487359"/>
              <a:ext cx="640715" cy="322580"/>
            </a:xfrm>
            <a:custGeom>
              <a:avLst/>
              <a:gdLst/>
              <a:ahLst/>
              <a:cxnLst/>
              <a:rect l="l" t="t" r="r" b="b"/>
              <a:pathLst>
                <a:path w="640714" h="322580">
                  <a:moveTo>
                    <a:pt x="0" y="7940"/>
                  </a:moveTo>
                  <a:lnTo>
                    <a:pt x="28104" y="1904"/>
                  </a:lnTo>
                  <a:lnTo>
                    <a:pt x="60832" y="847"/>
                  </a:lnTo>
                  <a:lnTo>
                    <a:pt x="98182" y="4770"/>
                  </a:lnTo>
                  <a:lnTo>
                    <a:pt x="140156" y="13673"/>
                  </a:lnTo>
                  <a:lnTo>
                    <a:pt x="186752" y="27556"/>
                  </a:lnTo>
                  <a:lnTo>
                    <a:pt x="237971" y="46418"/>
                  </a:lnTo>
                  <a:lnTo>
                    <a:pt x="293814" y="70260"/>
                  </a:lnTo>
                  <a:lnTo>
                    <a:pt x="354279" y="99082"/>
                  </a:lnTo>
                  <a:lnTo>
                    <a:pt x="421619" y="133123"/>
                  </a:lnTo>
                  <a:lnTo>
                    <a:pt x="480148" y="166445"/>
                  </a:lnTo>
                  <a:lnTo>
                    <a:pt x="529867" y="199048"/>
                  </a:lnTo>
                  <a:lnTo>
                    <a:pt x="570776" y="230931"/>
                  </a:lnTo>
                  <a:lnTo>
                    <a:pt x="602874" y="262095"/>
                  </a:lnTo>
                  <a:lnTo>
                    <a:pt x="626162" y="292540"/>
                  </a:lnTo>
                  <a:lnTo>
                    <a:pt x="640640" y="322265"/>
                  </a:lnTo>
                  <a:lnTo>
                    <a:pt x="628454" y="296023"/>
                  </a:lnTo>
                  <a:lnTo>
                    <a:pt x="583845" y="241435"/>
                  </a:lnTo>
                  <a:lnTo>
                    <a:pt x="551423" y="213090"/>
                  </a:lnTo>
                  <a:lnTo>
                    <a:pt x="512255" y="184043"/>
                  </a:lnTo>
                  <a:lnTo>
                    <a:pt x="466342" y="154295"/>
                  </a:lnTo>
                  <a:lnTo>
                    <a:pt x="413683" y="123846"/>
                  </a:lnTo>
                  <a:lnTo>
                    <a:pt x="354279" y="92696"/>
                  </a:lnTo>
                  <a:lnTo>
                    <a:pt x="285553" y="61294"/>
                  </a:lnTo>
                  <a:lnTo>
                    <a:pt x="222866" y="36323"/>
                  </a:lnTo>
                  <a:lnTo>
                    <a:pt x="166216" y="17784"/>
                  </a:lnTo>
                  <a:lnTo>
                    <a:pt x="115605" y="5676"/>
                  </a:lnTo>
                  <a:lnTo>
                    <a:pt x="71031" y="0"/>
                  </a:lnTo>
                  <a:lnTo>
                    <a:pt x="32496" y="754"/>
                  </a:lnTo>
                  <a:lnTo>
                    <a:pt x="0" y="794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369648" y="508341"/>
              <a:ext cx="712470" cy="273050"/>
            </a:xfrm>
            <a:custGeom>
              <a:avLst/>
              <a:gdLst/>
              <a:ahLst/>
              <a:cxnLst/>
              <a:rect l="l" t="t" r="r" b="b"/>
              <a:pathLst>
                <a:path w="712470" h="273050">
                  <a:moveTo>
                    <a:pt x="0" y="272708"/>
                  </a:moveTo>
                  <a:lnTo>
                    <a:pt x="38375" y="221756"/>
                  </a:lnTo>
                  <a:lnTo>
                    <a:pt x="68556" y="196135"/>
                  </a:lnTo>
                  <a:lnTo>
                    <a:pt x="106065" y="170417"/>
                  </a:lnTo>
                  <a:lnTo>
                    <a:pt x="150902" y="144602"/>
                  </a:lnTo>
                  <a:lnTo>
                    <a:pt x="203067" y="118690"/>
                  </a:lnTo>
                  <a:lnTo>
                    <a:pt x="262560" y="92682"/>
                  </a:lnTo>
                  <a:lnTo>
                    <a:pt x="329382" y="66577"/>
                  </a:lnTo>
                  <a:lnTo>
                    <a:pt x="397042" y="44015"/>
                  </a:lnTo>
                  <a:lnTo>
                    <a:pt x="459048" y="26076"/>
                  </a:lnTo>
                  <a:lnTo>
                    <a:pt x="515401" y="12760"/>
                  </a:lnTo>
                  <a:lnTo>
                    <a:pt x="566101" y="4068"/>
                  </a:lnTo>
                  <a:lnTo>
                    <a:pt x="611148" y="0"/>
                  </a:lnTo>
                  <a:lnTo>
                    <a:pt x="650541" y="554"/>
                  </a:lnTo>
                  <a:lnTo>
                    <a:pt x="684282" y="5732"/>
                  </a:lnTo>
                  <a:lnTo>
                    <a:pt x="712369" y="15533"/>
                  </a:lnTo>
                  <a:lnTo>
                    <a:pt x="684282" y="6278"/>
                  </a:lnTo>
                  <a:lnTo>
                    <a:pt x="650541" y="1727"/>
                  </a:lnTo>
                  <a:lnTo>
                    <a:pt x="611148" y="1878"/>
                  </a:lnTo>
                  <a:lnTo>
                    <a:pt x="566101" y="6733"/>
                  </a:lnTo>
                  <a:lnTo>
                    <a:pt x="515401" y="16291"/>
                  </a:lnTo>
                  <a:lnTo>
                    <a:pt x="459048" y="30552"/>
                  </a:lnTo>
                  <a:lnTo>
                    <a:pt x="397042" y="49516"/>
                  </a:lnTo>
                  <a:lnTo>
                    <a:pt x="329382" y="73183"/>
                  </a:lnTo>
                  <a:lnTo>
                    <a:pt x="262560" y="97948"/>
                  </a:lnTo>
                  <a:lnTo>
                    <a:pt x="203067" y="122763"/>
                  </a:lnTo>
                  <a:lnTo>
                    <a:pt x="150902" y="147628"/>
                  </a:lnTo>
                  <a:lnTo>
                    <a:pt x="106065" y="172544"/>
                  </a:lnTo>
                  <a:lnTo>
                    <a:pt x="68556" y="197510"/>
                  </a:lnTo>
                  <a:lnTo>
                    <a:pt x="38375" y="222526"/>
                  </a:lnTo>
                  <a:lnTo>
                    <a:pt x="15523" y="247592"/>
                  </a:lnTo>
                  <a:lnTo>
                    <a:pt x="0" y="2727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369648" y="508341"/>
              <a:ext cx="712470" cy="273050"/>
            </a:xfrm>
            <a:custGeom>
              <a:avLst/>
              <a:gdLst/>
              <a:ahLst/>
              <a:cxnLst/>
              <a:rect l="l" t="t" r="r" b="b"/>
              <a:pathLst>
                <a:path w="712470" h="273050">
                  <a:moveTo>
                    <a:pt x="0" y="272708"/>
                  </a:moveTo>
                  <a:lnTo>
                    <a:pt x="38375" y="222526"/>
                  </a:lnTo>
                  <a:lnTo>
                    <a:pt x="68556" y="197510"/>
                  </a:lnTo>
                  <a:lnTo>
                    <a:pt x="106065" y="172544"/>
                  </a:lnTo>
                  <a:lnTo>
                    <a:pt x="150902" y="147628"/>
                  </a:lnTo>
                  <a:lnTo>
                    <a:pt x="203067" y="122763"/>
                  </a:lnTo>
                  <a:lnTo>
                    <a:pt x="262560" y="97948"/>
                  </a:lnTo>
                  <a:lnTo>
                    <a:pt x="329382" y="73183"/>
                  </a:lnTo>
                  <a:lnTo>
                    <a:pt x="397042" y="49516"/>
                  </a:lnTo>
                  <a:lnTo>
                    <a:pt x="459048" y="30552"/>
                  </a:lnTo>
                  <a:lnTo>
                    <a:pt x="515401" y="16291"/>
                  </a:lnTo>
                  <a:lnTo>
                    <a:pt x="566101" y="6733"/>
                  </a:lnTo>
                  <a:lnTo>
                    <a:pt x="611148" y="1878"/>
                  </a:lnTo>
                  <a:lnTo>
                    <a:pt x="650541" y="1727"/>
                  </a:lnTo>
                  <a:lnTo>
                    <a:pt x="684282" y="6278"/>
                  </a:lnTo>
                  <a:lnTo>
                    <a:pt x="712369" y="15533"/>
                  </a:lnTo>
                  <a:lnTo>
                    <a:pt x="684282" y="5732"/>
                  </a:lnTo>
                  <a:lnTo>
                    <a:pt x="650541" y="554"/>
                  </a:lnTo>
                  <a:lnTo>
                    <a:pt x="611148" y="0"/>
                  </a:lnTo>
                  <a:lnTo>
                    <a:pt x="566101" y="4068"/>
                  </a:lnTo>
                  <a:lnTo>
                    <a:pt x="515401" y="12760"/>
                  </a:lnTo>
                  <a:lnTo>
                    <a:pt x="459048" y="26076"/>
                  </a:lnTo>
                  <a:lnTo>
                    <a:pt x="397042" y="44015"/>
                  </a:lnTo>
                  <a:lnTo>
                    <a:pt x="329382" y="66577"/>
                  </a:lnTo>
                  <a:lnTo>
                    <a:pt x="262560" y="92682"/>
                  </a:lnTo>
                  <a:lnTo>
                    <a:pt x="203067" y="118690"/>
                  </a:lnTo>
                  <a:lnTo>
                    <a:pt x="150902" y="144602"/>
                  </a:lnTo>
                  <a:lnTo>
                    <a:pt x="106065" y="170417"/>
                  </a:lnTo>
                  <a:lnTo>
                    <a:pt x="68556" y="196135"/>
                  </a:lnTo>
                  <a:lnTo>
                    <a:pt x="38375" y="221756"/>
                  </a:lnTo>
                  <a:lnTo>
                    <a:pt x="15523" y="247280"/>
                  </a:lnTo>
                  <a:lnTo>
                    <a:pt x="0" y="27270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627163" y="513380"/>
              <a:ext cx="570865" cy="267970"/>
            </a:xfrm>
            <a:custGeom>
              <a:avLst/>
              <a:gdLst/>
              <a:ahLst/>
              <a:cxnLst/>
              <a:rect l="l" t="t" r="r" b="b"/>
              <a:pathLst>
                <a:path w="570865" h="267970">
                  <a:moveTo>
                    <a:pt x="570356" y="267669"/>
                  </a:moveTo>
                  <a:lnTo>
                    <a:pt x="534677" y="213014"/>
                  </a:lnTo>
                  <a:lnTo>
                    <a:pt x="505656" y="185661"/>
                  </a:lnTo>
                  <a:lnTo>
                    <a:pt x="469180" y="158292"/>
                  </a:lnTo>
                  <a:lnTo>
                    <a:pt x="425250" y="130906"/>
                  </a:lnTo>
                  <a:lnTo>
                    <a:pt x="373865" y="103504"/>
                  </a:lnTo>
                  <a:lnTo>
                    <a:pt x="315026" y="76084"/>
                  </a:lnTo>
                  <a:lnTo>
                    <a:pt x="254968" y="50076"/>
                  </a:lnTo>
                  <a:lnTo>
                    <a:pt x="199929" y="29614"/>
                  </a:lnTo>
                  <a:lnTo>
                    <a:pt x="149907" y="14697"/>
                  </a:lnTo>
                  <a:lnTo>
                    <a:pt x="104903" y="5327"/>
                  </a:lnTo>
                  <a:lnTo>
                    <a:pt x="64917" y="1504"/>
                  </a:lnTo>
                  <a:lnTo>
                    <a:pt x="29949" y="3226"/>
                  </a:lnTo>
                  <a:lnTo>
                    <a:pt x="0" y="10494"/>
                  </a:lnTo>
                  <a:lnTo>
                    <a:pt x="29949" y="2506"/>
                  </a:lnTo>
                  <a:lnTo>
                    <a:pt x="104903" y="2974"/>
                  </a:lnTo>
                  <a:lnTo>
                    <a:pt x="149907" y="11431"/>
                  </a:lnTo>
                  <a:lnTo>
                    <a:pt x="199929" y="25368"/>
                  </a:lnTo>
                  <a:lnTo>
                    <a:pt x="254968" y="44787"/>
                  </a:lnTo>
                  <a:lnTo>
                    <a:pt x="315026" y="69688"/>
                  </a:lnTo>
                  <a:lnTo>
                    <a:pt x="373865" y="98581"/>
                  </a:lnTo>
                  <a:lnTo>
                    <a:pt x="425250" y="127271"/>
                  </a:lnTo>
                  <a:lnTo>
                    <a:pt x="469180" y="155758"/>
                  </a:lnTo>
                  <a:lnTo>
                    <a:pt x="505656" y="184041"/>
                  </a:lnTo>
                  <a:lnTo>
                    <a:pt x="534677" y="212120"/>
                  </a:lnTo>
                  <a:lnTo>
                    <a:pt x="556244" y="239996"/>
                  </a:lnTo>
                  <a:lnTo>
                    <a:pt x="570356" y="2676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627163" y="513380"/>
              <a:ext cx="570865" cy="267970"/>
            </a:xfrm>
            <a:custGeom>
              <a:avLst/>
              <a:gdLst/>
              <a:ahLst/>
              <a:cxnLst/>
              <a:rect l="l" t="t" r="r" b="b"/>
              <a:pathLst>
                <a:path w="570865" h="267970">
                  <a:moveTo>
                    <a:pt x="0" y="10494"/>
                  </a:moveTo>
                  <a:lnTo>
                    <a:pt x="29949" y="3226"/>
                  </a:lnTo>
                  <a:lnTo>
                    <a:pt x="64917" y="1504"/>
                  </a:lnTo>
                  <a:lnTo>
                    <a:pt x="104903" y="5327"/>
                  </a:lnTo>
                  <a:lnTo>
                    <a:pt x="149907" y="14697"/>
                  </a:lnTo>
                  <a:lnTo>
                    <a:pt x="199929" y="29614"/>
                  </a:lnTo>
                  <a:lnTo>
                    <a:pt x="254968" y="50076"/>
                  </a:lnTo>
                  <a:lnTo>
                    <a:pt x="315026" y="76084"/>
                  </a:lnTo>
                  <a:lnTo>
                    <a:pt x="373865" y="103504"/>
                  </a:lnTo>
                  <a:lnTo>
                    <a:pt x="425250" y="130906"/>
                  </a:lnTo>
                  <a:lnTo>
                    <a:pt x="469180" y="158292"/>
                  </a:lnTo>
                  <a:lnTo>
                    <a:pt x="505656" y="185661"/>
                  </a:lnTo>
                  <a:lnTo>
                    <a:pt x="534677" y="213014"/>
                  </a:lnTo>
                  <a:lnTo>
                    <a:pt x="570356" y="267669"/>
                  </a:lnTo>
                  <a:lnTo>
                    <a:pt x="556244" y="239996"/>
                  </a:lnTo>
                  <a:lnTo>
                    <a:pt x="505656" y="184041"/>
                  </a:lnTo>
                  <a:lnTo>
                    <a:pt x="469180" y="155758"/>
                  </a:lnTo>
                  <a:lnTo>
                    <a:pt x="425250" y="127271"/>
                  </a:lnTo>
                  <a:lnTo>
                    <a:pt x="373865" y="98581"/>
                  </a:lnTo>
                  <a:lnTo>
                    <a:pt x="315026" y="69688"/>
                  </a:lnTo>
                  <a:lnTo>
                    <a:pt x="254968" y="44787"/>
                  </a:lnTo>
                  <a:lnTo>
                    <a:pt x="199929" y="25368"/>
                  </a:lnTo>
                  <a:lnTo>
                    <a:pt x="149907" y="11431"/>
                  </a:lnTo>
                  <a:lnTo>
                    <a:pt x="104903" y="2974"/>
                  </a:lnTo>
                  <a:lnTo>
                    <a:pt x="64917" y="0"/>
                  </a:lnTo>
                  <a:lnTo>
                    <a:pt x="29949" y="2506"/>
                  </a:lnTo>
                  <a:lnTo>
                    <a:pt x="0" y="1049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77760" y="1467632"/>
              <a:ext cx="1475740" cy="283845"/>
            </a:xfrm>
            <a:custGeom>
              <a:avLst/>
              <a:gdLst/>
              <a:ahLst/>
              <a:cxnLst/>
              <a:rect l="l" t="t" r="r" b="b"/>
              <a:pathLst>
                <a:path w="1475739" h="283844">
                  <a:moveTo>
                    <a:pt x="0" y="283849"/>
                  </a:moveTo>
                  <a:lnTo>
                    <a:pt x="37622" y="219606"/>
                  </a:lnTo>
                  <a:lnTo>
                    <a:pt x="67460" y="189954"/>
                  </a:lnTo>
                  <a:lnTo>
                    <a:pt x="104650" y="161947"/>
                  </a:lnTo>
                  <a:lnTo>
                    <a:pt x="149192" y="135586"/>
                  </a:lnTo>
                  <a:lnTo>
                    <a:pt x="201085" y="110870"/>
                  </a:lnTo>
                  <a:lnTo>
                    <a:pt x="260329" y="87800"/>
                  </a:lnTo>
                  <a:lnTo>
                    <a:pt x="300932" y="74260"/>
                  </a:lnTo>
                  <a:lnTo>
                    <a:pt x="343009" y="61832"/>
                  </a:lnTo>
                  <a:lnTo>
                    <a:pt x="386558" y="50514"/>
                  </a:lnTo>
                  <a:lnTo>
                    <a:pt x="431581" y="40308"/>
                  </a:lnTo>
                  <a:lnTo>
                    <a:pt x="478077" y="31213"/>
                  </a:lnTo>
                  <a:lnTo>
                    <a:pt x="526046" y="23229"/>
                  </a:lnTo>
                  <a:lnTo>
                    <a:pt x="575488" y="16357"/>
                  </a:lnTo>
                  <a:lnTo>
                    <a:pt x="626404" y="10596"/>
                  </a:lnTo>
                  <a:lnTo>
                    <a:pt x="678793" y="5946"/>
                  </a:lnTo>
                  <a:lnTo>
                    <a:pt x="732655" y="2408"/>
                  </a:lnTo>
                  <a:lnTo>
                    <a:pt x="791923" y="450"/>
                  </a:lnTo>
                  <a:lnTo>
                    <a:pt x="849567" y="0"/>
                  </a:lnTo>
                  <a:lnTo>
                    <a:pt x="905587" y="1057"/>
                  </a:lnTo>
                  <a:lnTo>
                    <a:pt x="959981" y="3622"/>
                  </a:lnTo>
                  <a:lnTo>
                    <a:pt x="1012752" y="7696"/>
                  </a:lnTo>
                  <a:lnTo>
                    <a:pt x="1063897" y="13277"/>
                  </a:lnTo>
                  <a:lnTo>
                    <a:pt x="1113418" y="20365"/>
                  </a:lnTo>
                  <a:lnTo>
                    <a:pt x="1161315" y="28962"/>
                  </a:lnTo>
                  <a:lnTo>
                    <a:pt x="1207587" y="39066"/>
                  </a:lnTo>
                  <a:lnTo>
                    <a:pt x="1267634" y="55348"/>
                  </a:lnTo>
                  <a:lnTo>
                    <a:pt x="1320435" y="73776"/>
                  </a:lnTo>
                  <a:lnTo>
                    <a:pt x="1365988" y="94352"/>
                  </a:lnTo>
                  <a:lnTo>
                    <a:pt x="1404296" y="117075"/>
                  </a:lnTo>
                  <a:lnTo>
                    <a:pt x="1435356" y="141944"/>
                  </a:lnTo>
                  <a:lnTo>
                    <a:pt x="1475737" y="198124"/>
                  </a:lnTo>
                  <a:lnTo>
                    <a:pt x="1459170" y="169121"/>
                  </a:lnTo>
                  <a:lnTo>
                    <a:pt x="1435356" y="142335"/>
                  </a:lnTo>
                  <a:lnTo>
                    <a:pt x="1404296" y="117766"/>
                  </a:lnTo>
                  <a:lnTo>
                    <a:pt x="1365988" y="95415"/>
                  </a:lnTo>
                  <a:lnTo>
                    <a:pt x="1320435" y="75280"/>
                  </a:lnTo>
                  <a:lnTo>
                    <a:pt x="1267634" y="57363"/>
                  </a:lnTo>
                  <a:lnTo>
                    <a:pt x="1207587" y="41662"/>
                  </a:lnTo>
                  <a:lnTo>
                    <a:pt x="1161315" y="32005"/>
                  </a:lnTo>
                  <a:lnTo>
                    <a:pt x="1113418" y="23868"/>
                  </a:lnTo>
                  <a:lnTo>
                    <a:pt x="1063897" y="17253"/>
                  </a:lnTo>
                  <a:lnTo>
                    <a:pt x="1012752" y="12158"/>
                  </a:lnTo>
                  <a:lnTo>
                    <a:pt x="959981" y="8585"/>
                  </a:lnTo>
                  <a:lnTo>
                    <a:pt x="905587" y="6532"/>
                  </a:lnTo>
                  <a:lnTo>
                    <a:pt x="849567" y="6001"/>
                  </a:lnTo>
                  <a:lnTo>
                    <a:pt x="791923" y="6990"/>
                  </a:lnTo>
                  <a:lnTo>
                    <a:pt x="732655" y="9501"/>
                  </a:lnTo>
                  <a:lnTo>
                    <a:pt x="672899" y="12923"/>
                  </a:lnTo>
                  <a:lnTo>
                    <a:pt x="614962" y="17734"/>
                  </a:lnTo>
                  <a:lnTo>
                    <a:pt x="558844" y="23935"/>
                  </a:lnTo>
                  <a:lnTo>
                    <a:pt x="504545" y="31525"/>
                  </a:lnTo>
                  <a:lnTo>
                    <a:pt x="452064" y="40505"/>
                  </a:lnTo>
                  <a:lnTo>
                    <a:pt x="401402" y="50875"/>
                  </a:lnTo>
                  <a:lnTo>
                    <a:pt x="352559" y="62634"/>
                  </a:lnTo>
                  <a:lnTo>
                    <a:pt x="305535" y="75783"/>
                  </a:lnTo>
                  <a:lnTo>
                    <a:pt x="260329" y="90321"/>
                  </a:lnTo>
                  <a:lnTo>
                    <a:pt x="201085" y="112817"/>
                  </a:lnTo>
                  <a:lnTo>
                    <a:pt x="149192" y="137030"/>
                  </a:lnTo>
                  <a:lnTo>
                    <a:pt x="104650" y="162960"/>
                  </a:lnTo>
                  <a:lnTo>
                    <a:pt x="67460" y="190607"/>
                  </a:lnTo>
                  <a:lnTo>
                    <a:pt x="37622" y="219971"/>
                  </a:lnTo>
                  <a:lnTo>
                    <a:pt x="15135" y="251052"/>
                  </a:lnTo>
                  <a:lnTo>
                    <a:pt x="0" y="2838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77760" y="1467632"/>
              <a:ext cx="1475740" cy="283845"/>
            </a:xfrm>
            <a:custGeom>
              <a:avLst/>
              <a:gdLst/>
              <a:ahLst/>
              <a:cxnLst/>
              <a:rect l="l" t="t" r="r" b="b"/>
              <a:pathLst>
                <a:path w="1475739" h="283844">
                  <a:moveTo>
                    <a:pt x="0" y="283849"/>
                  </a:moveTo>
                  <a:lnTo>
                    <a:pt x="37622" y="219971"/>
                  </a:lnTo>
                  <a:lnTo>
                    <a:pt x="67460" y="190607"/>
                  </a:lnTo>
                  <a:lnTo>
                    <a:pt x="104650" y="162960"/>
                  </a:lnTo>
                  <a:lnTo>
                    <a:pt x="149192" y="137030"/>
                  </a:lnTo>
                  <a:lnTo>
                    <a:pt x="201085" y="112817"/>
                  </a:lnTo>
                  <a:lnTo>
                    <a:pt x="260329" y="90321"/>
                  </a:lnTo>
                  <a:lnTo>
                    <a:pt x="305535" y="75783"/>
                  </a:lnTo>
                  <a:lnTo>
                    <a:pt x="352559" y="62634"/>
                  </a:lnTo>
                  <a:lnTo>
                    <a:pt x="401402" y="50875"/>
                  </a:lnTo>
                  <a:lnTo>
                    <a:pt x="452064" y="40505"/>
                  </a:lnTo>
                  <a:lnTo>
                    <a:pt x="504545" y="31525"/>
                  </a:lnTo>
                  <a:lnTo>
                    <a:pt x="558844" y="23935"/>
                  </a:lnTo>
                  <a:lnTo>
                    <a:pt x="614962" y="17734"/>
                  </a:lnTo>
                  <a:lnTo>
                    <a:pt x="672899" y="12923"/>
                  </a:lnTo>
                  <a:lnTo>
                    <a:pt x="732655" y="9501"/>
                  </a:lnTo>
                  <a:lnTo>
                    <a:pt x="791923" y="6990"/>
                  </a:lnTo>
                  <a:lnTo>
                    <a:pt x="849567" y="6001"/>
                  </a:lnTo>
                  <a:lnTo>
                    <a:pt x="905587" y="6532"/>
                  </a:lnTo>
                  <a:lnTo>
                    <a:pt x="959981" y="8585"/>
                  </a:lnTo>
                  <a:lnTo>
                    <a:pt x="1012752" y="12158"/>
                  </a:lnTo>
                  <a:lnTo>
                    <a:pt x="1063897" y="17253"/>
                  </a:lnTo>
                  <a:lnTo>
                    <a:pt x="1113418" y="23868"/>
                  </a:lnTo>
                  <a:lnTo>
                    <a:pt x="1161315" y="32005"/>
                  </a:lnTo>
                  <a:lnTo>
                    <a:pt x="1207587" y="41662"/>
                  </a:lnTo>
                  <a:lnTo>
                    <a:pt x="1267634" y="57363"/>
                  </a:lnTo>
                  <a:lnTo>
                    <a:pt x="1320435" y="75280"/>
                  </a:lnTo>
                  <a:lnTo>
                    <a:pt x="1365988" y="95415"/>
                  </a:lnTo>
                  <a:lnTo>
                    <a:pt x="1404296" y="117766"/>
                  </a:lnTo>
                  <a:lnTo>
                    <a:pt x="1435356" y="142335"/>
                  </a:lnTo>
                  <a:lnTo>
                    <a:pt x="1475737" y="198124"/>
                  </a:lnTo>
                  <a:lnTo>
                    <a:pt x="1459170" y="168961"/>
                  </a:lnTo>
                  <a:lnTo>
                    <a:pt x="1404296" y="117075"/>
                  </a:lnTo>
                  <a:lnTo>
                    <a:pt x="1365988" y="94352"/>
                  </a:lnTo>
                  <a:lnTo>
                    <a:pt x="1320435" y="73776"/>
                  </a:lnTo>
                  <a:lnTo>
                    <a:pt x="1267634" y="55348"/>
                  </a:lnTo>
                  <a:lnTo>
                    <a:pt x="1207587" y="39066"/>
                  </a:lnTo>
                  <a:lnTo>
                    <a:pt x="1161315" y="28962"/>
                  </a:lnTo>
                  <a:lnTo>
                    <a:pt x="1113418" y="20365"/>
                  </a:lnTo>
                  <a:lnTo>
                    <a:pt x="1063897" y="13277"/>
                  </a:lnTo>
                  <a:lnTo>
                    <a:pt x="1012752" y="7696"/>
                  </a:lnTo>
                  <a:lnTo>
                    <a:pt x="959981" y="3622"/>
                  </a:lnTo>
                  <a:lnTo>
                    <a:pt x="905587" y="1057"/>
                  </a:lnTo>
                  <a:lnTo>
                    <a:pt x="849567" y="0"/>
                  </a:lnTo>
                  <a:lnTo>
                    <a:pt x="791923" y="450"/>
                  </a:lnTo>
                  <a:lnTo>
                    <a:pt x="732655" y="2408"/>
                  </a:lnTo>
                  <a:lnTo>
                    <a:pt x="678793" y="5946"/>
                  </a:lnTo>
                  <a:lnTo>
                    <a:pt x="626404" y="10596"/>
                  </a:lnTo>
                  <a:lnTo>
                    <a:pt x="575488" y="16357"/>
                  </a:lnTo>
                  <a:lnTo>
                    <a:pt x="526046" y="23229"/>
                  </a:lnTo>
                  <a:lnTo>
                    <a:pt x="478077" y="31213"/>
                  </a:lnTo>
                  <a:lnTo>
                    <a:pt x="431581" y="40308"/>
                  </a:lnTo>
                  <a:lnTo>
                    <a:pt x="386558" y="50514"/>
                  </a:lnTo>
                  <a:lnTo>
                    <a:pt x="343009" y="61832"/>
                  </a:lnTo>
                  <a:lnTo>
                    <a:pt x="300932" y="74260"/>
                  </a:lnTo>
                  <a:lnTo>
                    <a:pt x="260329" y="87800"/>
                  </a:lnTo>
                  <a:lnTo>
                    <a:pt x="201085" y="110870"/>
                  </a:lnTo>
                  <a:lnTo>
                    <a:pt x="149192" y="135586"/>
                  </a:lnTo>
                  <a:lnTo>
                    <a:pt x="104650" y="161947"/>
                  </a:lnTo>
                  <a:lnTo>
                    <a:pt x="67460" y="189954"/>
                  </a:lnTo>
                  <a:lnTo>
                    <a:pt x="37622" y="219606"/>
                  </a:lnTo>
                  <a:lnTo>
                    <a:pt x="15135" y="250905"/>
                  </a:lnTo>
                  <a:lnTo>
                    <a:pt x="0" y="28384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560414" y="1497496"/>
              <a:ext cx="1522095" cy="254000"/>
            </a:xfrm>
            <a:custGeom>
              <a:avLst/>
              <a:gdLst/>
              <a:ahLst/>
              <a:cxnLst/>
              <a:rect l="l" t="t" r="r" b="b"/>
              <a:pathLst>
                <a:path w="1522095" h="254000">
                  <a:moveTo>
                    <a:pt x="0" y="253985"/>
                  </a:moveTo>
                  <a:lnTo>
                    <a:pt x="38282" y="197970"/>
                  </a:lnTo>
                  <a:lnTo>
                    <a:pt x="68881" y="171987"/>
                  </a:lnTo>
                  <a:lnTo>
                    <a:pt x="107119" y="147353"/>
                  </a:lnTo>
                  <a:lnTo>
                    <a:pt x="152996" y="124068"/>
                  </a:lnTo>
                  <a:lnTo>
                    <a:pt x="206512" y="102133"/>
                  </a:lnTo>
                  <a:lnTo>
                    <a:pt x="267667" y="81548"/>
                  </a:lnTo>
                  <a:lnTo>
                    <a:pt x="309614" y="69403"/>
                  </a:lnTo>
                  <a:lnTo>
                    <a:pt x="353086" y="58211"/>
                  </a:lnTo>
                  <a:lnTo>
                    <a:pt x="398083" y="47971"/>
                  </a:lnTo>
                  <a:lnTo>
                    <a:pt x="444603" y="38683"/>
                  </a:lnTo>
                  <a:lnTo>
                    <a:pt x="492648" y="30348"/>
                  </a:lnTo>
                  <a:lnTo>
                    <a:pt x="542217" y="22965"/>
                  </a:lnTo>
                  <a:lnTo>
                    <a:pt x="593310" y="16534"/>
                  </a:lnTo>
                  <a:lnTo>
                    <a:pt x="645928" y="11056"/>
                  </a:lnTo>
                  <a:lnTo>
                    <a:pt x="700069" y="6530"/>
                  </a:lnTo>
                  <a:lnTo>
                    <a:pt x="755735" y="2957"/>
                  </a:lnTo>
                  <a:lnTo>
                    <a:pt x="810999" y="940"/>
                  </a:lnTo>
                  <a:lnTo>
                    <a:pt x="864883" y="0"/>
                  </a:lnTo>
                  <a:lnTo>
                    <a:pt x="917390" y="135"/>
                  </a:lnTo>
                  <a:lnTo>
                    <a:pt x="968517" y="1347"/>
                  </a:lnTo>
                  <a:lnTo>
                    <a:pt x="1018267" y="3636"/>
                  </a:lnTo>
                  <a:lnTo>
                    <a:pt x="1066638" y="7000"/>
                  </a:lnTo>
                  <a:lnTo>
                    <a:pt x="1113630" y="11441"/>
                  </a:lnTo>
                  <a:lnTo>
                    <a:pt x="1159244" y="16959"/>
                  </a:lnTo>
                  <a:lnTo>
                    <a:pt x="1203480" y="23552"/>
                  </a:lnTo>
                  <a:lnTo>
                    <a:pt x="1246337" y="31222"/>
                  </a:lnTo>
                  <a:lnTo>
                    <a:pt x="1317868" y="47464"/>
                  </a:lnTo>
                  <a:lnTo>
                    <a:pt x="1379138" y="66345"/>
                  </a:lnTo>
                  <a:lnTo>
                    <a:pt x="1430146" y="87865"/>
                  </a:lnTo>
                  <a:lnTo>
                    <a:pt x="1470893" y="112025"/>
                  </a:lnTo>
                  <a:lnTo>
                    <a:pt x="1501378" y="138823"/>
                  </a:lnTo>
                  <a:lnTo>
                    <a:pt x="1521602" y="168260"/>
                  </a:lnTo>
                  <a:lnTo>
                    <a:pt x="1501378" y="139013"/>
                  </a:lnTo>
                  <a:lnTo>
                    <a:pt x="1470893" y="112501"/>
                  </a:lnTo>
                  <a:lnTo>
                    <a:pt x="1430146" y="88724"/>
                  </a:lnTo>
                  <a:lnTo>
                    <a:pt x="1379138" y="67683"/>
                  </a:lnTo>
                  <a:lnTo>
                    <a:pt x="1317868" y="49377"/>
                  </a:lnTo>
                  <a:lnTo>
                    <a:pt x="1246337" y="33807"/>
                  </a:lnTo>
                  <a:lnTo>
                    <a:pt x="1203480" y="26538"/>
                  </a:lnTo>
                  <a:lnTo>
                    <a:pt x="1159244" y="20357"/>
                  </a:lnTo>
                  <a:lnTo>
                    <a:pt x="1113630" y="15263"/>
                  </a:lnTo>
                  <a:lnTo>
                    <a:pt x="1066638" y="11257"/>
                  </a:lnTo>
                  <a:lnTo>
                    <a:pt x="1018267" y="8338"/>
                  </a:lnTo>
                  <a:lnTo>
                    <a:pt x="968517" y="6506"/>
                  </a:lnTo>
                  <a:lnTo>
                    <a:pt x="917390" y="5762"/>
                  </a:lnTo>
                  <a:lnTo>
                    <a:pt x="864883" y="6105"/>
                  </a:lnTo>
                  <a:lnTo>
                    <a:pt x="810999" y="7536"/>
                  </a:lnTo>
                  <a:lnTo>
                    <a:pt x="755735" y="10053"/>
                  </a:lnTo>
                  <a:lnTo>
                    <a:pt x="700069" y="13104"/>
                  </a:lnTo>
                  <a:lnTo>
                    <a:pt x="645928" y="17121"/>
                  </a:lnTo>
                  <a:lnTo>
                    <a:pt x="593310" y="22105"/>
                  </a:lnTo>
                  <a:lnTo>
                    <a:pt x="542217" y="28056"/>
                  </a:lnTo>
                  <a:lnTo>
                    <a:pt x="492648" y="34974"/>
                  </a:lnTo>
                  <a:lnTo>
                    <a:pt x="444603" y="42858"/>
                  </a:lnTo>
                  <a:lnTo>
                    <a:pt x="398083" y="51708"/>
                  </a:lnTo>
                  <a:lnTo>
                    <a:pt x="353086" y="61526"/>
                  </a:lnTo>
                  <a:lnTo>
                    <a:pt x="309614" y="72310"/>
                  </a:lnTo>
                  <a:lnTo>
                    <a:pt x="267667" y="84061"/>
                  </a:lnTo>
                  <a:lnTo>
                    <a:pt x="206512" y="104073"/>
                  </a:lnTo>
                  <a:lnTo>
                    <a:pt x="152996" y="125505"/>
                  </a:lnTo>
                  <a:lnTo>
                    <a:pt x="107119" y="148359"/>
                  </a:lnTo>
                  <a:lnTo>
                    <a:pt x="68881" y="172633"/>
                  </a:lnTo>
                  <a:lnTo>
                    <a:pt x="38282" y="198329"/>
                  </a:lnTo>
                  <a:lnTo>
                    <a:pt x="15321" y="225447"/>
                  </a:lnTo>
                  <a:lnTo>
                    <a:pt x="0" y="2539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560414" y="1497496"/>
              <a:ext cx="1522095" cy="254000"/>
            </a:xfrm>
            <a:custGeom>
              <a:avLst/>
              <a:gdLst/>
              <a:ahLst/>
              <a:cxnLst/>
              <a:rect l="l" t="t" r="r" b="b"/>
              <a:pathLst>
                <a:path w="1522095" h="254000">
                  <a:moveTo>
                    <a:pt x="0" y="253985"/>
                  </a:moveTo>
                  <a:lnTo>
                    <a:pt x="38282" y="198329"/>
                  </a:lnTo>
                  <a:lnTo>
                    <a:pt x="68881" y="172633"/>
                  </a:lnTo>
                  <a:lnTo>
                    <a:pt x="107119" y="148359"/>
                  </a:lnTo>
                  <a:lnTo>
                    <a:pt x="152996" y="125505"/>
                  </a:lnTo>
                  <a:lnTo>
                    <a:pt x="206512" y="104073"/>
                  </a:lnTo>
                  <a:lnTo>
                    <a:pt x="267667" y="84061"/>
                  </a:lnTo>
                  <a:lnTo>
                    <a:pt x="309614" y="72310"/>
                  </a:lnTo>
                  <a:lnTo>
                    <a:pt x="353086" y="61526"/>
                  </a:lnTo>
                  <a:lnTo>
                    <a:pt x="398083" y="51708"/>
                  </a:lnTo>
                  <a:lnTo>
                    <a:pt x="444603" y="42858"/>
                  </a:lnTo>
                  <a:lnTo>
                    <a:pt x="492648" y="34974"/>
                  </a:lnTo>
                  <a:lnTo>
                    <a:pt x="542217" y="28056"/>
                  </a:lnTo>
                  <a:lnTo>
                    <a:pt x="593310" y="22105"/>
                  </a:lnTo>
                  <a:lnTo>
                    <a:pt x="645928" y="17121"/>
                  </a:lnTo>
                  <a:lnTo>
                    <a:pt x="700069" y="13104"/>
                  </a:lnTo>
                  <a:lnTo>
                    <a:pt x="755735" y="10053"/>
                  </a:lnTo>
                  <a:lnTo>
                    <a:pt x="810999" y="7536"/>
                  </a:lnTo>
                  <a:lnTo>
                    <a:pt x="864883" y="6105"/>
                  </a:lnTo>
                  <a:lnTo>
                    <a:pt x="917390" y="5762"/>
                  </a:lnTo>
                  <a:lnTo>
                    <a:pt x="968517" y="6506"/>
                  </a:lnTo>
                  <a:lnTo>
                    <a:pt x="1018267" y="8338"/>
                  </a:lnTo>
                  <a:lnTo>
                    <a:pt x="1066638" y="11257"/>
                  </a:lnTo>
                  <a:lnTo>
                    <a:pt x="1113630" y="15263"/>
                  </a:lnTo>
                  <a:lnTo>
                    <a:pt x="1159244" y="20357"/>
                  </a:lnTo>
                  <a:lnTo>
                    <a:pt x="1203480" y="26538"/>
                  </a:lnTo>
                  <a:lnTo>
                    <a:pt x="1246337" y="33807"/>
                  </a:lnTo>
                  <a:lnTo>
                    <a:pt x="1317868" y="49377"/>
                  </a:lnTo>
                  <a:lnTo>
                    <a:pt x="1379138" y="67683"/>
                  </a:lnTo>
                  <a:lnTo>
                    <a:pt x="1430146" y="88724"/>
                  </a:lnTo>
                  <a:lnTo>
                    <a:pt x="1470893" y="112501"/>
                  </a:lnTo>
                  <a:lnTo>
                    <a:pt x="1501378" y="139013"/>
                  </a:lnTo>
                  <a:lnTo>
                    <a:pt x="1521602" y="168260"/>
                  </a:lnTo>
                  <a:lnTo>
                    <a:pt x="1501378" y="138823"/>
                  </a:lnTo>
                  <a:lnTo>
                    <a:pt x="1470893" y="112025"/>
                  </a:lnTo>
                  <a:lnTo>
                    <a:pt x="1430146" y="87865"/>
                  </a:lnTo>
                  <a:lnTo>
                    <a:pt x="1379138" y="66345"/>
                  </a:lnTo>
                  <a:lnTo>
                    <a:pt x="1317868" y="47464"/>
                  </a:lnTo>
                  <a:lnTo>
                    <a:pt x="1246337" y="31222"/>
                  </a:lnTo>
                  <a:lnTo>
                    <a:pt x="1203480" y="23552"/>
                  </a:lnTo>
                  <a:lnTo>
                    <a:pt x="1159244" y="16959"/>
                  </a:lnTo>
                  <a:lnTo>
                    <a:pt x="1113630" y="11441"/>
                  </a:lnTo>
                  <a:lnTo>
                    <a:pt x="1066638" y="7000"/>
                  </a:lnTo>
                  <a:lnTo>
                    <a:pt x="1018267" y="3636"/>
                  </a:lnTo>
                  <a:lnTo>
                    <a:pt x="968517" y="1347"/>
                  </a:lnTo>
                  <a:lnTo>
                    <a:pt x="917390" y="135"/>
                  </a:lnTo>
                  <a:lnTo>
                    <a:pt x="864883" y="0"/>
                  </a:lnTo>
                  <a:lnTo>
                    <a:pt x="810999" y="940"/>
                  </a:lnTo>
                  <a:lnTo>
                    <a:pt x="755735" y="2957"/>
                  </a:lnTo>
                  <a:lnTo>
                    <a:pt x="700069" y="6530"/>
                  </a:lnTo>
                  <a:lnTo>
                    <a:pt x="645928" y="11056"/>
                  </a:lnTo>
                  <a:lnTo>
                    <a:pt x="593310" y="16534"/>
                  </a:lnTo>
                  <a:lnTo>
                    <a:pt x="542217" y="22965"/>
                  </a:lnTo>
                  <a:lnTo>
                    <a:pt x="492648" y="30348"/>
                  </a:lnTo>
                  <a:lnTo>
                    <a:pt x="444603" y="38683"/>
                  </a:lnTo>
                  <a:lnTo>
                    <a:pt x="398083" y="47971"/>
                  </a:lnTo>
                  <a:lnTo>
                    <a:pt x="353086" y="58211"/>
                  </a:lnTo>
                  <a:lnTo>
                    <a:pt x="309614" y="69403"/>
                  </a:lnTo>
                  <a:lnTo>
                    <a:pt x="267667" y="81548"/>
                  </a:lnTo>
                  <a:lnTo>
                    <a:pt x="206512" y="102133"/>
                  </a:lnTo>
                  <a:lnTo>
                    <a:pt x="152996" y="124068"/>
                  </a:lnTo>
                  <a:lnTo>
                    <a:pt x="107119" y="147353"/>
                  </a:lnTo>
                  <a:lnTo>
                    <a:pt x="68881" y="171987"/>
                  </a:lnTo>
                  <a:lnTo>
                    <a:pt x="38282" y="197970"/>
                  </a:lnTo>
                  <a:lnTo>
                    <a:pt x="15321" y="225303"/>
                  </a:lnTo>
                  <a:lnTo>
                    <a:pt x="0" y="253985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827913" y="206375"/>
            <a:ext cx="32124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99130" algn="l"/>
              </a:tabLst>
            </a:pPr>
            <a:r>
              <a:rPr sz="800" b="1" dirty="0">
                <a:latin typeface="Bauer Bodoni Std Bold Cond" panose="02070903080706020303" pitchFamily="18" charset="77"/>
                <a:cs typeface="Source Serif 4"/>
              </a:rPr>
              <a:t>rit.</a:t>
            </a:r>
            <a:r>
              <a:rPr sz="800" b="1" spc="210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800" b="1" u="dash" dirty="0">
                <a:uFill>
                  <a:solidFill>
                    <a:srgbClr val="000000"/>
                  </a:solidFill>
                </a:uFill>
                <a:latin typeface="Bauer Bodoni Std Bold Cond" panose="02070903080706020303" pitchFamily="18" charset="77"/>
                <a:cs typeface="Times New Roman"/>
              </a:rPr>
              <a:t>	</a:t>
            </a:r>
            <a:endParaRPr sz="800" b="1">
              <a:latin typeface="Bauer Bodoni Std Bold Cond" panose="02070903080706020303" pitchFamily="18" charset="77"/>
              <a:cs typeface="Times New Roman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79387" y="2360116"/>
            <a:ext cx="7106284" cy="1586865"/>
            <a:chOff x="179387" y="2360116"/>
            <a:chExt cx="7106284" cy="1586865"/>
          </a:xfrm>
        </p:grpSpPr>
        <p:sp>
          <p:nvSpPr>
            <p:cNvPr id="77" name="object 77"/>
            <p:cNvSpPr/>
            <p:nvPr/>
          </p:nvSpPr>
          <p:spPr>
            <a:xfrm>
              <a:off x="179387" y="2552811"/>
              <a:ext cx="634365" cy="1310005"/>
            </a:xfrm>
            <a:custGeom>
              <a:avLst/>
              <a:gdLst/>
              <a:ahLst/>
              <a:cxnLst/>
              <a:rect l="l" t="t" r="r" b="b"/>
              <a:pathLst>
                <a:path w="634365" h="1310004">
                  <a:moveTo>
                    <a:pt x="68859" y="76212"/>
                  </a:moveTo>
                  <a:lnTo>
                    <a:pt x="46570" y="124650"/>
                  </a:lnTo>
                  <a:lnTo>
                    <a:pt x="28994" y="173240"/>
                  </a:lnTo>
                  <a:lnTo>
                    <a:pt x="14046" y="235331"/>
                  </a:lnTo>
                  <a:lnTo>
                    <a:pt x="7048" y="291553"/>
                  </a:lnTo>
                  <a:lnTo>
                    <a:pt x="6286" y="317639"/>
                  </a:lnTo>
                  <a:lnTo>
                    <a:pt x="7175" y="343382"/>
                  </a:lnTo>
                  <a:lnTo>
                    <a:pt x="8991" y="369036"/>
                  </a:lnTo>
                  <a:lnTo>
                    <a:pt x="11747" y="394601"/>
                  </a:lnTo>
                  <a:lnTo>
                    <a:pt x="15430" y="420052"/>
                  </a:lnTo>
                  <a:lnTo>
                    <a:pt x="35039" y="530758"/>
                  </a:lnTo>
                  <a:lnTo>
                    <a:pt x="37287" y="545198"/>
                  </a:lnTo>
                  <a:lnTo>
                    <a:pt x="39039" y="558863"/>
                  </a:lnTo>
                  <a:lnTo>
                    <a:pt x="40284" y="571766"/>
                  </a:lnTo>
                  <a:lnTo>
                    <a:pt x="41148" y="590626"/>
                  </a:lnTo>
                  <a:lnTo>
                    <a:pt x="40284" y="606031"/>
                  </a:lnTo>
                  <a:lnTo>
                    <a:pt x="29425" y="648385"/>
                  </a:lnTo>
                  <a:lnTo>
                    <a:pt x="8686" y="681596"/>
                  </a:lnTo>
                  <a:lnTo>
                    <a:pt x="0" y="690740"/>
                  </a:lnTo>
                  <a:lnTo>
                    <a:pt x="0" y="695363"/>
                  </a:lnTo>
                  <a:lnTo>
                    <a:pt x="23406" y="727710"/>
                  </a:lnTo>
                  <a:lnTo>
                    <a:pt x="37465" y="765225"/>
                  </a:lnTo>
                  <a:lnTo>
                    <a:pt x="41148" y="798550"/>
                  </a:lnTo>
                  <a:lnTo>
                    <a:pt x="40474" y="814793"/>
                  </a:lnTo>
                  <a:lnTo>
                    <a:pt x="38785" y="832726"/>
                  </a:lnTo>
                  <a:lnTo>
                    <a:pt x="36055" y="852335"/>
                  </a:lnTo>
                  <a:lnTo>
                    <a:pt x="15430" y="968743"/>
                  </a:lnTo>
                  <a:lnTo>
                    <a:pt x="11747" y="994346"/>
                  </a:lnTo>
                  <a:lnTo>
                    <a:pt x="8991" y="1019962"/>
                  </a:lnTo>
                  <a:lnTo>
                    <a:pt x="7175" y="1045565"/>
                  </a:lnTo>
                  <a:lnTo>
                    <a:pt x="6286" y="1071168"/>
                  </a:lnTo>
                  <a:lnTo>
                    <a:pt x="7048" y="1097229"/>
                  </a:lnTo>
                  <a:lnTo>
                    <a:pt x="14046" y="1153248"/>
                  </a:lnTo>
                  <a:lnTo>
                    <a:pt x="28676" y="1214069"/>
                  </a:lnTo>
                  <a:lnTo>
                    <a:pt x="52959" y="1277213"/>
                  </a:lnTo>
                  <a:lnTo>
                    <a:pt x="68859" y="1309509"/>
                  </a:lnTo>
                  <a:lnTo>
                    <a:pt x="68859" y="1305267"/>
                  </a:lnTo>
                  <a:lnTo>
                    <a:pt x="60032" y="1284338"/>
                  </a:lnTo>
                  <a:lnTo>
                    <a:pt x="52146" y="1263497"/>
                  </a:lnTo>
                  <a:lnTo>
                    <a:pt x="39141" y="1222108"/>
                  </a:lnTo>
                  <a:lnTo>
                    <a:pt x="31140" y="1178877"/>
                  </a:lnTo>
                  <a:lnTo>
                    <a:pt x="29425" y="1131620"/>
                  </a:lnTo>
                  <a:lnTo>
                    <a:pt x="30886" y="1108202"/>
                  </a:lnTo>
                  <a:lnTo>
                    <a:pt x="33286" y="1084541"/>
                  </a:lnTo>
                  <a:lnTo>
                    <a:pt x="36601" y="1060653"/>
                  </a:lnTo>
                  <a:lnTo>
                    <a:pt x="40855" y="1036510"/>
                  </a:lnTo>
                  <a:lnTo>
                    <a:pt x="59143" y="943330"/>
                  </a:lnTo>
                  <a:lnTo>
                    <a:pt x="63068" y="921435"/>
                  </a:lnTo>
                  <a:lnTo>
                    <a:pt x="66001" y="900785"/>
                  </a:lnTo>
                  <a:lnTo>
                    <a:pt x="67932" y="881392"/>
                  </a:lnTo>
                  <a:lnTo>
                    <a:pt x="68859" y="863244"/>
                  </a:lnTo>
                  <a:lnTo>
                    <a:pt x="67983" y="833285"/>
                  </a:lnTo>
                  <a:lnTo>
                    <a:pt x="60121" y="783031"/>
                  </a:lnTo>
                  <a:lnTo>
                    <a:pt x="43878" y="744486"/>
                  </a:lnTo>
                  <a:lnTo>
                    <a:pt x="13335" y="704265"/>
                  </a:lnTo>
                  <a:lnTo>
                    <a:pt x="2286" y="693051"/>
                  </a:lnTo>
                  <a:lnTo>
                    <a:pt x="13335" y="682536"/>
                  </a:lnTo>
                  <a:lnTo>
                    <a:pt x="40284" y="649541"/>
                  </a:lnTo>
                  <a:lnTo>
                    <a:pt x="60121" y="605574"/>
                  </a:lnTo>
                  <a:lnTo>
                    <a:pt x="67983" y="555713"/>
                  </a:lnTo>
                  <a:lnTo>
                    <a:pt x="68859" y="525945"/>
                  </a:lnTo>
                  <a:lnTo>
                    <a:pt x="67932" y="507631"/>
                  </a:lnTo>
                  <a:lnTo>
                    <a:pt x="66001" y="488111"/>
                  </a:lnTo>
                  <a:lnTo>
                    <a:pt x="63068" y="467398"/>
                  </a:lnTo>
                  <a:lnTo>
                    <a:pt x="59143" y="445465"/>
                  </a:lnTo>
                  <a:lnTo>
                    <a:pt x="40284" y="349592"/>
                  </a:lnTo>
                  <a:lnTo>
                    <a:pt x="36283" y="326085"/>
                  </a:lnTo>
                  <a:lnTo>
                    <a:pt x="33147" y="302907"/>
                  </a:lnTo>
                  <a:lnTo>
                    <a:pt x="30848" y="280073"/>
                  </a:lnTo>
                  <a:lnTo>
                    <a:pt x="29425" y="257568"/>
                  </a:lnTo>
                  <a:lnTo>
                    <a:pt x="29502" y="233400"/>
                  </a:lnTo>
                  <a:lnTo>
                    <a:pt x="34353" y="187972"/>
                  </a:lnTo>
                  <a:lnTo>
                    <a:pt x="46139" y="142494"/>
                  </a:lnTo>
                  <a:lnTo>
                    <a:pt x="60426" y="101676"/>
                  </a:lnTo>
                  <a:lnTo>
                    <a:pt x="68859" y="80835"/>
                  </a:lnTo>
                  <a:lnTo>
                    <a:pt x="68859" y="76212"/>
                  </a:lnTo>
                  <a:close/>
                </a:path>
                <a:path w="634365" h="1310004">
                  <a:moveTo>
                    <a:pt x="634238" y="75057"/>
                  </a:moveTo>
                  <a:lnTo>
                    <a:pt x="239356" y="75057"/>
                  </a:lnTo>
                  <a:lnTo>
                    <a:pt x="240309" y="67348"/>
                  </a:lnTo>
                  <a:lnTo>
                    <a:pt x="239776" y="60363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26"/>
                  </a:lnTo>
                  <a:lnTo>
                    <a:pt x="230314" y="45250"/>
                  </a:lnTo>
                  <a:lnTo>
                    <a:pt x="230314" y="49060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22"/>
                  </a:lnTo>
                  <a:lnTo>
                    <a:pt x="191808" y="86779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63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50"/>
                  </a:lnTo>
                  <a:lnTo>
                    <a:pt x="230314" y="23126"/>
                  </a:lnTo>
                  <a:lnTo>
                    <a:pt x="230238" y="22910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82"/>
                  </a:lnTo>
                  <a:lnTo>
                    <a:pt x="128587" y="228511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21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65"/>
                  </a:lnTo>
                  <a:lnTo>
                    <a:pt x="182676" y="64985"/>
                  </a:lnTo>
                  <a:lnTo>
                    <a:pt x="182549" y="67348"/>
                  </a:lnTo>
                  <a:lnTo>
                    <a:pt x="182486" y="68338"/>
                  </a:lnTo>
                  <a:lnTo>
                    <a:pt x="182308" y="71920"/>
                  </a:lnTo>
                  <a:lnTo>
                    <a:pt x="182346" y="73063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308354"/>
                  </a:lnTo>
                  <a:lnTo>
                    <a:pt x="94449" y="1308354"/>
                  </a:lnTo>
                  <a:lnTo>
                    <a:pt x="94449" y="309372"/>
                  </a:lnTo>
                  <a:lnTo>
                    <a:pt x="225856" y="309372"/>
                  </a:lnTo>
                  <a:lnTo>
                    <a:pt x="231686" y="335953"/>
                  </a:lnTo>
                  <a:lnTo>
                    <a:pt x="233641" y="344716"/>
                  </a:lnTo>
                  <a:lnTo>
                    <a:pt x="233756" y="345859"/>
                  </a:lnTo>
                  <a:lnTo>
                    <a:pt x="234213" y="350240"/>
                  </a:lnTo>
                  <a:lnTo>
                    <a:pt x="234162" y="351663"/>
                  </a:lnTo>
                  <a:lnTo>
                    <a:pt x="234022" y="355384"/>
                  </a:lnTo>
                  <a:lnTo>
                    <a:pt x="233921" y="355955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97"/>
                  </a:lnTo>
                  <a:lnTo>
                    <a:pt x="181165" y="379387"/>
                  </a:lnTo>
                  <a:lnTo>
                    <a:pt x="185166" y="380339"/>
                  </a:lnTo>
                  <a:lnTo>
                    <a:pt x="188899" y="379387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33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84"/>
                  </a:lnTo>
                  <a:lnTo>
                    <a:pt x="204203" y="351193"/>
                  </a:lnTo>
                  <a:lnTo>
                    <a:pt x="201739" y="345859"/>
                  </a:lnTo>
                  <a:lnTo>
                    <a:pt x="197167" y="341668"/>
                  </a:lnTo>
                  <a:lnTo>
                    <a:pt x="192595" y="337286"/>
                  </a:lnTo>
                  <a:lnTo>
                    <a:pt x="187261" y="335381"/>
                  </a:lnTo>
                  <a:lnTo>
                    <a:pt x="181165" y="335953"/>
                  </a:lnTo>
                  <a:lnTo>
                    <a:pt x="174307" y="337096"/>
                  </a:lnTo>
                  <a:lnTo>
                    <a:pt x="168871" y="340423"/>
                  </a:lnTo>
                  <a:lnTo>
                    <a:pt x="164934" y="345859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60"/>
                  </a:lnTo>
                  <a:lnTo>
                    <a:pt x="194868" y="397103"/>
                  </a:lnTo>
                  <a:lnTo>
                    <a:pt x="202590" y="397103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55"/>
                  </a:lnTo>
                  <a:lnTo>
                    <a:pt x="241706" y="355384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634238" y="309372"/>
                  </a:lnTo>
                  <a:lnTo>
                    <a:pt x="634238" y="303657"/>
                  </a:lnTo>
                  <a:lnTo>
                    <a:pt x="232651" y="303657"/>
                  </a:lnTo>
                  <a:lnTo>
                    <a:pt x="232371" y="302234"/>
                  </a:lnTo>
                  <a:lnTo>
                    <a:pt x="231736" y="299085"/>
                  </a:lnTo>
                  <a:lnTo>
                    <a:pt x="262699" y="270738"/>
                  </a:lnTo>
                  <a:lnTo>
                    <a:pt x="268071" y="252222"/>
                  </a:lnTo>
                  <a:lnTo>
                    <a:pt x="634238" y="252222"/>
                  </a:lnTo>
                  <a:lnTo>
                    <a:pt x="6342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61708" y="217652"/>
                  </a:lnTo>
                  <a:lnTo>
                    <a:pt x="260781" y="215607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89"/>
                  </a:lnTo>
                  <a:lnTo>
                    <a:pt x="251358" y="266077"/>
                  </a:lnTo>
                  <a:lnTo>
                    <a:pt x="247091" y="276517"/>
                  </a:lnTo>
                  <a:lnTo>
                    <a:pt x="240080" y="285229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72" y="303657"/>
                  </a:lnTo>
                  <a:lnTo>
                    <a:pt x="224307" y="302234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300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40"/>
                  </a:lnTo>
                  <a:lnTo>
                    <a:pt x="152590" y="283083"/>
                  </a:lnTo>
                  <a:lnTo>
                    <a:pt x="163601" y="292519"/>
                  </a:lnTo>
                  <a:lnTo>
                    <a:pt x="175806" y="299377"/>
                  </a:lnTo>
                  <a:lnTo>
                    <a:pt x="189179" y="303657"/>
                  </a:lnTo>
                  <a:lnTo>
                    <a:pt x="189179" y="295300"/>
                  </a:lnTo>
                  <a:lnTo>
                    <a:pt x="184442" y="294233"/>
                  </a:lnTo>
                  <a:lnTo>
                    <a:pt x="173913" y="289661"/>
                  </a:lnTo>
                  <a:lnTo>
                    <a:pt x="164299" y="283083"/>
                  </a:lnTo>
                  <a:lnTo>
                    <a:pt x="156375" y="274891"/>
                  </a:lnTo>
                  <a:lnTo>
                    <a:pt x="150583" y="265150"/>
                  </a:lnTo>
                  <a:lnTo>
                    <a:pt x="150495" y="264871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66" y="252222"/>
                  </a:lnTo>
                  <a:lnTo>
                    <a:pt x="176110" y="257175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56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71"/>
                  </a:lnTo>
                  <a:lnTo>
                    <a:pt x="186512" y="257949"/>
                  </a:lnTo>
                  <a:lnTo>
                    <a:pt x="185369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401"/>
                  </a:lnTo>
                  <a:lnTo>
                    <a:pt x="215163" y="217652"/>
                  </a:lnTo>
                  <a:lnTo>
                    <a:pt x="222681" y="218401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634238" y="195072"/>
                  </a:lnTo>
                  <a:lnTo>
                    <a:pt x="6342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17"/>
                  </a:lnTo>
                  <a:lnTo>
                    <a:pt x="187159" y="235940"/>
                  </a:lnTo>
                  <a:lnTo>
                    <a:pt x="191731" y="230225"/>
                  </a:lnTo>
                  <a:lnTo>
                    <a:pt x="196113" y="224510"/>
                  </a:lnTo>
                  <a:lnTo>
                    <a:pt x="201637" y="220599"/>
                  </a:lnTo>
                  <a:lnTo>
                    <a:pt x="208292" y="218516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04" y="153377"/>
                  </a:lnTo>
                  <a:lnTo>
                    <a:pt x="202704" y="189357"/>
                  </a:lnTo>
                  <a:lnTo>
                    <a:pt x="199237" y="189357"/>
                  </a:lnTo>
                  <a:lnTo>
                    <a:pt x="199237" y="195072"/>
                  </a:lnTo>
                  <a:lnTo>
                    <a:pt x="197129" y="196075"/>
                  </a:lnTo>
                  <a:lnTo>
                    <a:pt x="172262" y="229933"/>
                  </a:lnTo>
                  <a:lnTo>
                    <a:pt x="172237" y="230225"/>
                  </a:lnTo>
                  <a:lnTo>
                    <a:pt x="171450" y="237083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62" y="246507"/>
                  </a:lnTo>
                  <a:lnTo>
                    <a:pt x="145440" y="241084"/>
                  </a:lnTo>
                  <a:lnTo>
                    <a:pt x="146900" y="228320"/>
                  </a:lnTo>
                  <a:lnTo>
                    <a:pt x="147015" y="227939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37" y="195072"/>
                  </a:lnTo>
                  <a:lnTo>
                    <a:pt x="199237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04" y="189357"/>
                  </a:lnTo>
                  <a:lnTo>
                    <a:pt x="202704" y="153377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634238" y="137922"/>
                  </a:lnTo>
                  <a:lnTo>
                    <a:pt x="6342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58" y="80772"/>
                  </a:lnTo>
                  <a:lnTo>
                    <a:pt x="634238" y="80772"/>
                  </a:lnTo>
                  <a:lnTo>
                    <a:pt x="6342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05142" y="2542137"/>
              <a:ext cx="273748" cy="29603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813625" y="2518140"/>
              <a:ext cx="1015365" cy="344170"/>
            </a:xfrm>
            <a:custGeom>
              <a:avLst/>
              <a:gdLst/>
              <a:ahLst/>
              <a:cxnLst/>
              <a:rect l="l" t="t" r="r" b="b"/>
              <a:pathLst>
                <a:path w="1015364" h="344169">
                  <a:moveTo>
                    <a:pt x="1015047" y="338328"/>
                  </a:moveTo>
                  <a:lnTo>
                    <a:pt x="0" y="338328"/>
                  </a:lnTo>
                  <a:lnTo>
                    <a:pt x="0" y="344043"/>
                  </a:lnTo>
                  <a:lnTo>
                    <a:pt x="1015047" y="344043"/>
                  </a:lnTo>
                  <a:lnTo>
                    <a:pt x="1015047" y="338328"/>
                  </a:lnTo>
                  <a:close/>
                </a:path>
                <a:path w="1015364" h="344169">
                  <a:moveTo>
                    <a:pt x="1015047" y="109728"/>
                  </a:moveTo>
                  <a:lnTo>
                    <a:pt x="364312" y="109728"/>
                  </a:lnTo>
                  <a:lnTo>
                    <a:pt x="364312" y="78613"/>
                  </a:lnTo>
                  <a:lnTo>
                    <a:pt x="366318" y="80200"/>
                  </a:lnTo>
                  <a:lnTo>
                    <a:pt x="372224" y="82105"/>
                  </a:lnTo>
                  <a:lnTo>
                    <a:pt x="412318" y="70586"/>
                  </a:lnTo>
                  <a:lnTo>
                    <a:pt x="424942" y="56146"/>
                  </a:lnTo>
                  <a:lnTo>
                    <a:pt x="448932" y="56146"/>
                  </a:lnTo>
                  <a:lnTo>
                    <a:pt x="448932" y="49009"/>
                  </a:lnTo>
                  <a:lnTo>
                    <a:pt x="427596" y="49009"/>
                  </a:lnTo>
                  <a:lnTo>
                    <a:pt x="428612" y="43726"/>
                  </a:lnTo>
                  <a:lnTo>
                    <a:pt x="428421" y="36487"/>
                  </a:lnTo>
                  <a:lnTo>
                    <a:pt x="425843" y="31242"/>
                  </a:lnTo>
                  <a:lnTo>
                    <a:pt x="420890" y="28003"/>
                  </a:lnTo>
                  <a:lnTo>
                    <a:pt x="416318" y="24384"/>
                  </a:lnTo>
                  <a:lnTo>
                    <a:pt x="409841" y="22669"/>
                  </a:lnTo>
                  <a:lnTo>
                    <a:pt x="401459" y="22860"/>
                  </a:lnTo>
                  <a:lnTo>
                    <a:pt x="393534" y="23825"/>
                  </a:lnTo>
                  <a:lnTo>
                    <a:pt x="358952" y="46939"/>
                  </a:lnTo>
                  <a:lnTo>
                    <a:pt x="357962" y="49009"/>
                  </a:lnTo>
                  <a:lnTo>
                    <a:pt x="337794" y="49009"/>
                  </a:lnTo>
                  <a:lnTo>
                    <a:pt x="337794" y="56146"/>
                  </a:lnTo>
                  <a:lnTo>
                    <a:pt x="355257" y="56146"/>
                  </a:lnTo>
                  <a:lnTo>
                    <a:pt x="354317" y="60871"/>
                  </a:lnTo>
                  <a:lnTo>
                    <a:pt x="354406" y="64008"/>
                  </a:lnTo>
                  <a:lnTo>
                    <a:pt x="354317" y="109728"/>
                  </a:lnTo>
                  <a:lnTo>
                    <a:pt x="354317" y="115443"/>
                  </a:lnTo>
                  <a:lnTo>
                    <a:pt x="354317" y="166878"/>
                  </a:lnTo>
                  <a:lnTo>
                    <a:pt x="354317" y="172593"/>
                  </a:lnTo>
                  <a:lnTo>
                    <a:pt x="354317" y="224028"/>
                  </a:lnTo>
                  <a:lnTo>
                    <a:pt x="232714" y="224028"/>
                  </a:lnTo>
                  <a:lnTo>
                    <a:pt x="232714" y="172593"/>
                  </a:lnTo>
                  <a:lnTo>
                    <a:pt x="354317" y="172593"/>
                  </a:lnTo>
                  <a:lnTo>
                    <a:pt x="354317" y="166878"/>
                  </a:lnTo>
                  <a:lnTo>
                    <a:pt x="232714" y="166878"/>
                  </a:lnTo>
                  <a:lnTo>
                    <a:pt x="232714" y="115443"/>
                  </a:lnTo>
                  <a:lnTo>
                    <a:pt x="354317" y="115443"/>
                  </a:lnTo>
                  <a:lnTo>
                    <a:pt x="354317" y="109728"/>
                  </a:lnTo>
                  <a:lnTo>
                    <a:pt x="257048" y="109728"/>
                  </a:lnTo>
                  <a:lnTo>
                    <a:pt x="264655" y="107657"/>
                  </a:lnTo>
                  <a:lnTo>
                    <a:pt x="272783" y="104063"/>
                  </a:lnTo>
                  <a:lnTo>
                    <a:pt x="297014" y="72301"/>
                  </a:lnTo>
                  <a:lnTo>
                    <a:pt x="296824" y="65062"/>
                  </a:lnTo>
                  <a:lnTo>
                    <a:pt x="294259" y="59817"/>
                  </a:lnTo>
                  <a:lnTo>
                    <a:pt x="289293" y="56578"/>
                  </a:lnTo>
                  <a:lnTo>
                    <a:pt x="284721" y="52959"/>
                  </a:lnTo>
                  <a:lnTo>
                    <a:pt x="278257" y="51244"/>
                  </a:lnTo>
                  <a:lnTo>
                    <a:pt x="269862" y="51435"/>
                  </a:lnTo>
                  <a:lnTo>
                    <a:pt x="261937" y="52400"/>
                  </a:lnTo>
                  <a:lnTo>
                    <a:pt x="254152" y="54724"/>
                  </a:lnTo>
                  <a:lnTo>
                    <a:pt x="246507" y="58394"/>
                  </a:lnTo>
                  <a:lnTo>
                    <a:pt x="239001" y="63436"/>
                  </a:lnTo>
                  <a:lnTo>
                    <a:pt x="237667" y="64604"/>
                  </a:lnTo>
                  <a:lnTo>
                    <a:pt x="237667" y="109728"/>
                  </a:lnTo>
                  <a:lnTo>
                    <a:pt x="232714" y="109728"/>
                  </a:lnTo>
                  <a:lnTo>
                    <a:pt x="232714" y="107188"/>
                  </a:lnTo>
                  <a:lnTo>
                    <a:pt x="234721" y="108775"/>
                  </a:lnTo>
                  <a:lnTo>
                    <a:pt x="237667" y="109728"/>
                  </a:lnTo>
                  <a:lnTo>
                    <a:pt x="237667" y="64604"/>
                  </a:lnTo>
                  <a:lnTo>
                    <a:pt x="232308" y="69240"/>
                  </a:lnTo>
                  <a:lnTo>
                    <a:pt x="227368" y="75514"/>
                  </a:lnTo>
                  <a:lnTo>
                    <a:pt x="224167" y="82245"/>
                  </a:lnTo>
                  <a:lnTo>
                    <a:pt x="222719" y="89446"/>
                  </a:lnTo>
                  <a:lnTo>
                    <a:pt x="222808" y="92583"/>
                  </a:lnTo>
                  <a:lnTo>
                    <a:pt x="222719" y="109728"/>
                  </a:lnTo>
                  <a:lnTo>
                    <a:pt x="206717" y="109728"/>
                  </a:lnTo>
                  <a:lnTo>
                    <a:pt x="206717" y="98298"/>
                  </a:lnTo>
                  <a:lnTo>
                    <a:pt x="206717" y="62585"/>
                  </a:lnTo>
                  <a:lnTo>
                    <a:pt x="206717" y="47155"/>
                  </a:lnTo>
                  <a:lnTo>
                    <a:pt x="206717" y="38862"/>
                  </a:lnTo>
                  <a:lnTo>
                    <a:pt x="199580" y="40665"/>
                  </a:lnTo>
                  <a:lnTo>
                    <a:pt x="199580" y="62585"/>
                  </a:lnTo>
                  <a:lnTo>
                    <a:pt x="199580" y="91440"/>
                  </a:lnTo>
                  <a:lnTo>
                    <a:pt x="173863" y="98298"/>
                  </a:lnTo>
                  <a:lnTo>
                    <a:pt x="173863" y="69151"/>
                  </a:lnTo>
                  <a:lnTo>
                    <a:pt x="199580" y="62585"/>
                  </a:lnTo>
                  <a:lnTo>
                    <a:pt x="199580" y="40665"/>
                  </a:lnTo>
                  <a:lnTo>
                    <a:pt x="173863" y="47155"/>
                  </a:lnTo>
                  <a:lnTo>
                    <a:pt x="173863" y="0"/>
                  </a:lnTo>
                  <a:lnTo>
                    <a:pt x="166712" y="0"/>
                  </a:lnTo>
                  <a:lnTo>
                    <a:pt x="166712" y="109728"/>
                  </a:lnTo>
                  <a:lnTo>
                    <a:pt x="0" y="109728"/>
                  </a:lnTo>
                  <a:lnTo>
                    <a:pt x="0" y="115443"/>
                  </a:lnTo>
                  <a:lnTo>
                    <a:pt x="166712" y="115443"/>
                  </a:lnTo>
                  <a:lnTo>
                    <a:pt x="166712" y="121729"/>
                  </a:lnTo>
                  <a:lnTo>
                    <a:pt x="191655" y="115443"/>
                  </a:lnTo>
                  <a:lnTo>
                    <a:pt x="199580" y="115443"/>
                  </a:lnTo>
                  <a:lnTo>
                    <a:pt x="199580" y="160591"/>
                  </a:lnTo>
                  <a:lnTo>
                    <a:pt x="206717" y="160591"/>
                  </a:lnTo>
                  <a:lnTo>
                    <a:pt x="206717" y="115443"/>
                  </a:lnTo>
                  <a:lnTo>
                    <a:pt x="222719" y="115443"/>
                  </a:lnTo>
                  <a:lnTo>
                    <a:pt x="222719" y="166878"/>
                  </a:lnTo>
                  <a:lnTo>
                    <a:pt x="0" y="166878"/>
                  </a:lnTo>
                  <a:lnTo>
                    <a:pt x="0" y="172593"/>
                  </a:lnTo>
                  <a:lnTo>
                    <a:pt x="222719" y="172593"/>
                  </a:lnTo>
                  <a:lnTo>
                    <a:pt x="222719" y="224028"/>
                  </a:lnTo>
                  <a:lnTo>
                    <a:pt x="0" y="224028"/>
                  </a:lnTo>
                  <a:lnTo>
                    <a:pt x="0" y="229743"/>
                  </a:lnTo>
                  <a:lnTo>
                    <a:pt x="222719" y="229743"/>
                  </a:lnTo>
                  <a:lnTo>
                    <a:pt x="222719" y="281178"/>
                  </a:lnTo>
                  <a:lnTo>
                    <a:pt x="0" y="281178"/>
                  </a:lnTo>
                  <a:lnTo>
                    <a:pt x="0" y="286893"/>
                  </a:lnTo>
                  <a:lnTo>
                    <a:pt x="1015047" y="286893"/>
                  </a:lnTo>
                  <a:lnTo>
                    <a:pt x="1015047" y="281178"/>
                  </a:lnTo>
                  <a:lnTo>
                    <a:pt x="232714" y="281178"/>
                  </a:lnTo>
                  <a:lnTo>
                    <a:pt x="232714" y="229743"/>
                  </a:lnTo>
                  <a:lnTo>
                    <a:pt x="354317" y="229743"/>
                  </a:lnTo>
                  <a:lnTo>
                    <a:pt x="354317" y="266890"/>
                  </a:lnTo>
                  <a:lnTo>
                    <a:pt x="364312" y="266890"/>
                  </a:lnTo>
                  <a:lnTo>
                    <a:pt x="364312" y="229743"/>
                  </a:lnTo>
                  <a:lnTo>
                    <a:pt x="1015047" y="229743"/>
                  </a:lnTo>
                  <a:lnTo>
                    <a:pt x="1015047" y="224028"/>
                  </a:lnTo>
                  <a:lnTo>
                    <a:pt x="364312" y="224028"/>
                  </a:lnTo>
                  <a:lnTo>
                    <a:pt x="364312" y="172593"/>
                  </a:lnTo>
                  <a:lnTo>
                    <a:pt x="1015047" y="172593"/>
                  </a:lnTo>
                  <a:lnTo>
                    <a:pt x="1015047" y="166878"/>
                  </a:lnTo>
                  <a:lnTo>
                    <a:pt x="364312" y="166878"/>
                  </a:lnTo>
                  <a:lnTo>
                    <a:pt x="364312" y="115443"/>
                  </a:lnTo>
                  <a:lnTo>
                    <a:pt x="1015047" y="115443"/>
                  </a:lnTo>
                  <a:lnTo>
                    <a:pt x="1015047" y="109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83023" y="2512228"/>
              <a:ext cx="111140" cy="229933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1036345" y="2397934"/>
              <a:ext cx="2084705" cy="553085"/>
            </a:xfrm>
            <a:custGeom>
              <a:avLst/>
              <a:gdLst/>
              <a:ahLst/>
              <a:cxnLst/>
              <a:rect l="l" t="t" r="r" b="b"/>
              <a:pathLst>
                <a:path w="2084705" h="553085">
                  <a:moveTo>
                    <a:pt x="131597" y="358355"/>
                  </a:moveTo>
                  <a:lnTo>
                    <a:pt x="0" y="372643"/>
                  </a:lnTo>
                  <a:lnTo>
                    <a:pt x="0" y="401383"/>
                  </a:lnTo>
                  <a:lnTo>
                    <a:pt x="131597" y="387096"/>
                  </a:lnTo>
                  <a:lnTo>
                    <a:pt x="131597" y="358355"/>
                  </a:lnTo>
                  <a:close/>
                </a:path>
                <a:path w="2084705" h="553085">
                  <a:moveTo>
                    <a:pt x="584898" y="502348"/>
                  </a:moveTo>
                  <a:lnTo>
                    <a:pt x="564426" y="481393"/>
                  </a:lnTo>
                  <a:lnTo>
                    <a:pt x="560425" y="481393"/>
                  </a:lnTo>
                  <a:lnTo>
                    <a:pt x="556514" y="482917"/>
                  </a:lnTo>
                  <a:lnTo>
                    <a:pt x="552704" y="485965"/>
                  </a:lnTo>
                  <a:lnTo>
                    <a:pt x="548894" y="488823"/>
                  </a:lnTo>
                  <a:lnTo>
                    <a:pt x="546709" y="492544"/>
                  </a:lnTo>
                  <a:lnTo>
                    <a:pt x="546138" y="497116"/>
                  </a:lnTo>
                  <a:lnTo>
                    <a:pt x="546900" y="501116"/>
                  </a:lnTo>
                  <a:lnTo>
                    <a:pt x="549757" y="503110"/>
                  </a:lnTo>
                  <a:lnTo>
                    <a:pt x="554710" y="503110"/>
                  </a:lnTo>
                  <a:lnTo>
                    <a:pt x="558520" y="501586"/>
                  </a:lnTo>
                  <a:lnTo>
                    <a:pt x="559943" y="498919"/>
                  </a:lnTo>
                  <a:lnTo>
                    <a:pt x="558990" y="495109"/>
                  </a:lnTo>
                  <a:lnTo>
                    <a:pt x="556996" y="489966"/>
                  </a:lnTo>
                  <a:lnTo>
                    <a:pt x="557568" y="486918"/>
                  </a:lnTo>
                  <a:lnTo>
                    <a:pt x="559854" y="485495"/>
                  </a:lnTo>
                  <a:lnTo>
                    <a:pt x="563854" y="485686"/>
                  </a:lnTo>
                  <a:lnTo>
                    <a:pt x="569760" y="487019"/>
                  </a:lnTo>
                  <a:lnTo>
                    <a:pt x="572516" y="489877"/>
                  </a:lnTo>
                  <a:lnTo>
                    <a:pt x="572135" y="494258"/>
                  </a:lnTo>
                  <a:lnTo>
                    <a:pt x="571944" y="502069"/>
                  </a:lnTo>
                  <a:lnTo>
                    <a:pt x="569760" y="507111"/>
                  </a:lnTo>
                  <a:lnTo>
                    <a:pt x="561378" y="511683"/>
                  </a:lnTo>
                  <a:lnTo>
                    <a:pt x="555853" y="512737"/>
                  </a:lnTo>
                  <a:lnTo>
                    <a:pt x="548995" y="512546"/>
                  </a:lnTo>
                  <a:lnTo>
                    <a:pt x="547852" y="517969"/>
                  </a:lnTo>
                  <a:lnTo>
                    <a:pt x="561759" y="530072"/>
                  </a:lnTo>
                  <a:lnTo>
                    <a:pt x="560514" y="535025"/>
                  </a:lnTo>
                  <a:lnTo>
                    <a:pt x="555180" y="545122"/>
                  </a:lnTo>
                  <a:lnTo>
                    <a:pt x="551281" y="547878"/>
                  </a:lnTo>
                  <a:lnTo>
                    <a:pt x="546138" y="548259"/>
                  </a:lnTo>
                  <a:lnTo>
                    <a:pt x="543661" y="548068"/>
                  </a:lnTo>
                  <a:lnTo>
                    <a:pt x="541566" y="547116"/>
                  </a:lnTo>
                  <a:lnTo>
                    <a:pt x="539851" y="545401"/>
                  </a:lnTo>
                  <a:lnTo>
                    <a:pt x="540042" y="543306"/>
                  </a:lnTo>
                  <a:lnTo>
                    <a:pt x="540994" y="541782"/>
                  </a:lnTo>
                  <a:lnTo>
                    <a:pt x="542709" y="540829"/>
                  </a:lnTo>
                  <a:lnTo>
                    <a:pt x="545274" y="536257"/>
                  </a:lnTo>
                  <a:lnTo>
                    <a:pt x="544512" y="532257"/>
                  </a:lnTo>
                  <a:lnTo>
                    <a:pt x="541947" y="530072"/>
                  </a:lnTo>
                  <a:lnTo>
                    <a:pt x="537565" y="529691"/>
                  </a:lnTo>
                  <a:lnTo>
                    <a:pt x="532041" y="530453"/>
                  </a:lnTo>
                  <a:lnTo>
                    <a:pt x="529272" y="533971"/>
                  </a:lnTo>
                  <a:lnTo>
                    <a:pt x="529272" y="540258"/>
                  </a:lnTo>
                  <a:lnTo>
                    <a:pt x="529653" y="544830"/>
                  </a:lnTo>
                  <a:lnTo>
                    <a:pt x="532231" y="548068"/>
                  </a:lnTo>
                  <a:lnTo>
                    <a:pt x="536994" y="549973"/>
                  </a:lnTo>
                  <a:lnTo>
                    <a:pt x="550138" y="552831"/>
                  </a:lnTo>
                  <a:lnTo>
                    <a:pt x="556044" y="552640"/>
                  </a:lnTo>
                  <a:lnTo>
                    <a:pt x="561568" y="550456"/>
                  </a:lnTo>
                  <a:lnTo>
                    <a:pt x="566712" y="546265"/>
                  </a:lnTo>
                  <a:lnTo>
                    <a:pt x="571855" y="542264"/>
                  </a:lnTo>
                  <a:lnTo>
                    <a:pt x="574802" y="537121"/>
                  </a:lnTo>
                  <a:lnTo>
                    <a:pt x="575564" y="530834"/>
                  </a:lnTo>
                  <a:lnTo>
                    <a:pt x="575945" y="526072"/>
                  </a:lnTo>
                  <a:lnTo>
                    <a:pt x="572998" y="521690"/>
                  </a:lnTo>
                  <a:lnTo>
                    <a:pt x="566712" y="517690"/>
                  </a:lnTo>
                  <a:lnTo>
                    <a:pt x="566712" y="517118"/>
                  </a:lnTo>
                  <a:lnTo>
                    <a:pt x="571093" y="515404"/>
                  </a:lnTo>
                  <a:lnTo>
                    <a:pt x="575183" y="512927"/>
                  </a:lnTo>
                  <a:lnTo>
                    <a:pt x="578993" y="509689"/>
                  </a:lnTo>
                  <a:lnTo>
                    <a:pt x="582993" y="506450"/>
                  </a:lnTo>
                  <a:lnTo>
                    <a:pt x="584898" y="502348"/>
                  </a:lnTo>
                  <a:close/>
                </a:path>
                <a:path w="2084705" h="553085">
                  <a:moveTo>
                    <a:pt x="753567" y="192506"/>
                  </a:moveTo>
                  <a:lnTo>
                    <a:pt x="753376" y="185267"/>
                  </a:lnTo>
                  <a:lnTo>
                    <a:pt x="750798" y="180022"/>
                  </a:lnTo>
                  <a:lnTo>
                    <a:pt x="745845" y="176784"/>
                  </a:lnTo>
                  <a:lnTo>
                    <a:pt x="741273" y="173164"/>
                  </a:lnTo>
                  <a:lnTo>
                    <a:pt x="734796" y="171450"/>
                  </a:lnTo>
                  <a:lnTo>
                    <a:pt x="726414" y="171640"/>
                  </a:lnTo>
                  <a:lnTo>
                    <a:pt x="718489" y="172605"/>
                  </a:lnTo>
                  <a:lnTo>
                    <a:pt x="683907" y="195719"/>
                  </a:lnTo>
                  <a:lnTo>
                    <a:pt x="679272" y="209651"/>
                  </a:lnTo>
                  <a:lnTo>
                    <a:pt x="679361" y="212788"/>
                  </a:lnTo>
                  <a:lnTo>
                    <a:pt x="679272" y="344017"/>
                  </a:lnTo>
                  <a:lnTo>
                    <a:pt x="573341" y="330962"/>
                  </a:lnTo>
                  <a:lnTo>
                    <a:pt x="573341" y="198818"/>
                  </a:lnTo>
                  <a:lnTo>
                    <a:pt x="575348" y="200406"/>
                  </a:lnTo>
                  <a:lnTo>
                    <a:pt x="581253" y="202311"/>
                  </a:lnTo>
                  <a:lnTo>
                    <a:pt x="621347" y="190792"/>
                  </a:lnTo>
                  <a:lnTo>
                    <a:pt x="633971" y="176352"/>
                  </a:lnTo>
                  <a:lnTo>
                    <a:pt x="657961" y="176352"/>
                  </a:lnTo>
                  <a:lnTo>
                    <a:pt x="657961" y="169214"/>
                  </a:lnTo>
                  <a:lnTo>
                    <a:pt x="636625" y="169214"/>
                  </a:lnTo>
                  <a:lnTo>
                    <a:pt x="637641" y="163931"/>
                  </a:lnTo>
                  <a:lnTo>
                    <a:pt x="637451" y="156692"/>
                  </a:lnTo>
                  <a:lnTo>
                    <a:pt x="634873" y="151447"/>
                  </a:lnTo>
                  <a:lnTo>
                    <a:pt x="629920" y="148209"/>
                  </a:lnTo>
                  <a:lnTo>
                    <a:pt x="625348" y="144589"/>
                  </a:lnTo>
                  <a:lnTo>
                    <a:pt x="618871" y="142875"/>
                  </a:lnTo>
                  <a:lnTo>
                    <a:pt x="610489" y="143065"/>
                  </a:lnTo>
                  <a:lnTo>
                    <a:pt x="602564" y="144030"/>
                  </a:lnTo>
                  <a:lnTo>
                    <a:pt x="567982" y="167144"/>
                  </a:lnTo>
                  <a:lnTo>
                    <a:pt x="566991" y="169214"/>
                  </a:lnTo>
                  <a:lnTo>
                    <a:pt x="546823" y="169214"/>
                  </a:lnTo>
                  <a:lnTo>
                    <a:pt x="546823" y="176352"/>
                  </a:lnTo>
                  <a:lnTo>
                    <a:pt x="564286" y="176352"/>
                  </a:lnTo>
                  <a:lnTo>
                    <a:pt x="563346" y="181076"/>
                  </a:lnTo>
                  <a:lnTo>
                    <a:pt x="563435" y="184213"/>
                  </a:lnTo>
                  <a:lnTo>
                    <a:pt x="563346" y="329730"/>
                  </a:lnTo>
                  <a:lnTo>
                    <a:pt x="457428" y="316687"/>
                  </a:lnTo>
                  <a:lnTo>
                    <a:pt x="457428" y="176352"/>
                  </a:lnTo>
                  <a:lnTo>
                    <a:pt x="542048" y="176352"/>
                  </a:lnTo>
                  <a:lnTo>
                    <a:pt x="542048" y="169214"/>
                  </a:lnTo>
                  <a:lnTo>
                    <a:pt x="492734" y="169214"/>
                  </a:lnTo>
                  <a:lnTo>
                    <a:pt x="497484" y="167119"/>
                  </a:lnTo>
                  <a:lnTo>
                    <a:pt x="505434" y="162217"/>
                  </a:lnTo>
                  <a:lnTo>
                    <a:pt x="512127" y="156349"/>
                  </a:lnTo>
                  <a:lnTo>
                    <a:pt x="517067" y="149923"/>
                  </a:lnTo>
                  <a:lnTo>
                    <a:pt x="520268" y="142925"/>
                  </a:lnTo>
                  <a:lnTo>
                    <a:pt x="521716" y="135356"/>
                  </a:lnTo>
                  <a:lnTo>
                    <a:pt x="521525" y="128117"/>
                  </a:lnTo>
                  <a:lnTo>
                    <a:pt x="518960" y="122872"/>
                  </a:lnTo>
                  <a:lnTo>
                    <a:pt x="514007" y="119634"/>
                  </a:lnTo>
                  <a:lnTo>
                    <a:pt x="509435" y="116014"/>
                  </a:lnTo>
                  <a:lnTo>
                    <a:pt x="502958" y="114300"/>
                  </a:lnTo>
                  <a:lnTo>
                    <a:pt x="494576" y="114490"/>
                  </a:lnTo>
                  <a:lnTo>
                    <a:pt x="486638" y="115455"/>
                  </a:lnTo>
                  <a:lnTo>
                    <a:pt x="452069" y="138569"/>
                  </a:lnTo>
                  <a:lnTo>
                    <a:pt x="447421" y="152501"/>
                  </a:lnTo>
                  <a:lnTo>
                    <a:pt x="447509" y="155638"/>
                  </a:lnTo>
                  <a:lnTo>
                    <a:pt x="447421" y="169214"/>
                  </a:lnTo>
                  <a:lnTo>
                    <a:pt x="430898" y="169214"/>
                  </a:lnTo>
                  <a:lnTo>
                    <a:pt x="430898" y="176352"/>
                  </a:lnTo>
                  <a:lnTo>
                    <a:pt x="447421" y="176352"/>
                  </a:lnTo>
                  <a:lnTo>
                    <a:pt x="447421" y="315442"/>
                  </a:lnTo>
                  <a:lnTo>
                    <a:pt x="447421" y="344233"/>
                  </a:lnTo>
                  <a:lnTo>
                    <a:pt x="563346" y="358521"/>
                  </a:lnTo>
                  <a:lnTo>
                    <a:pt x="679272" y="372808"/>
                  </a:lnTo>
                  <a:lnTo>
                    <a:pt x="689267" y="372808"/>
                  </a:lnTo>
                  <a:lnTo>
                    <a:pt x="689267" y="227393"/>
                  </a:lnTo>
                  <a:lnTo>
                    <a:pt x="691273" y="228981"/>
                  </a:lnTo>
                  <a:lnTo>
                    <a:pt x="697179" y="230886"/>
                  </a:lnTo>
                  <a:lnTo>
                    <a:pt x="737273" y="219367"/>
                  </a:lnTo>
                  <a:lnTo>
                    <a:pt x="752119" y="200075"/>
                  </a:lnTo>
                  <a:lnTo>
                    <a:pt x="753567" y="192506"/>
                  </a:lnTo>
                  <a:close/>
                </a:path>
                <a:path w="2084705" h="553085">
                  <a:moveTo>
                    <a:pt x="2084374" y="229933"/>
                  </a:moveTo>
                  <a:lnTo>
                    <a:pt x="1513827" y="229933"/>
                  </a:lnTo>
                  <a:lnTo>
                    <a:pt x="1513827" y="98488"/>
                  </a:lnTo>
                  <a:lnTo>
                    <a:pt x="1503819" y="98488"/>
                  </a:lnTo>
                  <a:lnTo>
                    <a:pt x="1503819" y="458533"/>
                  </a:lnTo>
                  <a:lnTo>
                    <a:pt x="1354950" y="458533"/>
                  </a:lnTo>
                  <a:lnTo>
                    <a:pt x="1354950" y="407098"/>
                  </a:lnTo>
                  <a:lnTo>
                    <a:pt x="1503819" y="407098"/>
                  </a:lnTo>
                  <a:lnTo>
                    <a:pt x="1503819" y="401383"/>
                  </a:lnTo>
                  <a:lnTo>
                    <a:pt x="1354950" y="401383"/>
                  </a:lnTo>
                  <a:lnTo>
                    <a:pt x="1354950" y="349948"/>
                  </a:lnTo>
                  <a:lnTo>
                    <a:pt x="1503819" y="349948"/>
                  </a:lnTo>
                  <a:lnTo>
                    <a:pt x="1503819" y="344233"/>
                  </a:lnTo>
                  <a:lnTo>
                    <a:pt x="1354950" y="344233"/>
                  </a:lnTo>
                  <a:lnTo>
                    <a:pt x="1354950" y="292798"/>
                  </a:lnTo>
                  <a:lnTo>
                    <a:pt x="1503819" y="292798"/>
                  </a:lnTo>
                  <a:lnTo>
                    <a:pt x="1503819" y="287083"/>
                  </a:lnTo>
                  <a:lnTo>
                    <a:pt x="1354950" y="287083"/>
                  </a:lnTo>
                  <a:lnTo>
                    <a:pt x="1354950" y="235648"/>
                  </a:lnTo>
                  <a:lnTo>
                    <a:pt x="1503819" y="235648"/>
                  </a:lnTo>
                  <a:lnTo>
                    <a:pt x="1503819" y="229933"/>
                  </a:lnTo>
                  <a:lnTo>
                    <a:pt x="1354950" y="229933"/>
                  </a:lnTo>
                  <a:lnTo>
                    <a:pt x="1354950" y="176352"/>
                  </a:lnTo>
                  <a:lnTo>
                    <a:pt x="1439570" y="176352"/>
                  </a:lnTo>
                  <a:lnTo>
                    <a:pt x="1439570" y="169214"/>
                  </a:lnTo>
                  <a:lnTo>
                    <a:pt x="1354950" y="169214"/>
                  </a:lnTo>
                  <a:lnTo>
                    <a:pt x="1354950" y="119202"/>
                  </a:lnTo>
                  <a:lnTo>
                    <a:pt x="1439570" y="119202"/>
                  </a:lnTo>
                  <a:lnTo>
                    <a:pt x="1439570" y="112064"/>
                  </a:lnTo>
                  <a:lnTo>
                    <a:pt x="1354950" y="112064"/>
                  </a:lnTo>
                  <a:lnTo>
                    <a:pt x="1354950" y="62052"/>
                  </a:lnTo>
                  <a:lnTo>
                    <a:pt x="1439570" y="62052"/>
                  </a:lnTo>
                  <a:lnTo>
                    <a:pt x="1439570" y="54914"/>
                  </a:lnTo>
                  <a:lnTo>
                    <a:pt x="1390256" y="54914"/>
                  </a:lnTo>
                  <a:lnTo>
                    <a:pt x="1395006" y="52819"/>
                  </a:lnTo>
                  <a:lnTo>
                    <a:pt x="1402956" y="47917"/>
                  </a:lnTo>
                  <a:lnTo>
                    <a:pt x="1409649" y="42049"/>
                  </a:lnTo>
                  <a:lnTo>
                    <a:pt x="1414602" y="35623"/>
                  </a:lnTo>
                  <a:lnTo>
                    <a:pt x="1417789" y="28625"/>
                  </a:lnTo>
                  <a:lnTo>
                    <a:pt x="1419237" y="21056"/>
                  </a:lnTo>
                  <a:lnTo>
                    <a:pt x="1419047" y="13817"/>
                  </a:lnTo>
                  <a:lnTo>
                    <a:pt x="1416481" y="8572"/>
                  </a:lnTo>
                  <a:lnTo>
                    <a:pt x="1411528" y="5334"/>
                  </a:lnTo>
                  <a:lnTo>
                    <a:pt x="1406956" y="1714"/>
                  </a:lnTo>
                  <a:lnTo>
                    <a:pt x="1400479" y="0"/>
                  </a:lnTo>
                  <a:lnTo>
                    <a:pt x="1392097" y="190"/>
                  </a:lnTo>
                  <a:lnTo>
                    <a:pt x="1384160" y="1155"/>
                  </a:lnTo>
                  <a:lnTo>
                    <a:pt x="1349590" y="24269"/>
                  </a:lnTo>
                  <a:lnTo>
                    <a:pt x="1344942" y="38201"/>
                  </a:lnTo>
                  <a:lnTo>
                    <a:pt x="1345031" y="41338"/>
                  </a:lnTo>
                  <a:lnTo>
                    <a:pt x="1344942" y="54914"/>
                  </a:lnTo>
                  <a:lnTo>
                    <a:pt x="1328432" y="54914"/>
                  </a:lnTo>
                  <a:lnTo>
                    <a:pt x="1328432" y="62052"/>
                  </a:lnTo>
                  <a:lnTo>
                    <a:pt x="1344942" y="62052"/>
                  </a:lnTo>
                  <a:lnTo>
                    <a:pt x="1344942" y="112064"/>
                  </a:lnTo>
                  <a:lnTo>
                    <a:pt x="1328432" y="112064"/>
                  </a:lnTo>
                  <a:lnTo>
                    <a:pt x="1328432" y="119202"/>
                  </a:lnTo>
                  <a:lnTo>
                    <a:pt x="1344942" y="119202"/>
                  </a:lnTo>
                  <a:lnTo>
                    <a:pt x="1344942" y="169214"/>
                  </a:lnTo>
                  <a:lnTo>
                    <a:pt x="1328432" y="169214"/>
                  </a:lnTo>
                  <a:lnTo>
                    <a:pt x="1328432" y="176352"/>
                  </a:lnTo>
                  <a:lnTo>
                    <a:pt x="1344942" y="176352"/>
                  </a:lnTo>
                  <a:lnTo>
                    <a:pt x="1344942" y="229933"/>
                  </a:lnTo>
                  <a:lnTo>
                    <a:pt x="1344942" y="235648"/>
                  </a:lnTo>
                  <a:lnTo>
                    <a:pt x="1344942" y="458533"/>
                  </a:lnTo>
                  <a:lnTo>
                    <a:pt x="805027" y="458533"/>
                  </a:lnTo>
                  <a:lnTo>
                    <a:pt x="805027" y="407098"/>
                  </a:lnTo>
                  <a:lnTo>
                    <a:pt x="976477" y="407098"/>
                  </a:lnTo>
                  <a:lnTo>
                    <a:pt x="976477" y="429958"/>
                  </a:lnTo>
                  <a:lnTo>
                    <a:pt x="986485" y="429958"/>
                  </a:lnTo>
                  <a:lnTo>
                    <a:pt x="986485" y="407098"/>
                  </a:lnTo>
                  <a:lnTo>
                    <a:pt x="1344942" y="407098"/>
                  </a:lnTo>
                  <a:lnTo>
                    <a:pt x="1344942" y="401383"/>
                  </a:lnTo>
                  <a:lnTo>
                    <a:pt x="986485" y="401383"/>
                  </a:lnTo>
                  <a:lnTo>
                    <a:pt x="986485" y="349948"/>
                  </a:lnTo>
                  <a:lnTo>
                    <a:pt x="1344942" y="349948"/>
                  </a:lnTo>
                  <a:lnTo>
                    <a:pt x="1344942" y="344233"/>
                  </a:lnTo>
                  <a:lnTo>
                    <a:pt x="986485" y="344233"/>
                  </a:lnTo>
                  <a:lnTo>
                    <a:pt x="986485" y="292798"/>
                  </a:lnTo>
                  <a:lnTo>
                    <a:pt x="1344942" y="292798"/>
                  </a:lnTo>
                  <a:lnTo>
                    <a:pt x="1344942" y="287083"/>
                  </a:lnTo>
                  <a:lnTo>
                    <a:pt x="986485" y="287083"/>
                  </a:lnTo>
                  <a:lnTo>
                    <a:pt x="986485" y="257568"/>
                  </a:lnTo>
                  <a:lnTo>
                    <a:pt x="990765" y="259943"/>
                  </a:lnTo>
                  <a:lnTo>
                    <a:pt x="996480" y="261086"/>
                  </a:lnTo>
                  <a:lnTo>
                    <a:pt x="1034199" y="249364"/>
                  </a:lnTo>
                  <a:lnTo>
                    <a:pt x="1046899" y="235648"/>
                  </a:lnTo>
                  <a:lnTo>
                    <a:pt x="1344942" y="235648"/>
                  </a:lnTo>
                  <a:lnTo>
                    <a:pt x="1344942" y="229933"/>
                  </a:lnTo>
                  <a:lnTo>
                    <a:pt x="1049413" y="229933"/>
                  </a:lnTo>
                  <a:lnTo>
                    <a:pt x="1050772" y="223647"/>
                  </a:lnTo>
                  <a:lnTo>
                    <a:pt x="1051534" y="214884"/>
                  </a:lnTo>
                  <a:lnTo>
                    <a:pt x="1048664" y="207937"/>
                  </a:lnTo>
                  <a:lnTo>
                    <a:pt x="1048588" y="207746"/>
                  </a:lnTo>
                  <a:lnTo>
                    <a:pt x="1043063" y="203174"/>
                  </a:lnTo>
                  <a:lnTo>
                    <a:pt x="1043063" y="212509"/>
                  </a:lnTo>
                  <a:lnTo>
                    <a:pt x="1043063" y="216128"/>
                  </a:lnTo>
                  <a:lnTo>
                    <a:pt x="1041057" y="220319"/>
                  </a:lnTo>
                  <a:lnTo>
                    <a:pt x="1037056" y="225082"/>
                  </a:lnTo>
                  <a:lnTo>
                    <a:pt x="1031468" y="229933"/>
                  </a:lnTo>
                  <a:lnTo>
                    <a:pt x="1024877" y="229933"/>
                  </a:lnTo>
                  <a:lnTo>
                    <a:pt x="1024877" y="235648"/>
                  </a:lnTo>
                  <a:lnTo>
                    <a:pt x="994194" y="250990"/>
                  </a:lnTo>
                  <a:lnTo>
                    <a:pt x="990193" y="250799"/>
                  </a:lnTo>
                  <a:lnTo>
                    <a:pt x="986485" y="250456"/>
                  </a:lnTo>
                  <a:lnTo>
                    <a:pt x="986485" y="241363"/>
                  </a:lnTo>
                  <a:lnTo>
                    <a:pt x="985507" y="241363"/>
                  </a:lnTo>
                  <a:lnTo>
                    <a:pt x="985697" y="240576"/>
                  </a:lnTo>
                  <a:lnTo>
                    <a:pt x="988606" y="235648"/>
                  </a:lnTo>
                  <a:lnTo>
                    <a:pt x="1024877" y="235648"/>
                  </a:lnTo>
                  <a:lnTo>
                    <a:pt x="1024877" y="229933"/>
                  </a:lnTo>
                  <a:lnTo>
                    <a:pt x="993787" y="229933"/>
                  </a:lnTo>
                  <a:lnTo>
                    <a:pt x="1004671" y="221081"/>
                  </a:lnTo>
                  <a:lnTo>
                    <a:pt x="1010488" y="217360"/>
                  </a:lnTo>
                  <a:lnTo>
                    <a:pt x="1017917" y="213360"/>
                  </a:lnTo>
                  <a:lnTo>
                    <a:pt x="1025537" y="209550"/>
                  </a:lnTo>
                  <a:lnTo>
                    <a:pt x="1032205" y="207937"/>
                  </a:lnTo>
                  <a:lnTo>
                    <a:pt x="1037920" y="208508"/>
                  </a:lnTo>
                  <a:lnTo>
                    <a:pt x="1040777" y="208889"/>
                  </a:lnTo>
                  <a:lnTo>
                    <a:pt x="1042492" y="210223"/>
                  </a:lnTo>
                  <a:lnTo>
                    <a:pt x="1043063" y="212509"/>
                  </a:lnTo>
                  <a:lnTo>
                    <a:pt x="1043063" y="203174"/>
                  </a:lnTo>
                  <a:lnTo>
                    <a:pt x="1041920" y="202222"/>
                  </a:lnTo>
                  <a:lnTo>
                    <a:pt x="1036777" y="199364"/>
                  </a:lnTo>
                  <a:lnTo>
                    <a:pt x="1030960" y="198221"/>
                  </a:lnTo>
                  <a:lnTo>
                    <a:pt x="1024483" y="198793"/>
                  </a:lnTo>
                  <a:lnTo>
                    <a:pt x="986459" y="215392"/>
                  </a:lnTo>
                  <a:lnTo>
                    <a:pt x="977963" y="229933"/>
                  </a:lnTo>
                  <a:lnTo>
                    <a:pt x="976769" y="229933"/>
                  </a:lnTo>
                  <a:lnTo>
                    <a:pt x="976769" y="235648"/>
                  </a:lnTo>
                  <a:lnTo>
                    <a:pt x="975817" y="244411"/>
                  </a:lnTo>
                  <a:lnTo>
                    <a:pt x="976477" y="246024"/>
                  </a:lnTo>
                  <a:lnTo>
                    <a:pt x="976477" y="401383"/>
                  </a:lnTo>
                  <a:lnTo>
                    <a:pt x="805027" y="401383"/>
                  </a:lnTo>
                  <a:lnTo>
                    <a:pt x="805027" y="349948"/>
                  </a:lnTo>
                  <a:lnTo>
                    <a:pt x="976477" y="349948"/>
                  </a:lnTo>
                  <a:lnTo>
                    <a:pt x="976477" y="344233"/>
                  </a:lnTo>
                  <a:lnTo>
                    <a:pt x="805027" y="344233"/>
                  </a:lnTo>
                  <a:lnTo>
                    <a:pt x="805027" y="292798"/>
                  </a:lnTo>
                  <a:lnTo>
                    <a:pt x="976477" y="292798"/>
                  </a:lnTo>
                  <a:lnTo>
                    <a:pt x="976477" y="287083"/>
                  </a:lnTo>
                  <a:lnTo>
                    <a:pt x="805027" y="287083"/>
                  </a:lnTo>
                  <a:lnTo>
                    <a:pt x="805027" y="235648"/>
                  </a:lnTo>
                  <a:lnTo>
                    <a:pt x="976769" y="235648"/>
                  </a:lnTo>
                  <a:lnTo>
                    <a:pt x="976769" y="229933"/>
                  </a:lnTo>
                  <a:lnTo>
                    <a:pt x="792327" y="229933"/>
                  </a:lnTo>
                  <a:lnTo>
                    <a:pt x="792327" y="235648"/>
                  </a:lnTo>
                  <a:lnTo>
                    <a:pt x="796455" y="235648"/>
                  </a:lnTo>
                  <a:lnTo>
                    <a:pt x="796455" y="287083"/>
                  </a:lnTo>
                  <a:lnTo>
                    <a:pt x="792327" y="287083"/>
                  </a:lnTo>
                  <a:lnTo>
                    <a:pt x="792327" y="292798"/>
                  </a:lnTo>
                  <a:lnTo>
                    <a:pt x="796455" y="292798"/>
                  </a:lnTo>
                  <a:lnTo>
                    <a:pt x="796455" y="344233"/>
                  </a:lnTo>
                  <a:lnTo>
                    <a:pt x="792327" y="344233"/>
                  </a:lnTo>
                  <a:lnTo>
                    <a:pt x="792327" y="349948"/>
                  </a:lnTo>
                  <a:lnTo>
                    <a:pt x="796455" y="349948"/>
                  </a:lnTo>
                  <a:lnTo>
                    <a:pt x="796455" y="401383"/>
                  </a:lnTo>
                  <a:lnTo>
                    <a:pt x="792327" y="401383"/>
                  </a:lnTo>
                  <a:lnTo>
                    <a:pt x="792327" y="407098"/>
                  </a:lnTo>
                  <a:lnTo>
                    <a:pt x="796455" y="407098"/>
                  </a:lnTo>
                  <a:lnTo>
                    <a:pt x="796455" y="458533"/>
                  </a:lnTo>
                  <a:lnTo>
                    <a:pt x="792327" y="458533"/>
                  </a:lnTo>
                  <a:lnTo>
                    <a:pt x="792327" y="464248"/>
                  </a:lnTo>
                  <a:lnTo>
                    <a:pt x="796455" y="464248"/>
                  </a:lnTo>
                  <a:lnTo>
                    <a:pt x="805027" y="464248"/>
                  </a:lnTo>
                  <a:lnTo>
                    <a:pt x="1503819" y="464248"/>
                  </a:lnTo>
                  <a:lnTo>
                    <a:pt x="1503819" y="473024"/>
                  </a:lnTo>
                  <a:lnTo>
                    <a:pt x="1513827" y="473024"/>
                  </a:lnTo>
                  <a:lnTo>
                    <a:pt x="1513827" y="464248"/>
                  </a:lnTo>
                  <a:lnTo>
                    <a:pt x="2084374" y="464248"/>
                  </a:lnTo>
                  <a:lnTo>
                    <a:pt x="2084374" y="458533"/>
                  </a:lnTo>
                  <a:lnTo>
                    <a:pt x="1513827" y="458533"/>
                  </a:lnTo>
                  <a:lnTo>
                    <a:pt x="1513827" y="407098"/>
                  </a:lnTo>
                  <a:lnTo>
                    <a:pt x="2084374" y="407098"/>
                  </a:lnTo>
                  <a:lnTo>
                    <a:pt x="2084374" y="401383"/>
                  </a:lnTo>
                  <a:lnTo>
                    <a:pt x="1513827" y="401383"/>
                  </a:lnTo>
                  <a:lnTo>
                    <a:pt x="1513827" y="349948"/>
                  </a:lnTo>
                  <a:lnTo>
                    <a:pt x="2084374" y="349948"/>
                  </a:lnTo>
                  <a:lnTo>
                    <a:pt x="2084374" y="344233"/>
                  </a:lnTo>
                  <a:lnTo>
                    <a:pt x="1513827" y="344233"/>
                  </a:lnTo>
                  <a:lnTo>
                    <a:pt x="1513827" y="292798"/>
                  </a:lnTo>
                  <a:lnTo>
                    <a:pt x="2084374" y="292798"/>
                  </a:lnTo>
                  <a:lnTo>
                    <a:pt x="2084374" y="287083"/>
                  </a:lnTo>
                  <a:lnTo>
                    <a:pt x="1513827" y="287083"/>
                  </a:lnTo>
                  <a:lnTo>
                    <a:pt x="1513827" y="235648"/>
                  </a:lnTo>
                  <a:lnTo>
                    <a:pt x="2084374" y="235648"/>
                  </a:lnTo>
                  <a:lnTo>
                    <a:pt x="2084374" y="2299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484168" y="2403834"/>
              <a:ext cx="150629" cy="170449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2626525" y="2512234"/>
              <a:ext cx="193675" cy="377825"/>
            </a:xfrm>
            <a:custGeom>
              <a:avLst/>
              <a:gdLst/>
              <a:ahLst/>
              <a:cxnLst/>
              <a:rect l="l" t="t" r="r" b="b"/>
              <a:pathLst>
                <a:path w="193675" h="377825">
                  <a:moveTo>
                    <a:pt x="111137" y="54914"/>
                  </a:moveTo>
                  <a:lnTo>
                    <a:pt x="61823" y="54914"/>
                  </a:lnTo>
                  <a:lnTo>
                    <a:pt x="66573" y="52819"/>
                  </a:lnTo>
                  <a:lnTo>
                    <a:pt x="74523" y="47917"/>
                  </a:lnTo>
                  <a:lnTo>
                    <a:pt x="81216" y="42049"/>
                  </a:lnTo>
                  <a:lnTo>
                    <a:pt x="86169" y="35623"/>
                  </a:lnTo>
                  <a:lnTo>
                    <a:pt x="89357" y="28625"/>
                  </a:lnTo>
                  <a:lnTo>
                    <a:pt x="90805" y="21056"/>
                  </a:lnTo>
                  <a:lnTo>
                    <a:pt x="90614" y="13817"/>
                  </a:lnTo>
                  <a:lnTo>
                    <a:pt x="88049" y="8572"/>
                  </a:lnTo>
                  <a:lnTo>
                    <a:pt x="83096" y="5334"/>
                  </a:lnTo>
                  <a:lnTo>
                    <a:pt x="78524" y="1714"/>
                  </a:lnTo>
                  <a:lnTo>
                    <a:pt x="72047" y="0"/>
                  </a:lnTo>
                  <a:lnTo>
                    <a:pt x="63665" y="190"/>
                  </a:lnTo>
                  <a:lnTo>
                    <a:pt x="55727" y="1155"/>
                  </a:lnTo>
                  <a:lnTo>
                    <a:pt x="21158" y="24269"/>
                  </a:lnTo>
                  <a:lnTo>
                    <a:pt x="16510" y="38201"/>
                  </a:lnTo>
                  <a:lnTo>
                    <a:pt x="16598" y="41338"/>
                  </a:lnTo>
                  <a:lnTo>
                    <a:pt x="16510" y="54914"/>
                  </a:lnTo>
                  <a:lnTo>
                    <a:pt x="0" y="54914"/>
                  </a:lnTo>
                  <a:lnTo>
                    <a:pt x="0" y="62052"/>
                  </a:lnTo>
                  <a:lnTo>
                    <a:pt x="16510" y="62052"/>
                  </a:lnTo>
                  <a:lnTo>
                    <a:pt x="16510" y="368109"/>
                  </a:lnTo>
                  <a:lnTo>
                    <a:pt x="26517" y="368109"/>
                  </a:lnTo>
                  <a:lnTo>
                    <a:pt x="26517" y="62052"/>
                  </a:lnTo>
                  <a:lnTo>
                    <a:pt x="111137" y="62052"/>
                  </a:lnTo>
                  <a:lnTo>
                    <a:pt x="111137" y="54914"/>
                  </a:lnTo>
                  <a:close/>
                </a:path>
                <a:path w="193675" h="377825">
                  <a:moveTo>
                    <a:pt x="193675" y="106781"/>
                  </a:moveTo>
                  <a:lnTo>
                    <a:pt x="193484" y="99542"/>
                  </a:lnTo>
                  <a:lnTo>
                    <a:pt x="190919" y="94297"/>
                  </a:lnTo>
                  <a:lnTo>
                    <a:pt x="185966" y="91059"/>
                  </a:lnTo>
                  <a:lnTo>
                    <a:pt x="181394" y="87439"/>
                  </a:lnTo>
                  <a:lnTo>
                    <a:pt x="174917" y="85725"/>
                  </a:lnTo>
                  <a:lnTo>
                    <a:pt x="166535" y="85915"/>
                  </a:lnTo>
                  <a:lnTo>
                    <a:pt x="158597" y="86880"/>
                  </a:lnTo>
                  <a:lnTo>
                    <a:pt x="124028" y="109994"/>
                  </a:lnTo>
                  <a:lnTo>
                    <a:pt x="119380" y="123926"/>
                  </a:lnTo>
                  <a:lnTo>
                    <a:pt x="119468" y="127063"/>
                  </a:lnTo>
                  <a:lnTo>
                    <a:pt x="119380" y="377507"/>
                  </a:lnTo>
                  <a:lnTo>
                    <a:pt x="129387" y="377507"/>
                  </a:lnTo>
                  <a:lnTo>
                    <a:pt x="129387" y="141681"/>
                  </a:lnTo>
                  <a:lnTo>
                    <a:pt x="131381" y="143256"/>
                  </a:lnTo>
                  <a:lnTo>
                    <a:pt x="137287" y="145161"/>
                  </a:lnTo>
                  <a:lnTo>
                    <a:pt x="144526" y="145351"/>
                  </a:lnTo>
                  <a:lnTo>
                    <a:pt x="153009" y="144399"/>
                  </a:lnTo>
                  <a:lnTo>
                    <a:pt x="189039" y="121348"/>
                  </a:lnTo>
                  <a:lnTo>
                    <a:pt x="192227" y="114350"/>
                  </a:lnTo>
                  <a:lnTo>
                    <a:pt x="193675" y="1067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848785" y="2603859"/>
              <a:ext cx="130301" cy="300367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2381288" y="2597959"/>
              <a:ext cx="1781810" cy="430530"/>
            </a:xfrm>
            <a:custGeom>
              <a:avLst/>
              <a:gdLst/>
              <a:ahLst/>
              <a:cxnLst/>
              <a:rect l="l" t="t" r="r" b="b"/>
              <a:pathLst>
                <a:path w="1781810" h="430530">
                  <a:moveTo>
                    <a:pt x="330263" y="317131"/>
                  </a:moveTo>
                  <a:lnTo>
                    <a:pt x="329590" y="310845"/>
                  </a:lnTo>
                  <a:lnTo>
                    <a:pt x="329501" y="310083"/>
                  </a:lnTo>
                  <a:lnTo>
                    <a:pt x="325031" y="306552"/>
                  </a:lnTo>
                  <a:lnTo>
                    <a:pt x="312077" y="306552"/>
                  </a:lnTo>
                  <a:lnTo>
                    <a:pt x="286118" y="336626"/>
                  </a:lnTo>
                  <a:lnTo>
                    <a:pt x="283210" y="360654"/>
                  </a:lnTo>
                  <a:lnTo>
                    <a:pt x="284454" y="366179"/>
                  </a:lnTo>
                  <a:lnTo>
                    <a:pt x="287121" y="370560"/>
                  </a:lnTo>
                  <a:lnTo>
                    <a:pt x="289979" y="375132"/>
                  </a:lnTo>
                  <a:lnTo>
                    <a:pt x="295122" y="377609"/>
                  </a:lnTo>
                  <a:lnTo>
                    <a:pt x="302552" y="377990"/>
                  </a:lnTo>
                  <a:lnTo>
                    <a:pt x="310172" y="377609"/>
                  </a:lnTo>
                  <a:lnTo>
                    <a:pt x="316268" y="374180"/>
                  </a:lnTo>
                  <a:lnTo>
                    <a:pt x="316801" y="373418"/>
                  </a:lnTo>
                  <a:lnTo>
                    <a:pt x="320840" y="367703"/>
                  </a:lnTo>
                  <a:lnTo>
                    <a:pt x="325602" y="361607"/>
                  </a:lnTo>
                  <a:lnTo>
                    <a:pt x="327888" y="354749"/>
                  </a:lnTo>
                  <a:lnTo>
                    <a:pt x="327799" y="351421"/>
                  </a:lnTo>
                  <a:lnTo>
                    <a:pt x="327698" y="347129"/>
                  </a:lnTo>
                  <a:lnTo>
                    <a:pt x="326936" y="339890"/>
                  </a:lnTo>
                  <a:lnTo>
                    <a:pt x="326605" y="339509"/>
                  </a:lnTo>
                  <a:lnTo>
                    <a:pt x="322935" y="335318"/>
                  </a:lnTo>
                  <a:lnTo>
                    <a:pt x="315887" y="333463"/>
                  </a:lnTo>
                  <a:lnTo>
                    <a:pt x="315887" y="351421"/>
                  </a:lnTo>
                  <a:lnTo>
                    <a:pt x="314744" y="356565"/>
                  </a:lnTo>
                  <a:lnTo>
                    <a:pt x="312267" y="362851"/>
                  </a:lnTo>
                  <a:lnTo>
                    <a:pt x="309981" y="369138"/>
                  </a:lnTo>
                  <a:lnTo>
                    <a:pt x="306451" y="372656"/>
                  </a:lnTo>
                  <a:lnTo>
                    <a:pt x="301688" y="373418"/>
                  </a:lnTo>
                  <a:lnTo>
                    <a:pt x="297878" y="372656"/>
                  </a:lnTo>
                  <a:lnTo>
                    <a:pt x="295973" y="369798"/>
                  </a:lnTo>
                  <a:lnTo>
                    <a:pt x="305981" y="339509"/>
                  </a:lnTo>
                  <a:lnTo>
                    <a:pt x="309410" y="340271"/>
                  </a:lnTo>
                  <a:lnTo>
                    <a:pt x="313029" y="341033"/>
                  </a:lnTo>
                  <a:lnTo>
                    <a:pt x="315125" y="343420"/>
                  </a:lnTo>
                  <a:lnTo>
                    <a:pt x="315696" y="347421"/>
                  </a:lnTo>
                  <a:lnTo>
                    <a:pt x="315887" y="351421"/>
                  </a:lnTo>
                  <a:lnTo>
                    <a:pt x="315887" y="333463"/>
                  </a:lnTo>
                  <a:lnTo>
                    <a:pt x="315696" y="333413"/>
                  </a:lnTo>
                  <a:lnTo>
                    <a:pt x="309029" y="333032"/>
                  </a:lnTo>
                  <a:lnTo>
                    <a:pt x="303212" y="335699"/>
                  </a:lnTo>
                  <a:lnTo>
                    <a:pt x="298259" y="341414"/>
                  </a:lnTo>
                  <a:lnTo>
                    <a:pt x="297980" y="341414"/>
                  </a:lnTo>
                  <a:lnTo>
                    <a:pt x="298018" y="341033"/>
                  </a:lnTo>
                  <a:lnTo>
                    <a:pt x="298119" y="340271"/>
                  </a:lnTo>
                  <a:lnTo>
                    <a:pt x="298208" y="339509"/>
                  </a:lnTo>
                  <a:lnTo>
                    <a:pt x="316268" y="310845"/>
                  </a:lnTo>
                  <a:lnTo>
                    <a:pt x="320268" y="312839"/>
                  </a:lnTo>
                  <a:lnTo>
                    <a:pt x="315404" y="317703"/>
                  </a:lnTo>
                  <a:lnTo>
                    <a:pt x="314833" y="319036"/>
                  </a:lnTo>
                  <a:lnTo>
                    <a:pt x="314833" y="324180"/>
                  </a:lnTo>
                  <a:lnTo>
                    <a:pt x="317220" y="326275"/>
                  </a:lnTo>
                  <a:lnTo>
                    <a:pt x="321983" y="326847"/>
                  </a:lnTo>
                  <a:lnTo>
                    <a:pt x="327126" y="325513"/>
                  </a:lnTo>
                  <a:lnTo>
                    <a:pt x="329882" y="322275"/>
                  </a:lnTo>
                  <a:lnTo>
                    <a:pt x="329971" y="321132"/>
                  </a:lnTo>
                  <a:lnTo>
                    <a:pt x="330263" y="317131"/>
                  </a:lnTo>
                  <a:close/>
                </a:path>
                <a:path w="1781810" h="430530">
                  <a:moveTo>
                    <a:pt x="700659" y="135356"/>
                  </a:moveTo>
                  <a:lnTo>
                    <a:pt x="700468" y="128117"/>
                  </a:lnTo>
                  <a:lnTo>
                    <a:pt x="697903" y="122872"/>
                  </a:lnTo>
                  <a:lnTo>
                    <a:pt x="692950" y="119634"/>
                  </a:lnTo>
                  <a:lnTo>
                    <a:pt x="688378" y="116014"/>
                  </a:lnTo>
                  <a:lnTo>
                    <a:pt x="681901" y="114300"/>
                  </a:lnTo>
                  <a:lnTo>
                    <a:pt x="673519" y="114490"/>
                  </a:lnTo>
                  <a:lnTo>
                    <a:pt x="665581" y="115455"/>
                  </a:lnTo>
                  <a:lnTo>
                    <a:pt x="631012" y="138569"/>
                  </a:lnTo>
                  <a:lnTo>
                    <a:pt x="626364" y="152501"/>
                  </a:lnTo>
                  <a:lnTo>
                    <a:pt x="626452" y="155638"/>
                  </a:lnTo>
                  <a:lnTo>
                    <a:pt x="626364" y="243928"/>
                  </a:lnTo>
                  <a:lnTo>
                    <a:pt x="0" y="186778"/>
                  </a:lnTo>
                  <a:lnTo>
                    <a:pt x="0" y="215468"/>
                  </a:lnTo>
                  <a:lnTo>
                    <a:pt x="626364" y="272618"/>
                  </a:lnTo>
                  <a:lnTo>
                    <a:pt x="626364" y="286969"/>
                  </a:lnTo>
                  <a:lnTo>
                    <a:pt x="0" y="229819"/>
                  </a:lnTo>
                  <a:lnTo>
                    <a:pt x="0" y="258508"/>
                  </a:lnTo>
                  <a:lnTo>
                    <a:pt x="626364" y="315658"/>
                  </a:lnTo>
                  <a:lnTo>
                    <a:pt x="636371" y="315658"/>
                  </a:lnTo>
                  <a:lnTo>
                    <a:pt x="636371" y="170256"/>
                  </a:lnTo>
                  <a:lnTo>
                    <a:pt x="638365" y="171831"/>
                  </a:lnTo>
                  <a:lnTo>
                    <a:pt x="644271" y="173736"/>
                  </a:lnTo>
                  <a:lnTo>
                    <a:pt x="651510" y="173926"/>
                  </a:lnTo>
                  <a:lnTo>
                    <a:pt x="659993" y="172974"/>
                  </a:lnTo>
                  <a:lnTo>
                    <a:pt x="696023" y="149923"/>
                  </a:lnTo>
                  <a:lnTo>
                    <a:pt x="699211" y="142925"/>
                  </a:lnTo>
                  <a:lnTo>
                    <a:pt x="700659" y="135356"/>
                  </a:lnTo>
                  <a:close/>
                </a:path>
                <a:path w="1781810" h="430530">
                  <a:moveTo>
                    <a:pt x="1781771" y="29908"/>
                  </a:moveTo>
                  <a:lnTo>
                    <a:pt x="1131036" y="29908"/>
                  </a:lnTo>
                  <a:lnTo>
                    <a:pt x="1131036" y="12763"/>
                  </a:lnTo>
                  <a:lnTo>
                    <a:pt x="1121041" y="12763"/>
                  </a:lnTo>
                  <a:lnTo>
                    <a:pt x="1121041" y="258508"/>
                  </a:lnTo>
                  <a:lnTo>
                    <a:pt x="996480" y="258508"/>
                  </a:lnTo>
                  <a:lnTo>
                    <a:pt x="1031811" y="235648"/>
                  </a:lnTo>
                  <a:lnTo>
                    <a:pt x="1036459" y="221081"/>
                  </a:lnTo>
                  <a:lnTo>
                    <a:pt x="1036269" y="213842"/>
                  </a:lnTo>
                  <a:lnTo>
                    <a:pt x="1033691" y="208597"/>
                  </a:lnTo>
                  <a:lnTo>
                    <a:pt x="1031354" y="207073"/>
                  </a:lnTo>
                  <a:lnTo>
                    <a:pt x="1121041" y="207073"/>
                  </a:lnTo>
                  <a:lnTo>
                    <a:pt x="1121041" y="201358"/>
                  </a:lnTo>
                  <a:lnTo>
                    <a:pt x="1022718" y="201358"/>
                  </a:lnTo>
                  <a:lnTo>
                    <a:pt x="1017689" y="200025"/>
                  </a:lnTo>
                  <a:lnTo>
                    <a:pt x="1009307" y="200215"/>
                  </a:lnTo>
                  <a:lnTo>
                    <a:pt x="1001382" y="201180"/>
                  </a:lnTo>
                  <a:lnTo>
                    <a:pt x="1000785" y="201358"/>
                  </a:lnTo>
                  <a:lnTo>
                    <a:pt x="986155" y="201358"/>
                  </a:lnTo>
                  <a:lnTo>
                    <a:pt x="986155" y="207073"/>
                  </a:lnTo>
                  <a:lnTo>
                    <a:pt x="985951" y="207175"/>
                  </a:lnTo>
                  <a:lnTo>
                    <a:pt x="978446" y="212217"/>
                  </a:lnTo>
                  <a:lnTo>
                    <a:pt x="977112" y="213385"/>
                  </a:lnTo>
                  <a:lnTo>
                    <a:pt x="977112" y="258508"/>
                  </a:lnTo>
                  <a:lnTo>
                    <a:pt x="972159" y="258508"/>
                  </a:lnTo>
                  <a:lnTo>
                    <a:pt x="972159" y="255968"/>
                  </a:lnTo>
                  <a:lnTo>
                    <a:pt x="974166" y="257556"/>
                  </a:lnTo>
                  <a:lnTo>
                    <a:pt x="977112" y="258508"/>
                  </a:lnTo>
                  <a:lnTo>
                    <a:pt x="977112" y="213385"/>
                  </a:lnTo>
                  <a:lnTo>
                    <a:pt x="972159" y="217678"/>
                  </a:lnTo>
                  <a:lnTo>
                    <a:pt x="972159" y="207073"/>
                  </a:lnTo>
                  <a:lnTo>
                    <a:pt x="986155" y="207073"/>
                  </a:lnTo>
                  <a:lnTo>
                    <a:pt x="986155" y="201358"/>
                  </a:lnTo>
                  <a:lnTo>
                    <a:pt x="972159" y="201358"/>
                  </a:lnTo>
                  <a:lnTo>
                    <a:pt x="972159" y="149923"/>
                  </a:lnTo>
                  <a:lnTo>
                    <a:pt x="1121041" y="149923"/>
                  </a:lnTo>
                  <a:lnTo>
                    <a:pt x="1121041" y="144208"/>
                  </a:lnTo>
                  <a:lnTo>
                    <a:pt x="972159" y="144208"/>
                  </a:lnTo>
                  <a:lnTo>
                    <a:pt x="972159" y="92773"/>
                  </a:lnTo>
                  <a:lnTo>
                    <a:pt x="1121041" y="92773"/>
                  </a:lnTo>
                  <a:lnTo>
                    <a:pt x="1121041" y="87058"/>
                  </a:lnTo>
                  <a:lnTo>
                    <a:pt x="972159" y="87058"/>
                  </a:lnTo>
                  <a:lnTo>
                    <a:pt x="972159" y="55943"/>
                  </a:lnTo>
                  <a:lnTo>
                    <a:pt x="974166" y="57531"/>
                  </a:lnTo>
                  <a:lnTo>
                    <a:pt x="980071" y="59436"/>
                  </a:lnTo>
                  <a:lnTo>
                    <a:pt x="987310" y="59626"/>
                  </a:lnTo>
                  <a:lnTo>
                    <a:pt x="995781" y="58674"/>
                  </a:lnTo>
                  <a:lnTo>
                    <a:pt x="1031811" y="35623"/>
                  </a:lnTo>
                  <a:lnTo>
                    <a:pt x="1121041" y="35623"/>
                  </a:lnTo>
                  <a:lnTo>
                    <a:pt x="1121041" y="29908"/>
                  </a:lnTo>
                  <a:lnTo>
                    <a:pt x="1034415" y="29908"/>
                  </a:lnTo>
                  <a:lnTo>
                    <a:pt x="1035011" y="28625"/>
                  </a:lnTo>
                  <a:lnTo>
                    <a:pt x="1036459" y="21056"/>
                  </a:lnTo>
                  <a:lnTo>
                    <a:pt x="1036269" y="13817"/>
                  </a:lnTo>
                  <a:lnTo>
                    <a:pt x="1033691" y="8572"/>
                  </a:lnTo>
                  <a:lnTo>
                    <a:pt x="1028738" y="5334"/>
                  </a:lnTo>
                  <a:lnTo>
                    <a:pt x="1024166" y="1714"/>
                  </a:lnTo>
                  <a:lnTo>
                    <a:pt x="1017689" y="0"/>
                  </a:lnTo>
                  <a:lnTo>
                    <a:pt x="1009307" y="190"/>
                  </a:lnTo>
                  <a:lnTo>
                    <a:pt x="1001382" y="1155"/>
                  </a:lnTo>
                  <a:lnTo>
                    <a:pt x="966800" y="24269"/>
                  </a:lnTo>
                  <a:lnTo>
                    <a:pt x="964107" y="29908"/>
                  </a:lnTo>
                  <a:lnTo>
                    <a:pt x="962672" y="29908"/>
                  </a:lnTo>
                  <a:lnTo>
                    <a:pt x="962672" y="35623"/>
                  </a:lnTo>
                  <a:lnTo>
                    <a:pt x="962164" y="38201"/>
                  </a:lnTo>
                  <a:lnTo>
                    <a:pt x="962253" y="41338"/>
                  </a:lnTo>
                  <a:lnTo>
                    <a:pt x="962164" y="87058"/>
                  </a:lnTo>
                  <a:lnTo>
                    <a:pt x="962164" y="92773"/>
                  </a:lnTo>
                  <a:lnTo>
                    <a:pt x="962164" y="258508"/>
                  </a:lnTo>
                  <a:lnTo>
                    <a:pt x="752132" y="258508"/>
                  </a:lnTo>
                  <a:lnTo>
                    <a:pt x="752132" y="207073"/>
                  </a:lnTo>
                  <a:lnTo>
                    <a:pt x="962164" y="207073"/>
                  </a:lnTo>
                  <a:lnTo>
                    <a:pt x="962164" y="201358"/>
                  </a:lnTo>
                  <a:lnTo>
                    <a:pt x="752132" y="201358"/>
                  </a:lnTo>
                  <a:lnTo>
                    <a:pt x="752132" y="149923"/>
                  </a:lnTo>
                  <a:lnTo>
                    <a:pt x="962164" y="149923"/>
                  </a:lnTo>
                  <a:lnTo>
                    <a:pt x="962164" y="144208"/>
                  </a:lnTo>
                  <a:lnTo>
                    <a:pt x="752132" y="144208"/>
                  </a:lnTo>
                  <a:lnTo>
                    <a:pt x="752132" y="92773"/>
                  </a:lnTo>
                  <a:lnTo>
                    <a:pt x="962164" y="92773"/>
                  </a:lnTo>
                  <a:lnTo>
                    <a:pt x="962164" y="87058"/>
                  </a:lnTo>
                  <a:lnTo>
                    <a:pt x="752132" y="87058"/>
                  </a:lnTo>
                  <a:lnTo>
                    <a:pt x="752132" y="35623"/>
                  </a:lnTo>
                  <a:lnTo>
                    <a:pt x="962672" y="35623"/>
                  </a:lnTo>
                  <a:lnTo>
                    <a:pt x="962672" y="29908"/>
                  </a:lnTo>
                  <a:lnTo>
                    <a:pt x="739432" y="29908"/>
                  </a:lnTo>
                  <a:lnTo>
                    <a:pt x="739432" y="35623"/>
                  </a:lnTo>
                  <a:lnTo>
                    <a:pt x="743559" y="35623"/>
                  </a:lnTo>
                  <a:lnTo>
                    <a:pt x="743559" y="87058"/>
                  </a:lnTo>
                  <a:lnTo>
                    <a:pt x="739432" y="87058"/>
                  </a:lnTo>
                  <a:lnTo>
                    <a:pt x="739432" y="92773"/>
                  </a:lnTo>
                  <a:lnTo>
                    <a:pt x="743559" y="92773"/>
                  </a:lnTo>
                  <a:lnTo>
                    <a:pt x="743559" y="144208"/>
                  </a:lnTo>
                  <a:lnTo>
                    <a:pt x="739432" y="144208"/>
                  </a:lnTo>
                  <a:lnTo>
                    <a:pt x="739432" y="149923"/>
                  </a:lnTo>
                  <a:lnTo>
                    <a:pt x="743559" y="149923"/>
                  </a:lnTo>
                  <a:lnTo>
                    <a:pt x="743559" y="201358"/>
                  </a:lnTo>
                  <a:lnTo>
                    <a:pt x="739432" y="201358"/>
                  </a:lnTo>
                  <a:lnTo>
                    <a:pt x="739432" y="207073"/>
                  </a:lnTo>
                  <a:lnTo>
                    <a:pt x="743559" y="207073"/>
                  </a:lnTo>
                  <a:lnTo>
                    <a:pt x="743559" y="258508"/>
                  </a:lnTo>
                  <a:lnTo>
                    <a:pt x="739432" y="258508"/>
                  </a:lnTo>
                  <a:lnTo>
                    <a:pt x="739432" y="264223"/>
                  </a:lnTo>
                  <a:lnTo>
                    <a:pt x="743559" y="264223"/>
                  </a:lnTo>
                  <a:lnTo>
                    <a:pt x="752132" y="264223"/>
                  </a:lnTo>
                  <a:lnTo>
                    <a:pt x="962164" y="264223"/>
                  </a:lnTo>
                  <a:lnTo>
                    <a:pt x="962164" y="429958"/>
                  </a:lnTo>
                  <a:lnTo>
                    <a:pt x="972159" y="429958"/>
                  </a:lnTo>
                  <a:lnTo>
                    <a:pt x="972159" y="264223"/>
                  </a:lnTo>
                  <a:lnTo>
                    <a:pt x="1121041" y="264223"/>
                  </a:lnTo>
                  <a:lnTo>
                    <a:pt x="1121041" y="415671"/>
                  </a:lnTo>
                  <a:lnTo>
                    <a:pt x="1131036" y="415671"/>
                  </a:lnTo>
                  <a:lnTo>
                    <a:pt x="1131036" y="264223"/>
                  </a:lnTo>
                  <a:lnTo>
                    <a:pt x="1781771" y="264223"/>
                  </a:lnTo>
                  <a:lnTo>
                    <a:pt x="1781771" y="258508"/>
                  </a:lnTo>
                  <a:lnTo>
                    <a:pt x="1131036" y="258508"/>
                  </a:lnTo>
                  <a:lnTo>
                    <a:pt x="1131036" y="207073"/>
                  </a:lnTo>
                  <a:lnTo>
                    <a:pt x="1781771" y="207073"/>
                  </a:lnTo>
                  <a:lnTo>
                    <a:pt x="1781771" y="201358"/>
                  </a:lnTo>
                  <a:lnTo>
                    <a:pt x="1131036" y="201358"/>
                  </a:lnTo>
                  <a:lnTo>
                    <a:pt x="1131036" y="149923"/>
                  </a:lnTo>
                  <a:lnTo>
                    <a:pt x="1781771" y="149923"/>
                  </a:lnTo>
                  <a:lnTo>
                    <a:pt x="1781771" y="144208"/>
                  </a:lnTo>
                  <a:lnTo>
                    <a:pt x="1131036" y="144208"/>
                  </a:lnTo>
                  <a:lnTo>
                    <a:pt x="1131036" y="92773"/>
                  </a:lnTo>
                  <a:lnTo>
                    <a:pt x="1781771" y="92773"/>
                  </a:lnTo>
                  <a:lnTo>
                    <a:pt x="1781771" y="87058"/>
                  </a:lnTo>
                  <a:lnTo>
                    <a:pt x="1131036" y="87058"/>
                  </a:lnTo>
                  <a:lnTo>
                    <a:pt x="1131036" y="35623"/>
                  </a:lnTo>
                  <a:lnTo>
                    <a:pt x="1781771" y="35623"/>
                  </a:lnTo>
                  <a:lnTo>
                    <a:pt x="1781771" y="29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446322" y="2518134"/>
              <a:ext cx="130301" cy="160591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446322" y="2718159"/>
              <a:ext cx="130301" cy="160591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3343452" y="2540809"/>
              <a:ext cx="832485" cy="487680"/>
            </a:xfrm>
            <a:custGeom>
              <a:avLst/>
              <a:gdLst/>
              <a:ahLst/>
              <a:cxnLst/>
              <a:rect l="l" t="t" r="r" b="b"/>
              <a:pathLst>
                <a:path w="832485" h="487680">
                  <a:moveTo>
                    <a:pt x="158877" y="444131"/>
                  </a:moveTo>
                  <a:lnTo>
                    <a:pt x="0" y="458419"/>
                  </a:lnTo>
                  <a:lnTo>
                    <a:pt x="0" y="487108"/>
                  </a:lnTo>
                  <a:lnTo>
                    <a:pt x="158877" y="472821"/>
                  </a:lnTo>
                  <a:lnTo>
                    <a:pt x="158877" y="444131"/>
                  </a:lnTo>
                  <a:close/>
                </a:path>
                <a:path w="832485" h="487680">
                  <a:moveTo>
                    <a:pt x="385089" y="26339"/>
                  </a:moveTo>
                  <a:lnTo>
                    <a:pt x="363740" y="26339"/>
                  </a:lnTo>
                  <a:lnTo>
                    <a:pt x="364756" y="21056"/>
                  </a:lnTo>
                  <a:lnTo>
                    <a:pt x="364566" y="13817"/>
                  </a:lnTo>
                  <a:lnTo>
                    <a:pt x="362000" y="8572"/>
                  </a:lnTo>
                  <a:lnTo>
                    <a:pt x="357047" y="5334"/>
                  </a:lnTo>
                  <a:lnTo>
                    <a:pt x="352475" y="1714"/>
                  </a:lnTo>
                  <a:lnTo>
                    <a:pt x="345998" y="0"/>
                  </a:lnTo>
                  <a:lnTo>
                    <a:pt x="337616" y="190"/>
                  </a:lnTo>
                  <a:lnTo>
                    <a:pt x="329679" y="1155"/>
                  </a:lnTo>
                  <a:lnTo>
                    <a:pt x="295109" y="24269"/>
                  </a:lnTo>
                  <a:lnTo>
                    <a:pt x="294119" y="26339"/>
                  </a:lnTo>
                  <a:lnTo>
                    <a:pt x="273951" y="26339"/>
                  </a:lnTo>
                  <a:lnTo>
                    <a:pt x="273951" y="33477"/>
                  </a:lnTo>
                  <a:lnTo>
                    <a:pt x="291401" y="33477"/>
                  </a:lnTo>
                  <a:lnTo>
                    <a:pt x="290461" y="38201"/>
                  </a:lnTo>
                  <a:lnTo>
                    <a:pt x="290550" y="41338"/>
                  </a:lnTo>
                  <a:lnTo>
                    <a:pt x="290461" y="238226"/>
                  </a:lnTo>
                  <a:lnTo>
                    <a:pt x="290461" y="429958"/>
                  </a:lnTo>
                  <a:lnTo>
                    <a:pt x="300469" y="429958"/>
                  </a:lnTo>
                  <a:lnTo>
                    <a:pt x="300469" y="255981"/>
                  </a:lnTo>
                  <a:lnTo>
                    <a:pt x="302463" y="257556"/>
                  </a:lnTo>
                  <a:lnTo>
                    <a:pt x="308368" y="259461"/>
                  </a:lnTo>
                  <a:lnTo>
                    <a:pt x="315607" y="259651"/>
                  </a:lnTo>
                  <a:lnTo>
                    <a:pt x="324091" y="258699"/>
                  </a:lnTo>
                  <a:lnTo>
                    <a:pt x="360121" y="235648"/>
                  </a:lnTo>
                  <a:lnTo>
                    <a:pt x="364756" y="221081"/>
                  </a:lnTo>
                  <a:lnTo>
                    <a:pt x="364566" y="213842"/>
                  </a:lnTo>
                  <a:lnTo>
                    <a:pt x="362000" y="208597"/>
                  </a:lnTo>
                  <a:lnTo>
                    <a:pt x="357047" y="205359"/>
                  </a:lnTo>
                  <a:lnTo>
                    <a:pt x="352475" y="201739"/>
                  </a:lnTo>
                  <a:lnTo>
                    <a:pt x="345998" y="200025"/>
                  </a:lnTo>
                  <a:lnTo>
                    <a:pt x="337616" y="200215"/>
                  </a:lnTo>
                  <a:lnTo>
                    <a:pt x="329679" y="201180"/>
                  </a:lnTo>
                  <a:lnTo>
                    <a:pt x="321894" y="203504"/>
                  </a:lnTo>
                  <a:lnTo>
                    <a:pt x="314248" y="207175"/>
                  </a:lnTo>
                  <a:lnTo>
                    <a:pt x="306755" y="212217"/>
                  </a:lnTo>
                  <a:lnTo>
                    <a:pt x="300469" y="217665"/>
                  </a:lnTo>
                  <a:lnTo>
                    <a:pt x="300469" y="55956"/>
                  </a:lnTo>
                  <a:lnTo>
                    <a:pt x="302463" y="57531"/>
                  </a:lnTo>
                  <a:lnTo>
                    <a:pt x="308368" y="59436"/>
                  </a:lnTo>
                  <a:lnTo>
                    <a:pt x="315607" y="59626"/>
                  </a:lnTo>
                  <a:lnTo>
                    <a:pt x="324091" y="58674"/>
                  </a:lnTo>
                  <a:lnTo>
                    <a:pt x="360121" y="35623"/>
                  </a:lnTo>
                  <a:lnTo>
                    <a:pt x="361086" y="33477"/>
                  </a:lnTo>
                  <a:lnTo>
                    <a:pt x="385089" y="33477"/>
                  </a:lnTo>
                  <a:lnTo>
                    <a:pt x="385089" y="26339"/>
                  </a:lnTo>
                  <a:close/>
                </a:path>
                <a:path w="832485" h="487680">
                  <a:moveTo>
                    <a:pt x="569315" y="26339"/>
                  </a:moveTo>
                  <a:lnTo>
                    <a:pt x="547979" y="26339"/>
                  </a:lnTo>
                  <a:lnTo>
                    <a:pt x="548995" y="21056"/>
                  </a:lnTo>
                  <a:lnTo>
                    <a:pt x="548805" y="13817"/>
                  </a:lnTo>
                  <a:lnTo>
                    <a:pt x="546227" y="8572"/>
                  </a:lnTo>
                  <a:lnTo>
                    <a:pt x="541274" y="5334"/>
                  </a:lnTo>
                  <a:lnTo>
                    <a:pt x="536702" y="1714"/>
                  </a:lnTo>
                  <a:lnTo>
                    <a:pt x="530225" y="0"/>
                  </a:lnTo>
                  <a:lnTo>
                    <a:pt x="521843" y="190"/>
                  </a:lnTo>
                  <a:lnTo>
                    <a:pt x="513918" y="1155"/>
                  </a:lnTo>
                  <a:lnTo>
                    <a:pt x="479336" y="24269"/>
                  </a:lnTo>
                  <a:lnTo>
                    <a:pt x="478345" y="26339"/>
                  </a:lnTo>
                  <a:lnTo>
                    <a:pt x="458177" y="26339"/>
                  </a:lnTo>
                  <a:lnTo>
                    <a:pt x="458177" y="33477"/>
                  </a:lnTo>
                  <a:lnTo>
                    <a:pt x="475640" y="33477"/>
                  </a:lnTo>
                  <a:lnTo>
                    <a:pt x="474700" y="38201"/>
                  </a:lnTo>
                  <a:lnTo>
                    <a:pt x="474789" y="41338"/>
                  </a:lnTo>
                  <a:lnTo>
                    <a:pt x="474700" y="238226"/>
                  </a:lnTo>
                  <a:lnTo>
                    <a:pt x="474700" y="429958"/>
                  </a:lnTo>
                  <a:lnTo>
                    <a:pt x="484695" y="429958"/>
                  </a:lnTo>
                  <a:lnTo>
                    <a:pt x="484695" y="255968"/>
                  </a:lnTo>
                  <a:lnTo>
                    <a:pt x="486702" y="257556"/>
                  </a:lnTo>
                  <a:lnTo>
                    <a:pt x="492607" y="259461"/>
                  </a:lnTo>
                  <a:lnTo>
                    <a:pt x="499846" y="259651"/>
                  </a:lnTo>
                  <a:lnTo>
                    <a:pt x="508330" y="258699"/>
                  </a:lnTo>
                  <a:lnTo>
                    <a:pt x="544347" y="235648"/>
                  </a:lnTo>
                  <a:lnTo>
                    <a:pt x="548995" y="221081"/>
                  </a:lnTo>
                  <a:lnTo>
                    <a:pt x="548805" y="213842"/>
                  </a:lnTo>
                  <a:lnTo>
                    <a:pt x="546227" y="208597"/>
                  </a:lnTo>
                  <a:lnTo>
                    <a:pt x="541274" y="205359"/>
                  </a:lnTo>
                  <a:lnTo>
                    <a:pt x="536702" y="201739"/>
                  </a:lnTo>
                  <a:lnTo>
                    <a:pt x="530225" y="200025"/>
                  </a:lnTo>
                  <a:lnTo>
                    <a:pt x="521843" y="200215"/>
                  </a:lnTo>
                  <a:lnTo>
                    <a:pt x="513918" y="201180"/>
                  </a:lnTo>
                  <a:lnTo>
                    <a:pt x="506133" y="203504"/>
                  </a:lnTo>
                  <a:lnTo>
                    <a:pt x="498487" y="207175"/>
                  </a:lnTo>
                  <a:lnTo>
                    <a:pt x="490982" y="212217"/>
                  </a:lnTo>
                  <a:lnTo>
                    <a:pt x="484695" y="217678"/>
                  </a:lnTo>
                  <a:lnTo>
                    <a:pt x="484695" y="55943"/>
                  </a:lnTo>
                  <a:lnTo>
                    <a:pt x="486702" y="57531"/>
                  </a:lnTo>
                  <a:lnTo>
                    <a:pt x="492607" y="59436"/>
                  </a:lnTo>
                  <a:lnTo>
                    <a:pt x="499846" y="59626"/>
                  </a:lnTo>
                  <a:lnTo>
                    <a:pt x="508330" y="58674"/>
                  </a:lnTo>
                  <a:lnTo>
                    <a:pt x="544347" y="35623"/>
                  </a:lnTo>
                  <a:lnTo>
                    <a:pt x="545325" y="33477"/>
                  </a:lnTo>
                  <a:lnTo>
                    <a:pt x="569315" y="33477"/>
                  </a:lnTo>
                  <a:lnTo>
                    <a:pt x="569315" y="26339"/>
                  </a:lnTo>
                  <a:close/>
                </a:path>
                <a:path w="832485" h="487680">
                  <a:moveTo>
                    <a:pt x="664921" y="49631"/>
                  </a:moveTo>
                  <a:lnTo>
                    <a:pt x="664730" y="42392"/>
                  </a:lnTo>
                  <a:lnTo>
                    <a:pt x="662152" y="37147"/>
                  </a:lnTo>
                  <a:lnTo>
                    <a:pt x="657199" y="33909"/>
                  </a:lnTo>
                  <a:lnTo>
                    <a:pt x="652627" y="30289"/>
                  </a:lnTo>
                  <a:lnTo>
                    <a:pt x="646150" y="28575"/>
                  </a:lnTo>
                  <a:lnTo>
                    <a:pt x="637768" y="28765"/>
                  </a:lnTo>
                  <a:lnTo>
                    <a:pt x="629843" y="29730"/>
                  </a:lnTo>
                  <a:lnTo>
                    <a:pt x="595261" y="52844"/>
                  </a:lnTo>
                  <a:lnTo>
                    <a:pt x="590626" y="66776"/>
                  </a:lnTo>
                  <a:lnTo>
                    <a:pt x="590715" y="69913"/>
                  </a:lnTo>
                  <a:lnTo>
                    <a:pt x="590626" y="266801"/>
                  </a:lnTo>
                  <a:lnTo>
                    <a:pt x="590626" y="444246"/>
                  </a:lnTo>
                  <a:lnTo>
                    <a:pt x="600621" y="444246"/>
                  </a:lnTo>
                  <a:lnTo>
                    <a:pt x="600621" y="284543"/>
                  </a:lnTo>
                  <a:lnTo>
                    <a:pt x="602627" y="286131"/>
                  </a:lnTo>
                  <a:lnTo>
                    <a:pt x="608533" y="288036"/>
                  </a:lnTo>
                  <a:lnTo>
                    <a:pt x="648627" y="276517"/>
                  </a:lnTo>
                  <a:lnTo>
                    <a:pt x="664921" y="249656"/>
                  </a:lnTo>
                  <a:lnTo>
                    <a:pt x="664730" y="242417"/>
                  </a:lnTo>
                  <a:lnTo>
                    <a:pt x="662152" y="237172"/>
                  </a:lnTo>
                  <a:lnTo>
                    <a:pt x="657199" y="233934"/>
                  </a:lnTo>
                  <a:lnTo>
                    <a:pt x="652627" y="230314"/>
                  </a:lnTo>
                  <a:lnTo>
                    <a:pt x="646150" y="228600"/>
                  </a:lnTo>
                  <a:lnTo>
                    <a:pt x="637768" y="228790"/>
                  </a:lnTo>
                  <a:lnTo>
                    <a:pt x="629843" y="229755"/>
                  </a:lnTo>
                  <a:lnTo>
                    <a:pt x="622058" y="232079"/>
                  </a:lnTo>
                  <a:lnTo>
                    <a:pt x="614413" y="235750"/>
                  </a:lnTo>
                  <a:lnTo>
                    <a:pt x="606907" y="240792"/>
                  </a:lnTo>
                  <a:lnTo>
                    <a:pt x="600621" y="246253"/>
                  </a:lnTo>
                  <a:lnTo>
                    <a:pt x="600621" y="84518"/>
                  </a:lnTo>
                  <a:lnTo>
                    <a:pt x="602627" y="86106"/>
                  </a:lnTo>
                  <a:lnTo>
                    <a:pt x="608533" y="88011"/>
                  </a:lnTo>
                  <a:lnTo>
                    <a:pt x="615772" y="88201"/>
                  </a:lnTo>
                  <a:lnTo>
                    <a:pt x="624255" y="87249"/>
                  </a:lnTo>
                  <a:lnTo>
                    <a:pt x="660273" y="64198"/>
                  </a:lnTo>
                  <a:lnTo>
                    <a:pt x="663473" y="57200"/>
                  </a:lnTo>
                  <a:lnTo>
                    <a:pt x="664921" y="49631"/>
                  </a:lnTo>
                  <a:close/>
                </a:path>
                <a:path w="832485" h="487680">
                  <a:moveTo>
                    <a:pt x="780834" y="78206"/>
                  </a:moveTo>
                  <a:lnTo>
                    <a:pt x="780643" y="70967"/>
                  </a:lnTo>
                  <a:lnTo>
                    <a:pt x="778078" y="65722"/>
                  </a:lnTo>
                  <a:lnTo>
                    <a:pt x="773125" y="62484"/>
                  </a:lnTo>
                  <a:lnTo>
                    <a:pt x="768553" y="58864"/>
                  </a:lnTo>
                  <a:lnTo>
                    <a:pt x="762076" y="57150"/>
                  </a:lnTo>
                  <a:lnTo>
                    <a:pt x="753694" y="57340"/>
                  </a:lnTo>
                  <a:lnTo>
                    <a:pt x="745756" y="58305"/>
                  </a:lnTo>
                  <a:lnTo>
                    <a:pt x="711187" y="81419"/>
                  </a:lnTo>
                  <a:lnTo>
                    <a:pt x="706539" y="95351"/>
                  </a:lnTo>
                  <a:lnTo>
                    <a:pt x="706628" y="98488"/>
                  </a:lnTo>
                  <a:lnTo>
                    <a:pt x="706539" y="295376"/>
                  </a:lnTo>
                  <a:lnTo>
                    <a:pt x="706539" y="458533"/>
                  </a:lnTo>
                  <a:lnTo>
                    <a:pt x="716546" y="458533"/>
                  </a:lnTo>
                  <a:lnTo>
                    <a:pt x="716546" y="313131"/>
                  </a:lnTo>
                  <a:lnTo>
                    <a:pt x="718540" y="314706"/>
                  </a:lnTo>
                  <a:lnTo>
                    <a:pt x="724446" y="316611"/>
                  </a:lnTo>
                  <a:lnTo>
                    <a:pt x="764552" y="305092"/>
                  </a:lnTo>
                  <a:lnTo>
                    <a:pt x="780834" y="278231"/>
                  </a:lnTo>
                  <a:lnTo>
                    <a:pt x="780643" y="270992"/>
                  </a:lnTo>
                  <a:lnTo>
                    <a:pt x="778078" y="265747"/>
                  </a:lnTo>
                  <a:lnTo>
                    <a:pt x="773125" y="262509"/>
                  </a:lnTo>
                  <a:lnTo>
                    <a:pt x="768553" y="258889"/>
                  </a:lnTo>
                  <a:lnTo>
                    <a:pt x="762076" y="257175"/>
                  </a:lnTo>
                  <a:lnTo>
                    <a:pt x="753694" y="257365"/>
                  </a:lnTo>
                  <a:lnTo>
                    <a:pt x="745756" y="258330"/>
                  </a:lnTo>
                  <a:lnTo>
                    <a:pt x="737971" y="260654"/>
                  </a:lnTo>
                  <a:lnTo>
                    <a:pt x="730326" y="264325"/>
                  </a:lnTo>
                  <a:lnTo>
                    <a:pt x="722833" y="269367"/>
                  </a:lnTo>
                  <a:lnTo>
                    <a:pt x="716546" y="274815"/>
                  </a:lnTo>
                  <a:lnTo>
                    <a:pt x="716546" y="113106"/>
                  </a:lnTo>
                  <a:lnTo>
                    <a:pt x="718540" y="114681"/>
                  </a:lnTo>
                  <a:lnTo>
                    <a:pt x="724446" y="116586"/>
                  </a:lnTo>
                  <a:lnTo>
                    <a:pt x="731685" y="116776"/>
                  </a:lnTo>
                  <a:lnTo>
                    <a:pt x="740168" y="115824"/>
                  </a:lnTo>
                  <a:lnTo>
                    <a:pt x="776198" y="92773"/>
                  </a:lnTo>
                  <a:lnTo>
                    <a:pt x="779386" y="85775"/>
                  </a:lnTo>
                  <a:lnTo>
                    <a:pt x="780834" y="78206"/>
                  </a:lnTo>
                  <a:close/>
                </a:path>
                <a:path w="832485" h="487680">
                  <a:moveTo>
                    <a:pt x="832307" y="89344"/>
                  </a:moveTo>
                  <a:lnTo>
                    <a:pt x="823734" y="89344"/>
                  </a:lnTo>
                  <a:lnTo>
                    <a:pt x="823734" y="321373"/>
                  </a:lnTo>
                  <a:lnTo>
                    <a:pt x="832307" y="321373"/>
                  </a:lnTo>
                  <a:lnTo>
                    <a:pt x="832307" y="89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818156" y="2941971"/>
              <a:ext cx="231845" cy="132797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4163060" y="2497261"/>
              <a:ext cx="645795" cy="473709"/>
            </a:xfrm>
            <a:custGeom>
              <a:avLst/>
              <a:gdLst/>
              <a:ahLst/>
              <a:cxnLst/>
              <a:rect l="l" t="t" r="r" b="b"/>
              <a:pathLst>
                <a:path w="645795" h="473710">
                  <a:moveTo>
                    <a:pt x="632739" y="130606"/>
                  </a:moveTo>
                  <a:lnTo>
                    <a:pt x="462610" y="130606"/>
                  </a:lnTo>
                  <a:lnTo>
                    <a:pt x="462610" y="99504"/>
                  </a:lnTo>
                  <a:lnTo>
                    <a:pt x="464604" y="101079"/>
                  </a:lnTo>
                  <a:lnTo>
                    <a:pt x="470509" y="102984"/>
                  </a:lnTo>
                  <a:lnTo>
                    <a:pt x="510616" y="91465"/>
                  </a:lnTo>
                  <a:lnTo>
                    <a:pt x="523227" y="77025"/>
                  </a:lnTo>
                  <a:lnTo>
                    <a:pt x="547230" y="77025"/>
                  </a:lnTo>
                  <a:lnTo>
                    <a:pt x="547230" y="69888"/>
                  </a:lnTo>
                  <a:lnTo>
                    <a:pt x="525881" y="69888"/>
                  </a:lnTo>
                  <a:lnTo>
                    <a:pt x="526897" y="64604"/>
                  </a:lnTo>
                  <a:lnTo>
                    <a:pt x="526707" y="57365"/>
                  </a:lnTo>
                  <a:lnTo>
                    <a:pt x="524141" y="52120"/>
                  </a:lnTo>
                  <a:lnTo>
                    <a:pt x="519188" y="48882"/>
                  </a:lnTo>
                  <a:lnTo>
                    <a:pt x="514616" y="45262"/>
                  </a:lnTo>
                  <a:lnTo>
                    <a:pt x="508139" y="43548"/>
                  </a:lnTo>
                  <a:lnTo>
                    <a:pt x="499757" y="43738"/>
                  </a:lnTo>
                  <a:lnTo>
                    <a:pt x="491820" y="44704"/>
                  </a:lnTo>
                  <a:lnTo>
                    <a:pt x="457250" y="67818"/>
                  </a:lnTo>
                  <a:lnTo>
                    <a:pt x="456260" y="69888"/>
                  </a:lnTo>
                  <a:lnTo>
                    <a:pt x="436079" y="69888"/>
                  </a:lnTo>
                  <a:lnTo>
                    <a:pt x="436079" y="77025"/>
                  </a:lnTo>
                  <a:lnTo>
                    <a:pt x="453542" y="77025"/>
                  </a:lnTo>
                  <a:lnTo>
                    <a:pt x="452602" y="81749"/>
                  </a:lnTo>
                  <a:lnTo>
                    <a:pt x="452691" y="84886"/>
                  </a:lnTo>
                  <a:lnTo>
                    <a:pt x="452602" y="130606"/>
                  </a:lnTo>
                  <a:lnTo>
                    <a:pt x="452602" y="359206"/>
                  </a:lnTo>
                  <a:lnTo>
                    <a:pt x="342379" y="359206"/>
                  </a:lnTo>
                  <a:lnTo>
                    <a:pt x="342379" y="307771"/>
                  </a:lnTo>
                  <a:lnTo>
                    <a:pt x="452602" y="307771"/>
                  </a:lnTo>
                  <a:lnTo>
                    <a:pt x="452602" y="302056"/>
                  </a:lnTo>
                  <a:lnTo>
                    <a:pt x="342379" y="302056"/>
                  </a:lnTo>
                  <a:lnTo>
                    <a:pt x="342379" y="250621"/>
                  </a:lnTo>
                  <a:lnTo>
                    <a:pt x="452602" y="250621"/>
                  </a:lnTo>
                  <a:lnTo>
                    <a:pt x="452602" y="244906"/>
                  </a:lnTo>
                  <a:lnTo>
                    <a:pt x="342379" y="244906"/>
                  </a:lnTo>
                  <a:lnTo>
                    <a:pt x="342379" y="193471"/>
                  </a:lnTo>
                  <a:lnTo>
                    <a:pt x="452602" y="193471"/>
                  </a:lnTo>
                  <a:lnTo>
                    <a:pt x="452602" y="187756"/>
                  </a:lnTo>
                  <a:lnTo>
                    <a:pt x="342379" y="187756"/>
                  </a:lnTo>
                  <a:lnTo>
                    <a:pt x="342379" y="136321"/>
                  </a:lnTo>
                  <a:lnTo>
                    <a:pt x="452602" y="136321"/>
                  </a:lnTo>
                  <a:lnTo>
                    <a:pt x="452602" y="130606"/>
                  </a:lnTo>
                  <a:lnTo>
                    <a:pt x="342379" y="130606"/>
                  </a:lnTo>
                  <a:lnTo>
                    <a:pt x="342379" y="57150"/>
                  </a:lnTo>
                  <a:lnTo>
                    <a:pt x="333819" y="57150"/>
                  </a:lnTo>
                  <a:lnTo>
                    <a:pt x="333819" y="404926"/>
                  </a:lnTo>
                  <a:lnTo>
                    <a:pt x="332955" y="406742"/>
                  </a:lnTo>
                  <a:lnTo>
                    <a:pt x="328955" y="411505"/>
                  </a:lnTo>
                  <a:lnTo>
                    <a:pt x="327469" y="412788"/>
                  </a:lnTo>
                  <a:lnTo>
                    <a:pt x="319239" y="412788"/>
                  </a:lnTo>
                  <a:lnTo>
                    <a:pt x="319239" y="419925"/>
                  </a:lnTo>
                  <a:lnTo>
                    <a:pt x="286092" y="437413"/>
                  </a:lnTo>
                  <a:lnTo>
                    <a:pt x="282092" y="437222"/>
                  </a:lnTo>
                  <a:lnTo>
                    <a:pt x="278091" y="436841"/>
                  </a:lnTo>
                  <a:lnTo>
                    <a:pt x="276186" y="435127"/>
                  </a:lnTo>
                  <a:lnTo>
                    <a:pt x="276377" y="432079"/>
                  </a:lnTo>
                  <a:lnTo>
                    <a:pt x="276440" y="431787"/>
                  </a:lnTo>
                  <a:lnTo>
                    <a:pt x="277583" y="426999"/>
                  </a:lnTo>
                  <a:lnTo>
                    <a:pt x="280657" y="421792"/>
                  </a:lnTo>
                  <a:lnTo>
                    <a:pt x="282371" y="419925"/>
                  </a:lnTo>
                  <a:lnTo>
                    <a:pt x="319239" y="419925"/>
                  </a:lnTo>
                  <a:lnTo>
                    <a:pt x="319239" y="412788"/>
                  </a:lnTo>
                  <a:lnTo>
                    <a:pt x="290068" y="412788"/>
                  </a:lnTo>
                  <a:lnTo>
                    <a:pt x="296570" y="407504"/>
                  </a:lnTo>
                  <a:lnTo>
                    <a:pt x="302374" y="403783"/>
                  </a:lnTo>
                  <a:lnTo>
                    <a:pt x="309803" y="399783"/>
                  </a:lnTo>
                  <a:lnTo>
                    <a:pt x="317423" y="395973"/>
                  </a:lnTo>
                  <a:lnTo>
                    <a:pt x="324091" y="394360"/>
                  </a:lnTo>
                  <a:lnTo>
                    <a:pt x="329806" y="394931"/>
                  </a:lnTo>
                  <a:lnTo>
                    <a:pt x="332384" y="395287"/>
                  </a:lnTo>
                  <a:lnTo>
                    <a:pt x="332384" y="404926"/>
                  </a:lnTo>
                  <a:lnTo>
                    <a:pt x="333819" y="404926"/>
                  </a:lnTo>
                  <a:lnTo>
                    <a:pt x="333819" y="57150"/>
                  </a:lnTo>
                  <a:lnTo>
                    <a:pt x="332384" y="57150"/>
                  </a:lnTo>
                  <a:lnTo>
                    <a:pt x="332384" y="130606"/>
                  </a:lnTo>
                  <a:lnTo>
                    <a:pt x="332384" y="136321"/>
                  </a:lnTo>
                  <a:lnTo>
                    <a:pt x="332384" y="187756"/>
                  </a:lnTo>
                  <a:lnTo>
                    <a:pt x="332384" y="193471"/>
                  </a:lnTo>
                  <a:lnTo>
                    <a:pt x="332384" y="244906"/>
                  </a:lnTo>
                  <a:lnTo>
                    <a:pt x="122504" y="244906"/>
                  </a:lnTo>
                  <a:lnTo>
                    <a:pt x="156857" y="217335"/>
                  </a:lnTo>
                  <a:lnTo>
                    <a:pt x="159194" y="201282"/>
                  </a:lnTo>
                  <a:lnTo>
                    <a:pt x="158153" y="198767"/>
                  </a:lnTo>
                  <a:lnTo>
                    <a:pt x="158153" y="193471"/>
                  </a:lnTo>
                  <a:lnTo>
                    <a:pt x="332384" y="193471"/>
                  </a:lnTo>
                  <a:lnTo>
                    <a:pt x="332384" y="187756"/>
                  </a:lnTo>
                  <a:lnTo>
                    <a:pt x="158153" y="187756"/>
                  </a:lnTo>
                  <a:lnTo>
                    <a:pt x="158153" y="136321"/>
                  </a:lnTo>
                  <a:lnTo>
                    <a:pt x="332384" y="136321"/>
                  </a:lnTo>
                  <a:lnTo>
                    <a:pt x="332384" y="130606"/>
                  </a:lnTo>
                  <a:lnTo>
                    <a:pt x="158153" y="130606"/>
                  </a:lnTo>
                  <a:lnTo>
                    <a:pt x="158153" y="0"/>
                  </a:lnTo>
                  <a:lnTo>
                    <a:pt x="149580" y="0"/>
                  </a:lnTo>
                  <a:lnTo>
                    <a:pt x="149580" y="204901"/>
                  </a:lnTo>
                  <a:lnTo>
                    <a:pt x="148717" y="206717"/>
                  </a:lnTo>
                  <a:lnTo>
                    <a:pt x="118148" y="231762"/>
                  </a:lnTo>
                  <a:lnTo>
                    <a:pt x="101854" y="237388"/>
                  </a:lnTo>
                  <a:lnTo>
                    <a:pt x="97853" y="237197"/>
                  </a:lnTo>
                  <a:lnTo>
                    <a:pt x="93853" y="236816"/>
                  </a:lnTo>
                  <a:lnTo>
                    <a:pt x="91948" y="235102"/>
                  </a:lnTo>
                  <a:lnTo>
                    <a:pt x="92138" y="232054"/>
                  </a:lnTo>
                  <a:lnTo>
                    <a:pt x="118148" y="203758"/>
                  </a:lnTo>
                  <a:lnTo>
                    <a:pt x="139865" y="194335"/>
                  </a:lnTo>
                  <a:lnTo>
                    <a:pt x="145580" y="194906"/>
                  </a:lnTo>
                  <a:lnTo>
                    <a:pt x="148145" y="195249"/>
                  </a:lnTo>
                  <a:lnTo>
                    <a:pt x="148145" y="204901"/>
                  </a:lnTo>
                  <a:lnTo>
                    <a:pt x="149580" y="204901"/>
                  </a:lnTo>
                  <a:lnTo>
                    <a:pt x="149580" y="0"/>
                  </a:lnTo>
                  <a:lnTo>
                    <a:pt x="148145" y="0"/>
                  </a:lnTo>
                  <a:lnTo>
                    <a:pt x="148145" y="130606"/>
                  </a:lnTo>
                  <a:lnTo>
                    <a:pt x="0" y="130606"/>
                  </a:lnTo>
                  <a:lnTo>
                    <a:pt x="0" y="136321"/>
                  </a:lnTo>
                  <a:lnTo>
                    <a:pt x="148145" y="136321"/>
                  </a:lnTo>
                  <a:lnTo>
                    <a:pt x="148145" y="187756"/>
                  </a:lnTo>
                  <a:lnTo>
                    <a:pt x="148018" y="187756"/>
                  </a:lnTo>
                  <a:lnTo>
                    <a:pt x="144437" y="185762"/>
                  </a:lnTo>
                  <a:lnTo>
                    <a:pt x="138620" y="184619"/>
                  </a:lnTo>
                  <a:lnTo>
                    <a:pt x="132143" y="185191"/>
                  </a:lnTo>
                  <a:lnTo>
                    <a:pt x="123964" y="186093"/>
                  </a:lnTo>
                  <a:lnTo>
                    <a:pt x="117817" y="187756"/>
                  </a:lnTo>
                  <a:lnTo>
                    <a:pt x="0" y="187756"/>
                  </a:lnTo>
                  <a:lnTo>
                    <a:pt x="0" y="193471"/>
                  </a:lnTo>
                  <a:lnTo>
                    <a:pt x="105321" y="193471"/>
                  </a:lnTo>
                  <a:lnTo>
                    <a:pt x="100711" y="196329"/>
                  </a:lnTo>
                  <a:lnTo>
                    <a:pt x="83477" y="230809"/>
                  </a:lnTo>
                  <a:lnTo>
                    <a:pt x="86423" y="237959"/>
                  </a:lnTo>
                  <a:lnTo>
                    <a:pt x="93281" y="243484"/>
                  </a:lnTo>
                  <a:lnTo>
                    <a:pt x="95834" y="244906"/>
                  </a:lnTo>
                  <a:lnTo>
                    <a:pt x="0" y="244906"/>
                  </a:lnTo>
                  <a:lnTo>
                    <a:pt x="0" y="250621"/>
                  </a:lnTo>
                  <a:lnTo>
                    <a:pt x="332384" y="250621"/>
                  </a:lnTo>
                  <a:lnTo>
                    <a:pt x="332384" y="302056"/>
                  </a:lnTo>
                  <a:lnTo>
                    <a:pt x="0" y="302056"/>
                  </a:lnTo>
                  <a:lnTo>
                    <a:pt x="0" y="307771"/>
                  </a:lnTo>
                  <a:lnTo>
                    <a:pt x="332384" y="307771"/>
                  </a:lnTo>
                  <a:lnTo>
                    <a:pt x="332384" y="359206"/>
                  </a:lnTo>
                  <a:lnTo>
                    <a:pt x="0" y="359206"/>
                  </a:lnTo>
                  <a:lnTo>
                    <a:pt x="0" y="364921"/>
                  </a:lnTo>
                  <a:lnTo>
                    <a:pt x="332384" y="364921"/>
                  </a:lnTo>
                  <a:lnTo>
                    <a:pt x="332384" y="387858"/>
                  </a:lnTo>
                  <a:lnTo>
                    <a:pt x="328663" y="385787"/>
                  </a:lnTo>
                  <a:lnTo>
                    <a:pt x="322859" y="384644"/>
                  </a:lnTo>
                  <a:lnTo>
                    <a:pt x="316382" y="385216"/>
                  </a:lnTo>
                  <a:lnTo>
                    <a:pt x="278358" y="401815"/>
                  </a:lnTo>
                  <a:lnTo>
                    <a:pt x="271106" y="412788"/>
                  </a:lnTo>
                  <a:lnTo>
                    <a:pt x="251853" y="412788"/>
                  </a:lnTo>
                  <a:lnTo>
                    <a:pt x="251853" y="419925"/>
                  </a:lnTo>
                  <a:lnTo>
                    <a:pt x="269100" y="419925"/>
                  </a:lnTo>
                  <a:lnTo>
                    <a:pt x="268655" y="422071"/>
                  </a:lnTo>
                  <a:lnTo>
                    <a:pt x="288378" y="447509"/>
                  </a:lnTo>
                  <a:lnTo>
                    <a:pt x="294665" y="446938"/>
                  </a:lnTo>
                  <a:lnTo>
                    <a:pt x="302729" y="446024"/>
                  </a:lnTo>
                  <a:lnTo>
                    <a:pt x="310667" y="443865"/>
                  </a:lnTo>
                  <a:lnTo>
                    <a:pt x="318452" y="440448"/>
                  </a:lnTo>
                  <a:lnTo>
                    <a:pt x="323430" y="437413"/>
                  </a:lnTo>
                  <a:lnTo>
                    <a:pt x="326097" y="435787"/>
                  </a:lnTo>
                  <a:lnTo>
                    <a:pt x="332803" y="430212"/>
                  </a:lnTo>
                  <a:lnTo>
                    <a:pt x="337807" y="424078"/>
                  </a:lnTo>
                  <a:lnTo>
                    <a:pt x="339839" y="419925"/>
                  </a:lnTo>
                  <a:lnTo>
                    <a:pt x="362991" y="419925"/>
                  </a:lnTo>
                  <a:lnTo>
                    <a:pt x="362991" y="412788"/>
                  </a:lnTo>
                  <a:lnTo>
                    <a:pt x="342074" y="412788"/>
                  </a:lnTo>
                  <a:lnTo>
                    <a:pt x="342671" y="410070"/>
                  </a:lnTo>
                  <a:lnTo>
                    <a:pt x="343433" y="401307"/>
                  </a:lnTo>
                  <a:lnTo>
                    <a:pt x="342379" y="398767"/>
                  </a:lnTo>
                  <a:lnTo>
                    <a:pt x="342379" y="364921"/>
                  </a:lnTo>
                  <a:lnTo>
                    <a:pt x="452602" y="364921"/>
                  </a:lnTo>
                  <a:lnTo>
                    <a:pt x="452602" y="473506"/>
                  </a:lnTo>
                  <a:lnTo>
                    <a:pt x="462610" y="473506"/>
                  </a:lnTo>
                  <a:lnTo>
                    <a:pt x="462610" y="364921"/>
                  </a:lnTo>
                  <a:lnTo>
                    <a:pt x="632739" y="364921"/>
                  </a:lnTo>
                  <a:lnTo>
                    <a:pt x="632739" y="359206"/>
                  </a:lnTo>
                  <a:lnTo>
                    <a:pt x="462610" y="359206"/>
                  </a:lnTo>
                  <a:lnTo>
                    <a:pt x="462610" y="307771"/>
                  </a:lnTo>
                  <a:lnTo>
                    <a:pt x="632739" y="307771"/>
                  </a:lnTo>
                  <a:lnTo>
                    <a:pt x="632739" y="302056"/>
                  </a:lnTo>
                  <a:lnTo>
                    <a:pt x="486930" y="302056"/>
                  </a:lnTo>
                  <a:lnTo>
                    <a:pt x="494538" y="299986"/>
                  </a:lnTo>
                  <a:lnTo>
                    <a:pt x="502666" y="296392"/>
                  </a:lnTo>
                  <a:lnTo>
                    <a:pt x="526897" y="264629"/>
                  </a:lnTo>
                  <a:lnTo>
                    <a:pt x="526707" y="257390"/>
                  </a:lnTo>
                  <a:lnTo>
                    <a:pt x="524141" y="252145"/>
                  </a:lnTo>
                  <a:lnTo>
                    <a:pt x="521804" y="250621"/>
                  </a:lnTo>
                  <a:lnTo>
                    <a:pt x="632739" y="250621"/>
                  </a:lnTo>
                  <a:lnTo>
                    <a:pt x="632739" y="244906"/>
                  </a:lnTo>
                  <a:lnTo>
                    <a:pt x="513168" y="244906"/>
                  </a:lnTo>
                  <a:lnTo>
                    <a:pt x="508139" y="243573"/>
                  </a:lnTo>
                  <a:lnTo>
                    <a:pt x="499757" y="243763"/>
                  </a:lnTo>
                  <a:lnTo>
                    <a:pt x="491820" y="244729"/>
                  </a:lnTo>
                  <a:lnTo>
                    <a:pt x="491223" y="244906"/>
                  </a:lnTo>
                  <a:lnTo>
                    <a:pt x="476592" y="244906"/>
                  </a:lnTo>
                  <a:lnTo>
                    <a:pt x="476592" y="250621"/>
                  </a:lnTo>
                  <a:lnTo>
                    <a:pt x="476389" y="250723"/>
                  </a:lnTo>
                  <a:lnTo>
                    <a:pt x="468896" y="255765"/>
                  </a:lnTo>
                  <a:lnTo>
                    <a:pt x="467550" y="256933"/>
                  </a:lnTo>
                  <a:lnTo>
                    <a:pt x="467550" y="302056"/>
                  </a:lnTo>
                  <a:lnTo>
                    <a:pt x="462610" y="302056"/>
                  </a:lnTo>
                  <a:lnTo>
                    <a:pt x="462610" y="299529"/>
                  </a:lnTo>
                  <a:lnTo>
                    <a:pt x="464604" y="301104"/>
                  </a:lnTo>
                  <a:lnTo>
                    <a:pt x="467550" y="302056"/>
                  </a:lnTo>
                  <a:lnTo>
                    <a:pt x="467550" y="256933"/>
                  </a:lnTo>
                  <a:lnTo>
                    <a:pt x="462610" y="261213"/>
                  </a:lnTo>
                  <a:lnTo>
                    <a:pt x="462610" y="250621"/>
                  </a:lnTo>
                  <a:lnTo>
                    <a:pt x="476592" y="250621"/>
                  </a:lnTo>
                  <a:lnTo>
                    <a:pt x="476592" y="244906"/>
                  </a:lnTo>
                  <a:lnTo>
                    <a:pt x="462610" y="244906"/>
                  </a:lnTo>
                  <a:lnTo>
                    <a:pt x="462610" y="193471"/>
                  </a:lnTo>
                  <a:lnTo>
                    <a:pt x="632739" y="193471"/>
                  </a:lnTo>
                  <a:lnTo>
                    <a:pt x="632739" y="187756"/>
                  </a:lnTo>
                  <a:lnTo>
                    <a:pt x="462610" y="187756"/>
                  </a:lnTo>
                  <a:lnTo>
                    <a:pt x="462610" y="136321"/>
                  </a:lnTo>
                  <a:lnTo>
                    <a:pt x="632739" y="136321"/>
                  </a:lnTo>
                  <a:lnTo>
                    <a:pt x="632739" y="130606"/>
                  </a:lnTo>
                  <a:close/>
                </a:path>
                <a:path w="645795" h="473710">
                  <a:moveTo>
                    <a:pt x="645439" y="132892"/>
                  </a:moveTo>
                  <a:lnTo>
                    <a:pt x="636866" y="132892"/>
                  </a:lnTo>
                  <a:lnTo>
                    <a:pt x="636866" y="364921"/>
                  </a:lnTo>
                  <a:lnTo>
                    <a:pt x="645439" y="364921"/>
                  </a:lnTo>
                  <a:lnTo>
                    <a:pt x="645439" y="132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321213" y="2497259"/>
              <a:ext cx="184232" cy="162535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4795799" y="2610723"/>
              <a:ext cx="854075" cy="388620"/>
            </a:xfrm>
            <a:custGeom>
              <a:avLst/>
              <a:gdLst/>
              <a:ahLst/>
              <a:cxnLst/>
              <a:rect l="l" t="t" r="r" b="b"/>
              <a:pathLst>
                <a:path w="854075" h="388619">
                  <a:moveTo>
                    <a:pt x="853516" y="17145"/>
                  </a:moveTo>
                  <a:lnTo>
                    <a:pt x="150152" y="17145"/>
                  </a:lnTo>
                  <a:lnTo>
                    <a:pt x="150152" y="0"/>
                  </a:lnTo>
                  <a:lnTo>
                    <a:pt x="140144" y="0"/>
                  </a:lnTo>
                  <a:lnTo>
                    <a:pt x="140144" y="17145"/>
                  </a:lnTo>
                  <a:lnTo>
                    <a:pt x="0" y="17145"/>
                  </a:lnTo>
                  <a:lnTo>
                    <a:pt x="0" y="22860"/>
                  </a:lnTo>
                  <a:lnTo>
                    <a:pt x="140144" y="22860"/>
                  </a:lnTo>
                  <a:lnTo>
                    <a:pt x="140144" y="74295"/>
                  </a:lnTo>
                  <a:lnTo>
                    <a:pt x="0" y="74295"/>
                  </a:lnTo>
                  <a:lnTo>
                    <a:pt x="0" y="80010"/>
                  </a:lnTo>
                  <a:lnTo>
                    <a:pt x="140144" y="80010"/>
                  </a:lnTo>
                  <a:lnTo>
                    <a:pt x="140144" y="131445"/>
                  </a:lnTo>
                  <a:lnTo>
                    <a:pt x="0" y="131445"/>
                  </a:lnTo>
                  <a:lnTo>
                    <a:pt x="0" y="137160"/>
                  </a:lnTo>
                  <a:lnTo>
                    <a:pt x="140144" y="137160"/>
                  </a:lnTo>
                  <a:lnTo>
                    <a:pt x="140144" y="188595"/>
                  </a:lnTo>
                  <a:lnTo>
                    <a:pt x="0" y="188595"/>
                  </a:lnTo>
                  <a:lnTo>
                    <a:pt x="0" y="194310"/>
                  </a:lnTo>
                  <a:lnTo>
                    <a:pt x="140144" y="194310"/>
                  </a:lnTo>
                  <a:lnTo>
                    <a:pt x="140144" y="245745"/>
                  </a:lnTo>
                  <a:lnTo>
                    <a:pt x="0" y="245745"/>
                  </a:lnTo>
                  <a:lnTo>
                    <a:pt x="0" y="251460"/>
                  </a:lnTo>
                  <a:lnTo>
                    <a:pt x="140144" y="251460"/>
                  </a:lnTo>
                  <a:lnTo>
                    <a:pt x="140144" y="388620"/>
                  </a:lnTo>
                  <a:lnTo>
                    <a:pt x="150152" y="388620"/>
                  </a:lnTo>
                  <a:lnTo>
                    <a:pt x="150152" y="251460"/>
                  </a:lnTo>
                  <a:lnTo>
                    <a:pt x="853516" y="251460"/>
                  </a:lnTo>
                  <a:lnTo>
                    <a:pt x="853516" y="245745"/>
                  </a:lnTo>
                  <a:lnTo>
                    <a:pt x="150152" y="245745"/>
                  </a:lnTo>
                  <a:lnTo>
                    <a:pt x="150152" y="194310"/>
                  </a:lnTo>
                  <a:lnTo>
                    <a:pt x="853516" y="194310"/>
                  </a:lnTo>
                  <a:lnTo>
                    <a:pt x="853516" y="188595"/>
                  </a:lnTo>
                  <a:lnTo>
                    <a:pt x="150152" y="188595"/>
                  </a:lnTo>
                  <a:lnTo>
                    <a:pt x="150152" y="137160"/>
                  </a:lnTo>
                  <a:lnTo>
                    <a:pt x="853516" y="137160"/>
                  </a:lnTo>
                  <a:lnTo>
                    <a:pt x="853516" y="131445"/>
                  </a:lnTo>
                  <a:lnTo>
                    <a:pt x="150152" y="131445"/>
                  </a:lnTo>
                  <a:lnTo>
                    <a:pt x="150152" y="80010"/>
                  </a:lnTo>
                  <a:lnTo>
                    <a:pt x="853516" y="80010"/>
                  </a:lnTo>
                  <a:lnTo>
                    <a:pt x="853516" y="74295"/>
                  </a:lnTo>
                  <a:lnTo>
                    <a:pt x="150152" y="74295"/>
                  </a:lnTo>
                  <a:lnTo>
                    <a:pt x="150152" y="22860"/>
                  </a:lnTo>
                  <a:lnTo>
                    <a:pt x="853516" y="22860"/>
                  </a:lnTo>
                  <a:lnTo>
                    <a:pt x="853516" y="17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879945" y="2518134"/>
              <a:ext cx="130301" cy="160591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879945" y="2718159"/>
              <a:ext cx="130301" cy="160591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5184193" y="2456412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19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064178" y="2775309"/>
              <a:ext cx="130301" cy="160591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064178" y="2575284"/>
              <a:ext cx="130301" cy="160591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5304409" y="2512234"/>
              <a:ext cx="358140" cy="487680"/>
            </a:xfrm>
            <a:custGeom>
              <a:avLst/>
              <a:gdLst/>
              <a:ahLst/>
              <a:cxnLst/>
              <a:rect l="l" t="t" r="r" b="b"/>
              <a:pathLst>
                <a:path w="358139" h="487680">
                  <a:moveTo>
                    <a:pt x="74295" y="78206"/>
                  </a:moveTo>
                  <a:lnTo>
                    <a:pt x="74104" y="70967"/>
                  </a:lnTo>
                  <a:lnTo>
                    <a:pt x="71539" y="65722"/>
                  </a:lnTo>
                  <a:lnTo>
                    <a:pt x="66586" y="62484"/>
                  </a:lnTo>
                  <a:lnTo>
                    <a:pt x="62014" y="58864"/>
                  </a:lnTo>
                  <a:lnTo>
                    <a:pt x="55537" y="57150"/>
                  </a:lnTo>
                  <a:lnTo>
                    <a:pt x="47155" y="57340"/>
                  </a:lnTo>
                  <a:lnTo>
                    <a:pt x="39217" y="58305"/>
                  </a:lnTo>
                  <a:lnTo>
                    <a:pt x="4648" y="81419"/>
                  </a:lnTo>
                  <a:lnTo>
                    <a:pt x="0" y="95351"/>
                  </a:lnTo>
                  <a:lnTo>
                    <a:pt x="88" y="98488"/>
                  </a:lnTo>
                  <a:lnTo>
                    <a:pt x="0" y="295376"/>
                  </a:lnTo>
                  <a:lnTo>
                    <a:pt x="0" y="487108"/>
                  </a:lnTo>
                  <a:lnTo>
                    <a:pt x="10007" y="487108"/>
                  </a:lnTo>
                  <a:lnTo>
                    <a:pt x="10007" y="313131"/>
                  </a:lnTo>
                  <a:lnTo>
                    <a:pt x="12001" y="314706"/>
                  </a:lnTo>
                  <a:lnTo>
                    <a:pt x="17907" y="316611"/>
                  </a:lnTo>
                  <a:lnTo>
                    <a:pt x="58013" y="305092"/>
                  </a:lnTo>
                  <a:lnTo>
                    <a:pt x="74295" y="278231"/>
                  </a:lnTo>
                  <a:lnTo>
                    <a:pt x="74104" y="270992"/>
                  </a:lnTo>
                  <a:lnTo>
                    <a:pt x="71539" y="265747"/>
                  </a:lnTo>
                  <a:lnTo>
                    <a:pt x="66586" y="262509"/>
                  </a:lnTo>
                  <a:lnTo>
                    <a:pt x="62014" y="258889"/>
                  </a:lnTo>
                  <a:lnTo>
                    <a:pt x="55537" y="257175"/>
                  </a:lnTo>
                  <a:lnTo>
                    <a:pt x="47155" y="257365"/>
                  </a:lnTo>
                  <a:lnTo>
                    <a:pt x="39217" y="258330"/>
                  </a:lnTo>
                  <a:lnTo>
                    <a:pt x="31432" y="260654"/>
                  </a:lnTo>
                  <a:lnTo>
                    <a:pt x="23787" y="264325"/>
                  </a:lnTo>
                  <a:lnTo>
                    <a:pt x="16294" y="269367"/>
                  </a:lnTo>
                  <a:lnTo>
                    <a:pt x="10007" y="274815"/>
                  </a:lnTo>
                  <a:lnTo>
                    <a:pt x="10007" y="113106"/>
                  </a:lnTo>
                  <a:lnTo>
                    <a:pt x="12001" y="114681"/>
                  </a:lnTo>
                  <a:lnTo>
                    <a:pt x="17907" y="116586"/>
                  </a:lnTo>
                  <a:lnTo>
                    <a:pt x="25146" y="116776"/>
                  </a:lnTo>
                  <a:lnTo>
                    <a:pt x="33629" y="115824"/>
                  </a:lnTo>
                  <a:lnTo>
                    <a:pt x="69659" y="92773"/>
                  </a:lnTo>
                  <a:lnTo>
                    <a:pt x="72847" y="85775"/>
                  </a:lnTo>
                  <a:lnTo>
                    <a:pt x="74295" y="78206"/>
                  </a:lnTo>
                  <a:close/>
                </a:path>
                <a:path w="358139" h="487680">
                  <a:moveTo>
                    <a:pt x="210553" y="54914"/>
                  </a:moveTo>
                  <a:lnTo>
                    <a:pt x="189204" y="54914"/>
                  </a:lnTo>
                  <a:lnTo>
                    <a:pt x="190220" y="49631"/>
                  </a:lnTo>
                  <a:lnTo>
                    <a:pt x="190030" y="42392"/>
                  </a:lnTo>
                  <a:lnTo>
                    <a:pt x="187452" y="37147"/>
                  </a:lnTo>
                  <a:lnTo>
                    <a:pt x="182499" y="33909"/>
                  </a:lnTo>
                  <a:lnTo>
                    <a:pt x="177927" y="30289"/>
                  </a:lnTo>
                  <a:lnTo>
                    <a:pt x="171450" y="28575"/>
                  </a:lnTo>
                  <a:lnTo>
                    <a:pt x="163068" y="28765"/>
                  </a:lnTo>
                  <a:lnTo>
                    <a:pt x="155143" y="29730"/>
                  </a:lnTo>
                  <a:lnTo>
                    <a:pt x="120573" y="52844"/>
                  </a:lnTo>
                  <a:lnTo>
                    <a:pt x="119583" y="54914"/>
                  </a:lnTo>
                  <a:lnTo>
                    <a:pt x="99402" y="54914"/>
                  </a:lnTo>
                  <a:lnTo>
                    <a:pt x="99402" y="62052"/>
                  </a:lnTo>
                  <a:lnTo>
                    <a:pt x="116865" y="62052"/>
                  </a:lnTo>
                  <a:lnTo>
                    <a:pt x="115925" y="66776"/>
                  </a:lnTo>
                  <a:lnTo>
                    <a:pt x="116014" y="69913"/>
                  </a:lnTo>
                  <a:lnTo>
                    <a:pt x="115925" y="266801"/>
                  </a:lnTo>
                  <a:lnTo>
                    <a:pt x="115925" y="472821"/>
                  </a:lnTo>
                  <a:lnTo>
                    <a:pt x="125920" y="472821"/>
                  </a:lnTo>
                  <a:lnTo>
                    <a:pt x="125920" y="284543"/>
                  </a:lnTo>
                  <a:lnTo>
                    <a:pt x="127927" y="286131"/>
                  </a:lnTo>
                  <a:lnTo>
                    <a:pt x="133832" y="288036"/>
                  </a:lnTo>
                  <a:lnTo>
                    <a:pt x="141071" y="288226"/>
                  </a:lnTo>
                  <a:lnTo>
                    <a:pt x="149555" y="287274"/>
                  </a:lnTo>
                  <a:lnTo>
                    <a:pt x="185572" y="264223"/>
                  </a:lnTo>
                  <a:lnTo>
                    <a:pt x="190220" y="249656"/>
                  </a:lnTo>
                  <a:lnTo>
                    <a:pt x="190030" y="242417"/>
                  </a:lnTo>
                  <a:lnTo>
                    <a:pt x="187452" y="237172"/>
                  </a:lnTo>
                  <a:lnTo>
                    <a:pt x="182499" y="233934"/>
                  </a:lnTo>
                  <a:lnTo>
                    <a:pt x="177927" y="230314"/>
                  </a:lnTo>
                  <a:lnTo>
                    <a:pt x="171450" y="228600"/>
                  </a:lnTo>
                  <a:lnTo>
                    <a:pt x="163068" y="228790"/>
                  </a:lnTo>
                  <a:lnTo>
                    <a:pt x="155143" y="229755"/>
                  </a:lnTo>
                  <a:lnTo>
                    <a:pt x="147358" y="232079"/>
                  </a:lnTo>
                  <a:lnTo>
                    <a:pt x="139712" y="235750"/>
                  </a:lnTo>
                  <a:lnTo>
                    <a:pt x="132207" y="240792"/>
                  </a:lnTo>
                  <a:lnTo>
                    <a:pt x="125920" y="246253"/>
                  </a:lnTo>
                  <a:lnTo>
                    <a:pt x="125920" y="84518"/>
                  </a:lnTo>
                  <a:lnTo>
                    <a:pt x="127927" y="86106"/>
                  </a:lnTo>
                  <a:lnTo>
                    <a:pt x="133832" y="88011"/>
                  </a:lnTo>
                  <a:lnTo>
                    <a:pt x="141071" y="88201"/>
                  </a:lnTo>
                  <a:lnTo>
                    <a:pt x="149555" y="87249"/>
                  </a:lnTo>
                  <a:lnTo>
                    <a:pt x="185572" y="64198"/>
                  </a:lnTo>
                  <a:lnTo>
                    <a:pt x="186550" y="62052"/>
                  </a:lnTo>
                  <a:lnTo>
                    <a:pt x="210553" y="62052"/>
                  </a:lnTo>
                  <a:lnTo>
                    <a:pt x="210553" y="54914"/>
                  </a:lnTo>
                  <a:close/>
                </a:path>
                <a:path w="358139" h="487680">
                  <a:moveTo>
                    <a:pt x="326466" y="54914"/>
                  </a:moveTo>
                  <a:lnTo>
                    <a:pt x="277164" y="54914"/>
                  </a:lnTo>
                  <a:lnTo>
                    <a:pt x="281901" y="52819"/>
                  </a:lnTo>
                  <a:lnTo>
                    <a:pt x="289852" y="47917"/>
                  </a:lnTo>
                  <a:lnTo>
                    <a:pt x="296557" y="42049"/>
                  </a:lnTo>
                  <a:lnTo>
                    <a:pt x="301498" y="35623"/>
                  </a:lnTo>
                  <a:lnTo>
                    <a:pt x="304698" y="28625"/>
                  </a:lnTo>
                  <a:lnTo>
                    <a:pt x="306146" y="21056"/>
                  </a:lnTo>
                  <a:lnTo>
                    <a:pt x="305955" y="13817"/>
                  </a:lnTo>
                  <a:lnTo>
                    <a:pt x="303377" y="8572"/>
                  </a:lnTo>
                  <a:lnTo>
                    <a:pt x="298424" y="5334"/>
                  </a:lnTo>
                  <a:lnTo>
                    <a:pt x="293852" y="1714"/>
                  </a:lnTo>
                  <a:lnTo>
                    <a:pt x="287375" y="0"/>
                  </a:lnTo>
                  <a:lnTo>
                    <a:pt x="278993" y="190"/>
                  </a:lnTo>
                  <a:lnTo>
                    <a:pt x="271068" y="1155"/>
                  </a:lnTo>
                  <a:lnTo>
                    <a:pt x="236486" y="24269"/>
                  </a:lnTo>
                  <a:lnTo>
                    <a:pt x="231851" y="38201"/>
                  </a:lnTo>
                  <a:lnTo>
                    <a:pt x="231940" y="41338"/>
                  </a:lnTo>
                  <a:lnTo>
                    <a:pt x="231851" y="54914"/>
                  </a:lnTo>
                  <a:lnTo>
                    <a:pt x="215328" y="54914"/>
                  </a:lnTo>
                  <a:lnTo>
                    <a:pt x="215328" y="62052"/>
                  </a:lnTo>
                  <a:lnTo>
                    <a:pt x="231851" y="62052"/>
                  </a:lnTo>
                  <a:lnTo>
                    <a:pt x="231851" y="238226"/>
                  </a:lnTo>
                  <a:lnTo>
                    <a:pt x="231851" y="458533"/>
                  </a:lnTo>
                  <a:lnTo>
                    <a:pt x="241846" y="458533"/>
                  </a:lnTo>
                  <a:lnTo>
                    <a:pt x="241846" y="255968"/>
                  </a:lnTo>
                  <a:lnTo>
                    <a:pt x="243852" y="257556"/>
                  </a:lnTo>
                  <a:lnTo>
                    <a:pt x="249758" y="259461"/>
                  </a:lnTo>
                  <a:lnTo>
                    <a:pt x="256997" y="259651"/>
                  </a:lnTo>
                  <a:lnTo>
                    <a:pt x="265480" y="258699"/>
                  </a:lnTo>
                  <a:lnTo>
                    <a:pt x="301498" y="235648"/>
                  </a:lnTo>
                  <a:lnTo>
                    <a:pt x="306146" y="221081"/>
                  </a:lnTo>
                  <a:lnTo>
                    <a:pt x="305955" y="213842"/>
                  </a:lnTo>
                  <a:lnTo>
                    <a:pt x="303377" y="208597"/>
                  </a:lnTo>
                  <a:lnTo>
                    <a:pt x="298424" y="205359"/>
                  </a:lnTo>
                  <a:lnTo>
                    <a:pt x="293852" y="201739"/>
                  </a:lnTo>
                  <a:lnTo>
                    <a:pt x="287375" y="200025"/>
                  </a:lnTo>
                  <a:lnTo>
                    <a:pt x="278993" y="200215"/>
                  </a:lnTo>
                  <a:lnTo>
                    <a:pt x="271068" y="201180"/>
                  </a:lnTo>
                  <a:lnTo>
                    <a:pt x="263283" y="203504"/>
                  </a:lnTo>
                  <a:lnTo>
                    <a:pt x="255638" y="207175"/>
                  </a:lnTo>
                  <a:lnTo>
                    <a:pt x="248132" y="212217"/>
                  </a:lnTo>
                  <a:lnTo>
                    <a:pt x="241846" y="217678"/>
                  </a:lnTo>
                  <a:lnTo>
                    <a:pt x="241846" y="62052"/>
                  </a:lnTo>
                  <a:lnTo>
                    <a:pt x="326466" y="62052"/>
                  </a:lnTo>
                  <a:lnTo>
                    <a:pt x="326466" y="54914"/>
                  </a:lnTo>
                  <a:close/>
                </a:path>
                <a:path w="358139" h="487680">
                  <a:moveTo>
                    <a:pt x="357606" y="117919"/>
                  </a:moveTo>
                  <a:lnTo>
                    <a:pt x="349034" y="117919"/>
                  </a:lnTo>
                  <a:lnTo>
                    <a:pt x="349034" y="349948"/>
                  </a:lnTo>
                  <a:lnTo>
                    <a:pt x="357606" y="349948"/>
                  </a:lnTo>
                  <a:lnTo>
                    <a:pt x="357606" y="1179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304418" y="2941971"/>
              <a:ext cx="231845" cy="141954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649316" y="2470705"/>
              <a:ext cx="747395" cy="443230"/>
            </a:xfrm>
            <a:custGeom>
              <a:avLst/>
              <a:gdLst/>
              <a:ahLst/>
              <a:cxnLst/>
              <a:rect l="l" t="t" r="r" b="b"/>
              <a:pathLst>
                <a:path w="747395" h="443230">
                  <a:moveTo>
                    <a:pt x="747052" y="157162"/>
                  </a:moveTo>
                  <a:lnTo>
                    <a:pt x="208445" y="157162"/>
                  </a:lnTo>
                  <a:lnTo>
                    <a:pt x="208445" y="54292"/>
                  </a:lnTo>
                  <a:lnTo>
                    <a:pt x="198437" y="54292"/>
                  </a:lnTo>
                  <a:lnTo>
                    <a:pt x="198437" y="271462"/>
                  </a:lnTo>
                  <a:lnTo>
                    <a:pt x="139407" y="271462"/>
                  </a:lnTo>
                  <a:lnTo>
                    <a:pt x="139674" y="270040"/>
                  </a:lnTo>
                  <a:lnTo>
                    <a:pt x="142621" y="265658"/>
                  </a:lnTo>
                  <a:lnTo>
                    <a:pt x="147574" y="262039"/>
                  </a:lnTo>
                  <a:lnTo>
                    <a:pt x="153098" y="257848"/>
                  </a:lnTo>
                  <a:lnTo>
                    <a:pt x="156248" y="252984"/>
                  </a:lnTo>
                  <a:lnTo>
                    <a:pt x="157010" y="247459"/>
                  </a:lnTo>
                  <a:lnTo>
                    <a:pt x="156248" y="243840"/>
                  </a:lnTo>
                  <a:lnTo>
                    <a:pt x="154533" y="240411"/>
                  </a:lnTo>
                  <a:lnTo>
                    <a:pt x="151866" y="237172"/>
                  </a:lnTo>
                  <a:lnTo>
                    <a:pt x="143865" y="228600"/>
                  </a:lnTo>
                  <a:lnTo>
                    <a:pt x="140817" y="224599"/>
                  </a:lnTo>
                  <a:lnTo>
                    <a:pt x="139103" y="221081"/>
                  </a:lnTo>
                  <a:lnTo>
                    <a:pt x="138963" y="220027"/>
                  </a:lnTo>
                  <a:lnTo>
                    <a:pt x="198437" y="220027"/>
                  </a:lnTo>
                  <a:lnTo>
                    <a:pt x="198437" y="214312"/>
                  </a:lnTo>
                  <a:lnTo>
                    <a:pt x="139407" y="214312"/>
                  </a:lnTo>
                  <a:lnTo>
                    <a:pt x="139674" y="212890"/>
                  </a:lnTo>
                  <a:lnTo>
                    <a:pt x="142621" y="208508"/>
                  </a:lnTo>
                  <a:lnTo>
                    <a:pt x="147574" y="204889"/>
                  </a:lnTo>
                  <a:lnTo>
                    <a:pt x="153098" y="200698"/>
                  </a:lnTo>
                  <a:lnTo>
                    <a:pt x="156248" y="195834"/>
                  </a:lnTo>
                  <a:lnTo>
                    <a:pt x="157010" y="190309"/>
                  </a:lnTo>
                  <a:lnTo>
                    <a:pt x="156248" y="186690"/>
                  </a:lnTo>
                  <a:lnTo>
                    <a:pt x="154533" y="183261"/>
                  </a:lnTo>
                  <a:lnTo>
                    <a:pt x="151866" y="180022"/>
                  </a:lnTo>
                  <a:lnTo>
                    <a:pt x="143865" y="171450"/>
                  </a:lnTo>
                  <a:lnTo>
                    <a:pt x="140817" y="167449"/>
                  </a:lnTo>
                  <a:lnTo>
                    <a:pt x="139103" y="163931"/>
                  </a:lnTo>
                  <a:lnTo>
                    <a:pt x="138963" y="162877"/>
                  </a:lnTo>
                  <a:lnTo>
                    <a:pt x="198437" y="162877"/>
                  </a:lnTo>
                  <a:lnTo>
                    <a:pt x="198437" y="157162"/>
                  </a:lnTo>
                  <a:lnTo>
                    <a:pt x="139407" y="157162"/>
                  </a:lnTo>
                  <a:lnTo>
                    <a:pt x="139674" y="155740"/>
                  </a:lnTo>
                  <a:lnTo>
                    <a:pt x="142621" y="151358"/>
                  </a:lnTo>
                  <a:lnTo>
                    <a:pt x="147574" y="147739"/>
                  </a:lnTo>
                  <a:lnTo>
                    <a:pt x="153098" y="143548"/>
                  </a:lnTo>
                  <a:lnTo>
                    <a:pt x="156248" y="138684"/>
                  </a:lnTo>
                  <a:lnTo>
                    <a:pt x="157010" y="133159"/>
                  </a:lnTo>
                  <a:lnTo>
                    <a:pt x="156248" y="129540"/>
                  </a:lnTo>
                  <a:lnTo>
                    <a:pt x="154533" y="126111"/>
                  </a:lnTo>
                  <a:lnTo>
                    <a:pt x="151866" y="122872"/>
                  </a:lnTo>
                  <a:lnTo>
                    <a:pt x="143865" y="114300"/>
                  </a:lnTo>
                  <a:lnTo>
                    <a:pt x="140817" y="110299"/>
                  </a:lnTo>
                  <a:lnTo>
                    <a:pt x="139103" y="106781"/>
                  </a:lnTo>
                  <a:lnTo>
                    <a:pt x="138722" y="103733"/>
                  </a:lnTo>
                  <a:lnTo>
                    <a:pt x="139674" y="98590"/>
                  </a:lnTo>
                  <a:lnTo>
                    <a:pt x="142621" y="94208"/>
                  </a:lnTo>
                  <a:lnTo>
                    <a:pt x="147574" y="90589"/>
                  </a:lnTo>
                  <a:lnTo>
                    <a:pt x="153098" y="86398"/>
                  </a:lnTo>
                  <a:lnTo>
                    <a:pt x="156248" y="81534"/>
                  </a:lnTo>
                  <a:lnTo>
                    <a:pt x="157010" y="76009"/>
                  </a:lnTo>
                  <a:lnTo>
                    <a:pt x="156248" y="72390"/>
                  </a:lnTo>
                  <a:lnTo>
                    <a:pt x="154533" y="68961"/>
                  </a:lnTo>
                  <a:lnTo>
                    <a:pt x="151866" y="65722"/>
                  </a:lnTo>
                  <a:lnTo>
                    <a:pt x="143865" y="57150"/>
                  </a:lnTo>
                  <a:lnTo>
                    <a:pt x="140817" y="53149"/>
                  </a:lnTo>
                  <a:lnTo>
                    <a:pt x="139103" y="49631"/>
                  </a:lnTo>
                  <a:lnTo>
                    <a:pt x="138722" y="46583"/>
                  </a:lnTo>
                  <a:lnTo>
                    <a:pt x="139674" y="41440"/>
                  </a:lnTo>
                  <a:lnTo>
                    <a:pt x="142621" y="37058"/>
                  </a:lnTo>
                  <a:lnTo>
                    <a:pt x="147574" y="33439"/>
                  </a:lnTo>
                  <a:lnTo>
                    <a:pt x="153098" y="29248"/>
                  </a:lnTo>
                  <a:lnTo>
                    <a:pt x="156248" y="24384"/>
                  </a:lnTo>
                  <a:lnTo>
                    <a:pt x="157010" y="18859"/>
                  </a:lnTo>
                  <a:lnTo>
                    <a:pt x="156248" y="15240"/>
                  </a:lnTo>
                  <a:lnTo>
                    <a:pt x="154533" y="11811"/>
                  </a:lnTo>
                  <a:lnTo>
                    <a:pt x="151866" y="8572"/>
                  </a:lnTo>
                  <a:lnTo>
                    <a:pt x="143865" y="0"/>
                  </a:lnTo>
                  <a:lnTo>
                    <a:pt x="139865" y="0"/>
                  </a:lnTo>
                  <a:lnTo>
                    <a:pt x="142722" y="2857"/>
                  </a:lnTo>
                  <a:lnTo>
                    <a:pt x="144526" y="6477"/>
                  </a:lnTo>
                  <a:lnTo>
                    <a:pt x="130911" y="27813"/>
                  </a:lnTo>
                  <a:lnTo>
                    <a:pt x="127762" y="32575"/>
                  </a:lnTo>
                  <a:lnTo>
                    <a:pt x="127000" y="38290"/>
                  </a:lnTo>
                  <a:lnTo>
                    <a:pt x="127762" y="41910"/>
                  </a:lnTo>
                  <a:lnTo>
                    <a:pt x="129476" y="45339"/>
                  </a:lnTo>
                  <a:lnTo>
                    <a:pt x="132143" y="48577"/>
                  </a:lnTo>
                  <a:lnTo>
                    <a:pt x="139865" y="57150"/>
                  </a:lnTo>
                  <a:lnTo>
                    <a:pt x="142722" y="60007"/>
                  </a:lnTo>
                  <a:lnTo>
                    <a:pt x="144526" y="63627"/>
                  </a:lnTo>
                  <a:lnTo>
                    <a:pt x="130911" y="84963"/>
                  </a:lnTo>
                  <a:lnTo>
                    <a:pt x="127762" y="89725"/>
                  </a:lnTo>
                  <a:lnTo>
                    <a:pt x="127000" y="95440"/>
                  </a:lnTo>
                  <a:lnTo>
                    <a:pt x="127762" y="99060"/>
                  </a:lnTo>
                  <a:lnTo>
                    <a:pt x="129476" y="102489"/>
                  </a:lnTo>
                  <a:lnTo>
                    <a:pt x="132143" y="105727"/>
                  </a:lnTo>
                  <a:lnTo>
                    <a:pt x="139865" y="114300"/>
                  </a:lnTo>
                  <a:lnTo>
                    <a:pt x="142722" y="117157"/>
                  </a:lnTo>
                  <a:lnTo>
                    <a:pt x="144526" y="120777"/>
                  </a:lnTo>
                  <a:lnTo>
                    <a:pt x="130911" y="142113"/>
                  </a:lnTo>
                  <a:lnTo>
                    <a:pt x="127762" y="146875"/>
                  </a:lnTo>
                  <a:lnTo>
                    <a:pt x="127000" y="152590"/>
                  </a:lnTo>
                  <a:lnTo>
                    <a:pt x="127762" y="156210"/>
                  </a:lnTo>
                  <a:lnTo>
                    <a:pt x="128231" y="157162"/>
                  </a:lnTo>
                  <a:lnTo>
                    <a:pt x="0" y="157162"/>
                  </a:lnTo>
                  <a:lnTo>
                    <a:pt x="0" y="162877"/>
                  </a:lnTo>
                  <a:lnTo>
                    <a:pt x="132143" y="162877"/>
                  </a:lnTo>
                  <a:lnTo>
                    <a:pt x="139865" y="171450"/>
                  </a:lnTo>
                  <a:lnTo>
                    <a:pt x="142722" y="174307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4335" y="187261"/>
                  </a:lnTo>
                  <a:lnTo>
                    <a:pt x="141389" y="191643"/>
                  </a:lnTo>
                  <a:lnTo>
                    <a:pt x="136436" y="195453"/>
                  </a:lnTo>
                  <a:lnTo>
                    <a:pt x="130911" y="199263"/>
                  </a:lnTo>
                  <a:lnTo>
                    <a:pt x="127762" y="204025"/>
                  </a:lnTo>
                  <a:lnTo>
                    <a:pt x="127000" y="209740"/>
                  </a:lnTo>
                  <a:lnTo>
                    <a:pt x="127762" y="213360"/>
                  </a:lnTo>
                  <a:lnTo>
                    <a:pt x="128231" y="214312"/>
                  </a:lnTo>
                  <a:lnTo>
                    <a:pt x="0" y="214312"/>
                  </a:lnTo>
                  <a:lnTo>
                    <a:pt x="0" y="220027"/>
                  </a:lnTo>
                  <a:lnTo>
                    <a:pt x="132143" y="220027"/>
                  </a:lnTo>
                  <a:lnTo>
                    <a:pt x="139865" y="228600"/>
                  </a:lnTo>
                  <a:lnTo>
                    <a:pt x="142722" y="231457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4335" y="244411"/>
                  </a:lnTo>
                  <a:lnTo>
                    <a:pt x="141389" y="248793"/>
                  </a:lnTo>
                  <a:lnTo>
                    <a:pt x="136436" y="252603"/>
                  </a:lnTo>
                  <a:lnTo>
                    <a:pt x="130911" y="256413"/>
                  </a:lnTo>
                  <a:lnTo>
                    <a:pt x="127762" y="261175"/>
                  </a:lnTo>
                  <a:lnTo>
                    <a:pt x="127000" y="266890"/>
                  </a:lnTo>
                  <a:lnTo>
                    <a:pt x="127762" y="270510"/>
                  </a:lnTo>
                  <a:lnTo>
                    <a:pt x="128231" y="271462"/>
                  </a:lnTo>
                  <a:lnTo>
                    <a:pt x="0" y="271462"/>
                  </a:lnTo>
                  <a:lnTo>
                    <a:pt x="0" y="277177"/>
                  </a:lnTo>
                  <a:lnTo>
                    <a:pt x="132143" y="277177"/>
                  </a:lnTo>
                  <a:lnTo>
                    <a:pt x="139865" y="285750"/>
                  </a:lnTo>
                  <a:lnTo>
                    <a:pt x="143865" y="285750"/>
                  </a:lnTo>
                  <a:lnTo>
                    <a:pt x="140817" y="281749"/>
                  </a:lnTo>
                  <a:lnTo>
                    <a:pt x="139103" y="278231"/>
                  </a:lnTo>
                  <a:lnTo>
                    <a:pt x="138963" y="277177"/>
                  </a:lnTo>
                  <a:lnTo>
                    <a:pt x="198437" y="277177"/>
                  </a:lnTo>
                  <a:lnTo>
                    <a:pt x="198437" y="328612"/>
                  </a:lnTo>
                  <a:lnTo>
                    <a:pt x="0" y="328612"/>
                  </a:lnTo>
                  <a:lnTo>
                    <a:pt x="0" y="334327"/>
                  </a:lnTo>
                  <a:lnTo>
                    <a:pt x="198437" y="334327"/>
                  </a:lnTo>
                  <a:lnTo>
                    <a:pt x="198437" y="385762"/>
                  </a:lnTo>
                  <a:lnTo>
                    <a:pt x="0" y="385762"/>
                  </a:lnTo>
                  <a:lnTo>
                    <a:pt x="0" y="391477"/>
                  </a:lnTo>
                  <a:lnTo>
                    <a:pt x="198437" y="391477"/>
                  </a:lnTo>
                  <a:lnTo>
                    <a:pt x="198437" y="442912"/>
                  </a:lnTo>
                  <a:lnTo>
                    <a:pt x="208445" y="442912"/>
                  </a:lnTo>
                  <a:lnTo>
                    <a:pt x="208445" y="391477"/>
                  </a:lnTo>
                  <a:lnTo>
                    <a:pt x="747052" y="391477"/>
                  </a:lnTo>
                  <a:lnTo>
                    <a:pt x="747052" y="385762"/>
                  </a:lnTo>
                  <a:lnTo>
                    <a:pt x="208445" y="385762"/>
                  </a:lnTo>
                  <a:lnTo>
                    <a:pt x="208445" y="334327"/>
                  </a:lnTo>
                  <a:lnTo>
                    <a:pt x="747052" y="334327"/>
                  </a:lnTo>
                  <a:lnTo>
                    <a:pt x="747052" y="328612"/>
                  </a:lnTo>
                  <a:lnTo>
                    <a:pt x="208445" y="328612"/>
                  </a:lnTo>
                  <a:lnTo>
                    <a:pt x="208445" y="277177"/>
                  </a:lnTo>
                  <a:lnTo>
                    <a:pt x="747052" y="277177"/>
                  </a:lnTo>
                  <a:lnTo>
                    <a:pt x="747052" y="271462"/>
                  </a:lnTo>
                  <a:lnTo>
                    <a:pt x="208445" y="271462"/>
                  </a:lnTo>
                  <a:lnTo>
                    <a:pt x="208445" y="220027"/>
                  </a:lnTo>
                  <a:lnTo>
                    <a:pt x="747052" y="220027"/>
                  </a:lnTo>
                  <a:lnTo>
                    <a:pt x="747052" y="214312"/>
                  </a:lnTo>
                  <a:lnTo>
                    <a:pt x="208445" y="214312"/>
                  </a:lnTo>
                  <a:lnTo>
                    <a:pt x="208445" y="162877"/>
                  </a:lnTo>
                  <a:lnTo>
                    <a:pt x="747052" y="162877"/>
                  </a:lnTo>
                  <a:lnTo>
                    <a:pt x="747052" y="157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831247" y="2473557"/>
              <a:ext cx="126817" cy="185451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5847093" y="2397934"/>
              <a:ext cx="1438910" cy="487680"/>
            </a:xfrm>
            <a:custGeom>
              <a:avLst/>
              <a:gdLst/>
              <a:ahLst/>
              <a:cxnLst/>
              <a:rect l="l" t="t" r="r" b="b"/>
              <a:pathLst>
                <a:path w="1438909" h="487680">
                  <a:moveTo>
                    <a:pt x="75717" y="300609"/>
                  </a:moveTo>
                  <a:lnTo>
                    <a:pt x="72847" y="293662"/>
                  </a:lnTo>
                  <a:lnTo>
                    <a:pt x="72771" y="293471"/>
                  </a:lnTo>
                  <a:lnTo>
                    <a:pt x="67246" y="288899"/>
                  </a:lnTo>
                  <a:lnTo>
                    <a:pt x="67246" y="298234"/>
                  </a:lnTo>
                  <a:lnTo>
                    <a:pt x="67246" y="301853"/>
                  </a:lnTo>
                  <a:lnTo>
                    <a:pt x="65239" y="306044"/>
                  </a:lnTo>
                  <a:lnTo>
                    <a:pt x="34671" y="331089"/>
                  </a:lnTo>
                  <a:lnTo>
                    <a:pt x="18376" y="336715"/>
                  </a:lnTo>
                  <a:lnTo>
                    <a:pt x="14376" y="336524"/>
                  </a:lnTo>
                  <a:lnTo>
                    <a:pt x="10375" y="336143"/>
                  </a:lnTo>
                  <a:lnTo>
                    <a:pt x="8470" y="334429"/>
                  </a:lnTo>
                  <a:lnTo>
                    <a:pt x="8661" y="331381"/>
                  </a:lnTo>
                  <a:lnTo>
                    <a:pt x="8737" y="331089"/>
                  </a:lnTo>
                  <a:lnTo>
                    <a:pt x="9880" y="326301"/>
                  </a:lnTo>
                  <a:lnTo>
                    <a:pt x="42100" y="299085"/>
                  </a:lnTo>
                  <a:lnTo>
                    <a:pt x="56388" y="293662"/>
                  </a:lnTo>
                  <a:lnTo>
                    <a:pt x="62103" y="294233"/>
                  </a:lnTo>
                  <a:lnTo>
                    <a:pt x="64960" y="294614"/>
                  </a:lnTo>
                  <a:lnTo>
                    <a:pt x="66675" y="295948"/>
                  </a:lnTo>
                  <a:lnTo>
                    <a:pt x="67246" y="298234"/>
                  </a:lnTo>
                  <a:lnTo>
                    <a:pt x="67246" y="288899"/>
                  </a:lnTo>
                  <a:lnTo>
                    <a:pt x="66103" y="287947"/>
                  </a:lnTo>
                  <a:lnTo>
                    <a:pt x="60960" y="285089"/>
                  </a:lnTo>
                  <a:lnTo>
                    <a:pt x="55143" y="283946"/>
                  </a:lnTo>
                  <a:lnTo>
                    <a:pt x="48666" y="284518"/>
                  </a:lnTo>
                  <a:lnTo>
                    <a:pt x="10655" y="301117"/>
                  </a:lnTo>
                  <a:lnTo>
                    <a:pt x="0" y="330136"/>
                  </a:lnTo>
                  <a:lnTo>
                    <a:pt x="2946" y="337286"/>
                  </a:lnTo>
                  <a:lnTo>
                    <a:pt x="9804" y="342811"/>
                  </a:lnTo>
                  <a:lnTo>
                    <a:pt x="14947" y="345668"/>
                  </a:lnTo>
                  <a:lnTo>
                    <a:pt x="20662" y="346811"/>
                  </a:lnTo>
                  <a:lnTo>
                    <a:pt x="26949" y="346240"/>
                  </a:lnTo>
                  <a:lnTo>
                    <a:pt x="65100" y="329514"/>
                  </a:lnTo>
                  <a:lnTo>
                    <a:pt x="74955" y="309372"/>
                  </a:lnTo>
                  <a:lnTo>
                    <a:pt x="75717" y="300609"/>
                  </a:lnTo>
                  <a:close/>
                </a:path>
                <a:path w="1438909" h="487680">
                  <a:moveTo>
                    <a:pt x="110959" y="314807"/>
                  </a:moveTo>
                  <a:lnTo>
                    <a:pt x="110197" y="308330"/>
                  </a:lnTo>
                  <a:lnTo>
                    <a:pt x="106578" y="304800"/>
                  </a:lnTo>
                  <a:lnTo>
                    <a:pt x="100101" y="304228"/>
                  </a:lnTo>
                  <a:lnTo>
                    <a:pt x="93433" y="304800"/>
                  </a:lnTo>
                  <a:lnTo>
                    <a:pt x="89814" y="308330"/>
                  </a:lnTo>
                  <a:lnTo>
                    <a:pt x="89242" y="314807"/>
                  </a:lnTo>
                  <a:lnTo>
                    <a:pt x="89814" y="321284"/>
                  </a:lnTo>
                  <a:lnTo>
                    <a:pt x="93433" y="324993"/>
                  </a:lnTo>
                  <a:lnTo>
                    <a:pt x="100101" y="325945"/>
                  </a:lnTo>
                  <a:lnTo>
                    <a:pt x="106578" y="324993"/>
                  </a:lnTo>
                  <a:lnTo>
                    <a:pt x="110197" y="321284"/>
                  </a:lnTo>
                  <a:lnTo>
                    <a:pt x="110959" y="314807"/>
                  </a:lnTo>
                  <a:close/>
                </a:path>
                <a:path w="1438909" h="487680">
                  <a:moveTo>
                    <a:pt x="1425740" y="229933"/>
                  </a:moveTo>
                  <a:lnTo>
                    <a:pt x="1322679" y="229933"/>
                  </a:lnTo>
                  <a:lnTo>
                    <a:pt x="1322679" y="176352"/>
                  </a:lnTo>
                  <a:lnTo>
                    <a:pt x="1407299" y="176352"/>
                  </a:lnTo>
                  <a:lnTo>
                    <a:pt x="1407299" y="169214"/>
                  </a:lnTo>
                  <a:lnTo>
                    <a:pt x="1322679" y="169214"/>
                  </a:lnTo>
                  <a:lnTo>
                    <a:pt x="1322679" y="119202"/>
                  </a:lnTo>
                  <a:lnTo>
                    <a:pt x="1407299" y="119202"/>
                  </a:lnTo>
                  <a:lnTo>
                    <a:pt x="1407299" y="112064"/>
                  </a:lnTo>
                  <a:lnTo>
                    <a:pt x="1357985" y="112064"/>
                  </a:lnTo>
                  <a:lnTo>
                    <a:pt x="1362735" y="109969"/>
                  </a:lnTo>
                  <a:lnTo>
                    <a:pt x="1370685" y="105067"/>
                  </a:lnTo>
                  <a:lnTo>
                    <a:pt x="1377378" y="99199"/>
                  </a:lnTo>
                  <a:lnTo>
                    <a:pt x="1382331" y="92773"/>
                  </a:lnTo>
                  <a:lnTo>
                    <a:pt x="1385519" y="85775"/>
                  </a:lnTo>
                  <a:lnTo>
                    <a:pt x="1386967" y="78206"/>
                  </a:lnTo>
                  <a:lnTo>
                    <a:pt x="1386776" y="70967"/>
                  </a:lnTo>
                  <a:lnTo>
                    <a:pt x="1384211" y="65722"/>
                  </a:lnTo>
                  <a:lnTo>
                    <a:pt x="1379258" y="62484"/>
                  </a:lnTo>
                  <a:lnTo>
                    <a:pt x="1374686" y="58864"/>
                  </a:lnTo>
                  <a:lnTo>
                    <a:pt x="1368209" y="57150"/>
                  </a:lnTo>
                  <a:lnTo>
                    <a:pt x="1359827" y="57340"/>
                  </a:lnTo>
                  <a:lnTo>
                    <a:pt x="1351889" y="58305"/>
                  </a:lnTo>
                  <a:lnTo>
                    <a:pt x="1317320" y="81419"/>
                  </a:lnTo>
                  <a:lnTo>
                    <a:pt x="1312672" y="95351"/>
                  </a:lnTo>
                  <a:lnTo>
                    <a:pt x="1312760" y="98488"/>
                  </a:lnTo>
                  <a:lnTo>
                    <a:pt x="1312672" y="112064"/>
                  </a:lnTo>
                  <a:lnTo>
                    <a:pt x="1296162" y="112064"/>
                  </a:lnTo>
                  <a:lnTo>
                    <a:pt x="1296162" y="119202"/>
                  </a:lnTo>
                  <a:lnTo>
                    <a:pt x="1312672" y="119202"/>
                  </a:lnTo>
                  <a:lnTo>
                    <a:pt x="1312672" y="169214"/>
                  </a:lnTo>
                  <a:lnTo>
                    <a:pt x="1296162" y="169214"/>
                  </a:lnTo>
                  <a:lnTo>
                    <a:pt x="1296162" y="176352"/>
                  </a:lnTo>
                  <a:lnTo>
                    <a:pt x="1312672" y="176352"/>
                  </a:lnTo>
                  <a:lnTo>
                    <a:pt x="1312672" y="229933"/>
                  </a:lnTo>
                  <a:lnTo>
                    <a:pt x="1312672" y="235648"/>
                  </a:lnTo>
                  <a:lnTo>
                    <a:pt x="1312672" y="458533"/>
                  </a:lnTo>
                  <a:lnTo>
                    <a:pt x="775004" y="458533"/>
                  </a:lnTo>
                  <a:lnTo>
                    <a:pt x="775004" y="407098"/>
                  </a:lnTo>
                  <a:lnTo>
                    <a:pt x="896594" y="407098"/>
                  </a:lnTo>
                  <a:lnTo>
                    <a:pt x="896594" y="429958"/>
                  </a:lnTo>
                  <a:lnTo>
                    <a:pt x="906602" y="429958"/>
                  </a:lnTo>
                  <a:lnTo>
                    <a:pt x="906602" y="407098"/>
                  </a:lnTo>
                  <a:lnTo>
                    <a:pt x="1080833" y="407098"/>
                  </a:lnTo>
                  <a:lnTo>
                    <a:pt x="1080833" y="429958"/>
                  </a:lnTo>
                  <a:lnTo>
                    <a:pt x="1090828" y="429958"/>
                  </a:lnTo>
                  <a:lnTo>
                    <a:pt x="1090828" y="407098"/>
                  </a:lnTo>
                  <a:lnTo>
                    <a:pt x="1196746" y="407098"/>
                  </a:lnTo>
                  <a:lnTo>
                    <a:pt x="1196746" y="444246"/>
                  </a:lnTo>
                  <a:lnTo>
                    <a:pt x="1206754" y="444246"/>
                  </a:lnTo>
                  <a:lnTo>
                    <a:pt x="1206754" y="407098"/>
                  </a:lnTo>
                  <a:lnTo>
                    <a:pt x="1312672" y="407098"/>
                  </a:lnTo>
                  <a:lnTo>
                    <a:pt x="1312672" y="401383"/>
                  </a:lnTo>
                  <a:lnTo>
                    <a:pt x="1206754" y="401383"/>
                  </a:lnTo>
                  <a:lnTo>
                    <a:pt x="1206754" y="349948"/>
                  </a:lnTo>
                  <a:lnTo>
                    <a:pt x="1312672" y="349948"/>
                  </a:lnTo>
                  <a:lnTo>
                    <a:pt x="1312672" y="344233"/>
                  </a:lnTo>
                  <a:lnTo>
                    <a:pt x="1206754" y="344233"/>
                  </a:lnTo>
                  <a:lnTo>
                    <a:pt x="1206754" y="292798"/>
                  </a:lnTo>
                  <a:lnTo>
                    <a:pt x="1312672" y="292798"/>
                  </a:lnTo>
                  <a:lnTo>
                    <a:pt x="1312672" y="287083"/>
                  </a:lnTo>
                  <a:lnTo>
                    <a:pt x="1231074" y="287083"/>
                  </a:lnTo>
                  <a:lnTo>
                    <a:pt x="1238681" y="285013"/>
                  </a:lnTo>
                  <a:lnTo>
                    <a:pt x="1246809" y="281419"/>
                  </a:lnTo>
                  <a:lnTo>
                    <a:pt x="1271041" y="249656"/>
                  </a:lnTo>
                  <a:lnTo>
                    <a:pt x="1270850" y="242417"/>
                  </a:lnTo>
                  <a:lnTo>
                    <a:pt x="1268285" y="237172"/>
                  </a:lnTo>
                  <a:lnTo>
                    <a:pt x="1265948" y="235648"/>
                  </a:lnTo>
                  <a:lnTo>
                    <a:pt x="1312672" y="235648"/>
                  </a:lnTo>
                  <a:lnTo>
                    <a:pt x="1312672" y="229933"/>
                  </a:lnTo>
                  <a:lnTo>
                    <a:pt x="1257312" y="229933"/>
                  </a:lnTo>
                  <a:lnTo>
                    <a:pt x="1252283" y="228600"/>
                  </a:lnTo>
                  <a:lnTo>
                    <a:pt x="1243901" y="228790"/>
                  </a:lnTo>
                  <a:lnTo>
                    <a:pt x="1235976" y="229755"/>
                  </a:lnTo>
                  <a:lnTo>
                    <a:pt x="1235379" y="229933"/>
                  </a:lnTo>
                  <a:lnTo>
                    <a:pt x="1220749" y="229933"/>
                  </a:lnTo>
                  <a:lnTo>
                    <a:pt x="1220749" y="235648"/>
                  </a:lnTo>
                  <a:lnTo>
                    <a:pt x="1220546" y="235750"/>
                  </a:lnTo>
                  <a:lnTo>
                    <a:pt x="1213040" y="240792"/>
                  </a:lnTo>
                  <a:lnTo>
                    <a:pt x="1211694" y="241973"/>
                  </a:lnTo>
                  <a:lnTo>
                    <a:pt x="1211694" y="287083"/>
                  </a:lnTo>
                  <a:lnTo>
                    <a:pt x="1206754" y="287083"/>
                  </a:lnTo>
                  <a:lnTo>
                    <a:pt x="1206754" y="284556"/>
                  </a:lnTo>
                  <a:lnTo>
                    <a:pt x="1208747" y="286131"/>
                  </a:lnTo>
                  <a:lnTo>
                    <a:pt x="1211694" y="287083"/>
                  </a:lnTo>
                  <a:lnTo>
                    <a:pt x="1211694" y="241973"/>
                  </a:lnTo>
                  <a:lnTo>
                    <a:pt x="1206754" y="246253"/>
                  </a:lnTo>
                  <a:lnTo>
                    <a:pt x="1206754" y="235648"/>
                  </a:lnTo>
                  <a:lnTo>
                    <a:pt x="1220749" y="235648"/>
                  </a:lnTo>
                  <a:lnTo>
                    <a:pt x="1220749" y="229933"/>
                  </a:lnTo>
                  <a:lnTo>
                    <a:pt x="1206754" y="229933"/>
                  </a:lnTo>
                  <a:lnTo>
                    <a:pt x="1206754" y="176352"/>
                  </a:lnTo>
                  <a:lnTo>
                    <a:pt x="1291374" y="176352"/>
                  </a:lnTo>
                  <a:lnTo>
                    <a:pt x="1291374" y="169214"/>
                  </a:lnTo>
                  <a:lnTo>
                    <a:pt x="1206754" y="169214"/>
                  </a:lnTo>
                  <a:lnTo>
                    <a:pt x="1206754" y="119202"/>
                  </a:lnTo>
                  <a:lnTo>
                    <a:pt x="1291374" y="119202"/>
                  </a:lnTo>
                  <a:lnTo>
                    <a:pt x="1291374" y="112064"/>
                  </a:lnTo>
                  <a:lnTo>
                    <a:pt x="1206754" y="112064"/>
                  </a:lnTo>
                  <a:lnTo>
                    <a:pt x="1206754" y="84531"/>
                  </a:lnTo>
                  <a:lnTo>
                    <a:pt x="1208747" y="86106"/>
                  </a:lnTo>
                  <a:lnTo>
                    <a:pt x="1214653" y="88011"/>
                  </a:lnTo>
                  <a:lnTo>
                    <a:pt x="1221892" y="88201"/>
                  </a:lnTo>
                  <a:lnTo>
                    <a:pt x="1230376" y="87249"/>
                  </a:lnTo>
                  <a:lnTo>
                    <a:pt x="1266405" y="64198"/>
                  </a:lnTo>
                  <a:lnTo>
                    <a:pt x="1267383" y="62052"/>
                  </a:lnTo>
                  <a:lnTo>
                    <a:pt x="1291374" y="62052"/>
                  </a:lnTo>
                  <a:lnTo>
                    <a:pt x="1291374" y="54914"/>
                  </a:lnTo>
                  <a:lnTo>
                    <a:pt x="1270038" y="54914"/>
                  </a:lnTo>
                  <a:lnTo>
                    <a:pt x="1271041" y="49631"/>
                  </a:lnTo>
                  <a:lnTo>
                    <a:pt x="1270850" y="42392"/>
                  </a:lnTo>
                  <a:lnTo>
                    <a:pt x="1268285" y="37147"/>
                  </a:lnTo>
                  <a:lnTo>
                    <a:pt x="1263332" y="33909"/>
                  </a:lnTo>
                  <a:lnTo>
                    <a:pt x="1258760" y="30289"/>
                  </a:lnTo>
                  <a:lnTo>
                    <a:pt x="1252283" y="28575"/>
                  </a:lnTo>
                  <a:lnTo>
                    <a:pt x="1243901" y="28765"/>
                  </a:lnTo>
                  <a:lnTo>
                    <a:pt x="1235976" y="29730"/>
                  </a:lnTo>
                  <a:lnTo>
                    <a:pt x="1201394" y="52844"/>
                  </a:lnTo>
                  <a:lnTo>
                    <a:pt x="1200404" y="54914"/>
                  </a:lnTo>
                  <a:lnTo>
                    <a:pt x="1180236" y="54914"/>
                  </a:lnTo>
                  <a:lnTo>
                    <a:pt x="1180236" y="62052"/>
                  </a:lnTo>
                  <a:lnTo>
                    <a:pt x="1197686" y="62052"/>
                  </a:lnTo>
                  <a:lnTo>
                    <a:pt x="1196746" y="66776"/>
                  </a:lnTo>
                  <a:lnTo>
                    <a:pt x="1196835" y="69913"/>
                  </a:lnTo>
                  <a:lnTo>
                    <a:pt x="1196746" y="112064"/>
                  </a:lnTo>
                  <a:lnTo>
                    <a:pt x="1180236" y="112064"/>
                  </a:lnTo>
                  <a:lnTo>
                    <a:pt x="1180236" y="119202"/>
                  </a:lnTo>
                  <a:lnTo>
                    <a:pt x="1196746" y="119202"/>
                  </a:lnTo>
                  <a:lnTo>
                    <a:pt x="1196746" y="169214"/>
                  </a:lnTo>
                  <a:lnTo>
                    <a:pt x="1180236" y="169214"/>
                  </a:lnTo>
                  <a:lnTo>
                    <a:pt x="1180236" y="176352"/>
                  </a:lnTo>
                  <a:lnTo>
                    <a:pt x="1196746" y="176352"/>
                  </a:lnTo>
                  <a:lnTo>
                    <a:pt x="1196746" y="229933"/>
                  </a:lnTo>
                  <a:lnTo>
                    <a:pt x="1196746" y="401383"/>
                  </a:lnTo>
                  <a:lnTo>
                    <a:pt x="1090828" y="401383"/>
                  </a:lnTo>
                  <a:lnTo>
                    <a:pt x="1090828" y="349948"/>
                  </a:lnTo>
                  <a:lnTo>
                    <a:pt x="1196746" y="349948"/>
                  </a:lnTo>
                  <a:lnTo>
                    <a:pt x="1196746" y="344233"/>
                  </a:lnTo>
                  <a:lnTo>
                    <a:pt x="1090828" y="344233"/>
                  </a:lnTo>
                  <a:lnTo>
                    <a:pt x="1090828" y="292798"/>
                  </a:lnTo>
                  <a:lnTo>
                    <a:pt x="1196746" y="292798"/>
                  </a:lnTo>
                  <a:lnTo>
                    <a:pt x="1196746" y="287083"/>
                  </a:lnTo>
                  <a:lnTo>
                    <a:pt x="1090828" y="287083"/>
                  </a:lnTo>
                  <a:lnTo>
                    <a:pt x="1090828" y="255968"/>
                  </a:lnTo>
                  <a:lnTo>
                    <a:pt x="1092835" y="257556"/>
                  </a:lnTo>
                  <a:lnTo>
                    <a:pt x="1098740" y="259461"/>
                  </a:lnTo>
                  <a:lnTo>
                    <a:pt x="1138834" y="247942"/>
                  </a:lnTo>
                  <a:lnTo>
                    <a:pt x="1150480" y="235648"/>
                  </a:lnTo>
                  <a:lnTo>
                    <a:pt x="1196746" y="235648"/>
                  </a:lnTo>
                  <a:lnTo>
                    <a:pt x="1196746" y="229933"/>
                  </a:lnTo>
                  <a:lnTo>
                    <a:pt x="1153083" y="229933"/>
                  </a:lnTo>
                  <a:lnTo>
                    <a:pt x="1153680" y="228650"/>
                  </a:lnTo>
                  <a:lnTo>
                    <a:pt x="1155128" y="221081"/>
                  </a:lnTo>
                  <a:lnTo>
                    <a:pt x="1154938" y="213842"/>
                  </a:lnTo>
                  <a:lnTo>
                    <a:pt x="1152359" y="208597"/>
                  </a:lnTo>
                  <a:lnTo>
                    <a:pt x="1147406" y="205359"/>
                  </a:lnTo>
                  <a:lnTo>
                    <a:pt x="1142834" y="201739"/>
                  </a:lnTo>
                  <a:lnTo>
                    <a:pt x="1136357" y="200025"/>
                  </a:lnTo>
                  <a:lnTo>
                    <a:pt x="1127975" y="200215"/>
                  </a:lnTo>
                  <a:lnTo>
                    <a:pt x="1120051" y="201180"/>
                  </a:lnTo>
                  <a:lnTo>
                    <a:pt x="1112266" y="203504"/>
                  </a:lnTo>
                  <a:lnTo>
                    <a:pt x="1104620" y="207175"/>
                  </a:lnTo>
                  <a:lnTo>
                    <a:pt x="1097114" y="212217"/>
                  </a:lnTo>
                  <a:lnTo>
                    <a:pt x="1090828" y="217678"/>
                  </a:lnTo>
                  <a:lnTo>
                    <a:pt x="1090828" y="176352"/>
                  </a:lnTo>
                  <a:lnTo>
                    <a:pt x="1175448" y="176352"/>
                  </a:lnTo>
                  <a:lnTo>
                    <a:pt x="1175448" y="169214"/>
                  </a:lnTo>
                  <a:lnTo>
                    <a:pt x="1090828" y="169214"/>
                  </a:lnTo>
                  <a:lnTo>
                    <a:pt x="1090828" y="119202"/>
                  </a:lnTo>
                  <a:lnTo>
                    <a:pt x="1175448" y="119202"/>
                  </a:lnTo>
                  <a:lnTo>
                    <a:pt x="1175448" y="112064"/>
                  </a:lnTo>
                  <a:lnTo>
                    <a:pt x="1090828" y="112064"/>
                  </a:lnTo>
                  <a:lnTo>
                    <a:pt x="1090828" y="62052"/>
                  </a:lnTo>
                  <a:lnTo>
                    <a:pt x="1175448" y="62052"/>
                  </a:lnTo>
                  <a:lnTo>
                    <a:pt x="1175448" y="54914"/>
                  </a:lnTo>
                  <a:lnTo>
                    <a:pt x="1126147" y="54914"/>
                  </a:lnTo>
                  <a:lnTo>
                    <a:pt x="1130884" y="52819"/>
                  </a:lnTo>
                  <a:lnTo>
                    <a:pt x="1155128" y="21056"/>
                  </a:lnTo>
                  <a:lnTo>
                    <a:pt x="1154938" y="13817"/>
                  </a:lnTo>
                  <a:lnTo>
                    <a:pt x="1152359" y="8572"/>
                  </a:lnTo>
                  <a:lnTo>
                    <a:pt x="1147406" y="5334"/>
                  </a:lnTo>
                  <a:lnTo>
                    <a:pt x="1142834" y="1714"/>
                  </a:lnTo>
                  <a:lnTo>
                    <a:pt x="1136357" y="0"/>
                  </a:lnTo>
                  <a:lnTo>
                    <a:pt x="1127975" y="190"/>
                  </a:lnTo>
                  <a:lnTo>
                    <a:pt x="1120051" y="1155"/>
                  </a:lnTo>
                  <a:lnTo>
                    <a:pt x="1085469" y="24269"/>
                  </a:lnTo>
                  <a:lnTo>
                    <a:pt x="1080833" y="38201"/>
                  </a:lnTo>
                  <a:lnTo>
                    <a:pt x="1080922" y="41338"/>
                  </a:lnTo>
                  <a:lnTo>
                    <a:pt x="1080833" y="54914"/>
                  </a:lnTo>
                  <a:lnTo>
                    <a:pt x="1064310" y="54914"/>
                  </a:lnTo>
                  <a:lnTo>
                    <a:pt x="1064310" y="62052"/>
                  </a:lnTo>
                  <a:lnTo>
                    <a:pt x="1080833" y="62052"/>
                  </a:lnTo>
                  <a:lnTo>
                    <a:pt x="1080833" y="112064"/>
                  </a:lnTo>
                  <a:lnTo>
                    <a:pt x="1064310" y="112064"/>
                  </a:lnTo>
                  <a:lnTo>
                    <a:pt x="1064310" y="119202"/>
                  </a:lnTo>
                  <a:lnTo>
                    <a:pt x="1080833" y="119202"/>
                  </a:lnTo>
                  <a:lnTo>
                    <a:pt x="1080833" y="169214"/>
                  </a:lnTo>
                  <a:lnTo>
                    <a:pt x="1064310" y="169214"/>
                  </a:lnTo>
                  <a:lnTo>
                    <a:pt x="1064310" y="176352"/>
                  </a:lnTo>
                  <a:lnTo>
                    <a:pt x="1080833" y="176352"/>
                  </a:lnTo>
                  <a:lnTo>
                    <a:pt x="1080833" y="229933"/>
                  </a:lnTo>
                  <a:lnTo>
                    <a:pt x="1080833" y="235648"/>
                  </a:lnTo>
                  <a:lnTo>
                    <a:pt x="1080833" y="401383"/>
                  </a:lnTo>
                  <a:lnTo>
                    <a:pt x="906602" y="401383"/>
                  </a:lnTo>
                  <a:lnTo>
                    <a:pt x="906602" y="349948"/>
                  </a:lnTo>
                  <a:lnTo>
                    <a:pt x="1080833" y="349948"/>
                  </a:lnTo>
                  <a:lnTo>
                    <a:pt x="1080833" y="344233"/>
                  </a:lnTo>
                  <a:lnTo>
                    <a:pt x="906602" y="344233"/>
                  </a:lnTo>
                  <a:lnTo>
                    <a:pt x="906602" y="292798"/>
                  </a:lnTo>
                  <a:lnTo>
                    <a:pt x="1080833" y="292798"/>
                  </a:lnTo>
                  <a:lnTo>
                    <a:pt x="1080833" y="287083"/>
                  </a:lnTo>
                  <a:lnTo>
                    <a:pt x="906602" y="287083"/>
                  </a:lnTo>
                  <a:lnTo>
                    <a:pt x="906602" y="255981"/>
                  </a:lnTo>
                  <a:lnTo>
                    <a:pt x="908596" y="257556"/>
                  </a:lnTo>
                  <a:lnTo>
                    <a:pt x="914501" y="259461"/>
                  </a:lnTo>
                  <a:lnTo>
                    <a:pt x="954608" y="247942"/>
                  </a:lnTo>
                  <a:lnTo>
                    <a:pt x="966254" y="235648"/>
                  </a:lnTo>
                  <a:lnTo>
                    <a:pt x="1080833" y="235648"/>
                  </a:lnTo>
                  <a:lnTo>
                    <a:pt x="1080833" y="229933"/>
                  </a:lnTo>
                  <a:lnTo>
                    <a:pt x="968844" y="229933"/>
                  </a:lnTo>
                  <a:lnTo>
                    <a:pt x="969441" y="228650"/>
                  </a:lnTo>
                  <a:lnTo>
                    <a:pt x="970889" y="221081"/>
                  </a:lnTo>
                  <a:lnTo>
                    <a:pt x="970699" y="213842"/>
                  </a:lnTo>
                  <a:lnTo>
                    <a:pt x="968133" y="208597"/>
                  </a:lnTo>
                  <a:lnTo>
                    <a:pt x="963180" y="205359"/>
                  </a:lnTo>
                  <a:lnTo>
                    <a:pt x="958608" y="201739"/>
                  </a:lnTo>
                  <a:lnTo>
                    <a:pt x="952131" y="200025"/>
                  </a:lnTo>
                  <a:lnTo>
                    <a:pt x="943749" y="200215"/>
                  </a:lnTo>
                  <a:lnTo>
                    <a:pt x="935812" y="201180"/>
                  </a:lnTo>
                  <a:lnTo>
                    <a:pt x="928027" y="203504"/>
                  </a:lnTo>
                  <a:lnTo>
                    <a:pt x="920381" y="207175"/>
                  </a:lnTo>
                  <a:lnTo>
                    <a:pt x="912888" y="212217"/>
                  </a:lnTo>
                  <a:lnTo>
                    <a:pt x="906602" y="217665"/>
                  </a:lnTo>
                  <a:lnTo>
                    <a:pt x="906602" y="176352"/>
                  </a:lnTo>
                  <a:lnTo>
                    <a:pt x="991222" y="176352"/>
                  </a:lnTo>
                  <a:lnTo>
                    <a:pt x="991222" y="169214"/>
                  </a:lnTo>
                  <a:lnTo>
                    <a:pt x="906602" y="169214"/>
                  </a:lnTo>
                  <a:lnTo>
                    <a:pt x="906602" y="119202"/>
                  </a:lnTo>
                  <a:lnTo>
                    <a:pt x="991222" y="119202"/>
                  </a:lnTo>
                  <a:lnTo>
                    <a:pt x="991222" y="112064"/>
                  </a:lnTo>
                  <a:lnTo>
                    <a:pt x="906602" y="112064"/>
                  </a:lnTo>
                  <a:lnTo>
                    <a:pt x="906602" y="62052"/>
                  </a:lnTo>
                  <a:lnTo>
                    <a:pt x="991222" y="62052"/>
                  </a:lnTo>
                  <a:lnTo>
                    <a:pt x="991222" y="54914"/>
                  </a:lnTo>
                  <a:lnTo>
                    <a:pt x="941908" y="54914"/>
                  </a:lnTo>
                  <a:lnTo>
                    <a:pt x="946658" y="52819"/>
                  </a:lnTo>
                  <a:lnTo>
                    <a:pt x="970889" y="21056"/>
                  </a:lnTo>
                  <a:lnTo>
                    <a:pt x="970699" y="13817"/>
                  </a:lnTo>
                  <a:lnTo>
                    <a:pt x="968133" y="8572"/>
                  </a:lnTo>
                  <a:lnTo>
                    <a:pt x="963180" y="5334"/>
                  </a:lnTo>
                  <a:lnTo>
                    <a:pt x="958608" y="1714"/>
                  </a:lnTo>
                  <a:lnTo>
                    <a:pt x="952131" y="0"/>
                  </a:lnTo>
                  <a:lnTo>
                    <a:pt x="943749" y="190"/>
                  </a:lnTo>
                  <a:lnTo>
                    <a:pt x="935812" y="1155"/>
                  </a:lnTo>
                  <a:lnTo>
                    <a:pt x="901242" y="24269"/>
                  </a:lnTo>
                  <a:lnTo>
                    <a:pt x="896594" y="38201"/>
                  </a:lnTo>
                  <a:lnTo>
                    <a:pt x="896683" y="41338"/>
                  </a:lnTo>
                  <a:lnTo>
                    <a:pt x="896594" y="54914"/>
                  </a:lnTo>
                  <a:lnTo>
                    <a:pt x="880084" y="54914"/>
                  </a:lnTo>
                  <a:lnTo>
                    <a:pt x="880084" y="62052"/>
                  </a:lnTo>
                  <a:lnTo>
                    <a:pt x="896594" y="62052"/>
                  </a:lnTo>
                  <a:lnTo>
                    <a:pt x="896594" y="112064"/>
                  </a:lnTo>
                  <a:lnTo>
                    <a:pt x="880084" y="112064"/>
                  </a:lnTo>
                  <a:lnTo>
                    <a:pt x="880084" y="119202"/>
                  </a:lnTo>
                  <a:lnTo>
                    <a:pt x="896594" y="119202"/>
                  </a:lnTo>
                  <a:lnTo>
                    <a:pt x="896594" y="169214"/>
                  </a:lnTo>
                  <a:lnTo>
                    <a:pt x="880084" y="169214"/>
                  </a:lnTo>
                  <a:lnTo>
                    <a:pt x="880084" y="176352"/>
                  </a:lnTo>
                  <a:lnTo>
                    <a:pt x="896594" y="176352"/>
                  </a:lnTo>
                  <a:lnTo>
                    <a:pt x="896594" y="229933"/>
                  </a:lnTo>
                  <a:lnTo>
                    <a:pt x="896594" y="235648"/>
                  </a:lnTo>
                  <a:lnTo>
                    <a:pt x="896594" y="401383"/>
                  </a:lnTo>
                  <a:lnTo>
                    <a:pt x="775004" y="401383"/>
                  </a:lnTo>
                  <a:lnTo>
                    <a:pt x="775004" y="349948"/>
                  </a:lnTo>
                  <a:lnTo>
                    <a:pt x="896594" y="349948"/>
                  </a:lnTo>
                  <a:lnTo>
                    <a:pt x="896594" y="344233"/>
                  </a:lnTo>
                  <a:lnTo>
                    <a:pt x="775004" y="344233"/>
                  </a:lnTo>
                  <a:lnTo>
                    <a:pt x="775004" y="292798"/>
                  </a:lnTo>
                  <a:lnTo>
                    <a:pt x="896594" y="292798"/>
                  </a:lnTo>
                  <a:lnTo>
                    <a:pt x="896594" y="287083"/>
                  </a:lnTo>
                  <a:lnTo>
                    <a:pt x="799325" y="287083"/>
                  </a:lnTo>
                  <a:lnTo>
                    <a:pt x="806932" y="285013"/>
                  </a:lnTo>
                  <a:lnTo>
                    <a:pt x="815060" y="281419"/>
                  </a:lnTo>
                  <a:lnTo>
                    <a:pt x="839292" y="249656"/>
                  </a:lnTo>
                  <a:lnTo>
                    <a:pt x="839101" y="242417"/>
                  </a:lnTo>
                  <a:lnTo>
                    <a:pt x="836536" y="237172"/>
                  </a:lnTo>
                  <a:lnTo>
                    <a:pt x="834199" y="235648"/>
                  </a:lnTo>
                  <a:lnTo>
                    <a:pt x="896594" y="235648"/>
                  </a:lnTo>
                  <a:lnTo>
                    <a:pt x="896594" y="229933"/>
                  </a:lnTo>
                  <a:lnTo>
                    <a:pt x="825563" y="229933"/>
                  </a:lnTo>
                  <a:lnTo>
                    <a:pt x="820534" y="228600"/>
                  </a:lnTo>
                  <a:lnTo>
                    <a:pt x="812152" y="228790"/>
                  </a:lnTo>
                  <a:lnTo>
                    <a:pt x="804227" y="229755"/>
                  </a:lnTo>
                  <a:lnTo>
                    <a:pt x="803630" y="229933"/>
                  </a:lnTo>
                  <a:lnTo>
                    <a:pt x="789000" y="229933"/>
                  </a:lnTo>
                  <a:lnTo>
                    <a:pt x="789000" y="235648"/>
                  </a:lnTo>
                  <a:lnTo>
                    <a:pt x="788797" y="235750"/>
                  </a:lnTo>
                  <a:lnTo>
                    <a:pt x="781291" y="240792"/>
                  </a:lnTo>
                  <a:lnTo>
                    <a:pt x="779945" y="241973"/>
                  </a:lnTo>
                  <a:lnTo>
                    <a:pt x="779945" y="287083"/>
                  </a:lnTo>
                  <a:lnTo>
                    <a:pt x="775004" y="287083"/>
                  </a:lnTo>
                  <a:lnTo>
                    <a:pt x="775004" y="284556"/>
                  </a:lnTo>
                  <a:lnTo>
                    <a:pt x="776998" y="286131"/>
                  </a:lnTo>
                  <a:lnTo>
                    <a:pt x="779945" y="287083"/>
                  </a:lnTo>
                  <a:lnTo>
                    <a:pt x="779945" y="241973"/>
                  </a:lnTo>
                  <a:lnTo>
                    <a:pt x="775004" y="246253"/>
                  </a:lnTo>
                  <a:lnTo>
                    <a:pt x="775004" y="235648"/>
                  </a:lnTo>
                  <a:lnTo>
                    <a:pt x="789000" y="235648"/>
                  </a:lnTo>
                  <a:lnTo>
                    <a:pt x="789000" y="229933"/>
                  </a:lnTo>
                  <a:lnTo>
                    <a:pt x="775004" y="229933"/>
                  </a:lnTo>
                  <a:lnTo>
                    <a:pt x="775004" y="176352"/>
                  </a:lnTo>
                  <a:lnTo>
                    <a:pt x="859624" y="176352"/>
                  </a:lnTo>
                  <a:lnTo>
                    <a:pt x="859624" y="169214"/>
                  </a:lnTo>
                  <a:lnTo>
                    <a:pt x="775004" y="169214"/>
                  </a:lnTo>
                  <a:lnTo>
                    <a:pt x="775004" y="119202"/>
                  </a:lnTo>
                  <a:lnTo>
                    <a:pt x="859624" y="119202"/>
                  </a:lnTo>
                  <a:lnTo>
                    <a:pt x="859624" y="112064"/>
                  </a:lnTo>
                  <a:lnTo>
                    <a:pt x="775004" y="112064"/>
                  </a:lnTo>
                  <a:lnTo>
                    <a:pt x="775004" y="84531"/>
                  </a:lnTo>
                  <a:lnTo>
                    <a:pt x="776998" y="86106"/>
                  </a:lnTo>
                  <a:lnTo>
                    <a:pt x="782904" y="88011"/>
                  </a:lnTo>
                  <a:lnTo>
                    <a:pt x="790143" y="88201"/>
                  </a:lnTo>
                  <a:lnTo>
                    <a:pt x="798626" y="87249"/>
                  </a:lnTo>
                  <a:lnTo>
                    <a:pt x="834656" y="64198"/>
                  </a:lnTo>
                  <a:lnTo>
                    <a:pt x="835634" y="62052"/>
                  </a:lnTo>
                  <a:lnTo>
                    <a:pt x="859624" y="62052"/>
                  </a:lnTo>
                  <a:lnTo>
                    <a:pt x="859624" y="54914"/>
                  </a:lnTo>
                  <a:lnTo>
                    <a:pt x="838288" y="54914"/>
                  </a:lnTo>
                  <a:lnTo>
                    <a:pt x="839292" y="49631"/>
                  </a:lnTo>
                  <a:lnTo>
                    <a:pt x="839101" y="42392"/>
                  </a:lnTo>
                  <a:lnTo>
                    <a:pt x="836536" y="37147"/>
                  </a:lnTo>
                  <a:lnTo>
                    <a:pt x="831583" y="33909"/>
                  </a:lnTo>
                  <a:lnTo>
                    <a:pt x="827011" y="30289"/>
                  </a:lnTo>
                  <a:lnTo>
                    <a:pt x="820534" y="28575"/>
                  </a:lnTo>
                  <a:lnTo>
                    <a:pt x="812152" y="28765"/>
                  </a:lnTo>
                  <a:lnTo>
                    <a:pt x="804227" y="29730"/>
                  </a:lnTo>
                  <a:lnTo>
                    <a:pt x="769645" y="52844"/>
                  </a:lnTo>
                  <a:lnTo>
                    <a:pt x="768654" y="54914"/>
                  </a:lnTo>
                  <a:lnTo>
                    <a:pt x="748487" y="54914"/>
                  </a:lnTo>
                  <a:lnTo>
                    <a:pt x="748487" y="62052"/>
                  </a:lnTo>
                  <a:lnTo>
                    <a:pt x="765937" y="62052"/>
                  </a:lnTo>
                  <a:lnTo>
                    <a:pt x="764997" y="66776"/>
                  </a:lnTo>
                  <a:lnTo>
                    <a:pt x="765086" y="69913"/>
                  </a:lnTo>
                  <a:lnTo>
                    <a:pt x="764997" y="112064"/>
                  </a:lnTo>
                  <a:lnTo>
                    <a:pt x="748487" y="112064"/>
                  </a:lnTo>
                  <a:lnTo>
                    <a:pt x="748487" y="119202"/>
                  </a:lnTo>
                  <a:lnTo>
                    <a:pt x="764997" y="119202"/>
                  </a:lnTo>
                  <a:lnTo>
                    <a:pt x="764997" y="169214"/>
                  </a:lnTo>
                  <a:lnTo>
                    <a:pt x="748487" y="169214"/>
                  </a:lnTo>
                  <a:lnTo>
                    <a:pt x="748487" y="176352"/>
                  </a:lnTo>
                  <a:lnTo>
                    <a:pt x="764997" y="176352"/>
                  </a:lnTo>
                  <a:lnTo>
                    <a:pt x="764997" y="229933"/>
                  </a:lnTo>
                  <a:lnTo>
                    <a:pt x="764997" y="458533"/>
                  </a:lnTo>
                  <a:lnTo>
                    <a:pt x="643407" y="458533"/>
                  </a:lnTo>
                  <a:lnTo>
                    <a:pt x="643407" y="407098"/>
                  </a:lnTo>
                  <a:lnTo>
                    <a:pt x="764997" y="407098"/>
                  </a:lnTo>
                  <a:lnTo>
                    <a:pt x="764997" y="401383"/>
                  </a:lnTo>
                  <a:lnTo>
                    <a:pt x="643407" y="401383"/>
                  </a:lnTo>
                  <a:lnTo>
                    <a:pt x="643407" y="349948"/>
                  </a:lnTo>
                  <a:lnTo>
                    <a:pt x="764997" y="349948"/>
                  </a:lnTo>
                  <a:lnTo>
                    <a:pt x="764997" y="344233"/>
                  </a:lnTo>
                  <a:lnTo>
                    <a:pt x="643407" y="344233"/>
                  </a:lnTo>
                  <a:lnTo>
                    <a:pt x="643407" y="313118"/>
                  </a:lnTo>
                  <a:lnTo>
                    <a:pt x="645414" y="314706"/>
                  </a:lnTo>
                  <a:lnTo>
                    <a:pt x="651319" y="316611"/>
                  </a:lnTo>
                  <a:lnTo>
                    <a:pt x="691413" y="305092"/>
                  </a:lnTo>
                  <a:lnTo>
                    <a:pt x="703059" y="292798"/>
                  </a:lnTo>
                  <a:lnTo>
                    <a:pt x="764997" y="292798"/>
                  </a:lnTo>
                  <a:lnTo>
                    <a:pt x="764997" y="287083"/>
                  </a:lnTo>
                  <a:lnTo>
                    <a:pt x="705662" y="287083"/>
                  </a:lnTo>
                  <a:lnTo>
                    <a:pt x="706259" y="285800"/>
                  </a:lnTo>
                  <a:lnTo>
                    <a:pt x="707707" y="278231"/>
                  </a:lnTo>
                  <a:lnTo>
                    <a:pt x="707517" y="270992"/>
                  </a:lnTo>
                  <a:lnTo>
                    <a:pt x="704938" y="265747"/>
                  </a:lnTo>
                  <a:lnTo>
                    <a:pt x="699985" y="262509"/>
                  </a:lnTo>
                  <a:lnTo>
                    <a:pt x="695413" y="258889"/>
                  </a:lnTo>
                  <a:lnTo>
                    <a:pt x="688936" y="257175"/>
                  </a:lnTo>
                  <a:lnTo>
                    <a:pt x="680554" y="257365"/>
                  </a:lnTo>
                  <a:lnTo>
                    <a:pt x="672630" y="258330"/>
                  </a:lnTo>
                  <a:lnTo>
                    <a:pt x="664845" y="260654"/>
                  </a:lnTo>
                  <a:lnTo>
                    <a:pt x="657199" y="264325"/>
                  </a:lnTo>
                  <a:lnTo>
                    <a:pt x="649693" y="269367"/>
                  </a:lnTo>
                  <a:lnTo>
                    <a:pt x="643407" y="274828"/>
                  </a:lnTo>
                  <a:lnTo>
                    <a:pt x="643407" y="235648"/>
                  </a:lnTo>
                  <a:lnTo>
                    <a:pt x="764997" y="235648"/>
                  </a:lnTo>
                  <a:lnTo>
                    <a:pt x="764997" y="229933"/>
                  </a:lnTo>
                  <a:lnTo>
                    <a:pt x="643407" y="229933"/>
                  </a:lnTo>
                  <a:lnTo>
                    <a:pt x="643407" y="176352"/>
                  </a:lnTo>
                  <a:lnTo>
                    <a:pt x="728027" y="176352"/>
                  </a:lnTo>
                  <a:lnTo>
                    <a:pt x="728027" y="169214"/>
                  </a:lnTo>
                  <a:lnTo>
                    <a:pt x="643407" y="169214"/>
                  </a:lnTo>
                  <a:lnTo>
                    <a:pt x="643407" y="119202"/>
                  </a:lnTo>
                  <a:lnTo>
                    <a:pt x="728027" y="119202"/>
                  </a:lnTo>
                  <a:lnTo>
                    <a:pt x="728027" y="112064"/>
                  </a:lnTo>
                  <a:lnTo>
                    <a:pt x="678726" y="112064"/>
                  </a:lnTo>
                  <a:lnTo>
                    <a:pt x="683463" y="109969"/>
                  </a:lnTo>
                  <a:lnTo>
                    <a:pt x="707707" y="78206"/>
                  </a:lnTo>
                  <a:lnTo>
                    <a:pt x="707517" y="70967"/>
                  </a:lnTo>
                  <a:lnTo>
                    <a:pt x="704938" y="65722"/>
                  </a:lnTo>
                  <a:lnTo>
                    <a:pt x="699985" y="62484"/>
                  </a:lnTo>
                  <a:lnTo>
                    <a:pt x="695413" y="58864"/>
                  </a:lnTo>
                  <a:lnTo>
                    <a:pt x="688936" y="57150"/>
                  </a:lnTo>
                  <a:lnTo>
                    <a:pt x="680554" y="57340"/>
                  </a:lnTo>
                  <a:lnTo>
                    <a:pt x="672630" y="58305"/>
                  </a:lnTo>
                  <a:lnTo>
                    <a:pt x="638048" y="81419"/>
                  </a:lnTo>
                  <a:lnTo>
                    <a:pt x="633412" y="95351"/>
                  </a:lnTo>
                  <a:lnTo>
                    <a:pt x="633501" y="98488"/>
                  </a:lnTo>
                  <a:lnTo>
                    <a:pt x="633412" y="112064"/>
                  </a:lnTo>
                  <a:lnTo>
                    <a:pt x="616889" y="112064"/>
                  </a:lnTo>
                  <a:lnTo>
                    <a:pt x="616889" y="119202"/>
                  </a:lnTo>
                  <a:lnTo>
                    <a:pt x="633412" y="119202"/>
                  </a:lnTo>
                  <a:lnTo>
                    <a:pt x="633412" y="169214"/>
                  </a:lnTo>
                  <a:lnTo>
                    <a:pt x="616889" y="169214"/>
                  </a:lnTo>
                  <a:lnTo>
                    <a:pt x="616889" y="176352"/>
                  </a:lnTo>
                  <a:lnTo>
                    <a:pt x="633412" y="176352"/>
                  </a:lnTo>
                  <a:lnTo>
                    <a:pt x="633412" y="229933"/>
                  </a:lnTo>
                  <a:lnTo>
                    <a:pt x="633412" y="235648"/>
                  </a:lnTo>
                  <a:lnTo>
                    <a:pt x="633412" y="458533"/>
                  </a:lnTo>
                  <a:lnTo>
                    <a:pt x="561975" y="458533"/>
                  </a:lnTo>
                  <a:lnTo>
                    <a:pt x="561975" y="407098"/>
                  </a:lnTo>
                  <a:lnTo>
                    <a:pt x="633412" y="407098"/>
                  </a:lnTo>
                  <a:lnTo>
                    <a:pt x="633412" y="401383"/>
                  </a:lnTo>
                  <a:lnTo>
                    <a:pt x="561975" y="401383"/>
                  </a:lnTo>
                  <a:lnTo>
                    <a:pt x="561975" y="349948"/>
                  </a:lnTo>
                  <a:lnTo>
                    <a:pt x="633412" y="349948"/>
                  </a:lnTo>
                  <a:lnTo>
                    <a:pt x="633412" y="344233"/>
                  </a:lnTo>
                  <a:lnTo>
                    <a:pt x="561975" y="344233"/>
                  </a:lnTo>
                  <a:lnTo>
                    <a:pt x="561975" y="292798"/>
                  </a:lnTo>
                  <a:lnTo>
                    <a:pt x="633412" y="292798"/>
                  </a:lnTo>
                  <a:lnTo>
                    <a:pt x="633412" y="287083"/>
                  </a:lnTo>
                  <a:lnTo>
                    <a:pt x="561975" y="287083"/>
                  </a:lnTo>
                  <a:lnTo>
                    <a:pt x="561975" y="235648"/>
                  </a:lnTo>
                  <a:lnTo>
                    <a:pt x="633412" y="235648"/>
                  </a:lnTo>
                  <a:lnTo>
                    <a:pt x="633412" y="229933"/>
                  </a:lnTo>
                  <a:lnTo>
                    <a:pt x="549275" y="229933"/>
                  </a:lnTo>
                  <a:lnTo>
                    <a:pt x="549275" y="235648"/>
                  </a:lnTo>
                  <a:lnTo>
                    <a:pt x="553402" y="235648"/>
                  </a:lnTo>
                  <a:lnTo>
                    <a:pt x="553402" y="287083"/>
                  </a:lnTo>
                  <a:lnTo>
                    <a:pt x="549275" y="287083"/>
                  </a:lnTo>
                  <a:lnTo>
                    <a:pt x="549275" y="292798"/>
                  </a:lnTo>
                  <a:lnTo>
                    <a:pt x="553402" y="292798"/>
                  </a:lnTo>
                  <a:lnTo>
                    <a:pt x="553402" y="344233"/>
                  </a:lnTo>
                  <a:lnTo>
                    <a:pt x="549275" y="344233"/>
                  </a:lnTo>
                  <a:lnTo>
                    <a:pt x="549275" y="349948"/>
                  </a:lnTo>
                  <a:lnTo>
                    <a:pt x="553402" y="349948"/>
                  </a:lnTo>
                  <a:lnTo>
                    <a:pt x="553402" y="401383"/>
                  </a:lnTo>
                  <a:lnTo>
                    <a:pt x="549275" y="401383"/>
                  </a:lnTo>
                  <a:lnTo>
                    <a:pt x="549275" y="407098"/>
                  </a:lnTo>
                  <a:lnTo>
                    <a:pt x="553402" y="407098"/>
                  </a:lnTo>
                  <a:lnTo>
                    <a:pt x="553402" y="458533"/>
                  </a:lnTo>
                  <a:lnTo>
                    <a:pt x="549275" y="458533"/>
                  </a:lnTo>
                  <a:lnTo>
                    <a:pt x="549275" y="464248"/>
                  </a:lnTo>
                  <a:lnTo>
                    <a:pt x="553402" y="464248"/>
                  </a:lnTo>
                  <a:lnTo>
                    <a:pt x="561975" y="464248"/>
                  </a:lnTo>
                  <a:lnTo>
                    <a:pt x="633412" y="464248"/>
                  </a:lnTo>
                  <a:lnTo>
                    <a:pt x="633412" y="487108"/>
                  </a:lnTo>
                  <a:lnTo>
                    <a:pt x="643407" y="487108"/>
                  </a:lnTo>
                  <a:lnTo>
                    <a:pt x="643407" y="464248"/>
                  </a:lnTo>
                  <a:lnTo>
                    <a:pt x="764997" y="464248"/>
                  </a:lnTo>
                  <a:lnTo>
                    <a:pt x="764997" y="472821"/>
                  </a:lnTo>
                  <a:lnTo>
                    <a:pt x="775004" y="472821"/>
                  </a:lnTo>
                  <a:lnTo>
                    <a:pt x="775004" y="464248"/>
                  </a:lnTo>
                  <a:lnTo>
                    <a:pt x="1425740" y="464248"/>
                  </a:lnTo>
                  <a:lnTo>
                    <a:pt x="1425740" y="458533"/>
                  </a:lnTo>
                  <a:lnTo>
                    <a:pt x="1322679" y="458533"/>
                  </a:lnTo>
                  <a:lnTo>
                    <a:pt x="1322679" y="407098"/>
                  </a:lnTo>
                  <a:lnTo>
                    <a:pt x="1425740" y="407098"/>
                  </a:lnTo>
                  <a:lnTo>
                    <a:pt x="1425740" y="401383"/>
                  </a:lnTo>
                  <a:lnTo>
                    <a:pt x="1322679" y="401383"/>
                  </a:lnTo>
                  <a:lnTo>
                    <a:pt x="1322679" y="349948"/>
                  </a:lnTo>
                  <a:lnTo>
                    <a:pt x="1425740" y="349948"/>
                  </a:lnTo>
                  <a:lnTo>
                    <a:pt x="1425740" y="344233"/>
                  </a:lnTo>
                  <a:lnTo>
                    <a:pt x="1322679" y="344233"/>
                  </a:lnTo>
                  <a:lnTo>
                    <a:pt x="1322679" y="313131"/>
                  </a:lnTo>
                  <a:lnTo>
                    <a:pt x="1324673" y="314706"/>
                  </a:lnTo>
                  <a:lnTo>
                    <a:pt x="1330579" y="316611"/>
                  </a:lnTo>
                  <a:lnTo>
                    <a:pt x="1370685" y="305092"/>
                  </a:lnTo>
                  <a:lnTo>
                    <a:pt x="1382331" y="292798"/>
                  </a:lnTo>
                  <a:lnTo>
                    <a:pt x="1425740" y="292798"/>
                  </a:lnTo>
                  <a:lnTo>
                    <a:pt x="1425740" y="287083"/>
                  </a:lnTo>
                  <a:lnTo>
                    <a:pt x="1384922" y="287083"/>
                  </a:lnTo>
                  <a:lnTo>
                    <a:pt x="1385519" y="285800"/>
                  </a:lnTo>
                  <a:lnTo>
                    <a:pt x="1386967" y="278231"/>
                  </a:lnTo>
                  <a:lnTo>
                    <a:pt x="1386776" y="270992"/>
                  </a:lnTo>
                  <a:lnTo>
                    <a:pt x="1384211" y="265747"/>
                  </a:lnTo>
                  <a:lnTo>
                    <a:pt x="1379258" y="262509"/>
                  </a:lnTo>
                  <a:lnTo>
                    <a:pt x="1374686" y="258889"/>
                  </a:lnTo>
                  <a:lnTo>
                    <a:pt x="1368209" y="257175"/>
                  </a:lnTo>
                  <a:lnTo>
                    <a:pt x="1359827" y="257365"/>
                  </a:lnTo>
                  <a:lnTo>
                    <a:pt x="1351889" y="258330"/>
                  </a:lnTo>
                  <a:lnTo>
                    <a:pt x="1344104" y="260654"/>
                  </a:lnTo>
                  <a:lnTo>
                    <a:pt x="1336459" y="264325"/>
                  </a:lnTo>
                  <a:lnTo>
                    <a:pt x="1328966" y="269367"/>
                  </a:lnTo>
                  <a:lnTo>
                    <a:pt x="1322679" y="274815"/>
                  </a:lnTo>
                  <a:lnTo>
                    <a:pt x="1322679" y="235648"/>
                  </a:lnTo>
                  <a:lnTo>
                    <a:pt x="1425740" y="235648"/>
                  </a:lnTo>
                  <a:lnTo>
                    <a:pt x="1425740" y="229933"/>
                  </a:lnTo>
                  <a:close/>
                </a:path>
                <a:path w="1438909" h="487680">
                  <a:moveTo>
                    <a:pt x="1438440" y="232219"/>
                  </a:moveTo>
                  <a:lnTo>
                    <a:pt x="1429867" y="232219"/>
                  </a:lnTo>
                  <a:lnTo>
                    <a:pt x="1429867" y="464248"/>
                  </a:lnTo>
                  <a:lnTo>
                    <a:pt x="1438440" y="464248"/>
                  </a:lnTo>
                  <a:lnTo>
                    <a:pt x="1438440" y="2322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446216" y="3184503"/>
              <a:ext cx="118586" cy="133921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266700" y="2799102"/>
              <a:ext cx="6893559" cy="1068070"/>
            </a:xfrm>
            <a:custGeom>
              <a:avLst/>
              <a:gdLst/>
              <a:ahLst/>
              <a:cxnLst/>
              <a:rect l="l" t="t" r="r" b="b"/>
              <a:pathLst>
                <a:path w="6893559" h="1068070">
                  <a:moveTo>
                    <a:pt x="546925" y="1062062"/>
                  </a:moveTo>
                  <a:lnTo>
                    <a:pt x="0" y="1062062"/>
                  </a:lnTo>
                  <a:lnTo>
                    <a:pt x="0" y="1067777"/>
                  </a:lnTo>
                  <a:lnTo>
                    <a:pt x="546925" y="1067777"/>
                  </a:lnTo>
                  <a:lnTo>
                    <a:pt x="546925" y="1062062"/>
                  </a:lnTo>
                  <a:close/>
                </a:path>
                <a:path w="6893559" h="1068070">
                  <a:moveTo>
                    <a:pt x="546925" y="1004912"/>
                  </a:moveTo>
                  <a:lnTo>
                    <a:pt x="0" y="1004912"/>
                  </a:lnTo>
                  <a:lnTo>
                    <a:pt x="0" y="1010627"/>
                  </a:lnTo>
                  <a:lnTo>
                    <a:pt x="546925" y="1010627"/>
                  </a:lnTo>
                  <a:lnTo>
                    <a:pt x="546925" y="1004912"/>
                  </a:lnTo>
                  <a:close/>
                </a:path>
                <a:path w="6893559" h="1068070">
                  <a:moveTo>
                    <a:pt x="546925" y="947762"/>
                  </a:moveTo>
                  <a:lnTo>
                    <a:pt x="0" y="947762"/>
                  </a:lnTo>
                  <a:lnTo>
                    <a:pt x="0" y="953477"/>
                  </a:lnTo>
                  <a:lnTo>
                    <a:pt x="546925" y="953477"/>
                  </a:lnTo>
                  <a:lnTo>
                    <a:pt x="546925" y="947762"/>
                  </a:lnTo>
                  <a:close/>
                </a:path>
                <a:path w="6893559" h="1068070">
                  <a:moveTo>
                    <a:pt x="546925" y="890612"/>
                  </a:moveTo>
                  <a:lnTo>
                    <a:pt x="0" y="890612"/>
                  </a:lnTo>
                  <a:lnTo>
                    <a:pt x="0" y="896327"/>
                  </a:lnTo>
                  <a:lnTo>
                    <a:pt x="546925" y="896327"/>
                  </a:lnTo>
                  <a:lnTo>
                    <a:pt x="546925" y="890612"/>
                  </a:lnTo>
                  <a:close/>
                </a:path>
                <a:path w="6893559" h="1068070">
                  <a:moveTo>
                    <a:pt x="546925" y="833462"/>
                  </a:moveTo>
                  <a:lnTo>
                    <a:pt x="0" y="833462"/>
                  </a:lnTo>
                  <a:lnTo>
                    <a:pt x="0" y="839177"/>
                  </a:lnTo>
                  <a:lnTo>
                    <a:pt x="546925" y="839177"/>
                  </a:lnTo>
                  <a:lnTo>
                    <a:pt x="546925" y="833462"/>
                  </a:lnTo>
                  <a:close/>
                </a:path>
                <a:path w="6893559" h="1068070">
                  <a:moveTo>
                    <a:pt x="6345390" y="42913"/>
                  </a:moveTo>
                  <a:lnTo>
                    <a:pt x="6213805" y="57200"/>
                  </a:lnTo>
                  <a:lnTo>
                    <a:pt x="6213805" y="85940"/>
                  </a:lnTo>
                  <a:lnTo>
                    <a:pt x="6345390" y="71653"/>
                  </a:lnTo>
                  <a:lnTo>
                    <a:pt x="6345390" y="42913"/>
                  </a:lnTo>
                  <a:close/>
                </a:path>
                <a:path w="6893559" h="1068070">
                  <a:moveTo>
                    <a:pt x="6798704" y="101180"/>
                  </a:moveTo>
                  <a:lnTo>
                    <a:pt x="6778218" y="80225"/>
                  </a:lnTo>
                  <a:lnTo>
                    <a:pt x="6774218" y="80225"/>
                  </a:lnTo>
                  <a:lnTo>
                    <a:pt x="6770319" y="81749"/>
                  </a:lnTo>
                  <a:lnTo>
                    <a:pt x="6766509" y="84797"/>
                  </a:lnTo>
                  <a:lnTo>
                    <a:pt x="6762699" y="87655"/>
                  </a:lnTo>
                  <a:lnTo>
                    <a:pt x="6760502" y="91376"/>
                  </a:lnTo>
                  <a:lnTo>
                    <a:pt x="6759930" y="95948"/>
                  </a:lnTo>
                  <a:lnTo>
                    <a:pt x="6760692" y="99949"/>
                  </a:lnTo>
                  <a:lnTo>
                    <a:pt x="6763550" y="101942"/>
                  </a:lnTo>
                  <a:lnTo>
                    <a:pt x="6768503" y="101942"/>
                  </a:lnTo>
                  <a:lnTo>
                    <a:pt x="6772313" y="100418"/>
                  </a:lnTo>
                  <a:lnTo>
                    <a:pt x="6773748" y="97751"/>
                  </a:lnTo>
                  <a:lnTo>
                    <a:pt x="6772796" y="93941"/>
                  </a:lnTo>
                  <a:lnTo>
                    <a:pt x="6770789" y="88798"/>
                  </a:lnTo>
                  <a:lnTo>
                    <a:pt x="6771360" y="85750"/>
                  </a:lnTo>
                  <a:lnTo>
                    <a:pt x="6773646" y="84328"/>
                  </a:lnTo>
                  <a:lnTo>
                    <a:pt x="6777647" y="84518"/>
                  </a:lnTo>
                  <a:lnTo>
                    <a:pt x="6783552" y="85852"/>
                  </a:lnTo>
                  <a:lnTo>
                    <a:pt x="6786321" y="88709"/>
                  </a:lnTo>
                  <a:lnTo>
                    <a:pt x="6785940" y="93091"/>
                  </a:lnTo>
                  <a:lnTo>
                    <a:pt x="6785750" y="100901"/>
                  </a:lnTo>
                  <a:lnTo>
                    <a:pt x="6783552" y="105943"/>
                  </a:lnTo>
                  <a:lnTo>
                    <a:pt x="6775170" y="110515"/>
                  </a:lnTo>
                  <a:lnTo>
                    <a:pt x="6769646" y="111569"/>
                  </a:lnTo>
                  <a:lnTo>
                    <a:pt x="6762788" y="111379"/>
                  </a:lnTo>
                  <a:lnTo>
                    <a:pt x="6761645" y="116801"/>
                  </a:lnTo>
                  <a:lnTo>
                    <a:pt x="6775551" y="128905"/>
                  </a:lnTo>
                  <a:lnTo>
                    <a:pt x="6774320" y="133858"/>
                  </a:lnTo>
                  <a:lnTo>
                    <a:pt x="6768986" y="143954"/>
                  </a:lnTo>
                  <a:lnTo>
                    <a:pt x="6765074" y="146710"/>
                  </a:lnTo>
                  <a:lnTo>
                    <a:pt x="6759930" y="147091"/>
                  </a:lnTo>
                  <a:lnTo>
                    <a:pt x="6757454" y="146900"/>
                  </a:lnTo>
                  <a:lnTo>
                    <a:pt x="6755358" y="145948"/>
                  </a:lnTo>
                  <a:lnTo>
                    <a:pt x="6753644" y="144233"/>
                  </a:lnTo>
                  <a:lnTo>
                    <a:pt x="6753834" y="142138"/>
                  </a:lnTo>
                  <a:lnTo>
                    <a:pt x="6754787" y="140614"/>
                  </a:lnTo>
                  <a:lnTo>
                    <a:pt x="6756501" y="139661"/>
                  </a:lnTo>
                  <a:lnTo>
                    <a:pt x="6759080" y="135089"/>
                  </a:lnTo>
                  <a:lnTo>
                    <a:pt x="6758318" y="131089"/>
                  </a:lnTo>
                  <a:lnTo>
                    <a:pt x="6755739" y="128905"/>
                  </a:lnTo>
                  <a:lnTo>
                    <a:pt x="6751358" y="128524"/>
                  </a:lnTo>
                  <a:lnTo>
                    <a:pt x="6745833" y="129286"/>
                  </a:lnTo>
                  <a:lnTo>
                    <a:pt x="6743078" y="132803"/>
                  </a:lnTo>
                  <a:lnTo>
                    <a:pt x="6743078" y="139090"/>
                  </a:lnTo>
                  <a:lnTo>
                    <a:pt x="6743459" y="143662"/>
                  </a:lnTo>
                  <a:lnTo>
                    <a:pt x="6746024" y="146900"/>
                  </a:lnTo>
                  <a:lnTo>
                    <a:pt x="6750786" y="148805"/>
                  </a:lnTo>
                  <a:lnTo>
                    <a:pt x="6763931" y="151663"/>
                  </a:lnTo>
                  <a:lnTo>
                    <a:pt x="6769836" y="151472"/>
                  </a:lnTo>
                  <a:lnTo>
                    <a:pt x="6775361" y="149288"/>
                  </a:lnTo>
                  <a:lnTo>
                    <a:pt x="6780504" y="145097"/>
                  </a:lnTo>
                  <a:lnTo>
                    <a:pt x="6785648" y="141097"/>
                  </a:lnTo>
                  <a:lnTo>
                    <a:pt x="6788607" y="135953"/>
                  </a:lnTo>
                  <a:lnTo>
                    <a:pt x="6789369" y="129667"/>
                  </a:lnTo>
                  <a:lnTo>
                    <a:pt x="6789750" y="124904"/>
                  </a:lnTo>
                  <a:lnTo>
                    <a:pt x="6786791" y="120523"/>
                  </a:lnTo>
                  <a:lnTo>
                    <a:pt x="6780504" y="116522"/>
                  </a:lnTo>
                  <a:lnTo>
                    <a:pt x="6780504" y="115951"/>
                  </a:lnTo>
                  <a:lnTo>
                    <a:pt x="6784886" y="114236"/>
                  </a:lnTo>
                  <a:lnTo>
                    <a:pt x="6788988" y="111760"/>
                  </a:lnTo>
                  <a:lnTo>
                    <a:pt x="6792798" y="108521"/>
                  </a:lnTo>
                  <a:lnTo>
                    <a:pt x="6796799" y="105283"/>
                  </a:lnTo>
                  <a:lnTo>
                    <a:pt x="6798704" y="101180"/>
                  </a:lnTo>
                  <a:close/>
                </a:path>
                <a:path w="6893559" h="1068070">
                  <a:moveTo>
                    <a:pt x="6893065" y="28575"/>
                  </a:moveTo>
                  <a:lnTo>
                    <a:pt x="6661226" y="0"/>
                  </a:lnTo>
                  <a:lnTo>
                    <a:pt x="6661226" y="28790"/>
                  </a:lnTo>
                  <a:lnTo>
                    <a:pt x="6893065" y="57365"/>
                  </a:lnTo>
                  <a:lnTo>
                    <a:pt x="6893065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7975" y="3632559"/>
              <a:ext cx="158876" cy="182879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24002" y="3603984"/>
              <a:ext cx="273748" cy="296036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813625" y="3632565"/>
              <a:ext cx="1015365" cy="234315"/>
            </a:xfrm>
            <a:custGeom>
              <a:avLst/>
              <a:gdLst/>
              <a:ahLst/>
              <a:cxnLst/>
              <a:rect l="l" t="t" r="r" b="b"/>
              <a:pathLst>
                <a:path w="1015364" h="234314">
                  <a:moveTo>
                    <a:pt x="1015047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015047" y="234315"/>
                  </a:lnTo>
                  <a:lnTo>
                    <a:pt x="1015047" y="228600"/>
                  </a:lnTo>
                  <a:close/>
                </a:path>
                <a:path w="1015364" h="234314">
                  <a:moveTo>
                    <a:pt x="1015047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015047" y="177165"/>
                  </a:lnTo>
                  <a:lnTo>
                    <a:pt x="1015047" y="171450"/>
                  </a:lnTo>
                  <a:close/>
                </a:path>
                <a:path w="1015364" h="234314">
                  <a:moveTo>
                    <a:pt x="1015047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015047" y="120015"/>
                  </a:lnTo>
                  <a:lnTo>
                    <a:pt x="1015047" y="114300"/>
                  </a:lnTo>
                  <a:close/>
                </a:path>
                <a:path w="1015364" h="234314">
                  <a:moveTo>
                    <a:pt x="1015047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015047" y="62865"/>
                  </a:lnTo>
                  <a:lnTo>
                    <a:pt x="1015047" y="57150"/>
                  </a:lnTo>
                  <a:close/>
                </a:path>
                <a:path w="1015364" h="234314">
                  <a:moveTo>
                    <a:pt x="1015047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015047" y="5715"/>
                  </a:lnTo>
                  <a:lnTo>
                    <a:pt x="10150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97762" y="3603984"/>
              <a:ext cx="212883" cy="314324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1181811" y="2627868"/>
              <a:ext cx="1939289" cy="1290955"/>
            </a:xfrm>
            <a:custGeom>
              <a:avLst/>
              <a:gdLst/>
              <a:ahLst/>
              <a:cxnLst/>
              <a:rect l="l" t="t" r="r" b="b"/>
              <a:pathLst>
                <a:path w="1939289" h="1290954">
                  <a:moveTo>
                    <a:pt x="45148" y="927925"/>
                  </a:moveTo>
                  <a:lnTo>
                    <a:pt x="43332" y="923455"/>
                  </a:lnTo>
                  <a:lnTo>
                    <a:pt x="39712" y="919835"/>
                  </a:lnTo>
                  <a:lnTo>
                    <a:pt x="36093" y="916025"/>
                  </a:lnTo>
                  <a:lnTo>
                    <a:pt x="31902" y="914120"/>
                  </a:lnTo>
                  <a:lnTo>
                    <a:pt x="28282" y="914120"/>
                  </a:lnTo>
                  <a:lnTo>
                    <a:pt x="28282" y="935266"/>
                  </a:lnTo>
                  <a:lnTo>
                    <a:pt x="27901" y="941743"/>
                  </a:lnTo>
                  <a:lnTo>
                    <a:pt x="25234" y="948220"/>
                  </a:lnTo>
                  <a:lnTo>
                    <a:pt x="20281" y="954697"/>
                  </a:lnTo>
                  <a:lnTo>
                    <a:pt x="6858" y="971550"/>
                  </a:lnTo>
                  <a:lnTo>
                    <a:pt x="6858" y="932980"/>
                  </a:lnTo>
                  <a:lnTo>
                    <a:pt x="16573" y="922794"/>
                  </a:lnTo>
                  <a:lnTo>
                    <a:pt x="19431" y="922972"/>
                  </a:lnTo>
                  <a:lnTo>
                    <a:pt x="24765" y="923925"/>
                  </a:lnTo>
                  <a:lnTo>
                    <a:pt x="27647" y="927925"/>
                  </a:lnTo>
                  <a:lnTo>
                    <a:pt x="27800" y="929068"/>
                  </a:lnTo>
                  <a:lnTo>
                    <a:pt x="28282" y="935266"/>
                  </a:lnTo>
                  <a:lnTo>
                    <a:pt x="28282" y="914120"/>
                  </a:lnTo>
                  <a:lnTo>
                    <a:pt x="27139" y="914120"/>
                  </a:lnTo>
                  <a:lnTo>
                    <a:pt x="19519" y="914692"/>
                  </a:lnTo>
                  <a:lnTo>
                    <a:pt x="12763" y="917549"/>
                  </a:lnTo>
                  <a:lnTo>
                    <a:pt x="6858" y="922693"/>
                  </a:lnTo>
                  <a:lnTo>
                    <a:pt x="6858" y="833247"/>
                  </a:lnTo>
                  <a:lnTo>
                    <a:pt x="0" y="833247"/>
                  </a:lnTo>
                  <a:lnTo>
                    <a:pt x="0" y="986409"/>
                  </a:lnTo>
                  <a:lnTo>
                    <a:pt x="15240" y="971550"/>
                  </a:lnTo>
                  <a:lnTo>
                    <a:pt x="22288" y="964692"/>
                  </a:lnTo>
                  <a:lnTo>
                    <a:pt x="37147" y="951268"/>
                  </a:lnTo>
                  <a:lnTo>
                    <a:pt x="41910" y="946124"/>
                  </a:lnTo>
                  <a:lnTo>
                    <a:pt x="44577" y="940117"/>
                  </a:lnTo>
                  <a:lnTo>
                    <a:pt x="45148" y="933259"/>
                  </a:lnTo>
                  <a:lnTo>
                    <a:pt x="45148" y="927925"/>
                  </a:lnTo>
                  <a:close/>
                </a:path>
                <a:path w="1939289" h="1290954">
                  <a:moveTo>
                    <a:pt x="101727" y="813625"/>
                  </a:moveTo>
                  <a:lnTo>
                    <a:pt x="99910" y="809155"/>
                  </a:lnTo>
                  <a:lnTo>
                    <a:pt x="96291" y="805535"/>
                  </a:lnTo>
                  <a:lnTo>
                    <a:pt x="92671" y="801725"/>
                  </a:lnTo>
                  <a:lnTo>
                    <a:pt x="88480" y="799820"/>
                  </a:lnTo>
                  <a:lnTo>
                    <a:pt x="84861" y="799820"/>
                  </a:lnTo>
                  <a:lnTo>
                    <a:pt x="84861" y="820966"/>
                  </a:lnTo>
                  <a:lnTo>
                    <a:pt x="84480" y="827443"/>
                  </a:lnTo>
                  <a:lnTo>
                    <a:pt x="81813" y="833920"/>
                  </a:lnTo>
                  <a:lnTo>
                    <a:pt x="76860" y="840397"/>
                  </a:lnTo>
                  <a:lnTo>
                    <a:pt x="63436" y="857250"/>
                  </a:lnTo>
                  <a:lnTo>
                    <a:pt x="63436" y="818680"/>
                  </a:lnTo>
                  <a:lnTo>
                    <a:pt x="73152" y="808494"/>
                  </a:lnTo>
                  <a:lnTo>
                    <a:pt x="76009" y="808672"/>
                  </a:lnTo>
                  <a:lnTo>
                    <a:pt x="81343" y="809625"/>
                  </a:lnTo>
                  <a:lnTo>
                    <a:pt x="84226" y="813625"/>
                  </a:lnTo>
                  <a:lnTo>
                    <a:pt x="84378" y="814768"/>
                  </a:lnTo>
                  <a:lnTo>
                    <a:pt x="84861" y="820966"/>
                  </a:lnTo>
                  <a:lnTo>
                    <a:pt x="84861" y="799820"/>
                  </a:lnTo>
                  <a:lnTo>
                    <a:pt x="83718" y="799820"/>
                  </a:lnTo>
                  <a:lnTo>
                    <a:pt x="76098" y="800392"/>
                  </a:lnTo>
                  <a:lnTo>
                    <a:pt x="69342" y="803249"/>
                  </a:lnTo>
                  <a:lnTo>
                    <a:pt x="63436" y="808393"/>
                  </a:lnTo>
                  <a:lnTo>
                    <a:pt x="63436" y="718947"/>
                  </a:lnTo>
                  <a:lnTo>
                    <a:pt x="56578" y="718947"/>
                  </a:lnTo>
                  <a:lnTo>
                    <a:pt x="56578" y="872109"/>
                  </a:lnTo>
                  <a:lnTo>
                    <a:pt x="71818" y="857250"/>
                  </a:lnTo>
                  <a:lnTo>
                    <a:pt x="78867" y="850392"/>
                  </a:lnTo>
                  <a:lnTo>
                    <a:pt x="93726" y="836968"/>
                  </a:lnTo>
                  <a:lnTo>
                    <a:pt x="98488" y="831824"/>
                  </a:lnTo>
                  <a:lnTo>
                    <a:pt x="101155" y="825817"/>
                  </a:lnTo>
                  <a:lnTo>
                    <a:pt x="101727" y="818959"/>
                  </a:lnTo>
                  <a:lnTo>
                    <a:pt x="101727" y="813625"/>
                  </a:lnTo>
                  <a:close/>
                </a:path>
                <a:path w="1939289" h="1290954">
                  <a:moveTo>
                    <a:pt x="212344" y="829678"/>
                  </a:moveTo>
                  <a:lnTo>
                    <a:pt x="191008" y="829678"/>
                  </a:lnTo>
                  <a:lnTo>
                    <a:pt x="192024" y="824395"/>
                  </a:lnTo>
                  <a:lnTo>
                    <a:pt x="191833" y="817156"/>
                  </a:lnTo>
                  <a:lnTo>
                    <a:pt x="189255" y="811911"/>
                  </a:lnTo>
                  <a:lnTo>
                    <a:pt x="184302" y="808672"/>
                  </a:lnTo>
                  <a:lnTo>
                    <a:pt x="179730" y="805053"/>
                  </a:lnTo>
                  <a:lnTo>
                    <a:pt x="173253" y="803338"/>
                  </a:lnTo>
                  <a:lnTo>
                    <a:pt x="164871" y="803529"/>
                  </a:lnTo>
                  <a:lnTo>
                    <a:pt x="156946" y="804494"/>
                  </a:lnTo>
                  <a:lnTo>
                    <a:pt x="122364" y="827608"/>
                  </a:lnTo>
                  <a:lnTo>
                    <a:pt x="121373" y="829678"/>
                  </a:lnTo>
                  <a:lnTo>
                    <a:pt x="101206" y="829678"/>
                  </a:lnTo>
                  <a:lnTo>
                    <a:pt x="101206" y="836815"/>
                  </a:lnTo>
                  <a:lnTo>
                    <a:pt x="118668" y="836815"/>
                  </a:lnTo>
                  <a:lnTo>
                    <a:pt x="117729" y="841540"/>
                  </a:lnTo>
                  <a:lnTo>
                    <a:pt x="117817" y="844677"/>
                  </a:lnTo>
                  <a:lnTo>
                    <a:pt x="117729" y="886828"/>
                  </a:lnTo>
                  <a:lnTo>
                    <a:pt x="101206" y="886828"/>
                  </a:lnTo>
                  <a:lnTo>
                    <a:pt x="101206" y="893965"/>
                  </a:lnTo>
                  <a:lnTo>
                    <a:pt x="117729" y="893965"/>
                  </a:lnTo>
                  <a:lnTo>
                    <a:pt x="117729" y="943978"/>
                  </a:lnTo>
                  <a:lnTo>
                    <a:pt x="101206" y="943978"/>
                  </a:lnTo>
                  <a:lnTo>
                    <a:pt x="101206" y="951115"/>
                  </a:lnTo>
                  <a:lnTo>
                    <a:pt x="117729" y="951115"/>
                  </a:lnTo>
                  <a:lnTo>
                    <a:pt x="117729" y="955840"/>
                  </a:lnTo>
                  <a:lnTo>
                    <a:pt x="117729" y="1147572"/>
                  </a:lnTo>
                  <a:lnTo>
                    <a:pt x="127723" y="1147572"/>
                  </a:lnTo>
                  <a:lnTo>
                    <a:pt x="127723" y="973582"/>
                  </a:lnTo>
                  <a:lnTo>
                    <a:pt x="129730" y="975169"/>
                  </a:lnTo>
                  <a:lnTo>
                    <a:pt x="135636" y="977074"/>
                  </a:lnTo>
                  <a:lnTo>
                    <a:pt x="142875" y="977265"/>
                  </a:lnTo>
                  <a:lnTo>
                    <a:pt x="151358" y="976312"/>
                  </a:lnTo>
                  <a:lnTo>
                    <a:pt x="187375" y="953262"/>
                  </a:lnTo>
                  <a:lnTo>
                    <a:pt x="188353" y="951115"/>
                  </a:lnTo>
                  <a:lnTo>
                    <a:pt x="212344" y="951115"/>
                  </a:lnTo>
                  <a:lnTo>
                    <a:pt x="212344" y="943978"/>
                  </a:lnTo>
                  <a:lnTo>
                    <a:pt x="191008" y="943978"/>
                  </a:lnTo>
                  <a:lnTo>
                    <a:pt x="192024" y="938695"/>
                  </a:lnTo>
                  <a:lnTo>
                    <a:pt x="191833" y="931456"/>
                  </a:lnTo>
                  <a:lnTo>
                    <a:pt x="189255" y="926211"/>
                  </a:lnTo>
                  <a:lnTo>
                    <a:pt x="184302" y="922972"/>
                  </a:lnTo>
                  <a:lnTo>
                    <a:pt x="179730" y="919353"/>
                  </a:lnTo>
                  <a:lnTo>
                    <a:pt x="173253" y="917638"/>
                  </a:lnTo>
                  <a:lnTo>
                    <a:pt x="164871" y="917829"/>
                  </a:lnTo>
                  <a:lnTo>
                    <a:pt x="156946" y="918794"/>
                  </a:lnTo>
                  <a:lnTo>
                    <a:pt x="149161" y="921118"/>
                  </a:lnTo>
                  <a:lnTo>
                    <a:pt x="141516" y="924788"/>
                  </a:lnTo>
                  <a:lnTo>
                    <a:pt x="134010" y="929830"/>
                  </a:lnTo>
                  <a:lnTo>
                    <a:pt x="127723" y="935291"/>
                  </a:lnTo>
                  <a:lnTo>
                    <a:pt x="127723" y="893965"/>
                  </a:lnTo>
                  <a:lnTo>
                    <a:pt x="212344" y="893965"/>
                  </a:lnTo>
                  <a:lnTo>
                    <a:pt x="212344" y="886828"/>
                  </a:lnTo>
                  <a:lnTo>
                    <a:pt x="127723" y="886828"/>
                  </a:lnTo>
                  <a:lnTo>
                    <a:pt x="127723" y="859282"/>
                  </a:lnTo>
                  <a:lnTo>
                    <a:pt x="129730" y="860869"/>
                  </a:lnTo>
                  <a:lnTo>
                    <a:pt x="135636" y="862774"/>
                  </a:lnTo>
                  <a:lnTo>
                    <a:pt x="142875" y="862965"/>
                  </a:lnTo>
                  <a:lnTo>
                    <a:pt x="151358" y="862012"/>
                  </a:lnTo>
                  <a:lnTo>
                    <a:pt x="187375" y="838962"/>
                  </a:lnTo>
                  <a:lnTo>
                    <a:pt x="188353" y="836815"/>
                  </a:lnTo>
                  <a:lnTo>
                    <a:pt x="212344" y="836815"/>
                  </a:lnTo>
                  <a:lnTo>
                    <a:pt x="212344" y="829678"/>
                  </a:lnTo>
                  <a:close/>
                </a:path>
                <a:path w="1939289" h="1290954">
                  <a:moveTo>
                    <a:pt x="376250" y="1081570"/>
                  </a:moveTo>
                  <a:lnTo>
                    <a:pt x="376059" y="1074331"/>
                  </a:lnTo>
                  <a:lnTo>
                    <a:pt x="373494" y="1069086"/>
                  </a:lnTo>
                  <a:lnTo>
                    <a:pt x="368541" y="1065847"/>
                  </a:lnTo>
                  <a:lnTo>
                    <a:pt x="363969" y="1062228"/>
                  </a:lnTo>
                  <a:lnTo>
                    <a:pt x="357492" y="1060513"/>
                  </a:lnTo>
                  <a:lnTo>
                    <a:pt x="349110" y="1060704"/>
                  </a:lnTo>
                  <a:lnTo>
                    <a:pt x="341172" y="1061669"/>
                  </a:lnTo>
                  <a:lnTo>
                    <a:pt x="306603" y="1084783"/>
                  </a:lnTo>
                  <a:lnTo>
                    <a:pt x="301955" y="1098715"/>
                  </a:lnTo>
                  <a:lnTo>
                    <a:pt x="302044" y="1101852"/>
                  </a:lnTo>
                  <a:lnTo>
                    <a:pt x="301955" y="1290447"/>
                  </a:lnTo>
                  <a:lnTo>
                    <a:pt x="311962" y="1290447"/>
                  </a:lnTo>
                  <a:lnTo>
                    <a:pt x="311962" y="1116469"/>
                  </a:lnTo>
                  <a:lnTo>
                    <a:pt x="313956" y="1118044"/>
                  </a:lnTo>
                  <a:lnTo>
                    <a:pt x="319862" y="1119949"/>
                  </a:lnTo>
                  <a:lnTo>
                    <a:pt x="327101" y="1120140"/>
                  </a:lnTo>
                  <a:lnTo>
                    <a:pt x="335584" y="1119187"/>
                  </a:lnTo>
                  <a:lnTo>
                    <a:pt x="371602" y="1096137"/>
                  </a:lnTo>
                  <a:lnTo>
                    <a:pt x="374802" y="1089139"/>
                  </a:lnTo>
                  <a:lnTo>
                    <a:pt x="376250" y="1081570"/>
                  </a:lnTo>
                  <a:close/>
                </a:path>
                <a:path w="1939289" h="1290954">
                  <a:moveTo>
                    <a:pt x="1938909" y="1004697"/>
                  </a:moveTo>
                  <a:lnTo>
                    <a:pt x="659561" y="1004697"/>
                  </a:lnTo>
                  <a:lnTo>
                    <a:pt x="659561" y="0"/>
                  </a:lnTo>
                  <a:lnTo>
                    <a:pt x="650989" y="0"/>
                  </a:lnTo>
                  <a:lnTo>
                    <a:pt x="650989" y="1004697"/>
                  </a:lnTo>
                  <a:lnTo>
                    <a:pt x="646861" y="1004697"/>
                  </a:lnTo>
                  <a:lnTo>
                    <a:pt x="646861" y="1010412"/>
                  </a:lnTo>
                  <a:lnTo>
                    <a:pt x="650989" y="1010412"/>
                  </a:lnTo>
                  <a:lnTo>
                    <a:pt x="650989" y="1061847"/>
                  </a:lnTo>
                  <a:lnTo>
                    <a:pt x="646861" y="1061847"/>
                  </a:lnTo>
                  <a:lnTo>
                    <a:pt x="646861" y="1067562"/>
                  </a:lnTo>
                  <a:lnTo>
                    <a:pt x="650989" y="1067562"/>
                  </a:lnTo>
                  <a:lnTo>
                    <a:pt x="650989" y="1118997"/>
                  </a:lnTo>
                  <a:lnTo>
                    <a:pt x="646861" y="1118997"/>
                  </a:lnTo>
                  <a:lnTo>
                    <a:pt x="646861" y="1124712"/>
                  </a:lnTo>
                  <a:lnTo>
                    <a:pt x="650989" y="1124712"/>
                  </a:lnTo>
                  <a:lnTo>
                    <a:pt x="650989" y="1176147"/>
                  </a:lnTo>
                  <a:lnTo>
                    <a:pt x="646861" y="1176147"/>
                  </a:lnTo>
                  <a:lnTo>
                    <a:pt x="646861" y="1181862"/>
                  </a:lnTo>
                  <a:lnTo>
                    <a:pt x="650989" y="1181862"/>
                  </a:lnTo>
                  <a:lnTo>
                    <a:pt x="650989" y="1233297"/>
                  </a:lnTo>
                  <a:lnTo>
                    <a:pt x="646861" y="1233297"/>
                  </a:lnTo>
                  <a:lnTo>
                    <a:pt x="646861" y="1239012"/>
                  </a:lnTo>
                  <a:lnTo>
                    <a:pt x="650989" y="1239012"/>
                  </a:lnTo>
                  <a:lnTo>
                    <a:pt x="659561" y="1239012"/>
                  </a:lnTo>
                  <a:lnTo>
                    <a:pt x="1938909" y="1239012"/>
                  </a:lnTo>
                  <a:lnTo>
                    <a:pt x="1938909" y="1233297"/>
                  </a:lnTo>
                  <a:lnTo>
                    <a:pt x="659561" y="1233297"/>
                  </a:lnTo>
                  <a:lnTo>
                    <a:pt x="659561" y="1181862"/>
                  </a:lnTo>
                  <a:lnTo>
                    <a:pt x="1938909" y="1181862"/>
                  </a:lnTo>
                  <a:lnTo>
                    <a:pt x="1938909" y="1176147"/>
                  </a:lnTo>
                  <a:lnTo>
                    <a:pt x="659561" y="1176147"/>
                  </a:lnTo>
                  <a:lnTo>
                    <a:pt x="659561" y="1124712"/>
                  </a:lnTo>
                  <a:lnTo>
                    <a:pt x="1938909" y="1124712"/>
                  </a:lnTo>
                  <a:lnTo>
                    <a:pt x="1938909" y="1118997"/>
                  </a:lnTo>
                  <a:lnTo>
                    <a:pt x="659561" y="1118997"/>
                  </a:lnTo>
                  <a:lnTo>
                    <a:pt x="659561" y="1067562"/>
                  </a:lnTo>
                  <a:lnTo>
                    <a:pt x="1938909" y="1067562"/>
                  </a:lnTo>
                  <a:lnTo>
                    <a:pt x="1938909" y="1061847"/>
                  </a:lnTo>
                  <a:lnTo>
                    <a:pt x="659561" y="1061847"/>
                  </a:lnTo>
                  <a:lnTo>
                    <a:pt x="659561" y="1010412"/>
                  </a:lnTo>
                  <a:lnTo>
                    <a:pt x="1938909" y="1010412"/>
                  </a:lnTo>
                  <a:lnTo>
                    <a:pt x="1938909" y="1004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912820" y="3603984"/>
              <a:ext cx="174307" cy="314324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2180539" y="2627868"/>
              <a:ext cx="1983105" cy="1290955"/>
            </a:xfrm>
            <a:custGeom>
              <a:avLst/>
              <a:gdLst/>
              <a:ahLst/>
              <a:cxnLst/>
              <a:rect l="l" t="t" r="r" b="b"/>
              <a:pathLst>
                <a:path w="1983104" h="1290954">
                  <a:moveTo>
                    <a:pt x="111137" y="886828"/>
                  </a:moveTo>
                  <a:lnTo>
                    <a:pt x="61836" y="886828"/>
                  </a:lnTo>
                  <a:lnTo>
                    <a:pt x="66586" y="884732"/>
                  </a:lnTo>
                  <a:lnTo>
                    <a:pt x="74523" y="879830"/>
                  </a:lnTo>
                  <a:lnTo>
                    <a:pt x="81229" y="873963"/>
                  </a:lnTo>
                  <a:lnTo>
                    <a:pt x="86169" y="867537"/>
                  </a:lnTo>
                  <a:lnTo>
                    <a:pt x="89369" y="860539"/>
                  </a:lnTo>
                  <a:lnTo>
                    <a:pt x="90817" y="852970"/>
                  </a:lnTo>
                  <a:lnTo>
                    <a:pt x="90627" y="845731"/>
                  </a:lnTo>
                  <a:lnTo>
                    <a:pt x="88049" y="840486"/>
                  </a:lnTo>
                  <a:lnTo>
                    <a:pt x="83096" y="837247"/>
                  </a:lnTo>
                  <a:lnTo>
                    <a:pt x="78524" y="833628"/>
                  </a:lnTo>
                  <a:lnTo>
                    <a:pt x="72047" y="831913"/>
                  </a:lnTo>
                  <a:lnTo>
                    <a:pt x="63665" y="832104"/>
                  </a:lnTo>
                  <a:lnTo>
                    <a:pt x="55740" y="833069"/>
                  </a:lnTo>
                  <a:lnTo>
                    <a:pt x="21158" y="856183"/>
                  </a:lnTo>
                  <a:lnTo>
                    <a:pt x="16522" y="870115"/>
                  </a:lnTo>
                  <a:lnTo>
                    <a:pt x="16611" y="873252"/>
                  </a:lnTo>
                  <a:lnTo>
                    <a:pt x="16522" y="886828"/>
                  </a:lnTo>
                  <a:lnTo>
                    <a:pt x="0" y="886828"/>
                  </a:lnTo>
                  <a:lnTo>
                    <a:pt x="0" y="893965"/>
                  </a:lnTo>
                  <a:lnTo>
                    <a:pt x="16522" y="893965"/>
                  </a:lnTo>
                  <a:lnTo>
                    <a:pt x="16522" y="943978"/>
                  </a:lnTo>
                  <a:lnTo>
                    <a:pt x="0" y="943978"/>
                  </a:lnTo>
                  <a:lnTo>
                    <a:pt x="0" y="951115"/>
                  </a:lnTo>
                  <a:lnTo>
                    <a:pt x="16522" y="951115"/>
                  </a:lnTo>
                  <a:lnTo>
                    <a:pt x="16522" y="984415"/>
                  </a:lnTo>
                  <a:lnTo>
                    <a:pt x="16522" y="1176147"/>
                  </a:lnTo>
                  <a:lnTo>
                    <a:pt x="26517" y="1176147"/>
                  </a:lnTo>
                  <a:lnTo>
                    <a:pt x="26517" y="1002157"/>
                  </a:lnTo>
                  <a:lnTo>
                    <a:pt x="28524" y="1003744"/>
                  </a:lnTo>
                  <a:lnTo>
                    <a:pt x="34429" y="1005649"/>
                  </a:lnTo>
                  <a:lnTo>
                    <a:pt x="41668" y="1005840"/>
                  </a:lnTo>
                  <a:lnTo>
                    <a:pt x="50152" y="1004887"/>
                  </a:lnTo>
                  <a:lnTo>
                    <a:pt x="86169" y="981837"/>
                  </a:lnTo>
                  <a:lnTo>
                    <a:pt x="90817" y="967270"/>
                  </a:lnTo>
                  <a:lnTo>
                    <a:pt x="90627" y="960031"/>
                  </a:lnTo>
                  <a:lnTo>
                    <a:pt x="88049" y="954786"/>
                  </a:lnTo>
                  <a:lnTo>
                    <a:pt x="83096" y="951547"/>
                  </a:lnTo>
                  <a:lnTo>
                    <a:pt x="82550" y="951115"/>
                  </a:lnTo>
                  <a:lnTo>
                    <a:pt x="111137" y="951115"/>
                  </a:lnTo>
                  <a:lnTo>
                    <a:pt x="111137" y="943978"/>
                  </a:lnTo>
                  <a:lnTo>
                    <a:pt x="44983" y="943978"/>
                  </a:lnTo>
                  <a:lnTo>
                    <a:pt x="44983" y="951115"/>
                  </a:lnTo>
                  <a:lnTo>
                    <a:pt x="40309" y="953363"/>
                  </a:lnTo>
                  <a:lnTo>
                    <a:pt x="32804" y="958405"/>
                  </a:lnTo>
                  <a:lnTo>
                    <a:pt x="26517" y="963866"/>
                  </a:lnTo>
                  <a:lnTo>
                    <a:pt x="26517" y="951115"/>
                  </a:lnTo>
                  <a:lnTo>
                    <a:pt x="44983" y="951115"/>
                  </a:lnTo>
                  <a:lnTo>
                    <a:pt x="44983" y="943978"/>
                  </a:lnTo>
                  <a:lnTo>
                    <a:pt x="26517" y="943978"/>
                  </a:lnTo>
                  <a:lnTo>
                    <a:pt x="26517" y="893965"/>
                  </a:lnTo>
                  <a:lnTo>
                    <a:pt x="111137" y="893965"/>
                  </a:lnTo>
                  <a:lnTo>
                    <a:pt x="111137" y="886828"/>
                  </a:lnTo>
                  <a:close/>
                </a:path>
                <a:path w="1983104" h="1290954">
                  <a:moveTo>
                    <a:pt x="275043" y="1081570"/>
                  </a:moveTo>
                  <a:lnTo>
                    <a:pt x="274853" y="1074331"/>
                  </a:lnTo>
                  <a:lnTo>
                    <a:pt x="272288" y="1069086"/>
                  </a:lnTo>
                  <a:lnTo>
                    <a:pt x="267335" y="1065847"/>
                  </a:lnTo>
                  <a:lnTo>
                    <a:pt x="262763" y="1062228"/>
                  </a:lnTo>
                  <a:lnTo>
                    <a:pt x="256286" y="1060513"/>
                  </a:lnTo>
                  <a:lnTo>
                    <a:pt x="247904" y="1060704"/>
                  </a:lnTo>
                  <a:lnTo>
                    <a:pt x="239966" y="1061669"/>
                  </a:lnTo>
                  <a:lnTo>
                    <a:pt x="205397" y="1084783"/>
                  </a:lnTo>
                  <a:lnTo>
                    <a:pt x="200748" y="1098715"/>
                  </a:lnTo>
                  <a:lnTo>
                    <a:pt x="200837" y="1101852"/>
                  </a:lnTo>
                  <a:lnTo>
                    <a:pt x="200748" y="1290447"/>
                  </a:lnTo>
                  <a:lnTo>
                    <a:pt x="210756" y="1290447"/>
                  </a:lnTo>
                  <a:lnTo>
                    <a:pt x="210756" y="1116469"/>
                  </a:lnTo>
                  <a:lnTo>
                    <a:pt x="212750" y="1118044"/>
                  </a:lnTo>
                  <a:lnTo>
                    <a:pt x="218655" y="1119949"/>
                  </a:lnTo>
                  <a:lnTo>
                    <a:pt x="225894" y="1120140"/>
                  </a:lnTo>
                  <a:lnTo>
                    <a:pt x="234378" y="1119187"/>
                  </a:lnTo>
                  <a:lnTo>
                    <a:pt x="270408" y="1096137"/>
                  </a:lnTo>
                  <a:lnTo>
                    <a:pt x="273596" y="1089139"/>
                  </a:lnTo>
                  <a:lnTo>
                    <a:pt x="275043" y="1081570"/>
                  </a:lnTo>
                  <a:close/>
                </a:path>
                <a:path w="1983104" h="1290954">
                  <a:moveTo>
                    <a:pt x="1982520" y="1004697"/>
                  </a:moveTo>
                  <a:lnTo>
                    <a:pt x="952881" y="1004697"/>
                  </a:lnTo>
                  <a:lnTo>
                    <a:pt x="952881" y="0"/>
                  </a:lnTo>
                  <a:lnTo>
                    <a:pt x="944308" y="0"/>
                  </a:lnTo>
                  <a:lnTo>
                    <a:pt x="944308" y="1004697"/>
                  </a:lnTo>
                  <a:lnTo>
                    <a:pt x="940181" y="1004697"/>
                  </a:lnTo>
                  <a:lnTo>
                    <a:pt x="940181" y="1010412"/>
                  </a:lnTo>
                  <a:lnTo>
                    <a:pt x="944308" y="1010412"/>
                  </a:lnTo>
                  <a:lnTo>
                    <a:pt x="944308" y="1061847"/>
                  </a:lnTo>
                  <a:lnTo>
                    <a:pt x="940181" y="1061847"/>
                  </a:lnTo>
                  <a:lnTo>
                    <a:pt x="940181" y="1067562"/>
                  </a:lnTo>
                  <a:lnTo>
                    <a:pt x="944308" y="1067562"/>
                  </a:lnTo>
                  <a:lnTo>
                    <a:pt x="944308" y="1118997"/>
                  </a:lnTo>
                  <a:lnTo>
                    <a:pt x="940181" y="1118997"/>
                  </a:lnTo>
                  <a:lnTo>
                    <a:pt x="940181" y="1124712"/>
                  </a:lnTo>
                  <a:lnTo>
                    <a:pt x="944308" y="1124712"/>
                  </a:lnTo>
                  <a:lnTo>
                    <a:pt x="944308" y="1176147"/>
                  </a:lnTo>
                  <a:lnTo>
                    <a:pt x="940181" y="1176147"/>
                  </a:lnTo>
                  <a:lnTo>
                    <a:pt x="940181" y="1181862"/>
                  </a:lnTo>
                  <a:lnTo>
                    <a:pt x="944308" y="1181862"/>
                  </a:lnTo>
                  <a:lnTo>
                    <a:pt x="944308" y="1233297"/>
                  </a:lnTo>
                  <a:lnTo>
                    <a:pt x="940181" y="1233297"/>
                  </a:lnTo>
                  <a:lnTo>
                    <a:pt x="940181" y="1239012"/>
                  </a:lnTo>
                  <a:lnTo>
                    <a:pt x="944308" y="1239012"/>
                  </a:lnTo>
                  <a:lnTo>
                    <a:pt x="952881" y="1239012"/>
                  </a:lnTo>
                  <a:lnTo>
                    <a:pt x="1982520" y="1239012"/>
                  </a:lnTo>
                  <a:lnTo>
                    <a:pt x="1982520" y="1233297"/>
                  </a:lnTo>
                  <a:lnTo>
                    <a:pt x="952881" y="1233297"/>
                  </a:lnTo>
                  <a:lnTo>
                    <a:pt x="952881" y="1181862"/>
                  </a:lnTo>
                  <a:lnTo>
                    <a:pt x="1982520" y="1181862"/>
                  </a:lnTo>
                  <a:lnTo>
                    <a:pt x="1982520" y="1176147"/>
                  </a:lnTo>
                  <a:lnTo>
                    <a:pt x="952881" y="1176147"/>
                  </a:lnTo>
                  <a:lnTo>
                    <a:pt x="952881" y="1124712"/>
                  </a:lnTo>
                  <a:lnTo>
                    <a:pt x="1982520" y="1124712"/>
                  </a:lnTo>
                  <a:lnTo>
                    <a:pt x="1982520" y="1118997"/>
                  </a:lnTo>
                  <a:lnTo>
                    <a:pt x="952881" y="1118997"/>
                  </a:lnTo>
                  <a:lnTo>
                    <a:pt x="952881" y="1067562"/>
                  </a:lnTo>
                  <a:lnTo>
                    <a:pt x="1982520" y="1067562"/>
                  </a:lnTo>
                  <a:lnTo>
                    <a:pt x="1982520" y="1061847"/>
                  </a:lnTo>
                  <a:lnTo>
                    <a:pt x="952881" y="1061847"/>
                  </a:lnTo>
                  <a:lnTo>
                    <a:pt x="952881" y="1010412"/>
                  </a:lnTo>
                  <a:lnTo>
                    <a:pt x="1982520" y="1010412"/>
                  </a:lnTo>
                  <a:lnTo>
                    <a:pt x="1982520" y="1004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204864" y="3632559"/>
              <a:ext cx="212883" cy="314324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3617404" y="2627868"/>
              <a:ext cx="2032000" cy="1319530"/>
            </a:xfrm>
            <a:custGeom>
              <a:avLst/>
              <a:gdLst/>
              <a:ahLst/>
              <a:cxnLst/>
              <a:rect l="l" t="t" r="r" b="b"/>
              <a:pathLst>
                <a:path w="2032000" h="1319529">
                  <a:moveTo>
                    <a:pt x="111137" y="886828"/>
                  </a:moveTo>
                  <a:lnTo>
                    <a:pt x="61823" y="886828"/>
                  </a:lnTo>
                  <a:lnTo>
                    <a:pt x="66573" y="884732"/>
                  </a:lnTo>
                  <a:lnTo>
                    <a:pt x="74523" y="879830"/>
                  </a:lnTo>
                  <a:lnTo>
                    <a:pt x="81216" y="873963"/>
                  </a:lnTo>
                  <a:lnTo>
                    <a:pt x="86169" y="867537"/>
                  </a:lnTo>
                  <a:lnTo>
                    <a:pt x="89357" y="860539"/>
                  </a:lnTo>
                  <a:lnTo>
                    <a:pt x="90805" y="852970"/>
                  </a:lnTo>
                  <a:lnTo>
                    <a:pt x="90614" y="845731"/>
                  </a:lnTo>
                  <a:lnTo>
                    <a:pt x="88049" y="840486"/>
                  </a:lnTo>
                  <a:lnTo>
                    <a:pt x="83096" y="837247"/>
                  </a:lnTo>
                  <a:lnTo>
                    <a:pt x="78524" y="833628"/>
                  </a:lnTo>
                  <a:lnTo>
                    <a:pt x="72047" y="831913"/>
                  </a:lnTo>
                  <a:lnTo>
                    <a:pt x="63665" y="832104"/>
                  </a:lnTo>
                  <a:lnTo>
                    <a:pt x="55727" y="833069"/>
                  </a:lnTo>
                  <a:lnTo>
                    <a:pt x="21158" y="856183"/>
                  </a:lnTo>
                  <a:lnTo>
                    <a:pt x="16510" y="870115"/>
                  </a:lnTo>
                  <a:lnTo>
                    <a:pt x="16598" y="873252"/>
                  </a:lnTo>
                  <a:lnTo>
                    <a:pt x="16510" y="886828"/>
                  </a:lnTo>
                  <a:lnTo>
                    <a:pt x="0" y="886828"/>
                  </a:lnTo>
                  <a:lnTo>
                    <a:pt x="0" y="893965"/>
                  </a:lnTo>
                  <a:lnTo>
                    <a:pt x="16510" y="893965"/>
                  </a:lnTo>
                  <a:lnTo>
                    <a:pt x="16510" y="943978"/>
                  </a:lnTo>
                  <a:lnTo>
                    <a:pt x="0" y="943978"/>
                  </a:lnTo>
                  <a:lnTo>
                    <a:pt x="0" y="951115"/>
                  </a:lnTo>
                  <a:lnTo>
                    <a:pt x="16510" y="951115"/>
                  </a:lnTo>
                  <a:lnTo>
                    <a:pt x="16510" y="984415"/>
                  </a:lnTo>
                  <a:lnTo>
                    <a:pt x="16510" y="1176147"/>
                  </a:lnTo>
                  <a:lnTo>
                    <a:pt x="26517" y="1176147"/>
                  </a:lnTo>
                  <a:lnTo>
                    <a:pt x="26517" y="1002169"/>
                  </a:lnTo>
                  <a:lnTo>
                    <a:pt x="28511" y="1003744"/>
                  </a:lnTo>
                  <a:lnTo>
                    <a:pt x="34417" y="1005649"/>
                  </a:lnTo>
                  <a:lnTo>
                    <a:pt x="41656" y="1005840"/>
                  </a:lnTo>
                  <a:lnTo>
                    <a:pt x="50139" y="1004887"/>
                  </a:lnTo>
                  <a:lnTo>
                    <a:pt x="86169" y="981837"/>
                  </a:lnTo>
                  <a:lnTo>
                    <a:pt x="90805" y="967270"/>
                  </a:lnTo>
                  <a:lnTo>
                    <a:pt x="90614" y="960031"/>
                  </a:lnTo>
                  <a:lnTo>
                    <a:pt x="88049" y="954786"/>
                  </a:lnTo>
                  <a:lnTo>
                    <a:pt x="83096" y="951547"/>
                  </a:lnTo>
                  <a:lnTo>
                    <a:pt x="82550" y="951115"/>
                  </a:lnTo>
                  <a:lnTo>
                    <a:pt x="111137" y="951115"/>
                  </a:lnTo>
                  <a:lnTo>
                    <a:pt x="111137" y="943978"/>
                  </a:lnTo>
                  <a:lnTo>
                    <a:pt x="44970" y="943978"/>
                  </a:lnTo>
                  <a:lnTo>
                    <a:pt x="44970" y="951115"/>
                  </a:lnTo>
                  <a:lnTo>
                    <a:pt x="40297" y="953363"/>
                  </a:lnTo>
                  <a:lnTo>
                    <a:pt x="32804" y="958405"/>
                  </a:lnTo>
                  <a:lnTo>
                    <a:pt x="26517" y="963853"/>
                  </a:lnTo>
                  <a:lnTo>
                    <a:pt x="26517" y="951115"/>
                  </a:lnTo>
                  <a:lnTo>
                    <a:pt x="44970" y="951115"/>
                  </a:lnTo>
                  <a:lnTo>
                    <a:pt x="44970" y="943978"/>
                  </a:lnTo>
                  <a:lnTo>
                    <a:pt x="26517" y="943978"/>
                  </a:lnTo>
                  <a:lnTo>
                    <a:pt x="26517" y="893965"/>
                  </a:lnTo>
                  <a:lnTo>
                    <a:pt x="111137" y="893965"/>
                  </a:lnTo>
                  <a:lnTo>
                    <a:pt x="111137" y="886828"/>
                  </a:lnTo>
                  <a:close/>
                </a:path>
                <a:path w="2032000" h="1319529">
                  <a:moveTo>
                    <a:pt x="275043" y="1110145"/>
                  </a:moveTo>
                  <a:lnTo>
                    <a:pt x="274853" y="1102906"/>
                  </a:lnTo>
                  <a:lnTo>
                    <a:pt x="272275" y="1097661"/>
                  </a:lnTo>
                  <a:lnTo>
                    <a:pt x="267322" y="1094422"/>
                  </a:lnTo>
                  <a:lnTo>
                    <a:pt x="262750" y="1090803"/>
                  </a:lnTo>
                  <a:lnTo>
                    <a:pt x="256273" y="1089088"/>
                  </a:lnTo>
                  <a:lnTo>
                    <a:pt x="247891" y="1089279"/>
                  </a:lnTo>
                  <a:lnTo>
                    <a:pt x="239966" y="1090244"/>
                  </a:lnTo>
                  <a:lnTo>
                    <a:pt x="205384" y="1113358"/>
                  </a:lnTo>
                  <a:lnTo>
                    <a:pt x="200748" y="1127290"/>
                  </a:lnTo>
                  <a:lnTo>
                    <a:pt x="200837" y="1130427"/>
                  </a:lnTo>
                  <a:lnTo>
                    <a:pt x="200748" y="1319022"/>
                  </a:lnTo>
                  <a:lnTo>
                    <a:pt x="210743" y="1319022"/>
                  </a:lnTo>
                  <a:lnTo>
                    <a:pt x="210743" y="1145032"/>
                  </a:lnTo>
                  <a:lnTo>
                    <a:pt x="212750" y="1146619"/>
                  </a:lnTo>
                  <a:lnTo>
                    <a:pt x="218655" y="1148524"/>
                  </a:lnTo>
                  <a:lnTo>
                    <a:pt x="225894" y="1148715"/>
                  </a:lnTo>
                  <a:lnTo>
                    <a:pt x="234378" y="1147762"/>
                  </a:lnTo>
                  <a:lnTo>
                    <a:pt x="270395" y="1124712"/>
                  </a:lnTo>
                  <a:lnTo>
                    <a:pt x="273596" y="1117714"/>
                  </a:lnTo>
                  <a:lnTo>
                    <a:pt x="275043" y="1110145"/>
                  </a:lnTo>
                  <a:close/>
                </a:path>
                <a:path w="2032000" h="1319529">
                  <a:moveTo>
                    <a:pt x="2031911" y="1004697"/>
                  </a:moveTo>
                  <a:lnTo>
                    <a:pt x="1512773" y="1004697"/>
                  </a:lnTo>
                  <a:lnTo>
                    <a:pt x="1512773" y="958977"/>
                  </a:lnTo>
                  <a:lnTo>
                    <a:pt x="1502778" y="958977"/>
                  </a:lnTo>
                  <a:lnTo>
                    <a:pt x="1502778" y="1233297"/>
                  </a:lnTo>
                  <a:lnTo>
                    <a:pt x="1191094" y="1233297"/>
                  </a:lnTo>
                  <a:lnTo>
                    <a:pt x="1191094" y="1181862"/>
                  </a:lnTo>
                  <a:lnTo>
                    <a:pt x="1502778" y="1181862"/>
                  </a:lnTo>
                  <a:lnTo>
                    <a:pt x="1502778" y="1176147"/>
                  </a:lnTo>
                  <a:lnTo>
                    <a:pt x="1352867" y="1176147"/>
                  </a:lnTo>
                  <a:lnTo>
                    <a:pt x="1360474" y="1174076"/>
                  </a:lnTo>
                  <a:lnTo>
                    <a:pt x="1368602" y="1170482"/>
                  </a:lnTo>
                  <a:lnTo>
                    <a:pt x="1392834" y="1138720"/>
                  </a:lnTo>
                  <a:lnTo>
                    <a:pt x="1392643" y="1131481"/>
                  </a:lnTo>
                  <a:lnTo>
                    <a:pt x="1392555" y="1131303"/>
                  </a:lnTo>
                  <a:lnTo>
                    <a:pt x="1392555" y="1124712"/>
                  </a:lnTo>
                  <a:lnTo>
                    <a:pt x="1502778" y="1124712"/>
                  </a:lnTo>
                  <a:lnTo>
                    <a:pt x="1502778" y="1118997"/>
                  </a:lnTo>
                  <a:lnTo>
                    <a:pt x="1392555" y="1118997"/>
                  </a:lnTo>
                  <a:lnTo>
                    <a:pt x="1392555" y="1067562"/>
                  </a:lnTo>
                  <a:lnTo>
                    <a:pt x="1502778" y="1067562"/>
                  </a:lnTo>
                  <a:lnTo>
                    <a:pt x="1502778" y="1061847"/>
                  </a:lnTo>
                  <a:lnTo>
                    <a:pt x="1392555" y="1061847"/>
                  </a:lnTo>
                  <a:lnTo>
                    <a:pt x="1392555" y="1010412"/>
                  </a:lnTo>
                  <a:lnTo>
                    <a:pt x="1502778" y="1010412"/>
                  </a:lnTo>
                  <a:lnTo>
                    <a:pt x="1502778" y="1004697"/>
                  </a:lnTo>
                  <a:lnTo>
                    <a:pt x="1392555" y="1004697"/>
                  </a:lnTo>
                  <a:lnTo>
                    <a:pt x="1392555" y="947547"/>
                  </a:lnTo>
                  <a:lnTo>
                    <a:pt x="1382547" y="947547"/>
                  </a:lnTo>
                  <a:lnTo>
                    <a:pt x="1382547" y="1004697"/>
                  </a:lnTo>
                  <a:lnTo>
                    <a:pt x="1382547" y="1010412"/>
                  </a:lnTo>
                  <a:lnTo>
                    <a:pt x="1382547" y="1061847"/>
                  </a:lnTo>
                  <a:lnTo>
                    <a:pt x="1382547" y="1067562"/>
                  </a:lnTo>
                  <a:lnTo>
                    <a:pt x="1382547" y="1118997"/>
                  </a:lnTo>
                  <a:lnTo>
                    <a:pt x="1379105" y="1118997"/>
                  </a:lnTo>
                  <a:lnTo>
                    <a:pt x="1374076" y="1117663"/>
                  </a:lnTo>
                  <a:lnTo>
                    <a:pt x="1365694" y="1117854"/>
                  </a:lnTo>
                  <a:lnTo>
                    <a:pt x="1357757" y="1118819"/>
                  </a:lnTo>
                  <a:lnTo>
                    <a:pt x="1357160" y="1118997"/>
                  </a:lnTo>
                  <a:lnTo>
                    <a:pt x="1342529" y="1118997"/>
                  </a:lnTo>
                  <a:lnTo>
                    <a:pt x="1342529" y="1124712"/>
                  </a:lnTo>
                  <a:lnTo>
                    <a:pt x="1342326" y="1124813"/>
                  </a:lnTo>
                  <a:lnTo>
                    <a:pt x="1334833" y="1129855"/>
                  </a:lnTo>
                  <a:lnTo>
                    <a:pt x="1328127" y="1135659"/>
                  </a:lnTo>
                  <a:lnTo>
                    <a:pt x="1323187" y="1141933"/>
                  </a:lnTo>
                  <a:lnTo>
                    <a:pt x="1319987" y="1148664"/>
                  </a:lnTo>
                  <a:lnTo>
                    <a:pt x="1318539" y="1155865"/>
                  </a:lnTo>
                  <a:lnTo>
                    <a:pt x="1318729" y="1162342"/>
                  </a:lnTo>
                  <a:lnTo>
                    <a:pt x="1321206" y="1167574"/>
                  </a:lnTo>
                  <a:lnTo>
                    <a:pt x="1325968" y="1171575"/>
                  </a:lnTo>
                  <a:lnTo>
                    <a:pt x="1330540" y="1175194"/>
                  </a:lnTo>
                  <a:lnTo>
                    <a:pt x="1333487" y="1176147"/>
                  </a:lnTo>
                  <a:lnTo>
                    <a:pt x="1191094" y="1176147"/>
                  </a:lnTo>
                  <a:lnTo>
                    <a:pt x="1191094" y="1124712"/>
                  </a:lnTo>
                  <a:lnTo>
                    <a:pt x="1342529" y="1124712"/>
                  </a:lnTo>
                  <a:lnTo>
                    <a:pt x="1342529" y="1118997"/>
                  </a:lnTo>
                  <a:lnTo>
                    <a:pt x="1191094" y="1118997"/>
                  </a:lnTo>
                  <a:lnTo>
                    <a:pt x="1191094" y="1067562"/>
                  </a:lnTo>
                  <a:lnTo>
                    <a:pt x="1382547" y="1067562"/>
                  </a:lnTo>
                  <a:lnTo>
                    <a:pt x="1382547" y="1061847"/>
                  </a:lnTo>
                  <a:lnTo>
                    <a:pt x="1191094" y="1061847"/>
                  </a:lnTo>
                  <a:lnTo>
                    <a:pt x="1191094" y="1010412"/>
                  </a:lnTo>
                  <a:lnTo>
                    <a:pt x="1382547" y="1010412"/>
                  </a:lnTo>
                  <a:lnTo>
                    <a:pt x="1382547" y="1004697"/>
                  </a:lnTo>
                  <a:lnTo>
                    <a:pt x="1191094" y="1004697"/>
                  </a:lnTo>
                  <a:lnTo>
                    <a:pt x="1191094" y="0"/>
                  </a:lnTo>
                  <a:lnTo>
                    <a:pt x="1182522" y="0"/>
                  </a:lnTo>
                  <a:lnTo>
                    <a:pt x="1182522" y="1233297"/>
                  </a:lnTo>
                  <a:lnTo>
                    <a:pt x="1178394" y="1233297"/>
                  </a:lnTo>
                  <a:lnTo>
                    <a:pt x="558355" y="1233297"/>
                  </a:lnTo>
                  <a:lnTo>
                    <a:pt x="558355" y="1181862"/>
                  </a:lnTo>
                  <a:lnTo>
                    <a:pt x="814031" y="1181862"/>
                  </a:lnTo>
                  <a:lnTo>
                    <a:pt x="814031" y="1204722"/>
                  </a:lnTo>
                  <a:lnTo>
                    <a:pt x="824026" y="1204722"/>
                  </a:lnTo>
                  <a:lnTo>
                    <a:pt x="824026" y="1181862"/>
                  </a:lnTo>
                  <a:lnTo>
                    <a:pt x="1178394" y="1181862"/>
                  </a:lnTo>
                  <a:lnTo>
                    <a:pt x="1182522" y="1181862"/>
                  </a:lnTo>
                  <a:lnTo>
                    <a:pt x="1182522" y="1176147"/>
                  </a:lnTo>
                  <a:lnTo>
                    <a:pt x="1178394" y="1176147"/>
                  </a:lnTo>
                  <a:lnTo>
                    <a:pt x="1032586" y="1176147"/>
                  </a:lnTo>
                  <a:lnTo>
                    <a:pt x="1067904" y="1153287"/>
                  </a:lnTo>
                  <a:lnTo>
                    <a:pt x="1072553" y="1138720"/>
                  </a:lnTo>
                  <a:lnTo>
                    <a:pt x="1072362" y="1131481"/>
                  </a:lnTo>
                  <a:lnTo>
                    <a:pt x="1072273" y="1131303"/>
                  </a:lnTo>
                  <a:lnTo>
                    <a:pt x="1072273" y="1124712"/>
                  </a:lnTo>
                  <a:lnTo>
                    <a:pt x="1178394" y="1124712"/>
                  </a:lnTo>
                  <a:lnTo>
                    <a:pt x="1182522" y="1124712"/>
                  </a:lnTo>
                  <a:lnTo>
                    <a:pt x="1182522" y="1118997"/>
                  </a:lnTo>
                  <a:lnTo>
                    <a:pt x="1178394" y="1118997"/>
                  </a:lnTo>
                  <a:lnTo>
                    <a:pt x="1072273" y="1118997"/>
                  </a:lnTo>
                  <a:lnTo>
                    <a:pt x="1072273" y="1067562"/>
                  </a:lnTo>
                  <a:lnTo>
                    <a:pt x="1178394" y="1067562"/>
                  </a:lnTo>
                  <a:lnTo>
                    <a:pt x="1182522" y="1067562"/>
                  </a:lnTo>
                  <a:lnTo>
                    <a:pt x="1182522" y="1061847"/>
                  </a:lnTo>
                  <a:lnTo>
                    <a:pt x="1178394" y="1061847"/>
                  </a:lnTo>
                  <a:lnTo>
                    <a:pt x="1072273" y="1061847"/>
                  </a:lnTo>
                  <a:lnTo>
                    <a:pt x="1072273" y="1010412"/>
                  </a:lnTo>
                  <a:lnTo>
                    <a:pt x="1178394" y="1010412"/>
                  </a:lnTo>
                  <a:lnTo>
                    <a:pt x="1182522" y="1010412"/>
                  </a:lnTo>
                  <a:lnTo>
                    <a:pt x="1182522" y="1004697"/>
                  </a:lnTo>
                  <a:lnTo>
                    <a:pt x="1178394" y="1004697"/>
                  </a:lnTo>
                  <a:lnTo>
                    <a:pt x="1072273" y="1004697"/>
                  </a:lnTo>
                  <a:lnTo>
                    <a:pt x="1072273" y="947547"/>
                  </a:lnTo>
                  <a:lnTo>
                    <a:pt x="1062266" y="947547"/>
                  </a:lnTo>
                  <a:lnTo>
                    <a:pt x="1062266" y="1004697"/>
                  </a:lnTo>
                  <a:lnTo>
                    <a:pt x="1062266" y="1010412"/>
                  </a:lnTo>
                  <a:lnTo>
                    <a:pt x="1062266" y="1061847"/>
                  </a:lnTo>
                  <a:lnTo>
                    <a:pt x="1062266" y="1067562"/>
                  </a:lnTo>
                  <a:lnTo>
                    <a:pt x="1062266" y="1118997"/>
                  </a:lnTo>
                  <a:lnTo>
                    <a:pt x="1058824" y="1118997"/>
                  </a:lnTo>
                  <a:lnTo>
                    <a:pt x="1053795" y="1117663"/>
                  </a:lnTo>
                  <a:lnTo>
                    <a:pt x="1045413" y="1117854"/>
                  </a:lnTo>
                  <a:lnTo>
                    <a:pt x="1037475" y="1118819"/>
                  </a:lnTo>
                  <a:lnTo>
                    <a:pt x="1036878" y="1118997"/>
                  </a:lnTo>
                  <a:lnTo>
                    <a:pt x="1022248" y="1118997"/>
                  </a:lnTo>
                  <a:lnTo>
                    <a:pt x="1022248" y="1124712"/>
                  </a:lnTo>
                  <a:lnTo>
                    <a:pt x="1022045" y="1124813"/>
                  </a:lnTo>
                  <a:lnTo>
                    <a:pt x="1014552" y="1129855"/>
                  </a:lnTo>
                  <a:lnTo>
                    <a:pt x="1007846" y="1135659"/>
                  </a:lnTo>
                  <a:lnTo>
                    <a:pt x="1002906" y="1141933"/>
                  </a:lnTo>
                  <a:lnTo>
                    <a:pt x="999705" y="1148664"/>
                  </a:lnTo>
                  <a:lnTo>
                    <a:pt x="998258" y="1155865"/>
                  </a:lnTo>
                  <a:lnTo>
                    <a:pt x="998448" y="1162342"/>
                  </a:lnTo>
                  <a:lnTo>
                    <a:pt x="1000925" y="1167574"/>
                  </a:lnTo>
                  <a:lnTo>
                    <a:pt x="1005687" y="1171575"/>
                  </a:lnTo>
                  <a:lnTo>
                    <a:pt x="1010259" y="1175194"/>
                  </a:lnTo>
                  <a:lnTo>
                    <a:pt x="1013206" y="1176147"/>
                  </a:lnTo>
                  <a:lnTo>
                    <a:pt x="824026" y="1176147"/>
                  </a:lnTo>
                  <a:lnTo>
                    <a:pt x="824026" y="1124712"/>
                  </a:lnTo>
                  <a:lnTo>
                    <a:pt x="1022248" y="1124712"/>
                  </a:lnTo>
                  <a:lnTo>
                    <a:pt x="1022248" y="1118997"/>
                  </a:lnTo>
                  <a:lnTo>
                    <a:pt x="824026" y="1118997"/>
                  </a:lnTo>
                  <a:lnTo>
                    <a:pt x="824026" y="1067562"/>
                  </a:lnTo>
                  <a:lnTo>
                    <a:pt x="1062266" y="1067562"/>
                  </a:lnTo>
                  <a:lnTo>
                    <a:pt x="1062266" y="1061847"/>
                  </a:lnTo>
                  <a:lnTo>
                    <a:pt x="824026" y="1061847"/>
                  </a:lnTo>
                  <a:lnTo>
                    <a:pt x="824026" y="1030732"/>
                  </a:lnTo>
                  <a:lnTo>
                    <a:pt x="826033" y="1032319"/>
                  </a:lnTo>
                  <a:lnTo>
                    <a:pt x="831938" y="1034224"/>
                  </a:lnTo>
                  <a:lnTo>
                    <a:pt x="872032" y="1022705"/>
                  </a:lnTo>
                  <a:lnTo>
                    <a:pt x="883678" y="1010412"/>
                  </a:lnTo>
                  <a:lnTo>
                    <a:pt x="1062266" y="1010412"/>
                  </a:lnTo>
                  <a:lnTo>
                    <a:pt x="1062266" y="1004697"/>
                  </a:lnTo>
                  <a:lnTo>
                    <a:pt x="886282" y="1004697"/>
                  </a:lnTo>
                  <a:lnTo>
                    <a:pt x="886879" y="1003414"/>
                  </a:lnTo>
                  <a:lnTo>
                    <a:pt x="888326" y="995845"/>
                  </a:lnTo>
                  <a:lnTo>
                    <a:pt x="888136" y="988606"/>
                  </a:lnTo>
                  <a:lnTo>
                    <a:pt x="885558" y="983361"/>
                  </a:lnTo>
                  <a:lnTo>
                    <a:pt x="880605" y="980122"/>
                  </a:lnTo>
                  <a:lnTo>
                    <a:pt x="876033" y="976503"/>
                  </a:lnTo>
                  <a:lnTo>
                    <a:pt x="869556" y="974788"/>
                  </a:lnTo>
                  <a:lnTo>
                    <a:pt x="861174" y="974979"/>
                  </a:lnTo>
                  <a:lnTo>
                    <a:pt x="853249" y="975944"/>
                  </a:lnTo>
                  <a:lnTo>
                    <a:pt x="845464" y="978268"/>
                  </a:lnTo>
                  <a:lnTo>
                    <a:pt x="837819" y="981938"/>
                  </a:lnTo>
                  <a:lnTo>
                    <a:pt x="830313" y="986980"/>
                  </a:lnTo>
                  <a:lnTo>
                    <a:pt x="824026" y="992441"/>
                  </a:lnTo>
                  <a:lnTo>
                    <a:pt x="824026" y="951115"/>
                  </a:lnTo>
                  <a:lnTo>
                    <a:pt x="908646" y="951115"/>
                  </a:lnTo>
                  <a:lnTo>
                    <a:pt x="908646" y="943978"/>
                  </a:lnTo>
                  <a:lnTo>
                    <a:pt x="824026" y="943978"/>
                  </a:lnTo>
                  <a:lnTo>
                    <a:pt x="824026" y="893965"/>
                  </a:lnTo>
                  <a:lnTo>
                    <a:pt x="908646" y="893965"/>
                  </a:lnTo>
                  <a:lnTo>
                    <a:pt x="908646" y="886828"/>
                  </a:lnTo>
                  <a:lnTo>
                    <a:pt x="859332" y="886828"/>
                  </a:lnTo>
                  <a:lnTo>
                    <a:pt x="864082" y="884732"/>
                  </a:lnTo>
                  <a:lnTo>
                    <a:pt x="888326" y="852970"/>
                  </a:lnTo>
                  <a:lnTo>
                    <a:pt x="888136" y="845731"/>
                  </a:lnTo>
                  <a:lnTo>
                    <a:pt x="885558" y="840486"/>
                  </a:lnTo>
                  <a:lnTo>
                    <a:pt x="880605" y="837247"/>
                  </a:lnTo>
                  <a:lnTo>
                    <a:pt x="876033" y="833628"/>
                  </a:lnTo>
                  <a:lnTo>
                    <a:pt x="869556" y="831913"/>
                  </a:lnTo>
                  <a:lnTo>
                    <a:pt x="861174" y="832104"/>
                  </a:lnTo>
                  <a:lnTo>
                    <a:pt x="853249" y="833069"/>
                  </a:lnTo>
                  <a:lnTo>
                    <a:pt x="818667" y="856183"/>
                  </a:lnTo>
                  <a:lnTo>
                    <a:pt x="814031" y="870115"/>
                  </a:lnTo>
                  <a:lnTo>
                    <a:pt x="814120" y="873252"/>
                  </a:lnTo>
                  <a:lnTo>
                    <a:pt x="814031" y="886828"/>
                  </a:lnTo>
                  <a:lnTo>
                    <a:pt x="797509" y="886828"/>
                  </a:lnTo>
                  <a:lnTo>
                    <a:pt x="797509" y="893965"/>
                  </a:lnTo>
                  <a:lnTo>
                    <a:pt x="814031" y="893965"/>
                  </a:lnTo>
                  <a:lnTo>
                    <a:pt x="814031" y="943978"/>
                  </a:lnTo>
                  <a:lnTo>
                    <a:pt x="797509" y="943978"/>
                  </a:lnTo>
                  <a:lnTo>
                    <a:pt x="797509" y="951115"/>
                  </a:lnTo>
                  <a:lnTo>
                    <a:pt x="814031" y="951115"/>
                  </a:lnTo>
                  <a:lnTo>
                    <a:pt x="814031" y="1004697"/>
                  </a:lnTo>
                  <a:lnTo>
                    <a:pt x="814031" y="1010412"/>
                  </a:lnTo>
                  <a:lnTo>
                    <a:pt x="814031" y="1176147"/>
                  </a:lnTo>
                  <a:lnTo>
                    <a:pt x="664121" y="1176147"/>
                  </a:lnTo>
                  <a:lnTo>
                    <a:pt x="699439" y="1153287"/>
                  </a:lnTo>
                  <a:lnTo>
                    <a:pt x="704088" y="1138720"/>
                  </a:lnTo>
                  <a:lnTo>
                    <a:pt x="703897" y="1131481"/>
                  </a:lnTo>
                  <a:lnTo>
                    <a:pt x="703808" y="1131303"/>
                  </a:lnTo>
                  <a:lnTo>
                    <a:pt x="703808" y="1124712"/>
                  </a:lnTo>
                  <a:lnTo>
                    <a:pt x="814031" y="1124712"/>
                  </a:lnTo>
                  <a:lnTo>
                    <a:pt x="814031" y="1118997"/>
                  </a:lnTo>
                  <a:lnTo>
                    <a:pt x="703808" y="1118997"/>
                  </a:lnTo>
                  <a:lnTo>
                    <a:pt x="703808" y="1067562"/>
                  </a:lnTo>
                  <a:lnTo>
                    <a:pt x="814031" y="1067562"/>
                  </a:lnTo>
                  <a:lnTo>
                    <a:pt x="814031" y="1061847"/>
                  </a:lnTo>
                  <a:lnTo>
                    <a:pt x="703808" y="1061847"/>
                  </a:lnTo>
                  <a:lnTo>
                    <a:pt x="703808" y="1010412"/>
                  </a:lnTo>
                  <a:lnTo>
                    <a:pt x="814031" y="1010412"/>
                  </a:lnTo>
                  <a:lnTo>
                    <a:pt x="814031" y="1004697"/>
                  </a:lnTo>
                  <a:lnTo>
                    <a:pt x="703808" y="1004697"/>
                  </a:lnTo>
                  <a:lnTo>
                    <a:pt x="703808" y="947547"/>
                  </a:lnTo>
                  <a:lnTo>
                    <a:pt x="693801" y="947547"/>
                  </a:lnTo>
                  <a:lnTo>
                    <a:pt x="693801" y="1004697"/>
                  </a:lnTo>
                  <a:lnTo>
                    <a:pt x="693801" y="1010412"/>
                  </a:lnTo>
                  <a:lnTo>
                    <a:pt x="693801" y="1061847"/>
                  </a:lnTo>
                  <a:lnTo>
                    <a:pt x="693801" y="1067562"/>
                  </a:lnTo>
                  <a:lnTo>
                    <a:pt x="693801" y="1118997"/>
                  </a:lnTo>
                  <a:lnTo>
                    <a:pt x="690359" y="1118997"/>
                  </a:lnTo>
                  <a:lnTo>
                    <a:pt x="685330" y="1117663"/>
                  </a:lnTo>
                  <a:lnTo>
                    <a:pt x="676948" y="1117854"/>
                  </a:lnTo>
                  <a:lnTo>
                    <a:pt x="669010" y="1118819"/>
                  </a:lnTo>
                  <a:lnTo>
                    <a:pt x="668413" y="1118997"/>
                  </a:lnTo>
                  <a:lnTo>
                    <a:pt x="653783" y="1118997"/>
                  </a:lnTo>
                  <a:lnTo>
                    <a:pt x="653783" y="1124712"/>
                  </a:lnTo>
                  <a:lnTo>
                    <a:pt x="653580" y="1124813"/>
                  </a:lnTo>
                  <a:lnTo>
                    <a:pt x="646087" y="1129855"/>
                  </a:lnTo>
                  <a:lnTo>
                    <a:pt x="639381" y="1135659"/>
                  </a:lnTo>
                  <a:lnTo>
                    <a:pt x="634441" y="1141933"/>
                  </a:lnTo>
                  <a:lnTo>
                    <a:pt x="631240" y="1148664"/>
                  </a:lnTo>
                  <a:lnTo>
                    <a:pt x="629793" y="1155865"/>
                  </a:lnTo>
                  <a:lnTo>
                    <a:pt x="629983" y="1162342"/>
                  </a:lnTo>
                  <a:lnTo>
                    <a:pt x="632460" y="1167574"/>
                  </a:lnTo>
                  <a:lnTo>
                    <a:pt x="637222" y="1171575"/>
                  </a:lnTo>
                  <a:lnTo>
                    <a:pt x="641794" y="1175194"/>
                  </a:lnTo>
                  <a:lnTo>
                    <a:pt x="644740" y="1176147"/>
                  </a:lnTo>
                  <a:lnTo>
                    <a:pt x="558355" y="1176147"/>
                  </a:lnTo>
                  <a:lnTo>
                    <a:pt x="558355" y="1124712"/>
                  </a:lnTo>
                  <a:lnTo>
                    <a:pt x="653783" y="1124712"/>
                  </a:lnTo>
                  <a:lnTo>
                    <a:pt x="653783" y="1118997"/>
                  </a:lnTo>
                  <a:lnTo>
                    <a:pt x="558355" y="1118997"/>
                  </a:lnTo>
                  <a:lnTo>
                    <a:pt x="558355" y="1067562"/>
                  </a:lnTo>
                  <a:lnTo>
                    <a:pt x="693801" y="1067562"/>
                  </a:lnTo>
                  <a:lnTo>
                    <a:pt x="693801" y="1061847"/>
                  </a:lnTo>
                  <a:lnTo>
                    <a:pt x="558355" y="1061847"/>
                  </a:lnTo>
                  <a:lnTo>
                    <a:pt x="558355" y="1010412"/>
                  </a:lnTo>
                  <a:lnTo>
                    <a:pt x="693801" y="1010412"/>
                  </a:lnTo>
                  <a:lnTo>
                    <a:pt x="693801" y="1004697"/>
                  </a:lnTo>
                  <a:lnTo>
                    <a:pt x="558355" y="1004697"/>
                  </a:lnTo>
                  <a:lnTo>
                    <a:pt x="558355" y="0"/>
                  </a:lnTo>
                  <a:lnTo>
                    <a:pt x="549783" y="0"/>
                  </a:lnTo>
                  <a:lnTo>
                    <a:pt x="549783" y="1004697"/>
                  </a:lnTo>
                  <a:lnTo>
                    <a:pt x="545655" y="1004697"/>
                  </a:lnTo>
                  <a:lnTo>
                    <a:pt x="545655" y="1010412"/>
                  </a:lnTo>
                  <a:lnTo>
                    <a:pt x="549783" y="1010412"/>
                  </a:lnTo>
                  <a:lnTo>
                    <a:pt x="549783" y="1061847"/>
                  </a:lnTo>
                  <a:lnTo>
                    <a:pt x="545655" y="1061847"/>
                  </a:lnTo>
                  <a:lnTo>
                    <a:pt x="545655" y="1067562"/>
                  </a:lnTo>
                  <a:lnTo>
                    <a:pt x="549783" y="1067562"/>
                  </a:lnTo>
                  <a:lnTo>
                    <a:pt x="549783" y="1118997"/>
                  </a:lnTo>
                  <a:lnTo>
                    <a:pt x="545655" y="1118997"/>
                  </a:lnTo>
                  <a:lnTo>
                    <a:pt x="545655" y="1124712"/>
                  </a:lnTo>
                  <a:lnTo>
                    <a:pt x="549783" y="1124712"/>
                  </a:lnTo>
                  <a:lnTo>
                    <a:pt x="549783" y="1176147"/>
                  </a:lnTo>
                  <a:lnTo>
                    <a:pt x="545655" y="1176147"/>
                  </a:lnTo>
                  <a:lnTo>
                    <a:pt x="545655" y="1181862"/>
                  </a:lnTo>
                  <a:lnTo>
                    <a:pt x="549783" y="1181862"/>
                  </a:lnTo>
                  <a:lnTo>
                    <a:pt x="549783" y="1233297"/>
                  </a:lnTo>
                  <a:lnTo>
                    <a:pt x="545655" y="1233297"/>
                  </a:lnTo>
                  <a:lnTo>
                    <a:pt x="545655" y="1239012"/>
                  </a:lnTo>
                  <a:lnTo>
                    <a:pt x="2031911" y="1239012"/>
                  </a:lnTo>
                  <a:lnTo>
                    <a:pt x="2031911" y="1233297"/>
                  </a:lnTo>
                  <a:lnTo>
                    <a:pt x="1512773" y="1233297"/>
                  </a:lnTo>
                  <a:lnTo>
                    <a:pt x="1512773" y="1181862"/>
                  </a:lnTo>
                  <a:lnTo>
                    <a:pt x="2031911" y="1181862"/>
                  </a:lnTo>
                  <a:lnTo>
                    <a:pt x="2031911" y="1176147"/>
                  </a:lnTo>
                  <a:lnTo>
                    <a:pt x="1512773" y="1176147"/>
                  </a:lnTo>
                  <a:lnTo>
                    <a:pt x="1512773" y="1124712"/>
                  </a:lnTo>
                  <a:lnTo>
                    <a:pt x="2031911" y="1124712"/>
                  </a:lnTo>
                  <a:lnTo>
                    <a:pt x="2031911" y="1118997"/>
                  </a:lnTo>
                  <a:lnTo>
                    <a:pt x="1512773" y="1118997"/>
                  </a:lnTo>
                  <a:lnTo>
                    <a:pt x="1512773" y="1067562"/>
                  </a:lnTo>
                  <a:lnTo>
                    <a:pt x="2031911" y="1067562"/>
                  </a:lnTo>
                  <a:lnTo>
                    <a:pt x="2031911" y="1061847"/>
                  </a:lnTo>
                  <a:lnTo>
                    <a:pt x="1512773" y="1061847"/>
                  </a:lnTo>
                  <a:lnTo>
                    <a:pt x="1512773" y="1010412"/>
                  </a:lnTo>
                  <a:lnTo>
                    <a:pt x="2031911" y="1010412"/>
                  </a:lnTo>
                  <a:lnTo>
                    <a:pt x="2031911" y="1004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064178" y="3545500"/>
              <a:ext cx="150629" cy="195071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243267" y="3575409"/>
              <a:ext cx="135445" cy="314324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5649316" y="2627868"/>
              <a:ext cx="747395" cy="1262380"/>
            </a:xfrm>
            <a:custGeom>
              <a:avLst/>
              <a:gdLst/>
              <a:ahLst/>
              <a:cxnLst/>
              <a:rect l="l" t="t" r="r" b="b"/>
              <a:pathLst>
                <a:path w="747395" h="1262379">
                  <a:moveTo>
                    <a:pt x="747052" y="1004697"/>
                  </a:moveTo>
                  <a:lnTo>
                    <a:pt x="454926" y="1004697"/>
                  </a:lnTo>
                  <a:lnTo>
                    <a:pt x="455523" y="1003414"/>
                  </a:lnTo>
                  <a:lnTo>
                    <a:pt x="456971" y="995845"/>
                  </a:lnTo>
                  <a:lnTo>
                    <a:pt x="456780" y="988606"/>
                  </a:lnTo>
                  <a:lnTo>
                    <a:pt x="454202" y="983361"/>
                  </a:lnTo>
                  <a:lnTo>
                    <a:pt x="449249" y="980122"/>
                  </a:lnTo>
                  <a:lnTo>
                    <a:pt x="444677" y="976503"/>
                  </a:lnTo>
                  <a:lnTo>
                    <a:pt x="438200" y="974788"/>
                  </a:lnTo>
                  <a:lnTo>
                    <a:pt x="429818" y="974979"/>
                  </a:lnTo>
                  <a:lnTo>
                    <a:pt x="421894" y="975944"/>
                  </a:lnTo>
                  <a:lnTo>
                    <a:pt x="414108" y="978268"/>
                  </a:lnTo>
                  <a:lnTo>
                    <a:pt x="406463" y="981938"/>
                  </a:lnTo>
                  <a:lnTo>
                    <a:pt x="398957" y="986980"/>
                  </a:lnTo>
                  <a:lnTo>
                    <a:pt x="392671" y="992441"/>
                  </a:lnTo>
                  <a:lnTo>
                    <a:pt x="392671" y="951115"/>
                  </a:lnTo>
                  <a:lnTo>
                    <a:pt x="477304" y="951115"/>
                  </a:lnTo>
                  <a:lnTo>
                    <a:pt x="477304" y="943978"/>
                  </a:lnTo>
                  <a:lnTo>
                    <a:pt x="392671" y="943978"/>
                  </a:lnTo>
                  <a:lnTo>
                    <a:pt x="392671" y="893965"/>
                  </a:lnTo>
                  <a:lnTo>
                    <a:pt x="477304" y="893965"/>
                  </a:lnTo>
                  <a:lnTo>
                    <a:pt x="477304" y="886828"/>
                  </a:lnTo>
                  <a:lnTo>
                    <a:pt x="427990" y="886828"/>
                  </a:lnTo>
                  <a:lnTo>
                    <a:pt x="432739" y="884732"/>
                  </a:lnTo>
                  <a:lnTo>
                    <a:pt x="456971" y="852970"/>
                  </a:lnTo>
                  <a:lnTo>
                    <a:pt x="456780" y="845731"/>
                  </a:lnTo>
                  <a:lnTo>
                    <a:pt x="454202" y="840486"/>
                  </a:lnTo>
                  <a:lnTo>
                    <a:pt x="449249" y="837247"/>
                  </a:lnTo>
                  <a:lnTo>
                    <a:pt x="444677" y="833628"/>
                  </a:lnTo>
                  <a:lnTo>
                    <a:pt x="438200" y="831913"/>
                  </a:lnTo>
                  <a:lnTo>
                    <a:pt x="429818" y="832104"/>
                  </a:lnTo>
                  <a:lnTo>
                    <a:pt x="421894" y="833069"/>
                  </a:lnTo>
                  <a:lnTo>
                    <a:pt x="387324" y="856183"/>
                  </a:lnTo>
                  <a:lnTo>
                    <a:pt x="382676" y="870115"/>
                  </a:lnTo>
                  <a:lnTo>
                    <a:pt x="382765" y="873252"/>
                  </a:lnTo>
                  <a:lnTo>
                    <a:pt x="382676" y="886828"/>
                  </a:lnTo>
                  <a:lnTo>
                    <a:pt x="366153" y="886828"/>
                  </a:lnTo>
                  <a:lnTo>
                    <a:pt x="366153" y="893965"/>
                  </a:lnTo>
                  <a:lnTo>
                    <a:pt x="382676" y="893965"/>
                  </a:lnTo>
                  <a:lnTo>
                    <a:pt x="382676" y="943978"/>
                  </a:lnTo>
                  <a:lnTo>
                    <a:pt x="366153" y="943978"/>
                  </a:lnTo>
                  <a:lnTo>
                    <a:pt x="366153" y="951115"/>
                  </a:lnTo>
                  <a:lnTo>
                    <a:pt x="382676" y="951115"/>
                  </a:lnTo>
                  <a:lnTo>
                    <a:pt x="382676" y="1004697"/>
                  </a:lnTo>
                  <a:lnTo>
                    <a:pt x="382676" y="1010412"/>
                  </a:lnTo>
                  <a:lnTo>
                    <a:pt x="382676" y="1176147"/>
                  </a:lnTo>
                  <a:lnTo>
                    <a:pt x="208445" y="1176147"/>
                  </a:lnTo>
                  <a:lnTo>
                    <a:pt x="208445" y="1124712"/>
                  </a:lnTo>
                  <a:lnTo>
                    <a:pt x="382676" y="1124712"/>
                  </a:lnTo>
                  <a:lnTo>
                    <a:pt x="382676" y="1118997"/>
                  </a:lnTo>
                  <a:lnTo>
                    <a:pt x="208445" y="1118997"/>
                  </a:lnTo>
                  <a:lnTo>
                    <a:pt x="208445" y="1087894"/>
                  </a:lnTo>
                  <a:lnTo>
                    <a:pt x="210439" y="1089469"/>
                  </a:lnTo>
                  <a:lnTo>
                    <a:pt x="216344" y="1091374"/>
                  </a:lnTo>
                  <a:lnTo>
                    <a:pt x="256451" y="1079855"/>
                  </a:lnTo>
                  <a:lnTo>
                    <a:pt x="268097" y="1067562"/>
                  </a:lnTo>
                  <a:lnTo>
                    <a:pt x="382676" y="1067562"/>
                  </a:lnTo>
                  <a:lnTo>
                    <a:pt x="382676" y="1061847"/>
                  </a:lnTo>
                  <a:lnTo>
                    <a:pt x="270700" y="1061847"/>
                  </a:lnTo>
                  <a:lnTo>
                    <a:pt x="271297" y="1060564"/>
                  </a:lnTo>
                  <a:lnTo>
                    <a:pt x="272732" y="1052995"/>
                  </a:lnTo>
                  <a:lnTo>
                    <a:pt x="272542" y="1045756"/>
                  </a:lnTo>
                  <a:lnTo>
                    <a:pt x="269976" y="1040511"/>
                  </a:lnTo>
                  <a:lnTo>
                    <a:pt x="265023" y="1037272"/>
                  </a:lnTo>
                  <a:lnTo>
                    <a:pt x="260451" y="1033653"/>
                  </a:lnTo>
                  <a:lnTo>
                    <a:pt x="253974" y="1031938"/>
                  </a:lnTo>
                  <a:lnTo>
                    <a:pt x="245592" y="1032129"/>
                  </a:lnTo>
                  <a:lnTo>
                    <a:pt x="237667" y="1033094"/>
                  </a:lnTo>
                  <a:lnTo>
                    <a:pt x="203085" y="1056208"/>
                  </a:lnTo>
                  <a:lnTo>
                    <a:pt x="200393" y="1061847"/>
                  </a:lnTo>
                  <a:lnTo>
                    <a:pt x="198945" y="1061847"/>
                  </a:lnTo>
                  <a:lnTo>
                    <a:pt x="198945" y="1067562"/>
                  </a:lnTo>
                  <a:lnTo>
                    <a:pt x="198437" y="1070140"/>
                  </a:lnTo>
                  <a:lnTo>
                    <a:pt x="198526" y="1073277"/>
                  </a:lnTo>
                  <a:lnTo>
                    <a:pt x="198437" y="1118997"/>
                  </a:lnTo>
                  <a:lnTo>
                    <a:pt x="198437" y="1124712"/>
                  </a:lnTo>
                  <a:lnTo>
                    <a:pt x="198437" y="1176147"/>
                  </a:lnTo>
                  <a:lnTo>
                    <a:pt x="198437" y="1181862"/>
                  </a:lnTo>
                  <a:lnTo>
                    <a:pt x="198437" y="1233297"/>
                  </a:lnTo>
                  <a:lnTo>
                    <a:pt x="12700" y="1233297"/>
                  </a:lnTo>
                  <a:lnTo>
                    <a:pt x="12700" y="1181862"/>
                  </a:lnTo>
                  <a:lnTo>
                    <a:pt x="198437" y="1181862"/>
                  </a:lnTo>
                  <a:lnTo>
                    <a:pt x="198437" y="1176147"/>
                  </a:lnTo>
                  <a:lnTo>
                    <a:pt x="12700" y="1176147"/>
                  </a:lnTo>
                  <a:lnTo>
                    <a:pt x="12700" y="1124712"/>
                  </a:lnTo>
                  <a:lnTo>
                    <a:pt x="198437" y="1124712"/>
                  </a:lnTo>
                  <a:lnTo>
                    <a:pt x="198437" y="1118997"/>
                  </a:lnTo>
                  <a:lnTo>
                    <a:pt x="12700" y="1118997"/>
                  </a:lnTo>
                  <a:lnTo>
                    <a:pt x="12700" y="1067562"/>
                  </a:lnTo>
                  <a:lnTo>
                    <a:pt x="198945" y="1067562"/>
                  </a:lnTo>
                  <a:lnTo>
                    <a:pt x="198945" y="1061847"/>
                  </a:lnTo>
                  <a:lnTo>
                    <a:pt x="12700" y="1061847"/>
                  </a:lnTo>
                  <a:lnTo>
                    <a:pt x="12700" y="1010412"/>
                  </a:lnTo>
                  <a:lnTo>
                    <a:pt x="382676" y="1010412"/>
                  </a:lnTo>
                  <a:lnTo>
                    <a:pt x="382676" y="1004697"/>
                  </a:lnTo>
                  <a:lnTo>
                    <a:pt x="12700" y="1004697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04697"/>
                  </a:lnTo>
                  <a:lnTo>
                    <a:pt x="0" y="1004697"/>
                  </a:lnTo>
                  <a:lnTo>
                    <a:pt x="0" y="1010412"/>
                  </a:lnTo>
                  <a:lnTo>
                    <a:pt x="4127" y="1010412"/>
                  </a:lnTo>
                  <a:lnTo>
                    <a:pt x="4127" y="1061847"/>
                  </a:lnTo>
                  <a:lnTo>
                    <a:pt x="0" y="1061847"/>
                  </a:lnTo>
                  <a:lnTo>
                    <a:pt x="0" y="1067562"/>
                  </a:lnTo>
                  <a:lnTo>
                    <a:pt x="4127" y="1067562"/>
                  </a:lnTo>
                  <a:lnTo>
                    <a:pt x="4127" y="1118997"/>
                  </a:lnTo>
                  <a:lnTo>
                    <a:pt x="0" y="1118997"/>
                  </a:lnTo>
                  <a:lnTo>
                    <a:pt x="0" y="1124712"/>
                  </a:lnTo>
                  <a:lnTo>
                    <a:pt x="4127" y="1124712"/>
                  </a:lnTo>
                  <a:lnTo>
                    <a:pt x="4127" y="1176147"/>
                  </a:lnTo>
                  <a:lnTo>
                    <a:pt x="0" y="1176147"/>
                  </a:lnTo>
                  <a:lnTo>
                    <a:pt x="0" y="1181862"/>
                  </a:lnTo>
                  <a:lnTo>
                    <a:pt x="4127" y="1181862"/>
                  </a:lnTo>
                  <a:lnTo>
                    <a:pt x="4127" y="1233297"/>
                  </a:lnTo>
                  <a:lnTo>
                    <a:pt x="0" y="1233297"/>
                  </a:lnTo>
                  <a:lnTo>
                    <a:pt x="0" y="1239012"/>
                  </a:lnTo>
                  <a:lnTo>
                    <a:pt x="4127" y="1239012"/>
                  </a:lnTo>
                  <a:lnTo>
                    <a:pt x="12700" y="1239012"/>
                  </a:lnTo>
                  <a:lnTo>
                    <a:pt x="198437" y="1239012"/>
                  </a:lnTo>
                  <a:lnTo>
                    <a:pt x="198437" y="1261872"/>
                  </a:lnTo>
                  <a:lnTo>
                    <a:pt x="208445" y="1261872"/>
                  </a:lnTo>
                  <a:lnTo>
                    <a:pt x="208445" y="1239012"/>
                  </a:lnTo>
                  <a:lnTo>
                    <a:pt x="747052" y="1239012"/>
                  </a:lnTo>
                  <a:lnTo>
                    <a:pt x="747052" y="1233297"/>
                  </a:lnTo>
                  <a:lnTo>
                    <a:pt x="208445" y="1233297"/>
                  </a:lnTo>
                  <a:lnTo>
                    <a:pt x="208445" y="1181862"/>
                  </a:lnTo>
                  <a:lnTo>
                    <a:pt x="382676" y="1181862"/>
                  </a:lnTo>
                  <a:lnTo>
                    <a:pt x="382676" y="1204722"/>
                  </a:lnTo>
                  <a:lnTo>
                    <a:pt x="392671" y="1204722"/>
                  </a:lnTo>
                  <a:lnTo>
                    <a:pt x="392671" y="1181862"/>
                  </a:lnTo>
                  <a:lnTo>
                    <a:pt x="747052" y="1181862"/>
                  </a:lnTo>
                  <a:lnTo>
                    <a:pt x="747052" y="1176147"/>
                  </a:lnTo>
                  <a:lnTo>
                    <a:pt x="392671" y="1176147"/>
                  </a:lnTo>
                  <a:lnTo>
                    <a:pt x="392671" y="1124712"/>
                  </a:lnTo>
                  <a:lnTo>
                    <a:pt x="747052" y="1124712"/>
                  </a:lnTo>
                  <a:lnTo>
                    <a:pt x="747052" y="1118997"/>
                  </a:lnTo>
                  <a:lnTo>
                    <a:pt x="392671" y="1118997"/>
                  </a:lnTo>
                  <a:lnTo>
                    <a:pt x="392671" y="1067562"/>
                  </a:lnTo>
                  <a:lnTo>
                    <a:pt x="747052" y="1067562"/>
                  </a:lnTo>
                  <a:lnTo>
                    <a:pt x="747052" y="1061847"/>
                  </a:lnTo>
                  <a:lnTo>
                    <a:pt x="392671" y="1061847"/>
                  </a:lnTo>
                  <a:lnTo>
                    <a:pt x="392671" y="1030732"/>
                  </a:lnTo>
                  <a:lnTo>
                    <a:pt x="394677" y="1032319"/>
                  </a:lnTo>
                  <a:lnTo>
                    <a:pt x="400583" y="1034224"/>
                  </a:lnTo>
                  <a:lnTo>
                    <a:pt x="440677" y="1022705"/>
                  </a:lnTo>
                  <a:lnTo>
                    <a:pt x="452323" y="1010412"/>
                  </a:lnTo>
                  <a:lnTo>
                    <a:pt x="747052" y="1010412"/>
                  </a:lnTo>
                  <a:lnTo>
                    <a:pt x="747052" y="1004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199712" y="3545500"/>
              <a:ext cx="111140" cy="229933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6396368" y="2627868"/>
              <a:ext cx="876935" cy="1291590"/>
            </a:xfrm>
            <a:custGeom>
              <a:avLst/>
              <a:gdLst/>
              <a:ahLst/>
              <a:cxnLst/>
              <a:rect l="l" t="t" r="r" b="b"/>
              <a:pathLst>
                <a:path w="876934" h="1291589">
                  <a:moveTo>
                    <a:pt x="876465" y="1004697"/>
                  </a:moveTo>
                  <a:lnTo>
                    <a:pt x="12700" y="1004697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04697"/>
                  </a:lnTo>
                  <a:lnTo>
                    <a:pt x="0" y="1004697"/>
                  </a:lnTo>
                  <a:lnTo>
                    <a:pt x="0" y="1010412"/>
                  </a:lnTo>
                  <a:lnTo>
                    <a:pt x="4127" y="1010412"/>
                  </a:lnTo>
                  <a:lnTo>
                    <a:pt x="4127" y="1061847"/>
                  </a:lnTo>
                  <a:lnTo>
                    <a:pt x="0" y="1061847"/>
                  </a:lnTo>
                  <a:lnTo>
                    <a:pt x="0" y="1067562"/>
                  </a:lnTo>
                  <a:lnTo>
                    <a:pt x="4127" y="1067562"/>
                  </a:lnTo>
                  <a:lnTo>
                    <a:pt x="4127" y="1118997"/>
                  </a:lnTo>
                  <a:lnTo>
                    <a:pt x="0" y="1118997"/>
                  </a:lnTo>
                  <a:lnTo>
                    <a:pt x="0" y="1124712"/>
                  </a:lnTo>
                  <a:lnTo>
                    <a:pt x="4127" y="1124712"/>
                  </a:lnTo>
                  <a:lnTo>
                    <a:pt x="4127" y="1176147"/>
                  </a:lnTo>
                  <a:lnTo>
                    <a:pt x="0" y="1176147"/>
                  </a:lnTo>
                  <a:lnTo>
                    <a:pt x="0" y="1181862"/>
                  </a:lnTo>
                  <a:lnTo>
                    <a:pt x="4127" y="1181862"/>
                  </a:lnTo>
                  <a:lnTo>
                    <a:pt x="4127" y="1233297"/>
                  </a:lnTo>
                  <a:lnTo>
                    <a:pt x="0" y="1233297"/>
                  </a:lnTo>
                  <a:lnTo>
                    <a:pt x="0" y="1239012"/>
                  </a:lnTo>
                  <a:lnTo>
                    <a:pt x="4127" y="1239012"/>
                  </a:lnTo>
                  <a:lnTo>
                    <a:pt x="12700" y="1239012"/>
                  </a:lnTo>
                  <a:lnTo>
                    <a:pt x="108127" y="1239012"/>
                  </a:lnTo>
                  <a:lnTo>
                    <a:pt x="107924" y="1239113"/>
                  </a:lnTo>
                  <a:lnTo>
                    <a:pt x="84137" y="1270165"/>
                  </a:lnTo>
                  <a:lnTo>
                    <a:pt x="84328" y="1276642"/>
                  </a:lnTo>
                  <a:lnTo>
                    <a:pt x="109283" y="1291590"/>
                  </a:lnTo>
                  <a:lnTo>
                    <a:pt x="117767" y="1290637"/>
                  </a:lnTo>
                  <a:lnTo>
                    <a:pt x="153784" y="1267587"/>
                  </a:lnTo>
                  <a:lnTo>
                    <a:pt x="158432" y="1253020"/>
                  </a:lnTo>
                  <a:lnTo>
                    <a:pt x="158242" y="1245781"/>
                  </a:lnTo>
                  <a:lnTo>
                    <a:pt x="158140" y="1245577"/>
                  </a:lnTo>
                  <a:lnTo>
                    <a:pt x="158140" y="1239012"/>
                  </a:lnTo>
                  <a:lnTo>
                    <a:pt x="876465" y="1239012"/>
                  </a:lnTo>
                  <a:lnTo>
                    <a:pt x="876465" y="1233297"/>
                  </a:lnTo>
                  <a:lnTo>
                    <a:pt x="158140" y="1233297"/>
                  </a:lnTo>
                  <a:lnTo>
                    <a:pt x="158140" y="1181862"/>
                  </a:lnTo>
                  <a:lnTo>
                    <a:pt x="876465" y="1181862"/>
                  </a:lnTo>
                  <a:lnTo>
                    <a:pt x="876465" y="1176147"/>
                  </a:lnTo>
                  <a:lnTo>
                    <a:pt x="158140" y="1176147"/>
                  </a:lnTo>
                  <a:lnTo>
                    <a:pt x="158140" y="1124712"/>
                  </a:lnTo>
                  <a:lnTo>
                    <a:pt x="876465" y="1124712"/>
                  </a:lnTo>
                  <a:lnTo>
                    <a:pt x="876465" y="1118997"/>
                  </a:lnTo>
                  <a:lnTo>
                    <a:pt x="158140" y="1118997"/>
                  </a:lnTo>
                  <a:lnTo>
                    <a:pt x="158140" y="1067562"/>
                  </a:lnTo>
                  <a:lnTo>
                    <a:pt x="876465" y="1067562"/>
                  </a:lnTo>
                  <a:lnTo>
                    <a:pt x="876465" y="1061847"/>
                  </a:lnTo>
                  <a:lnTo>
                    <a:pt x="158140" y="1061847"/>
                  </a:lnTo>
                  <a:lnTo>
                    <a:pt x="148145" y="1061847"/>
                  </a:lnTo>
                  <a:lnTo>
                    <a:pt x="148145" y="1233297"/>
                  </a:lnTo>
                  <a:lnTo>
                    <a:pt x="144691" y="1233297"/>
                  </a:lnTo>
                  <a:lnTo>
                    <a:pt x="139661" y="1231963"/>
                  </a:lnTo>
                  <a:lnTo>
                    <a:pt x="131279" y="1232154"/>
                  </a:lnTo>
                  <a:lnTo>
                    <a:pt x="123355" y="1233119"/>
                  </a:lnTo>
                  <a:lnTo>
                    <a:pt x="122758" y="1233297"/>
                  </a:lnTo>
                  <a:lnTo>
                    <a:pt x="12700" y="1233297"/>
                  </a:lnTo>
                  <a:lnTo>
                    <a:pt x="12700" y="1181862"/>
                  </a:lnTo>
                  <a:lnTo>
                    <a:pt x="148145" y="1181862"/>
                  </a:lnTo>
                  <a:lnTo>
                    <a:pt x="148145" y="1176147"/>
                  </a:lnTo>
                  <a:lnTo>
                    <a:pt x="12700" y="1176147"/>
                  </a:lnTo>
                  <a:lnTo>
                    <a:pt x="12700" y="1124712"/>
                  </a:lnTo>
                  <a:lnTo>
                    <a:pt x="148145" y="1124712"/>
                  </a:lnTo>
                  <a:lnTo>
                    <a:pt x="148145" y="1118997"/>
                  </a:lnTo>
                  <a:lnTo>
                    <a:pt x="12700" y="1118997"/>
                  </a:lnTo>
                  <a:lnTo>
                    <a:pt x="12700" y="1067562"/>
                  </a:lnTo>
                  <a:lnTo>
                    <a:pt x="148145" y="1067562"/>
                  </a:lnTo>
                  <a:lnTo>
                    <a:pt x="148145" y="1061847"/>
                  </a:lnTo>
                  <a:lnTo>
                    <a:pt x="12700" y="1061847"/>
                  </a:lnTo>
                  <a:lnTo>
                    <a:pt x="12700" y="1010412"/>
                  </a:lnTo>
                  <a:lnTo>
                    <a:pt x="876465" y="1010412"/>
                  </a:lnTo>
                  <a:lnTo>
                    <a:pt x="876465" y="1004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676259" y="3489684"/>
              <a:ext cx="162059" cy="285749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6927926" y="2627868"/>
              <a:ext cx="358140" cy="1239520"/>
            </a:xfrm>
            <a:custGeom>
              <a:avLst/>
              <a:gdLst/>
              <a:ahLst/>
              <a:cxnLst/>
              <a:rect l="l" t="t" r="r" b="b"/>
              <a:pathLst>
                <a:path w="358140" h="1239520">
                  <a:moveTo>
                    <a:pt x="74295" y="995845"/>
                  </a:moveTo>
                  <a:lnTo>
                    <a:pt x="74104" y="988606"/>
                  </a:lnTo>
                  <a:lnTo>
                    <a:pt x="71526" y="983361"/>
                  </a:lnTo>
                  <a:lnTo>
                    <a:pt x="66573" y="980122"/>
                  </a:lnTo>
                  <a:lnTo>
                    <a:pt x="62001" y="976503"/>
                  </a:lnTo>
                  <a:lnTo>
                    <a:pt x="55524" y="974788"/>
                  </a:lnTo>
                  <a:lnTo>
                    <a:pt x="47142" y="974979"/>
                  </a:lnTo>
                  <a:lnTo>
                    <a:pt x="39217" y="975944"/>
                  </a:lnTo>
                  <a:lnTo>
                    <a:pt x="4635" y="999058"/>
                  </a:lnTo>
                  <a:lnTo>
                    <a:pt x="0" y="1012990"/>
                  </a:lnTo>
                  <a:lnTo>
                    <a:pt x="88" y="1016127"/>
                  </a:lnTo>
                  <a:lnTo>
                    <a:pt x="0" y="1204722"/>
                  </a:lnTo>
                  <a:lnTo>
                    <a:pt x="9994" y="1204722"/>
                  </a:lnTo>
                  <a:lnTo>
                    <a:pt x="9994" y="1030732"/>
                  </a:lnTo>
                  <a:lnTo>
                    <a:pt x="12001" y="1032319"/>
                  </a:lnTo>
                  <a:lnTo>
                    <a:pt x="17907" y="1034224"/>
                  </a:lnTo>
                  <a:lnTo>
                    <a:pt x="25146" y="1034415"/>
                  </a:lnTo>
                  <a:lnTo>
                    <a:pt x="33629" y="1033462"/>
                  </a:lnTo>
                  <a:lnTo>
                    <a:pt x="69646" y="1010412"/>
                  </a:lnTo>
                  <a:lnTo>
                    <a:pt x="72847" y="1003414"/>
                  </a:lnTo>
                  <a:lnTo>
                    <a:pt x="74295" y="995845"/>
                  </a:lnTo>
                  <a:close/>
                </a:path>
                <a:path w="358140" h="1239520">
                  <a:moveTo>
                    <a:pt x="357606" y="0"/>
                  </a:moveTo>
                  <a:lnTo>
                    <a:pt x="349034" y="0"/>
                  </a:lnTo>
                  <a:lnTo>
                    <a:pt x="349034" y="1239012"/>
                  </a:lnTo>
                  <a:lnTo>
                    <a:pt x="357606" y="1239012"/>
                  </a:lnTo>
                  <a:lnTo>
                    <a:pt x="3576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418445" y="2363291"/>
              <a:ext cx="626745" cy="321945"/>
            </a:xfrm>
            <a:custGeom>
              <a:avLst/>
              <a:gdLst/>
              <a:ahLst/>
              <a:cxnLst/>
              <a:rect l="l" t="t" r="r" b="b"/>
              <a:pathLst>
                <a:path w="626744" h="321944">
                  <a:moveTo>
                    <a:pt x="626364" y="321720"/>
                  </a:moveTo>
                  <a:lnTo>
                    <a:pt x="589694" y="261807"/>
                  </a:lnTo>
                  <a:lnTo>
                    <a:pt x="558457" y="230764"/>
                  </a:lnTo>
                  <a:lnTo>
                    <a:pt x="518619" y="198998"/>
                  </a:lnTo>
                  <a:lnTo>
                    <a:pt x="470180" y="166507"/>
                  </a:lnTo>
                  <a:lnTo>
                    <a:pt x="413140" y="133292"/>
                  </a:lnTo>
                  <a:lnTo>
                    <a:pt x="347499" y="99353"/>
                  </a:lnTo>
                  <a:lnTo>
                    <a:pt x="280457" y="66900"/>
                  </a:lnTo>
                  <a:lnTo>
                    <a:pt x="219214" y="40886"/>
                  </a:lnTo>
                  <a:lnTo>
                    <a:pt x="163772" y="21310"/>
                  </a:lnTo>
                  <a:lnTo>
                    <a:pt x="114129" y="8173"/>
                  </a:lnTo>
                  <a:lnTo>
                    <a:pt x="70286" y="1475"/>
                  </a:lnTo>
                  <a:lnTo>
                    <a:pt x="32243" y="1216"/>
                  </a:lnTo>
                  <a:lnTo>
                    <a:pt x="0" y="7395"/>
                  </a:lnTo>
                  <a:lnTo>
                    <a:pt x="32243" y="512"/>
                  </a:lnTo>
                  <a:lnTo>
                    <a:pt x="114129" y="5857"/>
                  </a:lnTo>
                  <a:lnTo>
                    <a:pt x="163772" y="18085"/>
                  </a:lnTo>
                  <a:lnTo>
                    <a:pt x="219214" y="36684"/>
                  </a:lnTo>
                  <a:lnTo>
                    <a:pt x="280457" y="61653"/>
                  </a:lnTo>
                  <a:lnTo>
                    <a:pt x="347499" y="92992"/>
                  </a:lnTo>
                  <a:lnTo>
                    <a:pt x="413140" y="128428"/>
                  </a:lnTo>
                  <a:lnTo>
                    <a:pt x="470180" y="162944"/>
                  </a:lnTo>
                  <a:lnTo>
                    <a:pt x="518619" y="196540"/>
                  </a:lnTo>
                  <a:lnTo>
                    <a:pt x="558457" y="229216"/>
                  </a:lnTo>
                  <a:lnTo>
                    <a:pt x="589694" y="260971"/>
                  </a:lnTo>
                  <a:lnTo>
                    <a:pt x="612329" y="291806"/>
                  </a:lnTo>
                  <a:lnTo>
                    <a:pt x="626364" y="321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418445" y="2363291"/>
              <a:ext cx="626745" cy="321945"/>
            </a:xfrm>
            <a:custGeom>
              <a:avLst/>
              <a:gdLst/>
              <a:ahLst/>
              <a:cxnLst/>
              <a:rect l="l" t="t" r="r" b="b"/>
              <a:pathLst>
                <a:path w="626744" h="321944">
                  <a:moveTo>
                    <a:pt x="0" y="7395"/>
                  </a:moveTo>
                  <a:lnTo>
                    <a:pt x="32243" y="1216"/>
                  </a:lnTo>
                  <a:lnTo>
                    <a:pt x="70286" y="1475"/>
                  </a:lnTo>
                  <a:lnTo>
                    <a:pt x="114129" y="8173"/>
                  </a:lnTo>
                  <a:lnTo>
                    <a:pt x="163772" y="21310"/>
                  </a:lnTo>
                  <a:lnTo>
                    <a:pt x="219214" y="40886"/>
                  </a:lnTo>
                  <a:lnTo>
                    <a:pt x="280457" y="66900"/>
                  </a:lnTo>
                  <a:lnTo>
                    <a:pt x="347499" y="99353"/>
                  </a:lnTo>
                  <a:lnTo>
                    <a:pt x="413140" y="133292"/>
                  </a:lnTo>
                  <a:lnTo>
                    <a:pt x="470180" y="166507"/>
                  </a:lnTo>
                  <a:lnTo>
                    <a:pt x="518619" y="198998"/>
                  </a:lnTo>
                  <a:lnTo>
                    <a:pt x="558457" y="230764"/>
                  </a:lnTo>
                  <a:lnTo>
                    <a:pt x="589694" y="261807"/>
                  </a:lnTo>
                  <a:lnTo>
                    <a:pt x="626364" y="321720"/>
                  </a:lnTo>
                  <a:lnTo>
                    <a:pt x="612329" y="291806"/>
                  </a:lnTo>
                  <a:lnTo>
                    <a:pt x="589694" y="260971"/>
                  </a:lnTo>
                  <a:lnTo>
                    <a:pt x="558457" y="229216"/>
                  </a:lnTo>
                  <a:lnTo>
                    <a:pt x="518619" y="196540"/>
                  </a:lnTo>
                  <a:lnTo>
                    <a:pt x="470180" y="162944"/>
                  </a:lnTo>
                  <a:lnTo>
                    <a:pt x="413140" y="128428"/>
                  </a:lnTo>
                  <a:lnTo>
                    <a:pt x="347499" y="92992"/>
                  </a:lnTo>
                  <a:lnTo>
                    <a:pt x="280457" y="61653"/>
                  </a:lnTo>
                  <a:lnTo>
                    <a:pt x="219214" y="36684"/>
                  </a:lnTo>
                  <a:lnTo>
                    <a:pt x="163772" y="18085"/>
                  </a:lnTo>
                  <a:lnTo>
                    <a:pt x="114129" y="5857"/>
                  </a:lnTo>
                  <a:lnTo>
                    <a:pt x="70286" y="0"/>
                  </a:lnTo>
                  <a:lnTo>
                    <a:pt x="32243" y="512"/>
                  </a:lnTo>
                  <a:lnTo>
                    <a:pt x="0" y="739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777668" y="3503898"/>
              <a:ext cx="190582" cy="74685"/>
            </a:xfrm>
            <a:prstGeom prst="rect">
              <a:avLst/>
            </a:prstGeom>
          </p:spPr>
        </p:pic>
      </p:grpSp>
      <p:sp>
        <p:nvSpPr>
          <p:cNvPr id="124" name="object 124"/>
          <p:cNvSpPr txBox="1"/>
          <p:nvPr/>
        </p:nvSpPr>
        <p:spPr>
          <a:xfrm>
            <a:off x="266700" y="2348462"/>
            <a:ext cx="1206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95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179387" y="4118612"/>
            <a:ext cx="7101840" cy="1633855"/>
            <a:chOff x="179387" y="4118612"/>
            <a:chExt cx="7101840" cy="1633855"/>
          </a:xfrm>
        </p:grpSpPr>
        <p:sp>
          <p:nvSpPr>
            <p:cNvPr id="126" name="object 126"/>
            <p:cNvSpPr/>
            <p:nvPr/>
          </p:nvSpPr>
          <p:spPr>
            <a:xfrm>
              <a:off x="179387" y="4662433"/>
              <a:ext cx="634365" cy="890269"/>
            </a:xfrm>
            <a:custGeom>
              <a:avLst/>
              <a:gdLst/>
              <a:ahLst/>
              <a:cxnLst/>
              <a:rect l="l" t="t" r="r" b="b"/>
              <a:pathLst>
                <a:path w="634365" h="890270">
                  <a:moveTo>
                    <a:pt x="68859" y="75819"/>
                  </a:moveTo>
                  <a:lnTo>
                    <a:pt x="46570" y="107810"/>
                  </a:lnTo>
                  <a:lnTo>
                    <a:pt x="24320" y="150507"/>
                  </a:lnTo>
                  <a:lnTo>
                    <a:pt x="9639" y="199898"/>
                  </a:lnTo>
                  <a:lnTo>
                    <a:pt x="6286" y="235242"/>
                  </a:lnTo>
                  <a:lnTo>
                    <a:pt x="7175" y="252247"/>
                  </a:lnTo>
                  <a:lnTo>
                    <a:pt x="8991" y="269189"/>
                  </a:lnTo>
                  <a:lnTo>
                    <a:pt x="11747" y="286067"/>
                  </a:lnTo>
                  <a:lnTo>
                    <a:pt x="15430" y="302882"/>
                  </a:lnTo>
                  <a:lnTo>
                    <a:pt x="35039" y="375970"/>
                  </a:lnTo>
                  <a:lnTo>
                    <a:pt x="37287" y="385508"/>
                  </a:lnTo>
                  <a:lnTo>
                    <a:pt x="39039" y="394538"/>
                  </a:lnTo>
                  <a:lnTo>
                    <a:pt x="40284" y="403059"/>
                  </a:lnTo>
                  <a:lnTo>
                    <a:pt x="41148" y="415518"/>
                  </a:lnTo>
                  <a:lnTo>
                    <a:pt x="40284" y="425678"/>
                  </a:lnTo>
                  <a:lnTo>
                    <a:pt x="23406" y="461594"/>
                  </a:lnTo>
                  <a:lnTo>
                    <a:pt x="0" y="481622"/>
                  </a:lnTo>
                  <a:lnTo>
                    <a:pt x="0" y="484670"/>
                  </a:lnTo>
                  <a:lnTo>
                    <a:pt x="29425" y="514159"/>
                  </a:lnTo>
                  <a:lnTo>
                    <a:pt x="41148" y="552805"/>
                  </a:lnTo>
                  <a:lnTo>
                    <a:pt x="40474" y="563537"/>
                  </a:lnTo>
                  <a:lnTo>
                    <a:pt x="38785" y="575373"/>
                  </a:lnTo>
                  <a:lnTo>
                    <a:pt x="36055" y="588327"/>
                  </a:lnTo>
                  <a:lnTo>
                    <a:pt x="15430" y="665187"/>
                  </a:lnTo>
                  <a:lnTo>
                    <a:pt x="11747" y="682104"/>
                  </a:lnTo>
                  <a:lnTo>
                    <a:pt x="8991" y="699008"/>
                  </a:lnTo>
                  <a:lnTo>
                    <a:pt x="7175" y="715924"/>
                  </a:lnTo>
                  <a:lnTo>
                    <a:pt x="6286" y="732828"/>
                  </a:lnTo>
                  <a:lnTo>
                    <a:pt x="7048" y="750036"/>
                  </a:lnTo>
                  <a:lnTo>
                    <a:pt x="20281" y="806818"/>
                  </a:lnTo>
                  <a:lnTo>
                    <a:pt x="39573" y="847877"/>
                  </a:lnTo>
                  <a:lnTo>
                    <a:pt x="68859" y="890206"/>
                  </a:lnTo>
                  <a:lnTo>
                    <a:pt x="68859" y="887412"/>
                  </a:lnTo>
                  <a:lnTo>
                    <a:pt x="60032" y="873594"/>
                  </a:lnTo>
                  <a:lnTo>
                    <a:pt x="52146" y="859828"/>
                  </a:lnTo>
                  <a:lnTo>
                    <a:pt x="34353" y="818553"/>
                  </a:lnTo>
                  <a:lnTo>
                    <a:pt x="29425" y="772744"/>
                  </a:lnTo>
                  <a:lnTo>
                    <a:pt x="30886" y="757288"/>
                  </a:lnTo>
                  <a:lnTo>
                    <a:pt x="33286" y="741667"/>
                  </a:lnTo>
                  <a:lnTo>
                    <a:pt x="36601" y="725881"/>
                  </a:lnTo>
                  <a:lnTo>
                    <a:pt x="40855" y="709942"/>
                  </a:lnTo>
                  <a:lnTo>
                    <a:pt x="59143" y="648411"/>
                  </a:lnTo>
                  <a:lnTo>
                    <a:pt x="63068" y="633945"/>
                  </a:lnTo>
                  <a:lnTo>
                    <a:pt x="66001" y="620318"/>
                  </a:lnTo>
                  <a:lnTo>
                    <a:pt x="67932" y="607504"/>
                  </a:lnTo>
                  <a:lnTo>
                    <a:pt x="68859" y="595528"/>
                  </a:lnTo>
                  <a:lnTo>
                    <a:pt x="67983" y="575741"/>
                  </a:lnTo>
                  <a:lnTo>
                    <a:pt x="53149" y="529170"/>
                  </a:lnTo>
                  <a:lnTo>
                    <a:pt x="23355" y="498017"/>
                  </a:lnTo>
                  <a:lnTo>
                    <a:pt x="2286" y="483146"/>
                  </a:lnTo>
                  <a:lnTo>
                    <a:pt x="13335" y="476199"/>
                  </a:lnTo>
                  <a:lnTo>
                    <a:pt x="45237" y="449160"/>
                  </a:lnTo>
                  <a:lnTo>
                    <a:pt x="65074" y="409981"/>
                  </a:lnTo>
                  <a:lnTo>
                    <a:pt x="68859" y="372795"/>
                  </a:lnTo>
                  <a:lnTo>
                    <a:pt x="67932" y="360705"/>
                  </a:lnTo>
                  <a:lnTo>
                    <a:pt x="66001" y="347814"/>
                  </a:lnTo>
                  <a:lnTo>
                    <a:pt x="63068" y="334137"/>
                  </a:lnTo>
                  <a:lnTo>
                    <a:pt x="59143" y="319659"/>
                  </a:lnTo>
                  <a:lnTo>
                    <a:pt x="40284" y="256349"/>
                  </a:lnTo>
                  <a:lnTo>
                    <a:pt x="36283" y="240817"/>
                  </a:lnTo>
                  <a:lnTo>
                    <a:pt x="33147" y="225513"/>
                  </a:lnTo>
                  <a:lnTo>
                    <a:pt x="30848" y="210439"/>
                  </a:lnTo>
                  <a:lnTo>
                    <a:pt x="29425" y="195580"/>
                  </a:lnTo>
                  <a:lnTo>
                    <a:pt x="29502" y="179628"/>
                  </a:lnTo>
                  <a:lnTo>
                    <a:pt x="39141" y="135572"/>
                  </a:lnTo>
                  <a:lnTo>
                    <a:pt x="60426" y="92633"/>
                  </a:lnTo>
                  <a:lnTo>
                    <a:pt x="68859" y="78879"/>
                  </a:lnTo>
                  <a:lnTo>
                    <a:pt x="68859" y="75819"/>
                  </a:lnTo>
                  <a:close/>
                </a:path>
                <a:path w="634365" h="890270">
                  <a:moveTo>
                    <a:pt x="634238" y="75057"/>
                  </a:moveTo>
                  <a:lnTo>
                    <a:pt x="239356" y="75057"/>
                  </a:lnTo>
                  <a:lnTo>
                    <a:pt x="240309" y="67348"/>
                  </a:lnTo>
                  <a:lnTo>
                    <a:pt x="239776" y="60363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26"/>
                  </a:lnTo>
                  <a:lnTo>
                    <a:pt x="230314" y="45250"/>
                  </a:lnTo>
                  <a:lnTo>
                    <a:pt x="230314" y="49060"/>
                  </a:lnTo>
                  <a:lnTo>
                    <a:pt x="229793" y="58813"/>
                  </a:lnTo>
                  <a:lnTo>
                    <a:pt x="227952" y="68351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22"/>
                  </a:lnTo>
                  <a:lnTo>
                    <a:pt x="191808" y="86779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63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50"/>
                  </a:lnTo>
                  <a:lnTo>
                    <a:pt x="230314" y="23126"/>
                  </a:lnTo>
                  <a:lnTo>
                    <a:pt x="230238" y="22910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29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82"/>
                  </a:lnTo>
                  <a:lnTo>
                    <a:pt x="128587" y="228511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21"/>
                  </a:lnTo>
                  <a:lnTo>
                    <a:pt x="186258" y="109982"/>
                  </a:lnTo>
                  <a:lnTo>
                    <a:pt x="189166" y="122491"/>
                  </a:lnTo>
                  <a:lnTo>
                    <a:pt x="189166" y="34429"/>
                  </a:lnTo>
                  <a:lnTo>
                    <a:pt x="186639" y="42722"/>
                  </a:lnTo>
                  <a:lnTo>
                    <a:pt x="184226" y="53124"/>
                  </a:lnTo>
                  <a:lnTo>
                    <a:pt x="182778" y="62865"/>
                  </a:lnTo>
                  <a:lnTo>
                    <a:pt x="182676" y="64985"/>
                  </a:lnTo>
                  <a:lnTo>
                    <a:pt x="182549" y="67348"/>
                  </a:lnTo>
                  <a:lnTo>
                    <a:pt x="182486" y="68351"/>
                  </a:lnTo>
                  <a:lnTo>
                    <a:pt x="182308" y="71920"/>
                  </a:lnTo>
                  <a:lnTo>
                    <a:pt x="182346" y="73063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889444"/>
                  </a:lnTo>
                  <a:lnTo>
                    <a:pt x="94449" y="889444"/>
                  </a:lnTo>
                  <a:lnTo>
                    <a:pt x="94449" y="309372"/>
                  </a:lnTo>
                  <a:lnTo>
                    <a:pt x="225856" y="309372"/>
                  </a:lnTo>
                  <a:lnTo>
                    <a:pt x="231686" y="335953"/>
                  </a:lnTo>
                  <a:lnTo>
                    <a:pt x="233641" y="344716"/>
                  </a:lnTo>
                  <a:lnTo>
                    <a:pt x="233756" y="345859"/>
                  </a:lnTo>
                  <a:lnTo>
                    <a:pt x="234213" y="350240"/>
                  </a:lnTo>
                  <a:lnTo>
                    <a:pt x="234162" y="351663"/>
                  </a:lnTo>
                  <a:lnTo>
                    <a:pt x="234022" y="355384"/>
                  </a:lnTo>
                  <a:lnTo>
                    <a:pt x="233921" y="355955"/>
                  </a:lnTo>
                  <a:lnTo>
                    <a:pt x="231813" y="368439"/>
                  </a:lnTo>
                  <a:lnTo>
                    <a:pt x="225742" y="378460"/>
                  </a:lnTo>
                  <a:lnTo>
                    <a:pt x="215811" y="385445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97"/>
                  </a:lnTo>
                  <a:lnTo>
                    <a:pt x="181165" y="379387"/>
                  </a:lnTo>
                  <a:lnTo>
                    <a:pt x="185166" y="380339"/>
                  </a:lnTo>
                  <a:lnTo>
                    <a:pt x="188899" y="379387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33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84"/>
                  </a:lnTo>
                  <a:lnTo>
                    <a:pt x="204203" y="351193"/>
                  </a:lnTo>
                  <a:lnTo>
                    <a:pt x="201739" y="345859"/>
                  </a:lnTo>
                  <a:lnTo>
                    <a:pt x="197167" y="341668"/>
                  </a:lnTo>
                  <a:lnTo>
                    <a:pt x="192595" y="337286"/>
                  </a:lnTo>
                  <a:lnTo>
                    <a:pt x="187261" y="335381"/>
                  </a:lnTo>
                  <a:lnTo>
                    <a:pt x="181165" y="335953"/>
                  </a:lnTo>
                  <a:lnTo>
                    <a:pt x="174307" y="337096"/>
                  </a:lnTo>
                  <a:lnTo>
                    <a:pt x="168871" y="340423"/>
                  </a:lnTo>
                  <a:lnTo>
                    <a:pt x="164934" y="345859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60"/>
                  </a:lnTo>
                  <a:lnTo>
                    <a:pt x="194868" y="397103"/>
                  </a:lnTo>
                  <a:lnTo>
                    <a:pt x="202590" y="397103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55"/>
                  </a:lnTo>
                  <a:lnTo>
                    <a:pt x="241706" y="355384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634238" y="309372"/>
                  </a:lnTo>
                  <a:lnTo>
                    <a:pt x="634238" y="303657"/>
                  </a:lnTo>
                  <a:lnTo>
                    <a:pt x="232651" y="303657"/>
                  </a:lnTo>
                  <a:lnTo>
                    <a:pt x="232371" y="302234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54"/>
                  </a:lnTo>
                  <a:lnTo>
                    <a:pt x="243154" y="292227"/>
                  </a:lnTo>
                  <a:lnTo>
                    <a:pt x="267843" y="254889"/>
                  </a:lnTo>
                  <a:lnTo>
                    <a:pt x="268071" y="252222"/>
                  </a:lnTo>
                  <a:lnTo>
                    <a:pt x="634238" y="252222"/>
                  </a:lnTo>
                  <a:lnTo>
                    <a:pt x="6342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89"/>
                  </a:lnTo>
                  <a:lnTo>
                    <a:pt x="251358" y="266090"/>
                  </a:lnTo>
                  <a:lnTo>
                    <a:pt x="247091" y="276517"/>
                  </a:lnTo>
                  <a:lnTo>
                    <a:pt x="240080" y="285229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72" y="303657"/>
                  </a:lnTo>
                  <a:lnTo>
                    <a:pt x="224307" y="302234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300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40"/>
                  </a:lnTo>
                  <a:lnTo>
                    <a:pt x="152590" y="283083"/>
                  </a:lnTo>
                  <a:lnTo>
                    <a:pt x="163601" y="292519"/>
                  </a:lnTo>
                  <a:lnTo>
                    <a:pt x="175806" y="299377"/>
                  </a:lnTo>
                  <a:lnTo>
                    <a:pt x="189179" y="303657"/>
                  </a:lnTo>
                  <a:lnTo>
                    <a:pt x="189179" y="295300"/>
                  </a:lnTo>
                  <a:lnTo>
                    <a:pt x="184442" y="294233"/>
                  </a:lnTo>
                  <a:lnTo>
                    <a:pt x="173913" y="289661"/>
                  </a:lnTo>
                  <a:lnTo>
                    <a:pt x="164299" y="283083"/>
                  </a:lnTo>
                  <a:lnTo>
                    <a:pt x="156375" y="274891"/>
                  </a:lnTo>
                  <a:lnTo>
                    <a:pt x="150583" y="265150"/>
                  </a:lnTo>
                  <a:lnTo>
                    <a:pt x="150495" y="264871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66" y="252222"/>
                  </a:lnTo>
                  <a:lnTo>
                    <a:pt x="176110" y="257175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56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95"/>
                  </a:lnTo>
                  <a:lnTo>
                    <a:pt x="190017" y="264871"/>
                  </a:lnTo>
                  <a:lnTo>
                    <a:pt x="186512" y="257962"/>
                  </a:lnTo>
                  <a:lnTo>
                    <a:pt x="185369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401"/>
                  </a:lnTo>
                  <a:lnTo>
                    <a:pt x="215163" y="217652"/>
                  </a:lnTo>
                  <a:lnTo>
                    <a:pt x="222681" y="218401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634238" y="195072"/>
                  </a:lnTo>
                  <a:lnTo>
                    <a:pt x="6342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17"/>
                  </a:lnTo>
                  <a:lnTo>
                    <a:pt x="187159" y="235940"/>
                  </a:lnTo>
                  <a:lnTo>
                    <a:pt x="191731" y="230225"/>
                  </a:lnTo>
                  <a:lnTo>
                    <a:pt x="196113" y="224510"/>
                  </a:lnTo>
                  <a:lnTo>
                    <a:pt x="201637" y="220599"/>
                  </a:lnTo>
                  <a:lnTo>
                    <a:pt x="208292" y="218516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04" y="153377"/>
                  </a:lnTo>
                  <a:lnTo>
                    <a:pt x="202704" y="189357"/>
                  </a:lnTo>
                  <a:lnTo>
                    <a:pt x="199237" y="189357"/>
                  </a:lnTo>
                  <a:lnTo>
                    <a:pt x="199237" y="195072"/>
                  </a:lnTo>
                  <a:lnTo>
                    <a:pt x="197129" y="196075"/>
                  </a:lnTo>
                  <a:lnTo>
                    <a:pt x="172262" y="229933"/>
                  </a:lnTo>
                  <a:lnTo>
                    <a:pt x="172237" y="230225"/>
                  </a:lnTo>
                  <a:lnTo>
                    <a:pt x="171450" y="237083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62" y="246507"/>
                  </a:lnTo>
                  <a:lnTo>
                    <a:pt x="145440" y="241084"/>
                  </a:lnTo>
                  <a:lnTo>
                    <a:pt x="146900" y="228333"/>
                  </a:lnTo>
                  <a:lnTo>
                    <a:pt x="147015" y="227939"/>
                  </a:lnTo>
                  <a:lnTo>
                    <a:pt x="150152" y="216369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37" y="195072"/>
                  </a:lnTo>
                  <a:lnTo>
                    <a:pt x="199237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77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04" y="189357"/>
                  </a:lnTo>
                  <a:lnTo>
                    <a:pt x="202704" y="153377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634238" y="137922"/>
                  </a:lnTo>
                  <a:lnTo>
                    <a:pt x="6342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906"/>
                  </a:lnTo>
                  <a:lnTo>
                    <a:pt x="238658" y="80772"/>
                  </a:lnTo>
                  <a:lnTo>
                    <a:pt x="634238" y="80772"/>
                  </a:lnTo>
                  <a:lnTo>
                    <a:pt x="6342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5142" y="4651763"/>
              <a:ext cx="273748" cy="296036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813625" y="4394590"/>
              <a:ext cx="1555115" cy="628650"/>
            </a:xfrm>
            <a:custGeom>
              <a:avLst/>
              <a:gdLst/>
              <a:ahLst/>
              <a:cxnLst/>
              <a:rect l="l" t="t" r="r" b="b"/>
              <a:pathLst>
                <a:path w="1555114" h="628650">
                  <a:moveTo>
                    <a:pt x="199580" y="44577"/>
                  </a:moveTo>
                  <a:lnTo>
                    <a:pt x="162712" y="0"/>
                  </a:lnTo>
                  <a:lnTo>
                    <a:pt x="152996" y="0"/>
                  </a:lnTo>
                  <a:lnTo>
                    <a:pt x="157581" y="5740"/>
                  </a:lnTo>
                  <a:lnTo>
                    <a:pt x="161353" y="11785"/>
                  </a:lnTo>
                  <a:lnTo>
                    <a:pt x="164299" y="18173"/>
                  </a:lnTo>
                  <a:lnTo>
                    <a:pt x="166433" y="24866"/>
                  </a:lnTo>
                  <a:lnTo>
                    <a:pt x="166497" y="31470"/>
                  </a:lnTo>
                  <a:lnTo>
                    <a:pt x="165569" y="37871"/>
                  </a:lnTo>
                  <a:lnTo>
                    <a:pt x="143852" y="70294"/>
                  </a:lnTo>
                  <a:lnTo>
                    <a:pt x="179857" y="117157"/>
                  </a:lnTo>
                  <a:lnTo>
                    <a:pt x="179857" y="117729"/>
                  </a:lnTo>
                  <a:lnTo>
                    <a:pt x="173189" y="114109"/>
                  </a:lnTo>
                  <a:lnTo>
                    <a:pt x="167284" y="112306"/>
                  </a:lnTo>
                  <a:lnTo>
                    <a:pt x="162140" y="112306"/>
                  </a:lnTo>
                  <a:lnTo>
                    <a:pt x="153263" y="113639"/>
                  </a:lnTo>
                  <a:lnTo>
                    <a:pt x="146634" y="117373"/>
                  </a:lnTo>
                  <a:lnTo>
                    <a:pt x="142265" y="123507"/>
                  </a:lnTo>
                  <a:lnTo>
                    <a:pt x="140144" y="132016"/>
                  </a:lnTo>
                  <a:lnTo>
                    <a:pt x="141376" y="138518"/>
                  </a:lnTo>
                  <a:lnTo>
                    <a:pt x="143637" y="144589"/>
                  </a:lnTo>
                  <a:lnTo>
                    <a:pt x="146939" y="150241"/>
                  </a:lnTo>
                  <a:lnTo>
                    <a:pt x="151282" y="155448"/>
                  </a:lnTo>
                  <a:lnTo>
                    <a:pt x="171856" y="173456"/>
                  </a:lnTo>
                  <a:lnTo>
                    <a:pt x="175006" y="168884"/>
                  </a:lnTo>
                  <a:lnTo>
                    <a:pt x="171386" y="166027"/>
                  </a:lnTo>
                  <a:lnTo>
                    <a:pt x="168148" y="161544"/>
                  </a:lnTo>
                  <a:lnTo>
                    <a:pt x="165290" y="155448"/>
                  </a:lnTo>
                  <a:lnTo>
                    <a:pt x="162242" y="149352"/>
                  </a:lnTo>
                  <a:lnTo>
                    <a:pt x="162712" y="142786"/>
                  </a:lnTo>
                  <a:lnTo>
                    <a:pt x="166712" y="135737"/>
                  </a:lnTo>
                  <a:lnTo>
                    <a:pt x="169951" y="130975"/>
                  </a:lnTo>
                  <a:lnTo>
                    <a:pt x="174040" y="128689"/>
                  </a:lnTo>
                  <a:lnTo>
                    <a:pt x="179006" y="128879"/>
                  </a:lnTo>
                  <a:lnTo>
                    <a:pt x="184150" y="129260"/>
                  </a:lnTo>
                  <a:lnTo>
                    <a:pt x="189471" y="130975"/>
                  </a:lnTo>
                  <a:lnTo>
                    <a:pt x="195008" y="134023"/>
                  </a:lnTo>
                  <a:lnTo>
                    <a:pt x="198437" y="129451"/>
                  </a:lnTo>
                  <a:lnTo>
                    <a:pt x="183578" y="109728"/>
                  </a:lnTo>
                  <a:lnTo>
                    <a:pt x="178816" y="102489"/>
                  </a:lnTo>
                  <a:lnTo>
                    <a:pt x="176326" y="94869"/>
                  </a:lnTo>
                  <a:lnTo>
                    <a:pt x="176149" y="86868"/>
                  </a:lnTo>
                  <a:lnTo>
                    <a:pt x="178358" y="77050"/>
                  </a:lnTo>
                  <a:lnTo>
                    <a:pt x="182994" y="66725"/>
                  </a:lnTo>
                  <a:lnTo>
                    <a:pt x="190068" y="55905"/>
                  </a:lnTo>
                  <a:lnTo>
                    <a:pt x="199580" y="44577"/>
                  </a:lnTo>
                  <a:close/>
                </a:path>
                <a:path w="1555114" h="628650">
                  <a:moveTo>
                    <a:pt x="1554873" y="342900"/>
                  </a:moveTo>
                  <a:lnTo>
                    <a:pt x="150139" y="342900"/>
                  </a:lnTo>
                  <a:lnTo>
                    <a:pt x="150139" y="240030"/>
                  </a:lnTo>
                  <a:lnTo>
                    <a:pt x="140144" y="240030"/>
                  </a:lnTo>
                  <a:lnTo>
                    <a:pt x="140144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140144" y="348615"/>
                  </a:lnTo>
                  <a:lnTo>
                    <a:pt x="140144" y="400050"/>
                  </a:lnTo>
                  <a:lnTo>
                    <a:pt x="0" y="400050"/>
                  </a:lnTo>
                  <a:lnTo>
                    <a:pt x="0" y="405765"/>
                  </a:lnTo>
                  <a:lnTo>
                    <a:pt x="140144" y="405765"/>
                  </a:lnTo>
                  <a:lnTo>
                    <a:pt x="140144" y="457200"/>
                  </a:lnTo>
                  <a:lnTo>
                    <a:pt x="0" y="457200"/>
                  </a:lnTo>
                  <a:lnTo>
                    <a:pt x="0" y="462915"/>
                  </a:lnTo>
                  <a:lnTo>
                    <a:pt x="140144" y="462915"/>
                  </a:lnTo>
                  <a:lnTo>
                    <a:pt x="140144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140144" y="520065"/>
                  </a:lnTo>
                  <a:lnTo>
                    <a:pt x="140144" y="571500"/>
                  </a:lnTo>
                  <a:lnTo>
                    <a:pt x="0" y="571500"/>
                  </a:lnTo>
                  <a:lnTo>
                    <a:pt x="0" y="577215"/>
                  </a:lnTo>
                  <a:lnTo>
                    <a:pt x="140144" y="577215"/>
                  </a:lnTo>
                  <a:lnTo>
                    <a:pt x="140144" y="628650"/>
                  </a:lnTo>
                  <a:lnTo>
                    <a:pt x="150139" y="628650"/>
                  </a:lnTo>
                  <a:lnTo>
                    <a:pt x="150139" y="577215"/>
                  </a:lnTo>
                  <a:lnTo>
                    <a:pt x="1554873" y="577215"/>
                  </a:lnTo>
                  <a:lnTo>
                    <a:pt x="1554873" y="571500"/>
                  </a:lnTo>
                  <a:lnTo>
                    <a:pt x="150139" y="571500"/>
                  </a:lnTo>
                  <a:lnTo>
                    <a:pt x="150139" y="520065"/>
                  </a:lnTo>
                  <a:lnTo>
                    <a:pt x="1554873" y="520065"/>
                  </a:lnTo>
                  <a:lnTo>
                    <a:pt x="1554873" y="514350"/>
                  </a:lnTo>
                  <a:lnTo>
                    <a:pt x="150139" y="514350"/>
                  </a:lnTo>
                  <a:lnTo>
                    <a:pt x="150139" y="462915"/>
                  </a:lnTo>
                  <a:lnTo>
                    <a:pt x="1554873" y="462915"/>
                  </a:lnTo>
                  <a:lnTo>
                    <a:pt x="1554873" y="457200"/>
                  </a:lnTo>
                  <a:lnTo>
                    <a:pt x="150139" y="457200"/>
                  </a:lnTo>
                  <a:lnTo>
                    <a:pt x="150139" y="405765"/>
                  </a:lnTo>
                  <a:lnTo>
                    <a:pt x="1554873" y="405765"/>
                  </a:lnTo>
                  <a:lnTo>
                    <a:pt x="1554873" y="400050"/>
                  </a:lnTo>
                  <a:lnTo>
                    <a:pt x="150139" y="400050"/>
                  </a:lnTo>
                  <a:lnTo>
                    <a:pt x="150139" y="348615"/>
                  </a:lnTo>
                  <a:lnTo>
                    <a:pt x="1554873" y="348615"/>
                  </a:lnTo>
                  <a:lnTo>
                    <a:pt x="1554873" y="342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937252" y="4591470"/>
              <a:ext cx="126817" cy="92440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953096" y="4165990"/>
              <a:ext cx="2633345" cy="857250"/>
            </a:xfrm>
            <a:custGeom>
              <a:avLst/>
              <a:gdLst/>
              <a:ahLst/>
              <a:cxnLst/>
              <a:rect l="l" t="t" r="r" b="b"/>
              <a:pathLst>
                <a:path w="2633345" h="857250">
                  <a:moveTo>
                    <a:pt x="75717" y="642175"/>
                  </a:moveTo>
                  <a:lnTo>
                    <a:pt x="72847" y="635228"/>
                  </a:lnTo>
                  <a:lnTo>
                    <a:pt x="72771" y="635038"/>
                  </a:lnTo>
                  <a:lnTo>
                    <a:pt x="67246" y="630466"/>
                  </a:lnTo>
                  <a:lnTo>
                    <a:pt x="67246" y="639800"/>
                  </a:lnTo>
                  <a:lnTo>
                    <a:pt x="67246" y="643420"/>
                  </a:lnTo>
                  <a:lnTo>
                    <a:pt x="65252" y="647611"/>
                  </a:lnTo>
                  <a:lnTo>
                    <a:pt x="34671" y="672655"/>
                  </a:lnTo>
                  <a:lnTo>
                    <a:pt x="18389" y="678281"/>
                  </a:lnTo>
                  <a:lnTo>
                    <a:pt x="14389" y="678091"/>
                  </a:lnTo>
                  <a:lnTo>
                    <a:pt x="10388" y="677710"/>
                  </a:lnTo>
                  <a:lnTo>
                    <a:pt x="8483" y="675995"/>
                  </a:lnTo>
                  <a:lnTo>
                    <a:pt x="8674" y="672947"/>
                  </a:lnTo>
                  <a:lnTo>
                    <a:pt x="34671" y="644652"/>
                  </a:lnTo>
                  <a:lnTo>
                    <a:pt x="56388" y="635228"/>
                  </a:lnTo>
                  <a:lnTo>
                    <a:pt x="62103" y="635800"/>
                  </a:lnTo>
                  <a:lnTo>
                    <a:pt x="64960" y="636181"/>
                  </a:lnTo>
                  <a:lnTo>
                    <a:pt x="66675" y="637514"/>
                  </a:lnTo>
                  <a:lnTo>
                    <a:pt x="67246" y="639800"/>
                  </a:lnTo>
                  <a:lnTo>
                    <a:pt x="67246" y="630466"/>
                  </a:lnTo>
                  <a:lnTo>
                    <a:pt x="66103" y="629513"/>
                  </a:lnTo>
                  <a:lnTo>
                    <a:pt x="60960" y="626656"/>
                  </a:lnTo>
                  <a:lnTo>
                    <a:pt x="55143" y="625513"/>
                  </a:lnTo>
                  <a:lnTo>
                    <a:pt x="48679" y="626084"/>
                  </a:lnTo>
                  <a:lnTo>
                    <a:pt x="10655" y="642696"/>
                  </a:lnTo>
                  <a:lnTo>
                    <a:pt x="0" y="671703"/>
                  </a:lnTo>
                  <a:lnTo>
                    <a:pt x="2959" y="678853"/>
                  </a:lnTo>
                  <a:lnTo>
                    <a:pt x="9817" y="684377"/>
                  </a:lnTo>
                  <a:lnTo>
                    <a:pt x="14960" y="687235"/>
                  </a:lnTo>
                  <a:lnTo>
                    <a:pt x="20675" y="688378"/>
                  </a:lnTo>
                  <a:lnTo>
                    <a:pt x="26962" y="687806"/>
                  </a:lnTo>
                  <a:lnTo>
                    <a:pt x="35026" y="686892"/>
                  </a:lnTo>
                  <a:lnTo>
                    <a:pt x="42964" y="684733"/>
                  </a:lnTo>
                  <a:lnTo>
                    <a:pt x="50749" y="681316"/>
                  </a:lnTo>
                  <a:lnTo>
                    <a:pt x="55727" y="678281"/>
                  </a:lnTo>
                  <a:lnTo>
                    <a:pt x="58394" y="676656"/>
                  </a:lnTo>
                  <a:lnTo>
                    <a:pt x="65100" y="671093"/>
                  </a:lnTo>
                  <a:lnTo>
                    <a:pt x="70104" y="664946"/>
                  </a:lnTo>
                  <a:lnTo>
                    <a:pt x="73393" y="658228"/>
                  </a:lnTo>
                  <a:lnTo>
                    <a:pt x="74968" y="650938"/>
                  </a:lnTo>
                  <a:lnTo>
                    <a:pt x="75717" y="642175"/>
                  </a:lnTo>
                  <a:close/>
                </a:path>
                <a:path w="2633345" h="857250">
                  <a:moveTo>
                    <a:pt x="110959" y="656374"/>
                  </a:moveTo>
                  <a:lnTo>
                    <a:pt x="110210" y="649897"/>
                  </a:lnTo>
                  <a:lnTo>
                    <a:pt x="106578" y="646366"/>
                  </a:lnTo>
                  <a:lnTo>
                    <a:pt x="100101" y="645795"/>
                  </a:lnTo>
                  <a:lnTo>
                    <a:pt x="93433" y="646366"/>
                  </a:lnTo>
                  <a:lnTo>
                    <a:pt x="89814" y="649897"/>
                  </a:lnTo>
                  <a:lnTo>
                    <a:pt x="89242" y="656374"/>
                  </a:lnTo>
                  <a:lnTo>
                    <a:pt x="89814" y="662851"/>
                  </a:lnTo>
                  <a:lnTo>
                    <a:pt x="93433" y="666559"/>
                  </a:lnTo>
                  <a:lnTo>
                    <a:pt x="100101" y="667512"/>
                  </a:lnTo>
                  <a:lnTo>
                    <a:pt x="106578" y="666559"/>
                  </a:lnTo>
                  <a:lnTo>
                    <a:pt x="110210" y="662851"/>
                  </a:lnTo>
                  <a:lnTo>
                    <a:pt x="110959" y="656374"/>
                  </a:lnTo>
                  <a:close/>
                </a:path>
                <a:path w="2633345" h="857250">
                  <a:moveTo>
                    <a:pt x="326694" y="510781"/>
                  </a:moveTo>
                  <a:lnTo>
                    <a:pt x="215557" y="510781"/>
                  </a:lnTo>
                  <a:lnTo>
                    <a:pt x="215557" y="517931"/>
                  </a:lnTo>
                  <a:lnTo>
                    <a:pt x="326694" y="517931"/>
                  </a:lnTo>
                  <a:lnTo>
                    <a:pt x="326694" y="510781"/>
                  </a:lnTo>
                  <a:close/>
                </a:path>
                <a:path w="2633345" h="857250">
                  <a:moveTo>
                    <a:pt x="326694" y="453631"/>
                  </a:moveTo>
                  <a:lnTo>
                    <a:pt x="215557" y="453631"/>
                  </a:lnTo>
                  <a:lnTo>
                    <a:pt x="215557" y="460781"/>
                  </a:lnTo>
                  <a:lnTo>
                    <a:pt x="326694" y="460781"/>
                  </a:lnTo>
                  <a:lnTo>
                    <a:pt x="326694" y="453631"/>
                  </a:lnTo>
                  <a:close/>
                </a:path>
                <a:path w="2633345" h="857250">
                  <a:moveTo>
                    <a:pt x="326694" y="396481"/>
                  </a:moveTo>
                  <a:lnTo>
                    <a:pt x="215557" y="396481"/>
                  </a:lnTo>
                  <a:lnTo>
                    <a:pt x="215557" y="403631"/>
                  </a:lnTo>
                  <a:lnTo>
                    <a:pt x="326694" y="403631"/>
                  </a:lnTo>
                  <a:lnTo>
                    <a:pt x="326694" y="396481"/>
                  </a:lnTo>
                  <a:close/>
                </a:path>
                <a:path w="2633345" h="857250">
                  <a:moveTo>
                    <a:pt x="326694" y="339331"/>
                  </a:moveTo>
                  <a:lnTo>
                    <a:pt x="215557" y="339331"/>
                  </a:lnTo>
                  <a:lnTo>
                    <a:pt x="215557" y="346481"/>
                  </a:lnTo>
                  <a:lnTo>
                    <a:pt x="326694" y="346481"/>
                  </a:lnTo>
                  <a:lnTo>
                    <a:pt x="326694" y="339331"/>
                  </a:lnTo>
                  <a:close/>
                </a:path>
                <a:path w="2633345" h="857250">
                  <a:moveTo>
                    <a:pt x="326694" y="282181"/>
                  </a:moveTo>
                  <a:lnTo>
                    <a:pt x="215557" y="282181"/>
                  </a:lnTo>
                  <a:lnTo>
                    <a:pt x="215557" y="289331"/>
                  </a:lnTo>
                  <a:lnTo>
                    <a:pt x="326694" y="289331"/>
                  </a:lnTo>
                  <a:lnTo>
                    <a:pt x="326694" y="282181"/>
                  </a:lnTo>
                  <a:close/>
                </a:path>
                <a:path w="2633345" h="857250">
                  <a:moveTo>
                    <a:pt x="326694" y="225031"/>
                  </a:moveTo>
                  <a:lnTo>
                    <a:pt x="215557" y="225031"/>
                  </a:lnTo>
                  <a:lnTo>
                    <a:pt x="215557" y="232181"/>
                  </a:lnTo>
                  <a:lnTo>
                    <a:pt x="326694" y="232181"/>
                  </a:lnTo>
                  <a:lnTo>
                    <a:pt x="326694" y="225031"/>
                  </a:lnTo>
                  <a:close/>
                </a:path>
                <a:path w="2633345" h="857250">
                  <a:moveTo>
                    <a:pt x="495287" y="510781"/>
                  </a:moveTo>
                  <a:lnTo>
                    <a:pt x="384149" y="510781"/>
                  </a:lnTo>
                  <a:lnTo>
                    <a:pt x="384149" y="517931"/>
                  </a:lnTo>
                  <a:lnTo>
                    <a:pt x="495287" y="517931"/>
                  </a:lnTo>
                  <a:lnTo>
                    <a:pt x="495287" y="510781"/>
                  </a:lnTo>
                  <a:close/>
                </a:path>
                <a:path w="2633345" h="857250">
                  <a:moveTo>
                    <a:pt x="495287" y="453631"/>
                  </a:moveTo>
                  <a:lnTo>
                    <a:pt x="384149" y="453631"/>
                  </a:lnTo>
                  <a:lnTo>
                    <a:pt x="384149" y="460781"/>
                  </a:lnTo>
                  <a:lnTo>
                    <a:pt x="495287" y="460781"/>
                  </a:lnTo>
                  <a:lnTo>
                    <a:pt x="495287" y="453631"/>
                  </a:lnTo>
                  <a:close/>
                </a:path>
                <a:path w="2633345" h="857250">
                  <a:moveTo>
                    <a:pt x="495287" y="396481"/>
                  </a:moveTo>
                  <a:lnTo>
                    <a:pt x="384149" y="396481"/>
                  </a:lnTo>
                  <a:lnTo>
                    <a:pt x="384149" y="403631"/>
                  </a:lnTo>
                  <a:lnTo>
                    <a:pt x="495287" y="403631"/>
                  </a:lnTo>
                  <a:lnTo>
                    <a:pt x="495287" y="396481"/>
                  </a:lnTo>
                  <a:close/>
                </a:path>
                <a:path w="2633345" h="857250">
                  <a:moveTo>
                    <a:pt x="495287" y="339331"/>
                  </a:moveTo>
                  <a:lnTo>
                    <a:pt x="384149" y="339331"/>
                  </a:lnTo>
                  <a:lnTo>
                    <a:pt x="384149" y="346481"/>
                  </a:lnTo>
                  <a:lnTo>
                    <a:pt x="495287" y="346481"/>
                  </a:lnTo>
                  <a:lnTo>
                    <a:pt x="495287" y="339331"/>
                  </a:lnTo>
                  <a:close/>
                </a:path>
                <a:path w="2633345" h="857250">
                  <a:moveTo>
                    <a:pt x="495287" y="282181"/>
                  </a:moveTo>
                  <a:lnTo>
                    <a:pt x="384149" y="282181"/>
                  </a:lnTo>
                  <a:lnTo>
                    <a:pt x="384149" y="289331"/>
                  </a:lnTo>
                  <a:lnTo>
                    <a:pt x="495287" y="289331"/>
                  </a:lnTo>
                  <a:lnTo>
                    <a:pt x="495287" y="282181"/>
                  </a:lnTo>
                  <a:close/>
                </a:path>
                <a:path w="2633345" h="857250">
                  <a:moveTo>
                    <a:pt x="623544" y="510781"/>
                  </a:moveTo>
                  <a:lnTo>
                    <a:pt x="512406" y="510781"/>
                  </a:lnTo>
                  <a:lnTo>
                    <a:pt x="512406" y="517931"/>
                  </a:lnTo>
                  <a:lnTo>
                    <a:pt x="623544" y="517931"/>
                  </a:lnTo>
                  <a:lnTo>
                    <a:pt x="623544" y="510781"/>
                  </a:lnTo>
                  <a:close/>
                </a:path>
                <a:path w="2633345" h="857250">
                  <a:moveTo>
                    <a:pt x="623544" y="453631"/>
                  </a:moveTo>
                  <a:lnTo>
                    <a:pt x="512406" y="453631"/>
                  </a:lnTo>
                  <a:lnTo>
                    <a:pt x="512406" y="460781"/>
                  </a:lnTo>
                  <a:lnTo>
                    <a:pt x="623544" y="460781"/>
                  </a:lnTo>
                  <a:lnTo>
                    <a:pt x="623544" y="453631"/>
                  </a:lnTo>
                  <a:close/>
                </a:path>
                <a:path w="2633345" h="857250">
                  <a:moveTo>
                    <a:pt x="623544" y="396481"/>
                  </a:moveTo>
                  <a:lnTo>
                    <a:pt x="512406" y="396481"/>
                  </a:lnTo>
                  <a:lnTo>
                    <a:pt x="512406" y="403631"/>
                  </a:lnTo>
                  <a:lnTo>
                    <a:pt x="623544" y="403631"/>
                  </a:lnTo>
                  <a:lnTo>
                    <a:pt x="623544" y="396481"/>
                  </a:lnTo>
                  <a:close/>
                </a:path>
                <a:path w="2633345" h="857250">
                  <a:moveTo>
                    <a:pt x="623544" y="339331"/>
                  </a:moveTo>
                  <a:lnTo>
                    <a:pt x="512406" y="339331"/>
                  </a:lnTo>
                  <a:lnTo>
                    <a:pt x="512406" y="346481"/>
                  </a:lnTo>
                  <a:lnTo>
                    <a:pt x="623544" y="346481"/>
                  </a:lnTo>
                  <a:lnTo>
                    <a:pt x="623544" y="339331"/>
                  </a:lnTo>
                  <a:close/>
                </a:path>
                <a:path w="2633345" h="857250">
                  <a:moveTo>
                    <a:pt x="792137" y="510781"/>
                  </a:moveTo>
                  <a:lnTo>
                    <a:pt x="680999" y="510781"/>
                  </a:lnTo>
                  <a:lnTo>
                    <a:pt x="680999" y="517931"/>
                  </a:lnTo>
                  <a:lnTo>
                    <a:pt x="792137" y="517931"/>
                  </a:lnTo>
                  <a:lnTo>
                    <a:pt x="792137" y="510781"/>
                  </a:lnTo>
                  <a:close/>
                </a:path>
                <a:path w="2633345" h="857250">
                  <a:moveTo>
                    <a:pt x="792137" y="453631"/>
                  </a:moveTo>
                  <a:lnTo>
                    <a:pt x="680999" y="453631"/>
                  </a:lnTo>
                  <a:lnTo>
                    <a:pt x="680999" y="460781"/>
                  </a:lnTo>
                  <a:lnTo>
                    <a:pt x="792137" y="460781"/>
                  </a:lnTo>
                  <a:lnTo>
                    <a:pt x="792137" y="453631"/>
                  </a:lnTo>
                  <a:close/>
                </a:path>
                <a:path w="2633345" h="857250">
                  <a:moveTo>
                    <a:pt x="792137" y="339331"/>
                  </a:moveTo>
                  <a:lnTo>
                    <a:pt x="770801" y="339331"/>
                  </a:lnTo>
                  <a:lnTo>
                    <a:pt x="771817" y="334048"/>
                  </a:lnTo>
                  <a:lnTo>
                    <a:pt x="771626" y="326809"/>
                  </a:lnTo>
                  <a:lnTo>
                    <a:pt x="771525" y="326605"/>
                  </a:lnTo>
                  <a:lnTo>
                    <a:pt x="771525" y="129133"/>
                  </a:lnTo>
                  <a:lnTo>
                    <a:pt x="771525" y="100342"/>
                  </a:lnTo>
                  <a:lnTo>
                    <a:pt x="771525" y="85940"/>
                  </a:lnTo>
                  <a:lnTo>
                    <a:pt x="771525" y="57150"/>
                  </a:lnTo>
                  <a:lnTo>
                    <a:pt x="761530" y="55930"/>
                  </a:lnTo>
                  <a:lnTo>
                    <a:pt x="761530" y="84721"/>
                  </a:lnTo>
                  <a:lnTo>
                    <a:pt x="761530" y="99123"/>
                  </a:lnTo>
                  <a:lnTo>
                    <a:pt x="602932" y="79654"/>
                  </a:lnTo>
                  <a:lnTo>
                    <a:pt x="602932" y="65252"/>
                  </a:lnTo>
                  <a:lnTo>
                    <a:pt x="761530" y="84721"/>
                  </a:lnTo>
                  <a:lnTo>
                    <a:pt x="761530" y="55930"/>
                  </a:lnTo>
                  <a:lnTo>
                    <a:pt x="602932" y="36461"/>
                  </a:lnTo>
                  <a:lnTo>
                    <a:pt x="592937" y="35229"/>
                  </a:lnTo>
                  <a:lnTo>
                    <a:pt x="592937" y="64020"/>
                  </a:lnTo>
                  <a:lnTo>
                    <a:pt x="592937" y="78422"/>
                  </a:lnTo>
                  <a:lnTo>
                    <a:pt x="474675" y="63893"/>
                  </a:lnTo>
                  <a:lnTo>
                    <a:pt x="474675" y="49491"/>
                  </a:lnTo>
                  <a:lnTo>
                    <a:pt x="592937" y="64020"/>
                  </a:lnTo>
                  <a:lnTo>
                    <a:pt x="592937" y="35229"/>
                  </a:lnTo>
                  <a:lnTo>
                    <a:pt x="474675" y="20701"/>
                  </a:lnTo>
                  <a:lnTo>
                    <a:pt x="464667" y="19481"/>
                  </a:lnTo>
                  <a:lnTo>
                    <a:pt x="464667" y="48272"/>
                  </a:lnTo>
                  <a:lnTo>
                    <a:pt x="464667" y="62674"/>
                  </a:lnTo>
                  <a:lnTo>
                    <a:pt x="306082" y="43192"/>
                  </a:lnTo>
                  <a:lnTo>
                    <a:pt x="306082" y="28790"/>
                  </a:lnTo>
                  <a:lnTo>
                    <a:pt x="464667" y="48272"/>
                  </a:lnTo>
                  <a:lnTo>
                    <a:pt x="464667" y="19481"/>
                  </a:lnTo>
                  <a:lnTo>
                    <a:pt x="306082" y="0"/>
                  </a:lnTo>
                  <a:lnTo>
                    <a:pt x="296075" y="0"/>
                  </a:lnTo>
                  <a:lnTo>
                    <a:pt x="296075" y="116268"/>
                  </a:lnTo>
                  <a:lnTo>
                    <a:pt x="294081" y="114681"/>
                  </a:lnTo>
                  <a:lnTo>
                    <a:pt x="287604" y="112966"/>
                  </a:lnTo>
                  <a:lnTo>
                    <a:pt x="279222" y="113157"/>
                  </a:lnTo>
                  <a:lnTo>
                    <a:pt x="271284" y="114122"/>
                  </a:lnTo>
                  <a:lnTo>
                    <a:pt x="236715" y="137236"/>
                  </a:lnTo>
                  <a:lnTo>
                    <a:pt x="232067" y="151168"/>
                  </a:lnTo>
                  <a:lnTo>
                    <a:pt x="232257" y="157645"/>
                  </a:lnTo>
                  <a:lnTo>
                    <a:pt x="234734" y="162877"/>
                  </a:lnTo>
                  <a:lnTo>
                    <a:pt x="239496" y="166878"/>
                  </a:lnTo>
                  <a:lnTo>
                    <a:pt x="240753" y="167881"/>
                  </a:lnTo>
                  <a:lnTo>
                    <a:pt x="216065" y="167881"/>
                  </a:lnTo>
                  <a:lnTo>
                    <a:pt x="216065" y="160020"/>
                  </a:lnTo>
                  <a:lnTo>
                    <a:pt x="216065" y="124307"/>
                  </a:lnTo>
                  <a:lnTo>
                    <a:pt x="216065" y="108877"/>
                  </a:lnTo>
                  <a:lnTo>
                    <a:pt x="216065" y="100584"/>
                  </a:lnTo>
                  <a:lnTo>
                    <a:pt x="208927" y="102387"/>
                  </a:lnTo>
                  <a:lnTo>
                    <a:pt x="208927" y="124307"/>
                  </a:lnTo>
                  <a:lnTo>
                    <a:pt x="208927" y="153162"/>
                  </a:lnTo>
                  <a:lnTo>
                    <a:pt x="183210" y="160020"/>
                  </a:lnTo>
                  <a:lnTo>
                    <a:pt x="183210" y="130873"/>
                  </a:lnTo>
                  <a:lnTo>
                    <a:pt x="208927" y="124307"/>
                  </a:lnTo>
                  <a:lnTo>
                    <a:pt x="208927" y="102387"/>
                  </a:lnTo>
                  <a:lnTo>
                    <a:pt x="183210" y="108877"/>
                  </a:lnTo>
                  <a:lnTo>
                    <a:pt x="183210" y="61722"/>
                  </a:lnTo>
                  <a:lnTo>
                    <a:pt x="176060" y="61722"/>
                  </a:lnTo>
                  <a:lnTo>
                    <a:pt x="176060" y="183451"/>
                  </a:lnTo>
                  <a:lnTo>
                    <a:pt x="208927" y="175171"/>
                  </a:lnTo>
                  <a:lnTo>
                    <a:pt x="208927" y="222313"/>
                  </a:lnTo>
                  <a:lnTo>
                    <a:pt x="216065" y="222313"/>
                  </a:lnTo>
                  <a:lnTo>
                    <a:pt x="216065" y="175171"/>
                  </a:lnTo>
                  <a:lnTo>
                    <a:pt x="216065" y="175031"/>
                  </a:lnTo>
                  <a:lnTo>
                    <a:pt x="326694" y="175031"/>
                  </a:lnTo>
                  <a:lnTo>
                    <a:pt x="326694" y="167881"/>
                  </a:lnTo>
                  <a:lnTo>
                    <a:pt x="277393" y="167881"/>
                  </a:lnTo>
                  <a:lnTo>
                    <a:pt x="282130" y="165798"/>
                  </a:lnTo>
                  <a:lnTo>
                    <a:pt x="306362" y="134023"/>
                  </a:lnTo>
                  <a:lnTo>
                    <a:pt x="306171" y="126784"/>
                  </a:lnTo>
                  <a:lnTo>
                    <a:pt x="306082" y="126606"/>
                  </a:lnTo>
                  <a:lnTo>
                    <a:pt x="306082" y="71983"/>
                  </a:lnTo>
                  <a:lnTo>
                    <a:pt x="464667" y="91465"/>
                  </a:lnTo>
                  <a:lnTo>
                    <a:pt x="464667" y="173418"/>
                  </a:lnTo>
                  <a:lnTo>
                    <a:pt x="462673" y="171831"/>
                  </a:lnTo>
                  <a:lnTo>
                    <a:pt x="456196" y="170116"/>
                  </a:lnTo>
                  <a:lnTo>
                    <a:pt x="416953" y="182308"/>
                  </a:lnTo>
                  <a:lnTo>
                    <a:pt x="400659" y="208318"/>
                  </a:lnTo>
                  <a:lnTo>
                    <a:pt x="400850" y="214795"/>
                  </a:lnTo>
                  <a:lnTo>
                    <a:pt x="403326" y="220027"/>
                  </a:lnTo>
                  <a:lnTo>
                    <a:pt x="408089" y="224028"/>
                  </a:lnTo>
                  <a:lnTo>
                    <a:pt x="409346" y="225031"/>
                  </a:lnTo>
                  <a:lnTo>
                    <a:pt x="384657" y="225031"/>
                  </a:lnTo>
                  <a:lnTo>
                    <a:pt x="384657" y="217170"/>
                  </a:lnTo>
                  <a:lnTo>
                    <a:pt x="384657" y="181457"/>
                  </a:lnTo>
                  <a:lnTo>
                    <a:pt x="384657" y="166027"/>
                  </a:lnTo>
                  <a:lnTo>
                    <a:pt x="384657" y="157734"/>
                  </a:lnTo>
                  <a:lnTo>
                    <a:pt x="377520" y="159537"/>
                  </a:lnTo>
                  <a:lnTo>
                    <a:pt x="377520" y="181457"/>
                  </a:lnTo>
                  <a:lnTo>
                    <a:pt x="377520" y="210312"/>
                  </a:lnTo>
                  <a:lnTo>
                    <a:pt x="351802" y="217170"/>
                  </a:lnTo>
                  <a:lnTo>
                    <a:pt x="351802" y="188023"/>
                  </a:lnTo>
                  <a:lnTo>
                    <a:pt x="377520" y="181457"/>
                  </a:lnTo>
                  <a:lnTo>
                    <a:pt x="377520" y="159537"/>
                  </a:lnTo>
                  <a:lnTo>
                    <a:pt x="351802" y="166027"/>
                  </a:lnTo>
                  <a:lnTo>
                    <a:pt x="351802" y="118872"/>
                  </a:lnTo>
                  <a:lnTo>
                    <a:pt x="344652" y="118872"/>
                  </a:lnTo>
                  <a:lnTo>
                    <a:pt x="344652" y="240601"/>
                  </a:lnTo>
                  <a:lnTo>
                    <a:pt x="377520" y="232321"/>
                  </a:lnTo>
                  <a:lnTo>
                    <a:pt x="377520" y="279463"/>
                  </a:lnTo>
                  <a:lnTo>
                    <a:pt x="384657" y="279463"/>
                  </a:lnTo>
                  <a:lnTo>
                    <a:pt x="384657" y="232321"/>
                  </a:lnTo>
                  <a:lnTo>
                    <a:pt x="384657" y="232181"/>
                  </a:lnTo>
                  <a:lnTo>
                    <a:pt x="495287" y="232181"/>
                  </a:lnTo>
                  <a:lnTo>
                    <a:pt x="495287" y="225031"/>
                  </a:lnTo>
                  <a:lnTo>
                    <a:pt x="445985" y="225031"/>
                  </a:lnTo>
                  <a:lnTo>
                    <a:pt x="450723" y="222948"/>
                  </a:lnTo>
                  <a:lnTo>
                    <a:pt x="474954" y="191173"/>
                  </a:lnTo>
                  <a:lnTo>
                    <a:pt x="474764" y="183934"/>
                  </a:lnTo>
                  <a:lnTo>
                    <a:pt x="474675" y="183756"/>
                  </a:lnTo>
                  <a:lnTo>
                    <a:pt x="474675" y="92684"/>
                  </a:lnTo>
                  <a:lnTo>
                    <a:pt x="592937" y="107213"/>
                  </a:lnTo>
                  <a:lnTo>
                    <a:pt x="592937" y="230581"/>
                  </a:lnTo>
                  <a:lnTo>
                    <a:pt x="590931" y="228981"/>
                  </a:lnTo>
                  <a:lnTo>
                    <a:pt x="584454" y="227266"/>
                  </a:lnTo>
                  <a:lnTo>
                    <a:pt x="545211" y="239458"/>
                  </a:lnTo>
                  <a:lnTo>
                    <a:pt x="528929" y="265468"/>
                  </a:lnTo>
                  <a:lnTo>
                    <a:pt x="529120" y="271945"/>
                  </a:lnTo>
                  <a:lnTo>
                    <a:pt x="531596" y="277177"/>
                  </a:lnTo>
                  <a:lnTo>
                    <a:pt x="536359" y="281178"/>
                  </a:lnTo>
                  <a:lnTo>
                    <a:pt x="537616" y="282181"/>
                  </a:lnTo>
                  <a:lnTo>
                    <a:pt x="512406" y="282181"/>
                  </a:lnTo>
                  <a:lnTo>
                    <a:pt x="512406" y="289331"/>
                  </a:lnTo>
                  <a:lnTo>
                    <a:pt x="623544" y="289331"/>
                  </a:lnTo>
                  <a:lnTo>
                    <a:pt x="623544" y="282181"/>
                  </a:lnTo>
                  <a:lnTo>
                    <a:pt x="574255" y="282181"/>
                  </a:lnTo>
                  <a:lnTo>
                    <a:pt x="578980" y="280098"/>
                  </a:lnTo>
                  <a:lnTo>
                    <a:pt x="603224" y="248323"/>
                  </a:lnTo>
                  <a:lnTo>
                    <a:pt x="603034" y="241084"/>
                  </a:lnTo>
                  <a:lnTo>
                    <a:pt x="602932" y="240880"/>
                  </a:lnTo>
                  <a:lnTo>
                    <a:pt x="602932" y="108445"/>
                  </a:lnTo>
                  <a:lnTo>
                    <a:pt x="761530" y="127914"/>
                  </a:lnTo>
                  <a:lnTo>
                    <a:pt x="761530" y="316306"/>
                  </a:lnTo>
                  <a:lnTo>
                    <a:pt x="759523" y="314706"/>
                  </a:lnTo>
                  <a:lnTo>
                    <a:pt x="753046" y="312991"/>
                  </a:lnTo>
                  <a:lnTo>
                    <a:pt x="713803" y="325183"/>
                  </a:lnTo>
                  <a:lnTo>
                    <a:pt x="701167" y="339331"/>
                  </a:lnTo>
                  <a:lnTo>
                    <a:pt x="681520" y="339331"/>
                  </a:lnTo>
                  <a:lnTo>
                    <a:pt x="681520" y="324332"/>
                  </a:lnTo>
                  <a:lnTo>
                    <a:pt x="681520" y="308902"/>
                  </a:lnTo>
                  <a:lnTo>
                    <a:pt x="681520" y="300609"/>
                  </a:lnTo>
                  <a:lnTo>
                    <a:pt x="674370" y="302425"/>
                  </a:lnTo>
                  <a:lnTo>
                    <a:pt x="674370" y="324332"/>
                  </a:lnTo>
                  <a:lnTo>
                    <a:pt x="674370" y="353187"/>
                  </a:lnTo>
                  <a:lnTo>
                    <a:pt x="648652" y="360045"/>
                  </a:lnTo>
                  <a:lnTo>
                    <a:pt x="648652" y="330898"/>
                  </a:lnTo>
                  <a:lnTo>
                    <a:pt x="674370" y="324332"/>
                  </a:lnTo>
                  <a:lnTo>
                    <a:pt x="674370" y="302425"/>
                  </a:lnTo>
                  <a:lnTo>
                    <a:pt x="648652" y="308902"/>
                  </a:lnTo>
                  <a:lnTo>
                    <a:pt x="648652" y="261747"/>
                  </a:lnTo>
                  <a:lnTo>
                    <a:pt x="641515" y="261747"/>
                  </a:lnTo>
                  <a:lnTo>
                    <a:pt x="641515" y="383476"/>
                  </a:lnTo>
                  <a:lnTo>
                    <a:pt x="674370" y="375196"/>
                  </a:lnTo>
                  <a:lnTo>
                    <a:pt x="674370" y="422338"/>
                  </a:lnTo>
                  <a:lnTo>
                    <a:pt x="681520" y="422338"/>
                  </a:lnTo>
                  <a:lnTo>
                    <a:pt x="681520" y="403631"/>
                  </a:lnTo>
                  <a:lnTo>
                    <a:pt x="792137" y="403631"/>
                  </a:lnTo>
                  <a:lnTo>
                    <a:pt x="792137" y="396481"/>
                  </a:lnTo>
                  <a:lnTo>
                    <a:pt x="681520" y="396481"/>
                  </a:lnTo>
                  <a:lnTo>
                    <a:pt x="681520" y="375196"/>
                  </a:lnTo>
                  <a:lnTo>
                    <a:pt x="681520" y="360045"/>
                  </a:lnTo>
                  <a:lnTo>
                    <a:pt x="681520" y="346481"/>
                  </a:lnTo>
                  <a:lnTo>
                    <a:pt x="698461" y="346481"/>
                  </a:lnTo>
                  <a:lnTo>
                    <a:pt x="697522" y="351193"/>
                  </a:lnTo>
                  <a:lnTo>
                    <a:pt x="697712" y="357670"/>
                  </a:lnTo>
                  <a:lnTo>
                    <a:pt x="700189" y="362902"/>
                  </a:lnTo>
                  <a:lnTo>
                    <a:pt x="704951" y="366903"/>
                  </a:lnTo>
                  <a:lnTo>
                    <a:pt x="709523" y="370522"/>
                  </a:lnTo>
                  <a:lnTo>
                    <a:pt x="715429" y="372427"/>
                  </a:lnTo>
                  <a:lnTo>
                    <a:pt x="722668" y="372618"/>
                  </a:lnTo>
                  <a:lnTo>
                    <a:pt x="731151" y="371678"/>
                  </a:lnTo>
                  <a:lnTo>
                    <a:pt x="767168" y="348615"/>
                  </a:lnTo>
                  <a:lnTo>
                    <a:pt x="768134" y="346481"/>
                  </a:lnTo>
                  <a:lnTo>
                    <a:pt x="792137" y="346481"/>
                  </a:lnTo>
                  <a:lnTo>
                    <a:pt x="792137" y="339331"/>
                  </a:lnTo>
                  <a:close/>
                </a:path>
                <a:path w="2633345" h="857250">
                  <a:moveTo>
                    <a:pt x="960729" y="510781"/>
                  </a:moveTo>
                  <a:lnTo>
                    <a:pt x="849591" y="510781"/>
                  </a:lnTo>
                  <a:lnTo>
                    <a:pt x="849591" y="517931"/>
                  </a:lnTo>
                  <a:lnTo>
                    <a:pt x="960729" y="517931"/>
                  </a:lnTo>
                  <a:lnTo>
                    <a:pt x="960729" y="510781"/>
                  </a:lnTo>
                  <a:close/>
                </a:path>
                <a:path w="2633345" h="857250">
                  <a:moveTo>
                    <a:pt x="1088999" y="510781"/>
                  </a:moveTo>
                  <a:lnTo>
                    <a:pt x="977861" y="510781"/>
                  </a:lnTo>
                  <a:lnTo>
                    <a:pt x="977861" y="517931"/>
                  </a:lnTo>
                  <a:lnTo>
                    <a:pt x="1088999" y="517931"/>
                  </a:lnTo>
                  <a:lnTo>
                    <a:pt x="1088999" y="510781"/>
                  </a:lnTo>
                  <a:close/>
                </a:path>
                <a:path w="2633345" h="857250">
                  <a:moveTo>
                    <a:pt x="1275232" y="500634"/>
                  </a:moveTo>
                  <a:lnTo>
                    <a:pt x="1268082" y="502450"/>
                  </a:lnTo>
                  <a:lnTo>
                    <a:pt x="1268082" y="524357"/>
                  </a:lnTo>
                  <a:lnTo>
                    <a:pt x="1268082" y="553212"/>
                  </a:lnTo>
                  <a:lnTo>
                    <a:pt x="1242364" y="560070"/>
                  </a:lnTo>
                  <a:lnTo>
                    <a:pt x="1242364" y="530923"/>
                  </a:lnTo>
                  <a:lnTo>
                    <a:pt x="1268082" y="524357"/>
                  </a:lnTo>
                  <a:lnTo>
                    <a:pt x="1268082" y="502450"/>
                  </a:lnTo>
                  <a:lnTo>
                    <a:pt x="1242364" y="508927"/>
                  </a:lnTo>
                  <a:lnTo>
                    <a:pt x="1242364" y="461772"/>
                  </a:lnTo>
                  <a:lnTo>
                    <a:pt x="1235227" y="461772"/>
                  </a:lnTo>
                  <a:lnTo>
                    <a:pt x="1235227" y="583501"/>
                  </a:lnTo>
                  <a:lnTo>
                    <a:pt x="1268082" y="575221"/>
                  </a:lnTo>
                  <a:lnTo>
                    <a:pt x="1268082" y="622363"/>
                  </a:lnTo>
                  <a:lnTo>
                    <a:pt x="1275232" y="622363"/>
                  </a:lnTo>
                  <a:lnTo>
                    <a:pt x="1275232" y="575221"/>
                  </a:lnTo>
                  <a:lnTo>
                    <a:pt x="1275232" y="560070"/>
                  </a:lnTo>
                  <a:lnTo>
                    <a:pt x="1275232" y="524357"/>
                  </a:lnTo>
                  <a:lnTo>
                    <a:pt x="1275232" y="508927"/>
                  </a:lnTo>
                  <a:lnTo>
                    <a:pt x="1275232" y="500634"/>
                  </a:lnTo>
                  <a:close/>
                </a:path>
                <a:path w="2633345" h="857250">
                  <a:moveTo>
                    <a:pt x="1365529" y="534073"/>
                  </a:moveTo>
                  <a:lnTo>
                    <a:pt x="1365338" y="526834"/>
                  </a:lnTo>
                  <a:lnTo>
                    <a:pt x="1365237" y="526630"/>
                  </a:lnTo>
                  <a:lnTo>
                    <a:pt x="1365237" y="386410"/>
                  </a:lnTo>
                  <a:lnTo>
                    <a:pt x="1365237" y="357581"/>
                  </a:lnTo>
                  <a:lnTo>
                    <a:pt x="1365237" y="343166"/>
                  </a:lnTo>
                  <a:lnTo>
                    <a:pt x="1365237" y="314325"/>
                  </a:lnTo>
                  <a:lnTo>
                    <a:pt x="1355242" y="312991"/>
                  </a:lnTo>
                  <a:lnTo>
                    <a:pt x="1355242" y="341833"/>
                  </a:lnTo>
                  <a:lnTo>
                    <a:pt x="1355242" y="356247"/>
                  </a:lnTo>
                  <a:lnTo>
                    <a:pt x="1196644" y="334924"/>
                  </a:lnTo>
                  <a:lnTo>
                    <a:pt x="1196644" y="320509"/>
                  </a:lnTo>
                  <a:lnTo>
                    <a:pt x="1355242" y="341833"/>
                  </a:lnTo>
                  <a:lnTo>
                    <a:pt x="1355242" y="312991"/>
                  </a:lnTo>
                  <a:lnTo>
                    <a:pt x="1196644" y="291668"/>
                  </a:lnTo>
                  <a:lnTo>
                    <a:pt x="1186649" y="290334"/>
                  </a:lnTo>
                  <a:lnTo>
                    <a:pt x="1186649" y="319163"/>
                  </a:lnTo>
                  <a:lnTo>
                    <a:pt x="1186649" y="333578"/>
                  </a:lnTo>
                  <a:lnTo>
                    <a:pt x="1068387" y="317677"/>
                  </a:lnTo>
                  <a:lnTo>
                    <a:pt x="1068387" y="303263"/>
                  </a:lnTo>
                  <a:lnTo>
                    <a:pt x="1186649" y="319163"/>
                  </a:lnTo>
                  <a:lnTo>
                    <a:pt x="1186649" y="290334"/>
                  </a:lnTo>
                  <a:lnTo>
                    <a:pt x="1068387" y="274421"/>
                  </a:lnTo>
                  <a:lnTo>
                    <a:pt x="1058379" y="273088"/>
                  </a:lnTo>
                  <a:lnTo>
                    <a:pt x="1058379" y="301917"/>
                  </a:lnTo>
                  <a:lnTo>
                    <a:pt x="1058379" y="316331"/>
                  </a:lnTo>
                  <a:lnTo>
                    <a:pt x="940117" y="300431"/>
                  </a:lnTo>
                  <a:lnTo>
                    <a:pt x="940117" y="286016"/>
                  </a:lnTo>
                  <a:lnTo>
                    <a:pt x="1058379" y="301917"/>
                  </a:lnTo>
                  <a:lnTo>
                    <a:pt x="1058379" y="273088"/>
                  </a:lnTo>
                  <a:lnTo>
                    <a:pt x="940117" y="257175"/>
                  </a:lnTo>
                  <a:lnTo>
                    <a:pt x="930122" y="257175"/>
                  </a:lnTo>
                  <a:lnTo>
                    <a:pt x="930122" y="373456"/>
                  </a:lnTo>
                  <a:lnTo>
                    <a:pt x="928116" y="371856"/>
                  </a:lnTo>
                  <a:lnTo>
                    <a:pt x="921639" y="370141"/>
                  </a:lnTo>
                  <a:lnTo>
                    <a:pt x="913257" y="370332"/>
                  </a:lnTo>
                  <a:lnTo>
                    <a:pt x="905332" y="371297"/>
                  </a:lnTo>
                  <a:lnTo>
                    <a:pt x="870750" y="394411"/>
                  </a:lnTo>
                  <a:lnTo>
                    <a:pt x="869759" y="396481"/>
                  </a:lnTo>
                  <a:lnTo>
                    <a:pt x="850112" y="396481"/>
                  </a:lnTo>
                  <a:lnTo>
                    <a:pt x="850112" y="381482"/>
                  </a:lnTo>
                  <a:lnTo>
                    <a:pt x="850112" y="366052"/>
                  </a:lnTo>
                  <a:lnTo>
                    <a:pt x="850112" y="357759"/>
                  </a:lnTo>
                  <a:lnTo>
                    <a:pt x="842962" y="359575"/>
                  </a:lnTo>
                  <a:lnTo>
                    <a:pt x="842962" y="381482"/>
                  </a:lnTo>
                  <a:lnTo>
                    <a:pt x="842962" y="410337"/>
                  </a:lnTo>
                  <a:lnTo>
                    <a:pt x="817245" y="417195"/>
                  </a:lnTo>
                  <a:lnTo>
                    <a:pt x="817245" y="388048"/>
                  </a:lnTo>
                  <a:lnTo>
                    <a:pt x="842962" y="381482"/>
                  </a:lnTo>
                  <a:lnTo>
                    <a:pt x="842962" y="359575"/>
                  </a:lnTo>
                  <a:lnTo>
                    <a:pt x="817245" y="366052"/>
                  </a:lnTo>
                  <a:lnTo>
                    <a:pt x="817245" y="318897"/>
                  </a:lnTo>
                  <a:lnTo>
                    <a:pt x="810107" y="318897"/>
                  </a:lnTo>
                  <a:lnTo>
                    <a:pt x="810107" y="440626"/>
                  </a:lnTo>
                  <a:lnTo>
                    <a:pt x="842962" y="432346"/>
                  </a:lnTo>
                  <a:lnTo>
                    <a:pt x="842962" y="479488"/>
                  </a:lnTo>
                  <a:lnTo>
                    <a:pt x="850112" y="479488"/>
                  </a:lnTo>
                  <a:lnTo>
                    <a:pt x="850112" y="460781"/>
                  </a:lnTo>
                  <a:lnTo>
                    <a:pt x="960729" y="460781"/>
                  </a:lnTo>
                  <a:lnTo>
                    <a:pt x="960729" y="453631"/>
                  </a:lnTo>
                  <a:lnTo>
                    <a:pt x="850112" y="453631"/>
                  </a:lnTo>
                  <a:lnTo>
                    <a:pt x="850112" y="432346"/>
                  </a:lnTo>
                  <a:lnTo>
                    <a:pt x="850112" y="417195"/>
                  </a:lnTo>
                  <a:lnTo>
                    <a:pt x="850112" y="403631"/>
                  </a:lnTo>
                  <a:lnTo>
                    <a:pt x="867054" y="403631"/>
                  </a:lnTo>
                  <a:lnTo>
                    <a:pt x="866114" y="408343"/>
                  </a:lnTo>
                  <a:lnTo>
                    <a:pt x="866305" y="414820"/>
                  </a:lnTo>
                  <a:lnTo>
                    <a:pt x="868781" y="420052"/>
                  </a:lnTo>
                  <a:lnTo>
                    <a:pt x="873544" y="424053"/>
                  </a:lnTo>
                  <a:lnTo>
                    <a:pt x="878116" y="427672"/>
                  </a:lnTo>
                  <a:lnTo>
                    <a:pt x="884021" y="429577"/>
                  </a:lnTo>
                  <a:lnTo>
                    <a:pt x="891260" y="429768"/>
                  </a:lnTo>
                  <a:lnTo>
                    <a:pt x="899744" y="428828"/>
                  </a:lnTo>
                  <a:lnTo>
                    <a:pt x="935761" y="405765"/>
                  </a:lnTo>
                  <a:lnTo>
                    <a:pt x="936726" y="403631"/>
                  </a:lnTo>
                  <a:lnTo>
                    <a:pt x="960729" y="403631"/>
                  </a:lnTo>
                  <a:lnTo>
                    <a:pt x="960729" y="396481"/>
                  </a:lnTo>
                  <a:lnTo>
                    <a:pt x="939393" y="396481"/>
                  </a:lnTo>
                  <a:lnTo>
                    <a:pt x="940409" y="391198"/>
                  </a:lnTo>
                  <a:lnTo>
                    <a:pt x="940219" y="383959"/>
                  </a:lnTo>
                  <a:lnTo>
                    <a:pt x="940117" y="383755"/>
                  </a:lnTo>
                  <a:lnTo>
                    <a:pt x="940117" y="329260"/>
                  </a:lnTo>
                  <a:lnTo>
                    <a:pt x="1058379" y="345160"/>
                  </a:lnTo>
                  <a:lnTo>
                    <a:pt x="1058379" y="430593"/>
                  </a:lnTo>
                  <a:lnTo>
                    <a:pt x="1056386" y="429006"/>
                  </a:lnTo>
                  <a:lnTo>
                    <a:pt x="1049909" y="427291"/>
                  </a:lnTo>
                  <a:lnTo>
                    <a:pt x="1010666" y="439483"/>
                  </a:lnTo>
                  <a:lnTo>
                    <a:pt x="998029" y="453631"/>
                  </a:lnTo>
                  <a:lnTo>
                    <a:pt x="977861" y="453631"/>
                  </a:lnTo>
                  <a:lnTo>
                    <a:pt x="977861" y="460781"/>
                  </a:lnTo>
                  <a:lnTo>
                    <a:pt x="995311" y="460781"/>
                  </a:lnTo>
                  <a:lnTo>
                    <a:pt x="994371" y="465493"/>
                  </a:lnTo>
                  <a:lnTo>
                    <a:pt x="1019517" y="486918"/>
                  </a:lnTo>
                  <a:lnTo>
                    <a:pt x="1028001" y="485978"/>
                  </a:lnTo>
                  <a:lnTo>
                    <a:pt x="1064031" y="462915"/>
                  </a:lnTo>
                  <a:lnTo>
                    <a:pt x="1064996" y="460781"/>
                  </a:lnTo>
                  <a:lnTo>
                    <a:pt x="1088999" y="460781"/>
                  </a:lnTo>
                  <a:lnTo>
                    <a:pt x="1088999" y="453631"/>
                  </a:lnTo>
                  <a:lnTo>
                    <a:pt x="1067650" y="453631"/>
                  </a:lnTo>
                  <a:lnTo>
                    <a:pt x="1068666" y="448348"/>
                  </a:lnTo>
                  <a:lnTo>
                    <a:pt x="1068476" y="441109"/>
                  </a:lnTo>
                  <a:lnTo>
                    <a:pt x="1068387" y="440931"/>
                  </a:lnTo>
                  <a:lnTo>
                    <a:pt x="1068387" y="346506"/>
                  </a:lnTo>
                  <a:lnTo>
                    <a:pt x="1186649" y="362407"/>
                  </a:lnTo>
                  <a:lnTo>
                    <a:pt x="1186649" y="459181"/>
                  </a:lnTo>
                  <a:lnTo>
                    <a:pt x="1184643" y="457581"/>
                  </a:lnTo>
                  <a:lnTo>
                    <a:pt x="1178166" y="455866"/>
                  </a:lnTo>
                  <a:lnTo>
                    <a:pt x="1138923" y="468058"/>
                  </a:lnTo>
                  <a:lnTo>
                    <a:pt x="1122641" y="494068"/>
                  </a:lnTo>
                  <a:lnTo>
                    <a:pt x="1122832" y="500545"/>
                  </a:lnTo>
                  <a:lnTo>
                    <a:pt x="1125308" y="505777"/>
                  </a:lnTo>
                  <a:lnTo>
                    <a:pt x="1130071" y="509778"/>
                  </a:lnTo>
                  <a:lnTo>
                    <a:pt x="1131328" y="510781"/>
                  </a:lnTo>
                  <a:lnTo>
                    <a:pt x="1106119" y="510781"/>
                  </a:lnTo>
                  <a:lnTo>
                    <a:pt x="1106119" y="517931"/>
                  </a:lnTo>
                  <a:lnTo>
                    <a:pt x="1217256" y="517931"/>
                  </a:lnTo>
                  <a:lnTo>
                    <a:pt x="1217256" y="510781"/>
                  </a:lnTo>
                  <a:lnTo>
                    <a:pt x="1167955" y="510781"/>
                  </a:lnTo>
                  <a:lnTo>
                    <a:pt x="1172692" y="508698"/>
                  </a:lnTo>
                  <a:lnTo>
                    <a:pt x="1196936" y="476923"/>
                  </a:lnTo>
                  <a:lnTo>
                    <a:pt x="1196746" y="469684"/>
                  </a:lnTo>
                  <a:lnTo>
                    <a:pt x="1196644" y="469480"/>
                  </a:lnTo>
                  <a:lnTo>
                    <a:pt x="1196644" y="363753"/>
                  </a:lnTo>
                  <a:lnTo>
                    <a:pt x="1355242" y="385076"/>
                  </a:lnTo>
                  <a:lnTo>
                    <a:pt x="1355242" y="516331"/>
                  </a:lnTo>
                  <a:lnTo>
                    <a:pt x="1353235" y="514731"/>
                  </a:lnTo>
                  <a:lnTo>
                    <a:pt x="1346758" y="513016"/>
                  </a:lnTo>
                  <a:lnTo>
                    <a:pt x="1307515" y="525208"/>
                  </a:lnTo>
                  <a:lnTo>
                    <a:pt x="1291234" y="551218"/>
                  </a:lnTo>
                  <a:lnTo>
                    <a:pt x="1291424" y="557695"/>
                  </a:lnTo>
                  <a:lnTo>
                    <a:pt x="1316380" y="572643"/>
                  </a:lnTo>
                  <a:lnTo>
                    <a:pt x="1324864" y="571703"/>
                  </a:lnTo>
                  <a:lnTo>
                    <a:pt x="1360881" y="548640"/>
                  </a:lnTo>
                  <a:lnTo>
                    <a:pt x="1364081" y="541642"/>
                  </a:lnTo>
                  <a:lnTo>
                    <a:pt x="1365529" y="534073"/>
                  </a:lnTo>
                  <a:close/>
                </a:path>
                <a:path w="2633345" h="857250">
                  <a:moveTo>
                    <a:pt x="2632824" y="571500"/>
                  </a:moveTo>
                  <a:lnTo>
                    <a:pt x="1813420" y="571500"/>
                  </a:lnTo>
                  <a:lnTo>
                    <a:pt x="1813420" y="517931"/>
                  </a:lnTo>
                  <a:lnTo>
                    <a:pt x="1898040" y="517931"/>
                  </a:lnTo>
                  <a:lnTo>
                    <a:pt x="1898040" y="510781"/>
                  </a:lnTo>
                  <a:lnTo>
                    <a:pt x="1813420" y="510781"/>
                  </a:lnTo>
                  <a:lnTo>
                    <a:pt x="1813420" y="460781"/>
                  </a:lnTo>
                  <a:lnTo>
                    <a:pt x="1898040" y="460781"/>
                  </a:lnTo>
                  <a:lnTo>
                    <a:pt x="1898040" y="453631"/>
                  </a:lnTo>
                  <a:lnTo>
                    <a:pt x="1848739" y="453631"/>
                  </a:lnTo>
                  <a:lnTo>
                    <a:pt x="1853476" y="451548"/>
                  </a:lnTo>
                  <a:lnTo>
                    <a:pt x="1861426" y="446633"/>
                  </a:lnTo>
                  <a:lnTo>
                    <a:pt x="1868119" y="440778"/>
                  </a:lnTo>
                  <a:lnTo>
                    <a:pt x="1873059" y="434340"/>
                  </a:lnTo>
                  <a:lnTo>
                    <a:pt x="1876259" y="427342"/>
                  </a:lnTo>
                  <a:lnTo>
                    <a:pt x="1877707" y="419773"/>
                  </a:lnTo>
                  <a:lnTo>
                    <a:pt x="1877517" y="412534"/>
                  </a:lnTo>
                  <a:lnTo>
                    <a:pt x="1874951" y="407289"/>
                  </a:lnTo>
                  <a:lnTo>
                    <a:pt x="1869998" y="404050"/>
                  </a:lnTo>
                  <a:lnTo>
                    <a:pt x="1865426" y="400431"/>
                  </a:lnTo>
                  <a:lnTo>
                    <a:pt x="1858949" y="398716"/>
                  </a:lnTo>
                  <a:lnTo>
                    <a:pt x="1850567" y="398907"/>
                  </a:lnTo>
                  <a:lnTo>
                    <a:pt x="1842630" y="399872"/>
                  </a:lnTo>
                  <a:lnTo>
                    <a:pt x="1808060" y="422986"/>
                  </a:lnTo>
                  <a:lnTo>
                    <a:pt x="1803412" y="436918"/>
                  </a:lnTo>
                  <a:lnTo>
                    <a:pt x="1803501" y="440055"/>
                  </a:lnTo>
                  <a:lnTo>
                    <a:pt x="1803412" y="453631"/>
                  </a:lnTo>
                  <a:lnTo>
                    <a:pt x="1786890" y="453631"/>
                  </a:lnTo>
                  <a:lnTo>
                    <a:pt x="1786890" y="460781"/>
                  </a:lnTo>
                  <a:lnTo>
                    <a:pt x="1803412" y="460781"/>
                  </a:lnTo>
                  <a:lnTo>
                    <a:pt x="1803412" y="510781"/>
                  </a:lnTo>
                  <a:lnTo>
                    <a:pt x="1786890" y="510781"/>
                  </a:lnTo>
                  <a:lnTo>
                    <a:pt x="1786890" y="517931"/>
                  </a:lnTo>
                  <a:lnTo>
                    <a:pt x="1803412" y="517931"/>
                  </a:lnTo>
                  <a:lnTo>
                    <a:pt x="1803412" y="571500"/>
                  </a:lnTo>
                  <a:lnTo>
                    <a:pt x="1803412" y="577215"/>
                  </a:lnTo>
                  <a:lnTo>
                    <a:pt x="1803412" y="800100"/>
                  </a:lnTo>
                  <a:lnTo>
                    <a:pt x="1648129" y="800100"/>
                  </a:lnTo>
                  <a:lnTo>
                    <a:pt x="1648129" y="748665"/>
                  </a:lnTo>
                  <a:lnTo>
                    <a:pt x="1803412" y="748665"/>
                  </a:lnTo>
                  <a:lnTo>
                    <a:pt x="1803412" y="742950"/>
                  </a:lnTo>
                  <a:lnTo>
                    <a:pt x="1648129" y="742950"/>
                  </a:lnTo>
                  <a:lnTo>
                    <a:pt x="1648129" y="691515"/>
                  </a:lnTo>
                  <a:lnTo>
                    <a:pt x="1803412" y="691515"/>
                  </a:lnTo>
                  <a:lnTo>
                    <a:pt x="1803412" y="685800"/>
                  </a:lnTo>
                  <a:lnTo>
                    <a:pt x="1672488" y="685800"/>
                  </a:lnTo>
                  <a:lnTo>
                    <a:pt x="1680057" y="683729"/>
                  </a:lnTo>
                  <a:lnTo>
                    <a:pt x="1688185" y="680148"/>
                  </a:lnTo>
                  <a:lnTo>
                    <a:pt x="1712417" y="648373"/>
                  </a:lnTo>
                  <a:lnTo>
                    <a:pt x="1712226" y="641134"/>
                  </a:lnTo>
                  <a:lnTo>
                    <a:pt x="1709661" y="635889"/>
                  </a:lnTo>
                  <a:lnTo>
                    <a:pt x="1707324" y="634365"/>
                  </a:lnTo>
                  <a:lnTo>
                    <a:pt x="1803412" y="634365"/>
                  </a:lnTo>
                  <a:lnTo>
                    <a:pt x="1803412" y="628650"/>
                  </a:lnTo>
                  <a:lnTo>
                    <a:pt x="1698688" y="628650"/>
                  </a:lnTo>
                  <a:lnTo>
                    <a:pt x="1693659" y="627316"/>
                  </a:lnTo>
                  <a:lnTo>
                    <a:pt x="1685277" y="627507"/>
                  </a:lnTo>
                  <a:lnTo>
                    <a:pt x="1677339" y="628472"/>
                  </a:lnTo>
                  <a:lnTo>
                    <a:pt x="1676742" y="628650"/>
                  </a:lnTo>
                  <a:lnTo>
                    <a:pt x="1662137" y="628650"/>
                  </a:lnTo>
                  <a:lnTo>
                    <a:pt x="1662137" y="634365"/>
                  </a:lnTo>
                  <a:lnTo>
                    <a:pt x="1661909" y="634479"/>
                  </a:lnTo>
                  <a:lnTo>
                    <a:pt x="1654416" y="639508"/>
                  </a:lnTo>
                  <a:lnTo>
                    <a:pt x="1653070" y="640676"/>
                  </a:lnTo>
                  <a:lnTo>
                    <a:pt x="1653070" y="685800"/>
                  </a:lnTo>
                  <a:lnTo>
                    <a:pt x="1648129" y="685800"/>
                  </a:lnTo>
                  <a:lnTo>
                    <a:pt x="1648129" y="683272"/>
                  </a:lnTo>
                  <a:lnTo>
                    <a:pt x="1650123" y="684847"/>
                  </a:lnTo>
                  <a:lnTo>
                    <a:pt x="1653070" y="685800"/>
                  </a:lnTo>
                  <a:lnTo>
                    <a:pt x="1653070" y="640676"/>
                  </a:lnTo>
                  <a:lnTo>
                    <a:pt x="1648129" y="644956"/>
                  </a:lnTo>
                  <a:lnTo>
                    <a:pt x="1648129" y="634365"/>
                  </a:lnTo>
                  <a:lnTo>
                    <a:pt x="1662137" y="634365"/>
                  </a:lnTo>
                  <a:lnTo>
                    <a:pt x="1662137" y="628650"/>
                  </a:lnTo>
                  <a:lnTo>
                    <a:pt x="1648129" y="628650"/>
                  </a:lnTo>
                  <a:lnTo>
                    <a:pt x="1648129" y="577215"/>
                  </a:lnTo>
                  <a:lnTo>
                    <a:pt x="1803412" y="577215"/>
                  </a:lnTo>
                  <a:lnTo>
                    <a:pt x="1803412" y="571500"/>
                  </a:lnTo>
                  <a:lnTo>
                    <a:pt x="1648129" y="571500"/>
                  </a:lnTo>
                  <a:lnTo>
                    <a:pt x="1648129" y="517931"/>
                  </a:lnTo>
                  <a:lnTo>
                    <a:pt x="1732749" y="517931"/>
                  </a:lnTo>
                  <a:lnTo>
                    <a:pt x="1732749" y="510781"/>
                  </a:lnTo>
                  <a:lnTo>
                    <a:pt x="1648129" y="510781"/>
                  </a:lnTo>
                  <a:lnTo>
                    <a:pt x="1648129" y="483247"/>
                  </a:lnTo>
                  <a:lnTo>
                    <a:pt x="1650123" y="484822"/>
                  </a:lnTo>
                  <a:lnTo>
                    <a:pt x="1656029" y="486727"/>
                  </a:lnTo>
                  <a:lnTo>
                    <a:pt x="1663268" y="486918"/>
                  </a:lnTo>
                  <a:lnTo>
                    <a:pt x="1671751" y="485978"/>
                  </a:lnTo>
                  <a:lnTo>
                    <a:pt x="1707781" y="462915"/>
                  </a:lnTo>
                  <a:lnTo>
                    <a:pt x="1708746" y="460781"/>
                  </a:lnTo>
                  <a:lnTo>
                    <a:pt x="1732749" y="460781"/>
                  </a:lnTo>
                  <a:lnTo>
                    <a:pt x="1732749" y="453631"/>
                  </a:lnTo>
                  <a:lnTo>
                    <a:pt x="1711401" y="453631"/>
                  </a:lnTo>
                  <a:lnTo>
                    <a:pt x="1712417" y="448348"/>
                  </a:lnTo>
                  <a:lnTo>
                    <a:pt x="1712226" y="441109"/>
                  </a:lnTo>
                  <a:lnTo>
                    <a:pt x="1709661" y="435864"/>
                  </a:lnTo>
                  <a:lnTo>
                    <a:pt x="1704708" y="432625"/>
                  </a:lnTo>
                  <a:lnTo>
                    <a:pt x="1700136" y="429006"/>
                  </a:lnTo>
                  <a:lnTo>
                    <a:pt x="1693659" y="427291"/>
                  </a:lnTo>
                  <a:lnTo>
                    <a:pt x="1685277" y="427482"/>
                  </a:lnTo>
                  <a:lnTo>
                    <a:pt x="1677339" y="428447"/>
                  </a:lnTo>
                  <a:lnTo>
                    <a:pt x="1642770" y="451561"/>
                  </a:lnTo>
                  <a:lnTo>
                    <a:pt x="1641779" y="453631"/>
                  </a:lnTo>
                  <a:lnTo>
                    <a:pt x="1621612" y="453631"/>
                  </a:lnTo>
                  <a:lnTo>
                    <a:pt x="1621612" y="460781"/>
                  </a:lnTo>
                  <a:lnTo>
                    <a:pt x="1639062" y="460781"/>
                  </a:lnTo>
                  <a:lnTo>
                    <a:pt x="1638122" y="465493"/>
                  </a:lnTo>
                  <a:lnTo>
                    <a:pt x="1638211" y="468630"/>
                  </a:lnTo>
                  <a:lnTo>
                    <a:pt x="1638122" y="510781"/>
                  </a:lnTo>
                  <a:lnTo>
                    <a:pt x="1621612" y="510781"/>
                  </a:lnTo>
                  <a:lnTo>
                    <a:pt x="1621612" y="517931"/>
                  </a:lnTo>
                  <a:lnTo>
                    <a:pt x="1638122" y="517931"/>
                  </a:lnTo>
                  <a:lnTo>
                    <a:pt x="1638122" y="571500"/>
                  </a:lnTo>
                  <a:lnTo>
                    <a:pt x="1638122" y="800100"/>
                  </a:lnTo>
                  <a:lnTo>
                    <a:pt x="1428102" y="800100"/>
                  </a:lnTo>
                  <a:lnTo>
                    <a:pt x="1428102" y="748665"/>
                  </a:lnTo>
                  <a:lnTo>
                    <a:pt x="1638122" y="748665"/>
                  </a:lnTo>
                  <a:lnTo>
                    <a:pt x="1638122" y="742950"/>
                  </a:lnTo>
                  <a:lnTo>
                    <a:pt x="1428102" y="742950"/>
                  </a:lnTo>
                  <a:lnTo>
                    <a:pt x="1428102" y="691515"/>
                  </a:lnTo>
                  <a:lnTo>
                    <a:pt x="1638122" y="691515"/>
                  </a:lnTo>
                  <a:lnTo>
                    <a:pt x="1638122" y="685800"/>
                  </a:lnTo>
                  <a:lnTo>
                    <a:pt x="1428102" y="685800"/>
                  </a:lnTo>
                  <a:lnTo>
                    <a:pt x="1428102" y="634365"/>
                  </a:lnTo>
                  <a:lnTo>
                    <a:pt x="1638122" y="634365"/>
                  </a:lnTo>
                  <a:lnTo>
                    <a:pt x="1638122" y="628650"/>
                  </a:lnTo>
                  <a:lnTo>
                    <a:pt x="1428102" y="628650"/>
                  </a:lnTo>
                  <a:lnTo>
                    <a:pt x="1428102" y="577215"/>
                  </a:lnTo>
                  <a:lnTo>
                    <a:pt x="1638122" y="577215"/>
                  </a:lnTo>
                  <a:lnTo>
                    <a:pt x="1638122" y="571500"/>
                  </a:lnTo>
                  <a:lnTo>
                    <a:pt x="1415402" y="571500"/>
                  </a:lnTo>
                  <a:lnTo>
                    <a:pt x="1415402" y="577215"/>
                  </a:lnTo>
                  <a:lnTo>
                    <a:pt x="1419529" y="577215"/>
                  </a:lnTo>
                  <a:lnTo>
                    <a:pt x="1419529" y="628650"/>
                  </a:lnTo>
                  <a:lnTo>
                    <a:pt x="1415402" y="628650"/>
                  </a:lnTo>
                  <a:lnTo>
                    <a:pt x="1415402" y="634365"/>
                  </a:lnTo>
                  <a:lnTo>
                    <a:pt x="1419529" y="634365"/>
                  </a:lnTo>
                  <a:lnTo>
                    <a:pt x="1419529" y="685800"/>
                  </a:lnTo>
                  <a:lnTo>
                    <a:pt x="1415402" y="685800"/>
                  </a:lnTo>
                  <a:lnTo>
                    <a:pt x="1415402" y="691515"/>
                  </a:lnTo>
                  <a:lnTo>
                    <a:pt x="1419529" y="691515"/>
                  </a:lnTo>
                  <a:lnTo>
                    <a:pt x="1419529" y="742950"/>
                  </a:lnTo>
                  <a:lnTo>
                    <a:pt x="1415402" y="742950"/>
                  </a:lnTo>
                  <a:lnTo>
                    <a:pt x="1415402" y="748665"/>
                  </a:lnTo>
                  <a:lnTo>
                    <a:pt x="1419529" y="748665"/>
                  </a:lnTo>
                  <a:lnTo>
                    <a:pt x="1419529" y="800100"/>
                  </a:lnTo>
                  <a:lnTo>
                    <a:pt x="1415402" y="800100"/>
                  </a:lnTo>
                  <a:lnTo>
                    <a:pt x="1415402" y="805815"/>
                  </a:lnTo>
                  <a:lnTo>
                    <a:pt x="1419529" y="805815"/>
                  </a:lnTo>
                  <a:lnTo>
                    <a:pt x="1428102" y="805815"/>
                  </a:lnTo>
                  <a:lnTo>
                    <a:pt x="1638122" y="805815"/>
                  </a:lnTo>
                  <a:lnTo>
                    <a:pt x="1638122" y="857250"/>
                  </a:lnTo>
                  <a:lnTo>
                    <a:pt x="1648129" y="857250"/>
                  </a:lnTo>
                  <a:lnTo>
                    <a:pt x="1648129" y="805815"/>
                  </a:lnTo>
                  <a:lnTo>
                    <a:pt x="1803412" y="805815"/>
                  </a:lnTo>
                  <a:lnTo>
                    <a:pt x="1803412" y="842962"/>
                  </a:lnTo>
                  <a:lnTo>
                    <a:pt x="1813420" y="842962"/>
                  </a:lnTo>
                  <a:lnTo>
                    <a:pt x="1813420" y="805815"/>
                  </a:lnTo>
                  <a:lnTo>
                    <a:pt x="2632824" y="805815"/>
                  </a:lnTo>
                  <a:lnTo>
                    <a:pt x="2632824" y="800100"/>
                  </a:lnTo>
                  <a:lnTo>
                    <a:pt x="1813420" y="800100"/>
                  </a:lnTo>
                  <a:lnTo>
                    <a:pt x="1813420" y="748665"/>
                  </a:lnTo>
                  <a:lnTo>
                    <a:pt x="2632824" y="748665"/>
                  </a:lnTo>
                  <a:lnTo>
                    <a:pt x="2632824" y="742950"/>
                  </a:lnTo>
                  <a:lnTo>
                    <a:pt x="1813420" y="742950"/>
                  </a:lnTo>
                  <a:lnTo>
                    <a:pt x="1813420" y="691515"/>
                  </a:lnTo>
                  <a:lnTo>
                    <a:pt x="2632824" y="691515"/>
                  </a:lnTo>
                  <a:lnTo>
                    <a:pt x="2632824" y="685800"/>
                  </a:lnTo>
                  <a:lnTo>
                    <a:pt x="1813420" y="685800"/>
                  </a:lnTo>
                  <a:lnTo>
                    <a:pt x="1813420" y="654697"/>
                  </a:lnTo>
                  <a:lnTo>
                    <a:pt x="1815414" y="656272"/>
                  </a:lnTo>
                  <a:lnTo>
                    <a:pt x="1821319" y="658177"/>
                  </a:lnTo>
                  <a:lnTo>
                    <a:pt x="1861426" y="646658"/>
                  </a:lnTo>
                  <a:lnTo>
                    <a:pt x="1873059" y="634365"/>
                  </a:lnTo>
                  <a:lnTo>
                    <a:pt x="2632824" y="634365"/>
                  </a:lnTo>
                  <a:lnTo>
                    <a:pt x="2632824" y="628650"/>
                  </a:lnTo>
                  <a:lnTo>
                    <a:pt x="1875663" y="628650"/>
                  </a:lnTo>
                  <a:lnTo>
                    <a:pt x="1876259" y="627367"/>
                  </a:lnTo>
                  <a:lnTo>
                    <a:pt x="1877707" y="619798"/>
                  </a:lnTo>
                  <a:lnTo>
                    <a:pt x="1877517" y="612559"/>
                  </a:lnTo>
                  <a:lnTo>
                    <a:pt x="1874951" y="607314"/>
                  </a:lnTo>
                  <a:lnTo>
                    <a:pt x="1869998" y="604075"/>
                  </a:lnTo>
                  <a:lnTo>
                    <a:pt x="1865426" y="600456"/>
                  </a:lnTo>
                  <a:lnTo>
                    <a:pt x="1858949" y="598741"/>
                  </a:lnTo>
                  <a:lnTo>
                    <a:pt x="1850567" y="598932"/>
                  </a:lnTo>
                  <a:lnTo>
                    <a:pt x="1842630" y="599897"/>
                  </a:lnTo>
                  <a:lnTo>
                    <a:pt x="1834845" y="602221"/>
                  </a:lnTo>
                  <a:lnTo>
                    <a:pt x="1827199" y="605904"/>
                  </a:lnTo>
                  <a:lnTo>
                    <a:pt x="1819706" y="610933"/>
                  </a:lnTo>
                  <a:lnTo>
                    <a:pt x="1813420" y="616381"/>
                  </a:lnTo>
                  <a:lnTo>
                    <a:pt x="1813420" y="577215"/>
                  </a:lnTo>
                  <a:lnTo>
                    <a:pt x="2632824" y="577215"/>
                  </a:lnTo>
                  <a:lnTo>
                    <a:pt x="2632824" y="571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591219" y="4423165"/>
              <a:ext cx="2388870" cy="648335"/>
            </a:xfrm>
            <a:custGeom>
              <a:avLst/>
              <a:gdLst/>
              <a:ahLst/>
              <a:cxnLst/>
              <a:rect l="l" t="t" r="r" b="b"/>
              <a:pathLst>
                <a:path w="2388870" h="648335">
                  <a:moveTo>
                    <a:pt x="165290" y="557110"/>
                  </a:moveTo>
                  <a:lnTo>
                    <a:pt x="0" y="571398"/>
                  </a:lnTo>
                  <a:lnTo>
                    <a:pt x="0" y="600075"/>
                  </a:lnTo>
                  <a:lnTo>
                    <a:pt x="165290" y="585787"/>
                  </a:lnTo>
                  <a:lnTo>
                    <a:pt x="165290" y="557110"/>
                  </a:lnTo>
                  <a:close/>
                </a:path>
                <a:path w="2388870" h="648335">
                  <a:moveTo>
                    <a:pt x="239585" y="362623"/>
                  </a:moveTo>
                  <a:lnTo>
                    <a:pt x="239395" y="355384"/>
                  </a:lnTo>
                  <a:lnTo>
                    <a:pt x="236829" y="350139"/>
                  </a:lnTo>
                  <a:lnTo>
                    <a:pt x="231876" y="346900"/>
                  </a:lnTo>
                  <a:lnTo>
                    <a:pt x="227304" y="343281"/>
                  </a:lnTo>
                  <a:lnTo>
                    <a:pt x="220827" y="341566"/>
                  </a:lnTo>
                  <a:lnTo>
                    <a:pt x="212445" y="341757"/>
                  </a:lnTo>
                  <a:lnTo>
                    <a:pt x="204508" y="342722"/>
                  </a:lnTo>
                  <a:lnTo>
                    <a:pt x="169938" y="365836"/>
                  </a:lnTo>
                  <a:lnTo>
                    <a:pt x="165290" y="379768"/>
                  </a:lnTo>
                  <a:lnTo>
                    <a:pt x="165481" y="386245"/>
                  </a:lnTo>
                  <a:lnTo>
                    <a:pt x="190436" y="401193"/>
                  </a:lnTo>
                  <a:lnTo>
                    <a:pt x="198920" y="400253"/>
                  </a:lnTo>
                  <a:lnTo>
                    <a:pt x="234937" y="377190"/>
                  </a:lnTo>
                  <a:lnTo>
                    <a:pt x="238137" y="370192"/>
                  </a:lnTo>
                  <a:lnTo>
                    <a:pt x="239585" y="362623"/>
                  </a:lnTo>
                  <a:close/>
                </a:path>
                <a:path w="2388870" h="648335">
                  <a:moveTo>
                    <a:pt x="425196" y="139306"/>
                  </a:moveTo>
                  <a:lnTo>
                    <a:pt x="403860" y="139306"/>
                  </a:lnTo>
                  <a:lnTo>
                    <a:pt x="404876" y="134023"/>
                  </a:lnTo>
                  <a:lnTo>
                    <a:pt x="404685" y="126784"/>
                  </a:lnTo>
                  <a:lnTo>
                    <a:pt x="402107" y="121539"/>
                  </a:lnTo>
                  <a:lnTo>
                    <a:pt x="397154" y="118300"/>
                  </a:lnTo>
                  <a:lnTo>
                    <a:pt x="392582" y="114681"/>
                  </a:lnTo>
                  <a:lnTo>
                    <a:pt x="386105" y="112966"/>
                  </a:lnTo>
                  <a:lnTo>
                    <a:pt x="377723" y="113157"/>
                  </a:lnTo>
                  <a:lnTo>
                    <a:pt x="369798" y="114122"/>
                  </a:lnTo>
                  <a:lnTo>
                    <a:pt x="335216" y="137236"/>
                  </a:lnTo>
                  <a:lnTo>
                    <a:pt x="334225" y="139306"/>
                  </a:lnTo>
                  <a:lnTo>
                    <a:pt x="314058" y="139306"/>
                  </a:lnTo>
                  <a:lnTo>
                    <a:pt x="314058" y="146456"/>
                  </a:lnTo>
                  <a:lnTo>
                    <a:pt x="331520" y="146456"/>
                  </a:lnTo>
                  <a:lnTo>
                    <a:pt x="330581" y="151168"/>
                  </a:lnTo>
                  <a:lnTo>
                    <a:pt x="330669" y="154305"/>
                  </a:lnTo>
                  <a:lnTo>
                    <a:pt x="330581" y="196456"/>
                  </a:lnTo>
                  <a:lnTo>
                    <a:pt x="314058" y="196456"/>
                  </a:lnTo>
                  <a:lnTo>
                    <a:pt x="314058" y="203606"/>
                  </a:lnTo>
                  <a:lnTo>
                    <a:pt x="330581" y="203606"/>
                  </a:lnTo>
                  <a:lnTo>
                    <a:pt x="330581" y="253606"/>
                  </a:lnTo>
                  <a:lnTo>
                    <a:pt x="314058" y="253606"/>
                  </a:lnTo>
                  <a:lnTo>
                    <a:pt x="314058" y="260756"/>
                  </a:lnTo>
                  <a:lnTo>
                    <a:pt x="330581" y="260756"/>
                  </a:lnTo>
                  <a:lnTo>
                    <a:pt x="330581" y="351193"/>
                  </a:lnTo>
                  <a:lnTo>
                    <a:pt x="330581" y="542925"/>
                  </a:lnTo>
                  <a:lnTo>
                    <a:pt x="340575" y="542925"/>
                  </a:lnTo>
                  <a:lnTo>
                    <a:pt x="340575" y="368935"/>
                  </a:lnTo>
                  <a:lnTo>
                    <a:pt x="342582" y="370522"/>
                  </a:lnTo>
                  <a:lnTo>
                    <a:pt x="348488" y="372427"/>
                  </a:lnTo>
                  <a:lnTo>
                    <a:pt x="355727" y="372618"/>
                  </a:lnTo>
                  <a:lnTo>
                    <a:pt x="364210" y="371678"/>
                  </a:lnTo>
                  <a:lnTo>
                    <a:pt x="400227" y="348615"/>
                  </a:lnTo>
                  <a:lnTo>
                    <a:pt x="404876" y="334048"/>
                  </a:lnTo>
                  <a:lnTo>
                    <a:pt x="404685" y="326809"/>
                  </a:lnTo>
                  <a:lnTo>
                    <a:pt x="402107" y="321564"/>
                  </a:lnTo>
                  <a:lnTo>
                    <a:pt x="397154" y="318325"/>
                  </a:lnTo>
                  <a:lnTo>
                    <a:pt x="392582" y="314706"/>
                  </a:lnTo>
                  <a:lnTo>
                    <a:pt x="386105" y="312991"/>
                  </a:lnTo>
                  <a:lnTo>
                    <a:pt x="377723" y="313182"/>
                  </a:lnTo>
                  <a:lnTo>
                    <a:pt x="369798" y="314147"/>
                  </a:lnTo>
                  <a:lnTo>
                    <a:pt x="362013" y="316471"/>
                  </a:lnTo>
                  <a:lnTo>
                    <a:pt x="354368" y="320154"/>
                  </a:lnTo>
                  <a:lnTo>
                    <a:pt x="346862" y="325183"/>
                  </a:lnTo>
                  <a:lnTo>
                    <a:pt x="340575" y="330644"/>
                  </a:lnTo>
                  <a:lnTo>
                    <a:pt x="340575" y="260756"/>
                  </a:lnTo>
                  <a:lnTo>
                    <a:pt x="425196" y="260756"/>
                  </a:lnTo>
                  <a:lnTo>
                    <a:pt x="425196" y="253606"/>
                  </a:lnTo>
                  <a:lnTo>
                    <a:pt x="340575" y="253606"/>
                  </a:lnTo>
                  <a:lnTo>
                    <a:pt x="340575" y="203606"/>
                  </a:lnTo>
                  <a:lnTo>
                    <a:pt x="425196" y="203606"/>
                  </a:lnTo>
                  <a:lnTo>
                    <a:pt x="425196" y="196456"/>
                  </a:lnTo>
                  <a:lnTo>
                    <a:pt x="340575" y="196456"/>
                  </a:lnTo>
                  <a:lnTo>
                    <a:pt x="340575" y="168910"/>
                  </a:lnTo>
                  <a:lnTo>
                    <a:pt x="342582" y="170497"/>
                  </a:lnTo>
                  <a:lnTo>
                    <a:pt x="348488" y="172402"/>
                  </a:lnTo>
                  <a:lnTo>
                    <a:pt x="355727" y="172593"/>
                  </a:lnTo>
                  <a:lnTo>
                    <a:pt x="364210" y="171653"/>
                  </a:lnTo>
                  <a:lnTo>
                    <a:pt x="400227" y="148590"/>
                  </a:lnTo>
                  <a:lnTo>
                    <a:pt x="401193" y="146456"/>
                  </a:lnTo>
                  <a:lnTo>
                    <a:pt x="425196" y="146456"/>
                  </a:lnTo>
                  <a:lnTo>
                    <a:pt x="425196" y="139306"/>
                  </a:lnTo>
                  <a:close/>
                </a:path>
                <a:path w="2388870" h="648335">
                  <a:moveTo>
                    <a:pt x="729145" y="597382"/>
                  </a:moveTo>
                  <a:lnTo>
                    <a:pt x="708660" y="576427"/>
                  </a:lnTo>
                  <a:lnTo>
                    <a:pt x="704659" y="576427"/>
                  </a:lnTo>
                  <a:lnTo>
                    <a:pt x="700760" y="577951"/>
                  </a:lnTo>
                  <a:lnTo>
                    <a:pt x="696950" y="580999"/>
                  </a:lnTo>
                  <a:lnTo>
                    <a:pt x="693140" y="583857"/>
                  </a:lnTo>
                  <a:lnTo>
                    <a:pt x="690943" y="587578"/>
                  </a:lnTo>
                  <a:lnTo>
                    <a:pt x="690372" y="592150"/>
                  </a:lnTo>
                  <a:lnTo>
                    <a:pt x="691134" y="596150"/>
                  </a:lnTo>
                  <a:lnTo>
                    <a:pt x="693991" y="598144"/>
                  </a:lnTo>
                  <a:lnTo>
                    <a:pt x="698944" y="598144"/>
                  </a:lnTo>
                  <a:lnTo>
                    <a:pt x="702754" y="596620"/>
                  </a:lnTo>
                  <a:lnTo>
                    <a:pt x="704189" y="593953"/>
                  </a:lnTo>
                  <a:lnTo>
                    <a:pt x="703237" y="590143"/>
                  </a:lnTo>
                  <a:lnTo>
                    <a:pt x="701230" y="585000"/>
                  </a:lnTo>
                  <a:lnTo>
                    <a:pt x="701802" y="581952"/>
                  </a:lnTo>
                  <a:lnTo>
                    <a:pt x="704088" y="580529"/>
                  </a:lnTo>
                  <a:lnTo>
                    <a:pt x="708088" y="580720"/>
                  </a:lnTo>
                  <a:lnTo>
                    <a:pt x="713994" y="582053"/>
                  </a:lnTo>
                  <a:lnTo>
                    <a:pt x="716762" y="584911"/>
                  </a:lnTo>
                  <a:lnTo>
                    <a:pt x="716381" y="589292"/>
                  </a:lnTo>
                  <a:lnTo>
                    <a:pt x="716191" y="597103"/>
                  </a:lnTo>
                  <a:lnTo>
                    <a:pt x="713994" y="602145"/>
                  </a:lnTo>
                  <a:lnTo>
                    <a:pt x="705612" y="606717"/>
                  </a:lnTo>
                  <a:lnTo>
                    <a:pt x="700087" y="607771"/>
                  </a:lnTo>
                  <a:lnTo>
                    <a:pt x="693229" y="607580"/>
                  </a:lnTo>
                  <a:lnTo>
                    <a:pt x="692086" y="613003"/>
                  </a:lnTo>
                  <a:lnTo>
                    <a:pt x="705993" y="625106"/>
                  </a:lnTo>
                  <a:lnTo>
                    <a:pt x="704761" y="630059"/>
                  </a:lnTo>
                  <a:lnTo>
                    <a:pt x="699427" y="640156"/>
                  </a:lnTo>
                  <a:lnTo>
                    <a:pt x="695515" y="642912"/>
                  </a:lnTo>
                  <a:lnTo>
                    <a:pt x="690372" y="643293"/>
                  </a:lnTo>
                  <a:lnTo>
                    <a:pt x="687895" y="643102"/>
                  </a:lnTo>
                  <a:lnTo>
                    <a:pt x="685800" y="642150"/>
                  </a:lnTo>
                  <a:lnTo>
                    <a:pt x="684085" y="640435"/>
                  </a:lnTo>
                  <a:lnTo>
                    <a:pt x="684276" y="638340"/>
                  </a:lnTo>
                  <a:lnTo>
                    <a:pt x="685228" y="636816"/>
                  </a:lnTo>
                  <a:lnTo>
                    <a:pt x="686943" y="635863"/>
                  </a:lnTo>
                  <a:lnTo>
                    <a:pt x="689521" y="631291"/>
                  </a:lnTo>
                  <a:lnTo>
                    <a:pt x="688759" y="627291"/>
                  </a:lnTo>
                  <a:lnTo>
                    <a:pt x="686181" y="625106"/>
                  </a:lnTo>
                  <a:lnTo>
                    <a:pt x="681799" y="624725"/>
                  </a:lnTo>
                  <a:lnTo>
                    <a:pt x="676275" y="625487"/>
                  </a:lnTo>
                  <a:lnTo>
                    <a:pt x="673519" y="629005"/>
                  </a:lnTo>
                  <a:lnTo>
                    <a:pt x="673519" y="635292"/>
                  </a:lnTo>
                  <a:lnTo>
                    <a:pt x="673900" y="639864"/>
                  </a:lnTo>
                  <a:lnTo>
                    <a:pt x="676465" y="643102"/>
                  </a:lnTo>
                  <a:lnTo>
                    <a:pt x="681228" y="645007"/>
                  </a:lnTo>
                  <a:lnTo>
                    <a:pt x="694372" y="647865"/>
                  </a:lnTo>
                  <a:lnTo>
                    <a:pt x="700278" y="647674"/>
                  </a:lnTo>
                  <a:lnTo>
                    <a:pt x="705802" y="645490"/>
                  </a:lnTo>
                  <a:lnTo>
                    <a:pt x="710946" y="641299"/>
                  </a:lnTo>
                  <a:lnTo>
                    <a:pt x="716089" y="637298"/>
                  </a:lnTo>
                  <a:lnTo>
                    <a:pt x="719048" y="632155"/>
                  </a:lnTo>
                  <a:lnTo>
                    <a:pt x="719810" y="625868"/>
                  </a:lnTo>
                  <a:lnTo>
                    <a:pt x="720191" y="621106"/>
                  </a:lnTo>
                  <a:lnTo>
                    <a:pt x="717232" y="616724"/>
                  </a:lnTo>
                  <a:lnTo>
                    <a:pt x="710946" y="612724"/>
                  </a:lnTo>
                  <a:lnTo>
                    <a:pt x="710946" y="612152"/>
                  </a:lnTo>
                  <a:lnTo>
                    <a:pt x="715327" y="610438"/>
                  </a:lnTo>
                  <a:lnTo>
                    <a:pt x="719429" y="607961"/>
                  </a:lnTo>
                  <a:lnTo>
                    <a:pt x="723239" y="604723"/>
                  </a:lnTo>
                  <a:lnTo>
                    <a:pt x="727240" y="601484"/>
                  </a:lnTo>
                  <a:lnTo>
                    <a:pt x="729145" y="597382"/>
                  </a:lnTo>
                  <a:close/>
                </a:path>
                <a:path w="2388870" h="648335">
                  <a:moveTo>
                    <a:pt x="947813" y="196456"/>
                  </a:moveTo>
                  <a:lnTo>
                    <a:pt x="926465" y="196456"/>
                  </a:lnTo>
                  <a:lnTo>
                    <a:pt x="927481" y="191173"/>
                  </a:lnTo>
                  <a:lnTo>
                    <a:pt x="927290" y="183934"/>
                  </a:lnTo>
                  <a:lnTo>
                    <a:pt x="924725" y="178689"/>
                  </a:lnTo>
                  <a:lnTo>
                    <a:pt x="919772" y="175450"/>
                  </a:lnTo>
                  <a:lnTo>
                    <a:pt x="915200" y="171831"/>
                  </a:lnTo>
                  <a:lnTo>
                    <a:pt x="908723" y="170116"/>
                  </a:lnTo>
                  <a:lnTo>
                    <a:pt x="900341" y="170307"/>
                  </a:lnTo>
                  <a:lnTo>
                    <a:pt x="892403" y="171272"/>
                  </a:lnTo>
                  <a:lnTo>
                    <a:pt x="857834" y="194386"/>
                  </a:lnTo>
                  <a:lnTo>
                    <a:pt x="856843" y="196456"/>
                  </a:lnTo>
                  <a:lnTo>
                    <a:pt x="836676" y="196456"/>
                  </a:lnTo>
                  <a:lnTo>
                    <a:pt x="836676" y="203606"/>
                  </a:lnTo>
                  <a:lnTo>
                    <a:pt x="854125" y="203606"/>
                  </a:lnTo>
                  <a:lnTo>
                    <a:pt x="853186" y="208318"/>
                  </a:lnTo>
                  <a:lnTo>
                    <a:pt x="853274" y="211455"/>
                  </a:lnTo>
                  <a:lnTo>
                    <a:pt x="853186" y="253606"/>
                  </a:lnTo>
                  <a:lnTo>
                    <a:pt x="836676" y="253606"/>
                  </a:lnTo>
                  <a:lnTo>
                    <a:pt x="836676" y="260756"/>
                  </a:lnTo>
                  <a:lnTo>
                    <a:pt x="853186" y="260756"/>
                  </a:lnTo>
                  <a:lnTo>
                    <a:pt x="853186" y="408343"/>
                  </a:lnTo>
                  <a:lnTo>
                    <a:pt x="853186" y="542798"/>
                  </a:lnTo>
                  <a:lnTo>
                    <a:pt x="717588" y="529501"/>
                  </a:lnTo>
                  <a:lnTo>
                    <a:pt x="717588" y="397522"/>
                  </a:lnTo>
                  <a:lnTo>
                    <a:pt x="719582" y="399097"/>
                  </a:lnTo>
                  <a:lnTo>
                    <a:pt x="725487" y="401002"/>
                  </a:lnTo>
                  <a:lnTo>
                    <a:pt x="765594" y="389483"/>
                  </a:lnTo>
                  <a:lnTo>
                    <a:pt x="781875" y="362623"/>
                  </a:lnTo>
                  <a:lnTo>
                    <a:pt x="781685" y="355384"/>
                  </a:lnTo>
                  <a:lnTo>
                    <a:pt x="779119" y="350139"/>
                  </a:lnTo>
                  <a:lnTo>
                    <a:pt x="774166" y="346900"/>
                  </a:lnTo>
                  <a:lnTo>
                    <a:pt x="769594" y="343281"/>
                  </a:lnTo>
                  <a:lnTo>
                    <a:pt x="763117" y="341566"/>
                  </a:lnTo>
                  <a:lnTo>
                    <a:pt x="754735" y="341757"/>
                  </a:lnTo>
                  <a:lnTo>
                    <a:pt x="746798" y="342722"/>
                  </a:lnTo>
                  <a:lnTo>
                    <a:pt x="739013" y="345046"/>
                  </a:lnTo>
                  <a:lnTo>
                    <a:pt x="731367" y="348729"/>
                  </a:lnTo>
                  <a:lnTo>
                    <a:pt x="723874" y="353758"/>
                  </a:lnTo>
                  <a:lnTo>
                    <a:pt x="717588" y="359206"/>
                  </a:lnTo>
                  <a:lnTo>
                    <a:pt x="717588" y="260756"/>
                  </a:lnTo>
                  <a:lnTo>
                    <a:pt x="802208" y="260756"/>
                  </a:lnTo>
                  <a:lnTo>
                    <a:pt x="802208" y="253606"/>
                  </a:lnTo>
                  <a:lnTo>
                    <a:pt x="717588" y="253606"/>
                  </a:lnTo>
                  <a:lnTo>
                    <a:pt x="717588" y="203606"/>
                  </a:lnTo>
                  <a:lnTo>
                    <a:pt x="802208" y="203606"/>
                  </a:lnTo>
                  <a:lnTo>
                    <a:pt x="802208" y="196456"/>
                  </a:lnTo>
                  <a:lnTo>
                    <a:pt x="752906" y="196456"/>
                  </a:lnTo>
                  <a:lnTo>
                    <a:pt x="757643" y="194373"/>
                  </a:lnTo>
                  <a:lnTo>
                    <a:pt x="781875" y="162598"/>
                  </a:lnTo>
                  <a:lnTo>
                    <a:pt x="781685" y="155359"/>
                  </a:lnTo>
                  <a:lnTo>
                    <a:pt x="779119" y="150114"/>
                  </a:lnTo>
                  <a:lnTo>
                    <a:pt x="774166" y="146875"/>
                  </a:lnTo>
                  <a:lnTo>
                    <a:pt x="769594" y="143256"/>
                  </a:lnTo>
                  <a:lnTo>
                    <a:pt x="763117" y="141541"/>
                  </a:lnTo>
                  <a:lnTo>
                    <a:pt x="754735" y="141732"/>
                  </a:lnTo>
                  <a:lnTo>
                    <a:pt x="746798" y="142697"/>
                  </a:lnTo>
                  <a:lnTo>
                    <a:pt x="712228" y="165811"/>
                  </a:lnTo>
                  <a:lnTo>
                    <a:pt x="707580" y="179743"/>
                  </a:lnTo>
                  <a:lnTo>
                    <a:pt x="707669" y="182880"/>
                  </a:lnTo>
                  <a:lnTo>
                    <a:pt x="707580" y="196456"/>
                  </a:lnTo>
                  <a:lnTo>
                    <a:pt x="691070" y="196456"/>
                  </a:lnTo>
                  <a:lnTo>
                    <a:pt x="691070" y="203606"/>
                  </a:lnTo>
                  <a:lnTo>
                    <a:pt x="707580" y="203606"/>
                  </a:lnTo>
                  <a:lnTo>
                    <a:pt x="707580" y="253606"/>
                  </a:lnTo>
                  <a:lnTo>
                    <a:pt x="691070" y="253606"/>
                  </a:lnTo>
                  <a:lnTo>
                    <a:pt x="691070" y="260756"/>
                  </a:lnTo>
                  <a:lnTo>
                    <a:pt x="707580" y="260756"/>
                  </a:lnTo>
                  <a:lnTo>
                    <a:pt x="707580" y="379768"/>
                  </a:lnTo>
                  <a:lnTo>
                    <a:pt x="707580" y="528510"/>
                  </a:lnTo>
                  <a:lnTo>
                    <a:pt x="571982" y="515213"/>
                  </a:lnTo>
                  <a:lnTo>
                    <a:pt x="571982" y="368935"/>
                  </a:lnTo>
                  <a:lnTo>
                    <a:pt x="573989" y="370522"/>
                  </a:lnTo>
                  <a:lnTo>
                    <a:pt x="579894" y="372427"/>
                  </a:lnTo>
                  <a:lnTo>
                    <a:pt x="619988" y="360908"/>
                  </a:lnTo>
                  <a:lnTo>
                    <a:pt x="636282" y="334048"/>
                  </a:lnTo>
                  <a:lnTo>
                    <a:pt x="636092" y="326809"/>
                  </a:lnTo>
                  <a:lnTo>
                    <a:pt x="633514" y="321564"/>
                  </a:lnTo>
                  <a:lnTo>
                    <a:pt x="628561" y="318325"/>
                  </a:lnTo>
                  <a:lnTo>
                    <a:pt x="623989" y="314706"/>
                  </a:lnTo>
                  <a:lnTo>
                    <a:pt x="617512" y="312991"/>
                  </a:lnTo>
                  <a:lnTo>
                    <a:pt x="609130" y="313182"/>
                  </a:lnTo>
                  <a:lnTo>
                    <a:pt x="601205" y="314147"/>
                  </a:lnTo>
                  <a:lnTo>
                    <a:pt x="593420" y="316471"/>
                  </a:lnTo>
                  <a:lnTo>
                    <a:pt x="585774" y="320154"/>
                  </a:lnTo>
                  <a:lnTo>
                    <a:pt x="578269" y="325183"/>
                  </a:lnTo>
                  <a:lnTo>
                    <a:pt x="571982" y="330644"/>
                  </a:lnTo>
                  <a:lnTo>
                    <a:pt x="571982" y="260756"/>
                  </a:lnTo>
                  <a:lnTo>
                    <a:pt x="656602" y="260756"/>
                  </a:lnTo>
                  <a:lnTo>
                    <a:pt x="656602" y="253606"/>
                  </a:lnTo>
                  <a:lnTo>
                    <a:pt x="571982" y="253606"/>
                  </a:lnTo>
                  <a:lnTo>
                    <a:pt x="571982" y="203606"/>
                  </a:lnTo>
                  <a:lnTo>
                    <a:pt x="656602" y="203606"/>
                  </a:lnTo>
                  <a:lnTo>
                    <a:pt x="656602" y="196456"/>
                  </a:lnTo>
                  <a:lnTo>
                    <a:pt x="571982" y="196456"/>
                  </a:lnTo>
                  <a:lnTo>
                    <a:pt x="571982" y="168910"/>
                  </a:lnTo>
                  <a:lnTo>
                    <a:pt x="573989" y="170497"/>
                  </a:lnTo>
                  <a:lnTo>
                    <a:pt x="579894" y="172402"/>
                  </a:lnTo>
                  <a:lnTo>
                    <a:pt x="587133" y="172593"/>
                  </a:lnTo>
                  <a:lnTo>
                    <a:pt x="595604" y="171653"/>
                  </a:lnTo>
                  <a:lnTo>
                    <a:pt x="631634" y="148590"/>
                  </a:lnTo>
                  <a:lnTo>
                    <a:pt x="632599" y="146456"/>
                  </a:lnTo>
                  <a:lnTo>
                    <a:pt x="656602" y="146456"/>
                  </a:lnTo>
                  <a:lnTo>
                    <a:pt x="656602" y="139306"/>
                  </a:lnTo>
                  <a:lnTo>
                    <a:pt x="635266" y="139306"/>
                  </a:lnTo>
                  <a:lnTo>
                    <a:pt x="636282" y="134023"/>
                  </a:lnTo>
                  <a:lnTo>
                    <a:pt x="636092" y="126784"/>
                  </a:lnTo>
                  <a:lnTo>
                    <a:pt x="633514" y="121539"/>
                  </a:lnTo>
                  <a:lnTo>
                    <a:pt x="628561" y="118300"/>
                  </a:lnTo>
                  <a:lnTo>
                    <a:pt x="623989" y="114681"/>
                  </a:lnTo>
                  <a:lnTo>
                    <a:pt x="617512" y="112966"/>
                  </a:lnTo>
                  <a:lnTo>
                    <a:pt x="609130" y="113157"/>
                  </a:lnTo>
                  <a:lnTo>
                    <a:pt x="601205" y="114122"/>
                  </a:lnTo>
                  <a:lnTo>
                    <a:pt x="566623" y="137236"/>
                  </a:lnTo>
                  <a:lnTo>
                    <a:pt x="565632" y="139306"/>
                  </a:lnTo>
                  <a:lnTo>
                    <a:pt x="545465" y="139306"/>
                  </a:lnTo>
                  <a:lnTo>
                    <a:pt x="545465" y="146456"/>
                  </a:lnTo>
                  <a:lnTo>
                    <a:pt x="562914" y="146456"/>
                  </a:lnTo>
                  <a:lnTo>
                    <a:pt x="561987" y="151168"/>
                  </a:lnTo>
                  <a:lnTo>
                    <a:pt x="562076" y="154305"/>
                  </a:lnTo>
                  <a:lnTo>
                    <a:pt x="561987" y="196456"/>
                  </a:lnTo>
                  <a:lnTo>
                    <a:pt x="545465" y="196456"/>
                  </a:lnTo>
                  <a:lnTo>
                    <a:pt x="545465" y="203606"/>
                  </a:lnTo>
                  <a:lnTo>
                    <a:pt x="561987" y="203606"/>
                  </a:lnTo>
                  <a:lnTo>
                    <a:pt x="561987" y="253606"/>
                  </a:lnTo>
                  <a:lnTo>
                    <a:pt x="545465" y="253606"/>
                  </a:lnTo>
                  <a:lnTo>
                    <a:pt x="545465" y="260756"/>
                  </a:lnTo>
                  <a:lnTo>
                    <a:pt x="561987" y="260756"/>
                  </a:lnTo>
                  <a:lnTo>
                    <a:pt x="561987" y="351193"/>
                  </a:lnTo>
                  <a:lnTo>
                    <a:pt x="561987" y="514223"/>
                  </a:lnTo>
                  <a:lnTo>
                    <a:pt x="561987" y="542925"/>
                  </a:lnTo>
                  <a:lnTo>
                    <a:pt x="707580" y="557212"/>
                  </a:lnTo>
                  <a:lnTo>
                    <a:pt x="853186" y="571500"/>
                  </a:lnTo>
                  <a:lnTo>
                    <a:pt x="863193" y="571500"/>
                  </a:lnTo>
                  <a:lnTo>
                    <a:pt x="863193" y="426097"/>
                  </a:lnTo>
                  <a:lnTo>
                    <a:pt x="865187" y="427672"/>
                  </a:lnTo>
                  <a:lnTo>
                    <a:pt x="871093" y="429577"/>
                  </a:lnTo>
                  <a:lnTo>
                    <a:pt x="878332" y="429768"/>
                  </a:lnTo>
                  <a:lnTo>
                    <a:pt x="886815" y="428828"/>
                  </a:lnTo>
                  <a:lnTo>
                    <a:pt x="922845" y="405765"/>
                  </a:lnTo>
                  <a:lnTo>
                    <a:pt x="927481" y="391198"/>
                  </a:lnTo>
                  <a:lnTo>
                    <a:pt x="927290" y="383959"/>
                  </a:lnTo>
                  <a:lnTo>
                    <a:pt x="924725" y="378714"/>
                  </a:lnTo>
                  <a:lnTo>
                    <a:pt x="919772" y="375475"/>
                  </a:lnTo>
                  <a:lnTo>
                    <a:pt x="915200" y="371856"/>
                  </a:lnTo>
                  <a:lnTo>
                    <a:pt x="908723" y="370141"/>
                  </a:lnTo>
                  <a:lnTo>
                    <a:pt x="900341" y="370332"/>
                  </a:lnTo>
                  <a:lnTo>
                    <a:pt x="892403" y="371297"/>
                  </a:lnTo>
                  <a:lnTo>
                    <a:pt x="884618" y="373621"/>
                  </a:lnTo>
                  <a:lnTo>
                    <a:pt x="876973" y="377304"/>
                  </a:lnTo>
                  <a:lnTo>
                    <a:pt x="869480" y="382333"/>
                  </a:lnTo>
                  <a:lnTo>
                    <a:pt x="863193" y="387781"/>
                  </a:lnTo>
                  <a:lnTo>
                    <a:pt x="863193" y="260756"/>
                  </a:lnTo>
                  <a:lnTo>
                    <a:pt x="947813" y="260756"/>
                  </a:lnTo>
                  <a:lnTo>
                    <a:pt x="947813" y="253606"/>
                  </a:lnTo>
                  <a:lnTo>
                    <a:pt x="863193" y="253606"/>
                  </a:lnTo>
                  <a:lnTo>
                    <a:pt x="863193" y="226072"/>
                  </a:lnTo>
                  <a:lnTo>
                    <a:pt x="865187" y="227647"/>
                  </a:lnTo>
                  <a:lnTo>
                    <a:pt x="871093" y="229552"/>
                  </a:lnTo>
                  <a:lnTo>
                    <a:pt x="878332" y="229743"/>
                  </a:lnTo>
                  <a:lnTo>
                    <a:pt x="886815" y="228803"/>
                  </a:lnTo>
                  <a:lnTo>
                    <a:pt x="922845" y="205740"/>
                  </a:lnTo>
                  <a:lnTo>
                    <a:pt x="923810" y="203606"/>
                  </a:lnTo>
                  <a:lnTo>
                    <a:pt x="947813" y="203606"/>
                  </a:lnTo>
                  <a:lnTo>
                    <a:pt x="947813" y="196456"/>
                  </a:lnTo>
                  <a:close/>
                </a:path>
                <a:path w="2388870" h="648335">
                  <a:moveTo>
                    <a:pt x="1194282" y="44577"/>
                  </a:moveTo>
                  <a:lnTo>
                    <a:pt x="1157414" y="0"/>
                  </a:lnTo>
                  <a:lnTo>
                    <a:pt x="1147699" y="0"/>
                  </a:lnTo>
                  <a:lnTo>
                    <a:pt x="1152296" y="5740"/>
                  </a:lnTo>
                  <a:lnTo>
                    <a:pt x="1156055" y="11785"/>
                  </a:lnTo>
                  <a:lnTo>
                    <a:pt x="1159002" y="18173"/>
                  </a:lnTo>
                  <a:lnTo>
                    <a:pt x="1161135" y="24866"/>
                  </a:lnTo>
                  <a:lnTo>
                    <a:pt x="1161199" y="31470"/>
                  </a:lnTo>
                  <a:lnTo>
                    <a:pt x="1160272" y="37871"/>
                  </a:lnTo>
                  <a:lnTo>
                    <a:pt x="1138555" y="70294"/>
                  </a:lnTo>
                  <a:lnTo>
                    <a:pt x="1174559" y="117157"/>
                  </a:lnTo>
                  <a:lnTo>
                    <a:pt x="1174559" y="117729"/>
                  </a:lnTo>
                  <a:lnTo>
                    <a:pt x="1167892" y="114109"/>
                  </a:lnTo>
                  <a:lnTo>
                    <a:pt x="1161986" y="112306"/>
                  </a:lnTo>
                  <a:lnTo>
                    <a:pt x="1156843" y="112306"/>
                  </a:lnTo>
                  <a:lnTo>
                    <a:pt x="1147965" y="113639"/>
                  </a:lnTo>
                  <a:lnTo>
                    <a:pt x="1141349" y="117373"/>
                  </a:lnTo>
                  <a:lnTo>
                    <a:pt x="1136967" y="123507"/>
                  </a:lnTo>
                  <a:lnTo>
                    <a:pt x="1134846" y="132016"/>
                  </a:lnTo>
                  <a:lnTo>
                    <a:pt x="1136078" y="138518"/>
                  </a:lnTo>
                  <a:lnTo>
                    <a:pt x="1138339" y="144589"/>
                  </a:lnTo>
                  <a:lnTo>
                    <a:pt x="1141641" y="150241"/>
                  </a:lnTo>
                  <a:lnTo>
                    <a:pt x="1145984" y="155448"/>
                  </a:lnTo>
                  <a:lnTo>
                    <a:pt x="1166558" y="173456"/>
                  </a:lnTo>
                  <a:lnTo>
                    <a:pt x="1169708" y="168884"/>
                  </a:lnTo>
                  <a:lnTo>
                    <a:pt x="1166088" y="166027"/>
                  </a:lnTo>
                  <a:lnTo>
                    <a:pt x="1162850" y="161544"/>
                  </a:lnTo>
                  <a:lnTo>
                    <a:pt x="1159992" y="155448"/>
                  </a:lnTo>
                  <a:lnTo>
                    <a:pt x="1156944" y="149352"/>
                  </a:lnTo>
                  <a:lnTo>
                    <a:pt x="1157414" y="142786"/>
                  </a:lnTo>
                  <a:lnTo>
                    <a:pt x="1161415" y="135737"/>
                  </a:lnTo>
                  <a:lnTo>
                    <a:pt x="1164653" y="130975"/>
                  </a:lnTo>
                  <a:lnTo>
                    <a:pt x="1168755" y="128689"/>
                  </a:lnTo>
                  <a:lnTo>
                    <a:pt x="1173708" y="128879"/>
                  </a:lnTo>
                  <a:lnTo>
                    <a:pt x="1178852" y="129260"/>
                  </a:lnTo>
                  <a:lnTo>
                    <a:pt x="1184186" y="130975"/>
                  </a:lnTo>
                  <a:lnTo>
                    <a:pt x="1189710" y="134023"/>
                  </a:lnTo>
                  <a:lnTo>
                    <a:pt x="1193139" y="129451"/>
                  </a:lnTo>
                  <a:lnTo>
                    <a:pt x="1178280" y="109728"/>
                  </a:lnTo>
                  <a:lnTo>
                    <a:pt x="1173518" y="102489"/>
                  </a:lnTo>
                  <a:lnTo>
                    <a:pt x="1171041" y="94869"/>
                  </a:lnTo>
                  <a:lnTo>
                    <a:pt x="1170851" y="86868"/>
                  </a:lnTo>
                  <a:lnTo>
                    <a:pt x="1173060" y="77050"/>
                  </a:lnTo>
                  <a:lnTo>
                    <a:pt x="1177709" y="66725"/>
                  </a:lnTo>
                  <a:lnTo>
                    <a:pt x="1184783" y="55905"/>
                  </a:lnTo>
                  <a:lnTo>
                    <a:pt x="1194282" y="44577"/>
                  </a:lnTo>
                  <a:close/>
                </a:path>
                <a:path w="2388870" h="648335">
                  <a:moveTo>
                    <a:pt x="2388260" y="314325"/>
                  </a:moveTo>
                  <a:lnTo>
                    <a:pt x="1144841" y="314325"/>
                  </a:lnTo>
                  <a:lnTo>
                    <a:pt x="1144841" y="240030"/>
                  </a:lnTo>
                  <a:lnTo>
                    <a:pt x="1134846" y="240030"/>
                  </a:lnTo>
                  <a:lnTo>
                    <a:pt x="1134846" y="542925"/>
                  </a:lnTo>
                  <a:lnTo>
                    <a:pt x="1007402" y="542925"/>
                  </a:lnTo>
                  <a:lnTo>
                    <a:pt x="1007402" y="491490"/>
                  </a:lnTo>
                  <a:lnTo>
                    <a:pt x="1134846" y="491490"/>
                  </a:lnTo>
                  <a:lnTo>
                    <a:pt x="1134846" y="485775"/>
                  </a:lnTo>
                  <a:lnTo>
                    <a:pt x="1007402" y="485775"/>
                  </a:lnTo>
                  <a:lnTo>
                    <a:pt x="1007402" y="434340"/>
                  </a:lnTo>
                  <a:lnTo>
                    <a:pt x="1134846" y="434340"/>
                  </a:lnTo>
                  <a:lnTo>
                    <a:pt x="1134846" y="428625"/>
                  </a:lnTo>
                  <a:lnTo>
                    <a:pt x="1007402" y="428625"/>
                  </a:lnTo>
                  <a:lnTo>
                    <a:pt x="1007402" y="377190"/>
                  </a:lnTo>
                  <a:lnTo>
                    <a:pt x="1134846" y="377190"/>
                  </a:lnTo>
                  <a:lnTo>
                    <a:pt x="1134846" y="371475"/>
                  </a:lnTo>
                  <a:lnTo>
                    <a:pt x="1007402" y="371475"/>
                  </a:lnTo>
                  <a:lnTo>
                    <a:pt x="1007402" y="320040"/>
                  </a:lnTo>
                  <a:lnTo>
                    <a:pt x="1134846" y="320040"/>
                  </a:lnTo>
                  <a:lnTo>
                    <a:pt x="1134846" y="314325"/>
                  </a:lnTo>
                  <a:lnTo>
                    <a:pt x="994702" y="314325"/>
                  </a:lnTo>
                  <a:lnTo>
                    <a:pt x="994702" y="320040"/>
                  </a:lnTo>
                  <a:lnTo>
                    <a:pt x="998829" y="320040"/>
                  </a:lnTo>
                  <a:lnTo>
                    <a:pt x="998829" y="371475"/>
                  </a:lnTo>
                  <a:lnTo>
                    <a:pt x="994702" y="371475"/>
                  </a:lnTo>
                  <a:lnTo>
                    <a:pt x="994702" y="377190"/>
                  </a:lnTo>
                  <a:lnTo>
                    <a:pt x="998829" y="377190"/>
                  </a:lnTo>
                  <a:lnTo>
                    <a:pt x="998829" y="428625"/>
                  </a:lnTo>
                  <a:lnTo>
                    <a:pt x="994702" y="428625"/>
                  </a:lnTo>
                  <a:lnTo>
                    <a:pt x="994702" y="434340"/>
                  </a:lnTo>
                  <a:lnTo>
                    <a:pt x="998829" y="434340"/>
                  </a:lnTo>
                  <a:lnTo>
                    <a:pt x="998829" y="485775"/>
                  </a:lnTo>
                  <a:lnTo>
                    <a:pt x="994702" y="485775"/>
                  </a:lnTo>
                  <a:lnTo>
                    <a:pt x="994702" y="491490"/>
                  </a:lnTo>
                  <a:lnTo>
                    <a:pt x="998829" y="491490"/>
                  </a:lnTo>
                  <a:lnTo>
                    <a:pt x="998829" y="542925"/>
                  </a:lnTo>
                  <a:lnTo>
                    <a:pt x="994702" y="542925"/>
                  </a:lnTo>
                  <a:lnTo>
                    <a:pt x="994702" y="548640"/>
                  </a:lnTo>
                  <a:lnTo>
                    <a:pt x="998829" y="548640"/>
                  </a:lnTo>
                  <a:lnTo>
                    <a:pt x="1007402" y="548640"/>
                  </a:lnTo>
                  <a:lnTo>
                    <a:pt x="1134846" y="548640"/>
                  </a:lnTo>
                  <a:lnTo>
                    <a:pt x="1134846" y="628650"/>
                  </a:lnTo>
                  <a:lnTo>
                    <a:pt x="1144841" y="628650"/>
                  </a:lnTo>
                  <a:lnTo>
                    <a:pt x="1144841" y="548640"/>
                  </a:lnTo>
                  <a:lnTo>
                    <a:pt x="2388260" y="548640"/>
                  </a:lnTo>
                  <a:lnTo>
                    <a:pt x="2388260" y="542925"/>
                  </a:lnTo>
                  <a:lnTo>
                    <a:pt x="1144841" y="542925"/>
                  </a:lnTo>
                  <a:lnTo>
                    <a:pt x="1144841" y="491490"/>
                  </a:lnTo>
                  <a:lnTo>
                    <a:pt x="2388260" y="491490"/>
                  </a:lnTo>
                  <a:lnTo>
                    <a:pt x="2388260" y="485775"/>
                  </a:lnTo>
                  <a:lnTo>
                    <a:pt x="1144841" y="485775"/>
                  </a:lnTo>
                  <a:lnTo>
                    <a:pt x="1144841" y="434340"/>
                  </a:lnTo>
                  <a:lnTo>
                    <a:pt x="2388260" y="434340"/>
                  </a:lnTo>
                  <a:lnTo>
                    <a:pt x="2388260" y="428625"/>
                  </a:lnTo>
                  <a:lnTo>
                    <a:pt x="1144841" y="428625"/>
                  </a:lnTo>
                  <a:lnTo>
                    <a:pt x="1144841" y="377190"/>
                  </a:lnTo>
                  <a:lnTo>
                    <a:pt x="2388260" y="377190"/>
                  </a:lnTo>
                  <a:lnTo>
                    <a:pt x="2388260" y="371475"/>
                  </a:lnTo>
                  <a:lnTo>
                    <a:pt x="1144841" y="371475"/>
                  </a:lnTo>
                  <a:lnTo>
                    <a:pt x="1144841" y="320040"/>
                  </a:lnTo>
                  <a:lnTo>
                    <a:pt x="2388260" y="320040"/>
                  </a:lnTo>
                  <a:lnTo>
                    <a:pt x="2388260" y="3143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709550" y="4620045"/>
              <a:ext cx="126817" cy="63865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725401" y="4820070"/>
              <a:ext cx="110966" cy="70580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3940949" y="4251715"/>
              <a:ext cx="2255520" cy="800100"/>
            </a:xfrm>
            <a:custGeom>
              <a:avLst/>
              <a:gdLst/>
              <a:ahLst/>
              <a:cxnLst/>
              <a:rect l="l" t="t" r="r" b="b"/>
              <a:pathLst>
                <a:path w="2255520" h="800100">
                  <a:moveTo>
                    <a:pt x="111137" y="425056"/>
                  </a:moveTo>
                  <a:lnTo>
                    <a:pt x="0" y="425056"/>
                  </a:lnTo>
                  <a:lnTo>
                    <a:pt x="0" y="432206"/>
                  </a:lnTo>
                  <a:lnTo>
                    <a:pt x="111137" y="432206"/>
                  </a:lnTo>
                  <a:lnTo>
                    <a:pt x="111137" y="425056"/>
                  </a:lnTo>
                  <a:close/>
                </a:path>
                <a:path w="2255520" h="800100">
                  <a:moveTo>
                    <a:pt x="111137" y="367906"/>
                  </a:moveTo>
                  <a:lnTo>
                    <a:pt x="0" y="367906"/>
                  </a:lnTo>
                  <a:lnTo>
                    <a:pt x="0" y="375056"/>
                  </a:lnTo>
                  <a:lnTo>
                    <a:pt x="111137" y="375056"/>
                  </a:lnTo>
                  <a:lnTo>
                    <a:pt x="111137" y="367906"/>
                  </a:lnTo>
                  <a:close/>
                </a:path>
                <a:path w="2255520" h="800100">
                  <a:moveTo>
                    <a:pt x="111137" y="310756"/>
                  </a:moveTo>
                  <a:lnTo>
                    <a:pt x="0" y="310756"/>
                  </a:lnTo>
                  <a:lnTo>
                    <a:pt x="0" y="317906"/>
                  </a:lnTo>
                  <a:lnTo>
                    <a:pt x="111137" y="317906"/>
                  </a:lnTo>
                  <a:lnTo>
                    <a:pt x="111137" y="310756"/>
                  </a:lnTo>
                  <a:close/>
                </a:path>
                <a:path w="2255520" h="800100">
                  <a:moveTo>
                    <a:pt x="111137" y="253606"/>
                  </a:moveTo>
                  <a:lnTo>
                    <a:pt x="0" y="253606"/>
                  </a:lnTo>
                  <a:lnTo>
                    <a:pt x="0" y="260756"/>
                  </a:lnTo>
                  <a:lnTo>
                    <a:pt x="111137" y="260756"/>
                  </a:lnTo>
                  <a:lnTo>
                    <a:pt x="111137" y="253606"/>
                  </a:lnTo>
                  <a:close/>
                </a:path>
                <a:path w="2255520" h="800100">
                  <a:moveTo>
                    <a:pt x="111137" y="196456"/>
                  </a:moveTo>
                  <a:lnTo>
                    <a:pt x="0" y="196456"/>
                  </a:lnTo>
                  <a:lnTo>
                    <a:pt x="0" y="203606"/>
                  </a:lnTo>
                  <a:lnTo>
                    <a:pt x="111137" y="203606"/>
                  </a:lnTo>
                  <a:lnTo>
                    <a:pt x="111137" y="196456"/>
                  </a:lnTo>
                  <a:close/>
                </a:path>
                <a:path w="2255520" h="800100">
                  <a:moveTo>
                    <a:pt x="239395" y="425056"/>
                  </a:moveTo>
                  <a:lnTo>
                    <a:pt x="128257" y="425056"/>
                  </a:lnTo>
                  <a:lnTo>
                    <a:pt x="128257" y="432206"/>
                  </a:lnTo>
                  <a:lnTo>
                    <a:pt x="239395" y="432206"/>
                  </a:lnTo>
                  <a:lnTo>
                    <a:pt x="239395" y="425056"/>
                  </a:lnTo>
                  <a:close/>
                </a:path>
                <a:path w="2255520" h="800100">
                  <a:moveTo>
                    <a:pt x="239395" y="367906"/>
                  </a:moveTo>
                  <a:lnTo>
                    <a:pt x="128257" y="367906"/>
                  </a:lnTo>
                  <a:lnTo>
                    <a:pt x="128257" y="375056"/>
                  </a:lnTo>
                  <a:lnTo>
                    <a:pt x="239395" y="375056"/>
                  </a:lnTo>
                  <a:lnTo>
                    <a:pt x="239395" y="367906"/>
                  </a:lnTo>
                  <a:close/>
                </a:path>
                <a:path w="2255520" h="800100">
                  <a:moveTo>
                    <a:pt x="239395" y="310756"/>
                  </a:moveTo>
                  <a:lnTo>
                    <a:pt x="128257" y="310756"/>
                  </a:lnTo>
                  <a:lnTo>
                    <a:pt x="128257" y="317906"/>
                  </a:lnTo>
                  <a:lnTo>
                    <a:pt x="239395" y="317906"/>
                  </a:lnTo>
                  <a:lnTo>
                    <a:pt x="239395" y="310756"/>
                  </a:lnTo>
                  <a:close/>
                </a:path>
                <a:path w="2255520" h="800100">
                  <a:moveTo>
                    <a:pt x="239395" y="253606"/>
                  </a:moveTo>
                  <a:lnTo>
                    <a:pt x="128257" y="253606"/>
                  </a:lnTo>
                  <a:lnTo>
                    <a:pt x="128257" y="260756"/>
                  </a:lnTo>
                  <a:lnTo>
                    <a:pt x="239395" y="260756"/>
                  </a:lnTo>
                  <a:lnTo>
                    <a:pt x="239395" y="253606"/>
                  </a:lnTo>
                  <a:close/>
                </a:path>
                <a:path w="2255520" h="800100">
                  <a:moveTo>
                    <a:pt x="367665" y="425056"/>
                  </a:moveTo>
                  <a:lnTo>
                    <a:pt x="256527" y="425056"/>
                  </a:lnTo>
                  <a:lnTo>
                    <a:pt x="256527" y="432206"/>
                  </a:lnTo>
                  <a:lnTo>
                    <a:pt x="367665" y="432206"/>
                  </a:lnTo>
                  <a:lnTo>
                    <a:pt x="367665" y="425056"/>
                  </a:lnTo>
                  <a:close/>
                </a:path>
                <a:path w="2255520" h="800100">
                  <a:moveTo>
                    <a:pt x="367665" y="367906"/>
                  </a:moveTo>
                  <a:lnTo>
                    <a:pt x="256527" y="367906"/>
                  </a:lnTo>
                  <a:lnTo>
                    <a:pt x="256527" y="375056"/>
                  </a:lnTo>
                  <a:lnTo>
                    <a:pt x="367665" y="375056"/>
                  </a:lnTo>
                  <a:lnTo>
                    <a:pt x="367665" y="367906"/>
                  </a:lnTo>
                  <a:close/>
                </a:path>
                <a:path w="2255520" h="800100">
                  <a:moveTo>
                    <a:pt x="495922" y="425056"/>
                  </a:moveTo>
                  <a:lnTo>
                    <a:pt x="384784" y="425056"/>
                  </a:lnTo>
                  <a:lnTo>
                    <a:pt x="384784" y="432206"/>
                  </a:lnTo>
                  <a:lnTo>
                    <a:pt x="495922" y="432206"/>
                  </a:lnTo>
                  <a:lnTo>
                    <a:pt x="495922" y="425056"/>
                  </a:lnTo>
                  <a:close/>
                </a:path>
                <a:path w="2255520" h="800100">
                  <a:moveTo>
                    <a:pt x="495922" y="367906"/>
                  </a:moveTo>
                  <a:lnTo>
                    <a:pt x="446633" y="367906"/>
                  </a:lnTo>
                  <a:lnTo>
                    <a:pt x="451370" y="365823"/>
                  </a:lnTo>
                  <a:lnTo>
                    <a:pt x="459308" y="360908"/>
                  </a:lnTo>
                  <a:lnTo>
                    <a:pt x="466013" y="355053"/>
                  </a:lnTo>
                  <a:lnTo>
                    <a:pt x="470954" y="348615"/>
                  </a:lnTo>
                  <a:lnTo>
                    <a:pt x="474154" y="341617"/>
                  </a:lnTo>
                  <a:lnTo>
                    <a:pt x="475602" y="334048"/>
                  </a:lnTo>
                  <a:lnTo>
                    <a:pt x="475411" y="326809"/>
                  </a:lnTo>
                  <a:lnTo>
                    <a:pt x="475310" y="326605"/>
                  </a:lnTo>
                  <a:lnTo>
                    <a:pt x="475310" y="129374"/>
                  </a:lnTo>
                  <a:lnTo>
                    <a:pt x="475310" y="100482"/>
                  </a:lnTo>
                  <a:lnTo>
                    <a:pt x="475310" y="86042"/>
                  </a:lnTo>
                  <a:lnTo>
                    <a:pt x="475310" y="57150"/>
                  </a:lnTo>
                  <a:lnTo>
                    <a:pt x="465315" y="55676"/>
                  </a:lnTo>
                  <a:lnTo>
                    <a:pt x="465315" y="84569"/>
                  </a:lnTo>
                  <a:lnTo>
                    <a:pt x="465315" y="99009"/>
                  </a:lnTo>
                  <a:lnTo>
                    <a:pt x="347052" y="81445"/>
                  </a:lnTo>
                  <a:lnTo>
                    <a:pt x="347052" y="67005"/>
                  </a:lnTo>
                  <a:lnTo>
                    <a:pt x="465315" y="84569"/>
                  </a:lnTo>
                  <a:lnTo>
                    <a:pt x="465315" y="55676"/>
                  </a:lnTo>
                  <a:lnTo>
                    <a:pt x="347052" y="38112"/>
                  </a:lnTo>
                  <a:lnTo>
                    <a:pt x="337045" y="36626"/>
                  </a:lnTo>
                  <a:lnTo>
                    <a:pt x="337045" y="65519"/>
                  </a:lnTo>
                  <a:lnTo>
                    <a:pt x="337045" y="79959"/>
                  </a:lnTo>
                  <a:lnTo>
                    <a:pt x="218782" y="62382"/>
                  </a:lnTo>
                  <a:lnTo>
                    <a:pt x="218782" y="47942"/>
                  </a:lnTo>
                  <a:lnTo>
                    <a:pt x="337045" y="65519"/>
                  </a:lnTo>
                  <a:lnTo>
                    <a:pt x="337045" y="36626"/>
                  </a:lnTo>
                  <a:lnTo>
                    <a:pt x="218782" y="19050"/>
                  </a:lnTo>
                  <a:lnTo>
                    <a:pt x="208788" y="17576"/>
                  </a:lnTo>
                  <a:lnTo>
                    <a:pt x="208788" y="46469"/>
                  </a:lnTo>
                  <a:lnTo>
                    <a:pt x="208788" y="60909"/>
                  </a:lnTo>
                  <a:lnTo>
                    <a:pt x="90525" y="43332"/>
                  </a:lnTo>
                  <a:lnTo>
                    <a:pt x="90525" y="28892"/>
                  </a:lnTo>
                  <a:lnTo>
                    <a:pt x="208788" y="46469"/>
                  </a:lnTo>
                  <a:lnTo>
                    <a:pt x="208788" y="17576"/>
                  </a:lnTo>
                  <a:lnTo>
                    <a:pt x="90525" y="0"/>
                  </a:lnTo>
                  <a:lnTo>
                    <a:pt x="80518" y="0"/>
                  </a:lnTo>
                  <a:lnTo>
                    <a:pt x="80518" y="116268"/>
                  </a:lnTo>
                  <a:lnTo>
                    <a:pt x="78524" y="114681"/>
                  </a:lnTo>
                  <a:lnTo>
                    <a:pt x="72047" y="112966"/>
                  </a:lnTo>
                  <a:lnTo>
                    <a:pt x="63665" y="113157"/>
                  </a:lnTo>
                  <a:lnTo>
                    <a:pt x="55740" y="114122"/>
                  </a:lnTo>
                  <a:lnTo>
                    <a:pt x="21158" y="137236"/>
                  </a:lnTo>
                  <a:lnTo>
                    <a:pt x="20167" y="139306"/>
                  </a:lnTo>
                  <a:lnTo>
                    <a:pt x="0" y="139306"/>
                  </a:lnTo>
                  <a:lnTo>
                    <a:pt x="0" y="146456"/>
                  </a:lnTo>
                  <a:lnTo>
                    <a:pt x="17449" y="146456"/>
                  </a:lnTo>
                  <a:lnTo>
                    <a:pt x="16510" y="151168"/>
                  </a:lnTo>
                  <a:lnTo>
                    <a:pt x="41656" y="172593"/>
                  </a:lnTo>
                  <a:lnTo>
                    <a:pt x="50139" y="171653"/>
                  </a:lnTo>
                  <a:lnTo>
                    <a:pt x="86169" y="148590"/>
                  </a:lnTo>
                  <a:lnTo>
                    <a:pt x="87134" y="146456"/>
                  </a:lnTo>
                  <a:lnTo>
                    <a:pt x="111137" y="146456"/>
                  </a:lnTo>
                  <a:lnTo>
                    <a:pt x="111137" y="139306"/>
                  </a:lnTo>
                  <a:lnTo>
                    <a:pt x="89789" y="139306"/>
                  </a:lnTo>
                  <a:lnTo>
                    <a:pt x="90805" y="134023"/>
                  </a:lnTo>
                  <a:lnTo>
                    <a:pt x="90614" y="126784"/>
                  </a:lnTo>
                  <a:lnTo>
                    <a:pt x="90525" y="126606"/>
                  </a:lnTo>
                  <a:lnTo>
                    <a:pt x="90525" y="72224"/>
                  </a:lnTo>
                  <a:lnTo>
                    <a:pt x="208788" y="89801"/>
                  </a:lnTo>
                  <a:lnTo>
                    <a:pt x="208788" y="173431"/>
                  </a:lnTo>
                  <a:lnTo>
                    <a:pt x="206781" y="171831"/>
                  </a:lnTo>
                  <a:lnTo>
                    <a:pt x="200304" y="170116"/>
                  </a:lnTo>
                  <a:lnTo>
                    <a:pt x="161061" y="182308"/>
                  </a:lnTo>
                  <a:lnTo>
                    <a:pt x="148424" y="196456"/>
                  </a:lnTo>
                  <a:lnTo>
                    <a:pt x="128257" y="196456"/>
                  </a:lnTo>
                  <a:lnTo>
                    <a:pt x="128257" y="203606"/>
                  </a:lnTo>
                  <a:lnTo>
                    <a:pt x="145719" y="203606"/>
                  </a:lnTo>
                  <a:lnTo>
                    <a:pt x="144780" y="208318"/>
                  </a:lnTo>
                  <a:lnTo>
                    <a:pt x="169926" y="229743"/>
                  </a:lnTo>
                  <a:lnTo>
                    <a:pt x="178409" y="228803"/>
                  </a:lnTo>
                  <a:lnTo>
                    <a:pt x="214426" y="205740"/>
                  </a:lnTo>
                  <a:lnTo>
                    <a:pt x="215392" y="203606"/>
                  </a:lnTo>
                  <a:lnTo>
                    <a:pt x="239395" y="203606"/>
                  </a:lnTo>
                  <a:lnTo>
                    <a:pt x="239395" y="196456"/>
                  </a:lnTo>
                  <a:lnTo>
                    <a:pt x="218059" y="196456"/>
                  </a:lnTo>
                  <a:lnTo>
                    <a:pt x="219075" y="191173"/>
                  </a:lnTo>
                  <a:lnTo>
                    <a:pt x="218884" y="183934"/>
                  </a:lnTo>
                  <a:lnTo>
                    <a:pt x="218782" y="183730"/>
                  </a:lnTo>
                  <a:lnTo>
                    <a:pt x="218782" y="91274"/>
                  </a:lnTo>
                  <a:lnTo>
                    <a:pt x="337045" y="108851"/>
                  </a:lnTo>
                  <a:lnTo>
                    <a:pt x="337045" y="259143"/>
                  </a:lnTo>
                  <a:lnTo>
                    <a:pt x="335051" y="257556"/>
                  </a:lnTo>
                  <a:lnTo>
                    <a:pt x="328574" y="255841"/>
                  </a:lnTo>
                  <a:lnTo>
                    <a:pt x="289331" y="268033"/>
                  </a:lnTo>
                  <a:lnTo>
                    <a:pt x="273037" y="294043"/>
                  </a:lnTo>
                  <a:lnTo>
                    <a:pt x="273227" y="300520"/>
                  </a:lnTo>
                  <a:lnTo>
                    <a:pt x="275704" y="305752"/>
                  </a:lnTo>
                  <a:lnTo>
                    <a:pt x="280466" y="309753"/>
                  </a:lnTo>
                  <a:lnTo>
                    <a:pt x="281724" y="310756"/>
                  </a:lnTo>
                  <a:lnTo>
                    <a:pt x="256527" y="310756"/>
                  </a:lnTo>
                  <a:lnTo>
                    <a:pt x="256527" y="317906"/>
                  </a:lnTo>
                  <a:lnTo>
                    <a:pt x="367665" y="317906"/>
                  </a:lnTo>
                  <a:lnTo>
                    <a:pt x="367665" y="310756"/>
                  </a:lnTo>
                  <a:lnTo>
                    <a:pt x="318363" y="310756"/>
                  </a:lnTo>
                  <a:lnTo>
                    <a:pt x="323100" y="308673"/>
                  </a:lnTo>
                  <a:lnTo>
                    <a:pt x="347332" y="276898"/>
                  </a:lnTo>
                  <a:lnTo>
                    <a:pt x="347141" y="269659"/>
                  </a:lnTo>
                  <a:lnTo>
                    <a:pt x="347052" y="269481"/>
                  </a:lnTo>
                  <a:lnTo>
                    <a:pt x="347052" y="110337"/>
                  </a:lnTo>
                  <a:lnTo>
                    <a:pt x="465315" y="127901"/>
                  </a:lnTo>
                  <a:lnTo>
                    <a:pt x="465315" y="316306"/>
                  </a:lnTo>
                  <a:lnTo>
                    <a:pt x="463308" y="314706"/>
                  </a:lnTo>
                  <a:lnTo>
                    <a:pt x="456831" y="312991"/>
                  </a:lnTo>
                  <a:lnTo>
                    <a:pt x="417588" y="325183"/>
                  </a:lnTo>
                  <a:lnTo>
                    <a:pt x="401307" y="351193"/>
                  </a:lnTo>
                  <a:lnTo>
                    <a:pt x="401497" y="357670"/>
                  </a:lnTo>
                  <a:lnTo>
                    <a:pt x="403974" y="362902"/>
                  </a:lnTo>
                  <a:lnTo>
                    <a:pt x="408736" y="366903"/>
                  </a:lnTo>
                  <a:lnTo>
                    <a:pt x="409994" y="367906"/>
                  </a:lnTo>
                  <a:lnTo>
                    <a:pt x="384784" y="367906"/>
                  </a:lnTo>
                  <a:lnTo>
                    <a:pt x="384784" y="375056"/>
                  </a:lnTo>
                  <a:lnTo>
                    <a:pt x="495922" y="375056"/>
                  </a:lnTo>
                  <a:lnTo>
                    <a:pt x="495922" y="367906"/>
                  </a:lnTo>
                  <a:close/>
                </a:path>
                <a:path w="2255520" h="800100">
                  <a:moveTo>
                    <a:pt x="988656" y="591223"/>
                  </a:moveTo>
                  <a:lnTo>
                    <a:pt x="988466" y="583984"/>
                  </a:lnTo>
                  <a:lnTo>
                    <a:pt x="988364" y="583780"/>
                  </a:lnTo>
                  <a:lnTo>
                    <a:pt x="988364" y="386549"/>
                  </a:lnTo>
                  <a:lnTo>
                    <a:pt x="988364" y="357657"/>
                  </a:lnTo>
                  <a:lnTo>
                    <a:pt x="988364" y="343217"/>
                  </a:lnTo>
                  <a:lnTo>
                    <a:pt x="988364" y="314325"/>
                  </a:lnTo>
                  <a:lnTo>
                    <a:pt x="978369" y="312851"/>
                  </a:lnTo>
                  <a:lnTo>
                    <a:pt x="978369" y="341744"/>
                  </a:lnTo>
                  <a:lnTo>
                    <a:pt x="978369" y="356184"/>
                  </a:lnTo>
                  <a:lnTo>
                    <a:pt x="860107" y="338620"/>
                  </a:lnTo>
                  <a:lnTo>
                    <a:pt x="860107" y="324180"/>
                  </a:lnTo>
                  <a:lnTo>
                    <a:pt x="978369" y="341744"/>
                  </a:lnTo>
                  <a:lnTo>
                    <a:pt x="978369" y="312851"/>
                  </a:lnTo>
                  <a:lnTo>
                    <a:pt x="860107" y="295287"/>
                  </a:lnTo>
                  <a:lnTo>
                    <a:pt x="850099" y="293801"/>
                  </a:lnTo>
                  <a:lnTo>
                    <a:pt x="850099" y="322694"/>
                  </a:lnTo>
                  <a:lnTo>
                    <a:pt x="850099" y="337134"/>
                  </a:lnTo>
                  <a:lnTo>
                    <a:pt x="731837" y="319557"/>
                  </a:lnTo>
                  <a:lnTo>
                    <a:pt x="731837" y="305117"/>
                  </a:lnTo>
                  <a:lnTo>
                    <a:pt x="850099" y="322694"/>
                  </a:lnTo>
                  <a:lnTo>
                    <a:pt x="850099" y="293801"/>
                  </a:lnTo>
                  <a:lnTo>
                    <a:pt x="731837" y="276225"/>
                  </a:lnTo>
                  <a:lnTo>
                    <a:pt x="721842" y="274751"/>
                  </a:lnTo>
                  <a:lnTo>
                    <a:pt x="721842" y="303644"/>
                  </a:lnTo>
                  <a:lnTo>
                    <a:pt x="721842" y="318084"/>
                  </a:lnTo>
                  <a:lnTo>
                    <a:pt x="603580" y="300507"/>
                  </a:lnTo>
                  <a:lnTo>
                    <a:pt x="603580" y="286067"/>
                  </a:lnTo>
                  <a:lnTo>
                    <a:pt x="721842" y="303644"/>
                  </a:lnTo>
                  <a:lnTo>
                    <a:pt x="721842" y="274751"/>
                  </a:lnTo>
                  <a:lnTo>
                    <a:pt x="603580" y="257175"/>
                  </a:lnTo>
                  <a:lnTo>
                    <a:pt x="593572" y="257175"/>
                  </a:lnTo>
                  <a:lnTo>
                    <a:pt x="593572" y="373443"/>
                  </a:lnTo>
                  <a:lnTo>
                    <a:pt x="591578" y="371856"/>
                  </a:lnTo>
                  <a:lnTo>
                    <a:pt x="585101" y="370141"/>
                  </a:lnTo>
                  <a:lnTo>
                    <a:pt x="576719" y="370332"/>
                  </a:lnTo>
                  <a:lnTo>
                    <a:pt x="568782" y="371297"/>
                  </a:lnTo>
                  <a:lnTo>
                    <a:pt x="534212" y="394411"/>
                  </a:lnTo>
                  <a:lnTo>
                    <a:pt x="529564" y="408343"/>
                  </a:lnTo>
                  <a:lnTo>
                    <a:pt x="529755" y="414820"/>
                  </a:lnTo>
                  <a:lnTo>
                    <a:pt x="532231" y="420052"/>
                  </a:lnTo>
                  <a:lnTo>
                    <a:pt x="536994" y="424053"/>
                  </a:lnTo>
                  <a:lnTo>
                    <a:pt x="538251" y="425056"/>
                  </a:lnTo>
                  <a:lnTo>
                    <a:pt x="513054" y="425056"/>
                  </a:lnTo>
                  <a:lnTo>
                    <a:pt x="513054" y="432206"/>
                  </a:lnTo>
                  <a:lnTo>
                    <a:pt x="624192" y="432206"/>
                  </a:lnTo>
                  <a:lnTo>
                    <a:pt x="624192" y="425056"/>
                  </a:lnTo>
                  <a:lnTo>
                    <a:pt x="574890" y="425056"/>
                  </a:lnTo>
                  <a:lnTo>
                    <a:pt x="579628" y="422973"/>
                  </a:lnTo>
                  <a:lnTo>
                    <a:pt x="603859" y="391198"/>
                  </a:lnTo>
                  <a:lnTo>
                    <a:pt x="603669" y="383959"/>
                  </a:lnTo>
                  <a:lnTo>
                    <a:pt x="603580" y="383781"/>
                  </a:lnTo>
                  <a:lnTo>
                    <a:pt x="603580" y="329399"/>
                  </a:lnTo>
                  <a:lnTo>
                    <a:pt x="721842" y="346976"/>
                  </a:lnTo>
                  <a:lnTo>
                    <a:pt x="721842" y="459181"/>
                  </a:lnTo>
                  <a:lnTo>
                    <a:pt x="719836" y="457581"/>
                  </a:lnTo>
                  <a:lnTo>
                    <a:pt x="713359" y="455866"/>
                  </a:lnTo>
                  <a:lnTo>
                    <a:pt x="674116" y="468058"/>
                  </a:lnTo>
                  <a:lnTo>
                    <a:pt x="657834" y="494068"/>
                  </a:lnTo>
                  <a:lnTo>
                    <a:pt x="658025" y="500545"/>
                  </a:lnTo>
                  <a:lnTo>
                    <a:pt x="682980" y="515493"/>
                  </a:lnTo>
                  <a:lnTo>
                    <a:pt x="691464" y="514553"/>
                  </a:lnTo>
                  <a:lnTo>
                    <a:pt x="727481" y="491490"/>
                  </a:lnTo>
                  <a:lnTo>
                    <a:pt x="732129" y="476923"/>
                  </a:lnTo>
                  <a:lnTo>
                    <a:pt x="731939" y="469684"/>
                  </a:lnTo>
                  <a:lnTo>
                    <a:pt x="731837" y="469480"/>
                  </a:lnTo>
                  <a:lnTo>
                    <a:pt x="731837" y="348449"/>
                  </a:lnTo>
                  <a:lnTo>
                    <a:pt x="850099" y="366026"/>
                  </a:lnTo>
                  <a:lnTo>
                    <a:pt x="850099" y="516318"/>
                  </a:lnTo>
                  <a:lnTo>
                    <a:pt x="848106" y="514731"/>
                  </a:lnTo>
                  <a:lnTo>
                    <a:pt x="841629" y="513016"/>
                  </a:lnTo>
                  <a:lnTo>
                    <a:pt x="802386" y="525208"/>
                  </a:lnTo>
                  <a:lnTo>
                    <a:pt x="786091" y="551218"/>
                  </a:lnTo>
                  <a:lnTo>
                    <a:pt x="786282" y="557695"/>
                  </a:lnTo>
                  <a:lnTo>
                    <a:pt x="811237" y="572643"/>
                  </a:lnTo>
                  <a:lnTo>
                    <a:pt x="819721" y="571703"/>
                  </a:lnTo>
                  <a:lnTo>
                    <a:pt x="855751" y="548640"/>
                  </a:lnTo>
                  <a:lnTo>
                    <a:pt x="860386" y="534073"/>
                  </a:lnTo>
                  <a:lnTo>
                    <a:pt x="860196" y="526834"/>
                  </a:lnTo>
                  <a:lnTo>
                    <a:pt x="860107" y="526656"/>
                  </a:lnTo>
                  <a:lnTo>
                    <a:pt x="860107" y="367512"/>
                  </a:lnTo>
                  <a:lnTo>
                    <a:pt x="978369" y="385076"/>
                  </a:lnTo>
                  <a:lnTo>
                    <a:pt x="978369" y="573481"/>
                  </a:lnTo>
                  <a:lnTo>
                    <a:pt x="976363" y="571881"/>
                  </a:lnTo>
                  <a:lnTo>
                    <a:pt x="969886" y="570166"/>
                  </a:lnTo>
                  <a:lnTo>
                    <a:pt x="930643" y="582358"/>
                  </a:lnTo>
                  <a:lnTo>
                    <a:pt x="914361" y="608368"/>
                  </a:lnTo>
                  <a:lnTo>
                    <a:pt x="914552" y="614845"/>
                  </a:lnTo>
                  <a:lnTo>
                    <a:pt x="939507" y="629793"/>
                  </a:lnTo>
                  <a:lnTo>
                    <a:pt x="947991" y="628853"/>
                  </a:lnTo>
                  <a:lnTo>
                    <a:pt x="984008" y="605790"/>
                  </a:lnTo>
                  <a:lnTo>
                    <a:pt x="987209" y="598792"/>
                  </a:lnTo>
                  <a:lnTo>
                    <a:pt x="988656" y="591223"/>
                  </a:lnTo>
                  <a:close/>
                </a:path>
                <a:path w="2255520" h="800100">
                  <a:moveTo>
                    <a:pt x="2255177" y="485775"/>
                  </a:moveTo>
                  <a:lnTo>
                    <a:pt x="1505077" y="485775"/>
                  </a:lnTo>
                  <a:lnTo>
                    <a:pt x="1505673" y="484492"/>
                  </a:lnTo>
                  <a:lnTo>
                    <a:pt x="1507121" y="476923"/>
                  </a:lnTo>
                  <a:lnTo>
                    <a:pt x="1506931" y="469684"/>
                  </a:lnTo>
                  <a:lnTo>
                    <a:pt x="1504365" y="464439"/>
                  </a:lnTo>
                  <a:lnTo>
                    <a:pt x="1499412" y="461200"/>
                  </a:lnTo>
                  <a:lnTo>
                    <a:pt x="1494840" y="457581"/>
                  </a:lnTo>
                  <a:lnTo>
                    <a:pt x="1488363" y="455866"/>
                  </a:lnTo>
                  <a:lnTo>
                    <a:pt x="1479981" y="456057"/>
                  </a:lnTo>
                  <a:lnTo>
                    <a:pt x="1472044" y="457022"/>
                  </a:lnTo>
                  <a:lnTo>
                    <a:pt x="1437474" y="480136"/>
                  </a:lnTo>
                  <a:lnTo>
                    <a:pt x="1434782" y="485775"/>
                  </a:lnTo>
                  <a:lnTo>
                    <a:pt x="1433334" y="485775"/>
                  </a:lnTo>
                  <a:lnTo>
                    <a:pt x="1433334" y="491490"/>
                  </a:lnTo>
                  <a:lnTo>
                    <a:pt x="1432826" y="494068"/>
                  </a:lnTo>
                  <a:lnTo>
                    <a:pt x="1432915" y="497205"/>
                  </a:lnTo>
                  <a:lnTo>
                    <a:pt x="1432826" y="542925"/>
                  </a:lnTo>
                  <a:lnTo>
                    <a:pt x="1432826" y="548640"/>
                  </a:lnTo>
                  <a:lnTo>
                    <a:pt x="1432826" y="714375"/>
                  </a:lnTo>
                  <a:lnTo>
                    <a:pt x="1277543" y="714375"/>
                  </a:lnTo>
                  <a:lnTo>
                    <a:pt x="1277543" y="662940"/>
                  </a:lnTo>
                  <a:lnTo>
                    <a:pt x="1432826" y="662940"/>
                  </a:lnTo>
                  <a:lnTo>
                    <a:pt x="1432826" y="657225"/>
                  </a:lnTo>
                  <a:lnTo>
                    <a:pt x="1277543" y="657225"/>
                  </a:lnTo>
                  <a:lnTo>
                    <a:pt x="1277543" y="626122"/>
                  </a:lnTo>
                  <a:lnTo>
                    <a:pt x="1279537" y="627697"/>
                  </a:lnTo>
                  <a:lnTo>
                    <a:pt x="1285443" y="629602"/>
                  </a:lnTo>
                  <a:lnTo>
                    <a:pt x="1325549" y="618083"/>
                  </a:lnTo>
                  <a:lnTo>
                    <a:pt x="1337195" y="605790"/>
                  </a:lnTo>
                  <a:lnTo>
                    <a:pt x="1432826" y="605790"/>
                  </a:lnTo>
                  <a:lnTo>
                    <a:pt x="1432826" y="600075"/>
                  </a:lnTo>
                  <a:lnTo>
                    <a:pt x="1339786" y="600075"/>
                  </a:lnTo>
                  <a:lnTo>
                    <a:pt x="1340383" y="598792"/>
                  </a:lnTo>
                  <a:lnTo>
                    <a:pt x="1341831" y="591223"/>
                  </a:lnTo>
                  <a:lnTo>
                    <a:pt x="1341640" y="583984"/>
                  </a:lnTo>
                  <a:lnTo>
                    <a:pt x="1339075" y="578739"/>
                  </a:lnTo>
                  <a:lnTo>
                    <a:pt x="1334122" y="575500"/>
                  </a:lnTo>
                  <a:lnTo>
                    <a:pt x="1329550" y="571881"/>
                  </a:lnTo>
                  <a:lnTo>
                    <a:pt x="1323073" y="570166"/>
                  </a:lnTo>
                  <a:lnTo>
                    <a:pt x="1314691" y="570357"/>
                  </a:lnTo>
                  <a:lnTo>
                    <a:pt x="1306753" y="571322"/>
                  </a:lnTo>
                  <a:lnTo>
                    <a:pt x="1272184" y="594436"/>
                  </a:lnTo>
                  <a:lnTo>
                    <a:pt x="1269492" y="600075"/>
                  </a:lnTo>
                  <a:lnTo>
                    <a:pt x="1268044" y="600075"/>
                  </a:lnTo>
                  <a:lnTo>
                    <a:pt x="1268044" y="605790"/>
                  </a:lnTo>
                  <a:lnTo>
                    <a:pt x="1267536" y="608368"/>
                  </a:lnTo>
                  <a:lnTo>
                    <a:pt x="1267625" y="611505"/>
                  </a:lnTo>
                  <a:lnTo>
                    <a:pt x="1267536" y="657225"/>
                  </a:lnTo>
                  <a:lnTo>
                    <a:pt x="1267536" y="662940"/>
                  </a:lnTo>
                  <a:lnTo>
                    <a:pt x="1267536" y="714375"/>
                  </a:lnTo>
                  <a:lnTo>
                    <a:pt x="1051229" y="714375"/>
                  </a:lnTo>
                  <a:lnTo>
                    <a:pt x="1051229" y="662940"/>
                  </a:lnTo>
                  <a:lnTo>
                    <a:pt x="1267536" y="662940"/>
                  </a:lnTo>
                  <a:lnTo>
                    <a:pt x="1267536" y="657225"/>
                  </a:lnTo>
                  <a:lnTo>
                    <a:pt x="1051229" y="657225"/>
                  </a:lnTo>
                  <a:lnTo>
                    <a:pt x="1051229" y="605790"/>
                  </a:lnTo>
                  <a:lnTo>
                    <a:pt x="1268044" y="605790"/>
                  </a:lnTo>
                  <a:lnTo>
                    <a:pt x="1268044" y="600075"/>
                  </a:lnTo>
                  <a:lnTo>
                    <a:pt x="1051229" y="600075"/>
                  </a:lnTo>
                  <a:lnTo>
                    <a:pt x="1051229" y="548640"/>
                  </a:lnTo>
                  <a:lnTo>
                    <a:pt x="1432826" y="548640"/>
                  </a:lnTo>
                  <a:lnTo>
                    <a:pt x="1432826" y="542925"/>
                  </a:lnTo>
                  <a:lnTo>
                    <a:pt x="1051229" y="542925"/>
                  </a:lnTo>
                  <a:lnTo>
                    <a:pt x="1051229" y="491490"/>
                  </a:lnTo>
                  <a:lnTo>
                    <a:pt x="1433334" y="491490"/>
                  </a:lnTo>
                  <a:lnTo>
                    <a:pt x="1433334" y="485775"/>
                  </a:lnTo>
                  <a:lnTo>
                    <a:pt x="1038529" y="485775"/>
                  </a:lnTo>
                  <a:lnTo>
                    <a:pt x="1038529" y="491490"/>
                  </a:lnTo>
                  <a:lnTo>
                    <a:pt x="1042657" y="491490"/>
                  </a:lnTo>
                  <a:lnTo>
                    <a:pt x="1042657" y="542925"/>
                  </a:lnTo>
                  <a:lnTo>
                    <a:pt x="1038529" y="542925"/>
                  </a:lnTo>
                  <a:lnTo>
                    <a:pt x="1038529" y="548640"/>
                  </a:lnTo>
                  <a:lnTo>
                    <a:pt x="1042657" y="548640"/>
                  </a:lnTo>
                  <a:lnTo>
                    <a:pt x="1042657" y="600075"/>
                  </a:lnTo>
                  <a:lnTo>
                    <a:pt x="1038529" y="600075"/>
                  </a:lnTo>
                  <a:lnTo>
                    <a:pt x="1038529" y="605790"/>
                  </a:lnTo>
                  <a:lnTo>
                    <a:pt x="1042657" y="605790"/>
                  </a:lnTo>
                  <a:lnTo>
                    <a:pt x="1042657" y="657225"/>
                  </a:lnTo>
                  <a:lnTo>
                    <a:pt x="1038529" y="657225"/>
                  </a:lnTo>
                  <a:lnTo>
                    <a:pt x="1038529" y="662940"/>
                  </a:lnTo>
                  <a:lnTo>
                    <a:pt x="1042657" y="662940"/>
                  </a:lnTo>
                  <a:lnTo>
                    <a:pt x="1042657" y="714375"/>
                  </a:lnTo>
                  <a:lnTo>
                    <a:pt x="1038529" y="714375"/>
                  </a:lnTo>
                  <a:lnTo>
                    <a:pt x="1038529" y="720090"/>
                  </a:lnTo>
                  <a:lnTo>
                    <a:pt x="1042657" y="720090"/>
                  </a:lnTo>
                  <a:lnTo>
                    <a:pt x="1051229" y="720090"/>
                  </a:lnTo>
                  <a:lnTo>
                    <a:pt x="1267536" y="720090"/>
                  </a:lnTo>
                  <a:lnTo>
                    <a:pt x="1267536" y="800100"/>
                  </a:lnTo>
                  <a:lnTo>
                    <a:pt x="1277543" y="800100"/>
                  </a:lnTo>
                  <a:lnTo>
                    <a:pt x="1277543" y="720090"/>
                  </a:lnTo>
                  <a:lnTo>
                    <a:pt x="1432826" y="720090"/>
                  </a:lnTo>
                  <a:lnTo>
                    <a:pt x="1432826" y="742950"/>
                  </a:lnTo>
                  <a:lnTo>
                    <a:pt x="1442834" y="742950"/>
                  </a:lnTo>
                  <a:lnTo>
                    <a:pt x="1442834" y="720090"/>
                  </a:lnTo>
                  <a:lnTo>
                    <a:pt x="2255177" y="720090"/>
                  </a:lnTo>
                  <a:lnTo>
                    <a:pt x="2255177" y="714375"/>
                  </a:lnTo>
                  <a:lnTo>
                    <a:pt x="1442834" y="714375"/>
                  </a:lnTo>
                  <a:lnTo>
                    <a:pt x="1442834" y="662940"/>
                  </a:lnTo>
                  <a:lnTo>
                    <a:pt x="2255177" y="662940"/>
                  </a:lnTo>
                  <a:lnTo>
                    <a:pt x="2255177" y="657225"/>
                  </a:lnTo>
                  <a:lnTo>
                    <a:pt x="1442834" y="657225"/>
                  </a:lnTo>
                  <a:lnTo>
                    <a:pt x="1442834" y="605790"/>
                  </a:lnTo>
                  <a:lnTo>
                    <a:pt x="2255177" y="605790"/>
                  </a:lnTo>
                  <a:lnTo>
                    <a:pt x="2255177" y="600075"/>
                  </a:lnTo>
                  <a:lnTo>
                    <a:pt x="1442834" y="600075"/>
                  </a:lnTo>
                  <a:lnTo>
                    <a:pt x="1442834" y="548640"/>
                  </a:lnTo>
                  <a:lnTo>
                    <a:pt x="2255177" y="548640"/>
                  </a:lnTo>
                  <a:lnTo>
                    <a:pt x="2255177" y="542925"/>
                  </a:lnTo>
                  <a:lnTo>
                    <a:pt x="1442834" y="542925"/>
                  </a:lnTo>
                  <a:lnTo>
                    <a:pt x="1442834" y="511822"/>
                  </a:lnTo>
                  <a:lnTo>
                    <a:pt x="1444828" y="513397"/>
                  </a:lnTo>
                  <a:lnTo>
                    <a:pt x="1450733" y="515302"/>
                  </a:lnTo>
                  <a:lnTo>
                    <a:pt x="1490840" y="503783"/>
                  </a:lnTo>
                  <a:lnTo>
                    <a:pt x="1502473" y="491490"/>
                  </a:lnTo>
                  <a:lnTo>
                    <a:pt x="2255177" y="491490"/>
                  </a:lnTo>
                  <a:lnTo>
                    <a:pt x="2255177" y="4857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522553" y="4621855"/>
              <a:ext cx="111140" cy="229933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687841" y="4621855"/>
              <a:ext cx="111140" cy="229933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266700" y="4421831"/>
              <a:ext cx="7014209" cy="1136015"/>
            </a:xfrm>
            <a:custGeom>
              <a:avLst/>
              <a:gdLst/>
              <a:ahLst/>
              <a:cxnLst/>
              <a:rect l="l" t="t" r="r" b="b"/>
              <a:pathLst>
                <a:path w="7014209" h="1136014">
                  <a:moveTo>
                    <a:pt x="546925" y="1130046"/>
                  </a:moveTo>
                  <a:lnTo>
                    <a:pt x="0" y="1130046"/>
                  </a:lnTo>
                  <a:lnTo>
                    <a:pt x="0" y="1135761"/>
                  </a:lnTo>
                  <a:lnTo>
                    <a:pt x="546925" y="1135761"/>
                  </a:lnTo>
                  <a:lnTo>
                    <a:pt x="546925" y="1130046"/>
                  </a:lnTo>
                  <a:close/>
                </a:path>
                <a:path w="7014209" h="1136014">
                  <a:moveTo>
                    <a:pt x="546925" y="1072896"/>
                  </a:moveTo>
                  <a:lnTo>
                    <a:pt x="0" y="1072896"/>
                  </a:lnTo>
                  <a:lnTo>
                    <a:pt x="0" y="1078611"/>
                  </a:lnTo>
                  <a:lnTo>
                    <a:pt x="546925" y="1078611"/>
                  </a:lnTo>
                  <a:lnTo>
                    <a:pt x="546925" y="1072896"/>
                  </a:lnTo>
                  <a:close/>
                </a:path>
                <a:path w="7014209" h="1136014">
                  <a:moveTo>
                    <a:pt x="546925" y="1015746"/>
                  </a:moveTo>
                  <a:lnTo>
                    <a:pt x="0" y="1015746"/>
                  </a:lnTo>
                  <a:lnTo>
                    <a:pt x="0" y="1021461"/>
                  </a:lnTo>
                  <a:lnTo>
                    <a:pt x="546925" y="1021461"/>
                  </a:lnTo>
                  <a:lnTo>
                    <a:pt x="546925" y="1015746"/>
                  </a:lnTo>
                  <a:close/>
                </a:path>
                <a:path w="7014209" h="1136014">
                  <a:moveTo>
                    <a:pt x="546925" y="958596"/>
                  </a:moveTo>
                  <a:lnTo>
                    <a:pt x="0" y="958596"/>
                  </a:lnTo>
                  <a:lnTo>
                    <a:pt x="0" y="964311"/>
                  </a:lnTo>
                  <a:lnTo>
                    <a:pt x="546925" y="964311"/>
                  </a:lnTo>
                  <a:lnTo>
                    <a:pt x="546925" y="958596"/>
                  </a:lnTo>
                  <a:close/>
                </a:path>
                <a:path w="7014209" h="1136014">
                  <a:moveTo>
                    <a:pt x="546925" y="901446"/>
                  </a:moveTo>
                  <a:lnTo>
                    <a:pt x="0" y="901446"/>
                  </a:lnTo>
                  <a:lnTo>
                    <a:pt x="0" y="907161"/>
                  </a:lnTo>
                  <a:lnTo>
                    <a:pt x="546925" y="907161"/>
                  </a:lnTo>
                  <a:lnTo>
                    <a:pt x="546925" y="901446"/>
                  </a:lnTo>
                  <a:close/>
                </a:path>
                <a:path w="7014209" h="1136014">
                  <a:moveTo>
                    <a:pt x="5107076" y="542607"/>
                  </a:moveTo>
                  <a:lnTo>
                    <a:pt x="4941786" y="599757"/>
                  </a:lnTo>
                  <a:lnTo>
                    <a:pt x="4941786" y="629983"/>
                  </a:lnTo>
                  <a:lnTo>
                    <a:pt x="5107076" y="572833"/>
                  </a:lnTo>
                  <a:lnTo>
                    <a:pt x="5107076" y="542607"/>
                  </a:lnTo>
                  <a:close/>
                </a:path>
                <a:path w="7014209" h="1136014">
                  <a:moveTo>
                    <a:pt x="5437657" y="401383"/>
                  </a:moveTo>
                  <a:lnTo>
                    <a:pt x="5272367" y="401383"/>
                  </a:lnTo>
                  <a:lnTo>
                    <a:pt x="5272367" y="429958"/>
                  </a:lnTo>
                  <a:lnTo>
                    <a:pt x="5437657" y="429958"/>
                  </a:lnTo>
                  <a:lnTo>
                    <a:pt x="5437657" y="401383"/>
                  </a:lnTo>
                  <a:close/>
                </a:path>
                <a:path w="7014209" h="1136014">
                  <a:moveTo>
                    <a:pt x="5862853" y="26339"/>
                  </a:moveTo>
                  <a:lnTo>
                    <a:pt x="5841504" y="26339"/>
                  </a:lnTo>
                  <a:lnTo>
                    <a:pt x="5842520" y="21056"/>
                  </a:lnTo>
                  <a:lnTo>
                    <a:pt x="5842330" y="13817"/>
                  </a:lnTo>
                  <a:lnTo>
                    <a:pt x="5839765" y="8572"/>
                  </a:lnTo>
                  <a:lnTo>
                    <a:pt x="5834812" y="5334"/>
                  </a:lnTo>
                  <a:lnTo>
                    <a:pt x="5830240" y="1714"/>
                  </a:lnTo>
                  <a:lnTo>
                    <a:pt x="5823763" y="0"/>
                  </a:lnTo>
                  <a:lnTo>
                    <a:pt x="5815381" y="190"/>
                  </a:lnTo>
                  <a:lnTo>
                    <a:pt x="5807443" y="1155"/>
                  </a:lnTo>
                  <a:lnTo>
                    <a:pt x="5772874" y="24269"/>
                  </a:lnTo>
                  <a:lnTo>
                    <a:pt x="5771883" y="26339"/>
                  </a:lnTo>
                  <a:lnTo>
                    <a:pt x="5751715" y="26339"/>
                  </a:lnTo>
                  <a:lnTo>
                    <a:pt x="5751715" y="33489"/>
                  </a:lnTo>
                  <a:lnTo>
                    <a:pt x="5769165" y="33489"/>
                  </a:lnTo>
                  <a:lnTo>
                    <a:pt x="5768225" y="38201"/>
                  </a:lnTo>
                  <a:lnTo>
                    <a:pt x="5768314" y="41338"/>
                  </a:lnTo>
                  <a:lnTo>
                    <a:pt x="5768225" y="83489"/>
                  </a:lnTo>
                  <a:lnTo>
                    <a:pt x="5751715" y="83489"/>
                  </a:lnTo>
                  <a:lnTo>
                    <a:pt x="5751715" y="90639"/>
                  </a:lnTo>
                  <a:lnTo>
                    <a:pt x="5768225" y="90639"/>
                  </a:lnTo>
                  <a:lnTo>
                    <a:pt x="5768225" y="140639"/>
                  </a:lnTo>
                  <a:lnTo>
                    <a:pt x="5751715" y="140639"/>
                  </a:lnTo>
                  <a:lnTo>
                    <a:pt x="5751715" y="147789"/>
                  </a:lnTo>
                  <a:lnTo>
                    <a:pt x="5768225" y="147789"/>
                  </a:lnTo>
                  <a:lnTo>
                    <a:pt x="5768225" y="197789"/>
                  </a:lnTo>
                  <a:lnTo>
                    <a:pt x="5751715" y="197789"/>
                  </a:lnTo>
                  <a:lnTo>
                    <a:pt x="5751715" y="204939"/>
                  </a:lnTo>
                  <a:lnTo>
                    <a:pt x="5768225" y="204939"/>
                  </a:lnTo>
                  <a:lnTo>
                    <a:pt x="5768225" y="254939"/>
                  </a:lnTo>
                  <a:lnTo>
                    <a:pt x="5751715" y="254939"/>
                  </a:lnTo>
                  <a:lnTo>
                    <a:pt x="5751715" y="262089"/>
                  </a:lnTo>
                  <a:lnTo>
                    <a:pt x="5768225" y="262089"/>
                  </a:lnTo>
                  <a:lnTo>
                    <a:pt x="5768225" y="401383"/>
                  </a:lnTo>
                  <a:lnTo>
                    <a:pt x="5612943" y="401383"/>
                  </a:lnTo>
                  <a:lnTo>
                    <a:pt x="5612943" y="262089"/>
                  </a:lnTo>
                  <a:lnTo>
                    <a:pt x="5697563" y="262089"/>
                  </a:lnTo>
                  <a:lnTo>
                    <a:pt x="5697563" y="254939"/>
                  </a:lnTo>
                  <a:lnTo>
                    <a:pt x="5612943" y="254939"/>
                  </a:lnTo>
                  <a:lnTo>
                    <a:pt x="5612943" y="204939"/>
                  </a:lnTo>
                  <a:lnTo>
                    <a:pt x="5697563" y="204939"/>
                  </a:lnTo>
                  <a:lnTo>
                    <a:pt x="5697563" y="197789"/>
                  </a:lnTo>
                  <a:lnTo>
                    <a:pt x="5612943" y="197789"/>
                  </a:lnTo>
                  <a:lnTo>
                    <a:pt x="5612943" y="147789"/>
                  </a:lnTo>
                  <a:lnTo>
                    <a:pt x="5697563" y="147789"/>
                  </a:lnTo>
                  <a:lnTo>
                    <a:pt x="5697563" y="140639"/>
                  </a:lnTo>
                  <a:lnTo>
                    <a:pt x="5648261" y="140639"/>
                  </a:lnTo>
                  <a:lnTo>
                    <a:pt x="5652998" y="138557"/>
                  </a:lnTo>
                  <a:lnTo>
                    <a:pt x="5660949" y="133642"/>
                  </a:lnTo>
                  <a:lnTo>
                    <a:pt x="5667641" y="127787"/>
                  </a:lnTo>
                  <a:lnTo>
                    <a:pt x="5672594" y="121348"/>
                  </a:lnTo>
                  <a:lnTo>
                    <a:pt x="5675795" y="114350"/>
                  </a:lnTo>
                  <a:lnTo>
                    <a:pt x="5677230" y="106781"/>
                  </a:lnTo>
                  <a:lnTo>
                    <a:pt x="5677039" y="99542"/>
                  </a:lnTo>
                  <a:lnTo>
                    <a:pt x="5674474" y="94297"/>
                  </a:lnTo>
                  <a:lnTo>
                    <a:pt x="5669521" y="91059"/>
                  </a:lnTo>
                  <a:lnTo>
                    <a:pt x="5664949" y="87439"/>
                  </a:lnTo>
                  <a:lnTo>
                    <a:pt x="5658472" y="85725"/>
                  </a:lnTo>
                  <a:lnTo>
                    <a:pt x="5650090" y="85915"/>
                  </a:lnTo>
                  <a:lnTo>
                    <a:pt x="5642165" y="86880"/>
                  </a:lnTo>
                  <a:lnTo>
                    <a:pt x="5607583" y="109994"/>
                  </a:lnTo>
                  <a:lnTo>
                    <a:pt x="5602935" y="123926"/>
                  </a:lnTo>
                  <a:lnTo>
                    <a:pt x="5603024" y="127063"/>
                  </a:lnTo>
                  <a:lnTo>
                    <a:pt x="5602935" y="140639"/>
                  </a:lnTo>
                  <a:lnTo>
                    <a:pt x="5586425" y="140639"/>
                  </a:lnTo>
                  <a:lnTo>
                    <a:pt x="5586425" y="147789"/>
                  </a:lnTo>
                  <a:lnTo>
                    <a:pt x="5602935" y="147789"/>
                  </a:lnTo>
                  <a:lnTo>
                    <a:pt x="5602935" y="197789"/>
                  </a:lnTo>
                  <a:lnTo>
                    <a:pt x="5586425" y="197789"/>
                  </a:lnTo>
                  <a:lnTo>
                    <a:pt x="5586425" y="204939"/>
                  </a:lnTo>
                  <a:lnTo>
                    <a:pt x="5602935" y="204939"/>
                  </a:lnTo>
                  <a:lnTo>
                    <a:pt x="5602935" y="254939"/>
                  </a:lnTo>
                  <a:lnTo>
                    <a:pt x="5586425" y="254939"/>
                  </a:lnTo>
                  <a:lnTo>
                    <a:pt x="5586425" y="262089"/>
                  </a:lnTo>
                  <a:lnTo>
                    <a:pt x="5602935" y="262089"/>
                  </a:lnTo>
                  <a:lnTo>
                    <a:pt x="5602935" y="401383"/>
                  </a:lnTo>
                  <a:lnTo>
                    <a:pt x="5602935" y="429958"/>
                  </a:lnTo>
                  <a:lnTo>
                    <a:pt x="5612943" y="429958"/>
                  </a:lnTo>
                  <a:lnTo>
                    <a:pt x="5768225" y="429958"/>
                  </a:lnTo>
                  <a:lnTo>
                    <a:pt x="5778233" y="429958"/>
                  </a:lnTo>
                  <a:lnTo>
                    <a:pt x="5778233" y="262089"/>
                  </a:lnTo>
                  <a:lnTo>
                    <a:pt x="5862853" y="262089"/>
                  </a:lnTo>
                  <a:lnTo>
                    <a:pt x="5862853" y="254939"/>
                  </a:lnTo>
                  <a:lnTo>
                    <a:pt x="5778233" y="254939"/>
                  </a:lnTo>
                  <a:lnTo>
                    <a:pt x="5778233" y="204939"/>
                  </a:lnTo>
                  <a:lnTo>
                    <a:pt x="5862853" y="204939"/>
                  </a:lnTo>
                  <a:lnTo>
                    <a:pt x="5862853" y="197789"/>
                  </a:lnTo>
                  <a:lnTo>
                    <a:pt x="5778233" y="197789"/>
                  </a:lnTo>
                  <a:lnTo>
                    <a:pt x="5778233" y="147789"/>
                  </a:lnTo>
                  <a:lnTo>
                    <a:pt x="5862853" y="147789"/>
                  </a:lnTo>
                  <a:lnTo>
                    <a:pt x="5862853" y="140639"/>
                  </a:lnTo>
                  <a:lnTo>
                    <a:pt x="5778233" y="140639"/>
                  </a:lnTo>
                  <a:lnTo>
                    <a:pt x="5778233" y="90639"/>
                  </a:lnTo>
                  <a:lnTo>
                    <a:pt x="5862853" y="90639"/>
                  </a:lnTo>
                  <a:lnTo>
                    <a:pt x="5862853" y="83489"/>
                  </a:lnTo>
                  <a:lnTo>
                    <a:pt x="5778233" y="83489"/>
                  </a:lnTo>
                  <a:lnTo>
                    <a:pt x="5778233" y="55956"/>
                  </a:lnTo>
                  <a:lnTo>
                    <a:pt x="5780227" y="57531"/>
                  </a:lnTo>
                  <a:lnTo>
                    <a:pt x="5786132" y="59436"/>
                  </a:lnTo>
                  <a:lnTo>
                    <a:pt x="5793371" y="59626"/>
                  </a:lnTo>
                  <a:lnTo>
                    <a:pt x="5801855" y="58686"/>
                  </a:lnTo>
                  <a:lnTo>
                    <a:pt x="5837885" y="35623"/>
                  </a:lnTo>
                  <a:lnTo>
                    <a:pt x="5838850" y="33489"/>
                  </a:lnTo>
                  <a:lnTo>
                    <a:pt x="5862853" y="33489"/>
                  </a:lnTo>
                  <a:lnTo>
                    <a:pt x="5862853" y="26339"/>
                  </a:lnTo>
                  <a:close/>
                </a:path>
                <a:path w="7014209" h="1136014">
                  <a:moveTo>
                    <a:pt x="7001192" y="315658"/>
                  </a:moveTo>
                  <a:lnTo>
                    <a:pt x="6746964" y="315658"/>
                  </a:lnTo>
                  <a:lnTo>
                    <a:pt x="6747561" y="314375"/>
                  </a:lnTo>
                  <a:lnTo>
                    <a:pt x="6749008" y="306806"/>
                  </a:lnTo>
                  <a:lnTo>
                    <a:pt x="6748818" y="299567"/>
                  </a:lnTo>
                  <a:lnTo>
                    <a:pt x="6746240" y="294322"/>
                  </a:lnTo>
                  <a:lnTo>
                    <a:pt x="6741287" y="291084"/>
                  </a:lnTo>
                  <a:lnTo>
                    <a:pt x="6736715" y="287464"/>
                  </a:lnTo>
                  <a:lnTo>
                    <a:pt x="6730238" y="285750"/>
                  </a:lnTo>
                  <a:lnTo>
                    <a:pt x="6721856" y="285940"/>
                  </a:lnTo>
                  <a:lnTo>
                    <a:pt x="6713931" y="286905"/>
                  </a:lnTo>
                  <a:lnTo>
                    <a:pt x="6679349" y="310019"/>
                  </a:lnTo>
                  <a:lnTo>
                    <a:pt x="6676669" y="315658"/>
                  </a:lnTo>
                  <a:lnTo>
                    <a:pt x="6675221" y="315658"/>
                  </a:lnTo>
                  <a:lnTo>
                    <a:pt x="6675221" y="321373"/>
                  </a:lnTo>
                  <a:lnTo>
                    <a:pt x="6674713" y="323951"/>
                  </a:lnTo>
                  <a:lnTo>
                    <a:pt x="6674802" y="327088"/>
                  </a:lnTo>
                  <a:lnTo>
                    <a:pt x="6674713" y="372808"/>
                  </a:lnTo>
                  <a:lnTo>
                    <a:pt x="6674713" y="378523"/>
                  </a:lnTo>
                  <a:lnTo>
                    <a:pt x="6674713" y="429958"/>
                  </a:lnTo>
                  <a:lnTo>
                    <a:pt x="6674713" y="435673"/>
                  </a:lnTo>
                  <a:lnTo>
                    <a:pt x="6674713" y="485457"/>
                  </a:lnTo>
                  <a:lnTo>
                    <a:pt x="6674713" y="487108"/>
                  </a:lnTo>
                  <a:lnTo>
                    <a:pt x="5942127" y="487108"/>
                  </a:lnTo>
                  <a:lnTo>
                    <a:pt x="5942127" y="435673"/>
                  </a:lnTo>
                  <a:lnTo>
                    <a:pt x="6344132" y="435673"/>
                  </a:lnTo>
                  <a:lnTo>
                    <a:pt x="6344132" y="458533"/>
                  </a:lnTo>
                  <a:lnTo>
                    <a:pt x="6354140" y="458533"/>
                  </a:lnTo>
                  <a:lnTo>
                    <a:pt x="6509423" y="458533"/>
                  </a:lnTo>
                  <a:lnTo>
                    <a:pt x="6519431" y="458533"/>
                  </a:lnTo>
                  <a:lnTo>
                    <a:pt x="6519431" y="435673"/>
                  </a:lnTo>
                  <a:lnTo>
                    <a:pt x="6674713" y="435673"/>
                  </a:lnTo>
                  <a:lnTo>
                    <a:pt x="6674713" y="429958"/>
                  </a:lnTo>
                  <a:lnTo>
                    <a:pt x="6519431" y="429958"/>
                  </a:lnTo>
                  <a:lnTo>
                    <a:pt x="6519431" y="378523"/>
                  </a:lnTo>
                  <a:lnTo>
                    <a:pt x="6674713" y="378523"/>
                  </a:lnTo>
                  <a:lnTo>
                    <a:pt x="6674713" y="372808"/>
                  </a:lnTo>
                  <a:lnTo>
                    <a:pt x="6519431" y="372808"/>
                  </a:lnTo>
                  <a:lnTo>
                    <a:pt x="6519431" y="321373"/>
                  </a:lnTo>
                  <a:lnTo>
                    <a:pt x="6675221" y="321373"/>
                  </a:lnTo>
                  <a:lnTo>
                    <a:pt x="6675221" y="315658"/>
                  </a:lnTo>
                  <a:lnTo>
                    <a:pt x="6519431" y="315658"/>
                  </a:lnTo>
                  <a:lnTo>
                    <a:pt x="6519431" y="284556"/>
                  </a:lnTo>
                  <a:lnTo>
                    <a:pt x="6521424" y="286131"/>
                  </a:lnTo>
                  <a:lnTo>
                    <a:pt x="6527330" y="288036"/>
                  </a:lnTo>
                  <a:lnTo>
                    <a:pt x="6534569" y="288226"/>
                  </a:lnTo>
                  <a:lnTo>
                    <a:pt x="6543053" y="287286"/>
                  </a:lnTo>
                  <a:lnTo>
                    <a:pt x="6579070" y="264223"/>
                  </a:lnTo>
                  <a:lnTo>
                    <a:pt x="6580035" y="262089"/>
                  </a:lnTo>
                  <a:lnTo>
                    <a:pt x="6604051" y="262089"/>
                  </a:lnTo>
                  <a:lnTo>
                    <a:pt x="6604051" y="254939"/>
                  </a:lnTo>
                  <a:lnTo>
                    <a:pt x="6582702" y="254939"/>
                  </a:lnTo>
                  <a:lnTo>
                    <a:pt x="6583718" y="249656"/>
                  </a:lnTo>
                  <a:lnTo>
                    <a:pt x="6583527" y="242417"/>
                  </a:lnTo>
                  <a:lnTo>
                    <a:pt x="6580962" y="237172"/>
                  </a:lnTo>
                  <a:lnTo>
                    <a:pt x="6576009" y="233934"/>
                  </a:lnTo>
                  <a:lnTo>
                    <a:pt x="6571437" y="230314"/>
                  </a:lnTo>
                  <a:lnTo>
                    <a:pt x="6564960" y="228600"/>
                  </a:lnTo>
                  <a:lnTo>
                    <a:pt x="6556578" y="228790"/>
                  </a:lnTo>
                  <a:lnTo>
                    <a:pt x="6548641" y="229755"/>
                  </a:lnTo>
                  <a:lnTo>
                    <a:pt x="6514071" y="252869"/>
                  </a:lnTo>
                  <a:lnTo>
                    <a:pt x="6513081" y="254939"/>
                  </a:lnTo>
                  <a:lnTo>
                    <a:pt x="6492900" y="254939"/>
                  </a:lnTo>
                  <a:lnTo>
                    <a:pt x="6492900" y="262089"/>
                  </a:lnTo>
                  <a:lnTo>
                    <a:pt x="6510363" y="262089"/>
                  </a:lnTo>
                  <a:lnTo>
                    <a:pt x="6509423" y="266801"/>
                  </a:lnTo>
                  <a:lnTo>
                    <a:pt x="6509512" y="269938"/>
                  </a:lnTo>
                  <a:lnTo>
                    <a:pt x="6509423" y="315658"/>
                  </a:lnTo>
                  <a:lnTo>
                    <a:pt x="6509423" y="321373"/>
                  </a:lnTo>
                  <a:lnTo>
                    <a:pt x="6509423" y="372808"/>
                  </a:lnTo>
                  <a:lnTo>
                    <a:pt x="6509423" y="378523"/>
                  </a:lnTo>
                  <a:lnTo>
                    <a:pt x="6509423" y="429958"/>
                  </a:lnTo>
                  <a:lnTo>
                    <a:pt x="6354140" y="429958"/>
                  </a:lnTo>
                  <a:lnTo>
                    <a:pt x="6354140" y="378523"/>
                  </a:lnTo>
                  <a:lnTo>
                    <a:pt x="6509423" y="378523"/>
                  </a:lnTo>
                  <a:lnTo>
                    <a:pt x="6509423" y="372808"/>
                  </a:lnTo>
                  <a:lnTo>
                    <a:pt x="6354140" y="372808"/>
                  </a:lnTo>
                  <a:lnTo>
                    <a:pt x="6354140" y="321373"/>
                  </a:lnTo>
                  <a:lnTo>
                    <a:pt x="6509423" y="321373"/>
                  </a:lnTo>
                  <a:lnTo>
                    <a:pt x="6509423" y="315658"/>
                  </a:lnTo>
                  <a:lnTo>
                    <a:pt x="6354140" y="315658"/>
                  </a:lnTo>
                  <a:lnTo>
                    <a:pt x="6354140" y="284556"/>
                  </a:lnTo>
                  <a:lnTo>
                    <a:pt x="6356134" y="286131"/>
                  </a:lnTo>
                  <a:lnTo>
                    <a:pt x="6362039" y="288036"/>
                  </a:lnTo>
                  <a:lnTo>
                    <a:pt x="6402146" y="276517"/>
                  </a:lnTo>
                  <a:lnTo>
                    <a:pt x="6414757" y="262089"/>
                  </a:lnTo>
                  <a:lnTo>
                    <a:pt x="6438760" y="262089"/>
                  </a:lnTo>
                  <a:lnTo>
                    <a:pt x="6438760" y="254939"/>
                  </a:lnTo>
                  <a:lnTo>
                    <a:pt x="6417411" y="254939"/>
                  </a:lnTo>
                  <a:lnTo>
                    <a:pt x="6418427" y="249656"/>
                  </a:lnTo>
                  <a:lnTo>
                    <a:pt x="6418237" y="242417"/>
                  </a:lnTo>
                  <a:lnTo>
                    <a:pt x="6415672" y="237172"/>
                  </a:lnTo>
                  <a:lnTo>
                    <a:pt x="6410719" y="233934"/>
                  </a:lnTo>
                  <a:lnTo>
                    <a:pt x="6406147" y="230314"/>
                  </a:lnTo>
                  <a:lnTo>
                    <a:pt x="6399670" y="228600"/>
                  </a:lnTo>
                  <a:lnTo>
                    <a:pt x="6391288" y="228790"/>
                  </a:lnTo>
                  <a:lnTo>
                    <a:pt x="6383350" y="229755"/>
                  </a:lnTo>
                  <a:lnTo>
                    <a:pt x="6348781" y="252869"/>
                  </a:lnTo>
                  <a:lnTo>
                    <a:pt x="6347790" y="254939"/>
                  </a:lnTo>
                  <a:lnTo>
                    <a:pt x="6327622" y="254939"/>
                  </a:lnTo>
                  <a:lnTo>
                    <a:pt x="6327622" y="262089"/>
                  </a:lnTo>
                  <a:lnTo>
                    <a:pt x="6345072" y="262089"/>
                  </a:lnTo>
                  <a:lnTo>
                    <a:pt x="6344132" y="266801"/>
                  </a:lnTo>
                  <a:lnTo>
                    <a:pt x="6344221" y="269938"/>
                  </a:lnTo>
                  <a:lnTo>
                    <a:pt x="6344132" y="315658"/>
                  </a:lnTo>
                  <a:lnTo>
                    <a:pt x="6344132" y="321373"/>
                  </a:lnTo>
                  <a:lnTo>
                    <a:pt x="6344132" y="372808"/>
                  </a:lnTo>
                  <a:lnTo>
                    <a:pt x="6344132" y="378523"/>
                  </a:lnTo>
                  <a:lnTo>
                    <a:pt x="6344132" y="429958"/>
                  </a:lnTo>
                  <a:lnTo>
                    <a:pt x="6188849" y="429958"/>
                  </a:lnTo>
                  <a:lnTo>
                    <a:pt x="6188849" y="378523"/>
                  </a:lnTo>
                  <a:lnTo>
                    <a:pt x="6344132" y="378523"/>
                  </a:lnTo>
                  <a:lnTo>
                    <a:pt x="6344132" y="372808"/>
                  </a:lnTo>
                  <a:lnTo>
                    <a:pt x="6188849" y="372808"/>
                  </a:lnTo>
                  <a:lnTo>
                    <a:pt x="6188849" y="321373"/>
                  </a:lnTo>
                  <a:lnTo>
                    <a:pt x="6344132" y="321373"/>
                  </a:lnTo>
                  <a:lnTo>
                    <a:pt x="6344132" y="315658"/>
                  </a:lnTo>
                  <a:lnTo>
                    <a:pt x="6188849" y="315658"/>
                  </a:lnTo>
                  <a:lnTo>
                    <a:pt x="6188849" y="262089"/>
                  </a:lnTo>
                  <a:lnTo>
                    <a:pt x="6273470" y="262089"/>
                  </a:lnTo>
                  <a:lnTo>
                    <a:pt x="6273470" y="254939"/>
                  </a:lnTo>
                  <a:lnTo>
                    <a:pt x="6188849" y="254939"/>
                  </a:lnTo>
                  <a:lnTo>
                    <a:pt x="6188849" y="204939"/>
                  </a:lnTo>
                  <a:lnTo>
                    <a:pt x="6273470" y="204939"/>
                  </a:lnTo>
                  <a:lnTo>
                    <a:pt x="6273470" y="197789"/>
                  </a:lnTo>
                  <a:lnTo>
                    <a:pt x="6188849" y="197789"/>
                  </a:lnTo>
                  <a:lnTo>
                    <a:pt x="6188849" y="147789"/>
                  </a:lnTo>
                  <a:lnTo>
                    <a:pt x="6273470" y="147789"/>
                  </a:lnTo>
                  <a:lnTo>
                    <a:pt x="6273470" y="140639"/>
                  </a:lnTo>
                  <a:lnTo>
                    <a:pt x="6224168" y="140639"/>
                  </a:lnTo>
                  <a:lnTo>
                    <a:pt x="6228905" y="138557"/>
                  </a:lnTo>
                  <a:lnTo>
                    <a:pt x="6236855" y="133642"/>
                  </a:lnTo>
                  <a:lnTo>
                    <a:pt x="6243548" y="127787"/>
                  </a:lnTo>
                  <a:lnTo>
                    <a:pt x="6248501" y="121348"/>
                  </a:lnTo>
                  <a:lnTo>
                    <a:pt x="6251702" y="114350"/>
                  </a:lnTo>
                  <a:lnTo>
                    <a:pt x="6253137" y="106781"/>
                  </a:lnTo>
                  <a:lnTo>
                    <a:pt x="6252946" y="99542"/>
                  </a:lnTo>
                  <a:lnTo>
                    <a:pt x="6250381" y="94297"/>
                  </a:lnTo>
                  <a:lnTo>
                    <a:pt x="6245428" y="91059"/>
                  </a:lnTo>
                  <a:lnTo>
                    <a:pt x="6240856" y="87439"/>
                  </a:lnTo>
                  <a:lnTo>
                    <a:pt x="6234379" y="85725"/>
                  </a:lnTo>
                  <a:lnTo>
                    <a:pt x="6225997" y="85915"/>
                  </a:lnTo>
                  <a:lnTo>
                    <a:pt x="6218072" y="86880"/>
                  </a:lnTo>
                  <a:lnTo>
                    <a:pt x="6183490" y="109994"/>
                  </a:lnTo>
                  <a:lnTo>
                    <a:pt x="6178842" y="123926"/>
                  </a:lnTo>
                  <a:lnTo>
                    <a:pt x="6178931" y="127063"/>
                  </a:lnTo>
                  <a:lnTo>
                    <a:pt x="6178842" y="140639"/>
                  </a:lnTo>
                  <a:lnTo>
                    <a:pt x="6162332" y="140639"/>
                  </a:lnTo>
                  <a:lnTo>
                    <a:pt x="6162332" y="147789"/>
                  </a:lnTo>
                  <a:lnTo>
                    <a:pt x="6178842" y="147789"/>
                  </a:lnTo>
                  <a:lnTo>
                    <a:pt x="6178842" y="197789"/>
                  </a:lnTo>
                  <a:lnTo>
                    <a:pt x="6162332" y="197789"/>
                  </a:lnTo>
                  <a:lnTo>
                    <a:pt x="6162332" y="204939"/>
                  </a:lnTo>
                  <a:lnTo>
                    <a:pt x="6178842" y="204939"/>
                  </a:lnTo>
                  <a:lnTo>
                    <a:pt x="6178842" y="254939"/>
                  </a:lnTo>
                  <a:lnTo>
                    <a:pt x="6162332" y="254939"/>
                  </a:lnTo>
                  <a:lnTo>
                    <a:pt x="6162332" y="262089"/>
                  </a:lnTo>
                  <a:lnTo>
                    <a:pt x="6178842" y="262089"/>
                  </a:lnTo>
                  <a:lnTo>
                    <a:pt x="6178842" y="315658"/>
                  </a:lnTo>
                  <a:lnTo>
                    <a:pt x="6178842" y="321373"/>
                  </a:lnTo>
                  <a:lnTo>
                    <a:pt x="6178842" y="372808"/>
                  </a:lnTo>
                  <a:lnTo>
                    <a:pt x="6178842" y="378523"/>
                  </a:lnTo>
                  <a:lnTo>
                    <a:pt x="6178842" y="401383"/>
                  </a:lnTo>
                  <a:lnTo>
                    <a:pt x="6023559" y="401383"/>
                  </a:lnTo>
                  <a:lnTo>
                    <a:pt x="6023559" y="378523"/>
                  </a:lnTo>
                  <a:lnTo>
                    <a:pt x="6178842" y="378523"/>
                  </a:lnTo>
                  <a:lnTo>
                    <a:pt x="6178842" y="372808"/>
                  </a:lnTo>
                  <a:lnTo>
                    <a:pt x="6023559" y="372808"/>
                  </a:lnTo>
                  <a:lnTo>
                    <a:pt x="6023559" y="321373"/>
                  </a:lnTo>
                  <a:lnTo>
                    <a:pt x="6178842" y="321373"/>
                  </a:lnTo>
                  <a:lnTo>
                    <a:pt x="6178842" y="315658"/>
                  </a:lnTo>
                  <a:lnTo>
                    <a:pt x="6023559" y="315658"/>
                  </a:lnTo>
                  <a:lnTo>
                    <a:pt x="6023559" y="262089"/>
                  </a:lnTo>
                  <a:lnTo>
                    <a:pt x="6108179" y="262089"/>
                  </a:lnTo>
                  <a:lnTo>
                    <a:pt x="6108179" y="254939"/>
                  </a:lnTo>
                  <a:lnTo>
                    <a:pt x="6023559" y="254939"/>
                  </a:lnTo>
                  <a:lnTo>
                    <a:pt x="6023559" y="204939"/>
                  </a:lnTo>
                  <a:lnTo>
                    <a:pt x="6108179" y="204939"/>
                  </a:lnTo>
                  <a:lnTo>
                    <a:pt x="6108179" y="197789"/>
                  </a:lnTo>
                  <a:lnTo>
                    <a:pt x="6023559" y="197789"/>
                  </a:lnTo>
                  <a:lnTo>
                    <a:pt x="6023559" y="147789"/>
                  </a:lnTo>
                  <a:lnTo>
                    <a:pt x="6108179" y="147789"/>
                  </a:lnTo>
                  <a:lnTo>
                    <a:pt x="6108179" y="140639"/>
                  </a:lnTo>
                  <a:lnTo>
                    <a:pt x="6023559" y="140639"/>
                  </a:lnTo>
                  <a:lnTo>
                    <a:pt x="6023559" y="90639"/>
                  </a:lnTo>
                  <a:lnTo>
                    <a:pt x="6108179" y="90639"/>
                  </a:lnTo>
                  <a:lnTo>
                    <a:pt x="6108179" y="83489"/>
                  </a:lnTo>
                  <a:lnTo>
                    <a:pt x="6058890" y="83489"/>
                  </a:lnTo>
                  <a:lnTo>
                    <a:pt x="6063615" y="81407"/>
                  </a:lnTo>
                  <a:lnTo>
                    <a:pt x="6071565" y="76492"/>
                  </a:lnTo>
                  <a:lnTo>
                    <a:pt x="6078271" y="70637"/>
                  </a:lnTo>
                  <a:lnTo>
                    <a:pt x="6083211" y="64198"/>
                  </a:lnTo>
                  <a:lnTo>
                    <a:pt x="6086411" y="57200"/>
                  </a:lnTo>
                  <a:lnTo>
                    <a:pt x="6087859" y="49631"/>
                  </a:lnTo>
                  <a:lnTo>
                    <a:pt x="6087669" y="42392"/>
                  </a:lnTo>
                  <a:lnTo>
                    <a:pt x="6085090" y="37147"/>
                  </a:lnTo>
                  <a:lnTo>
                    <a:pt x="6080137" y="33909"/>
                  </a:lnTo>
                  <a:lnTo>
                    <a:pt x="6075565" y="30289"/>
                  </a:lnTo>
                  <a:lnTo>
                    <a:pt x="6069088" y="28575"/>
                  </a:lnTo>
                  <a:lnTo>
                    <a:pt x="6060706" y="28765"/>
                  </a:lnTo>
                  <a:lnTo>
                    <a:pt x="6052782" y="29730"/>
                  </a:lnTo>
                  <a:lnTo>
                    <a:pt x="6018200" y="52844"/>
                  </a:lnTo>
                  <a:lnTo>
                    <a:pt x="6013564" y="66776"/>
                  </a:lnTo>
                  <a:lnTo>
                    <a:pt x="6013653" y="69913"/>
                  </a:lnTo>
                  <a:lnTo>
                    <a:pt x="6013564" y="83489"/>
                  </a:lnTo>
                  <a:lnTo>
                    <a:pt x="5997041" y="83489"/>
                  </a:lnTo>
                  <a:lnTo>
                    <a:pt x="5997041" y="90639"/>
                  </a:lnTo>
                  <a:lnTo>
                    <a:pt x="6013564" y="90639"/>
                  </a:lnTo>
                  <a:lnTo>
                    <a:pt x="6013564" y="140639"/>
                  </a:lnTo>
                  <a:lnTo>
                    <a:pt x="5997041" y="140639"/>
                  </a:lnTo>
                  <a:lnTo>
                    <a:pt x="5997041" y="147789"/>
                  </a:lnTo>
                  <a:lnTo>
                    <a:pt x="6013564" y="147789"/>
                  </a:lnTo>
                  <a:lnTo>
                    <a:pt x="6013564" y="197789"/>
                  </a:lnTo>
                  <a:lnTo>
                    <a:pt x="5997041" y="197789"/>
                  </a:lnTo>
                  <a:lnTo>
                    <a:pt x="5997041" y="204939"/>
                  </a:lnTo>
                  <a:lnTo>
                    <a:pt x="6013564" y="204939"/>
                  </a:lnTo>
                  <a:lnTo>
                    <a:pt x="6013564" y="254939"/>
                  </a:lnTo>
                  <a:lnTo>
                    <a:pt x="5997041" y="254939"/>
                  </a:lnTo>
                  <a:lnTo>
                    <a:pt x="5997041" y="262089"/>
                  </a:lnTo>
                  <a:lnTo>
                    <a:pt x="6013564" y="262089"/>
                  </a:lnTo>
                  <a:lnTo>
                    <a:pt x="6013564" y="315658"/>
                  </a:lnTo>
                  <a:lnTo>
                    <a:pt x="6013564" y="321373"/>
                  </a:lnTo>
                  <a:lnTo>
                    <a:pt x="6013564" y="372808"/>
                  </a:lnTo>
                  <a:lnTo>
                    <a:pt x="6013564" y="378523"/>
                  </a:lnTo>
                  <a:lnTo>
                    <a:pt x="6013564" y="401383"/>
                  </a:lnTo>
                  <a:lnTo>
                    <a:pt x="6013564" y="429958"/>
                  </a:lnTo>
                  <a:lnTo>
                    <a:pt x="5942127" y="429958"/>
                  </a:lnTo>
                  <a:lnTo>
                    <a:pt x="5942127" y="378523"/>
                  </a:lnTo>
                  <a:lnTo>
                    <a:pt x="6013564" y="378523"/>
                  </a:lnTo>
                  <a:lnTo>
                    <a:pt x="6013564" y="372808"/>
                  </a:lnTo>
                  <a:lnTo>
                    <a:pt x="5942127" y="372808"/>
                  </a:lnTo>
                  <a:lnTo>
                    <a:pt x="5942127" y="321373"/>
                  </a:lnTo>
                  <a:lnTo>
                    <a:pt x="6013564" y="321373"/>
                  </a:lnTo>
                  <a:lnTo>
                    <a:pt x="6013564" y="315658"/>
                  </a:lnTo>
                  <a:lnTo>
                    <a:pt x="5929427" y="315658"/>
                  </a:lnTo>
                  <a:lnTo>
                    <a:pt x="5929427" y="321373"/>
                  </a:lnTo>
                  <a:lnTo>
                    <a:pt x="5933554" y="321373"/>
                  </a:lnTo>
                  <a:lnTo>
                    <a:pt x="5933554" y="372808"/>
                  </a:lnTo>
                  <a:lnTo>
                    <a:pt x="5929427" y="372808"/>
                  </a:lnTo>
                  <a:lnTo>
                    <a:pt x="5929427" y="378523"/>
                  </a:lnTo>
                  <a:lnTo>
                    <a:pt x="5933554" y="378523"/>
                  </a:lnTo>
                  <a:lnTo>
                    <a:pt x="5933554" y="429958"/>
                  </a:lnTo>
                  <a:lnTo>
                    <a:pt x="5929427" y="429958"/>
                  </a:lnTo>
                  <a:lnTo>
                    <a:pt x="5929427" y="435673"/>
                  </a:lnTo>
                  <a:lnTo>
                    <a:pt x="5933554" y="435673"/>
                  </a:lnTo>
                  <a:lnTo>
                    <a:pt x="5933554" y="487108"/>
                  </a:lnTo>
                  <a:lnTo>
                    <a:pt x="5929427" y="487108"/>
                  </a:lnTo>
                  <a:lnTo>
                    <a:pt x="5929427" y="492823"/>
                  </a:lnTo>
                  <a:lnTo>
                    <a:pt x="5933554" y="492823"/>
                  </a:lnTo>
                  <a:lnTo>
                    <a:pt x="5933554" y="544258"/>
                  </a:lnTo>
                  <a:lnTo>
                    <a:pt x="5929427" y="544258"/>
                  </a:lnTo>
                  <a:lnTo>
                    <a:pt x="5929427" y="549973"/>
                  </a:lnTo>
                  <a:lnTo>
                    <a:pt x="5933554" y="549973"/>
                  </a:lnTo>
                  <a:lnTo>
                    <a:pt x="5942127" y="549973"/>
                  </a:lnTo>
                  <a:lnTo>
                    <a:pt x="6773888" y="549973"/>
                  </a:lnTo>
                  <a:lnTo>
                    <a:pt x="6840004" y="572833"/>
                  </a:lnTo>
                  <a:lnTo>
                    <a:pt x="6849999" y="572833"/>
                  </a:lnTo>
                  <a:lnTo>
                    <a:pt x="6849999" y="549973"/>
                  </a:lnTo>
                  <a:lnTo>
                    <a:pt x="7001192" y="549973"/>
                  </a:lnTo>
                  <a:lnTo>
                    <a:pt x="7001192" y="544258"/>
                  </a:lnTo>
                  <a:lnTo>
                    <a:pt x="6849999" y="544258"/>
                  </a:lnTo>
                  <a:lnTo>
                    <a:pt x="6849999" y="492823"/>
                  </a:lnTo>
                  <a:lnTo>
                    <a:pt x="7001192" y="492823"/>
                  </a:lnTo>
                  <a:lnTo>
                    <a:pt x="7001192" y="487108"/>
                  </a:lnTo>
                  <a:lnTo>
                    <a:pt x="6849999" y="487108"/>
                  </a:lnTo>
                  <a:lnTo>
                    <a:pt x="6849999" y="435673"/>
                  </a:lnTo>
                  <a:lnTo>
                    <a:pt x="7001192" y="435673"/>
                  </a:lnTo>
                  <a:lnTo>
                    <a:pt x="7001192" y="429958"/>
                  </a:lnTo>
                  <a:lnTo>
                    <a:pt x="6874370" y="429958"/>
                  </a:lnTo>
                  <a:lnTo>
                    <a:pt x="6881927" y="427888"/>
                  </a:lnTo>
                  <a:lnTo>
                    <a:pt x="6890055" y="424307"/>
                  </a:lnTo>
                  <a:lnTo>
                    <a:pt x="6914299" y="392531"/>
                  </a:lnTo>
                  <a:lnTo>
                    <a:pt x="6914108" y="385292"/>
                  </a:lnTo>
                  <a:lnTo>
                    <a:pt x="6911530" y="380047"/>
                  </a:lnTo>
                  <a:lnTo>
                    <a:pt x="6909194" y="378523"/>
                  </a:lnTo>
                  <a:lnTo>
                    <a:pt x="7001192" y="378523"/>
                  </a:lnTo>
                  <a:lnTo>
                    <a:pt x="7001192" y="372808"/>
                  </a:lnTo>
                  <a:lnTo>
                    <a:pt x="6900558" y="372808"/>
                  </a:lnTo>
                  <a:lnTo>
                    <a:pt x="6895528" y="371475"/>
                  </a:lnTo>
                  <a:lnTo>
                    <a:pt x="6887146" y="371665"/>
                  </a:lnTo>
                  <a:lnTo>
                    <a:pt x="6879222" y="372630"/>
                  </a:lnTo>
                  <a:lnTo>
                    <a:pt x="6878625" y="372808"/>
                  </a:lnTo>
                  <a:lnTo>
                    <a:pt x="6864020" y="372808"/>
                  </a:lnTo>
                  <a:lnTo>
                    <a:pt x="6864020" y="378523"/>
                  </a:lnTo>
                  <a:lnTo>
                    <a:pt x="6863791" y="378637"/>
                  </a:lnTo>
                  <a:lnTo>
                    <a:pt x="6856285" y="383667"/>
                  </a:lnTo>
                  <a:lnTo>
                    <a:pt x="6854952" y="384835"/>
                  </a:lnTo>
                  <a:lnTo>
                    <a:pt x="6854952" y="429958"/>
                  </a:lnTo>
                  <a:lnTo>
                    <a:pt x="6849999" y="429958"/>
                  </a:lnTo>
                  <a:lnTo>
                    <a:pt x="6849999" y="427418"/>
                  </a:lnTo>
                  <a:lnTo>
                    <a:pt x="6852005" y="429006"/>
                  </a:lnTo>
                  <a:lnTo>
                    <a:pt x="6854952" y="429958"/>
                  </a:lnTo>
                  <a:lnTo>
                    <a:pt x="6854952" y="384835"/>
                  </a:lnTo>
                  <a:lnTo>
                    <a:pt x="6849592" y="389470"/>
                  </a:lnTo>
                  <a:lnTo>
                    <a:pt x="6844639" y="395744"/>
                  </a:lnTo>
                  <a:lnTo>
                    <a:pt x="6841452" y="402475"/>
                  </a:lnTo>
                  <a:lnTo>
                    <a:pt x="6840004" y="409676"/>
                  </a:lnTo>
                  <a:lnTo>
                    <a:pt x="6840093" y="412813"/>
                  </a:lnTo>
                  <a:lnTo>
                    <a:pt x="6840004" y="412813"/>
                  </a:lnTo>
                  <a:lnTo>
                    <a:pt x="6840004" y="542607"/>
                  </a:lnTo>
                  <a:lnTo>
                    <a:pt x="6757352" y="514032"/>
                  </a:lnTo>
                  <a:lnTo>
                    <a:pt x="6757352" y="544258"/>
                  </a:lnTo>
                  <a:lnTo>
                    <a:pt x="5942127" y="544258"/>
                  </a:lnTo>
                  <a:lnTo>
                    <a:pt x="5942127" y="492823"/>
                  </a:lnTo>
                  <a:lnTo>
                    <a:pt x="6674713" y="492823"/>
                  </a:lnTo>
                  <a:lnTo>
                    <a:pt x="6674713" y="515683"/>
                  </a:lnTo>
                  <a:lnTo>
                    <a:pt x="6757352" y="544258"/>
                  </a:lnTo>
                  <a:lnTo>
                    <a:pt x="6757352" y="514032"/>
                  </a:lnTo>
                  <a:lnTo>
                    <a:pt x="6696011" y="492823"/>
                  </a:lnTo>
                  <a:lnTo>
                    <a:pt x="6840004" y="492823"/>
                  </a:lnTo>
                  <a:lnTo>
                    <a:pt x="6840004" y="487108"/>
                  </a:lnTo>
                  <a:lnTo>
                    <a:pt x="6684708" y="487108"/>
                  </a:lnTo>
                  <a:lnTo>
                    <a:pt x="6684708" y="435673"/>
                  </a:lnTo>
                  <a:lnTo>
                    <a:pt x="6840004" y="435673"/>
                  </a:lnTo>
                  <a:lnTo>
                    <a:pt x="6840004" y="429958"/>
                  </a:lnTo>
                  <a:lnTo>
                    <a:pt x="6684708" y="429958"/>
                  </a:lnTo>
                  <a:lnTo>
                    <a:pt x="6684708" y="378523"/>
                  </a:lnTo>
                  <a:lnTo>
                    <a:pt x="6864020" y="378523"/>
                  </a:lnTo>
                  <a:lnTo>
                    <a:pt x="6864020" y="372808"/>
                  </a:lnTo>
                  <a:lnTo>
                    <a:pt x="6684708" y="372808"/>
                  </a:lnTo>
                  <a:lnTo>
                    <a:pt x="6684708" y="341693"/>
                  </a:lnTo>
                  <a:lnTo>
                    <a:pt x="6686715" y="343281"/>
                  </a:lnTo>
                  <a:lnTo>
                    <a:pt x="6692620" y="345186"/>
                  </a:lnTo>
                  <a:lnTo>
                    <a:pt x="6699859" y="345376"/>
                  </a:lnTo>
                  <a:lnTo>
                    <a:pt x="6708343" y="344436"/>
                  </a:lnTo>
                  <a:lnTo>
                    <a:pt x="6744360" y="321373"/>
                  </a:lnTo>
                  <a:lnTo>
                    <a:pt x="7001192" y="321373"/>
                  </a:lnTo>
                  <a:lnTo>
                    <a:pt x="7001192" y="315658"/>
                  </a:lnTo>
                  <a:close/>
                </a:path>
                <a:path w="7014209" h="1136014">
                  <a:moveTo>
                    <a:pt x="7013892" y="317944"/>
                  </a:moveTo>
                  <a:lnTo>
                    <a:pt x="7005320" y="317944"/>
                  </a:lnTo>
                  <a:lnTo>
                    <a:pt x="7005320" y="549973"/>
                  </a:lnTo>
                  <a:lnTo>
                    <a:pt x="7013892" y="549973"/>
                  </a:lnTo>
                  <a:lnTo>
                    <a:pt x="7013892" y="317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07975" y="5323276"/>
              <a:ext cx="158876" cy="182879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24002" y="5294701"/>
              <a:ext cx="273748" cy="296036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813625" y="5323277"/>
              <a:ext cx="1555115" cy="234315"/>
            </a:xfrm>
            <a:custGeom>
              <a:avLst/>
              <a:gdLst/>
              <a:ahLst/>
              <a:cxnLst/>
              <a:rect l="l" t="t" r="r" b="b"/>
              <a:pathLst>
                <a:path w="1555114" h="234314">
                  <a:moveTo>
                    <a:pt x="1554873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554873" y="234315"/>
                  </a:lnTo>
                  <a:lnTo>
                    <a:pt x="1554873" y="228600"/>
                  </a:lnTo>
                  <a:close/>
                </a:path>
                <a:path w="1555114" h="234314">
                  <a:moveTo>
                    <a:pt x="1554873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554873" y="177165"/>
                  </a:lnTo>
                  <a:lnTo>
                    <a:pt x="1554873" y="171450"/>
                  </a:lnTo>
                  <a:close/>
                </a:path>
                <a:path w="1555114" h="234314">
                  <a:moveTo>
                    <a:pt x="1554873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554873" y="120015"/>
                  </a:lnTo>
                  <a:lnTo>
                    <a:pt x="1554873" y="114300"/>
                  </a:lnTo>
                  <a:close/>
                </a:path>
                <a:path w="1555114" h="234314">
                  <a:moveTo>
                    <a:pt x="1554873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554873" y="62865"/>
                  </a:lnTo>
                  <a:lnTo>
                    <a:pt x="1554873" y="57150"/>
                  </a:lnTo>
                  <a:close/>
                </a:path>
                <a:path w="1555114" h="234314">
                  <a:moveTo>
                    <a:pt x="1554873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554873" y="5715"/>
                  </a:lnTo>
                  <a:lnTo>
                    <a:pt x="15548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97762" y="5409001"/>
              <a:ext cx="150629" cy="279463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168654" y="5236217"/>
              <a:ext cx="111140" cy="229933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763206" y="5270698"/>
              <a:ext cx="130301" cy="281177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2368499" y="4737490"/>
              <a:ext cx="1217930" cy="820419"/>
            </a:xfrm>
            <a:custGeom>
              <a:avLst/>
              <a:gdLst/>
              <a:ahLst/>
              <a:cxnLst/>
              <a:rect l="l" t="t" r="r" b="b"/>
              <a:pathLst>
                <a:path w="1217929" h="820420">
                  <a:moveTo>
                    <a:pt x="1217422" y="585787"/>
                  </a:moveTo>
                  <a:lnTo>
                    <a:pt x="12700" y="585787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85787"/>
                  </a:lnTo>
                  <a:lnTo>
                    <a:pt x="0" y="585787"/>
                  </a:lnTo>
                  <a:lnTo>
                    <a:pt x="0" y="591502"/>
                  </a:lnTo>
                  <a:lnTo>
                    <a:pt x="4127" y="591502"/>
                  </a:lnTo>
                  <a:lnTo>
                    <a:pt x="4127" y="642937"/>
                  </a:lnTo>
                  <a:lnTo>
                    <a:pt x="0" y="642937"/>
                  </a:lnTo>
                  <a:lnTo>
                    <a:pt x="0" y="648652"/>
                  </a:lnTo>
                  <a:lnTo>
                    <a:pt x="4127" y="648652"/>
                  </a:lnTo>
                  <a:lnTo>
                    <a:pt x="4127" y="700087"/>
                  </a:lnTo>
                  <a:lnTo>
                    <a:pt x="0" y="700087"/>
                  </a:lnTo>
                  <a:lnTo>
                    <a:pt x="0" y="705802"/>
                  </a:lnTo>
                  <a:lnTo>
                    <a:pt x="4127" y="705802"/>
                  </a:lnTo>
                  <a:lnTo>
                    <a:pt x="4127" y="757237"/>
                  </a:lnTo>
                  <a:lnTo>
                    <a:pt x="0" y="757237"/>
                  </a:lnTo>
                  <a:lnTo>
                    <a:pt x="0" y="762952"/>
                  </a:lnTo>
                  <a:lnTo>
                    <a:pt x="4127" y="762952"/>
                  </a:lnTo>
                  <a:lnTo>
                    <a:pt x="4127" y="814387"/>
                  </a:lnTo>
                  <a:lnTo>
                    <a:pt x="0" y="814387"/>
                  </a:lnTo>
                  <a:lnTo>
                    <a:pt x="0" y="820102"/>
                  </a:lnTo>
                  <a:lnTo>
                    <a:pt x="4127" y="820102"/>
                  </a:lnTo>
                  <a:lnTo>
                    <a:pt x="12700" y="820102"/>
                  </a:lnTo>
                  <a:lnTo>
                    <a:pt x="1217422" y="820102"/>
                  </a:lnTo>
                  <a:lnTo>
                    <a:pt x="1217422" y="814387"/>
                  </a:lnTo>
                  <a:lnTo>
                    <a:pt x="12700" y="814387"/>
                  </a:lnTo>
                  <a:lnTo>
                    <a:pt x="12700" y="762952"/>
                  </a:lnTo>
                  <a:lnTo>
                    <a:pt x="1217422" y="762952"/>
                  </a:lnTo>
                  <a:lnTo>
                    <a:pt x="1217422" y="757237"/>
                  </a:lnTo>
                  <a:lnTo>
                    <a:pt x="12700" y="757237"/>
                  </a:lnTo>
                  <a:lnTo>
                    <a:pt x="12700" y="705802"/>
                  </a:lnTo>
                  <a:lnTo>
                    <a:pt x="1217422" y="705802"/>
                  </a:lnTo>
                  <a:lnTo>
                    <a:pt x="1217422" y="700087"/>
                  </a:lnTo>
                  <a:lnTo>
                    <a:pt x="12700" y="700087"/>
                  </a:lnTo>
                  <a:lnTo>
                    <a:pt x="12700" y="648652"/>
                  </a:lnTo>
                  <a:lnTo>
                    <a:pt x="1217422" y="648652"/>
                  </a:lnTo>
                  <a:lnTo>
                    <a:pt x="1217422" y="642937"/>
                  </a:lnTo>
                  <a:lnTo>
                    <a:pt x="12700" y="642937"/>
                  </a:lnTo>
                  <a:lnTo>
                    <a:pt x="12700" y="591502"/>
                  </a:lnTo>
                  <a:lnTo>
                    <a:pt x="1217422" y="591502"/>
                  </a:lnTo>
                  <a:lnTo>
                    <a:pt x="1217422" y="585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452640" y="5409001"/>
              <a:ext cx="233211" cy="253745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865797" y="5213548"/>
              <a:ext cx="130301" cy="281177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085769" y="5294701"/>
              <a:ext cx="141731" cy="285749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3585921" y="4737490"/>
              <a:ext cx="1393825" cy="820419"/>
            </a:xfrm>
            <a:custGeom>
              <a:avLst/>
              <a:gdLst/>
              <a:ahLst/>
              <a:cxnLst/>
              <a:rect l="l" t="t" r="r" b="b"/>
              <a:pathLst>
                <a:path w="1393825" h="820420">
                  <a:moveTo>
                    <a:pt x="1393558" y="585787"/>
                  </a:moveTo>
                  <a:lnTo>
                    <a:pt x="12700" y="585787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85787"/>
                  </a:lnTo>
                  <a:lnTo>
                    <a:pt x="0" y="585787"/>
                  </a:lnTo>
                  <a:lnTo>
                    <a:pt x="0" y="591502"/>
                  </a:lnTo>
                  <a:lnTo>
                    <a:pt x="4127" y="591502"/>
                  </a:lnTo>
                  <a:lnTo>
                    <a:pt x="4127" y="642937"/>
                  </a:lnTo>
                  <a:lnTo>
                    <a:pt x="0" y="642937"/>
                  </a:lnTo>
                  <a:lnTo>
                    <a:pt x="0" y="648652"/>
                  </a:lnTo>
                  <a:lnTo>
                    <a:pt x="4127" y="648652"/>
                  </a:lnTo>
                  <a:lnTo>
                    <a:pt x="4127" y="700087"/>
                  </a:lnTo>
                  <a:lnTo>
                    <a:pt x="0" y="700087"/>
                  </a:lnTo>
                  <a:lnTo>
                    <a:pt x="0" y="705802"/>
                  </a:lnTo>
                  <a:lnTo>
                    <a:pt x="4127" y="705802"/>
                  </a:lnTo>
                  <a:lnTo>
                    <a:pt x="4127" y="757237"/>
                  </a:lnTo>
                  <a:lnTo>
                    <a:pt x="0" y="757237"/>
                  </a:lnTo>
                  <a:lnTo>
                    <a:pt x="0" y="762952"/>
                  </a:lnTo>
                  <a:lnTo>
                    <a:pt x="4127" y="762952"/>
                  </a:lnTo>
                  <a:lnTo>
                    <a:pt x="4127" y="814387"/>
                  </a:lnTo>
                  <a:lnTo>
                    <a:pt x="0" y="814387"/>
                  </a:lnTo>
                  <a:lnTo>
                    <a:pt x="0" y="820102"/>
                  </a:lnTo>
                  <a:lnTo>
                    <a:pt x="4127" y="820102"/>
                  </a:lnTo>
                  <a:lnTo>
                    <a:pt x="12700" y="820102"/>
                  </a:lnTo>
                  <a:lnTo>
                    <a:pt x="1393558" y="820102"/>
                  </a:lnTo>
                  <a:lnTo>
                    <a:pt x="1393558" y="814387"/>
                  </a:lnTo>
                  <a:lnTo>
                    <a:pt x="12700" y="814387"/>
                  </a:lnTo>
                  <a:lnTo>
                    <a:pt x="12700" y="762952"/>
                  </a:lnTo>
                  <a:lnTo>
                    <a:pt x="1393558" y="762952"/>
                  </a:lnTo>
                  <a:lnTo>
                    <a:pt x="1393558" y="757237"/>
                  </a:lnTo>
                  <a:lnTo>
                    <a:pt x="12700" y="757237"/>
                  </a:lnTo>
                  <a:lnTo>
                    <a:pt x="12700" y="705802"/>
                  </a:lnTo>
                  <a:lnTo>
                    <a:pt x="1393558" y="705802"/>
                  </a:lnTo>
                  <a:lnTo>
                    <a:pt x="1393558" y="700087"/>
                  </a:lnTo>
                  <a:lnTo>
                    <a:pt x="12700" y="700087"/>
                  </a:lnTo>
                  <a:lnTo>
                    <a:pt x="12700" y="648652"/>
                  </a:lnTo>
                  <a:lnTo>
                    <a:pt x="1393558" y="648652"/>
                  </a:lnTo>
                  <a:lnTo>
                    <a:pt x="1393558" y="642937"/>
                  </a:lnTo>
                  <a:lnTo>
                    <a:pt x="12700" y="642937"/>
                  </a:lnTo>
                  <a:lnTo>
                    <a:pt x="12700" y="591502"/>
                  </a:lnTo>
                  <a:lnTo>
                    <a:pt x="1393558" y="591502"/>
                  </a:lnTo>
                  <a:lnTo>
                    <a:pt x="1393558" y="585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670061" y="5437576"/>
              <a:ext cx="150629" cy="279463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3957459" y="4737490"/>
              <a:ext cx="2239010" cy="843280"/>
            </a:xfrm>
            <a:custGeom>
              <a:avLst/>
              <a:gdLst/>
              <a:ahLst/>
              <a:cxnLst/>
              <a:rect l="l" t="t" r="r" b="b"/>
              <a:pathLst>
                <a:path w="2239010" h="843279">
                  <a:moveTo>
                    <a:pt x="74295" y="548360"/>
                  </a:moveTo>
                  <a:lnTo>
                    <a:pt x="74104" y="541121"/>
                  </a:lnTo>
                  <a:lnTo>
                    <a:pt x="71539" y="535876"/>
                  </a:lnTo>
                  <a:lnTo>
                    <a:pt x="66586" y="532638"/>
                  </a:lnTo>
                  <a:lnTo>
                    <a:pt x="62014" y="529018"/>
                  </a:lnTo>
                  <a:lnTo>
                    <a:pt x="55537" y="527304"/>
                  </a:lnTo>
                  <a:lnTo>
                    <a:pt x="47155" y="527494"/>
                  </a:lnTo>
                  <a:lnTo>
                    <a:pt x="39230" y="528459"/>
                  </a:lnTo>
                  <a:lnTo>
                    <a:pt x="4648" y="551573"/>
                  </a:lnTo>
                  <a:lnTo>
                    <a:pt x="0" y="565505"/>
                  </a:lnTo>
                  <a:lnTo>
                    <a:pt x="88" y="568642"/>
                  </a:lnTo>
                  <a:lnTo>
                    <a:pt x="0" y="757237"/>
                  </a:lnTo>
                  <a:lnTo>
                    <a:pt x="10007" y="757237"/>
                  </a:lnTo>
                  <a:lnTo>
                    <a:pt x="10007" y="583260"/>
                  </a:lnTo>
                  <a:lnTo>
                    <a:pt x="12001" y="584835"/>
                  </a:lnTo>
                  <a:lnTo>
                    <a:pt x="17907" y="586740"/>
                  </a:lnTo>
                  <a:lnTo>
                    <a:pt x="25146" y="586930"/>
                  </a:lnTo>
                  <a:lnTo>
                    <a:pt x="33629" y="585990"/>
                  </a:lnTo>
                  <a:lnTo>
                    <a:pt x="69659" y="562927"/>
                  </a:lnTo>
                  <a:lnTo>
                    <a:pt x="72847" y="555929"/>
                  </a:lnTo>
                  <a:lnTo>
                    <a:pt x="74295" y="548360"/>
                  </a:lnTo>
                  <a:close/>
                </a:path>
                <a:path w="2239010" h="843279">
                  <a:moveTo>
                    <a:pt x="587349" y="634085"/>
                  </a:moveTo>
                  <a:lnTo>
                    <a:pt x="587159" y="626846"/>
                  </a:lnTo>
                  <a:lnTo>
                    <a:pt x="584593" y="621601"/>
                  </a:lnTo>
                  <a:lnTo>
                    <a:pt x="579640" y="618363"/>
                  </a:lnTo>
                  <a:lnTo>
                    <a:pt x="575068" y="614743"/>
                  </a:lnTo>
                  <a:lnTo>
                    <a:pt x="568591" y="613029"/>
                  </a:lnTo>
                  <a:lnTo>
                    <a:pt x="560209" y="613219"/>
                  </a:lnTo>
                  <a:lnTo>
                    <a:pt x="552272" y="614184"/>
                  </a:lnTo>
                  <a:lnTo>
                    <a:pt x="517702" y="637298"/>
                  </a:lnTo>
                  <a:lnTo>
                    <a:pt x="513054" y="651230"/>
                  </a:lnTo>
                  <a:lnTo>
                    <a:pt x="513143" y="654367"/>
                  </a:lnTo>
                  <a:lnTo>
                    <a:pt x="513054" y="842962"/>
                  </a:lnTo>
                  <a:lnTo>
                    <a:pt x="523062" y="842962"/>
                  </a:lnTo>
                  <a:lnTo>
                    <a:pt x="523062" y="668985"/>
                  </a:lnTo>
                  <a:lnTo>
                    <a:pt x="525056" y="670560"/>
                  </a:lnTo>
                  <a:lnTo>
                    <a:pt x="530961" y="672465"/>
                  </a:lnTo>
                  <a:lnTo>
                    <a:pt x="538200" y="672655"/>
                  </a:lnTo>
                  <a:lnTo>
                    <a:pt x="546684" y="671715"/>
                  </a:lnTo>
                  <a:lnTo>
                    <a:pt x="582714" y="648652"/>
                  </a:lnTo>
                  <a:lnTo>
                    <a:pt x="585901" y="641654"/>
                  </a:lnTo>
                  <a:lnTo>
                    <a:pt x="587349" y="634085"/>
                  </a:lnTo>
                  <a:close/>
                </a:path>
                <a:path w="2239010" h="843279">
                  <a:moveTo>
                    <a:pt x="2238667" y="585787"/>
                  </a:moveTo>
                  <a:lnTo>
                    <a:pt x="1034719" y="585787"/>
                  </a:lnTo>
                  <a:lnTo>
                    <a:pt x="1034719" y="0"/>
                  </a:lnTo>
                  <a:lnTo>
                    <a:pt x="1026147" y="0"/>
                  </a:lnTo>
                  <a:lnTo>
                    <a:pt x="1026147" y="585787"/>
                  </a:lnTo>
                  <a:lnTo>
                    <a:pt x="1022019" y="585787"/>
                  </a:lnTo>
                  <a:lnTo>
                    <a:pt x="1022019" y="591502"/>
                  </a:lnTo>
                  <a:lnTo>
                    <a:pt x="1026147" y="591502"/>
                  </a:lnTo>
                  <a:lnTo>
                    <a:pt x="1026147" y="642937"/>
                  </a:lnTo>
                  <a:lnTo>
                    <a:pt x="1022019" y="642937"/>
                  </a:lnTo>
                  <a:lnTo>
                    <a:pt x="1022019" y="648652"/>
                  </a:lnTo>
                  <a:lnTo>
                    <a:pt x="1026147" y="648652"/>
                  </a:lnTo>
                  <a:lnTo>
                    <a:pt x="1026147" y="700087"/>
                  </a:lnTo>
                  <a:lnTo>
                    <a:pt x="1022019" y="700087"/>
                  </a:lnTo>
                  <a:lnTo>
                    <a:pt x="1022019" y="705802"/>
                  </a:lnTo>
                  <a:lnTo>
                    <a:pt x="1026147" y="705802"/>
                  </a:lnTo>
                  <a:lnTo>
                    <a:pt x="1026147" y="757237"/>
                  </a:lnTo>
                  <a:lnTo>
                    <a:pt x="1022019" y="757237"/>
                  </a:lnTo>
                  <a:lnTo>
                    <a:pt x="1022019" y="762952"/>
                  </a:lnTo>
                  <a:lnTo>
                    <a:pt x="1026147" y="762952"/>
                  </a:lnTo>
                  <a:lnTo>
                    <a:pt x="1026147" y="814387"/>
                  </a:lnTo>
                  <a:lnTo>
                    <a:pt x="1022019" y="814387"/>
                  </a:lnTo>
                  <a:lnTo>
                    <a:pt x="1022019" y="820102"/>
                  </a:lnTo>
                  <a:lnTo>
                    <a:pt x="1026147" y="820102"/>
                  </a:lnTo>
                  <a:lnTo>
                    <a:pt x="1034719" y="820102"/>
                  </a:lnTo>
                  <a:lnTo>
                    <a:pt x="2238667" y="820102"/>
                  </a:lnTo>
                  <a:lnTo>
                    <a:pt x="2238667" y="814387"/>
                  </a:lnTo>
                  <a:lnTo>
                    <a:pt x="1034719" y="814387"/>
                  </a:lnTo>
                  <a:lnTo>
                    <a:pt x="1034719" y="762952"/>
                  </a:lnTo>
                  <a:lnTo>
                    <a:pt x="2238667" y="762952"/>
                  </a:lnTo>
                  <a:lnTo>
                    <a:pt x="2238667" y="757237"/>
                  </a:lnTo>
                  <a:lnTo>
                    <a:pt x="1034719" y="757237"/>
                  </a:lnTo>
                  <a:lnTo>
                    <a:pt x="1034719" y="705802"/>
                  </a:lnTo>
                  <a:lnTo>
                    <a:pt x="2238667" y="705802"/>
                  </a:lnTo>
                  <a:lnTo>
                    <a:pt x="2238667" y="700087"/>
                  </a:lnTo>
                  <a:lnTo>
                    <a:pt x="1034719" y="700087"/>
                  </a:lnTo>
                  <a:lnTo>
                    <a:pt x="1034719" y="648652"/>
                  </a:lnTo>
                  <a:lnTo>
                    <a:pt x="2238667" y="648652"/>
                  </a:lnTo>
                  <a:lnTo>
                    <a:pt x="2238667" y="642937"/>
                  </a:lnTo>
                  <a:lnTo>
                    <a:pt x="1034719" y="642937"/>
                  </a:lnTo>
                  <a:lnTo>
                    <a:pt x="1034719" y="591502"/>
                  </a:lnTo>
                  <a:lnTo>
                    <a:pt x="2238667" y="591502"/>
                  </a:lnTo>
                  <a:lnTo>
                    <a:pt x="2238667" y="585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" name="object 151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063621" y="5437576"/>
              <a:ext cx="239498" cy="314896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5539067" y="4737490"/>
              <a:ext cx="1729105" cy="843280"/>
            </a:xfrm>
            <a:custGeom>
              <a:avLst/>
              <a:gdLst/>
              <a:ahLst/>
              <a:cxnLst/>
              <a:rect l="l" t="t" r="r" b="b"/>
              <a:pathLst>
                <a:path w="1729104" h="843279">
                  <a:moveTo>
                    <a:pt x="74295" y="548360"/>
                  </a:moveTo>
                  <a:lnTo>
                    <a:pt x="74104" y="541121"/>
                  </a:lnTo>
                  <a:lnTo>
                    <a:pt x="71526" y="535876"/>
                  </a:lnTo>
                  <a:lnTo>
                    <a:pt x="66573" y="532638"/>
                  </a:lnTo>
                  <a:lnTo>
                    <a:pt x="62001" y="529018"/>
                  </a:lnTo>
                  <a:lnTo>
                    <a:pt x="55524" y="527304"/>
                  </a:lnTo>
                  <a:lnTo>
                    <a:pt x="47142" y="527494"/>
                  </a:lnTo>
                  <a:lnTo>
                    <a:pt x="39217" y="528459"/>
                  </a:lnTo>
                  <a:lnTo>
                    <a:pt x="4648" y="551573"/>
                  </a:lnTo>
                  <a:lnTo>
                    <a:pt x="0" y="565505"/>
                  </a:lnTo>
                  <a:lnTo>
                    <a:pt x="88" y="568642"/>
                  </a:lnTo>
                  <a:lnTo>
                    <a:pt x="0" y="757237"/>
                  </a:lnTo>
                  <a:lnTo>
                    <a:pt x="9994" y="757237"/>
                  </a:lnTo>
                  <a:lnTo>
                    <a:pt x="9994" y="583247"/>
                  </a:lnTo>
                  <a:lnTo>
                    <a:pt x="12001" y="584835"/>
                  </a:lnTo>
                  <a:lnTo>
                    <a:pt x="17907" y="586740"/>
                  </a:lnTo>
                  <a:lnTo>
                    <a:pt x="25146" y="586930"/>
                  </a:lnTo>
                  <a:lnTo>
                    <a:pt x="33629" y="585990"/>
                  </a:lnTo>
                  <a:lnTo>
                    <a:pt x="69646" y="562927"/>
                  </a:lnTo>
                  <a:lnTo>
                    <a:pt x="72847" y="555929"/>
                  </a:lnTo>
                  <a:lnTo>
                    <a:pt x="74295" y="548360"/>
                  </a:lnTo>
                  <a:close/>
                </a:path>
                <a:path w="1729104" h="843279">
                  <a:moveTo>
                    <a:pt x="404863" y="634085"/>
                  </a:moveTo>
                  <a:lnTo>
                    <a:pt x="404672" y="626846"/>
                  </a:lnTo>
                  <a:lnTo>
                    <a:pt x="402107" y="621601"/>
                  </a:lnTo>
                  <a:lnTo>
                    <a:pt x="397154" y="618363"/>
                  </a:lnTo>
                  <a:lnTo>
                    <a:pt x="392582" y="614743"/>
                  </a:lnTo>
                  <a:lnTo>
                    <a:pt x="386105" y="613029"/>
                  </a:lnTo>
                  <a:lnTo>
                    <a:pt x="377723" y="613219"/>
                  </a:lnTo>
                  <a:lnTo>
                    <a:pt x="369798" y="614184"/>
                  </a:lnTo>
                  <a:lnTo>
                    <a:pt x="335216" y="637298"/>
                  </a:lnTo>
                  <a:lnTo>
                    <a:pt x="330568" y="651230"/>
                  </a:lnTo>
                  <a:lnTo>
                    <a:pt x="330657" y="654367"/>
                  </a:lnTo>
                  <a:lnTo>
                    <a:pt x="330568" y="842962"/>
                  </a:lnTo>
                  <a:lnTo>
                    <a:pt x="340575" y="842962"/>
                  </a:lnTo>
                  <a:lnTo>
                    <a:pt x="340575" y="668985"/>
                  </a:lnTo>
                  <a:lnTo>
                    <a:pt x="342569" y="670560"/>
                  </a:lnTo>
                  <a:lnTo>
                    <a:pt x="348475" y="672465"/>
                  </a:lnTo>
                  <a:lnTo>
                    <a:pt x="355714" y="672655"/>
                  </a:lnTo>
                  <a:lnTo>
                    <a:pt x="364197" y="671715"/>
                  </a:lnTo>
                  <a:lnTo>
                    <a:pt x="400227" y="648652"/>
                  </a:lnTo>
                  <a:lnTo>
                    <a:pt x="403428" y="641654"/>
                  </a:lnTo>
                  <a:lnTo>
                    <a:pt x="404863" y="634085"/>
                  </a:lnTo>
                  <a:close/>
                </a:path>
                <a:path w="1729104" h="843279">
                  <a:moveTo>
                    <a:pt x="1728825" y="585787"/>
                  </a:moveTo>
                  <a:lnTo>
                    <a:pt x="669759" y="585787"/>
                  </a:lnTo>
                  <a:lnTo>
                    <a:pt x="669759" y="0"/>
                  </a:lnTo>
                  <a:lnTo>
                    <a:pt x="661187" y="0"/>
                  </a:lnTo>
                  <a:lnTo>
                    <a:pt x="661187" y="585787"/>
                  </a:lnTo>
                  <a:lnTo>
                    <a:pt x="657059" y="585787"/>
                  </a:lnTo>
                  <a:lnTo>
                    <a:pt x="657059" y="591502"/>
                  </a:lnTo>
                  <a:lnTo>
                    <a:pt x="661187" y="591502"/>
                  </a:lnTo>
                  <a:lnTo>
                    <a:pt x="661187" y="642937"/>
                  </a:lnTo>
                  <a:lnTo>
                    <a:pt x="657059" y="642937"/>
                  </a:lnTo>
                  <a:lnTo>
                    <a:pt x="657059" y="648652"/>
                  </a:lnTo>
                  <a:lnTo>
                    <a:pt x="661187" y="648652"/>
                  </a:lnTo>
                  <a:lnTo>
                    <a:pt x="661187" y="700087"/>
                  </a:lnTo>
                  <a:lnTo>
                    <a:pt x="657059" y="700087"/>
                  </a:lnTo>
                  <a:lnTo>
                    <a:pt x="657059" y="705802"/>
                  </a:lnTo>
                  <a:lnTo>
                    <a:pt x="661187" y="705802"/>
                  </a:lnTo>
                  <a:lnTo>
                    <a:pt x="661187" y="757237"/>
                  </a:lnTo>
                  <a:lnTo>
                    <a:pt x="657059" y="757237"/>
                  </a:lnTo>
                  <a:lnTo>
                    <a:pt x="657059" y="762952"/>
                  </a:lnTo>
                  <a:lnTo>
                    <a:pt x="661187" y="762952"/>
                  </a:lnTo>
                  <a:lnTo>
                    <a:pt x="661187" y="814387"/>
                  </a:lnTo>
                  <a:lnTo>
                    <a:pt x="657059" y="814387"/>
                  </a:lnTo>
                  <a:lnTo>
                    <a:pt x="657059" y="820102"/>
                  </a:lnTo>
                  <a:lnTo>
                    <a:pt x="661187" y="820102"/>
                  </a:lnTo>
                  <a:lnTo>
                    <a:pt x="669759" y="820102"/>
                  </a:lnTo>
                  <a:lnTo>
                    <a:pt x="1728825" y="820102"/>
                  </a:lnTo>
                  <a:lnTo>
                    <a:pt x="1728825" y="814387"/>
                  </a:lnTo>
                  <a:lnTo>
                    <a:pt x="669759" y="814387"/>
                  </a:lnTo>
                  <a:lnTo>
                    <a:pt x="669759" y="762952"/>
                  </a:lnTo>
                  <a:lnTo>
                    <a:pt x="1728825" y="762952"/>
                  </a:lnTo>
                  <a:lnTo>
                    <a:pt x="1728825" y="757237"/>
                  </a:lnTo>
                  <a:lnTo>
                    <a:pt x="669759" y="757237"/>
                  </a:lnTo>
                  <a:lnTo>
                    <a:pt x="669759" y="705802"/>
                  </a:lnTo>
                  <a:lnTo>
                    <a:pt x="1728825" y="705802"/>
                  </a:lnTo>
                  <a:lnTo>
                    <a:pt x="1728825" y="700087"/>
                  </a:lnTo>
                  <a:lnTo>
                    <a:pt x="669759" y="700087"/>
                  </a:lnTo>
                  <a:lnTo>
                    <a:pt x="669759" y="648652"/>
                  </a:lnTo>
                  <a:lnTo>
                    <a:pt x="1728825" y="648652"/>
                  </a:lnTo>
                  <a:lnTo>
                    <a:pt x="1728825" y="642937"/>
                  </a:lnTo>
                  <a:lnTo>
                    <a:pt x="669759" y="642937"/>
                  </a:lnTo>
                  <a:lnTo>
                    <a:pt x="669759" y="591502"/>
                  </a:lnTo>
                  <a:lnTo>
                    <a:pt x="1728825" y="591502"/>
                  </a:lnTo>
                  <a:lnTo>
                    <a:pt x="1728825" y="585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3" name="object 153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263749" y="5437576"/>
              <a:ext cx="111140" cy="258317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6610832" y="4737490"/>
              <a:ext cx="669925" cy="843280"/>
            </a:xfrm>
            <a:custGeom>
              <a:avLst/>
              <a:gdLst/>
              <a:ahLst/>
              <a:cxnLst/>
              <a:rect l="l" t="t" r="r" b="b"/>
              <a:pathLst>
                <a:path w="669925" h="843279">
                  <a:moveTo>
                    <a:pt x="74295" y="576935"/>
                  </a:moveTo>
                  <a:lnTo>
                    <a:pt x="74104" y="569696"/>
                  </a:lnTo>
                  <a:lnTo>
                    <a:pt x="71539" y="564451"/>
                  </a:lnTo>
                  <a:lnTo>
                    <a:pt x="66586" y="561213"/>
                  </a:lnTo>
                  <a:lnTo>
                    <a:pt x="62014" y="557593"/>
                  </a:lnTo>
                  <a:lnTo>
                    <a:pt x="55537" y="555879"/>
                  </a:lnTo>
                  <a:lnTo>
                    <a:pt x="47155" y="556069"/>
                  </a:lnTo>
                  <a:lnTo>
                    <a:pt x="39217" y="557034"/>
                  </a:lnTo>
                  <a:lnTo>
                    <a:pt x="4648" y="580148"/>
                  </a:lnTo>
                  <a:lnTo>
                    <a:pt x="0" y="594080"/>
                  </a:lnTo>
                  <a:lnTo>
                    <a:pt x="88" y="597217"/>
                  </a:lnTo>
                  <a:lnTo>
                    <a:pt x="0" y="785812"/>
                  </a:lnTo>
                  <a:lnTo>
                    <a:pt x="10007" y="785812"/>
                  </a:lnTo>
                  <a:lnTo>
                    <a:pt x="10007" y="611835"/>
                  </a:lnTo>
                  <a:lnTo>
                    <a:pt x="12001" y="613410"/>
                  </a:lnTo>
                  <a:lnTo>
                    <a:pt x="17907" y="615315"/>
                  </a:lnTo>
                  <a:lnTo>
                    <a:pt x="25146" y="615505"/>
                  </a:lnTo>
                  <a:lnTo>
                    <a:pt x="33629" y="614565"/>
                  </a:lnTo>
                  <a:lnTo>
                    <a:pt x="69659" y="591502"/>
                  </a:lnTo>
                  <a:lnTo>
                    <a:pt x="72847" y="584504"/>
                  </a:lnTo>
                  <a:lnTo>
                    <a:pt x="74295" y="576935"/>
                  </a:lnTo>
                  <a:close/>
                </a:path>
                <a:path w="669925" h="843279">
                  <a:moveTo>
                    <a:pt x="404876" y="634085"/>
                  </a:moveTo>
                  <a:lnTo>
                    <a:pt x="404685" y="626846"/>
                  </a:lnTo>
                  <a:lnTo>
                    <a:pt x="402107" y="621601"/>
                  </a:lnTo>
                  <a:lnTo>
                    <a:pt x="397154" y="618363"/>
                  </a:lnTo>
                  <a:lnTo>
                    <a:pt x="392582" y="614743"/>
                  </a:lnTo>
                  <a:lnTo>
                    <a:pt x="386105" y="613029"/>
                  </a:lnTo>
                  <a:lnTo>
                    <a:pt x="377723" y="613219"/>
                  </a:lnTo>
                  <a:lnTo>
                    <a:pt x="369798" y="614184"/>
                  </a:lnTo>
                  <a:lnTo>
                    <a:pt x="335216" y="637298"/>
                  </a:lnTo>
                  <a:lnTo>
                    <a:pt x="330581" y="651230"/>
                  </a:lnTo>
                  <a:lnTo>
                    <a:pt x="330669" y="654367"/>
                  </a:lnTo>
                  <a:lnTo>
                    <a:pt x="330581" y="842962"/>
                  </a:lnTo>
                  <a:lnTo>
                    <a:pt x="340575" y="842962"/>
                  </a:lnTo>
                  <a:lnTo>
                    <a:pt x="340575" y="668972"/>
                  </a:lnTo>
                  <a:lnTo>
                    <a:pt x="342582" y="670560"/>
                  </a:lnTo>
                  <a:lnTo>
                    <a:pt x="348488" y="672465"/>
                  </a:lnTo>
                  <a:lnTo>
                    <a:pt x="355727" y="672655"/>
                  </a:lnTo>
                  <a:lnTo>
                    <a:pt x="364210" y="671715"/>
                  </a:lnTo>
                  <a:lnTo>
                    <a:pt x="400227" y="648652"/>
                  </a:lnTo>
                  <a:lnTo>
                    <a:pt x="403428" y="641654"/>
                  </a:lnTo>
                  <a:lnTo>
                    <a:pt x="404876" y="634085"/>
                  </a:lnTo>
                  <a:close/>
                </a:path>
                <a:path w="669925" h="843279">
                  <a:moveTo>
                    <a:pt x="669759" y="0"/>
                  </a:moveTo>
                  <a:lnTo>
                    <a:pt x="661187" y="0"/>
                  </a:lnTo>
                  <a:lnTo>
                    <a:pt x="661187" y="820102"/>
                  </a:lnTo>
                  <a:lnTo>
                    <a:pt x="669759" y="820102"/>
                  </a:lnTo>
                  <a:lnTo>
                    <a:pt x="6697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222320" y="4121787"/>
              <a:ext cx="1059180" cy="330200"/>
            </a:xfrm>
            <a:custGeom>
              <a:avLst/>
              <a:gdLst/>
              <a:ahLst/>
              <a:cxnLst/>
              <a:rect l="l" t="t" r="r" b="b"/>
              <a:pathLst>
                <a:path w="1059180" h="330200">
                  <a:moveTo>
                    <a:pt x="1059159" y="329951"/>
                  </a:moveTo>
                  <a:lnTo>
                    <a:pt x="1000582" y="274217"/>
                  </a:lnTo>
                  <a:lnTo>
                    <a:pt x="948388" y="243185"/>
                  </a:lnTo>
                  <a:lnTo>
                    <a:pt x="880924" y="210042"/>
                  </a:lnTo>
                  <a:lnTo>
                    <a:pt x="840582" y="192309"/>
                  </a:lnTo>
                  <a:lnTo>
                    <a:pt x="798138" y="174895"/>
                  </a:lnTo>
                  <a:lnTo>
                    <a:pt x="753592" y="157799"/>
                  </a:lnTo>
                  <a:lnTo>
                    <a:pt x="706944" y="141021"/>
                  </a:lnTo>
                  <a:lnTo>
                    <a:pt x="658194" y="124562"/>
                  </a:lnTo>
                  <a:lnTo>
                    <a:pt x="607341" y="108422"/>
                  </a:lnTo>
                  <a:lnTo>
                    <a:pt x="554387" y="92600"/>
                  </a:lnTo>
                  <a:lnTo>
                    <a:pt x="501180" y="77003"/>
                  </a:lnTo>
                  <a:lnTo>
                    <a:pt x="449568" y="62806"/>
                  </a:lnTo>
                  <a:lnTo>
                    <a:pt x="399552" y="50007"/>
                  </a:lnTo>
                  <a:lnTo>
                    <a:pt x="351132" y="38607"/>
                  </a:lnTo>
                  <a:lnTo>
                    <a:pt x="304307" y="28606"/>
                  </a:lnTo>
                  <a:lnTo>
                    <a:pt x="259079" y="20004"/>
                  </a:lnTo>
                  <a:lnTo>
                    <a:pt x="215446" y="12800"/>
                  </a:lnTo>
                  <a:lnTo>
                    <a:pt x="140576" y="3653"/>
                  </a:lnTo>
                  <a:lnTo>
                    <a:pt x="79712" y="1075"/>
                  </a:lnTo>
                  <a:lnTo>
                    <a:pt x="32853" y="5066"/>
                  </a:lnTo>
                  <a:lnTo>
                    <a:pt x="0" y="15626"/>
                  </a:lnTo>
                  <a:lnTo>
                    <a:pt x="32853" y="4622"/>
                  </a:lnTo>
                  <a:lnTo>
                    <a:pt x="79712" y="0"/>
                  </a:lnTo>
                  <a:lnTo>
                    <a:pt x="140576" y="1757"/>
                  </a:lnTo>
                  <a:lnTo>
                    <a:pt x="215446" y="9894"/>
                  </a:lnTo>
                  <a:lnTo>
                    <a:pt x="259079" y="16522"/>
                  </a:lnTo>
                  <a:lnTo>
                    <a:pt x="304307" y="24556"/>
                  </a:lnTo>
                  <a:lnTo>
                    <a:pt x="351132" y="33993"/>
                  </a:lnTo>
                  <a:lnTo>
                    <a:pt x="399552" y="44836"/>
                  </a:lnTo>
                  <a:lnTo>
                    <a:pt x="449568" y="57083"/>
                  </a:lnTo>
                  <a:lnTo>
                    <a:pt x="501180" y="70734"/>
                  </a:lnTo>
                  <a:lnTo>
                    <a:pt x="554387" y="85791"/>
                  </a:lnTo>
                  <a:lnTo>
                    <a:pt x="607341" y="102327"/>
                  </a:lnTo>
                  <a:lnTo>
                    <a:pt x="658194" y="119153"/>
                  </a:lnTo>
                  <a:lnTo>
                    <a:pt x="706944" y="136270"/>
                  </a:lnTo>
                  <a:lnTo>
                    <a:pt x="753592" y="153677"/>
                  </a:lnTo>
                  <a:lnTo>
                    <a:pt x="798138" y="171374"/>
                  </a:lnTo>
                  <a:lnTo>
                    <a:pt x="840582" y="189361"/>
                  </a:lnTo>
                  <a:lnTo>
                    <a:pt x="880924" y="207638"/>
                  </a:lnTo>
                  <a:lnTo>
                    <a:pt x="948388" y="241690"/>
                  </a:lnTo>
                  <a:lnTo>
                    <a:pt x="1000582" y="273427"/>
                  </a:lnTo>
                  <a:lnTo>
                    <a:pt x="1037505" y="302847"/>
                  </a:lnTo>
                  <a:lnTo>
                    <a:pt x="1059159" y="3299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222320" y="4121787"/>
              <a:ext cx="1059180" cy="330200"/>
            </a:xfrm>
            <a:custGeom>
              <a:avLst/>
              <a:gdLst/>
              <a:ahLst/>
              <a:cxnLst/>
              <a:rect l="l" t="t" r="r" b="b"/>
              <a:pathLst>
                <a:path w="1059180" h="330200">
                  <a:moveTo>
                    <a:pt x="0" y="15626"/>
                  </a:moveTo>
                  <a:lnTo>
                    <a:pt x="32853" y="5066"/>
                  </a:lnTo>
                  <a:lnTo>
                    <a:pt x="79712" y="1075"/>
                  </a:lnTo>
                  <a:lnTo>
                    <a:pt x="140576" y="3653"/>
                  </a:lnTo>
                  <a:lnTo>
                    <a:pt x="215446" y="12800"/>
                  </a:lnTo>
                  <a:lnTo>
                    <a:pt x="259079" y="20004"/>
                  </a:lnTo>
                  <a:lnTo>
                    <a:pt x="304307" y="28606"/>
                  </a:lnTo>
                  <a:lnTo>
                    <a:pt x="351132" y="38607"/>
                  </a:lnTo>
                  <a:lnTo>
                    <a:pt x="399552" y="50007"/>
                  </a:lnTo>
                  <a:lnTo>
                    <a:pt x="449568" y="62806"/>
                  </a:lnTo>
                  <a:lnTo>
                    <a:pt x="501180" y="77003"/>
                  </a:lnTo>
                  <a:lnTo>
                    <a:pt x="554387" y="92600"/>
                  </a:lnTo>
                  <a:lnTo>
                    <a:pt x="607341" y="108422"/>
                  </a:lnTo>
                  <a:lnTo>
                    <a:pt x="658194" y="124562"/>
                  </a:lnTo>
                  <a:lnTo>
                    <a:pt x="706944" y="141021"/>
                  </a:lnTo>
                  <a:lnTo>
                    <a:pt x="753592" y="157799"/>
                  </a:lnTo>
                  <a:lnTo>
                    <a:pt x="798138" y="174895"/>
                  </a:lnTo>
                  <a:lnTo>
                    <a:pt x="840582" y="192309"/>
                  </a:lnTo>
                  <a:lnTo>
                    <a:pt x="880924" y="210042"/>
                  </a:lnTo>
                  <a:lnTo>
                    <a:pt x="948388" y="243185"/>
                  </a:lnTo>
                  <a:lnTo>
                    <a:pt x="1000582" y="274217"/>
                  </a:lnTo>
                  <a:lnTo>
                    <a:pt x="1037505" y="303139"/>
                  </a:lnTo>
                  <a:lnTo>
                    <a:pt x="1059159" y="329951"/>
                  </a:lnTo>
                  <a:lnTo>
                    <a:pt x="1037505" y="302847"/>
                  </a:lnTo>
                  <a:lnTo>
                    <a:pt x="1000582" y="273427"/>
                  </a:lnTo>
                  <a:lnTo>
                    <a:pt x="948388" y="241690"/>
                  </a:lnTo>
                  <a:lnTo>
                    <a:pt x="880924" y="207638"/>
                  </a:lnTo>
                  <a:lnTo>
                    <a:pt x="840582" y="189361"/>
                  </a:lnTo>
                  <a:lnTo>
                    <a:pt x="798138" y="171374"/>
                  </a:lnTo>
                  <a:lnTo>
                    <a:pt x="753592" y="153677"/>
                  </a:lnTo>
                  <a:lnTo>
                    <a:pt x="706944" y="136270"/>
                  </a:lnTo>
                  <a:lnTo>
                    <a:pt x="658194" y="119153"/>
                  </a:lnTo>
                  <a:lnTo>
                    <a:pt x="607341" y="102327"/>
                  </a:lnTo>
                  <a:lnTo>
                    <a:pt x="554387" y="85791"/>
                  </a:lnTo>
                  <a:lnTo>
                    <a:pt x="501180" y="70734"/>
                  </a:lnTo>
                  <a:lnTo>
                    <a:pt x="449568" y="57083"/>
                  </a:lnTo>
                  <a:lnTo>
                    <a:pt x="399552" y="44836"/>
                  </a:lnTo>
                  <a:lnTo>
                    <a:pt x="351132" y="33993"/>
                  </a:lnTo>
                  <a:lnTo>
                    <a:pt x="304307" y="24556"/>
                  </a:lnTo>
                  <a:lnTo>
                    <a:pt x="259079" y="16522"/>
                  </a:lnTo>
                  <a:lnTo>
                    <a:pt x="215446" y="9894"/>
                  </a:lnTo>
                  <a:lnTo>
                    <a:pt x="140576" y="1757"/>
                  </a:lnTo>
                  <a:lnTo>
                    <a:pt x="79712" y="0"/>
                  </a:lnTo>
                  <a:lnTo>
                    <a:pt x="32853" y="4622"/>
                  </a:lnTo>
                  <a:lnTo>
                    <a:pt x="0" y="1562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3994618" y="4210075"/>
              <a:ext cx="897890" cy="327660"/>
            </a:xfrm>
            <a:custGeom>
              <a:avLst/>
              <a:gdLst/>
              <a:ahLst/>
              <a:cxnLst/>
              <a:rect l="l" t="t" r="r" b="b"/>
              <a:pathLst>
                <a:path w="897889" h="327660">
                  <a:moveTo>
                    <a:pt x="897842" y="327388"/>
                  </a:moveTo>
                  <a:lnTo>
                    <a:pt x="848125" y="272146"/>
                  </a:lnTo>
                  <a:lnTo>
                    <a:pt x="804578" y="241585"/>
                  </a:lnTo>
                  <a:lnTo>
                    <a:pt x="748573" y="209064"/>
                  </a:lnTo>
                  <a:lnTo>
                    <a:pt x="709283" y="188771"/>
                  </a:lnTo>
                  <a:lnTo>
                    <a:pt x="667597" y="168905"/>
                  </a:lnTo>
                  <a:lnTo>
                    <a:pt x="623514" y="149463"/>
                  </a:lnTo>
                  <a:lnTo>
                    <a:pt x="577034" y="130448"/>
                  </a:lnTo>
                  <a:lnTo>
                    <a:pt x="528159" y="111858"/>
                  </a:lnTo>
                  <a:lnTo>
                    <a:pt x="476886" y="93693"/>
                  </a:lnTo>
                  <a:lnTo>
                    <a:pt x="425226" y="75955"/>
                  </a:lnTo>
                  <a:lnTo>
                    <a:pt x="375185" y="60017"/>
                  </a:lnTo>
                  <a:lnTo>
                    <a:pt x="326763" y="45880"/>
                  </a:lnTo>
                  <a:lnTo>
                    <a:pt x="279962" y="33544"/>
                  </a:lnTo>
                  <a:lnTo>
                    <a:pt x="234780" y="23008"/>
                  </a:lnTo>
                  <a:lnTo>
                    <a:pt x="191217" y="14273"/>
                  </a:lnTo>
                  <a:lnTo>
                    <a:pt x="126879" y="4597"/>
                  </a:lnTo>
                  <a:lnTo>
                    <a:pt x="73563" y="1170"/>
                  </a:lnTo>
                  <a:lnTo>
                    <a:pt x="31270" y="3992"/>
                  </a:lnTo>
                  <a:lnTo>
                    <a:pt x="0" y="13063"/>
                  </a:lnTo>
                  <a:lnTo>
                    <a:pt x="31270" y="3494"/>
                  </a:lnTo>
                  <a:lnTo>
                    <a:pt x="73563" y="0"/>
                  </a:lnTo>
                  <a:lnTo>
                    <a:pt x="126879" y="2578"/>
                  </a:lnTo>
                  <a:lnTo>
                    <a:pt x="191217" y="11230"/>
                  </a:lnTo>
                  <a:lnTo>
                    <a:pt x="234780" y="19297"/>
                  </a:lnTo>
                  <a:lnTo>
                    <a:pt x="279962" y="29188"/>
                  </a:lnTo>
                  <a:lnTo>
                    <a:pt x="326763" y="40903"/>
                  </a:lnTo>
                  <a:lnTo>
                    <a:pt x="375185" y="54442"/>
                  </a:lnTo>
                  <a:lnTo>
                    <a:pt x="425226" y="69806"/>
                  </a:lnTo>
                  <a:lnTo>
                    <a:pt x="476886" y="86994"/>
                  </a:lnTo>
                  <a:lnTo>
                    <a:pt x="528159" y="105975"/>
                  </a:lnTo>
                  <a:lnTo>
                    <a:pt x="577034" y="125343"/>
                  </a:lnTo>
                  <a:lnTo>
                    <a:pt x="623514" y="145098"/>
                  </a:lnTo>
                  <a:lnTo>
                    <a:pt x="667597" y="165241"/>
                  </a:lnTo>
                  <a:lnTo>
                    <a:pt x="709283" y="185771"/>
                  </a:lnTo>
                  <a:lnTo>
                    <a:pt x="748573" y="206688"/>
                  </a:lnTo>
                  <a:lnTo>
                    <a:pt x="804578" y="240101"/>
                  </a:lnTo>
                  <a:lnTo>
                    <a:pt x="848125" y="271355"/>
                  </a:lnTo>
                  <a:lnTo>
                    <a:pt x="879213" y="300450"/>
                  </a:lnTo>
                  <a:lnTo>
                    <a:pt x="897842" y="3273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994618" y="4210075"/>
              <a:ext cx="897890" cy="327660"/>
            </a:xfrm>
            <a:custGeom>
              <a:avLst/>
              <a:gdLst/>
              <a:ahLst/>
              <a:cxnLst/>
              <a:rect l="l" t="t" r="r" b="b"/>
              <a:pathLst>
                <a:path w="897889" h="327660">
                  <a:moveTo>
                    <a:pt x="0" y="13063"/>
                  </a:moveTo>
                  <a:lnTo>
                    <a:pt x="31270" y="3992"/>
                  </a:lnTo>
                  <a:lnTo>
                    <a:pt x="73563" y="1170"/>
                  </a:lnTo>
                  <a:lnTo>
                    <a:pt x="126879" y="4597"/>
                  </a:lnTo>
                  <a:lnTo>
                    <a:pt x="191217" y="14273"/>
                  </a:lnTo>
                  <a:lnTo>
                    <a:pt x="234780" y="23008"/>
                  </a:lnTo>
                  <a:lnTo>
                    <a:pt x="279962" y="33544"/>
                  </a:lnTo>
                  <a:lnTo>
                    <a:pt x="326763" y="45880"/>
                  </a:lnTo>
                  <a:lnTo>
                    <a:pt x="375185" y="60017"/>
                  </a:lnTo>
                  <a:lnTo>
                    <a:pt x="425226" y="75955"/>
                  </a:lnTo>
                  <a:lnTo>
                    <a:pt x="476886" y="93693"/>
                  </a:lnTo>
                  <a:lnTo>
                    <a:pt x="528159" y="111858"/>
                  </a:lnTo>
                  <a:lnTo>
                    <a:pt x="577034" y="130448"/>
                  </a:lnTo>
                  <a:lnTo>
                    <a:pt x="623514" y="149463"/>
                  </a:lnTo>
                  <a:lnTo>
                    <a:pt x="667597" y="168905"/>
                  </a:lnTo>
                  <a:lnTo>
                    <a:pt x="709283" y="188771"/>
                  </a:lnTo>
                  <a:lnTo>
                    <a:pt x="748573" y="209064"/>
                  </a:lnTo>
                  <a:lnTo>
                    <a:pt x="804578" y="241585"/>
                  </a:lnTo>
                  <a:lnTo>
                    <a:pt x="848125" y="272146"/>
                  </a:lnTo>
                  <a:lnTo>
                    <a:pt x="879213" y="300747"/>
                  </a:lnTo>
                  <a:lnTo>
                    <a:pt x="897842" y="327388"/>
                  </a:lnTo>
                  <a:lnTo>
                    <a:pt x="879213" y="300450"/>
                  </a:lnTo>
                  <a:lnTo>
                    <a:pt x="848125" y="271355"/>
                  </a:lnTo>
                  <a:lnTo>
                    <a:pt x="804578" y="240101"/>
                  </a:lnTo>
                  <a:lnTo>
                    <a:pt x="748573" y="206688"/>
                  </a:lnTo>
                  <a:lnTo>
                    <a:pt x="709283" y="185771"/>
                  </a:lnTo>
                  <a:lnTo>
                    <a:pt x="667597" y="165241"/>
                  </a:lnTo>
                  <a:lnTo>
                    <a:pt x="623514" y="145098"/>
                  </a:lnTo>
                  <a:lnTo>
                    <a:pt x="577034" y="125343"/>
                  </a:lnTo>
                  <a:lnTo>
                    <a:pt x="528159" y="105975"/>
                  </a:lnTo>
                  <a:lnTo>
                    <a:pt x="476886" y="86994"/>
                  </a:lnTo>
                  <a:lnTo>
                    <a:pt x="425226" y="69806"/>
                  </a:lnTo>
                  <a:lnTo>
                    <a:pt x="375185" y="54442"/>
                  </a:lnTo>
                  <a:lnTo>
                    <a:pt x="326763" y="40903"/>
                  </a:lnTo>
                  <a:lnTo>
                    <a:pt x="279962" y="29188"/>
                  </a:lnTo>
                  <a:lnTo>
                    <a:pt x="234780" y="19297"/>
                  </a:lnTo>
                  <a:lnTo>
                    <a:pt x="191217" y="11230"/>
                  </a:lnTo>
                  <a:lnTo>
                    <a:pt x="126879" y="2578"/>
                  </a:lnTo>
                  <a:lnTo>
                    <a:pt x="73563" y="0"/>
                  </a:lnTo>
                  <a:lnTo>
                    <a:pt x="31270" y="3494"/>
                  </a:lnTo>
                  <a:lnTo>
                    <a:pt x="0" y="1306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222320" y="5165901"/>
              <a:ext cx="634365" cy="128905"/>
            </a:xfrm>
            <a:custGeom>
              <a:avLst/>
              <a:gdLst/>
              <a:ahLst/>
              <a:cxnLst/>
              <a:rect l="l" t="t" r="r" b="b"/>
              <a:pathLst>
                <a:path w="634364" h="128904">
                  <a:moveTo>
                    <a:pt x="634040" y="128799"/>
                  </a:moveTo>
                  <a:lnTo>
                    <a:pt x="583284" y="86224"/>
                  </a:lnTo>
                  <a:lnTo>
                    <a:pt x="546803" y="68096"/>
                  </a:lnTo>
                  <a:lnTo>
                    <a:pt x="502920" y="52074"/>
                  </a:lnTo>
                  <a:lnTo>
                    <a:pt x="451634" y="38158"/>
                  </a:lnTo>
                  <a:lnTo>
                    <a:pt x="392946" y="26349"/>
                  </a:lnTo>
                  <a:lnTo>
                    <a:pt x="326856" y="16646"/>
                  </a:lnTo>
                  <a:lnTo>
                    <a:pt x="260365" y="8478"/>
                  </a:lnTo>
                  <a:lnTo>
                    <a:pt x="200472" y="4291"/>
                  </a:lnTo>
                  <a:lnTo>
                    <a:pt x="147179" y="4085"/>
                  </a:lnTo>
                  <a:lnTo>
                    <a:pt x="100486" y="7860"/>
                  </a:lnTo>
                  <a:lnTo>
                    <a:pt x="60391" y="15617"/>
                  </a:lnTo>
                  <a:lnTo>
                    <a:pt x="26896" y="27355"/>
                  </a:lnTo>
                  <a:lnTo>
                    <a:pt x="0" y="43074"/>
                  </a:lnTo>
                  <a:lnTo>
                    <a:pt x="26896" y="26758"/>
                  </a:lnTo>
                  <a:lnTo>
                    <a:pt x="60391" y="14292"/>
                  </a:lnTo>
                  <a:lnTo>
                    <a:pt x="100486" y="5677"/>
                  </a:lnTo>
                  <a:lnTo>
                    <a:pt x="147179" y="913"/>
                  </a:lnTo>
                  <a:lnTo>
                    <a:pt x="200472" y="0"/>
                  </a:lnTo>
                  <a:lnTo>
                    <a:pt x="260365" y="2937"/>
                  </a:lnTo>
                  <a:lnTo>
                    <a:pt x="326856" y="9724"/>
                  </a:lnTo>
                  <a:lnTo>
                    <a:pt x="392946" y="20916"/>
                  </a:lnTo>
                  <a:lnTo>
                    <a:pt x="451634" y="34048"/>
                  </a:lnTo>
                  <a:lnTo>
                    <a:pt x="502920" y="49119"/>
                  </a:lnTo>
                  <a:lnTo>
                    <a:pt x="546803" y="66130"/>
                  </a:lnTo>
                  <a:lnTo>
                    <a:pt x="583284" y="85080"/>
                  </a:lnTo>
                  <a:lnTo>
                    <a:pt x="612363" y="105970"/>
                  </a:lnTo>
                  <a:lnTo>
                    <a:pt x="634040" y="1287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222320" y="5165901"/>
              <a:ext cx="634365" cy="128905"/>
            </a:xfrm>
            <a:custGeom>
              <a:avLst/>
              <a:gdLst/>
              <a:ahLst/>
              <a:cxnLst/>
              <a:rect l="l" t="t" r="r" b="b"/>
              <a:pathLst>
                <a:path w="634364" h="128904">
                  <a:moveTo>
                    <a:pt x="0" y="43074"/>
                  </a:moveTo>
                  <a:lnTo>
                    <a:pt x="26896" y="27355"/>
                  </a:lnTo>
                  <a:lnTo>
                    <a:pt x="60391" y="15617"/>
                  </a:lnTo>
                  <a:lnTo>
                    <a:pt x="100486" y="7860"/>
                  </a:lnTo>
                  <a:lnTo>
                    <a:pt x="147179" y="4085"/>
                  </a:lnTo>
                  <a:lnTo>
                    <a:pt x="200472" y="4291"/>
                  </a:lnTo>
                  <a:lnTo>
                    <a:pt x="260365" y="8478"/>
                  </a:lnTo>
                  <a:lnTo>
                    <a:pt x="326856" y="16646"/>
                  </a:lnTo>
                  <a:lnTo>
                    <a:pt x="392946" y="26349"/>
                  </a:lnTo>
                  <a:lnTo>
                    <a:pt x="451634" y="38158"/>
                  </a:lnTo>
                  <a:lnTo>
                    <a:pt x="502920" y="52074"/>
                  </a:lnTo>
                  <a:lnTo>
                    <a:pt x="546803" y="68096"/>
                  </a:lnTo>
                  <a:lnTo>
                    <a:pt x="583284" y="86224"/>
                  </a:lnTo>
                  <a:lnTo>
                    <a:pt x="634040" y="128799"/>
                  </a:lnTo>
                  <a:lnTo>
                    <a:pt x="612363" y="105970"/>
                  </a:lnTo>
                  <a:lnTo>
                    <a:pt x="546803" y="66130"/>
                  </a:lnTo>
                  <a:lnTo>
                    <a:pt x="502920" y="49119"/>
                  </a:lnTo>
                  <a:lnTo>
                    <a:pt x="451634" y="34048"/>
                  </a:lnTo>
                  <a:lnTo>
                    <a:pt x="392946" y="20916"/>
                  </a:lnTo>
                  <a:lnTo>
                    <a:pt x="326856" y="9724"/>
                  </a:lnTo>
                  <a:lnTo>
                    <a:pt x="260365" y="2937"/>
                  </a:lnTo>
                  <a:lnTo>
                    <a:pt x="200472" y="0"/>
                  </a:lnTo>
                  <a:lnTo>
                    <a:pt x="147179" y="913"/>
                  </a:lnTo>
                  <a:lnTo>
                    <a:pt x="100486" y="5677"/>
                  </a:lnTo>
                  <a:lnTo>
                    <a:pt x="60391" y="14292"/>
                  </a:lnTo>
                  <a:lnTo>
                    <a:pt x="26896" y="26758"/>
                  </a:lnTo>
                  <a:lnTo>
                    <a:pt x="0" y="43074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1" name="object 161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2955776" y="5223974"/>
              <a:ext cx="237752" cy="102476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3994618" y="5201923"/>
              <a:ext cx="513080" cy="121920"/>
            </a:xfrm>
            <a:custGeom>
              <a:avLst/>
              <a:gdLst/>
              <a:ahLst/>
              <a:cxnLst/>
              <a:rect l="l" t="t" r="r" b="b"/>
              <a:pathLst>
                <a:path w="513079" h="121920">
                  <a:moveTo>
                    <a:pt x="513052" y="121352"/>
                  </a:moveTo>
                  <a:lnTo>
                    <a:pt x="461807" y="76567"/>
                  </a:lnTo>
                  <a:lnTo>
                    <a:pt x="424686" y="57954"/>
                  </a:lnTo>
                  <a:lnTo>
                    <a:pt x="379900" y="41860"/>
                  </a:lnTo>
                  <a:lnTo>
                    <a:pt x="327449" y="28286"/>
                  </a:lnTo>
                  <a:lnTo>
                    <a:pt x="267333" y="17231"/>
                  </a:lnTo>
                  <a:lnTo>
                    <a:pt x="206617" y="8180"/>
                  </a:lnTo>
                  <a:lnTo>
                    <a:pt x="152364" y="3975"/>
                  </a:lnTo>
                  <a:lnTo>
                    <a:pt x="104577" y="4618"/>
                  </a:lnTo>
                  <a:lnTo>
                    <a:pt x="63253" y="10107"/>
                  </a:lnTo>
                  <a:lnTo>
                    <a:pt x="28394" y="20444"/>
                  </a:lnTo>
                  <a:lnTo>
                    <a:pt x="0" y="35627"/>
                  </a:lnTo>
                  <a:lnTo>
                    <a:pt x="28394" y="19670"/>
                  </a:lnTo>
                  <a:lnTo>
                    <a:pt x="63253" y="8412"/>
                  </a:lnTo>
                  <a:lnTo>
                    <a:pt x="104577" y="1856"/>
                  </a:lnTo>
                  <a:lnTo>
                    <a:pt x="152364" y="0"/>
                  </a:lnTo>
                  <a:lnTo>
                    <a:pt x="206617" y="2844"/>
                  </a:lnTo>
                  <a:lnTo>
                    <a:pt x="267333" y="10388"/>
                  </a:lnTo>
                  <a:lnTo>
                    <a:pt x="327449" y="23117"/>
                  </a:lnTo>
                  <a:lnTo>
                    <a:pt x="379900" y="38152"/>
                  </a:lnTo>
                  <a:lnTo>
                    <a:pt x="424686" y="55493"/>
                  </a:lnTo>
                  <a:lnTo>
                    <a:pt x="461807" y="75140"/>
                  </a:lnTo>
                  <a:lnTo>
                    <a:pt x="491262" y="97093"/>
                  </a:lnTo>
                  <a:lnTo>
                    <a:pt x="513052" y="1213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3994618" y="5201923"/>
              <a:ext cx="513080" cy="121920"/>
            </a:xfrm>
            <a:custGeom>
              <a:avLst/>
              <a:gdLst/>
              <a:ahLst/>
              <a:cxnLst/>
              <a:rect l="l" t="t" r="r" b="b"/>
              <a:pathLst>
                <a:path w="513079" h="121920">
                  <a:moveTo>
                    <a:pt x="0" y="35627"/>
                  </a:moveTo>
                  <a:lnTo>
                    <a:pt x="28394" y="20444"/>
                  </a:lnTo>
                  <a:lnTo>
                    <a:pt x="63253" y="10107"/>
                  </a:lnTo>
                  <a:lnTo>
                    <a:pt x="104577" y="4618"/>
                  </a:lnTo>
                  <a:lnTo>
                    <a:pt x="152364" y="3975"/>
                  </a:lnTo>
                  <a:lnTo>
                    <a:pt x="206617" y="8180"/>
                  </a:lnTo>
                  <a:lnTo>
                    <a:pt x="267333" y="17231"/>
                  </a:lnTo>
                  <a:lnTo>
                    <a:pt x="327449" y="28286"/>
                  </a:lnTo>
                  <a:lnTo>
                    <a:pt x="379900" y="41860"/>
                  </a:lnTo>
                  <a:lnTo>
                    <a:pt x="424686" y="57954"/>
                  </a:lnTo>
                  <a:lnTo>
                    <a:pt x="461807" y="76567"/>
                  </a:lnTo>
                  <a:lnTo>
                    <a:pt x="513052" y="121352"/>
                  </a:lnTo>
                  <a:lnTo>
                    <a:pt x="491262" y="97093"/>
                  </a:lnTo>
                  <a:lnTo>
                    <a:pt x="424686" y="55493"/>
                  </a:lnTo>
                  <a:lnTo>
                    <a:pt x="379900" y="38152"/>
                  </a:lnTo>
                  <a:lnTo>
                    <a:pt x="327449" y="23117"/>
                  </a:lnTo>
                  <a:lnTo>
                    <a:pt x="267333" y="10388"/>
                  </a:lnTo>
                  <a:lnTo>
                    <a:pt x="206617" y="2844"/>
                  </a:lnTo>
                  <a:lnTo>
                    <a:pt x="152364" y="0"/>
                  </a:lnTo>
                  <a:lnTo>
                    <a:pt x="104577" y="1856"/>
                  </a:lnTo>
                  <a:lnTo>
                    <a:pt x="63253" y="8412"/>
                  </a:lnTo>
                  <a:lnTo>
                    <a:pt x="28394" y="19670"/>
                  </a:lnTo>
                  <a:lnTo>
                    <a:pt x="0" y="3562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5576219" y="5217571"/>
              <a:ext cx="330835" cy="106045"/>
            </a:xfrm>
            <a:custGeom>
              <a:avLst/>
              <a:gdLst/>
              <a:ahLst/>
              <a:cxnLst/>
              <a:rect l="l" t="t" r="r" b="b"/>
              <a:pathLst>
                <a:path w="330835" h="106045">
                  <a:moveTo>
                    <a:pt x="330575" y="105704"/>
                  </a:moveTo>
                  <a:lnTo>
                    <a:pt x="274859" y="54747"/>
                  </a:lnTo>
                  <a:lnTo>
                    <a:pt x="231387" y="34985"/>
                  </a:lnTo>
                  <a:lnTo>
                    <a:pt x="177505" y="19034"/>
                  </a:lnTo>
                  <a:lnTo>
                    <a:pt x="122096" y="6842"/>
                  </a:lnTo>
                  <a:lnTo>
                    <a:pt x="74043" y="2936"/>
                  </a:lnTo>
                  <a:lnTo>
                    <a:pt x="33344" y="7315"/>
                  </a:lnTo>
                  <a:lnTo>
                    <a:pt x="0" y="19979"/>
                  </a:lnTo>
                  <a:lnTo>
                    <a:pt x="33344" y="5940"/>
                  </a:lnTo>
                  <a:lnTo>
                    <a:pt x="74043" y="0"/>
                  </a:lnTo>
                  <a:lnTo>
                    <a:pt x="122096" y="2159"/>
                  </a:lnTo>
                  <a:lnTo>
                    <a:pt x="177505" y="12419"/>
                  </a:lnTo>
                  <a:lnTo>
                    <a:pt x="231387" y="30698"/>
                  </a:lnTo>
                  <a:lnTo>
                    <a:pt x="274859" y="52339"/>
                  </a:lnTo>
                  <a:lnTo>
                    <a:pt x="307922" y="77341"/>
                  </a:lnTo>
                  <a:lnTo>
                    <a:pt x="330575" y="1057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5576219" y="5217571"/>
              <a:ext cx="330835" cy="106045"/>
            </a:xfrm>
            <a:custGeom>
              <a:avLst/>
              <a:gdLst/>
              <a:ahLst/>
              <a:cxnLst/>
              <a:rect l="l" t="t" r="r" b="b"/>
              <a:pathLst>
                <a:path w="330835" h="106045">
                  <a:moveTo>
                    <a:pt x="0" y="19979"/>
                  </a:moveTo>
                  <a:lnTo>
                    <a:pt x="33344" y="7315"/>
                  </a:lnTo>
                  <a:lnTo>
                    <a:pt x="74043" y="2936"/>
                  </a:lnTo>
                  <a:lnTo>
                    <a:pt x="122096" y="6842"/>
                  </a:lnTo>
                  <a:lnTo>
                    <a:pt x="177505" y="19034"/>
                  </a:lnTo>
                  <a:lnTo>
                    <a:pt x="231387" y="34985"/>
                  </a:lnTo>
                  <a:lnTo>
                    <a:pt x="274859" y="54747"/>
                  </a:lnTo>
                  <a:lnTo>
                    <a:pt x="307922" y="78320"/>
                  </a:lnTo>
                  <a:lnTo>
                    <a:pt x="330575" y="105704"/>
                  </a:lnTo>
                  <a:lnTo>
                    <a:pt x="307922" y="77341"/>
                  </a:lnTo>
                  <a:lnTo>
                    <a:pt x="274859" y="52339"/>
                  </a:lnTo>
                  <a:lnTo>
                    <a:pt x="231387" y="30698"/>
                  </a:lnTo>
                  <a:lnTo>
                    <a:pt x="177505" y="12419"/>
                  </a:lnTo>
                  <a:lnTo>
                    <a:pt x="122096" y="2159"/>
                  </a:lnTo>
                  <a:lnTo>
                    <a:pt x="74043" y="0"/>
                  </a:lnTo>
                  <a:lnTo>
                    <a:pt x="33344" y="5940"/>
                  </a:lnTo>
                  <a:lnTo>
                    <a:pt x="0" y="1997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6647989" y="5238577"/>
              <a:ext cx="330835" cy="85090"/>
            </a:xfrm>
            <a:custGeom>
              <a:avLst/>
              <a:gdLst/>
              <a:ahLst/>
              <a:cxnLst/>
              <a:rect l="l" t="t" r="r" b="b"/>
              <a:pathLst>
                <a:path w="330834" h="85089">
                  <a:moveTo>
                    <a:pt x="330575" y="84699"/>
                  </a:moveTo>
                  <a:lnTo>
                    <a:pt x="271742" y="39276"/>
                  </a:lnTo>
                  <a:lnTo>
                    <a:pt x="227533" y="23458"/>
                  </a:lnTo>
                  <a:lnTo>
                    <a:pt x="173462" y="12235"/>
                  </a:lnTo>
                  <a:lnTo>
                    <a:pt x="118369" y="4718"/>
                  </a:lnTo>
                  <a:lnTo>
                    <a:pt x="71094" y="4765"/>
                  </a:lnTo>
                  <a:lnTo>
                    <a:pt x="31638" y="12375"/>
                  </a:lnTo>
                  <a:lnTo>
                    <a:pt x="0" y="27549"/>
                  </a:lnTo>
                  <a:lnTo>
                    <a:pt x="31638" y="11052"/>
                  </a:lnTo>
                  <a:lnTo>
                    <a:pt x="71094" y="1869"/>
                  </a:lnTo>
                  <a:lnTo>
                    <a:pt x="118369" y="0"/>
                  </a:lnTo>
                  <a:lnTo>
                    <a:pt x="173462" y="5444"/>
                  </a:lnTo>
                  <a:lnTo>
                    <a:pt x="227533" y="19004"/>
                  </a:lnTo>
                  <a:lnTo>
                    <a:pt x="271742" y="36733"/>
                  </a:lnTo>
                  <a:lnTo>
                    <a:pt x="306089" y="58631"/>
                  </a:lnTo>
                  <a:lnTo>
                    <a:pt x="330575" y="84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6647989" y="5238577"/>
              <a:ext cx="330835" cy="85090"/>
            </a:xfrm>
            <a:custGeom>
              <a:avLst/>
              <a:gdLst/>
              <a:ahLst/>
              <a:cxnLst/>
              <a:rect l="l" t="t" r="r" b="b"/>
              <a:pathLst>
                <a:path w="330834" h="85089">
                  <a:moveTo>
                    <a:pt x="0" y="27549"/>
                  </a:moveTo>
                  <a:lnTo>
                    <a:pt x="31638" y="12375"/>
                  </a:lnTo>
                  <a:lnTo>
                    <a:pt x="71094" y="4765"/>
                  </a:lnTo>
                  <a:lnTo>
                    <a:pt x="118369" y="4718"/>
                  </a:lnTo>
                  <a:lnTo>
                    <a:pt x="173462" y="12235"/>
                  </a:lnTo>
                  <a:lnTo>
                    <a:pt x="227533" y="23458"/>
                  </a:lnTo>
                  <a:lnTo>
                    <a:pt x="271742" y="39276"/>
                  </a:lnTo>
                  <a:lnTo>
                    <a:pt x="306089" y="59690"/>
                  </a:lnTo>
                  <a:lnTo>
                    <a:pt x="330575" y="84699"/>
                  </a:lnTo>
                  <a:lnTo>
                    <a:pt x="306089" y="58631"/>
                  </a:lnTo>
                  <a:lnTo>
                    <a:pt x="271742" y="36733"/>
                  </a:lnTo>
                  <a:lnTo>
                    <a:pt x="227533" y="19004"/>
                  </a:lnTo>
                  <a:lnTo>
                    <a:pt x="173462" y="5444"/>
                  </a:lnTo>
                  <a:lnTo>
                    <a:pt x="118369" y="0"/>
                  </a:lnTo>
                  <a:lnTo>
                    <a:pt x="71094" y="1869"/>
                  </a:lnTo>
                  <a:lnTo>
                    <a:pt x="31638" y="11052"/>
                  </a:lnTo>
                  <a:lnTo>
                    <a:pt x="0" y="2754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8" name="object 168"/>
          <p:cNvSpPr txBox="1"/>
          <p:nvPr/>
        </p:nvSpPr>
        <p:spPr>
          <a:xfrm>
            <a:off x="266700" y="4458089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102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179387" y="6015405"/>
            <a:ext cx="4698365" cy="1651635"/>
            <a:chOff x="179387" y="6015405"/>
            <a:chExt cx="4698365" cy="1651635"/>
          </a:xfrm>
        </p:grpSpPr>
        <p:sp>
          <p:nvSpPr>
            <p:cNvPr id="170" name="object 170"/>
            <p:cNvSpPr/>
            <p:nvPr/>
          </p:nvSpPr>
          <p:spPr>
            <a:xfrm>
              <a:off x="179387" y="6213535"/>
              <a:ext cx="634365" cy="1453515"/>
            </a:xfrm>
            <a:custGeom>
              <a:avLst/>
              <a:gdLst/>
              <a:ahLst/>
              <a:cxnLst/>
              <a:rect l="l" t="t" r="r" b="b"/>
              <a:pathLst>
                <a:path w="634365" h="1453515">
                  <a:moveTo>
                    <a:pt x="68859" y="76339"/>
                  </a:moveTo>
                  <a:lnTo>
                    <a:pt x="53428" y="112560"/>
                  </a:lnTo>
                  <a:lnTo>
                    <a:pt x="34315" y="166497"/>
                  </a:lnTo>
                  <a:lnTo>
                    <a:pt x="20281" y="220332"/>
                  </a:lnTo>
                  <a:lnTo>
                    <a:pt x="9639" y="286092"/>
                  </a:lnTo>
                  <a:lnTo>
                    <a:pt x="6286" y="345846"/>
                  </a:lnTo>
                  <a:lnTo>
                    <a:pt x="7175" y="374586"/>
                  </a:lnTo>
                  <a:lnTo>
                    <a:pt x="8991" y="403225"/>
                  </a:lnTo>
                  <a:lnTo>
                    <a:pt x="11747" y="431761"/>
                  </a:lnTo>
                  <a:lnTo>
                    <a:pt x="15430" y="460184"/>
                  </a:lnTo>
                  <a:lnTo>
                    <a:pt x="35039" y="583755"/>
                  </a:lnTo>
                  <a:lnTo>
                    <a:pt x="37287" y="599871"/>
                  </a:lnTo>
                  <a:lnTo>
                    <a:pt x="39039" y="615137"/>
                  </a:lnTo>
                  <a:lnTo>
                    <a:pt x="40284" y="629539"/>
                  </a:lnTo>
                  <a:lnTo>
                    <a:pt x="41148" y="650595"/>
                  </a:lnTo>
                  <a:lnTo>
                    <a:pt x="40284" y="667791"/>
                  </a:lnTo>
                  <a:lnTo>
                    <a:pt x="29425" y="715073"/>
                  </a:lnTo>
                  <a:lnTo>
                    <a:pt x="8686" y="752144"/>
                  </a:lnTo>
                  <a:lnTo>
                    <a:pt x="0" y="762355"/>
                  </a:lnTo>
                  <a:lnTo>
                    <a:pt x="0" y="767511"/>
                  </a:lnTo>
                  <a:lnTo>
                    <a:pt x="23406" y="803617"/>
                  </a:lnTo>
                  <a:lnTo>
                    <a:pt x="37465" y="845489"/>
                  </a:lnTo>
                  <a:lnTo>
                    <a:pt x="41148" y="882700"/>
                  </a:lnTo>
                  <a:lnTo>
                    <a:pt x="40474" y="900836"/>
                  </a:lnTo>
                  <a:lnTo>
                    <a:pt x="38785" y="920851"/>
                  </a:lnTo>
                  <a:lnTo>
                    <a:pt x="36055" y="942746"/>
                  </a:lnTo>
                  <a:lnTo>
                    <a:pt x="15430" y="1072692"/>
                  </a:lnTo>
                  <a:lnTo>
                    <a:pt x="11747" y="1101267"/>
                  </a:lnTo>
                  <a:lnTo>
                    <a:pt x="8991" y="1129855"/>
                  </a:lnTo>
                  <a:lnTo>
                    <a:pt x="7175" y="1158443"/>
                  </a:lnTo>
                  <a:lnTo>
                    <a:pt x="6286" y="1187018"/>
                  </a:lnTo>
                  <a:lnTo>
                    <a:pt x="7048" y="1216113"/>
                  </a:lnTo>
                  <a:lnTo>
                    <a:pt x="14046" y="1278661"/>
                  </a:lnTo>
                  <a:lnTo>
                    <a:pt x="28676" y="1346542"/>
                  </a:lnTo>
                  <a:lnTo>
                    <a:pt x="52959" y="1417027"/>
                  </a:lnTo>
                  <a:lnTo>
                    <a:pt x="68859" y="1453083"/>
                  </a:lnTo>
                  <a:lnTo>
                    <a:pt x="68859" y="1448358"/>
                  </a:lnTo>
                  <a:lnTo>
                    <a:pt x="60032" y="1424990"/>
                  </a:lnTo>
                  <a:lnTo>
                    <a:pt x="52146" y="1401724"/>
                  </a:lnTo>
                  <a:lnTo>
                    <a:pt x="39141" y="1355509"/>
                  </a:lnTo>
                  <a:lnTo>
                    <a:pt x="31140" y="1307261"/>
                  </a:lnTo>
                  <a:lnTo>
                    <a:pt x="29425" y="1254506"/>
                  </a:lnTo>
                  <a:lnTo>
                    <a:pt x="30886" y="1228369"/>
                  </a:lnTo>
                  <a:lnTo>
                    <a:pt x="33286" y="1201953"/>
                  </a:lnTo>
                  <a:lnTo>
                    <a:pt x="36601" y="1175283"/>
                  </a:lnTo>
                  <a:lnTo>
                    <a:pt x="40855" y="1148334"/>
                  </a:lnTo>
                  <a:lnTo>
                    <a:pt x="59143" y="1044321"/>
                  </a:lnTo>
                  <a:lnTo>
                    <a:pt x="63068" y="1019873"/>
                  </a:lnTo>
                  <a:lnTo>
                    <a:pt x="66001" y="996823"/>
                  </a:lnTo>
                  <a:lnTo>
                    <a:pt x="67932" y="975169"/>
                  </a:lnTo>
                  <a:lnTo>
                    <a:pt x="68859" y="954913"/>
                  </a:lnTo>
                  <a:lnTo>
                    <a:pt x="67983" y="921473"/>
                  </a:lnTo>
                  <a:lnTo>
                    <a:pt x="60121" y="865378"/>
                  </a:lnTo>
                  <a:lnTo>
                    <a:pt x="47218" y="829081"/>
                  </a:lnTo>
                  <a:lnTo>
                    <a:pt x="23355" y="790079"/>
                  </a:lnTo>
                  <a:lnTo>
                    <a:pt x="2286" y="764933"/>
                  </a:lnTo>
                  <a:lnTo>
                    <a:pt x="13335" y="753186"/>
                  </a:lnTo>
                  <a:lnTo>
                    <a:pt x="40284" y="716356"/>
                  </a:lnTo>
                  <a:lnTo>
                    <a:pt x="60121" y="667283"/>
                  </a:lnTo>
                  <a:lnTo>
                    <a:pt x="67983" y="611619"/>
                  </a:lnTo>
                  <a:lnTo>
                    <a:pt x="68859" y="578383"/>
                  </a:lnTo>
                  <a:lnTo>
                    <a:pt x="67932" y="557936"/>
                  </a:lnTo>
                  <a:lnTo>
                    <a:pt x="66001" y="536155"/>
                  </a:lnTo>
                  <a:lnTo>
                    <a:pt x="63068" y="513016"/>
                  </a:lnTo>
                  <a:lnTo>
                    <a:pt x="59143" y="488543"/>
                  </a:lnTo>
                  <a:lnTo>
                    <a:pt x="40284" y="381520"/>
                  </a:lnTo>
                  <a:lnTo>
                    <a:pt x="36283" y="355269"/>
                  </a:lnTo>
                  <a:lnTo>
                    <a:pt x="33147" y="329399"/>
                  </a:lnTo>
                  <a:lnTo>
                    <a:pt x="30848" y="303911"/>
                  </a:lnTo>
                  <a:lnTo>
                    <a:pt x="29425" y="278790"/>
                  </a:lnTo>
                  <a:lnTo>
                    <a:pt x="29502" y="251815"/>
                  </a:lnTo>
                  <a:lnTo>
                    <a:pt x="34353" y="201104"/>
                  </a:lnTo>
                  <a:lnTo>
                    <a:pt x="46139" y="150329"/>
                  </a:lnTo>
                  <a:lnTo>
                    <a:pt x="60426" y="104762"/>
                  </a:lnTo>
                  <a:lnTo>
                    <a:pt x="68859" y="81495"/>
                  </a:lnTo>
                  <a:lnTo>
                    <a:pt x="68859" y="76339"/>
                  </a:lnTo>
                  <a:close/>
                </a:path>
                <a:path w="634365" h="1453515">
                  <a:moveTo>
                    <a:pt x="6342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83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09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451800"/>
                  </a:lnTo>
                  <a:lnTo>
                    <a:pt x="94449" y="1451800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634238" y="309372"/>
                  </a:lnTo>
                  <a:lnTo>
                    <a:pt x="6342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58" y="252222"/>
                  </a:lnTo>
                  <a:lnTo>
                    <a:pt x="634238" y="252222"/>
                  </a:lnTo>
                  <a:lnTo>
                    <a:pt x="6342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68452" y="244348"/>
                  </a:lnTo>
                  <a:lnTo>
                    <a:pt x="268439" y="244157"/>
                  </a:lnTo>
                  <a:lnTo>
                    <a:pt x="267639" y="235038"/>
                  </a:lnTo>
                  <a:lnTo>
                    <a:pt x="252869" y="205130"/>
                  </a:lnTo>
                  <a:lnTo>
                    <a:pt x="252869" y="253873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73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49"/>
                  </a:lnTo>
                  <a:lnTo>
                    <a:pt x="189230" y="272643"/>
                  </a:lnTo>
                  <a:lnTo>
                    <a:pt x="194894" y="276250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73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634238" y="195072"/>
                  </a:lnTo>
                  <a:lnTo>
                    <a:pt x="6342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57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634238" y="137922"/>
                  </a:lnTo>
                  <a:lnTo>
                    <a:pt x="6342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634238" y="80772"/>
                  </a:lnTo>
                  <a:lnTo>
                    <a:pt x="6342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1" name="object 171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505142" y="6202857"/>
              <a:ext cx="273748" cy="296036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813625" y="6178864"/>
              <a:ext cx="1673225" cy="509905"/>
            </a:xfrm>
            <a:custGeom>
              <a:avLst/>
              <a:gdLst/>
              <a:ahLst/>
              <a:cxnLst/>
              <a:rect l="l" t="t" r="r" b="b"/>
              <a:pathLst>
                <a:path w="1673225" h="509904">
                  <a:moveTo>
                    <a:pt x="1672882" y="109728"/>
                  </a:moveTo>
                  <a:lnTo>
                    <a:pt x="1319822" y="109728"/>
                  </a:lnTo>
                  <a:lnTo>
                    <a:pt x="1321193" y="103441"/>
                  </a:lnTo>
                  <a:lnTo>
                    <a:pt x="1321955" y="94678"/>
                  </a:lnTo>
                  <a:lnTo>
                    <a:pt x="1319085" y="87718"/>
                  </a:lnTo>
                  <a:lnTo>
                    <a:pt x="1318996" y="87528"/>
                  </a:lnTo>
                  <a:lnTo>
                    <a:pt x="1313472" y="82956"/>
                  </a:lnTo>
                  <a:lnTo>
                    <a:pt x="1313472" y="92290"/>
                  </a:lnTo>
                  <a:lnTo>
                    <a:pt x="1313472" y="95910"/>
                  </a:lnTo>
                  <a:lnTo>
                    <a:pt x="1311478" y="100101"/>
                  </a:lnTo>
                  <a:lnTo>
                    <a:pt x="1307477" y="104863"/>
                  </a:lnTo>
                  <a:lnTo>
                    <a:pt x="1301864" y="109728"/>
                  </a:lnTo>
                  <a:lnTo>
                    <a:pt x="1295273" y="109728"/>
                  </a:lnTo>
                  <a:lnTo>
                    <a:pt x="1295273" y="115443"/>
                  </a:lnTo>
                  <a:lnTo>
                    <a:pt x="1264615" y="130771"/>
                  </a:lnTo>
                  <a:lnTo>
                    <a:pt x="1260614" y="130581"/>
                  </a:lnTo>
                  <a:lnTo>
                    <a:pt x="1256893" y="130238"/>
                  </a:lnTo>
                  <a:lnTo>
                    <a:pt x="1256893" y="121158"/>
                  </a:lnTo>
                  <a:lnTo>
                    <a:pt x="1255915" y="121158"/>
                  </a:lnTo>
                  <a:lnTo>
                    <a:pt x="1256106" y="120370"/>
                  </a:lnTo>
                  <a:lnTo>
                    <a:pt x="1259001" y="115443"/>
                  </a:lnTo>
                  <a:lnTo>
                    <a:pt x="1295273" y="115443"/>
                  </a:lnTo>
                  <a:lnTo>
                    <a:pt x="1295273" y="109728"/>
                  </a:lnTo>
                  <a:lnTo>
                    <a:pt x="1264183" y="109728"/>
                  </a:lnTo>
                  <a:lnTo>
                    <a:pt x="1275092" y="100863"/>
                  </a:lnTo>
                  <a:lnTo>
                    <a:pt x="1280896" y="97155"/>
                  </a:lnTo>
                  <a:lnTo>
                    <a:pt x="1288326" y="93154"/>
                  </a:lnTo>
                  <a:lnTo>
                    <a:pt x="1295946" y="89344"/>
                  </a:lnTo>
                  <a:lnTo>
                    <a:pt x="1302613" y="87718"/>
                  </a:lnTo>
                  <a:lnTo>
                    <a:pt x="1308328" y="88290"/>
                  </a:lnTo>
                  <a:lnTo>
                    <a:pt x="1311186" y="88671"/>
                  </a:lnTo>
                  <a:lnTo>
                    <a:pt x="1312900" y="90004"/>
                  </a:lnTo>
                  <a:lnTo>
                    <a:pt x="1313472" y="92290"/>
                  </a:lnTo>
                  <a:lnTo>
                    <a:pt x="1313472" y="82956"/>
                  </a:lnTo>
                  <a:lnTo>
                    <a:pt x="1312329" y="82003"/>
                  </a:lnTo>
                  <a:lnTo>
                    <a:pt x="1307185" y="79146"/>
                  </a:lnTo>
                  <a:lnTo>
                    <a:pt x="1301381" y="78003"/>
                  </a:lnTo>
                  <a:lnTo>
                    <a:pt x="1294904" y="78574"/>
                  </a:lnTo>
                  <a:lnTo>
                    <a:pt x="1256880" y="95186"/>
                  </a:lnTo>
                  <a:lnTo>
                    <a:pt x="1248371" y="109728"/>
                  </a:lnTo>
                  <a:lnTo>
                    <a:pt x="1247178" y="109728"/>
                  </a:lnTo>
                  <a:lnTo>
                    <a:pt x="1247178" y="115443"/>
                  </a:lnTo>
                  <a:lnTo>
                    <a:pt x="1246225" y="124206"/>
                  </a:lnTo>
                  <a:lnTo>
                    <a:pt x="1246898" y="125831"/>
                  </a:lnTo>
                  <a:lnTo>
                    <a:pt x="1246898" y="338328"/>
                  </a:lnTo>
                  <a:lnTo>
                    <a:pt x="1175461" y="338328"/>
                  </a:lnTo>
                  <a:lnTo>
                    <a:pt x="1175461" y="286893"/>
                  </a:lnTo>
                  <a:lnTo>
                    <a:pt x="1246898" y="286893"/>
                  </a:lnTo>
                  <a:lnTo>
                    <a:pt x="1246898" y="281178"/>
                  </a:lnTo>
                  <a:lnTo>
                    <a:pt x="1175461" y="281178"/>
                  </a:lnTo>
                  <a:lnTo>
                    <a:pt x="1175461" y="229743"/>
                  </a:lnTo>
                  <a:lnTo>
                    <a:pt x="1246898" y="229743"/>
                  </a:lnTo>
                  <a:lnTo>
                    <a:pt x="1246898" y="224028"/>
                  </a:lnTo>
                  <a:lnTo>
                    <a:pt x="1175461" y="224028"/>
                  </a:lnTo>
                  <a:lnTo>
                    <a:pt x="1175461" y="172593"/>
                  </a:lnTo>
                  <a:lnTo>
                    <a:pt x="1246898" y="172593"/>
                  </a:lnTo>
                  <a:lnTo>
                    <a:pt x="1246898" y="166878"/>
                  </a:lnTo>
                  <a:lnTo>
                    <a:pt x="1175461" y="166878"/>
                  </a:lnTo>
                  <a:lnTo>
                    <a:pt x="1175461" y="115443"/>
                  </a:lnTo>
                  <a:lnTo>
                    <a:pt x="1247178" y="115443"/>
                  </a:lnTo>
                  <a:lnTo>
                    <a:pt x="1247178" y="109728"/>
                  </a:lnTo>
                  <a:lnTo>
                    <a:pt x="1166888" y="109728"/>
                  </a:lnTo>
                  <a:lnTo>
                    <a:pt x="1166888" y="115443"/>
                  </a:lnTo>
                  <a:lnTo>
                    <a:pt x="1166888" y="166878"/>
                  </a:lnTo>
                  <a:lnTo>
                    <a:pt x="1166888" y="338328"/>
                  </a:lnTo>
                  <a:lnTo>
                    <a:pt x="1162761" y="338328"/>
                  </a:lnTo>
                  <a:lnTo>
                    <a:pt x="663498" y="338328"/>
                  </a:lnTo>
                  <a:lnTo>
                    <a:pt x="663498" y="286893"/>
                  </a:lnTo>
                  <a:lnTo>
                    <a:pt x="858824" y="286893"/>
                  </a:lnTo>
                  <a:lnTo>
                    <a:pt x="995730" y="309753"/>
                  </a:lnTo>
                  <a:lnTo>
                    <a:pt x="1005738" y="309753"/>
                  </a:lnTo>
                  <a:lnTo>
                    <a:pt x="1005738" y="286893"/>
                  </a:lnTo>
                  <a:lnTo>
                    <a:pt x="1162761" y="286893"/>
                  </a:lnTo>
                  <a:lnTo>
                    <a:pt x="1166888" y="286893"/>
                  </a:lnTo>
                  <a:lnTo>
                    <a:pt x="1166888" y="281178"/>
                  </a:lnTo>
                  <a:lnTo>
                    <a:pt x="1162761" y="281178"/>
                  </a:lnTo>
                  <a:lnTo>
                    <a:pt x="1005738" y="281178"/>
                  </a:lnTo>
                  <a:lnTo>
                    <a:pt x="1005738" y="229743"/>
                  </a:lnTo>
                  <a:lnTo>
                    <a:pt x="1162761" y="229743"/>
                  </a:lnTo>
                  <a:lnTo>
                    <a:pt x="1166888" y="229743"/>
                  </a:lnTo>
                  <a:lnTo>
                    <a:pt x="1166888" y="224028"/>
                  </a:lnTo>
                  <a:lnTo>
                    <a:pt x="1162761" y="224028"/>
                  </a:lnTo>
                  <a:lnTo>
                    <a:pt x="1005738" y="224028"/>
                  </a:lnTo>
                  <a:lnTo>
                    <a:pt x="1005738" y="172593"/>
                  </a:lnTo>
                  <a:lnTo>
                    <a:pt x="1162761" y="172593"/>
                  </a:lnTo>
                  <a:lnTo>
                    <a:pt x="1166888" y="172593"/>
                  </a:lnTo>
                  <a:lnTo>
                    <a:pt x="1166888" y="166878"/>
                  </a:lnTo>
                  <a:lnTo>
                    <a:pt x="1162761" y="166878"/>
                  </a:lnTo>
                  <a:lnTo>
                    <a:pt x="1030058" y="166878"/>
                  </a:lnTo>
                  <a:lnTo>
                    <a:pt x="1065390" y="144018"/>
                  </a:lnTo>
                  <a:lnTo>
                    <a:pt x="1070025" y="129438"/>
                  </a:lnTo>
                  <a:lnTo>
                    <a:pt x="1069835" y="122199"/>
                  </a:lnTo>
                  <a:lnTo>
                    <a:pt x="1067269" y="116967"/>
                  </a:lnTo>
                  <a:lnTo>
                    <a:pt x="1064933" y="115443"/>
                  </a:lnTo>
                  <a:lnTo>
                    <a:pt x="1162761" y="115443"/>
                  </a:lnTo>
                  <a:lnTo>
                    <a:pt x="1166888" y="115443"/>
                  </a:lnTo>
                  <a:lnTo>
                    <a:pt x="1166888" y="109728"/>
                  </a:lnTo>
                  <a:lnTo>
                    <a:pt x="1162761" y="109728"/>
                  </a:lnTo>
                  <a:lnTo>
                    <a:pt x="1056297" y="109728"/>
                  </a:lnTo>
                  <a:lnTo>
                    <a:pt x="1051267" y="108394"/>
                  </a:lnTo>
                  <a:lnTo>
                    <a:pt x="1042885" y="108585"/>
                  </a:lnTo>
                  <a:lnTo>
                    <a:pt x="1034948" y="109550"/>
                  </a:lnTo>
                  <a:lnTo>
                    <a:pt x="1034338" y="109728"/>
                  </a:lnTo>
                  <a:lnTo>
                    <a:pt x="1019721" y="109728"/>
                  </a:lnTo>
                  <a:lnTo>
                    <a:pt x="1019721" y="115443"/>
                  </a:lnTo>
                  <a:lnTo>
                    <a:pt x="1019517" y="115544"/>
                  </a:lnTo>
                  <a:lnTo>
                    <a:pt x="1012024" y="120586"/>
                  </a:lnTo>
                  <a:lnTo>
                    <a:pt x="1010678" y="121754"/>
                  </a:lnTo>
                  <a:lnTo>
                    <a:pt x="1010678" y="166878"/>
                  </a:lnTo>
                  <a:lnTo>
                    <a:pt x="1005738" y="166878"/>
                  </a:lnTo>
                  <a:lnTo>
                    <a:pt x="1005738" y="164350"/>
                  </a:lnTo>
                  <a:lnTo>
                    <a:pt x="1007732" y="165925"/>
                  </a:lnTo>
                  <a:lnTo>
                    <a:pt x="1010678" y="166878"/>
                  </a:lnTo>
                  <a:lnTo>
                    <a:pt x="1010678" y="121754"/>
                  </a:lnTo>
                  <a:lnTo>
                    <a:pt x="1005319" y="126390"/>
                  </a:lnTo>
                  <a:lnTo>
                    <a:pt x="1000379" y="132651"/>
                  </a:lnTo>
                  <a:lnTo>
                    <a:pt x="997178" y="139382"/>
                  </a:lnTo>
                  <a:lnTo>
                    <a:pt x="995730" y="146583"/>
                  </a:lnTo>
                  <a:lnTo>
                    <a:pt x="995819" y="149733"/>
                  </a:lnTo>
                  <a:lnTo>
                    <a:pt x="995730" y="149733"/>
                  </a:lnTo>
                  <a:lnTo>
                    <a:pt x="995730" y="280784"/>
                  </a:lnTo>
                  <a:lnTo>
                    <a:pt x="834618" y="253885"/>
                  </a:lnTo>
                  <a:lnTo>
                    <a:pt x="834618" y="229743"/>
                  </a:lnTo>
                  <a:lnTo>
                    <a:pt x="995730" y="229743"/>
                  </a:lnTo>
                  <a:lnTo>
                    <a:pt x="995730" y="224028"/>
                  </a:lnTo>
                  <a:lnTo>
                    <a:pt x="834618" y="224028"/>
                  </a:lnTo>
                  <a:lnTo>
                    <a:pt x="834618" y="172593"/>
                  </a:lnTo>
                  <a:lnTo>
                    <a:pt x="995730" y="172593"/>
                  </a:lnTo>
                  <a:lnTo>
                    <a:pt x="995730" y="166878"/>
                  </a:lnTo>
                  <a:lnTo>
                    <a:pt x="834618" y="166878"/>
                  </a:lnTo>
                  <a:lnTo>
                    <a:pt x="834618" y="115443"/>
                  </a:lnTo>
                  <a:lnTo>
                    <a:pt x="1019721" y="115443"/>
                  </a:lnTo>
                  <a:lnTo>
                    <a:pt x="1019721" y="109728"/>
                  </a:lnTo>
                  <a:lnTo>
                    <a:pt x="858939" y="109728"/>
                  </a:lnTo>
                  <a:lnTo>
                    <a:pt x="866546" y="107657"/>
                  </a:lnTo>
                  <a:lnTo>
                    <a:pt x="874674" y="104063"/>
                  </a:lnTo>
                  <a:lnTo>
                    <a:pt x="898906" y="72288"/>
                  </a:lnTo>
                  <a:lnTo>
                    <a:pt x="898715" y="65049"/>
                  </a:lnTo>
                  <a:lnTo>
                    <a:pt x="896150" y="59817"/>
                  </a:lnTo>
                  <a:lnTo>
                    <a:pt x="891197" y="56578"/>
                  </a:lnTo>
                  <a:lnTo>
                    <a:pt x="886625" y="52959"/>
                  </a:lnTo>
                  <a:lnTo>
                    <a:pt x="880148" y="51244"/>
                  </a:lnTo>
                  <a:lnTo>
                    <a:pt x="871766" y="51435"/>
                  </a:lnTo>
                  <a:lnTo>
                    <a:pt x="863828" y="52400"/>
                  </a:lnTo>
                  <a:lnTo>
                    <a:pt x="856043" y="54711"/>
                  </a:lnTo>
                  <a:lnTo>
                    <a:pt x="848398" y="58394"/>
                  </a:lnTo>
                  <a:lnTo>
                    <a:pt x="840905" y="63436"/>
                  </a:lnTo>
                  <a:lnTo>
                    <a:pt x="839558" y="64604"/>
                  </a:lnTo>
                  <a:lnTo>
                    <a:pt x="839558" y="109728"/>
                  </a:lnTo>
                  <a:lnTo>
                    <a:pt x="834618" y="109728"/>
                  </a:lnTo>
                  <a:lnTo>
                    <a:pt x="834618" y="107200"/>
                  </a:lnTo>
                  <a:lnTo>
                    <a:pt x="836612" y="108775"/>
                  </a:lnTo>
                  <a:lnTo>
                    <a:pt x="839558" y="109728"/>
                  </a:lnTo>
                  <a:lnTo>
                    <a:pt x="839558" y="64604"/>
                  </a:lnTo>
                  <a:lnTo>
                    <a:pt x="834199" y="69240"/>
                  </a:lnTo>
                  <a:lnTo>
                    <a:pt x="829259" y="75501"/>
                  </a:lnTo>
                  <a:lnTo>
                    <a:pt x="826058" y="82232"/>
                  </a:lnTo>
                  <a:lnTo>
                    <a:pt x="824611" y="89433"/>
                  </a:lnTo>
                  <a:lnTo>
                    <a:pt x="824699" y="92583"/>
                  </a:lnTo>
                  <a:lnTo>
                    <a:pt x="824611" y="92583"/>
                  </a:lnTo>
                  <a:lnTo>
                    <a:pt x="824611" y="281178"/>
                  </a:lnTo>
                  <a:lnTo>
                    <a:pt x="663498" y="281178"/>
                  </a:lnTo>
                  <a:lnTo>
                    <a:pt x="663498" y="229743"/>
                  </a:lnTo>
                  <a:lnTo>
                    <a:pt x="824611" y="229743"/>
                  </a:lnTo>
                  <a:lnTo>
                    <a:pt x="824611" y="224028"/>
                  </a:lnTo>
                  <a:lnTo>
                    <a:pt x="663498" y="224028"/>
                  </a:lnTo>
                  <a:lnTo>
                    <a:pt x="663498" y="172593"/>
                  </a:lnTo>
                  <a:lnTo>
                    <a:pt x="824611" y="172593"/>
                  </a:lnTo>
                  <a:lnTo>
                    <a:pt x="824611" y="166878"/>
                  </a:lnTo>
                  <a:lnTo>
                    <a:pt x="687819" y="166878"/>
                  </a:lnTo>
                  <a:lnTo>
                    <a:pt x="695426" y="164807"/>
                  </a:lnTo>
                  <a:lnTo>
                    <a:pt x="703554" y="161213"/>
                  </a:lnTo>
                  <a:lnTo>
                    <a:pt x="727786" y="129438"/>
                  </a:lnTo>
                  <a:lnTo>
                    <a:pt x="727595" y="122199"/>
                  </a:lnTo>
                  <a:lnTo>
                    <a:pt x="725030" y="116967"/>
                  </a:lnTo>
                  <a:lnTo>
                    <a:pt x="722693" y="115443"/>
                  </a:lnTo>
                  <a:lnTo>
                    <a:pt x="768604" y="115443"/>
                  </a:lnTo>
                  <a:lnTo>
                    <a:pt x="768604" y="121729"/>
                  </a:lnTo>
                  <a:lnTo>
                    <a:pt x="793508" y="115443"/>
                  </a:lnTo>
                  <a:lnTo>
                    <a:pt x="801471" y="115443"/>
                  </a:lnTo>
                  <a:lnTo>
                    <a:pt x="801471" y="160591"/>
                  </a:lnTo>
                  <a:lnTo>
                    <a:pt x="808609" y="160591"/>
                  </a:lnTo>
                  <a:lnTo>
                    <a:pt x="808609" y="115443"/>
                  </a:lnTo>
                  <a:lnTo>
                    <a:pt x="824611" y="115443"/>
                  </a:lnTo>
                  <a:lnTo>
                    <a:pt x="824611" y="109728"/>
                  </a:lnTo>
                  <a:lnTo>
                    <a:pt x="808609" y="109728"/>
                  </a:lnTo>
                  <a:lnTo>
                    <a:pt x="808609" y="98298"/>
                  </a:lnTo>
                  <a:lnTo>
                    <a:pt x="808609" y="62572"/>
                  </a:lnTo>
                  <a:lnTo>
                    <a:pt x="808609" y="47142"/>
                  </a:lnTo>
                  <a:lnTo>
                    <a:pt x="808609" y="38862"/>
                  </a:lnTo>
                  <a:lnTo>
                    <a:pt x="801471" y="40665"/>
                  </a:lnTo>
                  <a:lnTo>
                    <a:pt x="801471" y="62572"/>
                  </a:lnTo>
                  <a:lnTo>
                    <a:pt x="801471" y="91440"/>
                  </a:lnTo>
                  <a:lnTo>
                    <a:pt x="775754" y="98298"/>
                  </a:lnTo>
                  <a:lnTo>
                    <a:pt x="775754" y="69151"/>
                  </a:lnTo>
                  <a:lnTo>
                    <a:pt x="801471" y="62572"/>
                  </a:lnTo>
                  <a:lnTo>
                    <a:pt x="801471" y="40665"/>
                  </a:lnTo>
                  <a:lnTo>
                    <a:pt x="775754" y="47142"/>
                  </a:lnTo>
                  <a:lnTo>
                    <a:pt x="775754" y="0"/>
                  </a:lnTo>
                  <a:lnTo>
                    <a:pt x="768604" y="0"/>
                  </a:lnTo>
                  <a:lnTo>
                    <a:pt x="768604" y="109728"/>
                  </a:lnTo>
                  <a:lnTo>
                    <a:pt x="714057" y="109728"/>
                  </a:lnTo>
                  <a:lnTo>
                    <a:pt x="709028" y="108394"/>
                  </a:lnTo>
                  <a:lnTo>
                    <a:pt x="700646" y="108585"/>
                  </a:lnTo>
                  <a:lnTo>
                    <a:pt x="692708" y="109550"/>
                  </a:lnTo>
                  <a:lnTo>
                    <a:pt x="692099" y="109728"/>
                  </a:lnTo>
                  <a:lnTo>
                    <a:pt x="677481" y="109728"/>
                  </a:lnTo>
                  <a:lnTo>
                    <a:pt x="677481" y="115443"/>
                  </a:lnTo>
                  <a:lnTo>
                    <a:pt x="677278" y="115544"/>
                  </a:lnTo>
                  <a:lnTo>
                    <a:pt x="669785" y="120586"/>
                  </a:lnTo>
                  <a:lnTo>
                    <a:pt x="668439" y="121754"/>
                  </a:lnTo>
                  <a:lnTo>
                    <a:pt x="668439" y="166878"/>
                  </a:lnTo>
                  <a:lnTo>
                    <a:pt x="663498" y="166878"/>
                  </a:lnTo>
                  <a:lnTo>
                    <a:pt x="663498" y="164350"/>
                  </a:lnTo>
                  <a:lnTo>
                    <a:pt x="665492" y="165925"/>
                  </a:lnTo>
                  <a:lnTo>
                    <a:pt x="668439" y="166878"/>
                  </a:lnTo>
                  <a:lnTo>
                    <a:pt x="668439" y="121754"/>
                  </a:lnTo>
                  <a:lnTo>
                    <a:pt x="663079" y="126390"/>
                  </a:lnTo>
                  <a:lnTo>
                    <a:pt x="658139" y="132651"/>
                  </a:lnTo>
                  <a:lnTo>
                    <a:pt x="654939" y="139382"/>
                  </a:lnTo>
                  <a:lnTo>
                    <a:pt x="653491" y="146583"/>
                  </a:lnTo>
                  <a:lnTo>
                    <a:pt x="653580" y="149733"/>
                  </a:lnTo>
                  <a:lnTo>
                    <a:pt x="653491" y="149733"/>
                  </a:lnTo>
                  <a:lnTo>
                    <a:pt x="653491" y="337934"/>
                  </a:lnTo>
                  <a:lnTo>
                    <a:pt x="651129" y="338328"/>
                  </a:lnTo>
                  <a:lnTo>
                    <a:pt x="616902" y="338328"/>
                  </a:lnTo>
                  <a:lnTo>
                    <a:pt x="616902" y="344043"/>
                  </a:lnTo>
                  <a:lnTo>
                    <a:pt x="492379" y="364845"/>
                  </a:lnTo>
                  <a:lnTo>
                    <a:pt x="492379" y="344043"/>
                  </a:lnTo>
                  <a:lnTo>
                    <a:pt x="616902" y="344043"/>
                  </a:lnTo>
                  <a:lnTo>
                    <a:pt x="616902" y="338328"/>
                  </a:lnTo>
                  <a:lnTo>
                    <a:pt x="492379" y="338328"/>
                  </a:lnTo>
                  <a:lnTo>
                    <a:pt x="492379" y="286893"/>
                  </a:lnTo>
                  <a:lnTo>
                    <a:pt x="653491" y="286893"/>
                  </a:lnTo>
                  <a:lnTo>
                    <a:pt x="653491" y="281178"/>
                  </a:lnTo>
                  <a:lnTo>
                    <a:pt x="492379" y="281178"/>
                  </a:lnTo>
                  <a:lnTo>
                    <a:pt x="492379" y="229743"/>
                  </a:lnTo>
                  <a:lnTo>
                    <a:pt x="653491" y="229743"/>
                  </a:lnTo>
                  <a:lnTo>
                    <a:pt x="653491" y="224028"/>
                  </a:lnTo>
                  <a:lnTo>
                    <a:pt x="516699" y="224028"/>
                  </a:lnTo>
                  <a:lnTo>
                    <a:pt x="524306" y="221957"/>
                  </a:lnTo>
                  <a:lnTo>
                    <a:pt x="532434" y="218363"/>
                  </a:lnTo>
                  <a:lnTo>
                    <a:pt x="556666" y="186588"/>
                  </a:lnTo>
                  <a:lnTo>
                    <a:pt x="556475" y="179349"/>
                  </a:lnTo>
                  <a:lnTo>
                    <a:pt x="553910" y="174117"/>
                  </a:lnTo>
                  <a:lnTo>
                    <a:pt x="551573" y="172593"/>
                  </a:lnTo>
                  <a:lnTo>
                    <a:pt x="597484" y="172593"/>
                  </a:lnTo>
                  <a:lnTo>
                    <a:pt x="597484" y="178879"/>
                  </a:lnTo>
                  <a:lnTo>
                    <a:pt x="622388" y="172593"/>
                  </a:lnTo>
                  <a:lnTo>
                    <a:pt x="630351" y="172593"/>
                  </a:lnTo>
                  <a:lnTo>
                    <a:pt x="630351" y="217741"/>
                  </a:lnTo>
                  <a:lnTo>
                    <a:pt x="637489" y="217741"/>
                  </a:lnTo>
                  <a:lnTo>
                    <a:pt x="637489" y="172593"/>
                  </a:lnTo>
                  <a:lnTo>
                    <a:pt x="653491" y="172593"/>
                  </a:lnTo>
                  <a:lnTo>
                    <a:pt x="653491" y="166878"/>
                  </a:lnTo>
                  <a:lnTo>
                    <a:pt x="637489" y="166878"/>
                  </a:lnTo>
                  <a:lnTo>
                    <a:pt x="637489" y="155448"/>
                  </a:lnTo>
                  <a:lnTo>
                    <a:pt x="637489" y="119722"/>
                  </a:lnTo>
                  <a:lnTo>
                    <a:pt x="637489" y="115443"/>
                  </a:lnTo>
                  <a:lnTo>
                    <a:pt x="677481" y="115443"/>
                  </a:lnTo>
                  <a:lnTo>
                    <a:pt x="677481" y="109728"/>
                  </a:lnTo>
                  <a:lnTo>
                    <a:pt x="637489" y="109728"/>
                  </a:lnTo>
                  <a:lnTo>
                    <a:pt x="637489" y="104292"/>
                  </a:lnTo>
                  <a:lnTo>
                    <a:pt x="637489" y="96012"/>
                  </a:lnTo>
                  <a:lnTo>
                    <a:pt x="630351" y="97815"/>
                  </a:lnTo>
                  <a:lnTo>
                    <a:pt x="630351" y="119722"/>
                  </a:lnTo>
                  <a:lnTo>
                    <a:pt x="630351" y="148590"/>
                  </a:lnTo>
                  <a:lnTo>
                    <a:pt x="604634" y="155448"/>
                  </a:lnTo>
                  <a:lnTo>
                    <a:pt x="604634" y="126301"/>
                  </a:lnTo>
                  <a:lnTo>
                    <a:pt x="630351" y="119722"/>
                  </a:lnTo>
                  <a:lnTo>
                    <a:pt x="630351" y="97815"/>
                  </a:lnTo>
                  <a:lnTo>
                    <a:pt x="604634" y="104292"/>
                  </a:lnTo>
                  <a:lnTo>
                    <a:pt x="604634" y="57150"/>
                  </a:lnTo>
                  <a:lnTo>
                    <a:pt x="597484" y="57150"/>
                  </a:lnTo>
                  <a:lnTo>
                    <a:pt x="597484" y="109728"/>
                  </a:lnTo>
                  <a:lnTo>
                    <a:pt x="597484" y="115443"/>
                  </a:lnTo>
                  <a:lnTo>
                    <a:pt x="597484" y="166878"/>
                  </a:lnTo>
                  <a:lnTo>
                    <a:pt x="542937" y="166878"/>
                  </a:lnTo>
                  <a:lnTo>
                    <a:pt x="537908" y="165544"/>
                  </a:lnTo>
                  <a:lnTo>
                    <a:pt x="529526" y="165735"/>
                  </a:lnTo>
                  <a:lnTo>
                    <a:pt x="521601" y="166700"/>
                  </a:lnTo>
                  <a:lnTo>
                    <a:pt x="520992" y="166878"/>
                  </a:lnTo>
                  <a:lnTo>
                    <a:pt x="506374" y="166878"/>
                  </a:lnTo>
                  <a:lnTo>
                    <a:pt x="506374" y="172593"/>
                  </a:lnTo>
                  <a:lnTo>
                    <a:pt x="506171" y="172694"/>
                  </a:lnTo>
                  <a:lnTo>
                    <a:pt x="498665" y="177736"/>
                  </a:lnTo>
                  <a:lnTo>
                    <a:pt x="497319" y="178904"/>
                  </a:lnTo>
                  <a:lnTo>
                    <a:pt x="497319" y="224028"/>
                  </a:lnTo>
                  <a:lnTo>
                    <a:pt x="492379" y="224028"/>
                  </a:lnTo>
                  <a:lnTo>
                    <a:pt x="492379" y="221500"/>
                  </a:lnTo>
                  <a:lnTo>
                    <a:pt x="494372" y="223075"/>
                  </a:lnTo>
                  <a:lnTo>
                    <a:pt x="497319" y="224028"/>
                  </a:lnTo>
                  <a:lnTo>
                    <a:pt x="497319" y="178904"/>
                  </a:lnTo>
                  <a:lnTo>
                    <a:pt x="491972" y="183540"/>
                  </a:lnTo>
                  <a:lnTo>
                    <a:pt x="487019" y="189801"/>
                  </a:lnTo>
                  <a:lnTo>
                    <a:pt x="483819" y="196532"/>
                  </a:lnTo>
                  <a:lnTo>
                    <a:pt x="482371" y="203733"/>
                  </a:lnTo>
                  <a:lnTo>
                    <a:pt x="482460" y="206883"/>
                  </a:lnTo>
                  <a:lnTo>
                    <a:pt x="482371" y="206883"/>
                  </a:lnTo>
                  <a:lnTo>
                    <a:pt x="482371" y="338328"/>
                  </a:lnTo>
                  <a:lnTo>
                    <a:pt x="124142" y="338328"/>
                  </a:lnTo>
                  <a:lnTo>
                    <a:pt x="124142" y="313461"/>
                  </a:lnTo>
                  <a:lnTo>
                    <a:pt x="124142" y="298323"/>
                  </a:lnTo>
                  <a:lnTo>
                    <a:pt x="124142" y="286893"/>
                  </a:lnTo>
                  <a:lnTo>
                    <a:pt x="140652" y="286893"/>
                  </a:lnTo>
                  <a:lnTo>
                    <a:pt x="140144" y="289458"/>
                  </a:lnTo>
                  <a:lnTo>
                    <a:pt x="140322" y="295935"/>
                  </a:lnTo>
                  <a:lnTo>
                    <a:pt x="142811" y="301180"/>
                  </a:lnTo>
                  <a:lnTo>
                    <a:pt x="147574" y="305181"/>
                  </a:lnTo>
                  <a:lnTo>
                    <a:pt x="152146" y="308800"/>
                  </a:lnTo>
                  <a:lnTo>
                    <a:pt x="158038" y="310705"/>
                  </a:lnTo>
                  <a:lnTo>
                    <a:pt x="165290" y="310896"/>
                  </a:lnTo>
                  <a:lnTo>
                    <a:pt x="173761" y="309943"/>
                  </a:lnTo>
                  <a:lnTo>
                    <a:pt x="209791" y="286893"/>
                  </a:lnTo>
                  <a:lnTo>
                    <a:pt x="482371" y="286893"/>
                  </a:lnTo>
                  <a:lnTo>
                    <a:pt x="482371" y="281178"/>
                  </a:lnTo>
                  <a:lnTo>
                    <a:pt x="212394" y="281178"/>
                  </a:lnTo>
                  <a:lnTo>
                    <a:pt x="212991" y="279882"/>
                  </a:lnTo>
                  <a:lnTo>
                    <a:pt x="214439" y="272313"/>
                  </a:lnTo>
                  <a:lnTo>
                    <a:pt x="214249" y="265074"/>
                  </a:lnTo>
                  <a:lnTo>
                    <a:pt x="214147" y="264871"/>
                  </a:lnTo>
                  <a:lnTo>
                    <a:pt x="214147" y="229743"/>
                  </a:lnTo>
                  <a:lnTo>
                    <a:pt x="311759" y="229743"/>
                  </a:lnTo>
                  <a:lnTo>
                    <a:pt x="311251" y="232308"/>
                  </a:lnTo>
                  <a:lnTo>
                    <a:pt x="311442" y="238785"/>
                  </a:lnTo>
                  <a:lnTo>
                    <a:pt x="336397" y="253746"/>
                  </a:lnTo>
                  <a:lnTo>
                    <a:pt x="344881" y="252793"/>
                  </a:lnTo>
                  <a:lnTo>
                    <a:pt x="380911" y="229743"/>
                  </a:lnTo>
                  <a:lnTo>
                    <a:pt x="482371" y="229743"/>
                  </a:lnTo>
                  <a:lnTo>
                    <a:pt x="482371" y="224028"/>
                  </a:lnTo>
                  <a:lnTo>
                    <a:pt x="383514" y="224028"/>
                  </a:lnTo>
                  <a:lnTo>
                    <a:pt x="384111" y="222732"/>
                  </a:lnTo>
                  <a:lnTo>
                    <a:pt x="385546" y="215163"/>
                  </a:lnTo>
                  <a:lnTo>
                    <a:pt x="385356" y="207924"/>
                  </a:lnTo>
                  <a:lnTo>
                    <a:pt x="385267" y="207746"/>
                  </a:lnTo>
                  <a:lnTo>
                    <a:pt x="385267" y="172593"/>
                  </a:lnTo>
                  <a:lnTo>
                    <a:pt x="506374" y="172593"/>
                  </a:lnTo>
                  <a:lnTo>
                    <a:pt x="506374" y="166878"/>
                  </a:lnTo>
                  <a:lnTo>
                    <a:pt x="385267" y="166878"/>
                  </a:lnTo>
                  <a:lnTo>
                    <a:pt x="385267" y="115443"/>
                  </a:lnTo>
                  <a:lnTo>
                    <a:pt x="597484" y="115443"/>
                  </a:lnTo>
                  <a:lnTo>
                    <a:pt x="597484" y="109728"/>
                  </a:lnTo>
                  <a:lnTo>
                    <a:pt x="385267" y="109728"/>
                  </a:lnTo>
                  <a:lnTo>
                    <a:pt x="385267" y="81546"/>
                  </a:lnTo>
                  <a:lnTo>
                    <a:pt x="385267" y="52578"/>
                  </a:lnTo>
                  <a:lnTo>
                    <a:pt x="375259" y="52578"/>
                  </a:lnTo>
                  <a:lnTo>
                    <a:pt x="375259" y="54254"/>
                  </a:lnTo>
                  <a:lnTo>
                    <a:pt x="375259" y="83223"/>
                  </a:lnTo>
                  <a:lnTo>
                    <a:pt x="375259" y="197421"/>
                  </a:lnTo>
                  <a:lnTo>
                    <a:pt x="373265" y="195834"/>
                  </a:lnTo>
                  <a:lnTo>
                    <a:pt x="366788" y="194119"/>
                  </a:lnTo>
                  <a:lnTo>
                    <a:pt x="358406" y="194310"/>
                  </a:lnTo>
                  <a:lnTo>
                    <a:pt x="350481" y="195275"/>
                  </a:lnTo>
                  <a:lnTo>
                    <a:pt x="315899" y="218376"/>
                  </a:lnTo>
                  <a:lnTo>
                    <a:pt x="313207" y="224028"/>
                  </a:lnTo>
                  <a:lnTo>
                    <a:pt x="214147" y="224028"/>
                  </a:lnTo>
                  <a:lnTo>
                    <a:pt x="214147" y="172593"/>
                  </a:lnTo>
                  <a:lnTo>
                    <a:pt x="375259" y="172593"/>
                  </a:lnTo>
                  <a:lnTo>
                    <a:pt x="375259" y="166878"/>
                  </a:lnTo>
                  <a:lnTo>
                    <a:pt x="214147" y="166878"/>
                  </a:lnTo>
                  <a:lnTo>
                    <a:pt x="214147" y="115443"/>
                  </a:lnTo>
                  <a:lnTo>
                    <a:pt x="375259" y="115443"/>
                  </a:lnTo>
                  <a:lnTo>
                    <a:pt x="375259" y="109728"/>
                  </a:lnTo>
                  <a:lnTo>
                    <a:pt x="216496" y="109728"/>
                  </a:lnTo>
                  <a:lnTo>
                    <a:pt x="375259" y="83223"/>
                  </a:lnTo>
                  <a:lnTo>
                    <a:pt x="375259" y="54254"/>
                  </a:lnTo>
                  <a:lnTo>
                    <a:pt x="214147" y="81153"/>
                  </a:lnTo>
                  <a:lnTo>
                    <a:pt x="204152" y="81153"/>
                  </a:lnTo>
                  <a:lnTo>
                    <a:pt x="204152" y="109728"/>
                  </a:lnTo>
                  <a:lnTo>
                    <a:pt x="0" y="109728"/>
                  </a:lnTo>
                  <a:lnTo>
                    <a:pt x="0" y="115443"/>
                  </a:lnTo>
                  <a:lnTo>
                    <a:pt x="204152" y="115443"/>
                  </a:lnTo>
                  <a:lnTo>
                    <a:pt x="204152" y="166878"/>
                  </a:lnTo>
                  <a:lnTo>
                    <a:pt x="0" y="166878"/>
                  </a:lnTo>
                  <a:lnTo>
                    <a:pt x="0" y="172593"/>
                  </a:lnTo>
                  <a:lnTo>
                    <a:pt x="204152" y="172593"/>
                  </a:lnTo>
                  <a:lnTo>
                    <a:pt x="204152" y="224028"/>
                  </a:lnTo>
                  <a:lnTo>
                    <a:pt x="204152" y="229743"/>
                  </a:lnTo>
                  <a:lnTo>
                    <a:pt x="204152" y="254584"/>
                  </a:lnTo>
                  <a:lnTo>
                    <a:pt x="202145" y="252984"/>
                  </a:lnTo>
                  <a:lnTo>
                    <a:pt x="195668" y="251269"/>
                  </a:lnTo>
                  <a:lnTo>
                    <a:pt x="187286" y="251460"/>
                  </a:lnTo>
                  <a:lnTo>
                    <a:pt x="179362" y="252425"/>
                  </a:lnTo>
                  <a:lnTo>
                    <a:pt x="144780" y="275526"/>
                  </a:lnTo>
                  <a:lnTo>
                    <a:pt x="142087" y="281178"/>
                  </a:lnTo>
                  <a:lnTo>
                    <a:pt x="124142" y="281178"/>
                  </a:lnTo>
                  <a:lnTo>
                    <a:pt x="124142" y="262597"/>
                  </a:lnTo>
                  <a:lnTo>
                    <a:pt x="124142" y="247167"/>
                  </a:lnTo>
                  <a:lnTo>
                    <a:pt x="124142" y="238887"/>
                  </a:lnTo>
                  <a:lnTo>
                    <a:pt x="116992" y="240690"/>
                  </a:lnTo>
                  <a:lnTo>
                    <a:pt x="116992" y="262597"/>
                  </a:lnTo>
                  <a:lnTo>
                    <a:pt x="116992" y="281178"/>
                  </a:lnTo>
                  <a:lnTo>
                    <a:pt x="116992" y="286893"/>
                  </a:lnTo>
                  <a:lnTo>
                    <a:pt x="116992" y="291465"/>
                  </a:lnTo>
                  <a:lnTo>
                    <a:pt x="91274" y="298323"/>
                  </a:lnTo>
                  <a:lnTo>
                    <a:pt x="91274" y="286893"/>
                  </a:lnTo>
                  <a:lnTo>
                    <a:pt x="116992" y="286893"/>
                  </a:lnTo>
                  <a:lnTo>
                    <a:pt x="116992" y="281178"/>
                  </a:lnTo>
                  <a:lnTo>
                    <a:pt x="91274" y="281178"/>
                  </a:lnTo>
                  <a:lnTo>
                    <a:pt x="91274" y="269176"/>
                  </a:lnTo>
                  <a:lnTo>
                    <a:pt x="116992" y="262597"/>
                  </a:lnTo>
                  <a:lnTo>
                    <a:pt x="116992" y="240690"/>
                  </a:lnTo>
                  <a:lnTo>
                    <a:pt x="91274" y="247167"/>
                  </a:lnTo>
                  <a:lnTo>
                    <a:pt x="91274" y="229743"/>
                  </a:lnTo>
                  <a:lnTo>
                    <a:pt x="204152" y="229743"/>
                  </a:lnTo>
                  <a:lnTo>
                    <a:pt x="204152" y="224028"/>
                  </a:lnTo>
                  <a:lnTo>
                    <a:pt x="91274" y="224028"/>
                  </a:lnTo>
                  <a:lnTo>
                    <a:pt x="91274" y="200025"/>
                  </a:lnTo>
                  <a:lnTo>
                    <a:pt x="84137" y="200025"/>
                  </a:lnTo>
                  <a:lnTo>
                    <a:pt x="84137" y="224028"/>
                  </a:lnTo>
                  <a:lnTo>
                    <a:pt x="0" y="224028"/>
                  </a:lnTo>
                  <a:lnTo>
                    <a:pt x="0" y="229743"/>
                  </a:lnTo>
                  <a:lnTo>
                    <a:pt x="84137" y="229743"/>
                  </a:lnTo>
                  <a:lnTo>
                    <a:pt x="84137" y="281178"/>
                  </a:lnTo>
                  <a:lnTo>
                    <a:pt x="0" y="281178"/>
                  </a:lnTo>
                  <a:lnTo>
                    <a:pt x="0" y="286893"/>
                  </a:lnTo>
                  <a:lnTo>
                    <a:pt x="84137" y="286893"/>
                  </a:lnTo>
                  <a:lnTo>
                    <a:pt x="84137" y="321754"/>
                  </a:lnTo>
                  <a:lnTo>
                    <a:pt x="116992" y="313461"/>
                  </a:lnTo>
                  <a:lnTo>
                    <a:pt x="116992" y="338328"/>
                  </a:lnTo>
                  <a:lnTo>
                    <a:pt x="0" y="338328"/>
                  </a:lnTo>
                  <a:lnTo>
                    <a:pt x="0" y="344043"/>
                  </a:lnTo>
                  <a:lnTo>
                    <a:pt x="116992" y="344043"/>
                  </a:lnTo>
                  <a:lnTo>
                    <a:pt x="116992" y="360616"/>
                  </a:lnTo>
                  <a:lnTo>
                    <a:pt x="124142" y="360616"/>
                  </a:lnTo>
                  <a:lnTo>
                    <a:pt x="124142" y="344043"/>
                  </a:lnTo>
                  <a:lnTo>
                    <a:pt x="482371" y="344043"/>
                  </a:lnTo>
                  <a:lnTo>
                    <a:pt x="482371" y="366509"/>
                  </a:lnTo>
                  <a:lnTo>
                    <a:pt x="482371" y="395478"/>
                  </a:lnTo>
                  <a:lnTo>
                    <a:pt x="492379" y="395478"/>
                  </a:lnTo>
                  <a:lnTo>
                    <a:pt x="492379" y="393814"/>
                  </a:lnTo>
                  <a:lnTo>
                    <a:pt x="653491" y="366903"/>
                  </a:lnTo>
                  <a:lnTo>
                    <a:pt x="663498" y="366903"/>
                  </a:lnTo>
                  <a:lnTo>
                    <a:pt x="663498" y="344043"/>
                  </a:lnTo>
                  <a:lnTo>
                    <a:pt x="1162761" y="344043"/>
                  </a:lnTo>
                  <a:lnTo>
                    <a:pt x="1166888" y="344043"/>
                  </a:lnTo>
                  <a:lnTo>
                    <a:pt x="1175461" y="344043"/>
                  </a:lnTo>
                  <a:lnTo>
                    <a:pt x="1246898" y="344043"/>
                  </a:lnTo>
                  <a:lnTo>
                    <a:pt x="1246898" y="509778"/>
                  </a:lnTo>
                  <a:lnTo>
                    <a:pt x="1256893" y="509778"/>
                  </a:lnTo>
                  <a:lnTo>
                    <a:pt x="1256893" y="344043"/>
                  </a:lnTo>
                  <a:lnTo>
                    <a:pt x="1672882" y="344043"/>
                  </a:lnTo>
                  <a:lnTo>
                    <a:pt x="1672882" y="338328"/>
                  </a:lnTo>
                  <a:lnTo>
                    <a:pt x="1256893" y="338328"/>
                  </a:lnTo>
                  <a:lnTo>
                    <a:pt x="1256893" y="286893"/>
                  </a:lnTo>
                  <a:lnTo>
                    <a:pt x="1672882" y="286893"/>
                  </a:lnTo>
                  <a:lnTo>
                    <a:pt x="1672882" y="281178"/>
                  </a:lnTo>
                  <a:lnTo>
                    <a:pt x="1256893" y="281178"/>
                  </a:lnTo>
                  <a:lnTo>
                    <a:pt x="1256893" y="229743"/>
                  </a:lnTo>
                  <a:lnTo>
                    <a:pt x="1672882" y="229743"/>
                  </a:lnTo>
                  <a:lnTo>
                    <a:pt x="1672882" y="224028"/>
                  </a:lnTo>
                  <a:lnTo>
                    <a:pt x="1256893" y="224028"/>
                  </a:lnTo>
                  <a:lnTo>
                    <a:pt x="1256893" y="172593"/>
                  </a:lnTo>
                  <a:lnTo>
                    <a:pt x="1672882" y="172593"/>
                  </a:lnTo>
                  <a:lnTo>
                    <a:pt x="1672882" y="166878"/>
                  </a:lnTo>
                  <a:lnTo>
                    <a:pt x="1256893" y="166878"/>
                  </a:lnTo>
                  <a:lnTo>
                    <a:pt x="1256893" y="137350"/>
                  </a:lnTo>
                  <a:lnTo>
                    <a:pt x="1261186" y="139725"/>
                  </a:lnTo>
                  <a:lnTo>
                    <a:pt x="1266901" y="140868"/>
                  </a:lnTo>
                  <a:lnTo>
                    <a:pt x="1273187" y="140296"/>
                  </a:lnTo>
                  <a:lnTo>
                    <a:pt x="1281252" y="139382"/>
                  </a:lnTo>
                  <a:lnTo>
                    <a:pt x="1289189" y="137223"/>
                  </a:lnTo>
                  <a:lnTo>
                    <a:pt x="1296974" y="133819"/>
                  </a:lnTo>
                  <a:lnTo>
                    <a:pt x="1301965" y="130771"/>
                  </a:lnTo>
                  <a:lnTo>
                    <a:pt x="1304620" y="129159"/>
                  </a:lnTo>
                  <a:lnTo>
                    <a:pt x="1311338" y="123583"/>
                  </a:lnTo>
                  <a:lnTo>
                    <a:pt x="1316329" y="117436"/>
                  </a:lnTo>
                  <a:lnTo>
                    <a:pt x="1317294" y="115443"/>
                  </a:lnTo>
                  <a:lnTo>
                    <a:pt x="1672882" y="115443"/>
                  </a:lnTo>
                  <a:lnTo>
                    <a:pt x="1672882" y="109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059862" y="6342589"/>
              <a:ext cx="75723" cy="177164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2154826" y="6219393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614838" y="54901"/>
                  </a:moveTo>
                  <a:lnTo>
                    <a:pt x="555630" y="28369"/>
                  </a:lnTo>
                  <a:lnTo>
                    <a:pt x="509802" y="19083"/>
                  </a:lnTo>
                  <a:lnTo>
                    <a:pt x="453157" y="12450"/>
                  </a:lnTo>
                  <a:lnTo>
                    <a:pt x="385696" y="8470"/>
                  </a:lnTo>
                  <a:lnTo>
                    <a:pt x="307419" y="7143"/>
                  </a:lnTo>
                  <a:lnTo>
                    <a:pt x="229141" y="8470"/>
                  </a:lnTo>
                  <a:lnTo>
                    <a:pt x="161680" y="12450"/>
                  </a:lnTo>
                  <a:lnTo>
                    <a:pt x="105035" y="19083"/>
                  </a:lnTo>
                  <a:lnTo>
                    <a:pt x="59207" y="28369"/>
                  </a:lnTo>
                  <a:lnTo>
                    <a:pt x="0" y="54901"/>
                  </a:lnTo>
                  <a:lnTo>
                    <a:pt x="24195" y="38126"/>
                  </a:lnTo>
                  <a:lnTo>
                    <a:pt x="105035" y="13725"/>
                  </a:lnTo>
                  <a:lnTo>
                    <a:pt x="161680" y="6100"/>
                  </a:lnTo>
                  <a:lnTo>
                    <a:pt x="229141" y="1525"/>
                  </a:lnTo>
                  <a:lnTo>
                    <a:pt x="307419" y="0"/>
                  </a:lnTo>
                  <a:lnTo>
                    <a:pt x="385696" y="1525"/>
                  </a:lnTo>
                  <a:lnTo>
                    <a:pt x="453157" y="6100"/>
                  </a:lnTo>
                  <a:lnTo>
                    <a:pt x="509802" y="13725"/>
                  </a:lnTo>
                  <a:lnTo>
                    <a:pt x="555630" y="24400"/>
                  </a:lnTo>
                  <a:lnTo>
                    <a:pt x="590642" y="38126"/>
                  </a:lnTo>
                  <a:lnTo>
                    <a:pt x="614838" y="549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2154826" y="6219393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0" y="54901"/>
                  </a:moveTo>
                  <a:lnTo>
                    <a:pt x="59207" y="28369"/>
                  </a:lnTo>
                  <a:lnTo>
                    <a:pt x="105035" y="19083"/>
                  </a:lnTo>
                  <a:lnTo>
                    <a:pt x="161680" y="12450"/>
                  </a:lnTo>
                  <a:lnTo>
                    <a:pt x="229141" y="8470"/>
                  </a:lnTo>
                  <a:lnTo>
                    <a:pt x="307419" y="7143"/>
                  </a:lnTo>
                  <a:lnTo>
                    <a:pt x="385696" y="8470"/>
                  </a:lnTo>
                  <a:lnTo>
                    <a:pt x="453157" y="12450"/>
                  </a:lnTo>
                  <a:lnTo>
                    <a:pt x="509802" y="19083"/>
                  </a:lnTo>
                  <a:lnTo>
                    <a:pt x="555630" y="28369"/>
                  </a:lnTo>
                  <a:lnTo>
                    <a:pt x="614838" y="54901"/>
                  </a:lnTo>
                  <a:lnTo>
                    <a:pt x="590642" y="38126"/>
                  </a:lnTo>
                  <a:lnTo>
                    <a:pt x="509802" y="13725"/>
                  </a:lnTo>
                  <a:lnTo>
                    <a:pt x="453157" y="6100"/>
                  </a:lnTo>
                  <a:lnTo>
                    <a:pt x="385696" y="1525"/>
                  </a:lnTo>
                  <a:lnTo>
                    <a:pt x="307419" y="0"/>
                  </a:lnTo>
                  <a:lnTo>
                    <a:pt x="229141" y="1525"/>
                  </a:lnTo>
                  <a:lnTo>
                    <a:pt x="161680" y="6100"/>
                  </a:lnTo>
                  <a:lnTo>
                    <a:pt x="105035" y="13725"/>
                  </a:lnTo>
                  <a:lnTo>
                    <a:pt x="59207" y="24400"/>
                  </a:lnTo>
                  <a:lnTo>
                    <a:pt x="24195" y="38126"/>
                  </a:lnTo>
                  <a:lnTo>
                    <a:pt x="0" y="5490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2154826" y="6319405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614838" y="54901"/>
                  </a:moveTo>
                  <a:lnTo>
                    <a:pt x="555630" y="28369"/>
                  </a:lnTo>
                  <a:lnTo>
                    <a:pt x="509802" y="19083"/>
                  </a:lnTo>
                  <a:lnTo>
                    <a:pt x="453157" y="12450"/>
                  </a:lnTo>
                  <a:lnTo>
                    <a:pt x="385696" y="8470"/>
                  </a:lnTo>
                  <a:lnTo>
                    <a:pt x="307419" y="7143"/>
                  </a:lnTo>
                  <a:lnTo>
                    <a:pt x="229141" y="8470"/>
                  </a:lnTo>
                  <a:lnTo>
                    <a:pt x="161680" y="12450"/>
                  </a:lnTo>
                  <a:lnTo>
                    <a:pt x="105035" y="19083"/>
                  </a:lnTo>
                  <a:lnTo>
                    <a:pt x="59207" y="28369"/>
                  </a:lnTo>
                  <a:lnTo>
                    <a:pt x="0" y="54901"/>
                  </a:lnTo>
                  <a:lnTo>
                    <a:pt x="24195" y="38126"/>
                  </a:lnTo>
                  <a:lnTo>
                    <a:pt x="105035" y="13725"/>
                  </a:lnTo>
                  <a:lnTo>
                    <a:pt x="161680" y="6100"/>
                  </a:lnTo>
                  <a:lnTo>
                    <a:pt x="229141" y="1525"/>
                  </a:lnTo>
                  <a:lnTo>
                    <a:pt x="307419" y="0"/>
                  </a:lnTo>
                  <a:lnTo>
                    <a:pt x="385696" y="1525"/>
                  </a:lnTo>
                  <a:lnTo>
                    <a:pt x="453157" y="6100"/>
                  </a:lnTo>
                  <a:lnTo>
                    <a:pt x="509802" y="13725"/>
                  </a:lnTo>
                  <a:lnTo>
                    <a:pt x="555630" y="24400"/>
                  </a:lnTo>
                  <a:lnTo>
                    <a:pt x="590642" y="38126"/>
                  </a:lnTo>
                  <a:lnTo>
                    <a:pt x="614838" y="549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2154826" y="6319405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0" y="54901"/>
                  </a:moveTo>
                  <a:lnTo>
                    <a:pt x="59207" y="28369"/>
                  </a:lnTo>
                  <a:lnTo>
                    <a:pt x="105035" y="19083"/>
                  </a:lnTo>
                  <a:lnTo>
                    <a:pt x="161680" y="12450"/>
                  </a:lnTo>
                  <a:lnTo>
                    <a:pt x="229141" y="8470"/>
                  </a:lnTo>
                  <a:lnTo>
                    <a:pt x="307419" y="7143"/>
                  </a:lnTo>
                  <a:lnTo>
                    <a:pt x="385696" y="8470"/>
                  </a:lnTo>
                  <a:lnTo>
                    <a:pt x="453157" y="12450"/>
                  </a:lnTo>
                  <a:lnTo>
                    <a:pt x="509802" y="19083"/>
                  </a:lnTo>
                  <a:lnTo>
                    <a:pt x="555630" y="28369"/>
                  </a:lnTo>
                  <a:lnTo>
                    <a:pt x="614838" y="54901"/>
                  </a:lnTo>
                  <a:lnTo>
                    <a:pt x="590642" y="38126"/>
                  </a:lnTo>
                  <a:lnTo>
                    <a:pt x="509802" y="13725"/>
                  </a:lnTo>
                  <a:lnTo>
                    <a:pt x="453157" y="6100"/>
                  </a:lnTo>
                  <a:lnTo>
                    <a:pt x="385696" y="1525"/>
                  </a:lnTo>
                  <a:lnTo>
                    <a:pt x="307419" y="0"/>
                  </a:lnTo>
                  <a:lnTo>
                    <a:pt x="229141" y="1525"/>
                  </a:lnTo>
                  <a:lnTo>
                    <a:pt x="161680" y="6100"/>
                  </a:lnTo>
                  <a:lnTo>
                    <a:pt x="105035" y="13725"/>
                  </a:lnTo>
                  <a:lnTo>
                    <a:pt x="59207" y="24400"/>
                  </a:lnTo>
                  <a:lnTo>
                    <a:pt x="24195" y="38126"/>
                  </a:lnTo>
                  <a:lnTo>
                    <a:pt x="0" y="5490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2154826" y="6431457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307419" y="54901"/>
                  </a:moveTo>
                  <a:lnTo>
                    <a:pt x="229141" y="53376"/>
                  </a:lnTo>
                  <a:lnTo>
                    <a:pt x="161680" y="48801"/>
                  </a:lnTo>
                  <a:lnTo>
                    <a:pt x="105035" y="41176"/>
                  </a:lnTo>
                  <a:lnTo>
                    <a:pt x="59207" y="30500"/>
                  </a:lnTo>
                  <a:lnTo>
                    <a:pt x="0" y="0"/>
                  </a:lnTo>
                  <a:lnTo>
                    <a:pt x="24195" y="14592"/>
                  </a:lnTo>
                  <a:lnTo>
                    <a:pt x="59207" y="26532"/>
                  </a:lnTo>
                  <a:lnTo>
                    <a:pt x="105035" y="35818"/>
                  </a:lnTo>
                  <a:lnTo>
                    <a:pt x="161680" y="42451"/>
                  </a:lnTo>
                  <a:lnTo>
                    <a:pt x="229141" y="46431"/>
                  </a:lnTo>
                  <a:lnTo>
                    <a:pt x="307419" y="47757"/>
                  </a:lnTo>
                  <a:lnTo>
                    <a:pt x="385696" y="46431"/>
                  </a:lnTo>
                  <a:lnTo>
                    <a:pt x="453157" y="42451"/>
                  </a:lnTo>
                  <a:lnTo>
                    <a:pt x="509802" y="35818"/>
                  </a:lnTo>
                  <a:lnTo>
                    <a:pt x="555630" y="26532"/>
                  </a:lnTo>
                  <a:lnTo>
                    <a:pt x="614838" y="0"/>
                  </a:lnTo>
                  <a:lnTo>
                    <a:pt x="590642" y="16775"/>
                  </a:lnTo>
                  <a:lnTo>
                    <a:pt x="555630" y="30500"/>
                  </a:lnTo>
                  <a:lnTo>
                    <a:pt x="509802" y="41176"/>
                  </a:lnTo>
                  <a:lnTo>
                    <a:pt x="453157" y="48801"/>
                  </a:lnTo>
                  <a:lnTo>
                    <a:pt x="385696" y="53376"/>
                  </a:lnTo>
                  <a:lnTo>
                    <a:pt x="307419" y="549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2154826" y="6431457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0" y="0"/>
                  </a:moveTo>
                  <a:lnTo>
                    <a:pt x="59207" y="30500"/>
                  </a:lnTo>
                  <a:lnTo>
                    <a:pt x="105035" y="41176"/>
                  </a:lnTo>
                  <a:lnTo>
                    <a:pt x="161680" y="48801"/>
                  </a:lnTo>
                  <a:lnTo>
                    <a:pt x="229141" y="53376"/>
                  </a:lnTo>
                  <a:lnTo>
                    <a:pt x="307419" y="54901"/>
                  </a:lnTo>
                  <a:lnTo>
                    <a:pt x="385696" y="53376"/>
                  </a:lnTo>
                  <a:lnTo>
                    <a:pt x="453157" y="48801"/>
                  </a:lnTo>
                  <a:lnTo>
                    <a:pt x="509802" y="41176"/>
                  </a:lnTo>
                  <a:lnTo>
                    <a:pt x="555630" y="30500"/>
                  </a:lnTo>
                  <a:lnTo>
                    <a:pt x="614838" y="0"/>
                  </a:lnTo>
                  <a:lnTo>
                    <a:pt x="590642" y="14592"/>
                  </a:lnTo>
                  <a:lnTo>
                    <a:pt x="555630" y="26532"/>
                  </a:lnTo>
                  <a:lnTo>
                    <a:pt x="509802" y="35818"/>
                  </a:lnTo>
                  <a:lnTo>
                    <a:pt x="453157" y="42451"/>
                  </a:lnTo>
                  <a:lnTo>
                    <a:pt x="385696" y="46431"/>
                  </a:lnTo>
                  <a:lnTo>
                    <a:pt x="307419" y="47757"/>
                  </a:lnTo>
                  <a:lnTo>
                    <a:pt x="229141" y="46431"/>
                  </a:lnTo>
                  <a:lnTo>
                    <a:pt x="161680" y="42451"/>
                  </a:lnTo>
                  <a:lnTo>
                    <a:pt x="105035" y="35818"/>
                  </a:lnTo>
                  <a:lnTo>
                    <a:pt x="59207" y="26532"/>
                  </a:lnTo>
                  <a:lnTo>
                    <a:pt x="24195" y="1459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2154826" y="6488607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307419" y="54901"/>
                  </a:moveTo>
                  <a:lnTo>
                    <a:pt x="229141" y="53376"/>
                  </a:lnTo>
                  <a:lnTo>
                    <a:pt x="161680" y="48801"/>
                  </a:lnTo>
                  <a:lnTo>
                    <a:pt x="105035" y="41176"/>
                  </a:lnTo>
                  <a:lnTo>
                    <a:pt x="59207" y="30500"/>
                  </a:lnTo>
                  <a:lnTo>
                    <a:pt x="0" y="0"/>
                  </a:lnTo>
                  <a:lnTo>
                    <a:pt x="24195" y="14592"/>
                  </a:lnTo>
                  <a:lnTo>
                    <a:pt x="59207" y="26532"/>
                  </a:lnTo>
                  <a:lnTo>
                    <a:pt x="105035" y="35818"/>
                  </a:lnTo>
                  <a:lnTo>
                    <a:pt x="161680" y="42451"/>
                  </a:lnTo>
                  <a:lnTo>
                    <a:pt x="229141" y="46431"/>
                  </a:lnTo>
                  <a:lnTo>
                    <a:pt x="307419" y="47757"/>
                  </a:lnTo>
                  <a:lnTo>
                    <a:pt x="385696" y="46431"/>
                  </a:lnTo>
                  <a:lnTo>
                    <a:pt x="453157" y="42451"/>
                  </a:lnTo>
                  <a:lnTo>
                    <a:pt x="509802" y="35818"/>
                  </a:lnTo>
                  <a:lnTo>
                    <a:pt x="555630" y="26532"/>
                  </a:lnTo>
                  <a:lnTo>
                    <a:pt x="614838" y="0"/>
                  </a:lnTo>
                  <a:lnTo>
                    <a:pt x="590642" y="16775"/>
                  </a:lnTo>
                  <a:lnTo>
                    <a:pt x="555630" y="30500"/>
                  </a:lnTo>
                  <a:lnTo>
                    <a:pt x="509802" y="41176"/>
                  </a:lnTo>
                  <a:lnTo>
                    <a:pt x="453157" y="48801"/>
                  </a:lnTo>
                  <a:lnTo>
                    <a:pt x="385696" y="53376"/>
                  </a:lnTo>
                  <a:lnTo>
                    <a:pt x="307419" y="549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2154826" y="6488607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0" y="0"/>
                  </a:moveTo>
                  <a:lnTo>
                    <a:pt x="59207" y="30500"/>
                  </a:lnTo>
                  <a:lnTo>
                    <a:pt x="105035" y="41176"/>
                  </a:lnTo>
                  <a:lnTo>
                    <a:pt x="161680" y="48801"/>
                  </a:lnTo>
                  <a:lnTo>
                    <a:pt x="229141" y="53376"/>
                  </a:lnTo>
                  <a:lnTo>
                    <a:pt x="307419" y="54901"/>
                  </a:lnTo>
                  <a:lnTo>
                    <a:pt x="385696" y="53376"/>
                  </a:lnTo>
                  <a:lnTo>
                    <a:pt x="453157" y="48801"/>
                  </a:lnTo>
                  <a:lnTo>
                    <a:pt x="509802" y="41176"/>
                  </a:lnTo>
                  <a:lnTo>
                    <a:pt x="555630" y="30500"/>
                  </a:lnTo>
                  <a:lnTo>
                    <a:pt x="614838" y="0"/>
                  </a:lnTo>
                  <a:lnTo>
                    <a:pt x="590642" y="14592"/>
                  </a:lnTo>
                  <a:lnTo>
                    <a:pt x="555630" y="26532"/>
                  </a:lnTo>
                  <a:lnTo>
                    <a:pt x="509802" y="35818"/>
                  </a:lnTo>
                  <a:lnTo>
                    <a:pt x="453157" y="42451"/>
                  </a:lnTo>
                  <a:lnTo>
                    <a:pt x="385696" y="46431"/>
                  </a:lnTo>
                  <a:lnTo>
                    <a:pt x="307419" y="47757"/>
                  </a:lnTo>
                  <a:lnTo>
                    <a:pt x="229141" y="46431"/>
                  </a:lnTo>
                  <a:lnTo>
                    <a:pt x="161680" y="42451"/>
                  </a:lnTo>
                  <a:lnTo>
                    <a:pt x="105035" y="35818"/>
                  </a:lnTo>
                  <a:lnTo>
                    <a:pt x="59207" y="26532"/>
                  </a:lnTo>
                  <a:lnTo>
                    <a:pt x="24195" y="1459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2471204" y="6288592"/>
              <a:ext cx="2406015" cy="234315"/>
            </a:xfrm>
            <a:custGeom>
              <a:avLst/>
              <a:gdLst/>
              <a:ahLst/>
              <a:cxnLst/>
              <a:rect l="l" t="t" r="r" b="b"/>
              <a:pathLst>
                <a:path w="2406015" h="234315">
                  <a:moveTo>
                    <a:pt x="10007" y="2286"/>
                  </a:moveTo>
                  <a:lnTo>
                    <a:pt x="0" y="2286"/>
                  </a:lnTo>
                  <a:lnTo>
                    <a:pt x="0" y="234315"/>
                  </a:lnTo>
                  <a:lnTo>
                    <a:pt x="10007" y="234315"/>
                  </a:lnTo>
                  <a:lnTo>
                    <a:pt x="10007" y="2286"/>
                  </a:lnTo>
                  <a:close/>
                </a:path>
                <a:path w="2406015" h="234315">
                  <a:moveTo>
                    <a:pt x="2405989" y="0"/>
                  </a:moveTo>
                  <a:lnTo>
                    <a:pt x="15303" y="0"/>
                  </a:lnTo>
                  <a:lnTo>
                    <a:pt x="15303" y="5715"/>
                  </a:lnTo>
                  <a:lnTo>
                    <a:pt x="18008" y="5715"/>
                  </a:lnTo>
                  <a:lnTo>
                    <a:pt x="18008" y="57150"/>
                  </a:lnTo>
                  <a:lnTo>
                    <a:pt x="15303" y="57150"/>
                  </a:lnTo>
                  <a:lnTo>
                    <a:pt x="15303" y="62865"/>
                  </a:lnTo>
                  <a:lnTo>
                    <a:pt x="18008" y="62865"/>
                  </a:lnTo>
                  <a:lnTo>
                    <a:pt x="18008" y="114300"/>
                  </a:lnTo>
                  <a:lnTo>
                    <a:pt x="15303" y="114300"/>
                  </a:lnTo>
                  <a:lnTo>
                    <a:pt x="15303" y="120015"/>
                  </a:lnTo>
                  <a:lnTo>
                    <a:pt x="18008" y="120015"/>
                  </a:lnTo>
                  <a:lnTo>
                    <a:pt x="18008" y="171450"/>
                  </a:lnTo>
                  <a:lnTo>
                    <a:pt x="15303" y="171450"/>
                  </a:lnTo>
                  <a:lnTo>
                    <a:pt x="15303" y="177165"/>
                  </a:lnTo>
                  <a:lnTo>
                    <a:pt x="18008" y="177165"/>
                  </a:lnTo>
                  <a:lnTo>
                    <a:pt x="18008" y="228600"/>
                  </a:lnTo>
                  <a:lnTo>
                    <a:pt x="15303" y="228600"/>
                  </a:lnTo>
                  <a:lnTo>
                    <a:pt x="15303" y="234315"/>
                  </a:lnTo>
                  <a:lnTo>
                    <a:pt x="18008" y="234315"/>
                  </a:lnTo>
                  <a:lnTo>
                    <a:pt x="28003" y="234315"/>
                  </a:lnTo>
                  <a:lnTo>
                    <a:pt x="2405989" y="234315"/>
                  </a:lnTo>
                  <a:lnTo>
                    <a:pt x="2405989" y="228600"/>
                  </a:lnTo>
                  <a:lnTo>
                    <a:pt x="28003" y="228600"/>
                  </a:lnTo>
                  <a:lnTo>
                    <a:pt x="28003" y="177165"/>
                  </a:lnTo>
                  <a:lnTo>
                    <a:pt x="2405989" y="177165"/>
                  </a:lnTo>
                  <a:lnTo>
                    <a:pt x="2405989" y="171450"/>
                  </a:lnTo>
                  <a:lnTo>
                    <a:pt x="28003" y="171450"/>
                  </a:lnTo>
                  <a:lnTo>
                    <a:pt x="28003" y="120015"/>
                  </a:lnTo>
                  <a:lnTo>
                    <a:pt x="2405989" y="120015"/>
                  </a:lnTo>
                  <a:lnTo>
                    <a:pt x="2405989" y="114300"/>
                  </a:lnTo>
                  <a:lnTo>
                    <a:pt x="28003" y="114300"/>
                  </a:lnTo>
                  <a:lnTo>
                    <a:pt x="28003" y="62865"/>
                  </a:lnTo>
                  <a:lnTo>
                    <a:pt x="2405989" y="62865"/>
                  </a:lnTo>
                  <a:lnTo>
                    <a:pt x="2405989" y="57150"/>
                  </a:lnTo>
                  <a:lnTo>
                    <a:pt x="28003" y="57150"/>
                  </a:lnTo>
                  <a:lnTo>
                    <a:pt x="28003" y="5715"/>
                  </a:lnTo>
                  <a:lnTo>
                    <a:pt x="2405989" y="5715"/>
                  </a:lnTo>
                  <a:lnTo>
                    <a:pt x="24059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3" name="object 183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556368" y="6299631"/>
              <a:ext cx="77723" cy="210692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2618217" y="6015405"/>
              <a:ext cx="94059" cy="107156"/>
            </a:xfrm>
            <a:prstGeom prst="rect">
              <a:avLst/>
            </a:prstGeom>
          </p:spPr>
        </p:pic>
      </p:grpSp>
      <p:sp>
        <p:nvSpPr>
          <p:cNvPr id="185" name="object 185"/>
          <p:cNvSpPr txBox="1"/>
          <p:nvPr/>
        </p:nvSpPr>
        <p:spPr>
          <a:xfrm>
            <a:off x="266700" y="6009182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107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2718626" y="6020611"/>
            <a:ext cx="150495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-25" dirty="0">
                <a:latin typeface="Bauer Bodoni Std" panose="02070603080706020303" pitchFamily="18" charset="77"/>
                <a:cs typeface="Calibri"/>
              </a:rPr>
              <a:t>120</a:t>
            </a:r>
            <a:endParaRPr sz="650">
              <a:latin typeface="Bauer Bodoni Std" panose="02070603080706020303" pitchFamily="18" charset="77"/>
              <a:cs typeface="Calibri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179387" y="6002832"/>
            <a:ext cx="7101840" cy="3921125"/>
            <a:chOff x="179387" y="6002832"/>
            <a:chExt cx="7101840" cy="3921125"/>
          </a:xfrm>
        </p:grpSpPr>
        <p:sp>
          <p:nvSpPr>
            <p:cNvPr id="188" name="object 188"/>
            <p:cNvSpPr/>
            <p:nvPr/>
          </p:nvSpPr>
          <p:spPr>
            <a:xfrm>
              <a:off x="2789667" y="6300012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189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2746804" y="6146278"/>
              <a:ext cx="151447" cy="80581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2789667" y="6258673"/>
              <a:ext cx="74295" cy="59690"/>
            </a:xfrm>
            <a:custGeom>
              <a:avLst/>
              <a:gdLst/>
              <a:ahLst/>
              <a:cxnLst/>
              <a:rect l="l" t="t" r="r" b="b"/>
              <a:pathLst>
                <a:path w="74294" h="59689">
                  <a:moveTo>
                    <a:pt x="25145" y="59626"/>
                  </a:moveTo>
                  <a:lnTo>
                    <a:pt x="0" y="38195"/>
                  </a:lnTo>
                  <a:lnTo>
                    <a:pt x="1446" y="30997"/>
                  </a:lnTo>
                  <a:lnTo>
                    <a:pt x="31432" y="3476"/>
                  </a:lnTo>
                  <a:lnTo>
                    <a:pt x="55530" y="0"/>
                  </a:lnTo>
                  <a:lnTo>
                    <a:pt x="62007" y="1714"/>
                  </a:lnTo>
                  <a:lnTo>
                    <a:pt x="66579" y="5333"/>
                  </a:lnTo>
                  <a:lnTo>
                    <a:pt x="71532" y="8572"/>
                  </a:lnTo>
                  <a:lnTo>
                    <a:pt x="74104" y="13811"/>
                  </a:lnTo>
                  <a:lnTo>
                    <a:pt x="74294" y="21050"/>
                  </a:lnTo>
                  <a:lnTo>
                    <a:pt x="72848" y="28622"/>
                  </a:lnTo>
                  <a:lnTo>
                    <a:pt x="41933" y="56411"/>
                  </a:lnTo>
                  <a:lnTo>
                    <a:pt x="33629" y="58679"/>
                  </a:lnTo>
                  <a:lnTo>
                    <a:pt x="25145" y="596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1" name="object 191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789667" y="6344398"/>
              <a:ext cx="74294" cy="173926"/>
            </a:xfrm>
            <a:prstGeom prst="rect">
              <a:avLst/>
            </a:prstGeom>
          </p:spPr>
        </p:pic>
        <p:sp>
          <p:nvSpPr>
            <p:cNvPr id="192" name="object 192"/>
            <p:cNvSpPr/>
            <p:nvPr/>
          </p:nvSpPr>
          <p:spPr>
            <a:xfrm>
              <a:off x="3093242" y="6145707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3" name="object 193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2968083" y="6231432"/>
              <a:ext cx="135445" cy="344042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3332808" y="6174282"/>
              <a:ext cx="10160" cy="360045"/>
            </a:xfrm>
            <a:custGeom>
              <a:avLst/>
              <a:gdLst/>
              <a:ahLst/>
              <a:cxnLst/>
              <a:rect l="l" t="t" r="r" b="b"/>
              <a:pathLst>
                <a:path w="10160" h="360045">
                  <a:moveTo>
                    <a:pt x="10001" y="360045"/>
                  </a:moveTo>
                  <a:lnTo>
                    <a:pt x="0" y="36004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600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5" name="object 195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207650" y="6260007"/>
              <a:ext cx="135445" cy="365188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3572375" y="6117132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7" name="object 197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400925" y="6287248"/>
              <a:ext cx="181736" cy="259651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3747934" y="6300012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9" name="object 199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691927" y="6258673"/>
              <a:ext cx="130301" cy="259651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893666" y="6178854"/>
              <a:ext cx="572071" cy="509777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4631004" y="6290878"/>
              <a:ext cx="28575" cy="232410"/>
            </a:xfrm>
            <a:custGeom>
              <a:avLst/>
              <a:gdLst/>
              <a:ahLst/>
              <a:cxnLst/>
              <a:rect l="l" t="t" r="r" b="b"/>
              <a:pathLst>
                <a:path w="28575" h="232409">
                  <a:moveTo>
                    <a:pt x="9994" y="0"/>
                  </a:moveTo>
                  <a:lnTo>
                    <a:pt x="0" y="0"/>
                  </a:lnTo>
                  <a:lnTo>
                    <a:pt x="0" y="232029"/>
                  </a:lnTo>
                  <a:lnTo>
                    <a:pt x="9994" y="232029"/>
                  </a:lnTo>
                  <a:lnTo>
                    <a:pt x="9994" y="0"/>
                  </a:lnTo>
                  <a:close/>
                </a:path>
                <a:path w="28575" h="232409">
                  <a:moveTo>
                    <a:pt x="28003" y="0"/>
                  </a:moveTo>
                  <a:lnTo>
                    <a:pt x="17995" y="0"/>
                  </a:lnTo>
                  <a:lnTo>
                    <a:pt x="17995" y="232029"/>
                  </a:lnTo>
                  <a:lnTo>
                    <a:pt x="28003" y="232029"/>
                  </a:lnTo>
                  <a:lnTo>
                    <a:pt x="280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2" name="object 202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701876" y="6202857"/>
              <a:ext cx="159448" cy="267461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877199" y="6002832"/>
              <a:ext cx="2390700" cy="602075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186063" y="6937234"/>
              <a:ext cx="102298" cy="99440"/>
            </a:xfrm>
            <a:prstGeom prst="rect">
              <a:avLst/>
            </a:prstGeom>
          </p:spPr>
        </p:pic>
        <p:sp>
          <p:nvSpPr>
            <p:cNvPr id="205" name="object 205"/>
            <p:cNvSpPr/>
            <p:nvPr/>
          </p:nvSpPr>
          <p:spPr>
            <a:xfrm>
              <a:off x="266700" y="6290878"/>
              <a:ext cx="7014209" cy="1380490"/>
            </a:xfrm>
            <a:custGeom>
              <a:avLst/>
              <a:gdLst/>
              <a:ahLst/>
              <a:cxnLst/>
              <a:rect l="l" t="t" r="r" b="b"/>
              <a:pathLst>
                <a:path w="7014209" h="1380490">
                  <a:moveTo>
                    <a:pt x="546925" y="1374457"/>
                  </a:moveTo>
                  <a:lnTo>
                    <a:pt x="0" y="1374457"/>
                  </a:lnTo>
                  <a:lnTo>
                    <a:pt x="0" y="1380172"/>
                  </a:lnTo>
                  <a:lnTo>
                    <a:pt x="546925" y="1380172"/>
                  </a:lnTo>
                  <a:lnTo>
                    <a:pt x="546925" y="1374457"/>
                  </a:lnTo>
                  <a:close/>
                </a:path>
                <a:path w="7014209" h="1380490">
                  <a:moveTo>
                    <a:pt x="546925" y="1317307"/>
                  </a:moveTo>
                  <a:lnTo>
                    <a:pt x="0" y="1317307"/>
                  </a:lnTo>
                  <a:lnTo>
                    <a:pt x="0" y="1323022"/>
                  </a:lnTo>
                  <a:lnTo>
                    <a:pt x="546925" y="1323022"/>
                  </a:lnTo>
                  <a:lnTo>
                    <a:pt x="546925" y="1317307"/>
                  </a:lnTo>
                  <a:close/>
                </a:path>
                <a:path w="7014209" h="1380490">
                  <a:moveTo>
                    <a:pt x="546925" y="1260157"/>
                  </a:moveTo>
                  <a:lnTo>
                    <a:pt x="0" y="1260157"/>
                  </a:lnTo>
                  <a:lnTo>
                    <a:pt x="0" y="1265872"/>
                  </a:lnTo>
                  <a:lnTo>
                    <a:pt x="546925" y="1265872"/>
                  </a:lnTo>
                  <a:lnTo>
                    <a:pt x="546925" y="1260157"/>
                  </a:lnTo>
                  <a:close/>
                </a:path>
                <a:path w="7014209" h="1380490">
                  <a:moveTo>
                    <a:pt x="546925" y="1203007"/>
                  </a:moveTo>
                  <a:lnTo>
                    <a:pt x="0" y="1203007"/>
                  </a:lnTo>
                  <a:lnTo>
                    <a:pt x="0" y="1208722"/>
                  </a:lnTo>
                  <a:lnTo>
                    <a:pt x="546925" y="1208722"/>
                  </a:lnTo>
                  <a:lnTo>
                    <a:pt x="546925" y="1203007"/>
                  </a:lnTo>
                  <a:close/>
                </a:path>
                <a:path w="7014209" h="1380490">
                  <a:moveTo>
                    <a:pt x="546925" y="1145857"/>
                  </a:moveTo>
                  <a:lnTo>
                    <a:pt x="0" y="1145857"/>
                  </a:lnTo>
                  <a:lnTo>
                    <a:pt x="0" y="1151572"/>
                  </a:lnTo>
                  <a:lnTo>
                    <a:pt x="546925" y="1151572"/>
                  </a:lnTo>
                  <a:lnTo>
                    <a:pt x="546925" y="1145857"/>
                  </a:lnTo>
                  <a:close/>
                </a:path>
                <a:path w="7014209" h="1380490">
                  <a:moveTo>
                    <a:pt x="7013892" y="0"/>
                  </a:moveTo>
                  <a:lnTo>
                    <a:pt x="7005320" y="0"/>
                  </a:lnTo>
                  <a:lnTo>
                    <a:pt x="7005320" y="232029"/>
                  </a:lnTo>
                  <a:lnTo>
                    <a:pt x="7013892" y="232029"/>
                  </a:lnTo>
                  <a:lnTo>
                    <a:pt x="7013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6" name="object 206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07975" y="7436725"/>
              <a:ext cx="158876" cy="182879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524002" y="7408150"/>
              <a:ext cx="273748" cy="296036"/>
            </a:xfrm>
            <a:prstGeom prst="rect">
              <a:avLst/>
            </a:prstGeom>
          </p:spPr>
        </p:pic>
        <p:sp>
          <p:nvSpPr>
            <p:cNvPr id="208" name="object 208"/>
            <p:cNvSpPr/>
            <p:nvPr/>
          </p:nvSpPr>
          <p:spPr>
            <a:xfrm>
              <a:off x="813625" y="7150985"/>
              <a:ext cx="1163320" cy="688340"/>
            </a:xfrm>
            <a:custGeom>
              <a:avLst/>
              <a:gdLst/>
              <a:ahLst/>
              <a:cxnLst/>
              <a:rect l="l" t="t" r="r" b="b"/>
              <a:pathLst>
                <a:path w="1163320" h="688340">
                  <a:moveTo>
                    <a:pt x="576999" y="167868"/>
                  </a:moveTo>
                  <a:lnTo>
                    <a:pt x="555650" y="167868"/>
                  </a:lnTo>
                  <a:lnTo>
                    <a:pt x="556666" y="162585"/>
                  </a:lnTo>
                  <a:lnTo>
                    <a:pt x="556475" y="155346"/>
                  </a:lnTo>
                  <a:lnTo>
                    <a:pt x="556387" y="155168"/>
                  </a:lnTo>
                  <a:lnTo>
                    <a:pt x="556387" y="0"/>
                  </a:lnTo>
                  <a:lnTo>
                    <a:pt x="546379" y="0"/>
                  </a:lnTo>
                  <a:lnTo>
                    <a:pt x="546379" y="144843"/>
                  </a:lnTo>
                  <a:lnTo>
                    <a:pt x="544385" y="143256"/>
                  </a:lnTo>
                  <a:lnTo>
                    <a:pt x="537908" y="141541"/>
                  </a:lnTo>
                  <a:lnTo>
                    <a:pt x="498665" y="153733"/>
                  </a:lnTo>
                  <a:lnTo>
                    <a:pt x="486029" y="167868"/>
                  </a:lnTo>
                  <a:lnTo>
                    <a:pt x="466369" y="167868"/>
                  </a:lnTo>
                  <a:lnTo>
                    <a:pt x="466369" y="152869"/>
                  </a:lnTo>
                  <a:lnTo>
                    <a:pt x="466369" y="137439"/>
                  </a:lnTo>
                  <a:lnTo>
                    <a:pt x="466369" y="129159"/>
                  </a:lnTo>
                  <a:lnTo>
                    <a:pt x="459232" y="130962"/>
                  </a:lnTo>
                  <a:lnTo>
                    <a:pt x="459232" y="152869"/>
                  </a:lnTo>
                  <a:lnTo>
                    <a:pt x="459232" y="181737"/>
                  </a:lnTo>
                  <a:lnTo>
                    <a:pt x="433514" y="188595"/>
                  </a:lnTo>
                  <a:lnTo>
                    <a:pt x="433514" y="159448"/>
                  </a:lnTo>
                  <a:lnTo>
                    <a:pt x="459232" y="152869"/>
                  </a:lnTo>
                  <a:lnTo>
                    <a:pt x="459232" y="130962"/>
                  </a:lnTo>
                  <a:lnTo>
                    <a:pt x="433514" y="137439"/>
                  </a:lnTo>
                  <a:lnTo>
                    <a:pt x="433514" y="90297"/>
                  </a:lnTo>
                  <a:lnTo>
                    <a:pt x="426364" y="90297"/>
                  </a:lnTo>
                  <a:lnTo>
                    <a:pt x="426364" y="212026"/>
                  </a:lnTo>
                  <a:lnTo>
                    <a:pt x="459232" y="203733"/>
                  </a:lnTo>
                  <a:lnTo>
                    <a:pt x="459232" y="250888"/>
                  </a:lnTo>
                  <a:lnTo>
                    <a:pt x="466369" y="250888"/>
                  </a:lnTo>
                  <a:lnTo>
                    <a:pt x="466369" y="232168"/>
                  </a:lnTo>
                  <a:lnTo>
                    <a:pt x="576999" y="232168"/>
                  </a:lnTo>
                  <a:lnTo>
                    <a:pt x="576999" y="225018"/>
                  </a:lnTo>
                  <a:lnTo>
                    <a:pt x="466369" y="225018"/>
                  </a:lnTo>
                  <a:lnTo>
                    <a:pt x="466369" y="203733"/>
                  </a:lnTo>
                  <a:lnTo>
                    <a:pt x="466369" y="188595"/>
                  </a:lnTo>
                  <a:lnTo>
                    <a:pt x="466369" y="175018"/>
                  </a:lnTo>
                  <a:lnTo>
                    <a:pt x="483311" y="175018"/>
                  </a:lnTo>
                  <a:lnTo>
                    <a:pt x="482371" y="179730"/>
                  </a:lnTo>
                  <a:lnTo>
                    <a:pt x="482561" y="186207"/>
                  </a:lnTo>
                  <a:lnTo>
                    <a:pt x="485038" y="191452"/>
                  </a:lnTo>
                  <a:lnTo>
                    <a:pt x="489800" y="195453"/>
                  </a:lnTo>
                  <a:lnTo>
                    <a:pt x="494372" y="199072"/>
                  </a:lnTo>
                  <a:lnTo>
                    <a:pt x="500278" y="200977"/>
                  </a:lnTo>
                  <a:lnTo>
                    <a:pt x="507517" y="201168"/>
                  </a:lnTo>
                  <a:lnTo>
                    <a:pt x="516001" y="200215"/>
                  </a:lnTo>
                  <a:lnTo>
                    <a:pt x="552030" y="177165"/>
                  </a:lnTo>
                  <a:lnTo>
                    <a:pt x="552996" y="175018"/>
                  </a:lnTo>
                  <a:lnTo>
                    <a:pt x="576999" y="175018"/>
                  </a:lnTo>
                  <a:lnTo>
                    <a:pt x="576999" y="167868"/>
                  </a:lnTo>
                  <a:close/>
                </a:path>
                <a:path w="1163320" h="688340">
                  <a:moveTo>
                    <a:pt x="1162761" y="285750"/>
                  </a:moveTo>
                  <a:lnTo>
                    <a:pt x="548957" y="285750"/>
                  </a:lnTo>
                  <a:lnTo>
                    <a:pt x="548957" y="296887"/>
                  </a:lnTo>
                  <a:lnTo>
                    <a:pt x="548957" y="300507"/>
                  </a:lnTo>
                  <a:lnTo>
                    <a:pt x="516382" y="329755"/>
                  </a:lnTo>
                  <a:lnTo>
                    <a:pt x="500087" y="335368"/>
                  </a:lnTo>
                  <a:lnTo>
                    <a:pt x="496087" y="335178"/>
                  </a:lnTo>
                  <a:lnTo>
                    <a:pt x="494093" y="335000"/>
                  </a:lnTo>
                  <a:lnTo>
                    <a:pt x="494093" y="342900"/>
                  </a:lnTo>
                  <a:lnTo>
                    <a:pt x="492379" y="342900"/>
                  </a:lnTo>
                  <a:lnTo>
                    <a:pt x="492379" y="341947"/>
                  </a:lnTo>
                  <a:lnTo>
                    <a:pt x="494093" y="342900"/>
                  </a:lnTo>
                  <a:lnTo>
                    <a:pt x="494093" y="335000"/>
                  </a:lnTo>
                  <a:lnTo>
                    <a:pt x="492379" y="334835"/>
                  </a:lnTo>
                  <a:lnTo>
                    <a:pt x="492379" y="325755"/>
                  </a:lnTo>
                  <a:lnTo>
                    <a:pt x="491401" y="325755"/>
                  </a:lnTo>
                  <a:lnTo>
                    <a:pt x="523811" y="297751"/>
                  </a:lnTo>
                  <a:lnTo>
                    <a:pt x="538099" y="292315"/>
                  </a:lnTo>
                  <a:lnTo>
                    <a:pt x="543814" y="292887"/>
                  </a:lnTo>
                  <a:lnTo>
                    <a:pt x="546671" y="293268"/>
                  </a:lnTo>
                  <a:lnTo>
                    <a:pt x="548386" y="294601"/>
                  </a:lnTo>
                  <a:lnTo>
                    <a:pt x="548957" y="296887"/>
                  </a:lnTo>
                  <a:lnTo>
                    <a:pt x="548957" y="285750"/>
                  </a:lnTo>
                  <a:lnTo>
                    <a:pt x="546277" y="285750"/>
                  </a:lnTo>
                  <a:lnTo>
                    <a:pt x="542671" y="283743"/>
                  </a:lnTo>
                  <a:lnTo>
                    <a:pt x="536854" y="282600"/>
                  </a:lnTo>
                  <a:lnTo>
                    <a:pt x="530377" y="283171"/>
                  </a:lnTo>
                  <a:lnTo>
                    <a:pt x="522198" y="284086"/>
                  </a:lnTo>
                  <a:lnTo>
                    <a:pt x="516051" y="285750"/>
                  </a:lnTo>
                  <a:lnTo>
                    <a:pt x="503567" y="285750"/>
                  </a:lnTo>
                  <a:lnTo>
                    <a:pt x="503567" y="291465"/>
                  </a:lnTo>
                  <a:lnTo>
                    <a:pt x="498944" y="294322"/>
                  </a:lnTo>
                  <a:lnTo>
                    <a:pt x="492353" y="299783"/>
                  </a:lnTo>
                  <a:lnTo>
                    <a:pt x="487451" y="305892"/>
                  </a:lnTo>
                  <a:lnTo>
                    <a:pt x="484212" y="312635"/>
                  </a:lnTo>
                  <a:lnTo>
                    <a:pt x="482663" y="320040"/>
                  </a:lnTo>
                  <a:lnTo>
                    <a:pt x="481711" y="328803"/>
                  </a:lnTo>
                  <a:lnTo>
                    <a:pt x="482371" y="330403"/>
                  </a:lnTo>
                  <a:lnTo>
                    <a:pt x="482371" y="342900"/>
                  </a:lnTo>
                  <a:lnTo>
                    <a:pt x="482371" y="348615"/>
                  </a:lnTo>
                  <a:lnTo>
                    <a:pt x="482371" y="400050"/>
                  </a:lnTo>
                  <a:lnTo>
                    <a:pt x="482371" y="405765"/>
                  </a:lnTo>
                  <a:lnTo>
                    <a:pt x="482371" y="457200"/>
                  </a:lnTo>
                  <a:lnTo>
                    <a:pt x="174459" y="457200"/>
                  </a:lnTo>
                  <a:lnTo>
                    <a:pt x="209791" y="434340"/>
                  </a:lnTo>
                  <a:lnTo>
                    <a:pt x="214439" y="419760"/>
                  </a:lnTo>
                  <a:lnTo>
                    <a:pt x="214249" y="412521"/>
                  </a:lnTo>
                  <a:lnTo>
                    <a:pt x="214147" y="412318"/>
                  </a:lnTo>
                  <a:lnTo>
                    <a:pt x="214147" y="405765"/>
                  </a:lnTo>
                  <a:lnTo>
                    <a:pt x="482371" y="405765"/>
                  </a:lnTo>
                  <a:lnTo>
                    <a:pt x="482371" y="400050"/>
                  </a:lnTo>
                  <a:lnTo>
                    <a:pt x="214147" y="400050"/>
                  </a:lnTo>
                  <a:lnTo>
                    <a:pt x="214147" y="348615"/>
                  </a:lnTo>
                  <a:lnTo>
                    <a:pt x="374929" y="348615"/>
                  </a:lnTo>
                  <a:lnTo>
                    <a:pt x="374929" y="354901"/>
                  </a:lnTo>
                  <a:lnTo>
                    <a:pt x="399834" y="348615"/>
                  </a:lnTo>
                  <a:lnTo>
                    <a:pt x="407797" y="348615"/>
                  </a:lnTo>
                  <a:lnTo>
                    <a:pt x="407797" y="393763"/>
                  </a:lnTo>
                  <a:lnTo>
                    <a:pt x="414934" y="393763"/>
                  </a:lnTo>
                  <a:lnTo>
                    <a:pt x="414934" y="348615"/>
                  </a:lnTo>
                  <a:lnTo>
                    <a:pt x="482371" y="348615"/>
                  </a:lnTo>
                  <a:lnTo>
                    <a:pt x="482371" y="342900"/>
                  </a:lnTo>
                  <a:lnTo>
                    <a:pt x="414934" y="342900"/>
                  </a:lnTo>
                  <a:lnTo>
                    <a:pt x="414934" y="331470"/>
                  </a:lnTo>
                  <a:lnTo>
                    <a:pt x="414934" y="295744"/>
                  </a:lnTo>
                  <a:lnTo>
                    <a:pt x="414934" y="291465"/>
                  </a:lnTo>
                  <a:lnTo>
                    <a:pt x="503567" y="291465"/>
                  </a:lnTo>
                  <a:lnTo>
                    <a:pt x="503567" y="285750"/>
                  </a:lnTo>
                  <a:lnTo>
                    <a:pt x="414934" y="285750"/>
                  </a:lnTo>
                  <a:lnTo>
                    <a:pt x="414934" y="280314"/>
                  </a:lnTo>
                  <a:lnTo>
                    <a:pt x="414934" y="272034"/>
                  </a:lnTo>
                  <a:lnTo>
                    <a:pt x="407797" y="273837"/>
                  </a:lnTo>
                  <a:lnTo>
                    <a:pt x="407797" y="295744"/>
                  </a:lnTo>
                  <a:lnTo>
                    <a:pt x="407797" y="324612"/>
                  </a:lnTo>
                  <a:lnTo>
                    <a:pt x="382079" y="331470"/>
                  </a:lnTo>
                  <a:lnTo>
                    <a:pt x="382079" y="302323"/>
                  </a:lnTo>
                  <a:lnTo>
                    <a:pt x="407797" y="295744"/>
                  </a:lnTo>
                  <a:lnTo>
                    <a:pt x="407797" y="273837"/>
                  </a:lnTo>
                  <a:lnTo>
                    <a:pt x="382079" y="280314"/>
                  </a:lnTo>
                  <a:lnTo>
                    <a:pt x="382079" y="233172"/>
                  </a:lnTo>
                  <a:lnTo>
                    <a:pt x="374929" y="233172"/>
                  </a:lnTo>
                  <a:lnTo>
                    <a:pt x="374929" y="285750"/>
                  </a:lnTo>
                  <a:lnTo>
                    <a:pt x="374929" y="291465"/>
                  </a:lnTo>
                  <a:lnTo>
                    <a:pt x="374929" y="342900"/>
                  </a:lnTo>
                  <a:lnTo>
                    <a:pt x="214147" y="342900"/>
                  </a:lnTo>
                  <a:lnTo>
                    <a:pt x="214147" y="291465"/>
                  </a:lnTo>
                  <a:lnTo>
                    <a:pt x="374929" y="291465"/>
                  </a:lnTo>
                  <a:lnTo>
                    <a:pt x="374929" y="285750"/>
                  </a:lnTo>
                  <a:lnTo>
                    <a:pt x="214147" y="285750"/>
                  </a:lnTo>
                  <a:lnTo>
                    <a:pt x="214147" y="228600"/>
                  </a:lnTo>
                  <a:lnTo>
                    <a:pt x="204152" y="228600"/>
                  </a:lnTo>
                  <a:lnTo>
                    <a:pt x="204152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204152" y="291465"/>
                  </a:lnTo>
                  <a:lnTo>
                    <a:pt x="204152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204152" y="348615"/>
                  </a:lnTo>
                  <a:lnTo>
                    <a:pt x="204152" y="400050"/>
                  </a:lnTo>
                  <a:lnTo>
                    <a:pt x="200698" y="400050"/>
                  </a:lnTo>
                  <a:lnTo>
                    <a:pt x="195668" y="398716"/>
                  </a:lnTo>
                  <a:lnTo>
                    <a:pt x="187286" y="398907"/>
                  </a:lnTo>
                  <a:lnTo>
                    <a:pt x="179362" y="399872"/>
                  </a:lnTo>
                  <a:lnTo>
                    <a:pt x="178752" y="400050"/>
                  </a:lnTo>
                  <a:lnTo>
                    <a:pt x="0" y="400050"/>
                  </a:lnTo>
                  <a:lnTo>
                    <a:pt x="0" y="405765"/>
                  </a:lnTo>
                  <a:lnTo>
                    <a:pt x="164134" y="405765"/>
                  </a:lnTo>
                  <a:lnTo>
                    <a:pt x="163931" y="405866"/>
                  </a:lnTo>
                  <a:lnTo>
                    <a:pt x="140144" y="436905"/>
                  </a:lnTo>
                  <a:lnTo>
                    <a:pt x="140322" y="443382"/>
                  </a:lnTo>
                  <a:lnTo>
                    <a:pt x="142811" y="448627"/>
                  </a:lnTo>
                  <a:lnTo>
                    <a:pt x="147574" y="452628"/>
                  </a:lnTo>
                  <a:lnTo>
                    <a:pt x="152146" y="456247"/>
                  </a:lnTo>
                  <a:lnTo>
                    <a:pt x="155092" y="457200"/>
                  </a:lnTo>
                  <a:lnTo>
                    <a:pt x="0" y="457200"/>
                  </a:lnTo>
                  <a:lnTo>
                    <a:pt x="0" y="462915"/>
                  </a:lnTo>
                  <a:lnTo>
                    <a:pt x="482371" y="462915"/>
                  </a:lnTo>
                  <a:lnTo>
                    <a:pt x="482371" y="514350"/>
                  </a:lnTo>
                  <a:lnTo>
                    <a:pt x="162712" y="514350"/>
                  </a:lnTo>
                  <a:lnTo>
                    <a:pt x="152996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157568" y="520065"/>
                  </a:lnTo>
                  <a:lnTo>
                    <a:pt x="161353" y="526135"/>
                  </a:lnTo>
                  <a:lnTo>
                    <a:pt x="164299" y="532511"/>
                  </a:lnTo>
                  <a:lnTo>
                    <a:pt x="166433" y="539203"/>
                  </a:lnTo>
                  <a:lnTo>
                    <a:pt x="166497" y="545807"/>
                  </a:lnTo>
                  <a:lnTo>
                    <a:pt x="165569" y="552208"/>
                  </a:lnTo>
                  <a:lnTo>
                    <a:pt x="143852" y="584644"/>
                  </a:lnTo>
                  <a:lnTo>
                    <a:pt x="179857" y="631507"/>
                  </a:lnTo>
                  <a:lnTo>
                    <a:pt x="179857" y="632079"/>
                  </a:lnTo>
                  <a:lnTo>
                    <a:pt x="173189" y="628459"/>
                  </a:lnTo>
                  <a:lnTo>
                    <a:pt x="167284" y="626643"/>
                  </a:lnTo>
                  <a:lnTo>
                    <a:pt x="162140" y="626643"/>
                  </a:lnTo>
                  <a:lnTo>
                    <a:pt x="153263" y="627989"/>
                  </a:lnTo>
                  <a:lnTo>
                    <a:pt x="146634" y="631723"/>
                  </a:lnTo>
                  <a:lnTo>
                    <a:pt x="142265" y="637844"/>
                  </a:lnTo>
                  <a:lnTo>
                    <a:pt x="140144" y="646366"/>
                  </a:lnTo>
                  <a:lnTo>
                    <a:pt x="141376" y="652868"/>
                  </a:lnTo>
                  <a:lnTo>
                    <a:pt x="143637" y="658939"/>
                  </a:lnTo>
                  <a:lnTo>
                    <a:pt x="146939" y="664578"/>
                  </a:lnTo>
                  <a:lnTo>
                    <a:pt x="151282" y="669798"/>
                  </a:lnTo>
                  <a:lnTo>
                    <a:pt x="171856" y="687793"/>
                  </a:lnTo>
                  <a:lnTo>
                    <a:pt x="175006" y="683221"/>
                  </a:lnTo>
                  <a:lnTo>
                    <a:pt x="171386" y="680364"/>
                  </a:lnTo>
                  <a:lnTo>
                    <a:pt x="168148" y="675894"/>
                  </a:lnTo>
                  <a:lnTo>
                    <a:pt x="165290" y="669798"/>
                  </a:lnTo>
                  <a:lnTo>
                    <a:pt x="162242" y="663702"/>
                  </a:lnTo>
                  <a:lnTo>
                    <a:pt x="162712" y="657123"/>
                  </a:lnTo>
                  <a:lnTo>
                    <a:pt x="166712" y="650074"/>
                  </a:lnTo>
                  <a:lnTo>
                    <a:pt x="169951" y="645312"/>
                  </a:lnTo>
                  <a:lnTo>
                    <a:pt x="174040" y="643026"/>
                  </a:lnTo>
                  <a:lnTo>
                    <a:pt x="179006" y="643216"/>
                  </a:lnTo>
                  <a:lnTo>
                    <a:pt x="184150" y="643597"/>
                  </a:lnTo>
                  <a:lnTo>
                    <a:pt x="189471" y="645312"/>
                  </a:lnTo>
                  <a:lnTo>
                    <a:pt x="195008" y="648360"/>
                  </a:lnTo>
                  <a:lnTo>
                    <a:pt x="198437" y="643788"/>
                  </a:lnTo>
                  <a:lnTo>
                    <a:pt x="183578" y="624078"/>
                  </a:lnTo>
                  <a:lnTo>
                    <a:pt x="178816" y="616839"/>
                  </a:lnTo>
                  <a:lnTo>
                    <a:pt x="176326" y="609219"/>
                  </a:lnTo>
                  <a:lnTo>
                    <a:pt x="176149" y="601218"/>
                  </a:lnTo>
                  <a:lnTo>
                    <a:pt x="178358" y="591388"/>
                  </a:lnTo>
                  <a:lnTo>
                    <a:pt x="182994" y="581063"/>
                  </a:lnTo>
                  <a:lnTo>
                    <a:pt x="190068" y="570242"/>
                  </a:lnTo>
                  <a:lnTo>
                    <a:pt x="199580" y="558927"/>
                  </a:lnTo>
                  <a:lnTo>
                    <a:pt x="167436" y="520065"/>
                  </a:lnTo>
                  <a:lnTo>
                    <a:pt x="1162761" y="520065"/>
                  </a:lnTo>
                  <a:lnTo>
                    <a:pt x="1162761" y="514350"/>
                  </a:lnTo>
                  <a:lnTo>
                    <a:pt x="492379" y="514350"/>
                  </a:lnTo>
                  <a:lnTo>
                    <a:pt x="492379" y="462915"/>
                  </a:lnTo>
                  <a:lnTo>
                    <a:pt x="1162761" y="462915"/>
                  </a:lnTo>
                  <a:lnTo>
                    <a:pt x="1162761" y="457200"/>
                  </a:lnTo>
                  <a:lnTo>
                    <a:pt x="492379" y="457200"/>
                  </a:lnTo>
                  <a:lnTo>
                    <a:pt x="492379" y="405765"/>
                  </a:lnTo>
                  <a:lnTo>
                    <a:pt x="1162761" y="405765"/>
                  </a:lnTo>
                  <a:lnTo>
                    <a:pt x="1162761" y="400050"/>
                  </a:lnTo>
                  <a:lnTo>
                    <a:pt x="492379" y="400050"/>
                  </a:lnTo>
                  <a:lnTo>
                    <a:pt x="492379" y="348615"/>
                  </a:lnTo>
                  <a:lnTo>
                    <a:pt x="1162761" y="348615"/>
                  </a:lnTo>
                  <a:lnTo>
                    <a:pt x="1162761" y="342900"/>
                  </a:lnTo>
                  <a:lnTo>
                    <a:pt x="520700" y="342900"/>
                  </a:lnTo>
                  <a:lnTo>
                    <a:pt x="524662" y="341820"/>
                  </a:lnTo>
                  <a:lnTo>
                    <a:pt x="532460" y="338416"/>
                  </a:lnTo>
                  <a:lnTo>
                    <a:pt x="537438" y="335368"/>
                  </a:lnTo>
                  <a:lnTo>
                    <a:pt x="540092" y="333756"/>
                  </a:lnTo>
                  <a:lnTo>
                    <a:pt x="557428" y="299275"/>
                  </a:lnTo>
                  <a:lnTo>
                    <a:pt x="554558" y="292315"/>
                  </a:lnTo>
                  <a:lnTo>
                    <a:pt x="554482" y="292125"/>
                  </a:lnTo>
                  <a:lnTo>
                    <a:pt x="553681" y="291465"/>
                  </a:lnTo>
                  <a:lnTo>
                    <a:pt x="1162761" y="291465"/>
                  </a:lnTo>
                  <a:lnTo>
                    <a:pt x="1162761" y="285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9" name="object 209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621728" y="7208125"/>
              <a:ext cx="185435" cy="229742"/>
            </a:xfrm>
            <a:prstGeom prst="rect">
              <a:avLst/>
            </a:prstGeom>
          </p:spPr>
        </p:pic>
        <p:sp>
          <p:nvSpPr>
            <p:cNvPr id="210" name="object 210"/>
            <p:cNvSpPr/>
            <p:nvPr/>
          </p:nvSpPr>
          <p:spPr>
            <a:xfrm>
              <a:off x="1976386" y="6288592"/>
              <a:ext cx="510540" cy="1437005"/>
            </a:xfrm>
            <a:custGeom>
              <a:avLst/>
              <a:gdLst/>
              <a:ahLst/>
              <a:cxnLst/>
              <a:rect l="l" t="t" r="r" b="b"/>
              <a:pathLst>
                <a:path w="510539" h="1437004">
                  <a:moveTo>
                    <a:pt x="510120" y="1148143"/>
                  </a:moveTo>
                  <a:lnTo>
                    <a:pt x="158140" y="1148143"/>
                  </a:lnTo>
                  <a:lnTo>
                    <a:pt x="158140" y="1005268"/>
                  </a:lnTo>
                  <a:lnTo>
                    <a:pt x="149567" y="1005268"/>
                  </a:lnTo>
                  <a:lnTo>
                    <a:pt x="149567" y="1393888"/>
                  </a:lnTo>
                  <a:lnTo>
                    <a:pt x="148717" y="1395691"/>
                  </a:lnTo>
                  <a:lnTo>
                    <a:pt x="118135" y="1420749"/>
                  </a:lnTo>
                  <a:lnTo>
                    <a:pt x="101854" y="1426362"/>
                  </a:lnTo>
                  <a:lnTo>
                    <a:pt x="97853" y="1426171"/>
                  </a:lnTo>
                  <a:lnTo>
                    <a:pt x="93853" y="1425790"/>
                  </a:lnTo>
                  <a:lnTo>
                    <a:pt x="91948" y="1424076"/>
                  </a:lnTo>
                  <a:lnTo>
                    <a:pt x="92138" y="1421028"/>
                  </a:lnTo>
                  <a:lnTo>
                    <a:pt x="118135" y="1392745"/>
                  </a:lnTo>
                  <a:lnTo>
                    <a:pt x="148145" y="1393888"/>
                  </a:lnTo>
                  <a:lnTo>
                    <a:pt x="149567" y="1393888"/>
                  </a:lnTo>
                  <a:lnTo>
                    <a:pt x="149567" y="1005268"/>
                  </a:lnTo>
                  <a:lnTo>
                    <a:pt x="148145" y="1005268"/>
                  </a:lnTo>
                  <a:lnTo>
                    <a:pt x="148145" y="1148143"/>
                  </a:lnTo>
                  <a:lnTo>
                    <a:pt x="148145" y="1153858"/>
                  </a:lnTo>
                  <a:lnTo>
                    <a:pt x="148145" y="1376743"/>
                  </a:lnTo>
                  <a:lnTo>
                    <a:pt x="144424" y="1374736"/>
                  </a:lnTo>
                  <a:lnTo>
                    <a:pt x="138620" y="1373593"/>
                  </a:lnTo>
                  <a:lnTo>
                    <a:pt x="132143" y="1374165"/>
                  </a:lnTo>
                  <a:lnTo>
                    <a:pt x="123964" y="1375079"/>
                  </a:lnTo>
                  <a:lnTo>
                    <a:pt x="117817" y="1376743"/>
                  </a:lnTo>
                  <a:lnTo>
                    <a:pt x="12700" y="1376743"/>
                  </a:lnTo>
                  <a:lnTo>
                    <a:pt x="12700" y="1325308"/>
                  </a:lnTo>
                  <a:lnTo>
                    <a:pt x="148145" y="1325308"/>
                  </a:lnTo>
                  <a:lnTo>
                    <a:pt x="148145" y="1319593"/>
                  </a:lnTo>
                  <a:lnTo>
                    <a:pt x="12700" y="1319593"/>
                  </a:lnTo>
                  <a:lnTo>
                    <a:pt x="12700" y="1268158"/>
                  </a:lnTo>
                  <a:lnTo>
                    <a:pt x="148145" y="1268158"/>
                  </a:lnTo>
                  <a:lnTo>
                    <a:pt x="148145" y="1262443"/>
                  </a:lnTo>
                  <a:lnTo>
                    <a:pt x="12700" y="1262443"/>
                  </a:lnTo>
                  <a:lnTo>
                    <a:pt x="12700" y="1211008"/>
                  </a:lnTo>
                  <a:lnTo>
                    <a:pt x="84416" y="1211008"/>
                  </a:lnTo>
                  <a:lnTo>
                    <a:pt x="83464" y="1219771"/>
                  </a:lnTo>
                  <a:lnTo>
                    <a:pt x="86423" y="1226908"/>
                  </a:lnTo>
                  <a:lnTo>
                    <a:pt x="93281" y="1232433"/>
                  </a:lnTo>
                  <a:lnTo>
                    <a:pt x="98425" y="1235290"/>
                  </a:lnTo>
                  <a:lnTo>
                    <a:pt x="104140" y="1236433"/>
                  </a:lnTo>
                  <a:lnTo>
                    <a:pt x="110426" y="1235862"/>
                  </a:lnTo>
                  <a:lnTo>
                    <a:pt x="118491" y="1234948"/>
                  </a:lnTo>
                  <a:lnTo>
                    <a:pt x="126428" y="1232789"/>
                  </a:lnTo>
                  <a:lnTo>
                    <a:pt x="134213" y="1229385"/>
                  </a:lnTo>
                  <a:lnTo>
                    <a:pt x="139204" y="1226337"/>
                  </a:lnTo>
                  <a:lnTo>
                    <a:pt x="141859" y="1224724"/>
                  </a:lnTo>
                  <a:lnTo>
                    <a:pt x="148145" y="1219517"/>
                  </a:lnTo>
                  <a:lnTo>
                    <a:pt x="148145" y="1196352"/>
                  </a:lnTo>
                  <a:lnTo>
                    <a:pt x="144716" y="1200429"/>
                  </a:lnTo>
                  <a:lnTo>
                    <a:pt x="139103" y="1205293"/>
                  </a:lnTo>
                  <a:lnTo>
                    <a:pt x="132511" y="1205293"/>
                  </a:lnTo>
                  <a:lnTo>
                    <a:pt x="132511" y="1211008"/>
                  </a:lnTo>
                  <a:lnTo>
                    <a:pt x="129565" y="1213573"/>
                  </a:lnTo>
                  <a:lnTo>
                    <a:pt x="123850" y="1217574"/>
                  </a:lnTo>
                  <a:lnTo>
                    <a:pt x="118135" y="1220724"/>
                  </a:lnTo>
                  <a:lnTo>
                    <a:pt x="106705" y="1225296"/>
                  </a:lnTo>
                  <a:lnTo>
                    <a:pt x="101854" y="1226337"/>
                  </a:lnTo>
                  <a:lnTo>
                    <a:pt x="97853" y="1226146"/>
                  </a:lnTo>
                  <a:lnTo>
                    <a:pt x="93853" y="1225765"/>
                  </a:lnTo>
                  <a:lnTo>
                    <a:pt x="91948" y="1224051"/>
                  </a:lnTo>
                  <a:lnTo>
                    <a:pt x="92138" y="1221003"/>
                  </a:lnTo>
                  <a:lnTo>
                    <a:pt x="92202" y="1220724"/>
                  </a:lnTo>
                  <a:lnTo>
                    <a:pt x="93345" y="1215936"/>
                  </a:lnTo>
                  <a:lnTo>
                    <a:pt x="96240" y="1211008"/>
                  </a:lnTo>
                  <a:lnTo>
                    <a:pt x="132511" y="1211008"/>
                  </a:lnTo>
                  <a:lnTo>
                    <a:pt x="132511" y="1205293"/>
                  </a:lnTo>
                  <a:lnTo>
                    <a:pt x="101422" y="1205293"/>
                  </a:lnTo>
                  <a:lnTo>
                    <a:pt x="112331" y="1196428"/>
                  </a:lnTo>
                  <a:lnTo>
                    <a:pt x="118135" y="1192720"/>
                  </a:lnTo>
                  <a:lnTo>
                    <a:pt x="125564" y="1188720"/>
                  </a:lnTo>
                  <a:lnTo>
                    <a:pt x="133184" y="1184910"/>
                  </a:lnTo>
                  <a:lnTo>
                    <a:pt x="139852" y="1183284"/>
                  </a:lnTo>
                  <a:lnTo>
                    <a:pt x="145567" y="1183855"/>
                  </a:lnTo>
                  <a:lnTo>
                    <a:pt x="148145" y="1184211"/>
                  </a:lnTo>
                  <a:lnTo>
                    <a:pt x="148145" y="1176782"/>
                  </a:lnTo>
                  <a:lnTo>
                    <a:pt x="144424" y="1174711"/>
                  </a:lnTo>
                  <a:lnTo>
                    <a:pt x="138620" y="1173568"/>
                  </a:lnTo>
                  <a:lnTo>
                    <a:pt x="132143" y="1174140"/>
                  </a:lnTo>
                  <a:lnTo>
                    <a:pt x="94119" y="1190752"/>
                  </a:lnTo>
                  <a:lnTo>
                    <a:pt x="85610" y="1205293"/>
                  </a:lnTo>
                  <a:lnTo>
                    <a:pt x="12700" y="1205293"/>
                  </a:lnTo>
                  <a:lnTo>
                    <a:pt x="12700" y="1153858"/>
                  </a:lnTo>
                  <a:lnTo>
                    <a:pt x="148145" y="1153858"/>
                  </a:lnTo>
                  <a:lnTo>
                    <a:pt x="148145" y="1148143"/>
                  </a:lnTo>
                  <a:lnTo>
                    <a:pt x="12700" y="114814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148143"/>
                  </a:lnTo>
                  <a:lnTo>
                    <a:pt x="0" y="1148143"/>
                  </a:lnTo>
                  <a:lnTo>
                    <a:pt x="0" y="1153858"/>
                  </a:lnTo>
                  <a:lnTo>
                    <a:pt x="4127" y="1153858"/>
                  </a:lnTo>
                  <a:lnTo>
                    <a:pt x="4127" y="1205293"/>
                  </a:lnTo>
                  <a:lnTo>
                    <a:pt x="0" y="1205293"/>
                  </a:lnTo>
                  <a:lnTo>
                    <a:pt x="0" y="1211008"/>
                  </a:lnTo>
                  <a:lnTo>
                    <a:pt x="4127" y="1211008"/>
                  </a:lnTo>
                  <a:lnTo>
                    <a:pt x="4127" y="1262443"/>
                  </a:lnTo>
                  <a:lnTo>
                    <a:pt x="0" y="1262443"/>
                  </a:lnTo>
                  <a:lnTo>
                    <a:pt x="0" y="1268158"/>
                  </a:lnTo>
                  <a:lnTo>
                    <a:pt x="4127" y="1268158"/>
                  </a:lnTo>
                  <a:lnTo>
                    <a:pt x="4127" y="1319593"/>
                  </a:lnTo>
                  <a:lnTo>
                    <a:pt x="0" y="1319593"/>
                  </a:lnTo>
                  <a:lnTo>
                    <a:pt x="0" y="1325308"/>
                  </a:lnTo>
                  <a:lnTo>
                    <a:pt x="4127" y="1325308"/>
                  </a:lnTo>
                  <a:lnTo>
                    <a:pt x="4127" y="1376743"/>
                  </a:lnTo>
                  <a:lnTo>
                    <a:pt x="0" y="1376743"/>
                  </a:lnTo>
                  <a:lnTo>
                    <a:pt x="0" y="1382458"/>
                  </a:lnTo>
                  <a:lnTo>
                    <a:pt x="4127" y="1382458"/>
                  </a:lnTo>
                  <a:lnTo>
                    <a:pt x="12700" y="1382458"/>
                  </a:lnTo>
                  <a:lnTo>
                    <a:pt x="105321" y="1382458"/>
                  </a:lnTo>
                  <a:lnTo>
                    <a:pt x="100711" y="1385316"/>
                  </a:lnTo>
                  <a:lnTo>
                    <a:pt x="83464" y="1419796"/>
                  </a:lnTo>
                  <a:lnTo>
                    <a:pt x="86423" y="1426933"/>
                  </a:lnTo>
                  <a:lnTo>
                    <a:pt x="93281" y="1432458"/>
                  </a:lnTo>
                  <a:lnTo>
                    <a:pt x="98425" y="1435315"/>
                  </a:lnTo>
                  <a:lnTo>
                    <a:pt x="104140" y="1436458"/>
                  </a:lnTo>
                  <a:lnTo>
                    <a:pt x="110426" y="1435887"/>
                  </a:lnTo>
                  <a:lnTo>
                    <a:pt x="118491" y="1434973"/>
                  </a:lnTo>
                  <a:lnTo>
                    <a:pt x="126428" y="1432814"/>
                  </a:lnTo>
                  <a:lnTo>
                    <a:pt x="134213" y="1429410"/>
                  </a:lnTo>
                  <a:lnTo>
                    <a:pt x="139204" y="1426362"/>
                  </a:lnTo>
                  <a:lnTo>
                    <a:pt x="141859" y="1424749"/>
                  </a:lnTo>
                  <a:lnTo>
                    <a:pt x="159194" y="1390269"/>
                  </a:lnTo>
                  <a:lnTo>
                    <a:pt x="158140" y="1387716"/>
                  </a:lnTo>
                  <a:lnTo>
                    <a:pt x="158140" y="1382458"/>
                  </a:lnTo>
                  <a:lnTo>
                    <a:pt x="510120" y="1382458"/>
                  </a:lnTo>
                  <a:lnTo>
                    <a:pt x="510120" y="1376743"/>
                  </a:lnTo>
                  <a:lnTo>
                    <a:pt x="158140" y="1376743"/>
                  </a:lnTo>
                  <a:lnTo>
                    <a:pt x="158140" y="1325308"/>
                  </a:lnTo>
                  <a:lnTo>
                    <a:pt x="510120" y="1325308"/>
                  </a:lnTo>
                  <a:lnTo>
                    <a:pt x="510120" y="1319593"/>
                  </a:lnTo>
                  <a:lnTo>
                    <a:pt x="158140" y="1319593"/>
                  </a:lnTo>
                  <a:lnTo>
                    <a:pt x="158140" y="1268158"/>
                  </a:lnTo>
                  <a:lnTo>
                    <a:pt x="510120" y="1268158"/>
                  </a:lnTo>
                  <a:lnTo>
                    <a:pt x="510120" y="1262443"/>
                  </a:lnTo>
                  <a:lnTo>
                    <a:pt x="158140" y="1262443"/>
                  </a:lnTo>
                  <a:lnTo>
                    <a:pt x="158140" y="1211008"/>
                  </a:lnTo>
                  <a:lnTo>
                    <a:pt x="510120" y="1211008"/>
                  </a:lnTo>
                  <a:lnTo>
                    <a:pt x="510120" y="1205293"/>
                  </a:lnTo>
                  <a:lnTo>
                    <a:pt x="158140" y="1205293"/>
                  </a:lnTo>
                  <a:lnTo>
                    <a:pt x="158140" y="1200365"/>
                  </a:lnTo>
                  <a:lnTo>
                    <a:pt x="158432" y="1199007"/>
                  </a:lnTo>
                  <a:lnTo>
                    <a:pt x="159194" y="1190244"/>
                  </a:lnTo>
                  <a:lnTo>
                    <a:pt x="158140" y="1187691"/>
                  </a:lnTo>
                  <a:lnTo>
                    <a:pt x="158140" y="1153858"/>
                  </a:lnTo>
                  <a:lnTo>
                    <a:pt x="510120" y="1153858"/>
                  </a:lnTo>
                  <a:lnTo>
                    <a:pt x="510120" y="1148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2154826" y="7693900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307419" y="54901"/>
                  </a:moveTo>
                  <a:lnTo>
                    <a:pt x="229141" y="53376"/>
                  </a:lnTo>
                  <a:lnTo>
                    <a:pt x="161680" y="48801"/>
                  </a:lnTo>
                  <a:lnTo>
                    <a:pt x="105035" y="41176"/>
                  </a:lnTo>
                  <a:lnTo>
                    <a:pt x="59207" y="30500"/>
                  </a:lnTo>
                  <a:lnTo>
                    <a:pt x="0" y="0"/>
                  </a:lnTo>
                  <a:lnTo>
                    <a:pt x="24195" y="14592"/>
                  </a:lnTo>
                  <a:lnTo>
                    <a:pt x="59207" y="26532"/>
                  </a:lnTo>
                  <a:lnTo>
                    <a:pt x="105035" y="35818"/>
                  </a:lnTo>
                  <a:lnTo>
                    <a:pt x="161680" y="42451"/>
                  </a:lnTo>
                  <a:lnTo>
                    <a:pt x="229141" y="46431"/>
                  </a:lnTo>
                  <a:lnTo>
                    <a:pt x="307419" y="47757"/>
                  </a:lnTo>
                  <a:lnTo>
                    <a:pt x="385696" y="46431"/>
                  </a:lnTo>
                  <a:lnTo>
                    <a:pt x="453157" y="42451"/>
                  </a:lnTo>
                  <a:lnTo>
                    <a:pt x="509802" y="35818"/>
                  </a:lnTo>
                  <a:lnTo>
                    <a:pt x="555630" y="26532"/>
                  </a:lnTo>
                  <a:lnTo>
                    <a:pt x="614838" y="0"/>
                  </a:lnTo>
                  <a:lnTo>
                    <a:pt x="590642" y="16775"/>
                  </a:lnTo>
                  <a:lnTo>
                    <a:pt x="555630" y="30500"/>
                  </a:lnTo>
                  <a:lnTo>
                    <a:pt x="509802" y="41176"/>
                  </a:lnTo>
                  <a:lnTo>
                    <a:pt x="453157" y="48801"/>
                  </a:lnTo>
                  <a:lnTo>
                    <a:pt x="385696" y="53376"/>
                  </a:lnTo>
                  <a:lnTo>
                    <a:pt x="307419" y="549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2154826" y="7693900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0" y="0"/>
                  </a:moveTo>
                  <a:lnTo>
                    <a:pt x="59207" y="30500"/>
                  </a:lnTo>
                  <a:lnTo>
                    <a:pt x="105035" y="41176"/>
                  </a:lnTo>
                  <a:lnTo>
                    <a:pt x="161680" y="48801"/>
                  </a:lnTo>
                  <a:lnTo>
                    <a:pt x="229141" y="53376"/>
                  </a:lnTo>
                  <a:lnTo>
                    <a:pt x="307419" y="54901"/>
                  </a:lnTo>
                  <a:lnTo>
                    <a:pt x="385696" y="53376"/>
                  </a:lnTo>
                  <a:lnTo>
                    <a:pt x="453157" y="48801"/>
                  </a:lnTo>
                  <a:lnTo>
                    <a:pt x="509802" y="41176"/>
                  </a:lnTo>
                  <a:lnTo>
                    <a:pt x="555630" y="30500"/>
                  </a:lnTo>
                  <a:lnTo>
                    <a:pt x="614838" y="0"/>
                  </a:lnTo>
                  <a:lnTo>
                    <a:pt x="590642" y="14592"/>
                  </a:lnTo>
                  <a:lnTo>
                    <a:pt x="555630" y="26532"/>
                  </a:lnTo>
                  <a:lnTo>
                    <a:pt x="509802" y="35818"/>
                  </a:lnTo>
                  <a:lnTo>
                    <a:pt x="453157" y="42451"/>
                  </a:lnTo>
                  <a:lnTo>
                    <a:pt x="385696" y="46431"/>
                  </a:lnTo>
                  <a:lnTo>
                    <a:pt x="307419" y="47757"/>
                  </a:lnTo>
                  <a:lnTo>
                    <a:pt x="229141" y="46431"/>
                  </a:lnTo>
                  <a:lnTo>
                    <a:pt x="161680" y="42451"/>
                  </a:lnTo>
                  <a:lnTo>
                    <a:pt x="105035" y="35818"/>
                  </a:lnTo>
                  <a:lnTo>
                    <a:pt x="59207" y="26532"/>
                  </a:lnTo>
                  <a:lnTo>
                    <a:pt x="24195" y="1459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2154826" y="7424686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614838" y="54901"/>
                  </a:moveTo>
                  <a:lnTo>
                    <a:pt x="555630" y="28369"/>
                  </a:lnTo>
                  <a:lnTo>
                    <a:pt x="509802" y="19083"/>
                  </a:lnTo>
                  <a:lnTo>
                    <a:pt x="453157" y="12450"/>
                  </a:lnTo>
                  <a:lnTo>
                    <a:pt x="385696" y="8470"/>
                  </a:lnTo>
                  <a:lnTo>
                    <a:pt x="307419" y="7143"/>
                  </a:lnTo>
                  <a:lnTo>
                    <a:pt x="229141" y="8470"/>
                  </a:lnTo>
                  <a:lnTo>
                    <a:pt x="161680" y="12450"/>
                  </a:lnTo>
                  <a:lnTo>
                    <a:pt x="105035" y="19083"/>
                  </a:lnTo>
                  <a:lnTo>
                    <a:pt x="59207" y="28369"/>
                  </a:lnTo>
                  <a:lnTo>
                    <a:pt x="0" y="54901"/>
                  </a:lnTo>
                  <a:lnTo>
                    <a:pt x="24195" y="38126"/>
                  </a:lnTo>
                  <a:lnTo>
                    <a:pt x="105035" y="13725"/>
                  </a:lnTo>
                  <a:lnTo>
                    <a:pt x="161680" y="6100"/>
                  </a:lnTo>
                  <a:lnTo>
                    <a:pt x="229141" y="1525"/>
                  </a:lnTo>
                  <a:lnTo>
                    <a:pt x="307419" y="0"/>
                  </a:lnTo>
                  <a:lnTo>
                    <a:pt x="385696" y="1525"/>
                  </a:lnTo>
                  <a:lnTo>
                    <a:pt x="453157" y="6100"/>
                  </a:lnTo>
                  <a:lnTo>
                    <a:pt x="509802" y="13725"/>
                  </a:lnTo>
                  <a:lnTo>
                    <a:pt x="555630" y="24400"/>
                  </a:lnTo>
                  <a:lnTo>
                    <a:pt x="590642" y="38126"/>
                  </a:lnTo>
                  <a:lnTo>
                    <a:pt x="614838" y="549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2154826" y="7424686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0" y="54901"/>
                  </a:moveTo>
                  <a:lnTo>
                    <a:pt x="59207" y="28369"/>
                  </a:lnTo>
                  <a:lnTo>
                    <a:pt x="105035" y="19083"/>
                  </a:lnTo>
                  <a:lnTo>
                    <a:pt x="161680" y="12450"/>
                  </a:lnTo>
                  <a:lnTo>
                    <a:pt x="229141" y="8470"/>
                  </a:lnTo>
                  <a:lnTo>
                    <a:pt x="307419" y="7143"/>
                  </a:lnTo>
                  <a:lnTo>
                    <a:pt x="385696" y="8470"/>
                  </a:lnTo>
                  <a:lnTo>
                    <a:pt x="453157" y="12450"/>
                  </a:lnTo>
                  <a:lnTo>
                    <a:pt x="509802" y="19083"/>
                  </a:lnTo>
                  <a:lnTo>
                    <a:pt x="555630" y="28369"/>
                  </a:lnTo>
                  <a:lnTo>
                    <a:pt x="614838" y="54901"/>
                  </a:lnTo>
                  <a:lnTo>
                    <a:pt x="590642" y="38126"/>
                  </a:lnTo>
                  <a:lnTo>
                    <a:pt x="509802" y="13725"/>
                  </a:lnTo>
                  <a:lnTo>
                    <a:pt x="453157" y="6100"/>
                  </a:lnTo>
                  <a:lnTo>
                    <a:pt x="385696" y="1525"/>
                  </a:lnTo>
                  <a:lnTo>
                    <a:pt x="307419" y="0"/>
                  </a:lnTo>
                  <a:lnTo>
                    <a:pt x="229141" y="1525"/>
                  </a:lnTo>
                  <a:lnTo>
                    <a:pt x="161680" y="6100"/>
                  </a:lnTo>
                  <a:lnTo>
                    <a:pt x="105035" y="13725"/>
                  </a:lnTo>
                  <a:lnTo>
                    <a:pt x="59207" y="24400"/>
                  </a:lnTo>
                  <a:lnTo>
                    <a:pt x="24195" y="38126"/>
                  </a:lnTo>
                  <a:lnTo>
                    <a:pt x="0" y="5490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2471204" y="6288592"/>
              <a:ext cx="2406015" cy="1383030"/>
            </a:xfrm>
            <a:custGeom>
              <a:avLst/>
              <a:gdLst/>
              <a:ahLst/>
              <a:cxnLst/>
              <a:rect l="l" t="t" r="r" b="b"/>
              <a:pathLst>
                <a:path w="2406015" h="1383029">
                  <a:moveTo>
                    <a:pt x="10007" y="0"/>
                  </a:moveTo>
                  <a:lnTo>
                    <a:pt x="0" y="0"/>
                  </a:lnTo>
                  <a:lnTo>
                    <a:pt x="0" y="1382458"/>
                  </a:lnTo>
                  <a:lnTo>
                    <a:pt x="10007" y="1382458"/>
                  </a:lnTo>
                  <a:lnTo>
                    <a:pt x="10007" y="0"/>
                  </a:lnTo>
                  <a:close/>
                </a:path>
                <a:path w="2406015" h="1383029">
                  <a:moveTo>
                    <a:pt x="2405989" y="1148143"/>
                  </a:moveTo>
                  <a:lnTo>
                    <a:pt x="28003" y="1148143"/>
                  </a:lnTo>
                  <a:lnTo>
                    <a:pt x="28003" y="0"/>
                  </a:lnTo>
                  <a:lnTo>
                    <a:pt x="18008" y="0"/>
                  </a:lnTo>
                  <a:lnTo>
                    <a:pt x="18008" y="1148143"/>
                  </a:lnTo>
                  <a:lnTo>
                    <a:pt x="15303" y="1148143"/>
                  </a:lnTo>
                  <a:lnTo>
                    <a:pt x="15303" y="1153858"/>
                  </a:lnTo>
                  <a:lnTo>
                    <a:pt x="18008" y="1153858"/>
                  </a:lnTo>
                  <a:lnTo>
                    <a:pt x="18008" y="1205293"/>
                  </a:lnTo>
                  <a:lnTo>
                    <a:pt x="15303" y="1205293"/>
                  </a:lnTo>
                  <a:lnTo>
                    <a:pt x="15303" y="1211008"/>
                  </a:lnTo>
                  <a:lnTo>
                    <a:pt x="18008" y="1211008"/>
                  </a:lnTo>
                  <a:lnTo>
                    <a:pt x="18008" y="1262443"/>
                  </a:lnTo>
                  <a:lnTo>
                    <a:pt x="15303" y="1262443"/>
                  </a:lnTo>
                  <a:lnTo>
                    <a:pt x="15303" y="1268158"/>
                  </a:lnTo>
                  <a:lnTo>
                    <a:pt x="18008" y="1268158"/>
                  </a:lnTo>
                  <a:lnTo>
                    <a:pt x="18008" y="1319593"/>
                  </a:lnTo>
                  <a:lnTo>
                    <a:pt x="15303" y="1319593"/>
                  </a:lnTo>
                  <a:lnTo>
                    <a:pt x="15303" y="1325308"/>
                  </a:lnTo>
                  <a:lnTo>
                    <a:pt x="18008" y="1325308"/>
                  </a:lnTo>
                  <a:lnTo>
                    <a:pt x="18008" y="1376743"/>
                  </a:lnTo>
                  <a:lnTo>
                    <a:pt x="15303" y="1376743"/>
                  </a:lnTo>
                  <a:lnTo>
                    <a:pt x="15303" y="1382458"/>
                  </a:lnTo>
                  <a:lnTo>
                    <a:pt x="18008" y="1382458"/>
                  </a:lnTo>
                  <a:lnTo>
                    <a:pt x="28003" y="1382458"/>
                  </a:lnTo>
                  <a:lnTo>
                    <a:pt x="2405989" y="1382458"/>
                  </a:lnTo>
                  <a:lnTo>
                    <a:pt x="2405989" y="1376743"/>
                  </a:lnTo>
                  <a:lnTo>
                    <a:pt x="28003" y="1376743"/>
                  </a:lnTo>
                  <a:lnTo>
                    <a:pt x="28003" y="1325308"/>
                  </a:lnTo>
                  <a:lnTo>
                    <a:pt x="2405989" y="1325308"/>
                  </a:lnTo>
                  <a:lnTo>
                    <a:pt x="2405989" y="1319593"/>
                  </a:lnTo>
                  <a:lnTo>
                    <a:pt x="28003" y="1319593"/>
                  </a:lnTo>
                  <a:lnTo>
                    <a:pt x="28003" y="1268158"/>
                  </a:lnTo>
                  <a:lnTo>
                    <a:pt x="2405989" y="1268158"/>
                  </a:lnTo>
                  <a:lnTo>
                    <a:pt x="2405989" y="1262443"/>
                  </a:lnTo>
                  <a:lnTo>
                    <a:pt x="28003" y="1262443"/>
                  </a:lnTo>
                  <a:lnTo>
                    <a:pt x="28003" y="1211008"/>
                  </a:lnTo>
                  <a:lnTo>
                    <a:pt x="2405989" y="1211008"/>
                  </a:lnTo>
                  <a:lnTo>
                    <a:pt x="2405989" y="1205293"/>
                  </a:lnTo>
                  <a:lnTo>
                    <a:pt x="28003" y="1205293"/>
                  </a:lnTo>
                  <a:lnTo>
                    <a:pt x="28003" y="1153858"/>
                  </a:lnTo>
                  <a:lnTo>
                    <a:pt x="2405989" y="1153858"/>
                  </a:lnTo>
                  <a:lnTo>
                    <a:pt x="2405989" y="1148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6" name="object 216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556368" y="7447774"/>
              <a:ext cx="77723" cy="210692"/>
            </a:xfrm>
            <a:prstGeom prst="rect">
              <a:avLst/>
            </a:prstGeom>
          </p:spPr>
        </p:pic>
        <p:sp>
          <p:nvSpPr>
            <p:cNvPr id="217" name="object 217"/>
            <p:cNvSpPr/>
            <p:nvPr/>
          </p:nvSpPr>
          <p:spPr>
            <a:xfrm>
              <a:off x="2853675" y="7293850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8" name="object 218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2746804" y="7180122"/>
              <a:ext cx="151447" cy="80581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2789656" y="7391015"/>
              <a:ext cx="489584" cy="360045"/>
            </a:xfrm>
            <a:custGeom>
              <a:avLst/>
              <a:gdLst/>
              <a:ahLst/>
              <a:cxnLst/>
              <a:rect l="l" t="t" r="r" b="b"/>
              <a:pathLst>
                <a:path w="489585" h="360045">
                  <a:moveTo>
                    <a:pt x="74295" y="294030"/>
                  </a:moveTo>
                  <a:lnTo>
                    <a:pt x="74104" y="286791"/>
                  </a:lnTo>
                  <a:lnTo>
                    <a:pt x="71539" y="281559"/>
                  </a:lnTo>
                  <a:lnTo>
                    <a:pt x="66586" y="278320"/>
                  </a:lnTo>
                  <a:lnTo>
                    <a:pt x="62014" y="274701"/>
                  </a:lnTo>
                  <a:lnTo>
                    <a:pt x="55537" y="272986"/>
                  </a:lnTo>
                  <a:lnTo>
                    <a:pt x="47155" y="273177"/>
                  </a:lnTo>
                  <a:lnTo>
                    <a:pt x="39217" y="274142"/>
                  </a:lnTo>
                  <a:lnTo>
                    <a:pt x="4648" y="297243"/>
                  </a:lnTo>
                  <a:lnTo>
                    <a:pt x="0" y="311175"/>
                  </a:lnTo>
                  <a:lnTo>
                    <a:pt x="190" y="317652"/>
                  </a:lnTo>
                  <a:lnTo>
                    <a:pt x="25146" y="332613"/>
                  </a:lnTo>
                  <a:lnTo>
                    <a:pt x="33629" y="331660"/>
                  </a:lnTo>
                  <a:lnTo>
                    <a:pt x="69659" y="308610"/>
                  </a:lnTo>
                  <a:lnTo>
                    <a:pt x="72847" y="301599"/>
                  </a:lnTo>
                  <a:lnTo>
                    <a:pt x="74295" y="294030"/>
                  </a:lnTo>
                  <a:close/>
                </a:path>
                <a:path w="489585" h="360045">
                  <a:moveTo>
                    <a:pt x="74295" y="94005"/>
                  </a:moveTo>
                  <a:lnTo>
                    <a:pt x="74104" y="86766"/>
                  </a:lnTo>
                  <a:lnTo>
                    <a:pt x="71539" y="81534"/>
                  </a:lnTo>
                  <a:lnTo>
                    <a:pt x="66586" y="78295"/>
                  </a:lnTo>
                  <a:lnTo>
                    <a:pt x="62014" y="74676"/>
                  </a:lnTo>
                  <a:lnTo>
                    <a:pt x="55537" y="72961"/>
                  </a:lnTo>
                  <a:lnTo>
                    <a:pt x="47155" y="73152"/>
                  </a:lnTo>
                  <a:lnTo>
                    <a:pt x="39217" y="74117"/>
                  </a:lnTo>
                  <a:lnTo>
                    <a:pt x="4648" y="97218"/>
                  </a:lnTo>
                  <a:lnTo>
                    <a:pt x="0" y="111150"/>
                  </a:lnTo>
                  <a:lnTo>
                    <a:pt x="190" y="117627"/>
                  </a:lnTo>
                  <a:lnTo>
                    <a:pt x="25146" y="132588"/>
                  </a:lnTo>
                  <a:lnTo>
                    <a:pt x="33629" y="131635"/>
                  </a:lnTo>
                  <a:lnTo>
                    <a:pt x="69659" y="108585"/>
                  </a:lnTo>
                  <a:lnTo>
                    <a:pt x="72847" y="101574"/>
                  </a:lnTo>
                  <a:lnTo>
                    <a:pt x="74295" y="94005"/>
                  </a:lnTo>
                  <a:close/>
                </a:path>
                <a:path w="489585" h="360045">
                  <a:moveTo>
                    <a:pt x="313867" y="36855"/>
                  </a:moveTo>
                  <a:lnTo>
                    <a:pt x="313677" y="29616"/>
                  </a:lnTo>
                  <a:lnTo>
                    <a:pt x="311099" y="24384"/>
                  </a:lnTo>
                  <a:lnTo>
                    <a:pt x="306146" y="21145"/>
                  </a:lnTo>
                  <a:lnTo>
                    <a:pt x="301574" y="17526"/>
                  </a:lnTo>
                  <a:lnTo>
                    <a:pt x="295097" y="15811"/>
                  </a:lnTo>
                  <a:lnTo>
                    <a:pt x="286715" y="16002"/>
                  </a:lnTo>
                  <a:lnTo>
                    <a:pt x="278790" y="16967"/>
                  </a:lnTo>
                  <a:lnTo>
                    <a:pt x="244208" y="40068"/>
                  </a:lnTo>
                  <a:lnTo>
                    <a:pt x="239572" y="54000"/>
                  </a:lnTo>
                  <a:lnTo>
                    <a:pt x="239661" y="57150"/>
                  </a:lnTo>
                  <a:lnTo>
                    <a:pt x="239572" y="168300"/>
                  </a:lnTo>
                  <a:lnTo>
                    <a:pt x="239572" y="360045"/>
                  </a:lnTo>
                  <a:lnTo>
                    <a:pt x="249567" y="360045"/>
                  </a:lnTo>
                  <a:lnTo>
                    <a:pt x="249567" y="186055"/>
                  </a:lnTo>
                  <a:lnTo>
                    <a:pt x="251574" y="187642"/>
                  </a:lnTo>
                  <a:lnTo>
                    <a:pt x="257479" y="189547"/>
                  </a:lnTo>
                  <a:lnTo>
                    <a:pt x="297573" y="178015"/>
                  </a:lnTo>
                  <a:lnTo>
                    <a:pt x="313867" y="151155"/>
                  </a:lnTo>
                  <a:lnTo>
                    <a:pt x="313677" y="143916"/>
                  </a:lnTo>
                  <a:lnTo>
                    <a:pt x="311099" y="138684"/>
                  </a:lnTo>
                  <a:lnTo>
                    <a:pt x="306146" y="135445"/>
                  </a:lnTo>
                  <a:lnTo>
                    <a:pt x="301574" y="131826"/>
                  </a:lnTo>
                  <a:lnTo>
                    <a:pt x="295097" y="130111"/>
                  </a:lnTo>
                  <a:lnTo>
                    <a:pt x="286715" y="130302"/>
                  </a:lnTo>
                  <a:lnTo>
                    <a:pt x="278790" y="131267"/>
                  </a:lnTo>
                  <a:lnTo>
                    <a:pt x="271005" y="133578"/>
                  </a:lnTo>
                  <a:lnTo>
                    <a:pt x="263359" y="137261"/>
                  </a:lnTo>
                  <a:lnTo>
                    <a:pt x="255854" y="142303"/>
                  </a:lnTo>
                  <a:lnTo>
                    <a:pt x="249567" y="147764"/>
                  </a:lnTo>
                  <a:lnTo>
                    <a:pt x="249567" y="71755"/>
                  </a:lnTo>
                  <a:lnTo>
                    <a:pt x="251574" y="73342"/>
                  </a:lnTo>
                  <a:lnTo>
                    <a:pt x="257479" y="75247"/>
                  </a:lnTo>
                  <a:lnTo>
                    <a:pt x="264718" y="75438"/>
                  </a:lnTo>
                  <a:lnTo>
                    <a:pt x="273202" y="74485"/>
                  </a:lnTo>
                  <a:lnTo>
                    <a:pt x="309219" y="51435"/>
                  </a:lnTo>
                  <a:lnTo>
                    <a:pt x="312420" y="44424"/>
                  </a:lnTo>
                  <a:lnTo>
                    <a:pt x="313867" y="36855"/>
                  </a:lnTo>
                  <a:close/>
                </a:path>
                <a:path w="489585" h="360045">
                  <a:moveTo>
                    <a:pt x="489140" y="0"/>
                  </a:moveTo>
                  <a:lnTo>
                    <a:pt x="479132" y="0"/>
                  </a:lnTo>
                  <a:lnTo>
                    <a:pt x="479132" y="302895"/>
                  </a:lnTo>
                  <a:lnTo>
                    <a:pt x="489140" y="302895"/>
                  </a:lnTo>
                  <a:lnTo>
                    <a:pt x="4891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0" name="object 220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3207650" y="7265275"/>
              <a:ext cx="155773" cy="153161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3268789" y="7391015"/>
              <a:ext cx="250190" cy="331470"/>
            </a:xfrm>
            <a:custGeom>
              <a:avLst/>
              <a:gdLst/>
              <a:ahLst/>
              <a:cxnLst/>
              <a:rect l="l" t="t" r="r" b="b"/>
              <a:pathLst>
                <a:path w="250189" h="331470">
                  <a:moveTo>
                    <a:pt x="74295" y="94005"/>
                  </a:moveTo>
                  <a:lnTo>
                    <a:pt x="74104" y="86766"/>
                  </a:lnTo>
                  <a:lnTo>
                    <a:pt x="71539" y="81534"/>
                  </a:lnTo>
                  <a:lnTo>
                    <a:pt x="66586" y="78295"/>
                  </a:lnTo>
                  <a:lnTo>
                    <a:pt x="62014" y="74676"/>
                  </a:lnTo>
                  <a:lnTo>
                    <a:pt x="55537" y="72961"/>
                  </a:lnTo>
                  <a:lnTo>
                    <a:pt x="47155" y="73152"/>
                  </a:lnTo>
                  <a:lnTo>
                    <a:pt x="39230" y="74117"/>
                  </a:lnTo>
                  <a:lnTo>
                    <a:pt x="4648" y="97218"/>
                  </a:lnTo>
                  <a:lnTo>
                    <a:pt x="0" y="111150"/>
                  </a:lnTo>
                  <a:lnTo>
                    <a:pt x="190" y="117627"/>
                  </a:lnTo>
                  <a:lnTo>
                    <a:pt x="25146" y="132588"/>
                  </a:lnTo>
                  <a:lnTo>
                    <a:pt x="33629" y="131635"/>
                  </a:lnTo>
                  <a:lnTo>
                    <a:pt x="69659" y="108585"/>
                  </a:lnTo>
                  <a:lnTo>
                    <a:pt x="72847" y="101574"/>
                  </a:lnTo>
                  <a:lnTo>
                    <a:pt x="74295" y="94005"/>
                  </a:lnTo>
                  <a:close/>
                </a:path>
                <a:path w="250189" h="331470">
                  <a:moveTo>
                    <a:pt x="249567" y="0"/>
                  </a:moveTo>
                  <a:lnTo>
                    <a:pt x="239572" y="0"/>
                  </a:lnTo>
                  <a:lnTo>
                    <a:pt x="239572" y="331470"/>
                  </a:lnTo>
                  <a:lnTo>
                    <a:pt x="249567" y="331470"/>
                  </a:lnTo>
                  <a:lnTo>
                    <a:pt x="2495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2" name="object 222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3452360" y="7298422"/>
              <a:ext cx="150629" cy="160591"/>
            </a:xfrm>
            <a:prstGeom prst="rect">
              <a:avLst/>
            </a:prstGeom>
          </p:spPr>
        </p:pic>
        <p:sp>
          <p:nvSpPr>
            <p:cNvPr id="223" name="object 223"/>
            <p:cNvSpPr/>
            <p:nvPr/>
          </p:nvSpPr>
          <p:spPr>
            <a:xfrm>
              <a:off x="3508362" y="7362440"/>
              <a:ext cx="250190" cy="331470"/>
            </a:xfrm>
            <a:custGeom>
              <a:avLst/>
              <a:gdLst/>
              <a:ahLst/>
              <a:cxnLst/>
              <a:rect l="l" t="t" r="r" b="b"/>
              <a:pathLst>
                <a:path w="250189" h="331470">
                  <a:moveTo>
                    <a:pt x="74295" y="151155"/>
                  </a:moveTo>
                  <a:lnTo>
                    <a:pt x="74104" y="143916"/>
                  </a:lnTo>
                  <a:lnTo>
                    <a:pt x="71526" y="138684"/>
                  </a:lnTo>
                  <a:lnTo>
                    <a:pt x="66573" y="135445"/>
                  </a:lnTo>
                  <a:lnTo>
                    <a:pt x="62001" y="131826"/>
                  </a:lnTo>
                  <a:lnTo>
                    <a:pt x="55524" y="130111"/>
                  </a:lnTo>
                  <a:lnTo>
                    <a:pt x="47142" y="130302"/>
                  </a:lnTo>
                  <a:lnTo>
                    <a:pt x="39217" y="131267"/>
                  </a:lnTo>
                  <a:lnTo>
                    <a:pt x="4648" y="154368"/>
                  </a:lnTo>
                  <a:lnTo>
                    <a:pt x="0" y="168300"/>
                  </a:lnTo>
                  <a:lnTo>
                    <a:pt x="190" y="174777"/>
                  </a:lnTo>
                  <a:lnTo>
                    <a:pt x="25146" y="189738"/>
                  </a:lnTo>
                  <a:lnTo>
                    <a:pt x="33629" y="188785"/>
                  </a:lnTo>
                  <a:lnTo>
                    <a:pt x="69646" y="165735"/>
                  </a:lnTo>
                  <a:lnTo>
                    <a:pt x="72847" y="158724"/>
                  </a:lnTo>
                  <a:lnTo>
                    <a:pt x="74295" y="151155"/>
                  </a:lnTo>
                  <a:close/>
                </a:path>
                <a:path w="250189" h="331470">
                  <a:moveTo>
                    <a:pt x="249567" y="0"/>
                  </a:moveTo>
                  <a:lnTo>
                    <a:pt x="239560" y="0"/>
                  </a:lnTo>
                  <a:lnTo>
                    <a:pt x="239560" y="331470"/>
                  </a:lnTo>
                  <a:lnTo>
                    <a:pt x="249567" y="331470"/>
                  </a:lnTo>
                  <a:lnTo>
                    <a:pt x="2495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4" name="object 224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3691927" y="7269847"/>
              <a:ext cx="150629" cy="160591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3747922" y="7322435"/>
              <a:ext cx="294640" cy="342900"/>
            </a:xfrm>
            <a:custGeom>
              <a:avLst/>
              <a:gdLst/>
              <a:ahLst/>
              <a:cxnLst/>
              <a:rect l="l" t="t" r="r" b="b"/>
              <a:pathLst>
                <a:path w="294639" h="342900">
                  <a:moveTo>
                    <a:pt x="74295" y="162585"/>
                  </a:moveTo>
                  <a:lnTo>
                    <a:pt x="74104" y="155346"/>
                  </a:lnTo>
                  <a:lnTo>
                    <a:pt x="71539" y="150114"/>
                  </a:lnTo>
                  <a:lnTo>
                    <a:pt x="66586" y="146875"/>
                  </a:lnTo>
                  <a:lnTo>
                    <a:pt x="62014" y="143256"/>
                  </a:lnTo>
                  <a:lnTo>
                    <a:pt x="55537" y="141541"/>
                  </a:lnTo>
                  <a:lnTo>
                    <a:pt x="47155" y="141732"/>
                  </a:lnTo>
                  <a:lnTo>
                    <a:pt x="39230" y="142697"/>
                  </a:lnTo>
                  <a:lnTo>
                    <a:pt x="4648" y="165798"/>
                  </a:lnTo>
                  <a:lnTo>
                    <a:pt x="0" y="179730"/>
                  </a:lnTo>
                  <a:lnTo>
                    <a:pt x="190" y="186207"/>
                  </a:lnTo>
                  <a:lnTo>
                    <a:pt x="25146" y="201168"/>
                  </a:lnTo>
                  <a:lnTo>
                    <a:pt x="33629" y="200215"/>
                  </a:lnTo>
                  <a:lnTo>
                    <a:pt x="69659" y="177165"/>
                  </a:lnTo>
                  <a:lnTo>
                    <a:pt x="72859" y="170154"/>
                  </a:lnTo>
                  <a:lnTo>
                    <a:pt x="74295" y="162585"/>
                  </a:lnTo>
                  <a:close/>
                </a:path>
                <a:path w="294639" h="342900">
                  <a:moveTo>
                    <a:pt x="175742" y="18859"/>
                  </a:moveTo>
                  <a:lnTo>
                    <a:pt x="174980" y="15240"/>
                  </a:lnTo>
                  <a:lnTo>
                    <a:pt x="173266" y="11811"/>
                  </a:lnTo>
                  <a:lnTo>
                    <a:pt x="170599" y="8572"/>
                  </a:lnTo>
                  <a:lnTo>
                    <a:pt x="162598" y="0"/>
                  </a:lnTo>
                  <a:lnTo>
                    <a:pt x="158597" y="0"/>
                  </a:lnTo>
                  <a:lnTo>
                    <a:pt x="161455" y="2857"/>
                  </a:lnTo>
                  <a:lnTo>
                    <a:pt x="163258" y="6477"/>
                  </a:lnTo>
                  <a:lnTo>
                    <a:pt x="149644" y="27813"/>
                  </a:lnTo>
                  <a:lnTo>
                    <a:pt x="146494" y="32575"/>
                  </a:lnTo>
                  <a:lnTo>
                    <a:pt x="145732" y="38290"/>
                  </a:lnTo>
                  <a:lnTo>
                    <a:pt x="146494" y="41910"/>
                  </a:lnTo>
                  <a:lnTo>
                    <a:pt x="148209" y="45339"/>
                  </a:lnTo>
                  <a:lnTo>
                    <a:pt x="150876" y="48577"/>
                  </a:lnTo>
                  <a:lnTo>
                    <a:pt x="158597" y="57150"/>
                  </a:lnTo>
                  <a:lnTo>
                    <a:pt x="161455" y="60007"/>
                  </a:lnTo>
                  <a:lnTo>
                    <a:pt x="163258" y="63627"/>
                  </a:lnTo>
                  <a:lnTo>
                    <a:pt x="149644" y="84963"/>
                  </a:lnTo>
                  <a:lnTo>
                    <a:pt x="146494" y="89725"/>
                  </a:lnTo>
                  <a:lnTo>
                    <a:pt x="145732" y="95440"/>
                  </a:lnTo>
                  <a:lnTo>
                    <a:pt x="146494" y="99060"/>
                  </a:lnTo>
                  <a:lnTo>
                    <a:pt x="148209" y="102489"/>
                  </a:lnTo>
                  <a:lnTo>
                    <a:pt x="150876" y="105727"/>
                  </a:lnTo>
                  <a:lnTo>
                    <a:pt x="158597" y="114300"/>
                  </a:lnTo>
                  <a:lnTo>
                    <a:pt x="161455" y="117157"/>
                  </a:lnTo>
                  <a:lnTo>
                    <a:pt x="163258" y="120777"/>
                  </a:lnTo>
                  <a:lnTo>
                    <a:pt x="149644" y="142113"/>
                  </a:lnTo>
                  <a:lnTo>
                    <a:pt x="146494" y="146875"/>
                  </a:lnTo>
                  <a:lnTo>
                    <a:pt x="145732" y="152590"/>
                  </a:lnTo>
                  <a:lnTo>
                    <a:pt x="146494" y="156210"/>
                  </a:lnTo>
                  <a:lnTo>
                    <a:pt x="148209" y="159639"/>
                  </a:lnTo>
                  <a:lnTo>
                    <a:pt x="150876" y="162877"/>
                  </a:lnTo>
                  <a:lnTo>
                    <a:pt x="158597" y="171450"/>
                  </a:lnTo>
                  <a:lnTo>
                    <a:pt x="162598" y="171450"/>
                  </a:lnTo>
                  <a:lnTo>
                    <a:pt x="159550" y="167449"/>
                  </a:lnTo>
                  <a:lnTo>
                    <a:pt x="157835" y="163918"/>
                  </a:lnTo>
                  <a:lnTo>
                    <a:pt x="157454" y="160870"/>
                  </a:lnTo>
                  <a:lnTo>
                    <a:pt x="158407" y="155727"/>
                  </a:lnTo>
                  <a:lnTo>
                    <a:pt x="161353" y="151345"/>
                  </a:lnTo>
                  <a:lnTo>
                    <a:pt x="166306" y="147726"/>
                  </a:lnTo>
                  <a:lnTo>
                    <a:pt x="171831" y="143535"/>
                  </a:lnTo>
                  <a:lnTo>
                    <a:pt x="174980" y="138684"/>
                  </a:lnTo>
                  <a:lnTo>
                    <a:pt x="175742" y="133159"/>
                  </a:lnTo>
                  <a:lnTo>
                    <a:pt x="174980" y="129540"/>
                  </a:lnTo>
                  <a:lnTo>
                    <a:pt x="173266" y="126111"/>
                  </a:lnTo>
                  <a:lnTo>
                    <a:pt x="170599" y="122872"/>
                  </a:lnTo>
                  <a:lnTo>
                    <a:pt x="162598" y="114300"/>
                  </a:lnTo>
                  <a:lnTo>
                    <a:pt x="159550" y="110299"/>
                  </a:lnTo>
                  <a:lnTo>
                    <a:pt x="157835" y="106768"/>
                  </a:lnTo>
                  <a:lnTo>
                    <a:pt x="157454" y="103720"/>
                  </a:lnTo>
                  <a:lnTo>
                    <a:pt x="158407" y="98577"/>
                  </a:lnTo>
                  <a:lnTo>
                    <a:pt x="161353" y="94195"/>
                  </a:lnTo>
                  <a:lnTo>
                    <a:pt x="166306" y="90576"/>
                  </a:lnTo>
                  <a:lnTo>
                    <a:pt x="171831" y="86385"/>
                  </a:lnTo>
                  <a:lnTo>
                    <a:pt x="174980" y="81534"/>
                  </a:lnTo>
                  <a:lnTo>
                    <a:pt x="175742" y="76009"/>
                  </a:lnTo>
                  <a:lnTo>
                    <a:pt x="174980" y="72390"/>
                  </a:lnTo>
                  <a:lnTo>
                    <a:pt x="173266" y="68961"/>
                  </a:lnTo>
                  <a:lnTo>
                    <a:pt x="170599" y="65722"/>
                  </a:lnTo>
                  <a:lnTo>
                    <a:pt x="162598" y="57150"/>
                  </a:lnTo>
                  <a:lnTo>
                    <a:pt x="159550" y="53149"/>
                  </a:lnTo>
                  <a:lnTo>
                    <a:pt x="157835" y="49618"/>
                  </a:lnTo>
                  <a:lnTo>
                    <a:pt x="157454" y="46570"/>
                  </a:lnTo>
                  <a:lnTo>
                    <a:pt x="158407" y="41427"/>
                  </a:lnTo>
                  <a:lnTo>
                    <a:pt x="161353" y="37045"/>
                  </a:lnTo>
                  <a:lnTo>
                    <a:pt x="166306" y="33426"/>
                  </a:lnTo>
                  <a:lnTo>
                    <a:pt x="171831" y="29235"/>
                  </a:lnTo>
                  <a:lnTo>
                    <a:pt x="174980" y="24384"/>
                  </a:lnTo>
                  <a:lnTo>
                    <a:pt x="175742" y="18859"/>
                  </a:lnTo>
                  <a:close/>
                </a:path>
                <a:path w="294639" h="342900">
                  <a:moveTo>
                    <a:pt x="294614" y="40005"/>
                  </a:moveTo>
                  <a:lnTo>
                    <a:pt x="284607" y="40005"/>
                  </a:lnTo>
                  <a:lnTo>
                    <a:pt x="284607" y="342900"/>
                  </a:lnTo>
                  <a:lnTo>
                    <a:pt x="294614" y="342900"/>
                  </a:lnTo>
                  <a:lnTo>
                    <a:pt x="294614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6" name="object 226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3976534" y="7321092"/>
              <a:ext cx="150629" cy="223646"/>
            </a:xfrm>
            <a:prstGeom prst="rect">
              <a:avLst/>
            </a:prstGeom>
          </p:spPr>
        </p:pic>
        <p:sp>
          <p:nvSpPr>
            <p:cNvPr id="227" name="object 227"/>
            <p:cNvSpPr/>
            <p:nvPr/>
          </p:nvSpPr>
          <p:spPr>
            <a:xfrm>
              <a:off x="4319994" y="6288592"/>
              <a:ext cx="339090" cy="1405890"/>
            </a:xfrm>
            <a:custGeom>
              <a:avLst/>
              <a:gdLst/>
              <a:ahLst/>
              <a:cxnLst/>
              <a:rect l="l" t="t" r="r" b="b"/>
              <a:pathLst>
                <a:path w="339089" h="1405890">
                  <a:moveTo>
                    <a:pt x="30010" y="1038415"/>
                  </a:moveTo>
                  <a:lnTo>
                    <a:pt x="29248" y="1034796"/>
                  </a:lnTo>
                  <a:lnTo>
                    <a:pt x="27533" y="1031367"/>
                  </a:lnTo>
                  <a:lnTo>
                    <a:pt x="24866" y="1028128"/>
                  </a:lnTo>
                  <a:lnTo>
                    <a:pt x="16865" y="1019556"/>
                  </a:lnTo>
                  <a:lnTo>
                    <a:pt x="12865" y="1019556"/>
                  </a:lnTo>
                  <a:lnTo>
                    <a:pt x="15722" y="1022413"/>
                  </a:lnTo>
                  <a:lnTo>
                    <a:pt x="17526" y="1026033"/>
                  </a:lnTo>
                  <a:lnTo>
                    <a:pt x="3911" y="1047369"/>
                  </a:lnTo>
                  <a:lnTo>
                    <a:pt x="762" y="1052131"/>
                  </a:lnTo>
                  <a:lnTo>
                    <a:pt x="0" y="1057846"/>
                  </a:lnTo>
                  <a:lnTo>
                    <a:pt x="762" y="1061466"/>
                  </a:lnTo>
                  <a:lnTo>
                    <a:pt x="2476" y="1064895"/>
                  </a:lnTo>
                  <a:lnTo>
                    <a:pt x="5143" y="1068133"/>
                  </a:lnTo>
                  <a:lnTo>
                    <a:pt x="12865" y="1076706"/>
                  </a:lnTo>
                  <a:lnTo>
                    <a:pt x="15722" y="1079563"/>
                  </a:lnTo>
                  <a:lnTo>
                    <a:pt x="17526" y="1083183"/>
                  </a:lnTo>
                  <a:lnTo>
                    <a:pt x="3911" y="1104519"/>
                  </a:lnTo>
                  <a:lnTo>
                    <a:pt x="762" y="1109281"/>
                  </a:lnTo>
                  <a:lnTo>
                    <a:pt x="0" y="1114996"/>
                  </a:lnTo>
                  <a:lnTo>
                    <a:pt x="762" y="1118616"/>
                  </a:lnTo>
                  <a:lnTo>
                    <a:pt x="2476" y="1122045"/>
                  </a:lnTo>
                  <a:lnTo>
                    <a:pt x="5143" y="1125283"/>
                  </a:lnTo>
                  <a:lnTo>
                    <a:pt x="12865" y="1133856"/>
                  </a:lnTo>
                  <a:lnTo>
                    <a:pt x="15722" y="1136713"/>
                  </a:lnTo>
                  <a:lnTo>
                    <a:pt x="17526" y="1140333"/>
                  </a:lnTo>
                  <a:lnTo>
                    <a:pt x="3911" y="1161669"/>
                  </a:lnTo>
                  <a:lnTo>
                    <a:pt x="762" y="1166431"/>
                  </a:lnTo>
                  <a:lnTo>
                    <a:pt x="0" y="1172146"/>
                  </a:lnTo>
                  <a:lnTo>
                    <a:pt x="762" y="1175766"/>
                  </a:lnTo>
                  <a:lnTo>
                    <a:pt x="2476" y="1179195"/>
                  </a:lnTo>
                  <a:lnTo>
                    <a:pt x="5143" y="1182433"/>
                  </a:lnTo>
                  <a:lnTo>
                    <a:pt x="12865" y="1191006"/>
                  </a:lnTo>
                  <a:lnTo>
                    <a:pt x="15722" y="1193863"/>
                  </a:lnTo>
                  <a:lnTo>
                    <a:pt x="17526" y="1197483"/>
                  </a:lnTo>
                  <a:lnTo>
                    <a:pt x="3911" y="1218819"/>
                  </a:lnTo>
                  <a:lnTo>
                    <a:pt x="762" y="1223581"/>
                  </a:lnTo>
                  <a:lnTo>
                    <a:pt x="0" y="1229296"/>
                  </a:lnTo>
                  <a:lnTo>
                    <a:pt x="762" y="1232916"/>
                  </a:lnTo>
                  <a:lnTo>
                    <a:pt x="2476" y="1236345"/>
                  </a:lnTo>
                  <a:lnTo>
                    <a:pt x="5143" y="1239583"/>
                  </a:lnTo>
                  <a:lnTo>
                    <a:pt x="12865" y="1248156"/>
                  </a:lnTo>
                  <a:lnTo>
                    <a:pt x="16865" y="1248156"/>
                  </a:lnTo>
                  <a:lnTo>
                    <a:pt x="13817" y="1244155"/>
                  </a:lnTo>
                  <a:lnTo>
                    <a:pt x="12103" y="1240624"/>
                  </a:lnTo>
                  <a:lnTo>
                    <a:pt x="11722" y="1237576"/>
                  </a:lnTo>
                  <a:lnTo>
                    <a:pt x="12674" y="1232433"/>
                  </a:lnTo>
                  <a:lnTo>
                    <a:pt x="15621" y="1228051"/>
                  </a:lnTo>
                  <a:lnTo>
                    <a:pt x="20574" y="1224432"/>
                  </a:lnTo>
                  <a:lnTo>
                    <a:pt x="26098" y="1220241"/>
                  </a:lnTo>
                  <a:lnTo>
                    <a:pt x="29248" y="1215390"/>
                  </a:lnTo>
                  <a:lnTo>
                    <a:pt x="30010" y="1209865"/>
                  </a:lnTo>
                  <a:lnTo>
                    <a:pt x="29248" y="1206246"/>
                  </a:lnTo>
                  <a:lnTo>
                    <a:pt x="27533" y="1202817"/>
                  </a:lnTo>
                  <a:lnTo>
                    <a:pt x="24866" y="1199578"/>
                  </a:lnTo>
                  <a:lnTo>
                    <a:pt x="16865" y="1191006"/>
                  </a:lnTo>
                  <a:lnTo>
                    <a:pt x="13817" y="1187005"/>
                  </a:lnTo>
                  <a:lnTo>
                    <a:pt x="12103" y="1183474"/>
                  </a:lnTo>
                  <a:lnTo>
                    <a:pt x="11722" y="1180426"/>
                  </a:lnTo>
                  <a:lnTo>
                    <a:pt x="12674" y="1175283"/>
                  </a:lnTo>
                  <a:lnTo>
                    <a:pt x="15621" y="1170901"/>
                  </a:lnTo>
                  <a:lnTo>
                    <a:pt x="20574" y="1167282"/>
                  </a:lnTo>
                  <a:lnTo>
                    <a:pt x="26098" y="1163091"/>
                  </a:lnTo>
                  <a:lnTo>
                    <a:pt x="29248" y="1158240"/>
                  </a:lnTo>
                  <a:lnTo>
                    <a:pt x="30010" y="1152715"/>
                  </a:lnTo>
                  <a:lnTo>
                    <a:pt x="29248" y="1149096"/>
                  </a:lnTo>
                  <a:lnTo>
                    <a:pt x="27533" y="1145667"/>
                  </a:lnTo>
                  <a:lnTo>
                    <a:pt x="24866" y="1142428"/>
                  </a:lnTo>
                  <a:lnTo>
                    <a:pt x="16865" y="1133856"/>
                  </a:lnTo>
                  <a:lnTo>
                    <a:pt x="13817" y="1129855"/>
                  </a:lnTo>
                  <a:lnTo>
                    <a:pt x="12103" y="1126324"/>
                  </a:lnTo>
                  <a:lnTo>
                    <a:pt x="11722" y="1123276"/>
                  </a:lnTo>
                  <a:lnTo>
                    <a:pt x="12674" y="1118133"/>
                  </a:lnTo>
                  <a:lnTo>
                    <a:pt x="15621" y="1113751"/>
                  </a:lnTo>
                  <a:lnTo>
                    <a:pt x="20574" y="1110132"/>
                  </a:lnTo>
                  <a:lnTo>
                    <a:pt x="26098" y="1105941"/>
                  </a:lnTo>
                  <a:lnTo>
                    <a:pt x="29248" y="1101090"/>
                  </a:lnTo>
                  <a:lnTo>
                    <a:pt x="30010" y="1095565"/>
                  </a:lnTo>
                  <a:lnTo>
                    <a:pt x="29248" y="1091946"/>
                  </a:lnTo>
                  <a:lnTo>
                    <a:pt x="27533" y="1088517"/>
                  </a:lnTo>
                  <a:lnTo>
                    <a:pt x="24866" y="1085278"/>
                  </a:lnTo>
                  <a:lnTo>
                    <a:pt x="16865" y="1076706"/>
                  </a:lnTo>
                  <a:lnTo>
                    <a:pt x="13817" y="1072705"/>
                  </a:lnTo>
                  <a:lnTo>
                    <a:pt x="12103" y="1069174"/>
                  </a:lnTo>
                  <a:lnTo>
                    <a:pt x="11722" y="1066126"/>
                  </a:lnTo>
                  <a:lnTo>
                    <a:pt x="12674" y="1060983"/>
                  </a:lnTo>
                  <a:lnTo>
                    <a:pt x="15621" y="1056601"/>
                  </a:lnTo>
                  <a:lnTo>
                    <a:pt x="20574" y="1052982"/>
                  </a:lnTo>
                  <a:lnTo>
                    <a:pt x="26098" y="1048791"/>
                  </a:lnTo>
                  <a:lnTo>
                    <a:pt x="29248" y="1043940"/>
                  </a:lnTo>
                  <a:lnTo>
                    <a:pt x="30010" y="1038415"/>
                  </a:lnTo>
                  <a:close/>
                </a:path>
                <a:path w="339089" h="1405890">
                  <a:moveTo>
                    <a:pt x="166065" y="1087412"/>
                  </a:moveTo>
                  <a:lnTo>
                    <a:pt x="116789" y="1087412"/>
                  </a:lnTo>
                  <a:lnTo>
                    <a:pt x="121500" y="1085329"/>
                  </a:lnTo>
                  <a:lnTo>
                    <a:pt x="129451" y="1080414"/>
                  </a:lnTo>
                  <a:lnTo>
                    <a:pt x="136144" y="1074559"/>
                  </a:lnTo>
                  <a:lnTo>
                    <a:pt x="141097" y="1068133"/>
                  </a:lnTo>
                  <a:lnTo>
                    <a:pt x="144297" y="1061123"/>
                  </a:lnTo>
                  <a:lnTo>
                    <a:pt x="145732" y="1053553"/>
                  </a:lnTo>
                  <a:lnTo>
                    <a:pt x="145542" y="1046314"/>
                  </a:lnTo>
                  <a:lnTo>
                    <a:pt x="142976" y="1041082"/>
                  </a:lnTo>
                  <a:lnTo>
                    <a:pt x="138023" y="1037844"/>
                  </a:lnTo>
                  <a:lnTo>
                    <a:pt x="133451" y="1034224"/>
                  </a:lnTo>
                  <a:lnTo>
                    <a:pt x="126974" y="1032510"/>
                  </a:lnTo>
                  <a:lnTo>
                    <a:pt x="118592" y="1032700"/>
                  </a:lnTo>
                  <a:lnTo>
                    <a:pt x="110667" y="1033665"/>
                  </a:lnTo>
                  <a:lnTo>
                    <a:pt x="76085" y="1056767"/>
                  </a:lnTo>
                  <a:lnTo>
                    <a:pt x="71437" y="1070698"/>
                  </a:lnTo>
                  <a:lnTo>
                    <a:pt x="71526" y="1073848"/>
                  </a:lnTo>
                  <a:lnTo>
                    <a:pt x="71437" y="1087412"/>
                  </a:lnTo>
                  <a:lnTo>
                    <a:pt x="54927" y="1087412"/>
                  </a:lnTo>
                  <a:lnTo>
                    <a:pt x="54927" y="1094562"/>
                  </a:lnTo>
                  <a:lnTo>
                    <a:pt x="71437" y="1094562"/>
                  </a:lnTo>
                  <a:lnTo>
                    <a:pt x="71437" y="1213573"/>
                  </a:lnTo>
                  <a:lnTo>
                    <a:pt x="71437" y="1405318"/>
                  </a:lnTo>
                  <a:lnTo>
                    <a:pt x="81445" y="1405318"/>
                  </a:lnTo>
                  <a:lnTo>
                    <a:pt x="81445" y="1231341"/>
                  </a:lnTo>
                  <a:lnTo>
                    <a:pt x="83439" y="1232916"/>
                  </a:lnTo>
                  <a:lnTo>
                    <a:pt x="89344" y="1234821"/>
                  </a:lnTo>
                  <a:lnTo>
                    <a:pt x="96583" y="1235011"/>
                  </a:lnTo>
                  <a:lnTo>
                    <a:pt x="105067" y="1234059"/>
                  </a:lnTo>
                  <a:lnTo>
                    <a:pt x="141097" y="1211008"/>
                  </a:lnTo>
                  <a:lnTo>
                    <a:pt x="145732" y="1196428"/>
                  </a:lnTo>
                  <a:lnTo>
                    <a:pt x="145542" y="1189189"/>
                  </a:lnTo>
                  <a:lnTo>
                    <a:pt x="142976" y="1183957"/>
                  </a:lnTo>
                  <a:lnTo>
                    <a:pt x="138023" y="1180719"/>
                  </a:lnTo>
                  <a:lnTo>
                    <a:pt x="133451" y="1177099"/>
                  </a:lnTo>
                  <a:lnTo>
                    <a:pt x="126974" y="1175385"/>
                  </a:lnTo>
                  <a:lnTo>
                    <a:pt x="118592" y="1175575"/>
                  </a:lnTo>
                  <a:lnTo>
                    <a:pt x="110667" y="1176540"/>
                  </a:lnTo>
                  <a:lnTo>
                    <a:pt x="102870" y="1178852"/>
                  </a:lnTo>
                  <a:lnTo>
                    <a:pt x="95237" y="1182535"/>
                  </a:lnTo>
                  <a:lnTo>
                    <a:pt x="87731" y="1187577"/>
                  </a:lnTo>
                  <a:lnTo>
                    <a:pt x="81445" y="1193038"/>
                  </a:lnTo>
                  <a:lnTo>
                    <a:pt x="81445" y="1094562"/>
                  </a:lnTo>
                  <a:lnTo>
                    <a:pt x="166065" y="1094562"/>
                  </a:lnTo>
                  <a:lnTo>
                    <a:pt x="166065" y="1087412"/>
                  </a:lnTo>
                  <a:close/>
                </a:path>
                <a:path w="339089" h="1405890">
                  <a:moveTo>
                    <a:pt x="321005" y="0"/>
                  </a:moveTo>
                  <a:lnTo>
                    <a:pt x="311010" y="0"/>
                  </a:lnTo>
                  <a:lnTo>
                    <a:pt x="311010" y="1382458"/>
                  </a:lnTo>
                  <a:lnTo>
                    <a:pt x="321005" y="1382458"/>
                  </a:lnTo>
                  <a:lnTo>
                    <a:pt x="321005" y="0"/>
                  </a:lnTo>
                  <a:close/>
                </a:path>
                <a:path w="339089" h="1405890">
                  <a:moveTo>
                    <a:pt x="339013" y="0"/>
                  </a:moveTo>
                  <a:lnTo>
                    <a:pt x="329006" y="0"/>
                  </a:lnTo>
                  <a:lnTo>
                    <a:pt x="329006" y="1382458"/>
                  </a:lnTo>
                  <a:lnTo>
                    <a:pt x="339013" y="1382458"/>
                  </a:lnTo>
                  <a:lnTo>
                    <a:pt x="3390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8" name="object 228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701876" y="7408150"/>
              <a:ext cx="159448" cy="267461"/>
            </a:xfrm>
            <a:prstGeom prst="rect">
              <a:avLst/>
            </a:prstGeom>
          </p:spPr>
        </p:pic>
        <p:sp>
          <p:nvSpPr>
            <p:cNvPr id="229" name="object 229"/>
            <p:cNvSpPr/>
            <p:nvPr/>
          </p:nvSpPr>
          <p:spPr>
            <a:xfrm>
              <a:off x="4877193" y="7436735"/>
              <a:ext cx="1325245" cy="234315"/>
            </a:xfrm>
            <a:custGeom>
              <a:avLst/>
              <a:gdLst/>
              <a:ahLst/>
              <a:cxnLst/>
              <a:rect l="l" t="t" r="r" b="b"/>
              <a:pathLst>
                <a:path w="1325245" h="234315">
                  <a:moveTo>
                    <a:pt x="1325143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325143" y="234315"/>
                  </a:lnTo>
                  <a:lnTo>
                    <a:pt x="1325143" y="228600"/>
                  </a:lnTo>
                  <a:close/>
                </a:path>
                <a:path w="1325245" h="234315">
                  <a:moveTo>
                    <a:pt x="1325143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325143" y="177165"/>
                  </a:lnTo>
                  <a:lnTo>
                    <a:pt x="1325143" y="171450"/>
                  </a:lnTo>
                  <a:close/>
                </a:path>
                <a:path w="1325245" h="234315">
                  <a:moveTo>
                    <a:pt x="1325143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325143" y="120015"/>
                  </a:lnTo>
                  <a:lnTo>
                    <a:pt x="1325143" y="114300"/>
                  </a:lnTo>
                  <a:close/>
                </a:path>
                <a:path w="1325245" h="234315">
                  <a:moveTo>
                    <a:pt x="1325143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325143" y="62865"/>
                  </a:lnTo>
                  <a:lnTo>
                    <a:pt x="1325143" y="57150"/>
                  </a:lnTo>
                  <a:close/>
                </a:path>
                <a:path w="1325245" h="234315">
                  <a:moveTo>
                    <a:pt x="1325143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325143" y="5715"/>
                  </a:lnTo>
                  <a:lnTo>
                    <a:pt x="13251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0" name="object 230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4947049" y="7448155"/>
              <a:ext cx="75437" cy="210311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5204396" y="7333865"/>
              <a:ext cx="266700" cy="475615"/>
            </a:xfrm>
            <a:custGeom>
              <a:avLst/>
              <a:gdLst/>
              <a:ahLst/>
              <a:cxnLst/>
              <a:rect l="l" t="t" r="r" b="b"/>
              <a:pathLst>
                <a:path w="266700" h="475615">
                  <a:moveTo>
                    <a:pt x="111150" y="385038"/>
                  </a:moveTo>
                  <a:lnTo>
                    <a:pt x="90525" y="385038"/>
                  </a:lnTo>
                  <a:lnTo>
                    <a:pt x="90525" y="238417"/>
                  </a:lnTo>
                  <a:lnTo>
                    <a:pt x="90817" y="236880"/>
                  </a:lnTo>
                  <a:lnTo>
                    <a:pt x="90627" y="229641"/>
                  </a:lnTo>
                  <a:lnTo>
                    <a:pt x="90525" y="229438"/>
                  </a:lnTo>
                  <a:lnTo>
                    <a:pt x="90525" y="45720"/>
                  </a:lnTo>
                  <a:lnTo>
                    <a:pt x="80530" y="45720"/>
                  </a:lnTo>
                  <a:lnTo>
                    <a:pt x="80530" y="219151"/>
                  </a:lnTo>
                  <a:lnTo>
                    <a:pt x="78524" y="217551"/>
                  </a:lnTo>
                  <a:lnTo>
                    <a:pt x="72047" y="215836"/>
                  </a:lnTo>
                  <a:lnTo>
                    <a:pt x="32804" y="228028"/>
                  </a:lnTo>
                  <a:lnTo>
                    <a:pt x="16522" y="254025"/>
                  </a:lnTo>
                  <a:lnTo>
                    <a:pt x="16713" y="260502"/>
                  </a:lnTo>
                  <a:lnTo>
                    <a:pt x="41668" y="275463"/>
                  </a:lnTo>
                  <a:lnTo>
                    <a:pt x="50152" y="274510"/>
                  </a:lnTo>
                  <a:lnTo>
                    <a:pt x="58458" y="272249"/>
                  </a:lnTo>
                  <a:lnTo>
                    <a:pt x="66586" y="268655"/>
                  </a:lnTo>
                  <a:lnTo>
                    <a:pt x="74523" y="263740"/>
                  </a:lnTo>
                  <a:lnTo>
                    <a:pt x="80530" y="258508"/>
                  </a:lnTo>
                  <a:lnTo>
                    <a:pt x="80530" y="385038"/>
                  </a:lnTo>
                  <a:lnTo>
                    <a:pt x="0" y="385038"/>
                  </a:lnTo>
                  <a:lnTo>
                    <a:pt x="0" y="392188"/>
                  </a:lnTo>
                  <a:lnTo>
                    <a:pt x="80530" y="392188"/>
                  </a:lnTo>
                  <a:lnTo>
                    <a:pt x="80530" y="419176"/>
                  </a:lnTo>
                  <a:lnTo>
                    <a:pt x="78524" y="417576"/>
                  </a:lnTo>
                  <a:lnTo>
                    <a:pt x="72047" y="415861"/>
                  </a:lnTo>
                  <a:lnTo>
                    <a:pt x="63665" y="416052"/>
                  </a:lnTo>
                  <a:lnTo>
                    <a:pt x="26111" y="433857"/>
                  </a:lnTo>
                  <a:lnTo>
                    <a:pt x="20180" y="442188"/>
                  </a:lnTo>
                  <a:lnTo>
                    <a:pt x="0" y="442188"/>
                  </a:lnTo>
                  <a:lnTo>
                    <a:pt x="0" y="449338"/>
                  </a:lnTo>
                  <a:lnTo>
                    <a:pt x="17462" y="449338"/>
                  </a:lnTo>
                  <a:lnTo>
                    <a:pt x="16522" y="454050"/>
                  </a:lnTo>
                  <a:lnTo>
                    <a:pt x="41668" y="475488"/>
                  </a:lnTo>
                  <a:lnTo>
                    <a:pt x="50152" y="474535"/>
                  </a:lnTo>
                  <a:lnTo>
                    <a:pt x="86169" y="451485"/>
                  </a:lnTo>
                  <a:lnTo>
                    <a:pt x="87147" y="449338"/>
                  </a:lnTo>
                  <a:lnTo>
                    <a:pt x="111150" y="449338"/>
                  </a:lnTo>
                  <a:lnTo>
                    <a:pt x="111150" y="442188"/>
                  </a:lnTo>
                  <a:lnTo>
                    <a:pt x="89801" y="442188"/>
                  </a:lnTo>
                  <a:lnTo>
                    <a:pt x="90817" y="436905"/>
                  </a:lnTo>
                  <a:lnTo>
                    <a:pt x="90627" y="429666"/>
                  </a:lnTo>
                  <a:lnTo>
                    <a:pt x="90525" y="429463"/>
                  </a:lnTo>
                  <a:lnTo>
                    <a:pt x="90525" y="392188"/>
                  </a:lnTo>
                  <a:lnTo>
                    <a:pt x="111150" y="392188"/>
                  </a:lnTo>
                  <a:lnTo>
                    <a:pt x="111150" y="385038"/>
                  </a:lnTo>
                  <a:close/>
                </a:path>
                <a:path w="266700" h="475615">
                  <a:moveTo>
                    <a:pt x="266090" y="0"/>
                  </a:moveTo>
                  <a:lnTo>
                    <a:pt x="256082" y="0"/>
                  </a:lnTo>
                  <a:lnTo>
                    <a:pt x="256082" y="331470"/>
                  </a:lnTo>
                  <a:lnTo>
                    <a:pt x="266090" y="331470"/>
                  </a:lnTo>
                  <a:lnTo>
                    <a:pt x="2660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2" name="object 232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5443973" y="7290707"/>
              <a:ext cx="111140" cy="120014"/>
            </a:xfrm>
            <a:prstGeom prst="rect">
              <a:avLst/>
            </a:prstGeom>
          </p:spPr>
        </p:pic>
        <p:sp>
          <p:nvSpPr>
            <p:cNvPr id="233" name="object 233"/>
            <p:cNvSpPr/>
            <p:nvPr/>
          </p:nvSpPr>
          <p:spPr>
            <a:xfrm>
              <a:off x="5459819" y="6288592"/>
              <a:ext cx="1808480" cy="1406525"/>
            </a:xfrm>
            <a:custGeom>
              <a:avLst/>
              <a:gdLst/>
              <a:ahLst/>
              <a:cxnLst/>
              <a:rect l="l" t="t" r="r" b="b"/>
              <a:pathLst>
                <a:path w="1808479" h="1406525">
                  <a:moveTo>
                    <a:pt x="75717" y="1161669"/>
                  </a:moveTo>
                  <a:lnTo>
                    <a:pt x="72847" y="1154709"/>
                  </a:lnTo>
                  <a:lnTo>
                    <a:pt x="72771" y="1154518"/>
                  </a:lnTo>
                  <a:lnTo>
                    <a:pt x="67246" y="1149946"/>
                  </a:lnTo>
                  <a:lnTo>
                    <a:pt x="67246" y="1159281"/>
                  </a:lnTo>
                  <a:lnTo>
                    <a:pt x="67246" y="1162900"/>
                  </a:lnTo>
                  <a:lnTo>
                    <a:pt x="65239" y="1167091"/>
                  </a:lnTo>
                  <a:lnTo>
                    <a:pt x="34671" y="1192149"/>
                  </a:lnTo>
                  <a:lnTo>
                    <a:pt x="18376" y="1197762"/>
                  </a:lnTo>
                  <a:lnTo>
                    <a:pt x="14376" y="1197571"/>
                  </a:lnTo>
                  <a:lnTo>
                    <a:pt x="10375" y="1197190"/>
                  </a:lnTo>
                  <a:lnTo>
                    <a:pt x="8470" y="1195476"/>
                  </a:lnTo>
                  <a:lnTo>
                    <a:pt x="8661" y="1192428"/>
                  </a:lnTo>
                  <a:lnTo>
                    <a:pt x="8737" y="1192149"/>
                  </a:lnTo>
                  <a:lnTo>
                    <a:pt x="9880" y="1187361"/>
                  </a:lnTo>
                  <a:lnTo>
                    <a:pt x="42100" y="1160145"/>
                  </a:lnTo>
                  <a:lnTo>
                    <a:pt x="56388" y="1154709"/>
                  </a:lnTo>
                  <a:lnTo>
                    <a:pt x="62103" y="1155280"/>
                  </a:lnTo>
                  <a:lnTo>
                    <a:pt x="64960" y="1155661"/>
                  </a:lnTo>
                  <a:lnTo>
                    <a:pt x="66675" y="1156995"/>
                  </a:lnTo>
                  <a:lnTo>
                    <a:pt x="67246" y="1159281"/>
                  </a:lnTo>
                  <a:lnTo>
                    <a:pt x="67246" y="1149946"/>
                  </a:lnTo>
                  <a:lnTo>
                    <a:pt x="66103" y="1148994"/>
                  </a:lnTo>
                  <a:lnTo>
                    <a:pt x="60960" y="1146136"/>
                  </a:lnTo>
                  <a:lnTo>
                    <a:pt x="55143" y="1144993"/>
                  </a:lnTo>
                  <a:lnTo>
                    <a:pt x="48666" y="1145565"/>
                  </a:lnTo>
                  <a:lnTo>
                    <a:pt x="10655" y="1162177"/>
                  </a:lnTo>
                  <a:lnTo>
                    <a:pt x="0" y="1191196"/>
                  </a:lnTo>
                  <a:lnTo>
                    <a:pt x="2946" y="1198333"/>
                  </a:lnTo>
                  <a:lnTo>
                    <a:pt x="9804" y="1203858"/>
                  </a:lnTo>
                  <a:lnTo>
                    <a:pt x="14947" y="1206715"/>
                  </a:lnTo>
                  <a:lnTo>
                    <a:pt x="20662" y="1207858"/>
                  </a:lnTo>
                  <a:lnTo>
                    <a:pt x="26949" y="1207287"/>
                  </a:lnTo>
                  <a:lnTo>
                    <a:pt x="35026" y="1206373"/>
                  </a:lnTo>
                  <a:lnTo>
                    <a:pt x="42951" y="1204214"/>
                  </a:lnTo>
                  <a:lnTo>
                    <a:pt x="50749" y="1200810"/>
                  </a:lnTo>
                  <a:lnTo>
                    <a:pt x="55727" y="1197762"/>
                  </a:lnTo>
                  <a:lnTo>
                    <a:pt x="58381" y="1196149"/>
                  </a:lnTo>
                  <a:lnTo>
                    <a:pt x="65100" y="1190574"/>
                  </a:lnTo>
                  <a:lnTo>
                    <a:pt x="70104" y="1184427"/>
                  </a:lnTo>
                  <a:lnTo>
                    <a:pt x="73393" y="1177709"/>
                  </a:lnTo>
                  <a:lnTo>
                    <a:pt x="74955" y="1170432"/>
                  </a:lnTo>
                  <a:lnTo>
                    <a:pt x="75717" y="1161669"/>
                  </a:lnTo>
                  <a:close/>
                </a:path>
                <a:path w="1808479" h="1406525">
                  <a:moveTo>
                    <a:pt x="459930" y="965542"/>
                  </a:moveTo>
                  <a:lnTo>
                    <a:pt x="459168" y="959065"/>
                  </a:lnTo>
                  <a:lnTo>
                    <a:pt x="455549" y="955548"/>
                  </a:lnTo>
                  <a:lnTo>
                    <a:pt x="449072" y="954976"/>
                  </a:lnTo>
                  <a:lnTo>
                    <a:pt x="442404" y="955548"/>
                  </a:lnTo>
                  <a:lnTo>
                    <a:pt x="438785" y="959065"/>
                  </a:lnTo>
                  <a:lnTo>
                    <a:pt x="438213" y="965542"/>
                  </a:lnTo>
                  <a:lnTo>
                    <a:pt x="438785" y="972019"/>
                  </a:lnTo>
                  <a:lnTo>
                    <a:pt x="442404" y="975741"/>
                  </a:lnTo>
                  <a:lnTo>
                    <a:pt x="449072" y="976693"/>
                  </a:lnTo>
                  <a:lnTo>
                    <a:pt x="455549" y="975741"/>
                  </a:lnTo>
                  <a:lnTo>
                    <a:pt x="459168" y="972019"/>
                  </a:lnTo>
                  <a:lnTo>
                    <a:pt x="459930" y="965542"/>
                  </a:lnTo>
                  <a:close/>
                </a:path>
                <a:path w="1808479" h="1406525">
                  <a:moveTo>
                    <a:pt x="505980" y="1030262"/>
                  </a:moveTo>
                  <a:lnTo>
                    <a:pt x="484632" y="1030262"/>
                  </a:lnTo>
                  <a:lnTo>
                    <a:pt x="485648" y="1024978"/>
                  </a:lnTo>
                  <a:lnTo>
                    <a:pt x="485457" y="1017739"/>
                  </a:lnTo>
                  <a:lnTo>
                    <a:pt x="482879" y="1012507"/>
                  </a:lnTo>
                  <a:lnTo>
                    <a:pt x="477926" y="1009269"/>
                  </a:lnTo>
                  <a:lnTo>
                    <a:pt x="473354" y="1005649"/>
                  </a:lnTo>
                  <a:lnTo>
                    <a:pt x="466877" y="1003935"/>
                  </a:lnTo>
                  <a:lnTo>
                    <a:pt x="458495" y="1004125"/>
                  </a:lnTo>
                  <a:lnTo>
                    <a:pt x="450570" y="1005090"/>
                  </a:lnTo>
                  <a:lnTo>
                    <a:pt x="416001" y="1028192"/>
                  </a:lnTo>
                  <a:lnTo>
                    <a:pt x="415010" y="1030262"/>
                  </a:lnTo>
                  <a:lnTo>
                    <a:pt x="394830" y="1030262"/>
                  </a:lnTo>
                  <a:lnTo>
                    <a:pt x="394830" y="1037412"/>
                  </a:lnTo>
                  <a:lnTo>
                    <a:pt x="412292" y="1037412"/>
                  </a:lnTo>
                  <a:lnTo>
                    <a:pt x="411353" y="1042123"/>
                  </a:lnTo>
                  <a:lnTo>
                    <a:pt x="411441" y="1045273"/>
                  </a:lnTo>
                  <a:lnTo>
                    <a:pt x="411353" y="1087412"/>
                  </a:lnTo>
                  <a:lnTo>
                    <a:pt x="394830" y="1087412"/>
                  </a:lnTo>
                  <a:lnTo>
                    <a:pt x="394830" y="1094562"/>
                  </a:lnTo>
                  <a:lnTo>
                    <a:pt x="411353" y="1094562"/>
                  </a:lnTo>
                  <a:lnTo>
                    <a:pt x="411353" y="1099273"/>
                  </a:lnTo>
                  <a:lnTo>
                    <a:pt x="411353" y="1184998"/>
                  </a:lnTo>
                  <a:lnTo>
                    <a:pt x="411353" y="1376743"/>
                  </a:lnTo>
                  <a:lnTo>
                    <a:pt x="421347" y="1376743"/>
                  </a:lnTo>
                  <a:lnTo>
                    <a:pt x="421347" y="1202753"/>
                  </a:lnTo>
                  <a:lnTo>
                    <a:pt x="423354" y="1204341"/>
                  </a:lnTo>
                  <a:lnTo>
                    <a:pt x="429260" y="1206246"/>
                  </a:lnTo>
                  <a:lnTo>
                    <a:pt x="469353" y="1194714"/>
                  </a:lnTo>
                  <a:lnTo>
                    <a:pt x="485648" y="1167853"/>
                  </a:lnTo>
                  <a:lnTo>
                    <a:pt x="485457" y="1160614"/>
                  </a:lnTo>
                  <a:lnTo>
                    <a:pt x="482879" y="1155382"/>
                  </a:lnTo>
                  <a:lnTo>
                    <a:pt x="477926" y="1152144"/>
                  </a:lnTo>
                  <a:lnTo>
                    <a:pt x="473354" y="1148524"/>
                  </a:lnTo>
                  <a:lnTo>
                    <a:pt x="466877" y="1146810"/>
                  </a:lnTo>
                  <a:lnTo>
                    <a:pt x="458495" y="1147000"/>
                  </a:lnTo>
                  <a:lnTo>
                    <a:pt x="450570" y="1147965"/>
                  </a:lnTo>
                  <a:lnTo>
                    <a:pt x="442785" y="1150277"/>
                  </a:lnTo>
                  <a:lnTo>
                    <a:pt x="435140" y="1153960"/>
                  </a:lnTo>
                  <a:lnTo>
                    <a:pt x="427634" y="1159002"/>
                  </a:lnTo>
                  <a:lnTo>
                    <a:pt x="421347" y="1164463"/>
                  </a:lnTo>
                  <a:lnTo>
                    <a:pt x="421347" y="1117028"/>
                  </a:lnTo>
                  <a:lnTo>
                    <a:pt x="423354" y="1118616"/>
                  </a:lnTo>
                  <a:lnTo>
                    <a:pt x="429260" y="1120521"/>
                  </a:lnTo>
                  <a:lnTo>
                    <a:pt x="436499" y="1120711"/>
                  </a:lnTo>
                  <a:lnTo>
                    <a:pt x="444982" y="1119759"/>
                  </a:lnTo>
                  <a:lnTo>
                    <a:pt x="480999" y="1096708"/>
                  </a:lnTo>
                  <a:lnTo>
                    <a:pt x="481977" y="1094562"/>
                  </a:lnTo>
                  <a:lnTo>
                    <a:pt x="505980" y="1094562"/>
                  </a:lnTo>
                  <a:lnTo>
                    <a:pt x="505980" y="1087412"/>
                  </a:lnTo>
                  <a:lnTo>
                    <a:pt x="484632" y="1087412"/>
                  </a:lnTo>
                  <a:lnTo>
                    <a:pt x="485648" y="1082128"/>
                  </a:lnTo>
                  <a:lnTo>
                    <a:pt x="485457" y="1074889"/>
                  </a:lnTo>
                  <a:lnTo>
                    <a:pt x="482879" y="1069657"/>
                  </a:lnTo>
                  <a:lnTo>
                    <a:pt x="477926" y="1066419"/>
                  </a:lnTo>
                  <a:lnTo>
                    <a:pt x="473354" y="1062799"/>
                  </a:lnTo>
                  <a:lnTo>
                    <a:pt x="466877" y="1061085"/>
                  </a:lnTo>
                  <a:lnTo>
                    <a:pt x="458495" y="1061275"/>
                  </a:lnTo>
                  <a:lnTo>
                    <a:pt x="450570" y="1062240"/>
                  </a:lnTo>
                  <a:lnTo>
                    <a:pt x="442785" y="1064552"/>
                  </a:lnTo>
                  <a:lnTo>
                    <a:pt x="435140" y="1068235"/>
                  </a:lnTo>
                  <a:lnTo>
                    <a:pt x="427634" y="1073277"/>
                  </a:lnTo>
                  <a:lnTo>
                    <a:pt x="421347" y="1078738"/>
                  </a:lnTo>
                  <a:lnTo>
                    <a:pt x="421347" y="1059878"/>
                  </a:lnTo>
                  <a:lnTo>
                    <a:pt x="423354" y="1061466"/>
                  </a:lnTo>
                  <a:lnTo>
                    <a:pt x="429260" y="1063371"/>
                  </a:lnTo>
                  <a:lnTo>
                    <a:pt x="436499" y="1063561"/>
                  </a:lnTo>
                  <a:lnTo>
                    <a:pt x="444982" y="1062609"/>
                  </a:lnTo>
                  <a:lnTo>
                    <a:pt x="480999" y="1039558"/>
                  </a:lnTo>
                  <a:lnTo>
                    <a:pt x="481977" y="1037412"/>
                  </a:lnTo>
                  <a:lnTo>
                    <a:pt x="505980" y="1037412"/>
                  </a:lnTo>
                  <a:lnTo>
                    <a:pt x="505980" y="1030262"/>
                  </a:lnTo>
                  <a:close/>
                </a:path>
                <a:path w="1808479" h="1406525">
                  <a:moveTo>
                    <a:pt x="1808073" y="1148143"/>
                  </a:moveTo>
                  <a:lnTo>
                    <a:pt x="1076223" y="1148143"/>
                  </a:lnTo>
                  <a:lnTo>
                    <a:pt x="1076223" y="1016698"/>
                  </a:lnTo>
                  <a:lnTo>
                    <a:pt x="1066228" y="1016698"/>
                  </a:lnTo>
                  <a:lnTo>
                    <a:pt x="1066228" y="1376743"/>
                  </a:lnTo>
                  <a:lnTo>
                    <a:pt x="898906" y="1376743"/>
                  </a:lnTo>
                  <a:lnTo>
                    <a:pt x="899502" y="1375448"/>
                  </a:lnTo>
                  <a:lnTo>
                    <a:pt x="900950" y="1367878"/>
                  </a:lnTo>
                  <a:lnTo>
                    <a:pt x="900760" y="1360639"/>
                  </a:lnTo>
                  <a:lnTo>
                    <a:pt x="900671" y="1360462"/>
                  </a:lnTo>
                  <a:lnTo>
                    <a:pt x="900671" y="1325308"/>
                  </a:lnTo>
                  <a:lnTo>
                    <a:pt x="1066228" y="1325308"/>
                  </a:lnTo>
                  <a:lnTo>
                    <a:pt x="1066228" y="1319593"/>
                  </a:lnTo>
                  <a:lnTo>
                    <a:pt x="900671" y="1319593"/>
                  </a:lnTo>
                  <a:lnTo>
                    <a:pt x="900671" y="1268158"/>
                  </a:lnTo>
                  <a:lnTo>
                    <a:pt x="1066228" y="1268158"/>
                  </a:lnTo>
                  <a:lnTo>
                    <a:pt x="1066228" y="1262443"/>
                  </a:lnTo>
                  <a:lnTo>
                    <a:pt x="900671" y="1262443"/>
                  </a:lnTo>
                  <a:lnTo>
                    <a:pt x="900671" y="1211008"/>
                  </a:lnTo>
                  <a:lnTo>
                    <a:pt x="1066228" y="1211008"/>
                  </a:lnTo>
                  <a:lnTo>
                    <a:pt x="1066228" y="1205293"/>
                  </a:lnTo>
                  <a:lnTo>
                    <a:pt x="900671" y="1205293"/>
                  </a:lnTo>
                  <a:lnTo>
                    <a:pt x="900671" y="1169327"/>
                  </a:lnTo>
                  <a:lnTo>
                    <a:pt x="900950" y="1167853"/>
                  </a:lnTo>
                  <a:lnTo>
                    <a:pt x="900760" y="1160614"/>
                  </a:lnTo>
                  <a:lnTo>
                    <a:pt x="900671" y="1160437"/>
                  </a:lnTo>
                  <a:lnTo>
                    <a:pt x="900671" y="1153858"/>
                  </a:lnTo>
                  <a:lnTo>
                    <a:pt x="1066228" y="1153858"/>
                  </a:lnTo>
                  <a:lnTo>
                    <a:pt x="1066228" y="1148143"/>
                  </a:lnTo>
                  <a:lnTo>
                    <a:pt x="900671" y="1148143"/>
                  </a:lnTo>
                  <a:lnTo>
                    <a:pt x="900671" y="976693"/>
                  </a:lnTo>
                  <a:lnTo>
                    <a:pt x="890663" y="976693"/>
                  </a:lnTo>
                  <a:lnTo>
                    <a:pt x="890663" y="1148143"/>
                  </a:lnTo>
                  <a:lnTo>
                    <a:pt x="890663" y="1189482"/>
                  </a:lnTo>
                  <a:lnTo>
                    <a:pt x="890663" y="1350137"/>
                  </a:lnTo>
                  <a:lnTo>
                    <a:pt x="888669" y="1348549"/>
                  </a:lnTo>
                  <a:lnTo>
                    <a:pt x="882192" y="1346835"/>
                  </a:lnTo>
                  <a:lnTo>
                    <a:pt x="873810" y="1347025"/>
                  </a:lnTo>
                  <a:lnTo>
                    <a:pt x="865873" y="1347990"/>
                  </a:lnTo>
                  <a:lnTo>
                    <a:pt x="831303" y="1371092"/>
                  </a:lnTo>
                  <a:lnTo>
                    <a:pt x="828611" y="1376743"/>
                  </a:lnTo>
                  <a:lnTo>
                    <a:pt x="755218" y="1376743"/>
                  </a:lnTo>
                  <a:lnTo>
                    <a:pt x="755218" y="1325308"/>
                  </a:lnTo>
                  <a:lnTo>
                    <a:pt x="890663" y="1325308"/>
                  </a:lnTo>
                  <a:lnTo>
                    <a:pt x="890663" y="1319593"/>
                  </a:lnTo>
                  <a:lnTo>
                    <a:pt x="755218" y="1319593"/>
                  </a:lnTo>
                  <a:lnTo>
                    <a:pt x="755218" y="1268158"/>
                  </a:lnTo>
                  <a:lnTo>
                    <a:pt x="890663" y="1268158"/>
                  </a:lnTo>
                  <a:lnTo>
                    <a:pt x="890663" y="1262443"/>
                  </a:lnTo>
                  <a:lnTo>
                    <a:pt x="755218" y="1262443"/>
                  </a:lnTo>
                  <a:lnTo>
                    <a:pt x="755218" y="1211008"/>
                  </a:lnTo>
                  <a:lnTo>
                    <a:pt x="890663" y="1211008"/>
                  </a:lnTo>
                  <a:lnTo>
                    <a:pt x="890663" y="1205293"/>
                  </a:lnTo>
                  <a:lnTo>
                    <a:pt x="860983" y="1205293"/>
                  </a:lnTo>
                  <a:lnTo>
                    <a:pt x="868591" y="1203223"/>
                  </a:lnTo>
                  <a:lnTo>
                    <a:pt x="876719" y="1199629"/>
                  </a:lnTo>
                  <a:lnTo>
                    <a:pt x="884669" y="1194714"/>
                  </a:lnTo>
                  <a:lnTo>
                    <a:pt x="890663" y="1189482"/>
                  </a:lnTo>
                  <a:lnTo>
                    <a:pt x="890663" y="1148143"/>
                  </a:lnTo>
                  <a:lnTo>
                    <a:pt x="887222" y="1148143"/>
                  </a:lnTo>
                  <a:lnTo>
                    <a:pt x="882192" y="1146810"/>
                  </a:lnTo>
                  <a:lnTo>
                    <a:pt x="873810" y="1147000"/>
                  </a:lnTo>
                  <a:lnTo>
                    <a:pt x="865873" y="1147965"/>
                  </a:lnTo>
                  <a:lnTo>
                    <a:pt x="865263" y="1148143"/>
                  </a:lnTo>
                  <a:lnTo>
                    <a:pt x="850646" y="1148143"/>
                  </a:lnTo>
                  <a:lnTo>
                    <a:pt x="850646" y="1153858"/>
                  </a:lnTo>
                  <a:lnTo>
                    <a:pt x="850442" y="1153960"/>
                  </a:lnTo>
                  <a:lnTo>
                    <a:pt x="842949" y="1159002"/>
                  </a:lnTo>
                  <a:lnTo>
                    <a:pt x="836244" y="1164805"/>
                  </a:lnTo>
                  <a:lnTo>
                    <a:pt x="831303" y="1171067"/>
                  </a:lnTo>
                  <a:lnTo>
                    <a:pt x="828103" y="1177798"/>
                  </a:lnTo>
                  <a:lnTo>
                    <a:pt x="826655" y="1184998"/>
                  </a:lnTo>
                  <a:lnTo>
                    <a:pt x="826846" y="1191475"/>
                  </a:lnTo>
                  <a:lnTo>
                    <a:pt x="829322" y="1196721"/>
                  </a:lnTo>
                  <a:lnTo>
                    <a:pt x="834085" y="1200721"/>
                  </a:lnTo>
                  <a:lnTo>
                    <a:pt x="838657" y="1204341"/>
                  </a:lnTo>
                  <a:lnTo>
                    <a:pt x="841603" y="1205293"/>
                  </a:lnTo>
                  <a:lnTo>
                    <a:pt x="755218" y="1205293"/>
                  </a:lnTo>
                  <a:lnTo>
                    <a:pt x="755218" y="1153858"/>
                  </a:lnTo>
                  <a:lnTo>
                    <a:pt x="850646" y="1153858"/>
                  </a:lnTo>
                  <a:lnTo>
                    <a:pt x="850646" y="1148143"/>
                  </a:lnTo>
                  <a:lnTo>
                    <a:pt x="755218" y="1148143"/>
                  </a:lnTo>
                  <a:lnTo>
                    <a:pt x="755218" y="0"/>
                  </a:lnTo>
                  <a:lnTo>
                    <a:pt x="746645" y="0"/>
                  </a:lnTo>
                  <a:lnTo>
                    <a:pt x="746645" y="1148143"/>
                  </a:lnTo>
                  <a:lnTo>
                    <a:pt x="742518" y="1148143"/>
                  </a:lnTo>
                  <a:lnTo>
                    <a:pt x="742518" y="1153858"/>
                  </a:lnTo>
                  <a:lnTo>
                    <a:pt x="746645" y="1153858"/>
                  </a:lnTo>
                  <a:lnTo>
                    <a:pt x="746645" y="1205293"/>
                  </a:lnTo>
                  <a:lnTo>
                    <a:pt x="742518" y="1205293"/>
                  </a:lnTo>
                  <a:lnTo>
                    <a:pt x="742518" y="1211008"/>
                  </a:lnTo>
                  <a:lnTo>
                    <a:pt x="746645" y="1211008"/>
                  </a:lnTo>
                  <a:lnTo>
                    <a:pt x="746645" y="1262443"/>
                  </a:lnTo>
                  <a:lnTo>
                    <a:pt x="742518" y="1262443"/>
                  </a:lnTo>
                  <a:lnTo>
                    <a:pt x="742518" y="1268158"/>
                  </a:lnTo>
                  <a:lnTo>
                    <a:pt x="746645" y="1268158"/>
                  </a:lnTo>
                  <a:lnTo>
                    <a:pt x="746645" y="1319593"/>
                  </a:lnTo>
                  <a:lnTo>
                    <a:pt x="742518" y="1319593"/>
                  </a:lnTo>
                  <a:lnTo>
                    <a:pt x="742518" y="1325308"/>
                  </a:lnTo>
                  <a:lnTo>
                    <a:pt x="746645" y="1325308"/>
                  </a:lnTo>
                  <a:lnTo>
                    <a:pt x="746645" y="1376743"/>
                  </a:lnTo>
                  <a:lnTo>
                    <a:pt x="742518" y="1376743"/>
                  </a:lnTo>
                  <a:lnTo>
                    <a:pt x="742518" y="1382458"/>
                  </a:lnTo>
                  <a:lnTo>
                    <a:pt x="746645" y="1382458"/>
                  </a:lnTo>
                  <a:lnTo>
                    <a:pt x="755218" y="1382458"/>
                  </a:lnTo>
                  <a:lnTo>
                    <a:pt x="827163" y="1382458"/>
                  </a:lnTo>
                  <a:lnTo>
                    <a:pt x="826655" y="1385023"/>
                  </a:lnTo>
                  <a:lnTo>
                    <a:pt x="851801" y="1406461"/>
                  </a:lnTo>
                  <a:lnTo>
                    <a:pt x="860285" y="1405509"/>
                  </a:lnTo>
                  <a:lnTo>
                    <a:pt x="896302" y="1382458"/>
                  </a:lnTo>
                  <a:lnTo>
                    <a:pt x="1808073" y="1382458"/>
                  </a:lnTo>
                  <a:lnTo>
                    <a:pt x="1808073" y="1376743"/>
                  </a:lnTo>
                  <a:lnTo>
                    <a:pt x="1076223" y="1376743"/>
                  </a:lnTo>
                  <a:lnTo>
                    <a:pt x="1076223" y="1325308"/>
                  </a:lnTo>
                  <a:lnTo>
                    <a:pt x="1808073" y="1325308"/>
                  </a:lnTo>
                  <a:lnTo>
                    <a:pt x="1808073" y="1319593"/>
                  </a:lnTo>
                  <a:lnTo>
                    <a:pt x="1076223" y="1319593"/>
                  </a:lnTo>
                  <a:lnTo>
                    <a:pt x="1076223" y="1268158"/>
                  </a:lnTo>
                  <a:lnTo>
                    <a:pt x="1808073" y="1268158"/>
                  </a:lnTo>
                  <a:lnTo>
                    <a:pt x="1808073" y="1262443"/>
                  </a:lnTo>
                  <a:lnTo>
                    <a:pt x="1076223" y="1262443"/>
                  </a:lnTo>
                  <a:lnTo>
                    <a:pt x="1076223" y="1211008"/>
                  </a:lnTo>
                  <a:lnTo>
                    <a:pt x="1808073" y="1211008"/>
                  </a:lnTo>
                  <a:lnTo>
                    <a:pt x="1808073" y="1205293"/>
                  </a:lnTo>
                  <a:lnTo>
                    <a:pt x="1076223" y="1205293"/>
                  </a:lnTo>
                  <a:lnTo>
                    <a:pt x="1076223" y="1153858"/>
                  </a:lnTo>
                  <a:lnTo>
                    <a:pt x="1808073" y="1153858"/>
                  </a:lnTo>
                  <a:lnTo>
                    <a:pt x="1808073" y="1148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4" name="object 234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6470041" y="7262132"/>
              <a:ext cx="150629" cy="234314"/>
            </a:xfrm>
            <a:prstGeom prst="rect">
              <a:avLst/>
            </a:prstGeom>
          </p:spPr>
        </p:pic>
        <p:sp>
          <p:nvSpPr>
            <p:cNvPr id="235" name="object 235"/>
            <p:cNvSpPr/>
            <p:nvPr/>
          </p:nvSpPr>
          <p:spPr>
            <a:xfrm>
              <a:off x="6920204" y="6288592"/>
              <a:ext cx="360680" cy="1383030"/>
            </a:xfrm>
            <a:custGeom>
              <a:avLst/>
              <a:gdLst/>
              <a:ahLst/>
              <a:cxnLst/>
              <a:rect l="l" t="t" r="r" b="b"/>
              <a:pathLst>
                <a:path w="360679" h="1383029">
                  <a:moveTo>
                    <a:pt x="65100" y="936967"/>
                  </a:moveTo>
                  <a:lnTo>
                    <a:pt x="64338" y="930490"/>
                  </a:lnTo>
                  <a:lnTo>
                    <a:pt x="60718" y="926973"/>
                  </a:lnTo>
                  <a:lnTo>
                    <a:pt x="54241" y="926401"/>
                  </a:lnTo>
                  <a:lnTo>
                    <a:pt x="47574" y="926973"/>
                  </a:lnTo>
                  <a:lnTo>
                    <a:pt x="43954" y="930490"/>
                  </a:lnTo>
                  <a:lnTo>
                    <a:pt x="43383" y="936967"/>
                  </a:lnTo>
                  <a:lnTo>
                    <a:pt x="43954" y="943444"/>
                  </a:lnTo>
                  <a:lnTo>
                    <a:pt x="47574" y="947166"/>
                  </a:lnTo>
                  <a:lnTo>
                    <a:pt x="54241" y="948118"/>
                  </a:lnTo>
                  <a:lnTo>
                    <a:pt x="60718" y="947166"/>
                  </a:lnTo>
                  <a:lnTo>
                    <a:pt x="64338" y="943444"/>
                  </a:lnTo>
                  <a:lnTo>
                    <a:pt x="65100" y="936967"/>
                  </a:lnTo>
                  <a:close/>
                </a:path>
                <a:path w="360679" h="1383029">
                  <a:moveTo>
                    <a:pt x="111150" y="1030262"/>
                  </a:moveTo>
                  <a:lnTo>
                    <a:pt x="61874" y="1030262"/>
                  </a:lnTo>
                  <a:lnTo>
                    <a:pt x="66586" y="1028179"/>
                  </a:lnTo>
                  <a:lnTo>
                    <a:pt x="74536" y="1023264"/>
                  </a:lnTo>
                  <a:lnTo>
                    <a:pt x="81229" y="1017409"/>
                  </a:lnTo>
                  <a:lnTo>
                    <a:pt x="86169" y="1010983"/>
                  </a:lnTo>
                  <a:lnTo>
                    <a:pt x="89369" y="1003973"/>
                  </a:lnTo>
                  <a:lnTo>
                    <a:pt x="90817" y="996403"/>
                  </a:lnTo>
                  <a:lnTo>
                    <a:pt x="90627" y="989164"/>
                  </a:lnTo>
                  <a:lnTo>
                    <a:pt x="88061" y="983932"/>
                  </a:lnTo>
                  <a:lnTo>
                    <a:pt x="83108" y="980694"/>
                  </a:lnTo>
                  <a:lnTo>
                    <a:pt x="78536" y="977074"/>
                  </a:lnTo>
                  <a:lnTo>
                    <a:pt x="72059" y="975360"/>
                  </a:lnTo>
                  <a:lnTo>
                    <a:pt x="63677" y="975550"/>
                  </a:lnTo>
                  <a:lnTo>
                    <a:pt x="55740" y="976515"/>
                  </a:lnTo>
                  <a:lnTo>
                    <a:pt x="21170" y="999617"/>
                  </a:lnTo>
                  <a:lnTo>
                    <a:pt x="16522" y="1013548"/>
                  </a:lnTo>
                  <a:lnTo>
                    <a:pt x="16611" y="1016698"/>
                  </a:lnTo>
                  <a:lnTo>
                    <a:pt x="16522" y="1030262"/>
                  </a:lnTo>
                  <a:lnTo>
                    <a:pt x="0" y="1030262"/>
                  </a:lnTo>
                  <a:lnTo>
                    <a:pt x="0" y="1037412"/>
                  </a:lnTo>
                  <a:lnTo>
                    <a:pt x="16522" y="1037412"/>
                  </a:lnTo>
                  <a:lnTo>
                    <a:pt x="16522" y="1087412"/>
                  </a:lnTo>
                  <a:lnTo>
                    <a:pt x="0" y="1087412"/>
                  </a:lnTo>
                  <a:lnTo>
                    <a:pt x="0" y="1094562"/>
                  </a:lnTo>
                  <a:lnTo>
                    <a:pt x="16522" y="1094562"/>
                  </a:lnTo>
                  <a:lnTo>
                    <a:pt x="16522" y="1127848"/>
                  </a:lnTo>
                  <a:lnTo>
                    <a:pt x="16522" y="1184998"/>
                  </a:lnTo>
                  <a:lnTo>
                    <a:pt x="16522" y="1376743"/>
                  </a:lnTo>
                  <a:lnTo>
                    <a:pt x="26530" y="1376743"/>
                  </a:lnTo>
                  <a:lnTo>
                    <a:pt x="26530" y="1202766"/>
                  </a:lnTo>
                  <a:lnTo>
                    <a:pt x="28524" y="1204341"/>
                  </a:lnTo>
                  <a:lnTo>
                    <a:pt x="34429" y="1206246"/>
                  </a:lnTo>
                  <a:lnTo>
                    <a:pt x="41668" y="1206436"/>
                  </a:lnTo>
                  <a:lnTo>
                    <a:pt x="50152" y="1205484"/>
                  </a:lnTo>
                  <a:lnTo>
                    <a:pt x="86169" y="1182433"/>
                  </a:lnTo>
                  <a:lnTo>
                    <a:pt x="90817" y="1167853"/>
                  </a:lnTo>
                  <a:lnTo>
                    <a:pt x="90627" y="1160614"/>
                  </a:lnTo>
                  <a:lnTo>
                    <a:pt x="88061" y="1155382"/>
                  </a:lnTo>
                  <a:lnTo>
                    <a:pt x="83108" y="1152144"/>
                  </a:lnTo>
                  <a:lnTo>
                    <a:pt x="78536" y="1148524"/>
                  </a:lnTo>
                  <a:lnTo>
                    <a:pt x="72059" y="1146810"/>
                  </a:lnTo>
                  <a:lnTo>
                    <a:pt x="63677" y="1147000"/>
                  </a:lnTo>
                  <a:lnTo>
                    <a:pt x="55740" y="1147965"/>
                  </a:lnTo>
                  <a:lnTo>
                    <a:pt x="47955" y="1150277"/>
                  </a:lnTo>
                  <a:lnTo>
                    <a:pt x="40309" y="1153960"/>
                  </a:lnTo>
                  <a:lnTo>
                    <a:pt x="32816" y="1159002"/>
                  </a:lnTo>
                  <a:lnTo>
                    <a:pt x="26530" y="1164450"/>
                  </a:lnTo>
                  <a:lnTo>
                    <a:pt x="26530" y="1145616"/>
                  </a:lnTo>
                  <a:lnTo>
                    <a:pt x="28524" y="1147191"/>
                  </a:lnTo>
                  <a:lnTo>
                    <a:pt x="34429" y="1149096"/>
                  </a:lnTo>
                  <a:lnTo>
                    <a:pt x="41668" y="1149286"/>
                  </a:lnTo>
                  <a:lnTo>
                    <a:pt x="50152" y="1148334"/>
                  </a:lnTo>
                  <a:lnTo>
                    <a:pt x="86169" y="1125283"/>
                  </a:lnTo>
                  <a:lnTo>
                    <a:pt x="90817" y="1110703"/>
                  </a:lnTo>
                  <a:lnTo>
                    <a:pt x="90627" y="1103464"/>
                  </a:lnTo>
                  <a:lnTo>
                    <a:pt x="88061" y="1098232"/>
                  </a:lnTo>
                  <a:lnTo>
                    <a:pt x="83108" y="1094994"/>
                  </a:lnTo>
                  <a:lnTo>
                    <a:pt x="82562" y="1094562"/>
                  </a:lnTo>
                  <a:lnTo>
                    <a:pt x="111150" y="1094562"/>
                  </a:lnTo>
                  <a:lnTo>
                    <a:pt x="111150" y="1087412"/>
                  </a:lnTo>
                  <a:lnTo>
                    <a:pt x="44970" y="1087412"/>
                  </a:lnTo>
                  <a:lnTo>
                    <a:pt x="44970" y="1094562"/>
                  </a:lnTo>
                  <a:lnTo>
                    <a:pt x="40309" y="1096810"/>
                  </a:lnTo>
                  <a:lnTo>
                    <a:pt x="32816" y="1101852"/>
                  </a:lnTo>
                  <a:lnTo>
                    <a:pt x="26530" y="1107300"/>
                  </a:lnTo>
                  <a:lnTo>
                    <a:pt x="26530" y="1094562"/>
                  </a:lnTo>
                  <a:lnTo>
                    <a:pt x="44970" y="1094562"/>
                  </a:lnTo>
                  <a:lnTo>
                    <a:pt x="44970" y="1087412"/>
                  </a:lnTo>
                  <a:lnTo>
                    <a:pt x="26530" y="1087412"/>
                  </a:lnTo>
                  <a:lnTo>
                    <a:pt x="26530" y="1037412"/>
                  </a:lnTo>
                  <a:lnTo>
                    <a:pt x="111150" y="1037412"/>
                  </a:lnTo>
                  <a:lnTo>
                    <a:pt x="111150" y="1030262"/>
                  </a:lnTo>
                  <a:close/>
                </a:path>
                <a:path w="360679" h="1383029">
                  <a:moveTo>
                    <a:pt x="360387" y="0"/>
                  </a:moveTo>
                  <a:lnTo>
                    <a:pt x="351815" y="0"/>
                  </a:lnTo>
                  <a:lnTo>
                    <a:pt x="351815" y="1382458"/>
                  </a:lnTo>
                  <a:lnTo>
                    <a:pt x="360387" y="1382458"/>
                  </a:lnTo>
                  <a:lnTo>
                    <a:pt x="3603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1333155" y="7093581"/>
              <a:ext cx="342265" cy="86360"/>
            </a:xfrm>
            <a:custGeom>
              <a:avLst/>
              <a:gdLst/>
              <a:ahLst/>
              <a:cxnLst/>
              <a:rect l="l" t="t" r="r" b="b"/>
              <a:pathLst>
                <a:path w="342264" h="86359">
                  <a:moveTo>
                    <a:pt x="342238" y="85969"/>
                  </a:moveTo>
                  <a:lnTo>
                    <a:pt x="281238" y="39576"/>
                  </a:lnTo>
                  <a:lnTo>
                    <a:pt x="235363" y="23502"/>
                  </a:lnTo>
                  <a:lnTo>
                    <a:pt x="179237" y="12178"/>
                  </a:lnTo>
                  <a:lnTo>
                    <a:pt x="122097" y="4715"/>
                  </a:lnTo>
                  <a:lnTo>
                    <a:pt x="73177" y="5001"/>
                  </a:lnTo>
                  <a:lnTo>
                    <a:pt x="32478" y="13036"/>
                  </a:lnTo>
                  <a:lnTo>
                    <a:pt x="0" y="28819"/>
                  </a:lnTo>
                  <a:lnTo>
                    <a:pt x="32478" y="11722"/>
                  </a:lnTo>
                  <a:lnTo>
                    <a:pt x="73177" y="2116"/>
                  </a:lnTo>
                  <a:lnTo>
                    <a:pt x="122097" y="0"/>
                  </a:lnTo>
                  <a:lnTo>
                    <a:pt x="179237" y="5374"/>
                  </a:lnTo>
                  <a:lnTo>
                    <a:pt x="235363" y="19041"/>
                  </a:lnTo>
                  <a:lnTo>
                    <a:pt x="281238" y="37029"/>
                  </a:lnTo>
                  <a:lnTo>
                    <a:pt x="316863" y="59338"/>
                  </a:lnTo>
                  <a:lnTo>
                    <a:pt x="342238" y="85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1333155" y="7093581"/>
              <a:ext cx="342265" cy="86360"/>
            </a:xfrm>
            <a:custGeom>
              <a:avLst/>
              <a:gdLst/>
              <a:ahLst/>
              <a:cxnLst/>
              <a:rect l="l" t="t" r="r" b="b"/>
              <a:pathLst>
                <a:path w="342264" h="86359">
                  <a:moveTo>
                    <a:pt x="0" y="28819"/>
                  </a:moveTo>
                  <a:lnTo>
                    <a:pt x="32478" y="13036"/>
                  </a:lnTo>
                  <a:lnTo>
                    <a:pt x="73177" y="5001"/>
                  </a:lnTo>
                  <a:lnTo>
                    <a:pt x="122097" y="4715"/>
                  </a:lnTo>
                  <a:lnTo>
                    <a:pt x="179237" y="12178"/>
                  </a:lnTo>
                  <a:lnTo>
                    <a:pt x="235363" y="23502"/>
                  </a:lnTo>
                  <a:lnTo>
                    <a:pt x="281238" y="39576"/>
                  </a:lnTo>
                  <a:lnTo>
                    <a:pt x="316863" y="60398"/>
                  </a:lnTo>
                  <a:lnTo>
                    <a:pt x="342238" y="85969"/>
                  </a:lnTo>
                  <a:lnTo>
                    <a:pt x="316863" y="59338"/>
                  </a:lnTo>
                  <a:lnTo>
                    <a:pt x="281238" y="37029"/>
                  </a:lnTo>
                  <a:lnTo>
                    <a:pt x="235363" y="19041"/>
                  </a:lnTo>
                  <a:lnTo>
                    <a:pt x="179237" y="5374"/>
                  </a:lnTo>
                  <a:lnTo>
                    <a:pt x="122097" y="0"/>
                  </a:lnTo>
                  <a:lnTo>
                    <a:pt x="73177" y="2116"/>
                  </a:lnTo>
                  <a:lnTo>
                    <a:pt x="32478" y="11722"/>
                  </a:lnTo>
                  <a:lnTo>
                    <a:pt x="0" y="2881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8" name="object 238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79387" y="7794008"/>
              <a:ext cx="7088512" cy="2129641"/>
            </a:xfrm>
            <a:prstGeom prst="rect">
              <a:avLst/>
            </a:prstGeom>
          </p:spPr>
        </p:pic>
      </p:grpSp>
      <p:sp>
        <p:nvSpPr>
          <p:cNvPr id="239" name="object 239"/>
          <p:cNvSpPr txBox="1"/>
          <p:nvPr/>
        </p:nvSpPr>
        <p:spPr>
          <a:xfrm>
            <a:off x="5208225" y="5790107"/>
            <a:ext cx="43688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Bauer Bodoni Std Bold Cond" panose="02070903080706020303" pitchFamily="18" charset="77"/>
                <a:cs typeface="Source Serif 4"/>
              </a:rPr>
              <a:t>a</a:t>
            </a:r>
            <a:r>
              <a:rPr sz="900" b="1" spc="-5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900" b="1" spc="-10" dirty="0">
                <a:latin typeface="Bauer Bodoni Std Bold Cond" panose="02070903080706020303" pitchFamily="18" charset="77"/>
                <a:cs typeface="Source Serif 4"/>
              </a:rPr>
              <a:t>tempo</a:t>
            </a:r>
            <a:endParaRPr sz="90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240" name="object 240"/>
          <p:cNvSpPr txBox="1"/>
          <p:nvPr/>
        </p:nvSpPr>
        <p:spPr>
          <a:xfrm>
            <a:off x="5208225" y="6690219"/>
            <a:ext cx="51244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Bauer Bodoni Std Bold Cond" panose="02070903080706020303" pitchFamily="18" charset="77"/>
                <a:cs typeface="Source Serif 4"/>
              </a:rPr>
              <a:t>misterioso</a:t>
            </a:r>
            <a:endParaRPr sz="90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3016534" y="5828207"/>
            <a:ext cx="1701164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687830" algn="l"/>
              </a:tabLst>
            </a:pPr>
            <a:r>
              <a:rPr sz="800" b="1" dirty="0">
                <a:latin typeface="Bauer Bodoni Std Bold Cond" panose="02070903080706020303" pitchFamily="18" charset="77"/>
                <a:cs typeface="Source Serif 4"/>
              </a:rPr>
              <a:t>rit.</a:t>
            </a:r>
            <a:r>
              <a:rPr sz="800" b="1" spc="210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800" b="1" u="dash" dirty="0">
                <a:uFill>
                  <a:solidFill>
                    <a:srgbClr val="000000"/>
                  </a:solidFill>
                </a:uFill>
                <a:latin typeface="Bauer Bodoni Std Bold Cond" panose="02070903080706020303" pitchFamily="18" charset="77"/>
                <a:cs typeface="Times New Roman"/>
              </a:rPr>
              <a:t>	</a:t>
            </a:r>
            <a:endParaRPr sz="800" b="1">
              <a:latin typeface="Bauer Bodoni Std Bold Cond" panose="02070903080706020303" pitchFamily="18" charset="77"/>
              <a:cs typeface="Times New Roman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266700" y="8045764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112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243" name="object 243"/>
          <p:cNvSpPr/>
          <p:nvPr/>
        </p:nvSpPr>
        <p:spPr>
          <a:xfrm>
            <a:off x="7272020" y="8325164"/>
            <a:ext cx="8890" cy="1261110"/>
          </a:xfrm>
          <a:custGeom>
            <a:avLst/>
            <a:gdLst/>
            <a:ahLst/>
            <a:cxnLst/>
            <a:rect l="l" t="t" r="r" b="b"/>
            <a:pathLst>
              <a:path w="8890" h="1261109">
                <a:moveTo>
                  <a:pt x="8572" y="0"/>
                </a:moveTo>
                <a:lnTo>
                  <a:pt x="0" y="0"/>
                </a:lnTo>
                <a:lnTo>
                  <a:pt x="0" y="2286"/>
                </a:lnTo>
                <a:lnTo>
                  <a:pt x="0" y="234315"/>
                </a:lnTo>
                <a:lnTo>
                  <a:pt x="0" y="1260729"/>
                </a:lnTo>
                <a:lnTo>
                  <a:pt x="8572" y="1260729"/>
                </a:lnTo>
                <a:lnTo>
                  <a:pt x="8572" y="234315"/>
                </a:lnTo>
                <a:lnTo>
                  <a:pt x="8572" y="2286"/>
                </a:lnTo>
                <a:lnTo>
                  <a:pt x="8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6">
            <a:extLst>
              <a:ext uri="{FF2B5EF4-FFF2-40B4-BE49-F238E27FC236}">
                <a16:creationId xmlns:a16="http://schemas.microsoft.com/office/drawing/2014/main" id="{61E074D1-609F-CB32-5F09-CFA943AAB157}"/>
              </a:ext>
            </a:extLst>
          </p:cNvPr>
          <p:cNvSpPr txBox="1"/>
          <p:nvPr/>
        </p:nvSpPr>
        <p:spPr>
          <a:xfrm>
            <a:off x="2535336" y="10145900"/>
            <a:ext cx="2489835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Bauer Bodoni Std" panose="02070603080706020303" pitchFamily="18" charset="77"/>
                <a:cs typeface="Georgia"/>
              </a:rPr>
              <a:t>Composed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by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Martin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He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spc="-40" dirty="0">
                <a:latin typeface="Bauer Bodoni Std" panose="02070603080706020303" pitchFamily="18" charset="77"/>
                <a:cs typeface="Georgia"/>
              </a:rPr>
              <a:t>(2026)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for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Giuseppe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Bruni.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spc="-10" dirty="0">
                <a:latin typeface="Bauer Bodoni Std" panose="02070603080706020303" pitchFamily="18" charset="77"/>
                <a:cs typeface="Georgia"/>
                <a:hlinkClick r:id="rId92"/>
              </a:rPr>
              <a:t>www.martinhe.co.uk</a:t>
            </a:r>
            <a:endParaRPr sz="600" dirty="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245" name="object 5">
            <a:extLst>
              <a:ext uri="{FF2B5EF4-FFF2-40B4-BE49-F238E27FC236}">
                <a16:creationId xmlns:a16="http://schemas.microsoft.com/office/drawing/2014/main" id="{27481D56-E58B-01C0-F8B7-C35800FCBA0C}"/>
              </a:ext>
            </a:extLst>
          </p:cNvPr>
          <p:cNvSpPr txBox="1"/>
          <p:nvPr/>
        </p:nvSpPr>
        <p:spPr>
          <a:xfrm>
            <a:off x="4768850" y="241300"/>
            <a:ext cx="99059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000" b="1" dirty="0">
                <a:latin typeface="Bauer Bodoni Std" panose="02070603080706020303" pitchFamily="18" charset="77"/>
                <a:cs typeface="Georgia"/>
              </a:rPr>
              <a:t>Thema IV</a:t>
            </a:r>
            <a:endParaRPr sz="1000" b="1" dirty="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246" name="object 5">
            <a:extLst>
              <a:ext uri="{FF2B5EF4-FFF2-40B4-BE49-F238E27FC236}">
                <a16:creationId xmlns:a16="http://schemas.microsoft.com/office/drawing/2014/main" id="{F56D96A8-B713-08B4-E5E5-77877C41B3BF}"/>
              </a:ext>
            </a:extLst>
          </p:cNvPr>
          <p:cNvSpPr txBox="1"/>
          <p:nvPr/>
        </p:nvSpPr>
        <p:spPr>
          <a:xfrm>
            <a:off x="4692651" y="5955606"/>
            <a:ext cx="99059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000" b="1" dirty="0">
                <a:latin typeface="Bauer Bodoni Std" panose="02070603080706020303" pitchFamily="18" charset="77"/>
                <a:cs typeface="Georgia"/>
              </a:rPr>
              <a:t>Thema V</a:t>
            </a:r>
            <a:endParaRPr sz="1000" b="1" dirty="0">
              <a:latin typeface="Bauer Bodoni Std" panose="02070603080706020303" pitchFamily="18" charset="77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3899" y="215900"/>
            <a:ext cx="101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Bauer Bodoni Std Black" panose="02070903080706020303" pitchFamily="18" charset="77"/>
                <a:cs typeface="Source Serif 4"/>
              </a:rPr>
              <a:t>5</a:t>
            </a:r>
            <a:endParaRPr sz="1200" dirty="0">
              <a:latin typeface="Bauer Bodoni Std Black" panose="02070903080706020303" pitchFamily="18" charset="77"/>
              <a:cs typeface="Source Serif 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9387" y="335280"/>
            <a:ext cx="7101840" cy="1763395"/>
            <a:chOff x="179387" y="335280"/>
            <a:chExt cx="7101840" cy="1763395"/>
          </a:xfrm>
        </p:grpSpPr>
        <p:sp>
          <p:nvSpPr>
            <p:cNvPr id="4" name="object 4"/>
            <p:cNvSpPr/>
            <p:nvPr/>
          </p:nvSpPr>
          <p:spPr>
            <a:xfrm>
              <a:off x="179387" y="545982"/>
              <a:ext cx="520065" cy="1331595"/>
            </a:xfrm>
            <a:custGeom>
              <a:avLst/>
              <a:gdLst/>
              <a:ahLst/>
              <a:cxnLst/>
              <a:rect l="l" t="t" r="r" b="b"/>
              <a:pathLst>
                <a:path w="520065" h="1331595">
                  <a:moveTo>
                    <a:pt x="68859" y="76225"/>
                  </a:moveTo>
                  <a:lnTo>
                    <a:pt x="46570" y="125526"/>
                  </a:lnTo>
                  <a:lnTo>
                    <a:pt x="28994" y="174967"/>
                  </a:lnTo>
                  <a:lnTo>
                    <a:pt x="14046" y="238150"/>
                  </a:lnTo>
                  <a:lnTo>
                    <a:pt x="7048" y="295351"/>
                  </a:lnTo>
                  <a:lnTo>
                    <a:pt x="6286" y="321906"/>
                  </a:lnTo>
                  <a:lnTo>
                    <a:pt x="7175" y="348107"/>
                  </a:lnTo>
                  <a:lnTo>
                    <a:pt x="8991" y="374218"/>
                  </a:lnTo>
                  <a:lnTo>
                    <a:pt x="11747" y="400215"/>
                  </a:lnTo>
                  <a:lnTo>
                    <a:pt x="15430" y="426123"/>
                  </a:lnTo>
                  <a:lnTo>
                    <a:pt x="35039" y="538772"/>
                  </a:lnTo>
                  <a:lnTo>
                    <a:pt x="37287" y="553466"/>
                  </a:lnTo>
                  <a:lnTo>
                    <a:pt x="39039" y="567385"/>
                  </a:lnTo>
                  <a:lnTo>
                    <a:pt x="40284" y="580504"/>
                  </a:lnTo>
                  <a:lnTo>
                    <a:pt x="41148" y="599706"/>
                  </a:lnTo>
                  <a:lnTo>
                    <a:pt x="40284" y="615378"/>
                  </a:lnTo>
                  <a:lnTo>
                    <a:pt x="29425" y="658482"/>
                  </a:lnTo>
                  <a:lnTo>
                    <a:pt x="8686" y="692277"/>
                  </a:lnTo>
                  <a:lnTo>
                    <a:pt x="0" y="701586"/>
                  </a:lnTo>
                  <a:lnTo>
                    <a:pt x="0" y="706285"/>
                  </a:lnTo>
                  <a:lnTo>
                    <a:pt x="23406" y="739190"/>
                  </a:lnTo>
                  <a:lnTo>
                    <a:pt x="37465" y="777379"/>
                  </a:lnTo>
                  <a:lnTo>
                    <a:pt x="41148" y="811288"/>
                  </a:lnTo>
                  <a:lnTo>
                    <a:pt x="40474" y="827824"/>
                  </a:lnTo>
                  <a:lnTo>
                    <a:pt x="38785" y="846061"/>
                  </a:lnTo>
                  <a:lnTo>
                    <a:pt x="36055" y="866025"/>
                  </a:lnTo>
                  <a:lnTo>
                    <a:pt x="15430" y="984478"/>
                  </a:lnTo>
                  <a:lnTo>
                    <a:pt x="11747" y="1010539"/>
                  </a:lnTo>
                  <a:lnTo>
                    <a:pt x="8991" y="1036586"/>
                  </a:lnTo>
                  <a:lnTo>
                    <a:pt x="7175" y="1062647"/>
                  </a:lnTo>
                  <a:lnTo>
                    <a:pt x="6286" y="1088707"/>
                  </a:lnTo>
                  <a:lnTo>
                    <a:pt x="7048" y="1115225"/>
                  </a:lnTo>
                  <a:lnTo>
                    <a:pt x="14046" y="1172235"/>
                  </a:lnTo>
                  <a:lnTo>
                    <a:pt x="28676" y="1234122"/>
                  </a:lnTo>
                  <a:lnTo>
                    <a:pt x="52959" y="1298384"/>
                  </a:lnTo>
                  <a:lnTo>
                    <a:pt x="68859" y="1331239"/>
                  </a:lnTo>
                  <a:lnTo>
                    <a:pt x="68859" y="1326934"/>
                  </a:lnTo>
                  <a:lnTo>
                    <a:pt x="60032" y="1305623"/>
                  </a:lnTo>
                  <a:lnTo>
                    <a:pt x="52146" y="1284414"/>
                  </a:lnTo>
                  <a:lnTo>
                    <a:pt x="39141" y="1242301"/>
                  </a:lnTo>
                  <a:lnTo>
                    <a:pt x="31140" y="1198321"/>
                  </a:lnTo>
                  <a:lnTo>
                    <a:pt x="29425" y="1150226"/>
                  </a:lnTo>
                  <a:lnTo>
                    <a:pt x="30886" y="1126388"/>
                  </a:lnTo>
                  <a:lnTo>
                    <a:pt x="33286" y="1102321"/>
                  </a:lnTo>
                  <a:lnTo>
                    <a:pt x="36601" y="1078001"/>
                  </a:lnTo>
                  <a:lnTo>
                    <a:pt x="40855" y="1053439"/>
                  </a:lnTo>
                  <a:lnTo>
                    <a:pt x="59143" y="958621"/>
                  </a:lnTo>
                  <a:lnTo>
                    <a:pt x="63068" y="936332"/>
                  </a:lnTo>
                  <a:lnTo>
                    <a:pt x="66001" y="915327"/>
                  </a:lnTo>
                  <a:lnTo>
                    <a:pt x="67932" y="895578"/>
                  </a:lnTo>
                  <a:lnTo>
                    <a:pt x="68859" y="877112"/>
                  </a:lnTo>
                  <a:lnTo>
                    <a:pt x="67983" y="846632"/>
                  </a:lnTo>
                  <a:lnTo>
                    <a:pt x="60121" y="795502"/>
                  </a:lnTo>
                  <a:lnTo>
                    <a:pt x="43878" y="756259"/>
                  </a:lnTo>
                  <a:lnTo>
                    <a:pt x="13335" y="715340"/>
                  </a:lnTo>
                  <a:lnTo>
                    <a:pt x="2286" y="703935"/>
                  </a:lnTo>
                  <a:lnTo>
                    <a:pt x="13335" y="693229"/>
                  </a:lnTo>
                  <a:lnTo>
                    <a:pt x="40284" y="659650"/>
                  </a:lnTo>
                  <a:lnTo>
                    <a:pt x="60121" y="614908"/>
                  </a:lnTo>
                  <a:lnTo>
                    <a:pt x="67983" y="564172"/>
                  </a:lnTo>
                  <a:lnTo>
                    <a:pt x="68859" y="533882"/>
                  </a:lnTo>
                  <a:lnTo>
                    <a:pt x="67932" y="515239"/>
                  </a:lnTo>
                  <a:lnTo>
                    <a:pt x="66001" y="495388"/>
                  </a:lnTo>
                  <a:lnTo>
                    <a:pt x="63068" y="474294"/>
                  </a:lnTo>
                  <a:lnTo>
                    <a:pt x="59143" y="451993"/>
                  </a:lnTo>
                  <a:lnTo>
                    <a:pt x="40284" y="354418"/>
                  </a:lnTo>
                  <a:lnTo>
                    <a:pt x="36283" y="330504"/>
                  </a:lnTo>
                  <a:lnTo>
                    <a:pt x="33147" y="306920"/>
                  </a:lnTo>
                  <a:lnTo>
                    <a:pt x="30848" y="283679"/>
                  </a:lnTo>
                  <a:lnTo>
                    <a:pt x="29425" y="260781"/>
                  </a:lnTo>
                  <a:lnTo>
                    <a:pt x="29502" y="236194"/>
                  </a:lnTo>
                  <a:lnTo>
                    <a:pt x="34353" y="189953"/>
                  </a:lnTo>
                  <a:lnTo>
                    <a:pt x="46139" y="143675"/>
                  </a:lnTo>
                  <a:lnTo>
                    <a:pt x="60426" y="102133"/>
                  </a:lnTo>
                  <a:lnTo>
                    <a:pt x="68859" y="80937"/>
                  </a:lnTo>
                  <a:lnTo>
                    <a:pt x="68859" y="76225"/>
                  </a:lnTo>
                  <a:close/>
                </a:path>
                <a:path w="520065" h="1331595">
                  <a:moveTo>
                    <a:pt x="5199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330071"/>
                  </a:lnTo>
                  <a:lnTo>
                    <a:pt x="94449" y="1330071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19938" y="309372"/>
                  </a:lnTo>
                  <a:lnTo>
                    <a:pt x="5199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19938" y="252222"/>
                  </a:lnTo>
                  <a:lnTo>
                    <a:pt x="5199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19938" y="195072"/>
                  </a:lnTo>
                  <a:lnTo>
                    <a:pt x="5199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19938" y="137922"/>
                  </a:lnTo>
                  <a:lnTo>
                    <a:pt x="5199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19938" y="80772"/>
                  </a:lnTo>
                  <a:lnTo>
                    <a:pt x="5199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142" y="535305"/>
              <a:ext cx="159448" cy="2674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99325" y="549601"/>
              <a:ext cx="1262380" cy="443230"/>
            </a:xfrm>
            <a:custGeom>
              <a:avLst/>
              <a:gdLst/>
              <a:ahLst/>
              <a:cxnLst/>
              <a:rect l="l" t="t" r="r" b="b"/>
              <a:pathLst>
                <a:path w="1262380" h="443230">
                  <a:moveTo>
                    <a:pt x="1262341" y="71437"/>
                  </a:moveTo>
                  <a:lnTo>
                    <a:pt x="304215" y="71437"/>
                  </a:lnTo>
                  <a:lnTo>
                    <a:pt x="308165" y="70358"/>
                  </a:lnTo>
                  <a:lnTo>
                    <a:pt x="315950" y="66954"/>
                  </a:lnTo>
                  <a:lnTo>
                    <a:pt x="320929" y="63906"/>
                  </a:lnTo>
                  <a:lnTo>
                    <a:pt x="323596" y="62293"/>
                  </a:lnTo>
                  <a:lnTo>
                    <a:pt x="330301" y="56718"/>
                  </a:lnTo>
                  <a:lnTo>
                    <a:pt x="335305" y="50571"/>
                  </a:lnTo>
                  <a:lnTo>
                    <a:pt x="338594" y="43853"/>
                  </a:lnTo>
                  <a:lnTo>
                    <a:pt x="340169" y="36576"/>
                  </a:lnTo>
                  <a:lnTo>
                    <a:pt x="340918" y="27813"/>
                  </a:lnTo>
                  <a:lnTo>
                    <a:pt x="338048" y="20853"/>
                  </a:lnTo>
                  <a:lnTo>
                    <a:pt x="337972" y="20662"/>
                  </a:lnTo>
                  <a:lnTo>
                    <a:pt x="332447" y="16090"/>
                  </a:lnTo>
                  <a:lnTo>
                    <a:pt x="332447" y="25425"/>
                  </a:lnTo>
                  <a:lnTo>
                    <a:pt x="332447" y="29044"/>
                  </a:lnTo>
                  <a:lnTo>
                    <a:pt x="299872" y="58293"/>
                  </a:lnTo>
                  <a:lnTo>
                    <a:pt x="283591" y="63906"/>
                  </a:lnTo>
                  <a:lnTo>
                    <a:pt x="279590" y="63715"/>
                  </a:lnTo>
                  <a:lnTo>
                    <a:pt x="277596" y="63538"/>
                  </a:lnTo>
                  <a:lnTo>
                    <a:pt x="277596" y="71437"/>
                  </a:lnTo>
                  <a:lnTo>
                    <a:pt x="275869" y="71437"/>
                  </a:lnTo>
                  <a:lnTo>
                    <a:pt x="275869" y="70485"/>
                  </a:lnTo>
                  <a:lnTo>
                    <a:pt x="277596" y="71437"/>
                  </a:lnTo>
                  <a:lnTo>
                    <a:pt x="277596" y="63538"/>
                  </a:lnTo>
                  <a:lnTo>
                    <a:pt x="275869" y="63373"/>
                  </a:lnTo>
                  <a:lnTo>
                    <a:pt x="275869" y="54292"/>
                  </a:lnTo>
                  <a:lnTo>
                    <a:pt x="274891" y="54292"/>
                  </a:lnTo>
                  <a:lnTo>
                    <a:pt x="307301" y="26289"/>
                  </a:lnTo>
                  <a:lnTo>
                    <a:pt x="321589" y="20853"/>
                  </a:lnTo>
                  <a:lnTo>
                    <a:pt x="327304" y="21424"/>
                  </a:lnTo>
                  <a:lnTo>
                    <a:pt x="330161" y="21805"/>
                  </a:lnTo>
                  <a:lnTo>
                    <a:pt x="331876" y="23139"/>
                  </a:lnTo>
                  <a:lnTo>
                    <a:pt x="332447" y="25425"/>
                  </a:lnTo>
                  <a:lnTo>
                    <a:pt x="332447" y="16090"/>
                  </a:lnTo>
                  <a:lnTo>
                    <a:pt x="331304" y="15138"/>
                  </a:lnTo>
                  <a:lnTo>
                    <a:pt x="326161" y="12280"/>
                  </a:lnTo>
                  <a:lnTo>
                    <a:pt x="320344" y="11137"/>
                  </a:lnTo>
                  <a:lnTo>
                    <a:pt x="313880" y="11709"/>
                  </a:lnTo>
                  <a:lnTo>
                    <a:pt x="275856" y="28321"/>
                  </a:lnTo>
                  <a:lnTo>
                    <a:pt x="265201" y="57340"/>
                  </a:lnTo>
                  <a:lnTo>
                    <a:pt x="265874" y="58966"/>
                  </a:lnTo>
                  <a:lnTo>
                    <a:pt x="265874" y="71437"/>
                  </a:lnTo>
                  <a:lnTo>
                    <a:pt x="265874" y="242887"/>
                  </a:lnTo>
                  <a:lnTo>
                    <a:pt x="155752" y="242887"/>
                  </a:lnTo>
                  <a:lnTo>
                    <a:pt x="154520" y="240411"/>
                  </a:lnTo>
                  <a:lnTo>
                    <a:pt x="151853" y="237172"/>
                  </a:lnTo>
                  <a:lnTo>
                    <a:pt x="143852" y="228600"/>
                  </a:lnTo>
                  <a:lnTo>
                    <a:pt x="140804" y="224599"/>
                  </a:lnTo>
                  <a:lnTo>
                    <a:pt x="139090" y="221068"/>
                  </a:lnTo>
                  <a:lnTo>
                    <a:pt x="138709" y="218020"/>
                  </a:lnTo>
                  <a:lnTo>
                    <a:pt x="139661" y="212877"/>
                  </a:lnTo>
                  <a:lnTo>
                    <a:pt x="142608" y="208495"/>
                  </a:lnTo>
                  <a:lnTo>
                    <a:pt x="147574" y="204876"/>
                  </a:lnTo>
                  <a:lnTo>
                    <a:pt x="153098" y="200685"/>
                  </a:lnTo>
                  <a:lnTo>
                    <a:pt x="156235" y="195834"/>
                  </a:lnTo>
                  <a:lnTo>
                    <a:pt x="156832" y="191452"/>
                  </a:lnTo>
                  <a:lnTo>
                    <a:pt x="265874" y="191452"/>
                  </a:lnTo>
                  <a:lnTo>
                    <a:pt x="265874" y="185737"/>
                  </a:lnTo>
                  <a:lnTo>
                    <a:pt x="155752" y="185737"/>
                  </a:lnTo>
                  <a:lnTo>
                    <a:pt x="154520" y="183261"/>
                  </a:lnTo>
                  <a:lnTo>
                    <a:pt x="151853" y="180022"/>
                  </a:lnTo>
                  <a:lnTo>
                    <a:pt x="143852" y="171450"/>
                  </a:lnTo>
                  <a:lnTo>
                    <a:pt x="140804" y="167449"/>
                  </a:lnTo>
                  <a:lnTo>
                    <a:pt x="139090" y="163918"/>
                  </a:lnTo>
                  <a:lnTo>
                    <a:pt x="138709" y="160870"/>
                  </a:lnTo>
                  <a:lnTo>
                    <a:pt x="139661" y="155727"/>
                  </a:lnTo>
                  <a:lnTo>
                    <a:pt x="142608" y="151345"/>
                  </a:lnTo>
                  <a:lnTo>
                    <a:pt x="147574" y="147726"/>
                  </a:lnTo>
                  <a:lnTo>
                    <a:pt x="153098" y="143535"/>
                  </a:lnTo>
                  <a:lnTo>
                    <a:pt x="156235" y="138684"/>
                  </a:lnTo>
                  <a:lnTo>
                    <a:pt x="156832" y="134302"/>
                  </a:lnTo>
                  <a:lnTo>
                    <a:pt x="265874" y="134302"/>
                  </a:lnTo>
                  <a:lnTo>
                    <a:pt x="265874" y="128587"/>
                  </a:lnTo>
                  <a:lnTo>
                    <a:pt x="155752" y="128587"/>
                  </a:lnTo>
                  <a:lnTo>
                    <a:pt x="154520" y="126111"/>
                  </a:lnTo>
                  <a:lnTo>
                    <a:pt x="151853" y="122872"/>
                  </a:lnTo>
                  <a:lnTo>
                    <a:pt x="143852" y="114300"/>
                  </a:lnTo>
                  <a:lnTo>
                    <a:pt x="140804" y="110299"/>
                  </a:lnTo>
                  <a:lnTo>
                    <a:pt x="139090" y="106768"/>
                  </a:lnTo>
                  <a:lnTo>
                    <a:pt x="138709" y="103720"/>
                  </a:lnTo>
                  <a:lnTo>
                    <a:pt x="139661" y="98577"/>
                  </a:lnTo>
                  <a:lnTo>
                    <a:pt x="142608" y="94195"/>
                  </a:lnTo>
                  <a:lnTo>
                    <a:pt x="147574" y="90576"/>
                  </a:lnTo>
                  <a:lnTo>
                    <a:pt x="153098" y="86385"/>
                  </a:lnTo>
                  <a:lnTo>
                    <a:pt x="156235" y="81534"/>
                  </a:lnTo>
                  <a:lnTo>
                    <a:pt x="156832" y="77152"/>
                  </a:lnTo>
                  <a:lnTo>
                    <a:pt x="265874" y="77152"/>
                  </a:lnTo>
                  <a:lnTo>
                    <a:pt x="265874" y="71437"/>
                  </a:lnTo>
                  <a:lnTo>
                    <a:pt x="155752" y="71437"/>
                  </a:lnTo>
                  <a:lnTo>
                    <a:pt x="154520" y="68961"/>
                  </a:lnTo>
                  <a:lnTo>
                    <a:pt x="151853" y="65722"/>
                  </a:lnTo>
                  <a:lnTo>
                    <a:pt x="143852" y="57150"/>
                  </a:lnTo>
                  <a:lnTo>
                    <a:pt x="140804" y="53149"/>
                  </a:lnTo>
                  <a:lnTo>
                    <a:pt x="139090" y="49618"/>
                  </a:lnTo>
                  <a:lnTo>
                    <a:pt x="138709" y="46570"/>
                  </a:lnTo>
                  <a:lnTo>
                    <a:pt x="139661" y="41427"/>
                  </a:lnTo>
                  <a:lnTo>
                    <a:pt x="142608" y="37045"/>
                  </a:lnTo>
                  <a:lnTo>
                    <a:pt x="147574" y="33426"/>
                  </a:lnTo>
                  <a:lnTo>
                    <a:pt x="153098" y="29235"/>
                  </a:lnTo>
                  <a:lnTo>
                    <a:pt x="156235" y="24384"/>
                  </a:lnTo>
                  <a:lnTo>
                    <a:pt x="156997" y="18859"/>
                  </a:lnTo>
                  <a:lnTo>
                    <a:pt x="156235" y="15240"/>
                  </a:lnTo>
                  <a:lnTo>
                    <a:pt x="154520" y="11811"/>
                  </a:lnTo>
                  <a:lnTo>
                    <a:pt x="151853" y="8572"/>
                  </a:lnTo>
                  <a:lnTo>
                    <a:pt x="143852" y="0"/>
                  </a:lnTo>
                  <a:lnTo>
                    <a:pt x="139852" y="0"/>
                  </a:lnTo>
                  <a:lnTo>
                    <a:pt x="142709" y="2857"/>
                  </a:lnTo>
                  <a:lnTo>
                    <a:pt x="144526" y="6477"/>
                  </a:lnTo>
                  <a:lnTo>
                    <a:pt x="130898" y="27813"/>
                  </a:lnTo>
                  <a:lnTo>
                    <a:pt x="127749" y="32575"/>
                  </a:lnTo>
                  <a:lnTo>
                    <a:pt x="127000" y="38290"/>
                  </a:lnTo>
                  <a:lnTo>
                    <a:pt x="127749" y="41910"/>
                  </a:lnTo>
                  <a:lnTo>
                    <a:pt x="129463" y="45339"/>
                  </a:lnTo>
                  <a:lnTo>
                    <a:pt x="132143" y="48577"/>
                  </a:lnTo>
                  <a:lnTo>
                    <a:pt x="139852" y="57150"/>
                  </a:lnTo>
                  <a:lnTo>
                    <a:pt x="142709" y="60007"/>
                  </a:lnTo>
                  <a:lnTo>
                    <a:pt x="144526" y="63627"/>
                  </a:lnTo>
                  <a:lnTo>
                    <a:pt x="145288" y="68008"/>
                  </a:lnTo>
                  <a:lnTo>
                    <a:pt x="144614" y="71437"/>
                  </a:lnTo>
                  <a:lnTo>
                    <a:pt x="0" y="71437"/>
                  </a:lnTo>
                  <a:lnTo>
                    <a:pt x="0" y="77152"/>
                  </a:lnTo>
                  <a:lnTo>
                    <a:pt x="141503" y="77152"/>
                  </a:lnTo>
                  <a:lnTo>
                    <a:pt x="141376" y="77343"/>
                  </a:lnTo>
                  <a:lnTo>
                    <a:pt x="136423" y="81153"/>
                  </a:lnTo>
                  <a:lnTo>
                    <a:pt x="130898" y="84963"/>
                  </a:lnTo>
                  <a:lnTo>
                    <a:pt x="127749" y="89725"/>
                  </a:lnTo>
                  <a:lnTo>
                    <a:pt x="127000" y="95440"/>
                  </a:lnTo>
                  <a:lnTo>
                    <a:pt x="127749" y="99060"/>
                  </a:lnTo>
                  <a:lnTo>
                    <a:pt x="129463" y="102489"/>
                  </a:lnTo>
                  <a:lnTo>
                    <a:pt x="132143" y="105727"/>
                  </a:lnTo>
                  <a:lnTo>
                    <a:pt x="139852" y="114300"/>
                  </a:lnTo>
                  <a:lnTo>
                    <a:pt x="142709" y="117157"/>
                  </a:lnTo>
                  <a:lnTo>
                    <a:pt x="144526" y="120777"/>
                  </a:lnTo>
                  <a:lnTo>
                    <a:pt x="145288" y="125158"/>
                  </a:lnTo>
                  <a:lnTo>
                    <a:pt x="144614" y="128587"/>
                  </a:lnTo>
                  <a:lnTo>
                    <a:pt x="0" y="128587"/>
                  </a:lnTo>
                  <a:lnTo>
                    <a:pt x="0" y="134302"/>
                  </a:lnTo>
                  <a:lnTo>
                    <a:pt x="141503" y="134302"/>
                  </a:lnTo>
                  <a:lnTo>
                    <a:pt x="141376" y="134493"/>
                  </a:lnTo>
                  <a:lnTo>
                    <a:pt x="136423" y="138303"/>
                  </a:lnTo>
                  <a:lnTo>
                    <a:pt x="130898" y="142113"/>
                  </a:lnTo>
                  <a:lnTo>
                    <a:pt x="127749" y="146875"/>
                  </a:lnTo>
                  <a:lnTo>
                    <a:pt x="127000" y="152590"/>
                  </a:lnTo>
                  <a:lnTo>
                    <a:pt x="127749" y="156210"/>
                  </a:lnTo>
                  <a:lnTo>
                    <a:pt x="129463" y="159639"/>
                  </a:lnTo>
                  <a:lnTo>
                    <a:pt x="132143" y="162877"/>
                  </a:lnTo>
                  <a:lnTo>
                    <a:pt x="139852" y="171450"/>
                  </a:lnTo>
                  <a:lnTo>
                    <a:pt x="142709" y="174307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4614" y="185737"/>
                  </a:lnTo>
                  <a:lnTo>
                    <a:pt x="0" y="185737"/>
                  </a:lnTo>
                  <a:lnTo>
                    <a:pt x="0" y="191452"/>
                  </a:lnTo>
                  <a:lnTo>
                    <a:pt x="141503" y="191452"/>
                  </a:lnTo>
                  <a:lnTo>
                    <a:pt x="141376" y="191643"/>
                  </a:lnTo>
                  <a:lnTo>
                    <a:pt x="136423" y="195453"/>
                  </a:lnTo>
                  <a:lnTo>
                    <a:pt x="130898" y="199263"/>
                  </a:lnTo>
                  <a:lnTo>
                    <a:pt x="127749" y="204025"/>
                  </a:lnTo>
                  <a:lnTo>
                    <a:pt x="127000" y="209740"/>
                  </a:lnTo>
                  <a:lnTo>
                    <a:pt x="127749" y="213360"/>
                  </a:lnTo>
                  <a:lnTo>
                    <a:pt x="129463" y="216789"/>
                  </a:lnTo>
                  <a:lnTo>
                    <a:pt x="132143" y="220027"/>
                  </a:lnTo>
                  <a:lnTo>
                    <a:pt x="139852" y="228600"/>
                  </a:lnTo>
                  <a:lnTo>
                    <a:pt x="142709" y="231457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4614" y="242887"/>
                  </a:lnTo>
                  <a:lnTo>
                    <a:pt x="0" y="242887"/>
                  </a:lnTo>
                  <a:lnTo>
                    <a:pt x="0" y="248602"/>
                  </a:lnTo>
                  <a:lnTo>
                    <a:pt x="141503" y="248602"/>
                  </a:lnTo>
                  <a:lnTo>
                    <a:pt x="141376" y="248793"/>
                  </a:lnTo>
                  <a:lnTo>
                    <a:pt x="136423" y="252603"/>
                  </a:lnTo>
                  <a:lnTo>
                    <a:pt x="130898" y="256413"/>
                  </a:lnTo>
                  <a:lnTo>
                    <a:pt x="127749" y="261175"/>
                  </a:lnTo>
                  <a:lnTo>
                    <a:pt x="127000" y="266890"/>
                  </a:lnTo>
                  <a:lnTo>
                    <a:pt x="127749" y="270510"/>
                  </a:lnTo>
                  <a:lnTo>
                    <a:pt x="129463" y="273939"/>
                  </a:lnTo>
                  <a:lnTo>
                    <a:pt x="132143" y="277177"/>
                  </a:lnTo>
                  <a:lnTo>
                    <a:pt x="139852" y="285750"/>
                  </a:lnTo>
                  <a:lnTo>
                    <a:pt x="143852" y="285750"/>
                  </a:lnTo>
                  <a:lnTo>
                    <a:pt x="140804" y="281749"/>
                  </a:lnTo>
                  <a:lnTo>
                    <a:pt x="139090" y="278218"/>
                  </a:lnTo>
                  <a:lnTo>
                    <a:pt x="138709" y="275170"/>
                  </a:lnTo>
                  <a:lnTo>
                    <a:pt x="139661" y="270027"/>
                  </a:lnTo>
                  <a:lnTo>
                    <a:pt x="142608" y="265645"/>
                  </a:lnTo>
                  <a:lnTo>
                    <a:pt x="147574" y="262026"/>
                  </a:lnTo>
                  <a:lnTo>
                    <a:pt x="153098" y="257835"/>
                  </a:lnTo>
                  <a:lnTo>
                    <a:pt x="156235" y="252984"/>
                  </a:lnTo>
                  <a:lnTo>
                    <a:pt x="156832" y="248602"/>
                  </a:lnTo>
                  <a:lnTo>
                    <a:pt x="265874" y="248602"/>
                  </a:lnTo>
                  <a:lnTo>
                    <a:pt x="265874" y="300037"/>
                  </a:lnTo>
                  <a:lnTo>
                    <a:pt x="0" y="300037"/>
                  </a:lnTo>
                  <a:lnTo>
                    <a:pt x="0" y="305752"/>
                  </a:lnTo>
                  <a:lnTo>
                    <a:pt x="265874" y="305752"/>
                  </a:lnTo>
                  <a:lnTo>
                    <a:pt x="265874" y="442912"/>
                  </a:lnTo>
                  <a:lnTo>
                    <a:pt x="275869" y="442912"/>
                  </a:lnTo>
                  <a:lnTo>
                    <a:pt x="275869" y="305752"/>
                  </a:lnTo>
                  <a:lnTo>
                    <a:pt x="1262341" y="305752"/>
                  </a:lnTo>
                  <a:lnTo>
                    <a:pt x="1262341" y="300037"/>
                  </a:lnTo>
                  <a:lnTo>
                    <a:pt x="275869" y="300037"/>
                  </a:lnTo>
                  <a:lnTo>
                    <a:pt x="275869" y="248602"/>
                  </a:lnTo>
                  <a:lnTo>
                    <a:pt x="1262341" y="248602"/>
                  </a:lnTo>
                  <a:lnTo>
                    <a:pt x="1262341" y="242887"/>
                  </a:lnTo>
                  <a:lnTo>
                    <a:pt x="275869" y="242887"/>
                  </a:lnTo>
                  <a:lnTo>
                    <a:pt x="275869" y="191452"/>
                  </a:lnTo>
                  <a:lnTo>
                    <a:pt x="1262341" y="191452"/>
                  </a:lnTo>
                  <a:lnTo>
                    <a:pt x="1262341" y="185737"/>
                  </a:lnTo>
                  <a:lnTo>
                    <a:pt x="275869" y="185737"/>
                  </a:lnTo>
                  <a:lnTo>
                    <a:pt x="275869" y="134302"/>
                  </a:lnTo>
                  <a:lnTo>
                    <a:pt x="1262341" y="134302"/>
                  </a:lnTo>
                  <a:lnTo>
                    <a:pt x="1262341" y="128587"/>
                  </a:lnTo>
                  <a:lnTo>
                    <a:pt x="275869" y="128587"/>
                  </a:lnTo>
                  <a:lnTo>
                    <a:pt x="275869" y="77152"/>
                  </a:lnTo>
                  <a:lnTo>
                    <a:pt x="1262341" y="77152"/>
                  </a:lnTo>
                  <a:lnTo>
                    <a:pt x="1262341" y="71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9193" y="646461"/>
              <a:ext cx="131063" cy="17716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55115" y="335289"/>
              <a:ext cx="1787525" cy="574675"/>
            </a:xfrm>
            <a:custGeom>
              <a:avLst/>
              <a:gdLst/>
              <a:ahLst/>
              <a:cxnLst/>
              <a:rect l="l" t="t" r="r" b="b"/>
              <a:pathLst>
                <a:path w="1787525" h="574675">
                  <a:moveTo>
                    <a:pt x="75717" y="327850"/>
                  </a:moveTo>
                  <a:lnTo>
                    <a:pt x="74676" y="325335"/>
                  </a:lnTo>
                  <a:lnTo>
                    <a:pt x="74676" y="142875"/>
                  </a:lnTo>
                  <a:lnTo>
                    <a:pt x="66090" y="142875"/>
                  </a:lnTo>
                  <a:lnTo>
                    <a:pt x="66090" y="531495"/>
                  </a:lnTo>
                  <a:lnTo>
                    <a:pt x="65239" y="533298"/>
                  </a:lnTo>
                  <a:lnTo>
                    <a:pt x="34671" y="558355"/>
                  </a:lnTo>
                  <a:lnTo>
                    <a:pt x="18376" y="563968"/>
                  </a:lnTo>
                  <a:lnTo>
                    <a:pt x="14376" y="563778"/>
                  </a:lnTo>
                  <a:lnTo>
                    <a:pt x="10375" y="563397"/>
                  </a:lnTo>
                  <a:lnTo>
                    <a:pt x="8470" y="561682"/>
                  </a:lnTo>
                  <a:lnTo>
                    <a:pt x="8661" y="558634"/>
                  </a:lnTo>
                  <a:lnTo>
                    <a:pt x="8737" y="558355"/>
                  </a:lnTo>
                  <a:lnTo>
                    <a:pt x="9880" y="553567"/>
                  </a:lnTo>
                  <a:lnTo>
                    <a:pt x="42100" y="526351"/>
                  </a:lnTo>
                  <a:lnTo>
                    <a:pt x="56388" y="520915"/>
                  </a:lnTo>
                  <a:lnTo>
                    <a:pt x="62103" y="521487"/>
                  </a:lnTo>
                  <a:lnTo>
                    <a:pt x="64668" y="521830"/>
                  </a:lnTo>
                  <a:lnTo>
                    <a:pt x="64668" y="531495"/>
                  </a:lnTo>
                  <a:lnTo>
                    <a:pt x="66090" y="531495"/>
                  </a:lnTo>
                  <a:lnTo>
                    <a:pt x="66090" y="142875"/>
                  </a:lnTo>
                  <a:lnTo>
                    <a:pt x="64668" y="142875"/>
                  </a:lnTo>
                  <a:lnTo>
                    <a:pt x="64668" y="314388"/>
                  </a:lnTo>
                  <a:lnTo>
                    <a:pt x="64668" y="321805"/>
                  </a:lnTo>
                  <a:lnTo>
                    <a:pt x="64668" y="333959"/>
                  </a:lnTo>
                  <a:lnTo>
                    <a:pt x="61239" y="338035"/>
                  </a:lnTo>
                  <a:lnTo>
                    <a:pt x="23241" y="362902"/>
                  </a:lnTo>
                  <a:lnTo>
                    <a:pt x="18376" y="363943"/>
                  </a:lnTo>
                  <a:lnTo>
                    <a:pt x="14376" y="363753"/>
                  </a:lnTo>
                  <a:lnTo>
                    <a:pt x="10375" y="363372"/>
                  </a:lnTo>
                  <a:lnTo>
                    <a:pt x="8470" y="361657"/>
                  </a:lnTo>
                  <a:lnTo>
                    <a:pt x="8661" y="358609"/>
                  </a:lnTo>
                  <a:lnTo>
                    <a:pt x="8737" y="358330"/>
                  </a:lnTo>
                  <a:lnTo>
                    <a:pt x="9880" y="353542"/>
                  </a:lnTo>
                  <a:lnTo>
                    <a:pt x="42100" y="326326"/>
                  </a:lnTo>
                  <a:lnTo>
                    <a:pt x="56388" y="320890"/>
                  </a:lnTo>
                  <a:lnTo>
                    <a:pt x="62103" y="321462"/>
                  </a:lnTo>
                  <a:lnTo>
                    <a:pt x="64668" y="321805"/>
                  </a:lnTo>
                  <a:lnTo>
                    <a:pt x="64668" y="314388"/>
                  </a:lnTo>
                  <a:lnTo>
                    <a:pt x="60960" y="312318"/>
                  </a:lnTo>
                  <a:lnTo>
                    <a:pt x="55143" y="311175"/>
                  </a:lnTo>
                  <a:lnTo>
                    <a:pt x="48666" y="311746"/>
                  </a:lnTo>
                  <a:lnTo>
                    <a:pt x="10642" y="328358"/>
                  </a:lnTo>
                  <a:lnTo>
                    <a:pt x="0" y="357378"/>
                  </a:lnTo>
                  <a:lnTo>
                    <a:pt x="2946" y="364515"/>
                  </a:lnTo>
                  <a:lnTo>
                    <a:pt x="9804" y="370039"/>
                  </a:lnTo>
                  <a:lnTo>
                    <a:pt x="14947" y="372897"/>
                  </a:lnTo>
                  <a:lnTo>
                    <a:pt x="20662" y="374040"/>
                  </a:lnTo>
                  <a:lnTo>
                    <a:pt x="26949" y="373468"/>
                  </a:lnTo>
                  <a:lnTo>
                    <a:pt x="35026" y="372567"/>
                  </a:lnTo>
                  <a:lnTo>
                    <a:pt x="42951" y="370395"/>
                  </a:lnTo>
                  <a:lnTo>
                    <a:pt x="50736" y="366991"/>
                  </a:lnTo>
                  <a:lnTo>
                    <a:pt x="55727" y="363943"/>
                  </a:lnTo>
                  <a:lnTo>
                    <a:pt x="58381" y="362331"/>
                  </a:lnTo>
                  <a:lnTo>
                    <a:pt x="64668" y="357124"/>
                  </a:lnTo>
                  <a:lnTo>
                    <a:pt x="64668" y="514413"/>
                  </a:lnTo>
                  <a:lnTo>
                    <a:pt x="60960" y="512343"/>
                  </a:lnTo>
                  <a:lnTo>
                    <a:pt x="55143" y="511200"/>
                  </a:lnTo>
                  <a:lnTo>
                    <a:pt x="17233" y="522922"/>
                  </a:lnTo>
                  <a:lnTo>
                    <a:pt x="0" y="557403"/>
                  </a:lnTo>
                  <a:lnTo>
                    <a:pt x="2946" y="564540"/>
                  </a:lnTo>
                  <a:lnTo>
                    <a:pt x="9804" y="570064"/>
                  </a:lnTo>
                  <a:lnTo>
                    <a:pt x="14947" y="572922"/>
                  </a:lnTo>
                  <a:lnTo>
                    <a:pt x="20662" y="574065"/>
                  </a:lnTo>
                  <a:lnTo>
                    <a:pt x="26949" y="573493"/>
                  </a:lnTo>
                  <a:lnTo>
                    <a:pt x="35026" y="572592"/>
                  </a:lnTo>
                  <a:lnTo>
                    <a:pt x="42951" y="570420"/>
                  </a:lnTo>
                  <a:lnTo>
                    <a:pt x="50736" y="567016"/>
                  </a:lnTo>
                  <a:lnTo>
                    <a:pt x="55727" y="563968"/>
                  </a:lnTo>
                  <a:lnTo>
                    <a:pt x="58381" y="562356"/>
                  </a:lnTo>
                  <a:lnTo>
                    <a:pt x="75717" y="527875"/>
                  </a:lnTo>
                  <a:lnTo>
                    <a:pt x="74676" y="525360"/>
                  </a:lnTo>
                  <a:lnTo>
                    <a:pt x="74676" y="337921"/>
                  </a:lnTo>
                  <a:lnTo>
                    <a:pt x="74955" y="336613"/>
                  </a:lnTo>
                  <a:lnTo>
                    <a:pt x="75717" y="327850"/>
                  </a:lnTo>
                  <a:close/>
                </a:path>
                <a:path w="1787525" h="574675">
                  <a:moveTo>
                    <a:pt x="501256" y="288036"/>
                  </a:moveTo>
                  <a:lnTo>
                    <a:pt x="491248" y="288036"/>
                  </a:lnTo>
                  <a:lnTo>
                    <a:pt x="491248" y="520065"/>
                  </a:lnTo>
                  <a:lnTo>
                    <a:pt x="501256" y="520065"/>
                  </a:lnTo>
                  <a:lnTo>
                    <a:pt x="501256" y="288036"/>
                  </a:lnTo>
                  <a:close/>
                </a:path>
                <a:path w="1787525" h="574675">
                  <a:moveTo>
                    <a:pt x="1787194" y="285750"/>
                  </a:moveTo>
                  <a:lnTo>
                    <a:pt x="779005" y="285750"/>
                  </a:lnTo>
                  <a:lnTo>
                    <a:pt x="779005" y="175018"/>
                  </a:lnTo>
                  <a:lnTo>
                    <a:pt x="799617" y="175018"/>
                  </a:lnTo>
                  <a:lnTo>
                    <a:pt x="799617" y="167868"/>
                  </a:lnTo>
                  <a:lnTo>
                    <a:pt x="779005" y="167868"/>
                  </a:lnTo>
                  <a:lnTo>
                    <a:pt x="779005" y="0"/>
                  </a:lnTo>
                  <a:lnTo>
                    <a:pt x="768997" y="0"/>
                  </a:lnTo>
                  <a:lnTo>
                    <a:pt x="768997" y="167868"/>
                  </a:lnTo>
                  <a:lnTo>
                    <a:pt x="688467" y="167868"/>
                  </a:lnTo>
                  <a:lnTo>
                    <a:pt x="688467" y="175018"/>
                  </a:lnTo>
                  <a:lnTo>
                    <a:pt x="768997" y="175018"/>
                  </a:lnTo>
                  <a:lnTo>
                    <a:pt x="768997" y="285750"/>
                  </a:lnTo>
                  <a:lnTo>
                    <a:pt x="768997" y="291465"/>
                  </a:lnTo>
                  <a:lnTo>
                    <a:pt x="768997" y="342900"/>
                  </a:lnTo>
                  <a:lnTo>
                    <a:pt x="645960" y="342900"/>
                  </a:lnTo>
                  <a:lnTo>
                    <a:pt x="646226" y="341464"/>
                  </a:lnTo>
                  <a:lnTo>
                    <a:pt x="649173" y="337083"/>
                  </a:lnTo>
                  <a:lnTo>
                    <a:pt x="654126" y="333463"/>
                  </a:lnTo>
                  <a:lnTo>
                    <a:pt x="659650" y="329272"/>
                  </a:lnTo>
                  <a:lnTo>
                    <a:pt x="662800" y="324421"/>
                  </a:lnTo>
                  <a:lnTo>
                    <a:pt x="663562" y="318897"/>
                  </a:lnTo>
                  <a:lnTo>
                    <a:pt x="662800" y="315277"/>
                  </a:lnTo>
                  <a:lnTo>
                    <a:pt x="661085" y="311848"/>
                  </a:lnTo>
                  <a:lnTo>
                    <a:pt x="658418" y="308610"/>
                  </a:lnTo>
                  <a:lnTo>
                    <a:pt x="651840" y="301561"/>
                  </a:lnTo>
                  <a:lnTo>
                    <a:pt x="651840" y="310896"/>
                  </a:lnTo>
                  <a:lnTo>
                    <a:pt x="650887" y="315849"/>
                  </a:lnTo>
                  <a:lnTo>
                    <a:pt x="647941" y="320230"/>
                  </a:lnTo>
                  <a:lnTo>
                    <a:pt x="642988" y="324040"/>
                  </a:lnTo>
                  <a:lnTo>
                    <a:pt x="637463" y="327850"/>
                  </a:lnTo>
                  <a:lnTo>
                    <a:pt x="634314" y="332613"/>
                  </a:lnTo>
                  <a:lnTo>
                    <a:pt x="633552" y="338328"/>
                  </a:lnTo>
                  <a:lnTo>
                    <a:pt x="634314" y="341947"/>
                  </a:lnTo>
                  <a:lnTo>
                    <a:pt x="634784" y="342900"/>
                  </a:lnTo>
                  <a:lnTo>
                    <a:pt x="519252" y="342900"/>
                  </a:lnTo>
                  <a:lnTo>
                    <a:pt x="519252" y="291465"/>
                  </a:lnTo>
                  <a:lnTo>
                    <a:pt x="638695" y="291465"/>
                  </a:lnTo>
                  <a:lnTo>
                    <a:pt x="646417" y="300037"/>
                  </a:lnTo>
                  <a:lnTo>
                    <a:pt x="649274" y="302895"/>
                  </a:lnTo>
                  <a:lnTo>
                    <a:pt x="651078" y="306514"/>
                  </a:lnTo>
                  <a:lnTo>
                    <a:pt x="651840" y="310896"/>
                  </a:lnTo>
                  <a:lnTo>
                    <a:pt x="651840" y="301561"/>
                  </a:lnTo>
                  <a:lnTo>
                    <a:pt x="650417" y="300037"/>
                  </a:lnTo>
                  <a:lnTo>
                    <a:pt x="647369" y="296037"/>
                  </a:lnTo>
                  <a:lnTo>
                    <a:pt x="645655" y="292506"/>
                  </a:lnTo>
                  <a:lnTo>
                    <a:pt x="645515" y="291465"/>
                  </a:lnTo>
                  <a:lnTo>
                    <a:pt x="768997" y="291465"/>
                  </a:lnTo>
                  <a:lnTo>
                    <a:pt x="768997" y="285750"/>
                  </a:lnTo>
                  <a:lnTo>
                    <a:pt x="645960" y="285750"/>
                  </a:lnTo>
                  <a:lnTo>
                    <a:pt x="646226" y="284314"/>
                  </a:lnTo>
                  <a:lnTo>
                    <a:pt x="649173" y="279933"/>
                  </a:lnTo>
                  <a:lnTo>
                    <a:pt x="654126" y="276313"/>
                  </a:lnTo>
                  <a:lnTo>
                    <a:pt x="659650" y="272122"/>
                  </a:lnTo>
                  <a:lnTo>
                    <a:pt x="662800" y="267271"/>
                  </a:lnTo>
                  <a:lnTo>
                    <a:pt x="663562" y="261747"/>
                  </a:lnTo>
                  <a:lnTo>
                    <a:pt x="662800" y="258127"/>
                  </a:lnTo>
                  <a:lnTo>
                    <a:pt x="661085" y="254698"/>
                  </a:lnTo>
                  <a:lnTo>
                    <a:pt x="658418" y="251460"/>
                  </a:lnTo>
                  <a:lnTo>
                    <a:pt x="650417" y="242887"/>
                  </a:lnTo>
                  <a:lnTo>
                    <a:pt x="647369" y="238887"/>
                  </a:lnTo>
                  <a:lnTo>
                    <a:pt x="645655" y="235356"/>
                  </a:lnTo>
                  <a:lnTo>
                    <a:pt x="645274" y="232308"/>
                  </a:lnTo>
                  <a:lnTo>
                    <a:pt x="646226" y="227164"/>
                  </a:lnTo>
                  <a:lnTo>
                    <a:pt x="649173" y="222783"/>
                  </a:lnTo>
                  <a:lnTo>
                    <a:pt x="654126" y="219163"/>
                  </a:lnTo>
                  <a:lnTo>
                    <a:pt x="659650" y="214972"/>
                  </a:lnTo>
                  <a:lnTo>
                    <a:pt x="662800" y="210121"/>
                  </a:lnTo>
                  <a:lnTo>
                    <a:pt x="663562" y="204597"/>
                  </a:lnTo>
                  <a:lnTo>
                    <a:pt x="662800" y="200977"/>
                  </a:lnTo>
                  <a:lnTo>
                    <a:pt x="661085" y="197548"/>
                  </a:lnTo>
                  <a:lnTo>
                    <a:pt x="658418" y="194310"/>
                  </a:lnTo>
                  <a:lnTo>
                    <a:pt x="650417" y="185737"/>
                  </a:lnTo>
                  <a:lnTo>
                    <a:pt x="647369" y="181737"/>
                  </a:lnTo>
                  <a:lnTo>
                    <a:pt x="645655" y="178206"/>
                  </a:lnTo>
                  <a:lnTo>
                    <a:pt x="645274" y="175158"/>
                  </a:lnTo>
                  <a:lnTo>
                    <a:pt x="646226" y="170014"/>
                  </a:lnTo>
                  <a:lnTo>
                    <a:pt x="649173" y="165633"/>
                  </a:lnTo>
                  <a:lnTo>
                    <a:pt x="654126" y="162013"/>
                  </a:lnTo>
                  <a:lnTo>
                    <a:pt x="659650" y="157822"/>
                  </a:lnTo>
                  <a:lnTo>
                    <a:pt x="662800" y="152971"/>
                  </a:lnTo>
                  <a:lnTo>
                    <a:pt x="663562" y="147447"/>
                  </a:lnTo>
                  <a:lnTo>
                    <a:pt x="662800" y="143827"/>
                  </a:lnTo>
                  <a:lnTo>
                    <a:pt x="661085" y="140398"/>
                  </a:lnTo>
                  <a:lnTo>
                    <a:pt x="658418" y="137160"/>
                  </a:lnTo>
                  <a:lnTo>
                    <a:pt x="650417" y="128587"/>
                  </a:lnTo>
                  <a:lnTo>
                    <a:pt x="646417" y="128587"/>
                  </a:lnTo>
                  <a:lnTo>
                    <a:pt x="649274" y="131445"/>
                  </a:lnTo>
                  <a:lnTo>
                    <a:pt x="651078" y="135064"/>
                  </a:lnTo>
                  <a:lnTo>
                    <a:pt x="637463" y="156400"/>
                  </a:lnTo>
                  <a:lnTo>
                    <a:pt x="634314" y="161163"/>
                  </a:lnTo>
                  <a:lnTo>
                    <a:pt x="633552" y="166878"/>
                  </a:lnTo>
                  <a:lnTo>
                    <a:pt x="634314" y="170497"/>
                  </a:lnTo>
                  <a:lnTo>
                    <a:pt x="636028" y="173926"/>
                  </a:lnTo>
                  <a:lnTo>
                    <a:pt x="638695" y="177165"/>
                  </a:lnTo>
                  <a:lnTo>
                    <a:pt x="646417" y="185737"/>
                  </a:lnTo>
                  <a:lnTo>
                    <a:pt x="649274" y="188595"/>
                  </a:lnTo>
                  <a:lnTo>
                    <a:pt x="651078" y="192214"/>
                  </a:lnTo>
                  <a:lnTo>
                    <a:pt x="637463" y="213550"/>
                  </a:lnTo>
                  <a:lnTo>
                    <a:pt x="634314" y="218313"/>
                  </a:lnTo>
                  <a:lnTo>
                    <a:pt x="633552" y="224028"/>
                  </a:lnTo>
                  <a:lnTo>
                    <a:pt x="634314" y="227647"/>
                  </a:lnTo>
                  <a:lnTo>
                    <a:pt x="636028" y="231076"/>
                  </a:lnTo>
                  <a:lnTo>
                    <a:pt x="638695" y="234315"/>
                  </a:lnTo>
                  <a:lnTo>
                    <a:pt x="646417" y="242887"/>
                  </a:lnTo>
                  <a:lnTo>
                    <a:pt x="649274" y="245745"/>
                  </a:lnTo>
                  <a:lnTo>
                    <a:pt x="651078" y="249364"/>
                  </a:lnTo>
                  <a:lnTo>
                    <a:pt x="637463" y="270700"/>
                  </a:lnTo>
                  <a:lnTo>
                    <a:pt x="634314" y="275463"/>
                  </a:lnTo>
                  <a:lnTo>
                    <a:pt x="633552" y="281178"/>
                  </a:lnTo>
                  <a:lnTo>
                    <a:pt x="634314" y="284797"/>
                  </a:lnTo>
                  <a:lnTo>
                    <a:pt x="634784" y="285750"/>
                  </a:lnTo>
                  <a:lnTo>
                    <a:pt x="506552" y="285750"/>
                  </a:lnTo>
                  <a:lnTo>
                    <a:pt x="506552" y="291465"/>
                  </a:lnTo>
                  <a:lnTo>
                    <a:pt x="509257" y="291465"/>
                  </a:lnTo>
                  <a:lnTo>
                    <a:pt x="509257" y="342900"/>
                  </a:lnTo>
                  <a:lnTo>
                    <a:pt x="506552" y="342900"/>
                  </a:lnTo>
                  <a:lnTo>
                    <a:pt x="506552" y="348615"/>
                  </a:lnTo>
                  <a:lnTo>
                    <a:pt x="509257" y="348615"/>
                  </a:lnTo>
                  <a:lnTo>
                    <a:pt x="509257" y="400050"/>
                  </a:lnTo>
                  <a:lnTo>
                    <a:pt x="506552" y="400050"/>
                  </a:lnTo>
                  <a:lnTo>
                    <a:pt x="506552" y="405765"/>
                  </a:lnTo>
                  <a:lnTo>
                    <a:pt x="509257" y="405765"/>
                  </a:lnTo>
                  <a:lnTo>
                    <a:pt x="509257" y="457200"/>
                  </a:lnTo>
                  <a:lnTo>
                    <a:pt x="506552" y="457200"/>
                  </a:lnTo>
                  <a:lnTo>
                    <a:pt x="506552" y="462915"/>
                  </a:lnTo>
                  <a:lnTo>
                    <a:pt x="509257" y="462915"/>
                  </a:lnTo>
                  <a:lnTo>
                    <a:pt x="509257" y="514350"/>
                  </a:lnTo>
                  <a:lnTo>
                    <a:pt x="506552" y="514350"/>
                  </a:lnTo>
                  <a:lnTo>
                    <a:pt x="506552" y="520065"/>
                  </a:lnTo>
                  <a:lnTo>
                    <a:pt x="509257" y="520065"/>
                  </a:lnTo>
                  <a:lnTo>
                    <a:pt x="519252" y="520065"/>
                  </a:lnTo>
                  <a:lnTo>
                    <a:pt x="1787194" y="520065"/>
                  </a:lnTo>
                  <a:lnTo>
                    <a:pt x="1787194" y="514350"/>
                  </a:lnTo>
                  <a:lnTo>
                    <a:pt x="519252" y="514350"/>
                  </a:lnTo>
                  <a:lnTo>
                    <a:pt x="519252" y="462915"/>
                  </a:lnTo>
                  <a:lnTo>
                    <a:pt x="1787194" y="462915"/>
                  </a:lnTo>
                  <a:lnTo>
                    <a:pt x="1787194" y="457200"/>
                  </a:lnTo>
                  <a:lnTo>
                    <a:pt x="519252" y="457200"/>
                  </a:lnTo>
                  <a:lnTo>
                    <a:pt x="519252" y="405765"/>
                  </a:lnTo>
                  <a:lnTo>
                    <a:pt x="638695" y="405765"/>
                  </a:lnTo>
                  <a:lnTo>
                    <a:pt x="646417" y="414337"/>
                  </a:lnTo>
                  <a:lnTo>
                    <a:pt x="650417" y="414337"/>
                  </a:lnTo>
                  <a:lnTo>
                    <a:pt x="647369" y="410337"/>
                  </a:lnTo>
                  <a:lnTo>
                    <a:pt x="645655" y="406806"/>
                  </a:lnTo>
                  <a:lnTo>
                    <a:pt x="645515" y="405765"/>
                  </a:lnTo>
                  <a:lnTo>
                    <a:pt x="1787194" y="405765"/>
                  </a:lnTo>
                  <a:lnTo>
                    <a:pt x="1787194" y="400050"/>
                  </a:lnTo>
                  <a:lnTo>
                    <a:pt x="645960" y="400050"/>
                  </a:lnTo>
                  <a:lnTo>
                    <a:pt x="646226" y="398614"/>
                  </a:lnTo>
                  <a:lnTo>
                    <a:pt x="649173" y="394233"/>
                  </a:lnTo>
                  <a:lnTo>
                    <a:pt x="654126" y="390613"/>
                  </a:lnTo>
                  <a:lnTo>
                    <a:pt x="659650" y="386422"/>
                  </a:lnTo>
                  <a:lnTo>
                    <a:pt x="662800" y="381571"/>
                  </a:lnTo>
                  <a:lnTo>
                    <a:pt x="663562" y="376047"/>
                  </a:lnTo>
                  <a:lnTo>
                    <a:pt x="662800" y="372427"/>
                  </a:lnTo>
                  <a:lnTo>
                    <a:pt x="661085" y="368998"/>
                  </a:lnTo>
                  <a:lnTo>
                    <a:pt x="658418" y="365760"/>
                  </a:lnTo>
                  <a:lnTo>
                    <a:pt x="651840" y="358711"/>
                  </a:lnTo>
                  <a:lnTo>
                    <a:pt x="651840" y="368046"/>
                  </a:lnTo>
                  <a:lnTo>
                    <a:pt x="650887" y="372999"/>
                  </a:lnTo>
                  <a:lnTo>
                    <a:pt x="647941" y="377380"/>
                  </a:lnTo>
                  <a:lnTo>
                    <a:pt x="642988" y="381190"/>
                  </a:lnTo>
                  <a:lnTo>
                    <a:pt x="637463" y="385000"/>
                  </a:lnTo>
                  <a:lnTo>
                    <a:pt x="634314" y="389763"/>
                  </a:lnTo>
                  <a:lnTo>
                    <a:pt x="633552" y="395478"/>
                  </a:lnTo>
                  <a:lnTo>
                    <a:pt x="634314" y="399097"/>
                  </a:lnTo>
                  <a:lnTo>
                    <a:pt x="634784" y="400050"/>
                  </a:lnTo>
                  <a:lnTo>
                    <a:pt x="519252" y="400050"/>
                  </a:lnTo>
                  <a:lnTo>
                    <a:pt x="519252" y="348615"/>
                  </a:lnTo>
                  <a:lnTo>
                    <a:pt x="638695" y="348615"/>
                  </a:lnTo>
                  <a:lnTo>
                    <a:pt x="646417" y="357187"/>
                  </a:lnTo>
                  <a:lnTo>
                    <a:pt x="649274" y="360045"/>
                  </a:lnTo>
                  <a:lnTo>
                    <a:pt x="651078" y="363664"/>
                  </a:lnTo>
                  <a:lnTo>
                    <a:pt x="651840" y="368046"/>
                  </a:lnTo>
                  <a:lnTo>
                    <a:pt x="651840" y="358711"/>
                  </a:lnTo>
                  <a:lnTo>
                    <a:pt x="650417" y="357187"/>
                  </a:lnTo>
                  <a:lnTo>
                    <a:pt x="647369" y="353187"/>
                  </a:lnTo>
                  <a:lnTo>
                    <a:pt x="645655" y="349656"/>
                  </a:lnTo>
                  <a:lnTo>
                    <a:pt x="645515" y="348615"/>
                  </a:lnTo>
                  <a:lnTo>
                    <a:pt x="768997" y="348615"/>
                  </a:lnTo>
                  <a:lnTo>
                    <a:pt x="768997" y="360045"/>
                  </a:lnTo>
                  <a:lnTo>
                    <a:pt x="779005" y="360045"/>
                  </a:lnTo>
                  <a:lnTo>
                    <a:pt x="779005" y="348615"/>
                  </a:lnTo>
                  <a:lnTo>
                    <a:pt x="1787194" y="348615"/>
                  </a:lnTo>
                  <a:lnTo>
                    <a:pt x="1787194" y="342900"/>
                  </a:lnTo>
                  <a:lnTo>
                    <a:pt x="779005" y="342900"/>
                  </a:lnTo>
                  <a:lnTo>
                    <a:pt x="779005" y="291465"/>
                  </a:lnTo>
                  <a:lnTo>
                    <a:pt x="1787194" y="291465"/>
                  </a:lnTo>
                  <a:lnTo>
                    <a:pt x="1787194" y="285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43594" y="560308"/>
              <a:ext cx="126817" cy="1775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59444" y="466734"/>
              <a:ext cx="111125" cy="471170"/>
            </a:xfrm>
            <a:custGeom>
              <a:avLst/>
              <a:gdLst/>
              <a:ahLst/>
              <a:cxnLst/>
              <a:rect l="l" t="t" r="r" b="b"/>
              <a:pathLst>
                <a:path w="111125" h="471169">
                  <a:moveTo>
                    <a:pt x="60096" y="341757"/>
                  </a:moveTo>
                  <a:lnTo>
                    <a:pt x="23241" y="297180"/>
                  </a:lnTo>
                  <a:lnTo>
                    <a:pt x="13525" y="297180"/>
                  </a:lnTo>
                  <a:lnTo>
                    <a:pt x="18110" y="302907"/>
                  </a:lnTo>
                  <a:lnTo>
                    <a:pt x="21882" y="308965"/>
                  </a:lnTo>
                  <a:lnTo>
                    <a:pt x="24828" y="315341"/>
                  </a:lnTo>
                  <a:lnTo>
                    <a:pt x="26949" y="322033"/>
                  </a:lnTo>
                  <a:lnTo>
                    <a:pt x="27025" y="328650"/>
                  </a:lnTo>
                  <a:lnTo>
                    <a:pt x="26098" y="335038"/>
                  </a:lnTo>
                  <a:lnTo>
                    <a:pt x="4381" y="367474"/>
                  </a:lnTo>
                  <a:lnTo>
                    <a:pt x="40386" y="414337"/>
                  </a:lnTo>
                  <a:lnTo>
                    <a:pt x="40386" y="414909"/>
                  </a:lnTo>
                  <a:lnTo>
                    <a:pt x="33718" y="411289"/>
                  </a:lnTo>
                  <a:lnTo>
                    <a:pt x="27813" y="409473"/>
                  </a:lnTo>
                  <a:lnTo>
                    <a:pt x="22669" y="409473"/>
                  </a:lnTo>
                  <a:lnTo>
                    <a:pt x="13792" y="410819"/>
                  </a:lnTo>
                  <a:lnTo>
                    <a:pt x="7162" y="414553"/>
                  </a:lnTo>
                  <a:lnTo>
                    <a:pt x="2781" y="420674"/>
                  </a:lnTo>
                  <a:lnTo>
                    <a:pt x="660" y="429196"/>
                  </a:lnTo>
                  <a:lnTo>
                    <a:pt x="1892" y="435698"/>
                  </a:lnTo>
                  <a:lnTo>
                    <a:pt x="4165" y="441769"/>
                  </a:lnTo>
                  <a:lnTo>
                    <a:pt x="7467" y="447408"/>
                  </a:lnTo>
                  <a:lnTo>
                    <a:pt x="11811" y="452628"/>
                  </a:lnTo>
                  <a:lnTo>
                    <a:pt x="32385" y="470623"/>
                  </a:lnTo>
                  <a:lnTo>
                    <a:pt x="35521" y="466051"/>
                  </a:lnTo>
                  <a:lnTo>
                    <a:pt x="31902" y="463194"/>
                  </a:lnTo>
                  <a:lnTo>
                    <a:pt x="28663" y="458724"/>
                  </a:lnTo>
                  <a:lnTo>
                    <a:pt x="25806" y="452628"/>
                  </a:lnTo>
                  <a:lnTo>
                    <a:pt x="22758" y="446532"/>
                  </a:lnTo>
                  <a:lnTo>
                    <a:pt x="23241" y="439953"/>
                  </a:lnTo>
                  <a:lnTo>
                    <a:pt x="27241" y="432904"/>
                  </a:lnTo>
                  <a:lnTo>
                    <a:pt x="30480" y="428142"/>
                  </a:lnTo>
                  <a:lnTo>
                    <a:pt x="34569" y="425856"/>
                  </a:lnTo>
                  <a:lnTo>
                    <a:pt x="39522" y="426046"/>
                  </a:lnTo>
                  <a:lnTo>
                    <a:pt x="44665" y="426427"/>
                  </a:lnTo>
                  <a:lnTo>
                    <a:pt x="49999" y="428142"/>
                  </a:lnTo>
                  <a:lnTo>
                    <a:pt x="55524" y="431190"/>
                  </a:lnTo>
                  <a:lnTo>
                    <a:pt x="58953" y="426618"/>
                  </a:lnTo>
                  <a:lnTo>
                    <a:pt x="44094" y="406908"/>
                  </a:lnTo>
                  <a:lnTo>
                    <a:pt x="39331" y="399669"/>
                  </a:lnTo>
                  <a:lnTo>
                    <a:pt x="36855" y="392049"/>
                  </a:lnTo>
                  <a:lnTo>
                    <a:pt x="36664" y="384048"/>
                  </a:lnTo>
                  <a:lnTo>
                    <a:pt x="38874" y="374218"/>
                  </a:lnTo>
                  <a:lnTo>
                    <a:pt x="43522" y="363893"/>
                  </a:lnTo>
                  <a:lnTo>
                    <a:pt x="50596" y="353072"/>
                  </a:lnTo>
                  <a:lnTo>
                    <a:pt x="60096" y="341757"/>
                  </a:lnTo>
                  <a:close/>
                </a:path>
                <a:path w="111125" h="471169">
                  <a:moveTo>
                    <a:pt x="75717" y="24955"/>
                  </a:moveTo>
                  <a:lnTo>
                    <a:pt x="72847" y="17995"/>
                  </a:lnTo>
                  <a:lnTo>
                    <a:pt x="72771" y="17805"/>
                  </a:lnTo>
                  <a:lnTo>
                    <a:pt x="67246" y="13233"/>
                  </a:lnTo>
                  <a:lnTo>
                    <a:pt x="67246" y="22567"/>
                  </a:lnTo>
                  <a:lnTo>
                    <a:pt x="67246" y="26187"/>
                  </a:lnTo>
                  <a:lnTo>
                    <a:pt x="65239" y="30378"/>
                  </a:lnTo>
                  <a:lnTo>
                    <a:pt x="34671" y="55435"/>
                  </a:lnTo>
                  <a:lnTo>
                    <a:pt x="18376" y="61048"/>
                  </a:lnTo>
                  <a:lnTo>
                    <a:pt x="14376" y="60858"/>
                  </a:lnTo>
                  <a:lnTo>
                    <a:pt x="10375" y="60477"/>
                  </a:lnTo>
                  <a:lnTo>
                    <a:pt x="8470" y="58762"/>
                  </a:lnTo>
                  <a:lnTo>
                    <a:pt x="8661" y="55714"/>
                  </a:lnTo>
                  <a:lnTo>
                    <a:pt x="34671" y="27432"/>
                  </a:lnTo>
                  <a:lnTo>
                    <a:pt x="56388" y="17995"/>
                  </a:lnTo>
                  <a:lnTo>
                    <a:pt x="62103" y="18567"/>
                  </a:lnTo>
                  <a:lnTo>
                    <a:pt x="64960" y="18948"/>
                  </a:lnTo>
                  <a:lnTo>
                    <a:pt x="66675" y="20281"/>
                  </a:lnTo>
                  <a:lnTo>
                    <a:pt x="67246" y="22567"/>
                  </a:lnTo>
                  <a:lnTo>
                    <a:pt x="67246" y="13233"/>
                  </a:lnTo>
                  <a:lnTo>
                    <a:pt x="66103" y="12280"/>
                  </a:lnTo>
                  <a:lnTo>
                    <a:pt x="60960" y="9423"/>
                  </a:lnTo>
                  <a:lnTo>
                    <a:pt x="55143" y="8280"/>
                  </a:lnTo>
                  <a:lnTo>
                    <a:pt x="48666" y="8851"/>
                  </a:lnTo>
                  <a:lnTo>
                    <a:pt x="10642" y="25463"/>
                  </a:lnTo>
                  <a:lnTo>
                    <a:pt x="0" y="54483"/>
                  </a:lnTo>
                  <a:lnTo>
                    <a:pt x="2946" y="61620"/>
                  </a:lnTo>
                  <a:lnTo>
                    <a:pt x="9804" y="67144"/>
                  </a:lnTo>
                  <a:lnTo>
                    <a:pt x="14947" y="70002"/>
                  </a:lnTo>
                  <a:lnTo>
                    <a:pt x="20662" y="71145"/>
                  </a:lnTo>
                  <a:lnTo>
                    <a:pt x="26949" y="70573"/>
                  </a:lnTo>
                  <a:lnTo>
                    <a:pt x="35026" y="69672"/>
                  </a:lnTo>
                  <a:lnTo>
                    <a:pt x="42951" y="67500"/>
                  </a:lnTo>
                  <a:lnTo>
                    <a:pt x="50736" y="64096"/>
                  </a:lnTo>
                  <a:lnTo>
                    <a:pt x="55727" y="61048"/>
                  </a:lnTo>
                  <a:lnTo>
                    <a:pt x="58381" y="59436"/>
                  </a:lnTo>
                  <a:lnTo>
                    <a:pt x="65100" y="53860"/>
                  </a:lnTo>
                  <a:lnTo>
                    <a:pt x="70104" y="47713"/>
                  </a:lnTo>
                  <a:lnTo>
                    <a:pt x="73380" y="40995"/>
                  </a:lnTo>
                  <a:lnTo>
                    <a:pt x="74955" y="33718"/>
                  </a:lnTo>
                  <a:lnTo>
                    <a:pt x="75717" y="24955"/>
                  </a:lnTo>
                  <a:close/>
                </a:path>
                <a:path w="111125" h="471169">
                  <a:moveTo>
                    <a:pt x="110959" y="10566"/>
                  </a:moveTo>
                  <a:lnTo>
                    <a:pt x="110197" y="4089"/>
                  </a:lnTo>
                  <a:lnTo>
                    <a:pt x="106578" y="571"/>
                  </a:lnTo>
                  <a:lnTo>
                    <a:pt x="100101" y="0"/>
                  </a:lnTo>
                  <a:lnTo>
                    <a:pt x="93433" y="571"/>
                  </a:lnTo>
                  <a:lnTo>
                    <a:pt x="89814" y="4089"/>
                  </a:lnTo>
                  <a:lnTo>
                    <a:pt x="89242" y="10566"/>
                  </a:lnTo>
                  <a:lnTo>
                    <a:pt x="89814" y="17043"/>
                  </a:lnTo>
                  <a:lnTo>
                    <a:pt x="93433" y="20764"/>
                  </a:lnTo>
                  <a:lnTo>
                    <a:pt x="100101" y="21717"/>
                  </a:lnTo>
                  <a:lnTo>
                    <a:pt x="106578" y="20764"/>
                  </a:lnTo>
                  <a:lnTo>
                    <a:pt x="110197" y="17043"/>
                  </a:lnTo>
                  <a:lnTo>
                    <a:pt x="110959" y="105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04738" y="617886"/>
              <a:ext cx="75723" cy="28889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79471" y="363864"/>
              <a:ext cx="111760" cy="203835"/>
            </a:xfrm>
            <a:custGeom>
              <a:avLst/>
              <a:gdLst/>
              <a:ahLst/>
              <a:cxnLst/>
              <a:rect l="l" t="t" r="r" b="b"/>
              <a:pathLst>
                <a:path w="111760" h="203834">
                  <a:moveTo>
                    <a:pt x="111137" y="196443"/>
                  </a:moveTo>
                  <a:lnTo>
                    <a:pt x="0" y="196443"/>
                  </a:lnTo>
                  <a:lnTo>
                    <a:pt x="0" y="203593"/>
                  </a:lnTo>
                  <a:lnTo>
                    <a:pt x="111137" y="203593"/>
                  </a:lnTo>
                  <a:lnTo>
                    <a:pt x="111137" y="196443"/>
                  </a:lnTo>
                  <a:close/>
                </a:path>
                <a:path w="111760" h="203834">
                  <a:moveTo>
                    <a:pt x="111137" y="139293"/>
                  </a:moveTo>
                  <a:lnTo>
                    <a:pt x="89789" y="139293"/>
                  </a:lnTo>
                  <a:lnTo>
                    <a:pt x="90805" y="134010"/>
                  </a:lnTo>
                  <a:lnTo>
                    <a:pt x="90614" y="126771"/>
                  </a:lnTo>
                  <a:lnTo>
                    <a:pt x="90525" y="126593"/>
                  </a:lnTo>
                  <a:lnTo>
                    <a:pt x="90525" y="0"/>
                  </a:lnTo>
                  <a:lnTo>
                    <a:pt x="80518" y="0"/>
                  </a:lnTo>
                  <a:lnTo>
                    <a:pt x="80518" y="116268"/>
                  </a:lnTo>
                  <a:lnTo>
                    <a:pt x="78524" y="114681"/>
                  </a:lnTo>
                  <a:lnTo>
                    <a:pt x="72047" y="112966"/>
                  </a:lnTo>
                  <a:lnTo>
                    <a:pt x="32804" y="125158"/>
                  </a:lnTo>
                  <a:lnTo>
                    <a:pt x="20167" y="139293"/>
                  </a:lnTo>
                  <a:lnTo>
                    <a:pt x="0" y="139293"/>
                  </a:lnTo>
                  <a:lnTo>
                    <a:pt x="0" y="146443"/>
                  </a:lnTo>
                  <a:lnTo>
                    <a:pt x="17449" y="146443"/>
                  </a:lnTo>
                  <a:lnTo>
                    <a:pt x="16510" y="151155"/>
                  </a:lnTo>
                  <a:lnTo>
                    <a:pt x="41656" y="172593"/>
                  </a:lnTo>
                  <a:lnTo>
                    <a:pt x="50139" y="171640"/>
                  </a:lnTo>
                  <a:lnTo>
                    <a:pt x="86169" y="148590"/>
                  </a:lnTo>
                  <a:lnTo>
                    <a:pt x="87134" y="146443"/>
                  </a:lnTo>
                  <a:lnTo>
                    <a:pt x="111137" y="146443"/>
                  </a:lnTo>
                  <a:lnTo>
                    <a:pt x="111137" y="1392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95990" y="619696"/>
              <a:ext cx="74294" cy="28708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015183" y="378151"/>
              <a:ext cx="240029" cy="477520"/>
            </a:xfrm>
            <a:custGeom>
              <a:avLst/>
              <a:gdLst/>
              <a:ahLst/>
              <a:cxnLst/>
              <a:rect l="l" t="t" r="r" b="b"/>
              <a:pathLst>
                <a:path w="240029" h="477519">
                  <a:moveTo>
                    <a:pt x="150634" y="182156"/>
                  </a:moveTo>
                  <a:lnTo>
                    <a:pt x="101358" y="182156"/>
                  </a:lnTo>
                  <a:lnTo>
                    <a:pt x="106070" y="180073"/>
                  </a:lnTo>
                  <a:lnTo>
                    <a:pt x="114020" y="175158"/>
                  </a:lnTo>
                  <a:lnTo>
                    <a:pt x="120713" y="169303"/>
                  </a:lnTo>
                  <a:lnTo>
                    <a:pt x="125666" y="162877"/>
                  </a:lnTo>
                  <a:lnTo>
                    <a:pt x="128854" y="155867"/>
                  </a:lnTo>
                  <a:lnTo>
                    <a:pt x="130302" y="148297"/>
                  </a:lnTo>
                  <a:lnTo>
                    <a:pt x="130111" y="141058"/>
                  </a:lnTo>
                  <a:lnTo>
                    <a:pt x="130022" y="140881"/>
                  </a:lnTo>
                  <a:lnTo>
                    <a:pt x="130022" y="0"/>
                  </a:lnTo>
                  <a:lnTo>
                    <a:pt x="120015" y="0"/>
                  </a:lnTo>
                  <a:lnTo>
                    <a:pt x="120015" y="130556"/>
                  </a:lnTo>
                  <a:lnTo>
                    <a:pt x="118021" y="128968"/>
                  </a:lnTo>
                  <a:lnTo>
                    <a:pt x="111544" y="127254"/>
                  </a:lnTo>
                  <a:lnTo>
                    <a:pt x="103162" y="127444"/>
                  </a:lnTo>
                  <a:lnTo>
                    <a:pt x="95224" y="128409"/>
                  </a:lnTo>
                  <a:lnTo>
                    <a:pt x="60655" y="151511"/>
                  </a:lnTo>
                  <a:lnTo>
                    <a:pt x="56007" y="165442"/>
                  </a:lnTo>
                  <a:lnTo>
                    <a:pt x="56197" y="171919"/>
                  </a:lnTo>
                  <a:lnTo>
                    <a:pt x="58674" y="177165"/>
                  </a:lnTo>
                  <a:lnTo>
                    <a:pt x="63436" y="181165"/>
                  </a:lnTo>
                  <a:lnTo>
                    <a:pt x="64681" y="182156"/>
                  </a:lnTo>
                  <a:lnTo>
                    <a:pt x="40005" y="182156"/>
                  </a:lnTo>
                  <a:lnTo>
                    <a:pt x="40005" y="174307"/>
                  </a:lnTo>
                  <a:lnTo>
                    <a:pt x="40005" y="138582"/>
                  </a:lnTo>
                  <a:lnTo>
                    <a:pt x="40005" y="123151"/>
                  </a:lnTo>
                  <a:lnTo>
                    <a:pt x="40005" y="114871"/>
                  </a:lnTo>
                  <a:lnTo>
                    <a:pt x="32867" y="116674"/>
                  </a:lnTo>
                  <a:lnTo>
                    <a:pt x="32867" y="138582"/>
                  </a:lnTo>
                  <a:lnTo>
                    <a:pt x="32867" y="167449"/>
                  </a:lnTo>
                  <a:lnTo>
                    <a:pt x="7150" y="174307"/>
                  </a:lnTo>
                  <a:lnTo>
                    <a:pt x="7150" y="145161"/>
                  </a:lnTo>
                  <a:lnTo>
                    <a:pt x="32867" y="138582"/>
                  </a:lnTo>
                  <a:lnTo>
                    <a:pt x="32867" y="116674"/>
                  </a:lnTo>
                  <a:lnTo>
                    <a:pt x="7150" y="123151"/>
                  </a:lnTo>
                  <a:lnTo>
                    <a:pt x="7150" y="76009"/>
                  </a:lnTo>
                  <a:lnTo>
                    <a:pt x="0" y="76009"/>
                  </a:lnTo>
                  <a:lnTo>
                    <a:pt x="0" y="197739"/>
                  </a:lnTo>
                  <a:lnTo>
                    <a:pt x="32867" y="189445"/>
                  </a:lnTo>
                  <a:lnTo>
                    <a:pt x="32867" y="236601"/>
                  </a:lnTo>
                  <a:lnTo>
                    <a:pt x="40005" y="236601"/>
                  </a:lnTo>
                  <a:lnTo>
                    <a:pt x="40005" y="189445"/>
                  </a:lnTo>
                  <a:lnTo>
                    <a:pt x="40005" y="189306"/>
                  </a:lnTo>
                  <a:lnTo>
                    <a:pt x="150634" y="189306"/>
                  </a:lnTo>
                  <a:lnTo>
                    <a:pt x="150634" y="182156"/>
                  </a:lnTo>
                  <a:close/>
                </a:path>
                <a:path w="240029" h="477519">
                  <a:moveTo>
                    <a:pt x="239826" y="245173"/>
                  </a:moveTo>
                  <a:lnTo>
                    <a:pt x="231254" y="245173"/>
                  </a:lnTo>
                  <a:lnTo>
                    <a:pt x="231254" y="477202"/>
                  </a:lnTo>
                  <a:lnTo>
                    <a:pt x="239826" y="477202"/>
                  </a:lnTo>
                  <a:lnTo>
                    <a:pt x="239826" y="245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25821" y="1234821"/>
              <a:ext cx="179355" cy="13392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969996" y="363864"/>
              <a:ext cx="1494790" cy="491490"/>
            </a:xfrm>
            <a:custGeom>
              <a:avLst/>
              <a:gdLst/>
              <a:ahLst/>
              <a:cxnLst/>
              <a:rect l="l" t="t" r="r" b="b"/>
              <a:pathLst>
                <a:path w="1494789" h="491490">
                  <a:moveTo>
                    <a:pt x="175209" y="14287"/>
                  </a:moveTo>
                  <a:lnTo>
                    <a:pt x="0" y="0"/>
                  </a:lnTo>
                  <a:lnTo>
                    <a:pt x="0" y="28663"/>
                  </a:lnTo>
                  <a:lnTo>
                    <a:pt x="175209" y="42951"/>
                  </a:lnTo>
                  <a:lnTo>
                    <a:pt x="175209" y="14287"/>
                  </a:lnTo>
                  <a:close/>
                </a:path>
                <a:path w="1494789" h="491490">
                  <a:moveTo>
                    <a:pt x="1494663" y="485775"/>
                  </a:moveTo>
                  <a:lnTo>
                    <a:pt x="272313" y="485775"/>
                  </a:lnTo>
                  <a:lnTo>
                    <a:pt x="272313" y="491490"/>
                  </a:lnTo>
                  <a:lnTo>
                    <a:pt x="1494663" y="491490"/>
                  </a:lnTo>
                  <a:lnTo>
                    <a:pt x="1494663" y="485775"/>
                  </a:lnTo>
                  <a:close/>
                </a:path>
                <a:path w="1494789" h="491490">
                  <a:moveTo>
                    <a:pt x="1494663" y="428625"/>
                  </a:moveTo>
                  <a:lnTo>
                    <a:pt x="272313" y="428625"/>
                  </a:lnTo>
                  <a:lnTo>
                    <a:pt x="272313" y="434340"/>
                  </a:lnTo>
                  <a:lnTo>
                    <a:pt x="1494663" y="434340"/>
                  </a:lnTo>
                  <a:lnTo>
                    <a:pt x="1494663" y="428625"/>
                  </a:lnTo>
                  <a:close/>
                </a:path>
                <a:path w="1494789" h="491490">
                  <a:moveTo>
                    <a:pt x="1494663" y="371475"/>
                  </a:moveTo>
                  <a:lnTo>
                    <a:pt x="272313" y="371475"/>
                  </a:lnTo>
                  <a:lnTo>
                    <a:pt x="272313" y="377190"/>
                  </a:lnTo>
                  <a:lnTo>
                    <a:pt x="1494663" y="377190"/>
                  </a:lnTo>
                  <a:lnTo>
                    <a:pt x="1494663" y="371475"/>
                  </a:lnTo>
                  <a:close/>
                </a:path>
                <a:path w="1494789" h="491490">
                  <a:moveTo>
                    <a:pt x="1494663" y="314325"/>
                  </a:moveTo>
                  <a:lnTo>
                    <a:pt x="272313" y="314325"/>
                  </a:lnTo>
                  <a:lnTo>
                    <a:pt x="272313" y="320040"/>
                  </a:lnTo>
                  <a:lnTo>
                    <a:pt x="1494663" y="320040"/>
                  </a:lnTo>
                  <a:lnTo>
                    <a:pt x="1494663" y="314325"/>
                  </a:lnTo>
                  <a:close/>
                </a:path>
                <a:path w="1494789" h="491490">
                  <a:moveTo>
                    <a:pt x="1494663" y="257175"/>
                  </a:moveTo>
                  <a:lnTo>
                    <a:pt x="272313" y="257175"/>
                  </a:lnTo>
                  <a:lnTo>
                    <a:pt x="272313" y="262890"/>
                  </a:lnTo>
                  <a:lnTo>
                    <a:pt x="1494663" y="262890"/>
                  </a:lnTo>
                  <a:lnTo>
                    <a:pt x="1494663" y="2571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81792" y="421005"/>
              <a:ext cx="110966" cy="20259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382459" y="763905"/>
              <a:ext cx="59690" cy="173990"/>
            </a:xfrm>
            <a:custGeom>
              <a:avLst/>
              <a:gdLst/>
              <a:ahLst/>
              <a:cxnLst/>
              <a:rect l="l" t="t" r="r" b="b"/>
              <a:pathLst>
                <a:path w="59689" h="173990">
                  <a:moveTo>
                    <a:pt x="31718" y="173450"/>
                  </a:moveTo>
                  <a:lnTo>
                    <a:pt x="3500" y="144589"/>
                  </a:lnTo>
                  <a:lnTo>
                    <a:pt x="0" y="132016"/>
                  </a:lnTo>
                  <a:lnTo>
                    <a:pt x="2125" y="123497"/>
                  </a:lnTo>
                  <a:lnTo>
                    <a:pt x="6500" y="117371"/>
                  </a:lnTo>
                  <a:lnTo>
                    <a:pt x="13126" y="113639"/>
                  </a:lnTo>
                  <a:lnTo>
                    <a:pt x="22002" y="112299"/>
                  </a:lnTo>
                  <a:lnTo>
                    <a:pt x="27146" y="112299"/>
                  </a:lnTo>
                  <a:lnTo>
                    <a:pt x="33051" y="114109"/>
                  </a:lnTo>
                  <a:lnTo>
                    <a:pt x="39719" y="117728"/>
                  </a:lnTo>
                  <a:lnTo>
                    <a:pt x="39719" y="117157"/>
                  </a:lnTo>
                  <a:lnTo>
                    <a:pt x="3714" y="70294"/>
                  </a:lnTo>
                  <a:lnTo>
                    <a:pt x="8518" y="65811"/>
                  </a:lnTo>
                  <a:lnTo>
                    <a:pt x="12930" y="60936"/>
                  </a:lnTo>
                  <a:lnTo>
                    <a:pt x="26360" y="31468"/>
                  </a:lnTo>
                  <a:lnTo>
                    <a:pt x="26288" y="24860"/>
                  </a:lnTo>
                  <a:lnTo>
                    <a:pt x="24163" y="18162"/>
                  </a:lnTo>
                  <a:lnTo>
                    <a:pt x="21216" y="11787"/>
                  </a:lnTo>
                  <a:lnTo>
                    <a:pt x="17448" y="5732"/>
                  </a:lnTo>
                  <a:lnTo>
                    <a:pt x="12858" y="0"/>
                  </a:lnTo>
                  <a:lnTo>
                    <a:pt x="22574" y="0"/>
                  </a:lnTo>
                  <a:lnTo>
                    <a:pt x="59435" y="44576"/>
                  </a:lnTo>
                  <a:lnTo>
                    <a:pt x="49934" y="55899"/>
                  </a:lnTo>
                  <a:lnTo>
                    <a:pt x="42862" y="66722"/>
                  </a:lnTo>
                  <a:lnTo>
                    <a:pt x="38219" y="77045"/>
                  </a:lnTo>
                  <a:lnTo>
                    <a:pt x="36004" y="86867"/>
                  </a:lnTo>
                  <a:lnTo>
                    <a:pt x="36194" y="94868"/>
                  </a:lnTo>
                  <a:lnTo>
                    <a:pt x="38671" y="102488"/>
                  </a:lnTo>
                  <a:lnTo>
                    <a:pt x="43433" y="109727"/>
                  </a:lnTo>
                  <a:lnTo>
                    <a:pt x="58292" y="129444"/>
                  </a:lnTo>
                  <a:lnTo>
                    <a:pt x="54863" y="134016"/>
                  </a:lnTo>
                  <a:lnTo>
                    <a:pt x="49339" y="130968"/>
                  </a:lnTo>
                  <a:lnTo>
                    <a:pt x="44005" y="129254"/>
                  </a:lnTo>
                  <a:lnTo>
                    <a:pt x="38861" y="128873"/>
                  </a:lnTo>
                  <a:lnTo>
                    <a:pt x="33908" y="128682"/>
                  </a:lnTo>
                  <a:lnTo>
                    <a:pt x="29813" y="130968"/>
                  </a:lnTo>
                  <a:lnTo>
                    <a:pt x="26574" y="135731"/>
                  </a:lnTo>
                  <a:lnTo>
                    <a:pt x="22574" y="142779"/>
                  </a:lnTo>
                  <a:lnTo>
                    <a:pt x="22098" y="149351"/>
                  </a:lnTo>
                  <a:lnTo>
                    <a:pt x="25145" y="155447"/>
                  </a:lnTo>
                  <a:lnTo>
                    <a:pt x="28003" y="161543"/>
                  </a:lnTo>
                  <a:lnTo>
                    <a:pt x="31242" y="166020"/>
                  </a:lnTo>
                  <a:lnTo>
                    <a:pt x="34861" y="168878"/>
                  </a:lnTo>
                  <a:lnTo>
                    <a:pt x="31718" y="173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71745" y="646461"/>
              <a:ext cx="131063" cy="28889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118330" y="421014"/>
              <a:ext cx="74295" cy="201295"/>
            </a:xfrm>
            <a:custGeom>
              <a:avLst/>
              <a:gdLst/>
              <a:ahLst/>
              <a:cxnLst/>
              <a:rect l="l" t="t" r="r" b="b"/>
              <a:pathLst>
                <a:path w="74295" h="201295">
                  <a:moveTo>
                    <a:pt x="74295" y="162585"/>
                  </a:moveTo>
                  <a:lnTo>
                    <a:pt x="74104" y="155346"/>
                  </a:lnTo>
                  <a:lnTo>
                    <a:pt x="74015" y="155168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44843"/>
                  </a:lnTo>
                  <a:lnTo>
                    <a:pt x="62014" y="143256"/>
                  </a:lnTo>
                  <a:lnTo>
                    <a:pt x="55537" y="141541"/>
                  </a:lnTo>
                  <a:lnTo>
                    <a:pt x="47155" y="141732"/>
                  </a:lnTo>
                  <a:lnTo>
                    <a:pt x="39217" y="142697"/>
                  </a:lnTo>
                  <a:lnTo>
                    <a:pt x="4648" y="165798"/>
                  </a:lnTo>
                  <a:lnTo>
                    <a:pt x="0" y="179730"/>
                  </a:lnTo>
                  <a:lnTo>
                    <a:pt x="190" y="186207"/>
                  </a:lnTo>
                  <a:lnTo>
                    <a:pt x="25146" y="201168"/>
                  </a:lnTo>
                  <a:lnTo>
                    <a:pt x="33629" y="200215"/>
                  </a:lnTo>
                  <a:lnTo>
                    <a:pt x="69646" y="177165"/>
                  </a:lnTo>
                  <a:lnTo>
                    <a:pt x="72847" y="170154"/>
                  </a:lnTo>
                  <a:lnTo>
                    <a:pt x="74295" y="162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18338" y="648271"/>
              <a:ext cx="74294" cy="28708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92346" y="335289"/>
              <a:ext cx="1727835" cy="520065"/>
            </a:xfrm>
            <a:custGeom>
              <a:avLst/>
              <a:gdLst/>
              <a:ahLst/>
              <a:cxnLst/>
              <a:rect l="l" t="t" r="r" b="b"/>
              <a:pathLst>
                <a:path w="1727835" h="520065">
                  <a:moveTo>
                    <a:pt x="195821" y="225018"/>
                  </a:moveTo>
                  <a:lnTo>
                    <a:pt x="146545" y="225018"/>
                  </a:lnTo>
                  <a:lnTo>
                    <a:pt x="151257" y="222935"/>
                  </a:lnTo>
                  <a:lnTo>
                    <a:pt x="159207" y="218020"/>
                  </a:lnTo>
                  <a:lnTo>
                    <a:pt x="165900" y="212166"/>
                  </a:lnTo>
                  <a:lnTo>
                    <a:pt x="170840" y="205740"/>
                  </a:lnTo>
                  <a:lnTo>
                    <a:pt x="174040" y="198729"/>
                  </a:lnTo>
                  <a:lnTo>
                    <a:pt x="175488" y="191160"/>
                  </a:lnTo>
                  <a:lnTo>
                    <a:pt x="175298" y="183921"/>
                  </a:lnTo>
                  <a:lnTo>
                    <a:pt x="175209" y="183743"/>
                  </a:lnTo>
                  <a:lnTo>
                    <a:pt x="175209" y="86093"/>
                  </a:lnTo>
                  <a:lnTo>
                    <a:pt x="175209" y="57150"/>
                  </a:lnTo>
                  <a:lnTo>
                    <a:pt x="165201" y="57150"/>
                  </a:lnTo>
                  <a:lnTo>
                    <a:pt x="165201" y="58788"/>
                  </a:lnTo>
                  <a:lnTo>
                    <a:pt x="0" y="85725"/>
                  </a:lnTo>
                  <a:lnTo>
                    <a:pt x="0" y="114668"/>
                  </a:lnTo>
                  <a:lnTo>
                    <a:pt x="165201" y="87731"/>
                  </a:lnTo>
                  <a:lnTo>
                    <a:pt x="165201" y="173418"/>
                  </a:lnTo>
                  <a:lnTo>
                    <a:pt x="163207" y="171831"/>
                  </a:lnTo>
                  <a:lnTo>
                    <a:pt x="156730" y="170116"/>
                  </a:lnTo>
                  <a:lnTo>
                    <a:pt x="148348" y="170307"/>
                  </a:lnTo>
                  <a:lnTo>
                    <a:pt x="110782" y="188112"/>
                  </a:lnTo>
                  <a:lnTo>
                    <a:pt x="101193" y="208305"/>
                  </a:lnTo>
                  <a:lnTo>
                    <a:pt x="101384" y="214782"/>
                  </a:lnTo>
                  <a:lnTo>
                    <a:pt x="103860" y="220027"/>
                  </a:lnTo>
                  <a:lnTo>
                    <a:pt x="108623" y="224028"/>
                  </a:lnTo>
                  <a:lnTo>
                    <a:pt x="109867" y="225018"/>
                  </a:lnTo>
                  <a:lnTo>
                    <a:pt x="85191" y="225018"/>
                  </a:lnTo>
                  <a:lnTo>
                    <a:pt x="85191" y="217170"/>
                  </a:lnTo>
                  <a:lnTo>
                    <a:pt x="85191" y="181444"/>
                  </a:lnTo>
                  <a:lnTo>
                    <a:pt x="85191" y="166014"/>
                  </a:lnTo>
                  <a:lnTo>
                    <a:pt x="85191" y="157734"/>
                  </a:lnTo>
                  <a:lnTo>
                    <a:pt x="78054" y="159537"/>
                  </a:lnTo>
                  <a:lnTo>
                    <a:pt x="78054" y="181444"/>
                  </a:lnTo>
                  <a:lnTo>
                    <a:pt x="78054" y="210312"/>
                  </a:lnTo>
                  <a:lnTo>
                    <a:pt x="52336" y="217170"/>
                  </a:lnTo>
                  <a:lnTo>
                    <a:pt x="52336" y="188023"/>
                  </a:lnTo>
                  <a:lnTo>
                    <a:pt x="78054" y="181444"/>
                  </a:lnTo>
                  <a:lnTo>
                    <a:pt x="78054" y="159537"/>
                  </a:lnTo>
                  <a:lnTo>
                    <a:pt x="52336" y="166014"/>
                  </a:lnTo>
                  <a:lnTo>
                    <a:pt x="52336" y="118872"/>
                  </a:lnTo>
                  <a:lnTo>
                    <a:pt x="45186" y="118872"/>
                  </a:lnTo>
                  <a:lnTo>
                    <a:pt x="45186" y="240601"/>
                  </a:lnTo>
                  <a:lnTo>
                    <a:pt x="78054" y="232308"/>
                  </a:lnTo>
                  <a:lnTo>
                    <a:pt x="78054" y="279463"/>
                  </a:lnTo>
                  <a:lnTo>
                    <a:pt x="85191" y="279463"/>
                  </a:lnTo>
                  <a:lnTo>
                    <a:pt x="85191" y="232308"/>
                  </a:lnTo>
                  <a:lnTo>
                    <a:pt x="85191" y="232168"/>
                  </a:lnTo>
                  <a:lnTo>
                    <a:pt x="195821" y="232168"/>
                  </a:lnTo>
                  <a:lnTo>
                    <a:pt x="195821" y="225018"/>
                  </a:lnTo>
                  <a:close/>
                </a:path>
                <a:path w="1727835" h="520065">
                  <a:moveTo>
                    <a:pt x="1727466" y="285750"/>
                  </a:moveTo>
                  <a:lnTo>
                    <a:pt x="544753" y="285750"/>
                  </a:lnTo>
                  <a:lnTo>
                    <a:pt x="544753" y="175018"/>
                  </a:lnTo>
                  <a:lnTo>
                    <a:pt x="565365" y="175018"/>
                  </a:lnTo>
                  <a:lnTo>
                    <a:pt x="565365" y="167868"/>
                  </a:lnTo>
                  <a:lnTo>
                    <a:pt x="544753" y="167868"/>
                  </a:lnTo>
                  <a:lnTo>
                    <a:pt x="544753" y="0"/>
                  </a:lnTo>
                  <a:lnTo>
                    <a:pt x="534758" y="0"/>
                  </a:lnTo>
                  <a:lnTo>
                    <a:pt x="534758" y="167868"/>
                  </a:lnTo>
                  <a:lnTo>
                    <a:pt x="454228" y="167868"/>
                  </a:lnTo>
                  <a:lnTo>
                    <a:pt x="454228" y="175018"/>
                  </a:lnTo>
                  <a:lnTo>
                    <a:pt x="534758" y="175018"/>
                  </a:lnTo>
                  <a:lnTo>
                    <a:pt x="534758" y="285750"/>
                  </a:lnTo>
                  <a:lnTo>
                    <a:pt x="534758" y="291465"/>
                  </a:lnTo>
                  <a:lnTo>
                    <a:pt x="534758" y="342900"/>
                  </a:lnTo>
                  <a:lnTo>
                    <a:pt x="411708" y="342900"/>
                  </a:lnTo>
                  <a:lnTo>
                    <a:pt x="411975" y="341464"/>
                  </a:lnTo>
                  <a:lnTo>
                    <a:pt x="414934" y="337083"/>
                  </a:lnTo>
                  <a:lnTo>
                    <a:pt x="419887" y="333463"/>
                  </a:lnTo>
                  <a:lnTo>
                    <a:pt x="425411" y="329272"/>
                  </a:lnTo>
                  <a:lnTo>
                    <a:pt x="428548" y="324421"/>
                  </a:lnTo>
                  <a:lnTo>
                    <a:pt x="429310" y="318897"/>
                  </a:lnTo>
                  <a:lnTo>
                    <a:pt x="428548" y="315277"/>
                  </a:lnTo>
                  <a:lnTo>
                    <a:pt x="426834" y="311848"/>
                  </a:lnTo>
                  <a:lnTo>
                    <a:pt x="424167" y="308610"/>
                  </a:lnTo>
                  <a:lnTo>
                    <a:pt x="417601" y="301586"/>
                  </a:lnTo>
                  <a:lnTo>
                    <a:pt x="417601" y="310896"/>
                  </a:lnTo>
                  <a:lnTo>
                    <a:pt x="416648" y="315849"/>
                  </a:lnTo>
                  <a:lnTo>
                    <a:pt x="413689" y="320230"/>
                  </a:lnTo>
                  <a:lnTo>
                    <a:pt x="408736" y="324040"/>
                  </a:lnTo>
                  <a:lnTo>
                    <a:pt x="403212" y="327850"/>
                  </a:lnTo>
                  <a:lnTo>
                    <a:pt x="400075" y="332613"/>
                  </a:lnTo>
                  <a:lnTo>
                    <a:pt x="399313" y="338328"/>
                  </a:lnTo>
                  <a:lnTo>
                    <a:pt x="400075" y="341947"/>
                  </a:lnTo>
                  <a:lnTo>
                    <a:pt x="400545" y="342900"/>
                  </a:lnTo>
                  <a:lnTo>
                    <a:pt x="285013" y="342900"/>
                  </a:lnTo>
                  <a:lnTo>
                    <a:pt x="285013" y="291465"/>
                  </a:lnTo>
                  <a:lnTo>
                    <a:pt x="404456" y="291465"/>
                  </a:lnTo>
                  <a:lnTo>
                    <a:pt x="412165" y="300037"/>
                  </a:lnTo>
                  <a:lnTo>
                    <a:pt x="415023" y="302895"/>
                  </a:lnTo>
                  <a:lnTo>
                    <a:pt x="416839" y="306514"/>
                  </a:lnTo>
                  <a:lnTo>
                    <a:pt x="417601" y="310896"/>
                  </a:lnTo>
                  <a:lnTo>
                    <a:pt x="417601" y="301586"/>
                  </a:lnTo>
                  <a:lnTo>
                    <a:pt x="416166" y="300037"/>
                  </a:lnTo>
                  <a:lnTo>
                    <a:pt x="413118" y="296037"/>
                  </a:lnTo>
                  <a:lnTo>
                    <a:pt x="411403" y="292506"/>
                  </a:lnTo>
                  <a:lnTo>
                    <a:pt x="411264" y="291465"/>
                  </a:lnTo>
                  <a:lnTo>
                    <a:pt x="534758" y="291465"/>
                  </a:lnTo>
                  <a:lnTo>
                    <a:pt x="534758" y="285750"/>
                  </a:lnTo>
                  <a:lnTo>
                    <a:pt x="411708" y="285750"/>
                  </a:lnTo>
                  <a:lnTo>
                    <a:pt x="411975" y="284314"/>
                  </a:lnTo>
                  <a:lnTo>
                    <a:pt x="414934" y="279933"/>
                  </a:lnTo>
                  <a:lnTo>
                    <a:pt x="419887" y="276313"/>
                  </a:lnTo>
                  <a:lnTo>
                    <a:pt x="425411" y="272122"/>
                  </a:lnTo>
                  <a:lnTo>
                    <a:pt x="428548" y="267271"/>
                  </a:lnTo>
                  <a:lnTo>
                    <a:pt x="429310" y="261747"/>
                  </a:lnTo>
                  <a:lnTo>
                    <a:pt x="428548" y="258127"/>
                  </a:lnTo>
                  <a:lnTo>
                    <a:pt x="426834" y="254698"/>
                  </a:lnTo>
                  <a:lnTo>
                    <a:pt x="424167" y="251460"/>
                  </a:lnTo>
                  <a:lnTo>
                    <a:pt x="416166" y="242887"/>
                  </a:lnTo>
                  <a:lnTo>
                    <a:pt x="413118" y="238887"/>
                  </a:lnTo>
                  <a:lnTo>
                    <a:pt x="411403" y="235356"/>
                  </a:lnTo>
                  <a:lnTo>
                    <a:pt x="411022" y="232308"/>
                  </a:lnTo>
                  <a:lnTo>
                    <a:pt x="411975" y="227164"/>
                  </a:lnTo>
                  <a:lnTo>
                    <a:pt x="414934" y="222783"/>
                  </a:lnTo>
                  <a:lnTo>
                    <a:pt x="419887" y="219163"/>
                  </a:lnTo>
                  <a:lnTo>
                    <a:pt x="425411" y="214972"/>
                  </a:lnTo>
                  <a:lnTo>
                    <a:pt x="428548" y="210121"/>
                  </a:lnTo>
                  <a:lnTo>
                    <a:pt x="429310" y="204597"/>
                  </a:lnTo>
                  <a:lnTo>
                    <a:pt x="428548" y="200977"/>
                  </a:lnTo>
                  <a:lnTo>
                    <a:pt x="426834" y="197548"/>
                  </a:lnTo>
                  <a:lnTo>
                    <a:pt x="424167" y="194310"/>
                  </a:lnTo>
                  <a:lnTo>
                    <a:pt x="416166" y="185737"/>
                  </a:lnTo>
                  <a:lnTo>
                    <a:pt x="413118" y="181737"/>
                  </a:lnTo>
                  <a:lnTo>
                    <a:pt x="411403" y="178206"/>
                  </a:lnTo>
                  <a:lnTo>
                    <a:pt x="411022" y="175158"/>
                  </a:lnTo>
                  <a:lnTo>
                    <a:pt x="411975" y="170014"/>
                  </a:lnTo>
                  <a:lnTo>
                    <a:pt x="414934" y="165633"/>
                  </a:lnTo>
                  <a:lnTo>
                    <a:pt x="419887" y="162013"/>
                  </a:lnTo>
                  <a:lnTo>
                    <a:pt x="425411" y="157822"/>
                  </a:lnTo>
                  <a:lnTo>
                    <a:pt x="428548" y="152971"/>
                  </a:lnTo>
                  <a:lnTo>
                    <a:pt x="429310" y="147447"/>
                  </a:lnTo>
                  <a:lnTo>
                    <a:pt x="428548" y="143827"/>
                  </a:lnTo>
                  <a:lnTo>
                    <a:pt x="426834" y="140398"/>
                  </a:lnTo>
                  <a:lnTo>
                    <a:pt x="424167" y="137160"/>
                  </a:lnTo>
                  <a:lnTo>
                    <a:pt x="416166" y="128587"/>
                  </a:lnTo>
                  <a:lnTo>
                    <a:pt x="412165" y="128587"/>
                  </a:lnTo>
                  <a:lnTo>
                    <a:pt x="415023" y="131445"/>
                  </a:lnTo>
                  <a:lnTo>
                    <a:pt x="416839" y="135064"/>
                  </a:lnTo>
                  <a:lnTo>
                    <a:pt x="403212" y="156400"/>
                  </a:lnTo>
                  <a:lnTo>
                    <a:pt x="400075" y="161163"/>
                  </a:lnTo>
                  <a:lnTo>
                    <a:pt x="399313" y="166878"/>
                  </a:lnTo>
                  <a:lnTo>
                    <a:pt x="400075" y="170497"/>
                  </a:lnTo>
                  <a:lnTo>
                    <a:pt x="401789" y="173926"/>
                  </a:lnTo>
                  <a:lnTo>
                    <a:pt x="404456" y="177165"/>
                  </a:lnTo>
                  <a:lnTo>
                    <a:pt x="412165" y="185737"/>
                  </a:lnTo>
                  <a:lnTo>
                    <a:pt x="415023" y="188595"/>
                  </a:lnTo>
                  <a:lnTo>
                    <a:pt x="416839" y="192214"/>
                  </a:lnTo>
                  <a:lnTo>
                    <a:pt x="403212" y="213550"/>
                  </a:lnTo>
                  <a:lnTo>
                    <a:pt x="400075" y="218313"/>
                  </a:lnTo>
                  <a:lnTo>
                    <a:pt x="399313" y="224028"/>
                  </a:lnTo>
                  <a:lnTo>
                    <a:pt x="400075" y="227647"/>
                  </a:lnTo>
                  <a:lnTo>
                    <a:pt x="401789" y="231076"/>
                  </a:lnTo>
                  <a:lnTo>
                    <a:pt x="404456" y="234315"/>
                  </a:lnTo>
                  <a:lnTo>
                    <a:pt x="412165" y="242887"/>
                  </a:lnTo>
                  <a:lnTo>
                    <a:pt x="415023" y="245745"/>
                  </a:lnTo>
                  <a:lnTo>
                    <a:pt x="416839" y="249364"/>
                  </a:lnTo>
                  <a:lnTo>
                    <a:pt x="403212" y="270700"/>
                  </a:lnTo>
                  <a:lnTo>
                    <a:pt x="400075" y="275463"/>
                  </a:lnTo>
                  <a:lnTo>
                    <a:pt x="399313" y="281178"/>
                  </a:lnTo>
                  <a:lnTo>
                    <a:pt x="400075" y="284797"/>
                  </a:lnTo>
                  <a:lnTo>
                    <a:pt x="400545" y="285750"/>
                  </a:lnTo>
                  <a:lnTo>
                    <a:pt x="272313" y="285750"/>
                  </a:lnTo>
                  <a:lnTo>
                    <a:pt x="272313" y="291465"/>
                  </a:lnTo>
                  <a:lnTo>
                    <a:pt x="276440" y="291465"/>
                  </a:lnTo>
                  <a:lnTo>
                    <a:pt x="276440" y="342900"/>
                  </a:lnTo>
                  <a:lnTo>
                    <a:pt x="272313" y="342900"/>
                  </a:lnTo>
                  <a:lnTo>
                    <a:pt x="272313" y="348615"/>
                  </a:lnTo>
                  <a:lnTo>
                    <a:pt x="276440" y="348615"/>
                  </a:lnTo>
                  <a:lnTo>
                    <a:pt x="276440" y="400050"/>
                  </a:lnTo>
                  <a:lnTo>
                    <a:pt x="272313" y="400050"/>
                  </a:lnTo>
                  <a:lnTo>
                    <a:pt x="272313" y="405765"/>
                  </a:lnTo>
                  <a:lnTo>
                    <a:pt x="276440" y="405765"/>
                  </a:lnTo>
                  <a:lnTo>
                    <a:pt x="276440" y="457200"/>
                  </a:lnTo>
                  <a:lnTo>
                    <a:pt x="272313" y="457200"/>
                  </a:lnTo>
                  <a:lnTo>
                    <a:pt x="272313" y="462915"/>
                  </a:lnTo>
                  <a:lnTo>
                    <a:pt x="276440" y="462915"/>
                  </a:lnTo>
                  <a:lnTo>
                    <a:pt x="276440" y="514350"/>
                  </a:lnTo>
                  <a:lnTo>
                    <a:pt x="272313" y="514350"/>
                  </a:lnTo>
                  <a:lnTo>
                    <a:pt x="272313" y="520065"/>
                  </a:lnTo>
                  <a:lnTo>
                    <a:pt x="276440" y="520065"/>
                  </a:lnTo>
                  <a:lnTo>
                    <a:pt x="285013" y="520065"/>
                  </a:lnTo>
                  <a:lnTo>
                    <a:pt x="1727466" y="520065"/>
                  </a:lnTo>
                  <a:lnTo>
                    <a:pt x="1727466" y="514350"/>
                  </a:lnTo>
                  <a:lnTo>
                    <a:pt x="285013" y="514350"/>
                  </a:lnTo>
                  <a:lnTo>
                    <a:pt x="285013" y="462915"/>
                  </a:lnTo>
                  <a:lnTo>
                    <a:pt x="1727466" y="462915"/>
                  </a:lnTo>
                  <a:lnTo>
                    <a:pt x="1727466" y="457200"/>
                  </a:lnTo>
                  <a:lnTo>
                    <a:pt x="285013" y="457200"/>
                  </a:lnTo>
                  <a:lnTo>
                    <a:pt x="285013" y="405765"/>
                  </a:lnTo>
                  <a:lnTo>
                    <a:pt x="404456" y="405765"/>
                  </a:lnTo>
                  <a:lnTo>
                    <a:pt x="412165" y="414337"/>
                  </a:lnTo>
                  <a:lnTo>
                    <a:pt x="416166" y="414337"/>
                  </a:lnTo>
                  <a:lnTo>
                    <a:pt x="413118" y="410337"/>
                  </a:lnTo>
                  <a:lnTo>
                    <a:pt x="411403" y="406806"/>
                  </a:lnTo>
                  <a:lnTo>
                    <a:pt x="411264" y="405765"/>
                  </a:lnTo>
                  <a:lnTo>
                    <a:pt x="1727466" y="405765"/>
                  </a:lnTo>
                  <a:lnTo>
                    <a:pt x="1727466" y="400050"/>
                  </a:lnTo>
                  <a:lnTo>
                    <a:pt x="411708" y="400050"/>
                  </a:lnTo>
                  <a:lnTo>
                    <a:pt x="411975" y="398614"/>
                  </a:lnTo>
                  <a:lnTo>
                    <a:pt x="414934" y="394233"/>
                  </a:lnTo>
                  <a:lnTo>
                    <a:pt x="419887" y="390613"/>
                  </a:lnTo>
                  <a:lnTo>
                    <a:pt x="425411" y="386422"/>
                  </a:lnTo>
                  <a:lnTo>
                    <a:pt x="428548" y="381571"/>
                  </a:lnTo>
                  <a:lnTo>
                    <a:pt x="429310" y="376047"/>
                  </a:lnTo>
                  <a:lnTo>
                    <a:pt x="428548" y="372427"/>
                  </a:lnTo>
                  <a:lnTo>
                    <a:pt x="426834" y="368998"/>
                  </a:lnTo>
                  <a:lnTo>
                    <a:pt x="424167" y="365760"/>
                  </a:lnTo>
                  <a:lnTo>
                    <a:pt x="417601" y="358736"/>
                  </a:lnTo>
                  <a:lnTo>
                    <a:pt x="417601" y="368046"/>
                  </a:lnTo>
                  <a:lnTo>
                    <a:pt x="416648" y="372999"/>
                  </a:lnTo>
                  <a:lnTo>
                    <a:pt x="413689" y="377380"/>
                  </a:lnTo>
                  <a:lnTo>
                    <a:pt x="408736" y="381190"/>
                  </a:lnTo>
                  <a:lnTo>
                    <a:pt x="403212" y="385000"/>
                  </a:lnTo>
                  <a:lnTo>
                    <a:pt x="400075" y="389763"/>
                  </a:lnTo>
                  <a:lnTo>
                    <a:pt x="399313" y="395478"/>
                  </a:lnTo>
                  <a:lnTo>
                    <a:pt x="400075" y="399097"/>
                  </a:lnTo>
                  <a:lnTo>
                    <a:pt x="400545" y="400050"/>
                  </a:lnTo>
                  <a:lnTo>
                    <a:pt x="285013" y="400050"/>
                  </a:lnTo>
                  <a:lnTo>
                    <a:pt x="285013" y="348615"/>
                  </a:lnTo>
                  <a:lnTo>
                    <a:pt x="404456" y="348615"/>
                  </a:lnTo>
                  <a:lnTo>
                    <a:pt x="412165" y="357187"/>
                  </a:lnTo>
                  <a:lnTo>
                    <a:pt x="415023" y="360045"/>
                  </a:lnTo>
                  <a:lnTo>
                    <a:pt x="416839" y="363664"/>
                  </a:lnTo>
                  <a:lnTo>
                    <a:pt x="417601" y="368046"/>
                  </a:lnTo>
                  <a:lnTo>
                    <a:pt x="417601" y="358736"/>
                  </a:lnTo>
                  <a:lnTo>
                    <a:pt x="416166" y="357187"/>
                  </a:lnTo>
                  <a:lnTo>
                    <a:pt x="413118" y="353187"/>
                  </a:lnTo>
                  <a:lnTo>
                    <a:pt x="411403" y="349656"/>
                  </a:lnTo>
                  <a:lnTo>
                    <a:pt x="411264" y="348615"/>
                  </a:lnTo>
                  <a:lnTo>
                    <a:pt x="534758" y="348615"/>
                  </a:lnTo>
                  <a:lnTo>
                    <a:pt x="534758" y="360045"/>
                  </a:lnTo>
                  <a:lnTo>
                    <a:pt x="544753" y="360045"/>
                  </a:lnTo>
                  <a:lnTo>
                    <a:pt x="544753" y="348615"/>
                  </a:lnTo>
                  <a:lnTo>
                    <a:pt x="1727466" y="348615"/>
                  </a:lnTo>
                  <a:lnTo>
                    <a:pt x="1727466" y="342900"/>
                  </a:lnTo>
                  <a:lnTo>
                    <a:pt x="544753" y="342900"/>
                  </a:lnTo>
                  <a:lnTo>
                    <a:pt x="544753" y="291465"/>
                  </a:lnTo>
                  <a:lnTo>
                    <a:pt x="1727466" y="291465"/>
                  </a:lnTo>
                  <a:lnTo>
                    <a:pt x="1727466" y="285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46582" y="560308"/>
              <a:ext cx="111140" cy="1775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662424" y="475014"/>
              <a:ext cx="76200" cy="462915"/>
            </a:xfrm>
            <a:custGeom>
              <a:avLst/>
              <a:gdLst/>
              <a:ahLst/>
              <a:cxnLst/>
              <a:rect l="l" t="t" r="r" b="b"/>
              <a:pathLst>
                <a:path w="76200" h="462915">
                  <a:moveTo>
                    <a:pt x="60109" y="333476"/>
                  </a:moveTo>
                  <a:lnTo>
                    <a:pt x="23241" y="288899"/>
                  </a:lnTo>
                  <a:lnTo>
                    <a:pt x="13525" y="288899"/>
                  </a:lnTo>
                  <a:lnTo>
                    <a:pt x="18122" y="294627"/>
                  </a:lnTo>
                  <a:lnTo>
                    <a:pt x="21882" y="300685"/>
                  </a:lnTo>
                  <a:lnTo>
                    <a:pt x="24828" y="307060"/>
                  </a:lnTo>
                  <a:lnTo>
                    <a:pt x="26962" y="313753"/>
                  </a:lnTo>
                  <a:lnTo>
                    <a:pt x="27025" y="320370"/>
                  </a:lnTo>
                  <a:lnTo>
                    <a:pt x="26098" y="326758"/>
                  </a:lnTo>
                  <a:lnTo>
                    <a:pt x="4381" y="359194"/>
                  </a:lnTo>
                  <a:lnTo>
                    <a:pt x="40386" y="406057"/>
                  </a:lnTo>
                  <a:lnTo>
                    <a:pt x="40386" y="406628"/>
                  </a:lnTo>
                  <a:lnTo>
                    <a:pt x="33718" y="403009"/>
                  </a:lnTo>
                  <a:lnTo>
                    <a:pt x="27813" y="401193"/>
                  </a:lnTo>
                  <a:lnTo>
                    <a:pt x="22669" y="401193"/>
                  </a:lnTo>
                  <a:lnTo>
                    <a:pt x="13792" y="402539"/>
                  </a:lnTo>
                  <a:lnTo>
                    <a:pt x="7175" y="406273"/>
                  </a:lnTo>
                  <a:lnTo>
                    <a:pt x="2794" y="412394"/>
                  </a:lnTo>
                  <a:lnTo>
                    <a:pt x="673" y="420916"/>
                  </a:lnTo>
                  <a:lnTo>
                    <a:pt x="1905" y="427418"/>
                  </a:lnTo>
                  <a:lnTo>
                    <a:pt x="4165" y="433489"/>
                  </a:lnTo>
                  <a:lnTo>
                    <a:pt x="7480" y="439127"/>
                  </a:lnTo>
                  <a:lnTo>
                    <a:pt x="11811" y="444347"/>
                  </a:lnTo>
                  <a:lnTo>
                    <a:pt x="32385" y="462343"/>
                  </a:lnTo>
                  <a:lnTo>
                    <a:pt x="35534" y="457771"/>
                  </a:lnTo>
                  <a:lnTo>
                    <a:pt x="31915" y="454914"/>
                  </a:lnTo>
                  <a:lnTo>
                    <a:pt x="28676" y="450443"/>
                  </a:lnTo>
                  <a:lnTo>
                    <a:pt x="25819" y="444347"/>
                  </a:lnTo>
                  <a:lnTo>
                    <a:pt x="22771" y="438251"/>
                  </a:lnTo>
                  <a:lnTo>
                    <a:pt x="23241" y="431673"/>
                  </a:lnTo>
                  <a:lnTo>
                    <a:pt x="27241" y="424624"/>
                  </a:lnTo>
                  <a:lnTo>
                    <a:pt x="30480" y="419862"/>
                  </a:lnTo>
                  <a:lnTo>
                    <a:pt x="34582" y="417576"/>
                  </a:lnTo>
                  <a:lnTo>
                    <a:pt x="39535" y="417766"/>
                  </a:lnTo>
                  <a:lnTo>
                    <a:pt x="44678" y="418147"/>
                  </a:lnTo>
                  <a:lnTo>
                    <a:pt x="50012" y="419862"/>
                  </a:lnTo>
                  <a:lnTo>
                    <a:pt x="55537" y="422910"/>
                  </a:lnTo>
                  <a:lnTo>
                    <a:pt x="58966" y="418338"/>
                  </a:lnTo>
                  <a:lnTo>
                    <a:pt x="44107" y="398627"/>
                  </a:lnTo>
                  <a:lnTo>
                    <a:pt x="39344" y="391388"/>
                  </a:lnTo>
                  <a:lnTo>
                    <a:pt x="36868" y="383768"/>
                  </a:lnTo>
                  <a:lnTo>
                    <a:pt x="36677" y="375767"/>
                  </a:lnTo>
                  <a:lnTo>
                    <a:pt x="38887" y="365937"/>
                  </a:lnTo>
                  <a:lnTo>
                    <a:pt x="43535" y="355612"/>
                  </a:lnTo>
                  <a:lnTo>
                    <a:pt x="50609" y="344792"/>
                  </a:lnTo>
                  <a:lnTo>
                    <a:pt x="60109" y="333476"/>
                  </a:lnTo>
                  <a:close/>
                </a:path>
                <a:path w="76200" h="462915">
                  <a:moveTo>
                    <a:pt x="75730" y="16675"/>
                  </a:moveTo>
                  <a:lnTo>
                    <a:pt x="72847" y="9715"/>
                  </a:lnTo>
                  <a:lnTo>
                    <a:pt x="72771" y="9525"/>
                  </a:lnTo>
                  <a:lnTo>
                    <a:pt x="67246" y="4953"/>
                  </a:lnTo>
                  <a:lnTo>
                    <a:pt x="67246" y="14287"/>
                  </a:lnTo>
                  <a:lnTo>
                    <a:pt x="67246" y="17907"/>
                  </a:lnTo>
                  <a:lnTo>
                    <a:pt x="65252" y="22098"/>
                  </a:lnTo>
                  <a:lnTo>
                    <a:pt x="34671" y="47155"/>
                  </a:lnTo>
                  <a:lnTo>
                    <a:pt x="18389" y="52768"/>
                  </a:lnTo>
                  <a:lnTo>
                    <a:pt x="14389" y="52578"/>
                  </a:lnTo>
                  <a:lnTo>
                    <a:pt x="10388" y="52197"/>
                  </a:lnTo>
                  <a:lnTo>
                    <a:pt x="8483" y="50482"/>
                  </a:lnTo>
                  <a:lnTo>
                    <a:pt x="8674" y="47434"/>
                  </a:lnTo>
                  <a:lnTo>
                    <a:pt x="34671" y="19151"/>
                  </a:lnTo>
                  <a:lnTo>
                    <a:pt x="56388" y="9715"/>
                  </a:lnTo>
                  <a:lnTo>
                    <a:pt x="62103" y="10287"/>
                  </a:lnTo>
                  <a:lnTo>
                    <a:pt x="64960" y="10668"/>
                  </a:lnTo>
                  <a:lnTo>
                    <a:pt x="66675" y="12001"/>
                  </a:lnTo>
                  <a:lnTo>
                    <a:pt x="67246" y="14287"/>
                  </a:lnTo>
                  <a:lnTo>
                    <a:pt x="67246" y="4953"/>
                  </a:lnTo>
                  <a:lnTo>
                    <a:pt x="66103" y="4000"/>
                  </a:lnTo>
                  <a:lnTo>
                    <a:pt x="60960" y="1143"/>
                  </a:lnTo>
                  <a:lnTo>
                    <a:pt x="55156" y="0"/>
                  </a:lnTo>
                  <a:lnTo>
                    <a:pt x="48679" y="571"/>
                  </a:lnTo>
                  <a:lnTo>
                    <a:pt x="10655" y="17183"/>
                  </a:lnTo>
                  <a:lnTo>
                    <a:pt x="0" y="46202"/>
                  </a:lnTo>
                  <a:lnTo>
                    <a:pt x="2959" y="53340"/>
                  </a:lnTo>
                  <a:lnTo>
                    <a:pt x="9817" y="58864"/>
                  </a:lnTo>
                  <a:lnTo>
                    <a:pt x="14960" y="61722"/>
                  </a:lnTo>
                  <a:lnTo>
                    <a:pt x="20675" y="62865"/>
                  </a:lnTo>
                  <a:lnTo>
                    <a:pt x="26962" y="62293"/>
                  </a:lnTo>
                  <a:lnTo>
                    <a:pt x="35026" y="61391"/>
                  </a:lnTo>
                  <a:lnTo>
                    <a:pt x="42964" y="59220"/>
                  </a:lnTo>
                  <a:lnTo>
                    <a:pt x="50749" y="55816"/>
                  </a:lnTo>
                  <a:lnTo>
                    <a:pt x="55740" y="52768"/>
                  </a:lnTo>
                  <a:lnTo>
                    <a:pt x="58394" y="51155"/>
                  </a:lnTo>
                  <a:lnTo>
                    <a:pt x="65112" y="45580"/>
                  </a:lnTo>
                  <a:lnTo>
                    <a:pt x="70104" y="39433"/>
                  </a:lnTo>
                  <a:lnTo>
                    <a:pt x="73393" y="32715"/>
                  </a:lnTo>
                  <a:lnTo>
                    <a:pt x="74968" y="25438"/>
                  </a:lnTo>
                  <a:lnTo>
                    <a:pt x="75730" y="166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07726" y="617886"/>
              <a:ext cx="75723" cy="28889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137162" y="335289"/>
              <a:ext cx="706755" cy="571500"/>
            </a:xfrm>
            <a:custGeom>
              <a:avLst/>
              <a:gdLst/>
              <a:ahLst/>
              <a:cxnLst/>
              <a:rect l="l" t="t" r="r" b="b"/>
              <a:pathLst>
                <a:path w="706754" h="571500">
                  <a:moveTo>
                    <a:pt x="111137" y="167868"/>
                  </a:moveTo>
                  <a:lnTo>
                    <a:pt x="90525" y="167868"/>
                  </a:lnTo>
                  <a:lnTo>
                    <a:pt x="90525" y="164122"/>
                  </a:lnTo>
                  <a:lnTo>
                    <a:pt x="90817" y="162585"/>
                  </a:lnTo>
                  <a:lnTo>
                    <a:pt x="90627" y="155346"/>
                  </a:lnTo>
                  <a:lnTo>
                    <a:pt x="90525" y="155143"/>
                  </a:lnTo>
                  <a:lnTo>
                    <a:pt x="90525" y="14287"/>
                  </a:lnTo>
                  <a:lnTo>
                    <a:pt x="80530" y="14287"/>
                  </a:lnTo>
                  <a:lnTo>
                    <a:pt x="80530" y="144856"/>
                  </a:lnTo>
                  <a:lnTo>
                    <a:pt x="78524" y="143256"/>
                  </a:lnTo>
                  <a:lnTo>
                    <a:pt x="72047" y="141541"/>
                  </a:lnTo>
                  <a:lnTo>
                    <a:pt x="32804" y="153733"/>
                  </a:lnTo>
                  <a:lnTo>
                    <a:pt x="20167" y="167868"/>
                  </a:lnTo>
                  <a:lnTo>
                    <a:pt x="0" y="167868"/>
                  </a:lnTo>
                  <a:lnTo>
                    <a:pt x="0" y="175018"/>
                  </a:lnTo>
                  <a:lnTo>
                    <a:pt x="17462" y="175018"/>
                  </a:lnTo>
                  <a:lnTo>
                    <a:pt x="16522" y="179730"/>
                  </a:lnTo>
                  <a:lnTo>
                    <a:pt x="41668" y="201168"/>
                  </a:lnTo>
                  <a:lnTo>
                    <a:pt x="50152" y="200215"/>
                  </a:lnTo>
                  <a:lnTo>
                    <a:pt x="58445" y="197954"/>
                  </a:lnTo>
                  <a:lnTo>
                    <a:pt x="66573" y="194360"/>
                  </a:lnTo>
                  <a:lnTo>
                    <a:pt x="74523" y="189445"/>
                  </a:lnTo>
                  <a:lnTo>
                    <a:pt x="80530" y="184200"/>
                  </a:lnTo>
                  <a:lnTo>
                    <a:pt x="80530" y="225018"/>
                  </a:lnTo>
                  <a:lnTo>
                    <a:pt x="0" y="225018"/>
                  </a:lnTo>
                  <a:lnTo>
                    <a:pt x="0" y="232168"/>
                  </a:lnTo>
                  <a:lnTo>
                    <a:pt x="80530" y="232168"/>
                  </a:lnTo>
                  <a:lnTo>
                    <a:pt x="80530" y="344881"/>
                  </a:lnTo>
                  <a:lnTo>
                    <a:pt x="78524" y="343281"/>
                  </a:lnTo>
                  <a:lnTo>
                    <a:pt x="72047" y="341566"/>
                  </a:lnTo>
                  <a:lnTo>
                    <a:pt x="63665" y="341757"/>
                  </a:lnTo>
                  <a:lnTo>
                    <a:pt x="26111" y="359562"/>
                  </a:lnTo>
                  <a:lnTo>
                    <a:pt x="16522" y="379755"/>
                  </a:lnTo>
                  <a:lnTo>
                    <a:pt x="16713" y="386232"/>
                  </a:lnTo>
                  <a:lnTo>
                    <a:pt x="41668" y="401193"/>
                  </a:lnTo>
                  <a:lnTo>
                    <a:pt x="50152" y="400240"/>
                  </a:lnTo>
                  <a:lnTo>
                    <a:pt x="86169" y="377190"/>
                  </a:lnTo>
                  <a:lnTo>
                    <a:pt x="90817" y="362610"/>
                  </a:lnTo>
                  <a:lnTo>
                    <a:pt x="90627" y="355371"/>
                  </a:lnTo>
                  <a:lnTo>
                    <a:pt x="90525" y="355168"/>
                  </a:lnTo>
                  <a:lnTo>
                    <a:pt x="90525" y="232168"/>
                  </a:lnTo>
                  <a:lnTo>
                    <a:pt x="111137" y="232168"/>
                  </a:lnTo>
                  <a:lnTo>
                    <a:pt x="111137" y="225018"/>
                  </a:lnTo>
                  <a:lnTo>
                    <a:pt x="90525" y="225018"/>
                  </a:lnTo>
                  <a:lnTo>
                    <a:pt x="90525" y="175018"/>
                  </a:lnTo>
                  <a:lnTo>
                    <a:pt x="111137" y="175018"/>
                  </a:lnTo>
                  <a:lnTo>
                    <a:pt x="111137" y="167868"/>
                  </a:lnTo>
                  <a:close/>
                </a:path>
                <a:path w="706754" h="571500">
                  <a:moveTo>
                    <a:pt x="286346" y="167868"/>
                  </a:moveTo>
                  <a:lnTo>
                    <a:pt x="265734" y="167868"/>
                  </a:lnTo>
                  <a:lnTo>
                    <a:pt x="265734" y="135547"/>
                  </a:lnTo>
                  <a:lnTo>
                    <a:pt x="266026" y="134010"/>
                  </a:lnTo>
                  <a:lnTo>
                    <a:pt x="265836" y="126771"/>
                  </a:lnTo>
                  <a:lnTo>
                    <a:pt x="265734" y="126568"/>
                  </a:lnTo>
                  <a:lnTo>
                    <a:pt x="265734" y="0"/>
                  </a:lnTo>
                  <a:lnTo>
                    <a:pt x="255739" y="0"/>
                  </a:lnTo>
                  <a:lnTo>
                    <a:pt x="255739" y="116281"/>
                  </a:lnTo>
                  <a:lnTo>
                    <a:pt x="255739" y="155625"/>
                  </a:lnTo>
                  <a:lnTo>
                    <a:pt x="255739" y="167868"/>
                  </a:lnTo>
                  <a:lnTo>
                    <a:pt x="237070" y="167868"/>
                  </a:lnTo>
                  <a:lnTo>
                    <a:pt x="241782" y="165785"/>
                  </a:lnTo>
                  <a:lnTo>
                    <a:pt x="249732" y="160870"/>
                  </a:lnTo>
                  <a:lnTo>
                    <a:pt x="255739" y="155625"/>
                  </a:lnTo>
                  <a:lnTo>
                    <a:pt x="255739" y="116281"/>
                  </a:lnTo>
                  <a:lnTo>
                    <a:pt x="253733" y="114681"/>
                  </a:lnTo>
                  <a:lnTo>
                    <a:pt x="247256" y="112966"/>
                  </a:lnTo>
                  <a:lnTo>
                    <a:pt x="238874" y="113157"/>
                  </a:lnTo>
                  <a:lnTo>
                    <a:pt x="201320" y="130962"/>
                  </a:lnTo>
                  <a:lnTo>
                    <a:pt x="191731" y="151155"/>
                  </a:lnTo>
                  <a:lnTo>
                    <a:pt x="191922" y="157632"/>
                  </a:lnTo>
                  <a:lnTo>
                    <a:pt x="194398" y="162877"/>
                  </a:lnTo>
                  <a:lnTo>
                    <a:pt x="199161" y="166878"/>
                  </a:lnTo>
                  <a:lnTo>
                    <a:pt x="200406" y="167868"/>
                  </a:lnTo>
                  <a:lnTo>
                    <a:pt x="175209" y="167868"/>
                  </a:lnTo>
                  <a:lnTo>
                    <a:pt x="175209" y="175018"/>
                  </a:lnTo>
                  <a:lnTo>
                    <a:pt x="255739" y="175018"/>
                  </a:lnTo>
                  <a:lnTo>
                    <a:pt x="255739" y="225018"/>
                  </a:lnTo>
                  <a:lnTo>
                    <a:pt x="175209" y="225018"/>
                  </a:lnTo>
                  <a:lnTo>
                    <a:pt x="175209" y="232168"/>
                  </a:lnTo>
                  <a:lnTo>
                    <a:pt x="255739" y="232168"/>
                  </a:lnTo>
                  <a:lnTo>
                    <a:pt x="255739" y="316306"/>
                  </a:lnTo>
                  <a:lnTo>
                    <a:pt x="253733" y="314706"/>
                  </a:lnTo>
                  <a:lnTo>
                    <a:pt x="247256" y="312991"/>
                  </a:lnTo>
                  <a:lnTo>
                    <a:pt x="238874" y="313182"/>
                  </a:lnTo>
                  <a:lnTo>
                    <a:pt x="201320" y="330987"/>
                  </a:lnTo>
                  <a:lnTo>
                    <a:pt x="191731" y="351180"/>
                  </a:lnTo>
                  <a:lnTo>
                    <a:pt x="191922" y="357657"/>
                  </a:lnTo>
                  <a:lnTo>
                    <a:pt x="216877" y="372618"/>
                  </a:lnTo>
                  <a:lnTo>
                    <a:pt x="225361" y="371665"/>
                  </a:lnTo>
                  <a:lnTo>
                    <a:pt x="261378" y="348615"/>
                  </a:lnTo>
                  <a:lnTo>
                    <a:pt x="266026" y="334035"/>
                  </a:lnTo>
                  <a:lnTo>
                    <a:pt x="265836" y="326796"/>
                  </a:lnTo>
                  <a:lnTo>
                    <a:pt x="265734" y="326593"/>
                  </a:lnTo>
                  <a:lnTo>
                    <a:pt x="265734" y="232168"/>
                  </a:lnTo>
                  <a:lnTo>
                    <a:pt x="286346" y="232168"/>
                  </a:lnTo>
                  <a:lnTo>
                    <a:pt x="286346" y="225018"/>
                  </a:lnTo>
                  <a:lnTo>
                    <a:pt x="265734" y="225018"/>
                  </a:lnTo>
                  <a:lnTo>
                    <a:pt x="265734" y="175018"/>
                  </a:lnTo>
                  <a:lnTo>
                    <a:pt x="286346" y="175018"/>
                  </a:lnTo>
                  <a:lnTo>
                    <a:pt x="286346" y="167868"/>
                  </a:lnTo>
                  <a:close/>
                </a:path>
                <a:path w="706754" h="571500">
                  <a:moveTo>
                    <a:pt x="461556" y="167868"/>
                  </a:moveTo>
                  <a:lnTo>
                    <a:pt x="440944" y="167868"/>
                  </a:lnTo>
                  <a:lnTo>
                    <a:pt x="440944" y="164122"/>
                  </a:lnTo>
                  <a:lnTo>
                    <a:pt x="441236" y="162585"/>
                  </a:lnTo>
                  <a:lnTo>
                    <a:pt x="441045" y="155346"/>
                  </a:lnTo>
                  <a:lnTo>
                    <a:pt x="440944" y="155143"/>
                  </a:lnTo>
                  <a:lnTo>
                    <a:pt x="440944" y="28575"/>
                  </a:lnTo>
                  <a:lnTo>
                    <a:pt x="430949" y="28575"/>
                  </a:lnTo>
                  <a:lnTo>
                    <a:pt x="430949" y="144856"/>
                  </a:lnTo>
                  <a:lnTo>
                    <a:pt x="428942" y="143256"/>
                  </a:lnTo>
                  <a:lnTo>
                    <a:pt x="422465" y="141541"/>
                  </a:lnTo>
                  <a:lnTo>
                    <a:pt x="383222" y="153733"/>
                  </a:lnTo>
                  <a:lnTo>
                    <a:pt x="370586" y="167868"/>
                  </a:lnTo>
                  <a:lnTo>
                    <a:pt x="350418" y="167868"/>
                  </a:lnTo>
                  <a:lnTo>
                    <a:pt x="350418" y="175018"/>
                  </a:lnTo>
                  <a:lnTo>
                    <a:pt x="367880" y="175018"/>
                  </a:lnTo>
                  <a:lnTo>
                    <a:pt x="366941" y="179730"/>
                  </a:lnTo>
                  <a:lnTo>
                    <a:pt x="392087" y="201168"/>
                  </a:lnTo>
                  <a:lnTo>
                    <a:pt x="400570" y="200215"/>
                  </a:lnTo>
                  <a:lnTo>
                    <a:pt x="408863" y="197954"/>
                  </a:lnTo>
                  <a:lnTo>
                    <a:pt x="416991" y="194360"/>
                  </a:lnTo>
                  <a:lnTo>
                    <a:pt x="424942" y="189445"/>
                  </a:lnTo>
                  <a:lnTo>
                    <a:pt x="430949" y="184200"/>
                  </a:lnTo>
                  <a:lnTo>
                    <a:pt x="430949" y="225018"/>
                  </a:lnTo>
                  <a:lnTo>
                    <a:pt x="350418" y="225018"/>
                  </a:lnTo>
                  <a:lnTo>
                    <a:pt x="350418" y="232168"/>
                  </a:lnTo>
                  <a:lnTo>
                    <a:pt x="430949" y="232168"/>
                  </a:lnTo>
                  <a:lnTo>
                    <a:pt x="430949" y="344881"/>
                  </a:lnTo>
                  <a:lnTo>
                    <a:pt x="428942" y="343281"/>
                  </a:lnTo>
                  <a:lnTo>
                    <a:pt x="422465" y="341566"/>
                  </a:lnTo>
                  <a:lnTo>
                    <a:pt x="414083" y="341757"/>
                  </a:lnTo>
                  <a:lnTo>
                    <a:pt x="376529" y="359562"/>
                  </a:lnTo>
                  <a:lnTo>
                    <a:pt x="366941" y="379755"/>
                  </a:lnTo>
                  <a:lnTo>
                    <a:pt x="367131" y="386232"/>
                  </a:lnTo>
                  <a:lnTo>
                    <a:pt x="392087" y="401193"/>
                  </a:lnTo>
                  <a:lnTo>
                    <a:pt x="400570" y="400240"/>
                  </a:lnTo>
                  <a:lnTo>
                    <a:pt x="436587" y="377190"/>
                  </a:lnTo>
                  <a:lnTo>
                    <a:pt x="441236" y="362610"/>
                  </a:lnTo>
                  <a:lnTo>
                    <a:pt x="441045" y="355371"/>
                  </a:lnTo>
                  <a:lnTo>
                    <a:pt x="440944" y="355168"/>
                  </a:lnTo>
                  <a:lnTo>
                    <a:pt x="440944" y="232168"/>
                  </a:lnTo>
                  <a:lnTo>
                    <a:pt x="461556" y="232168"/>
                  </a:lnTo>
                  <a:lnTo>
                    <a:pt x="461556" y="225018"/>
                  </a:lnTo>
                  <a:lnTo>
                    <a:pt x="440944" y="225018"/>
                  </a:lnTo>
                  <a:lnTo>
                    <a:pt x="440944" y="175018"/>
                  </a:lnTo>
                  <a:lnTo>
                    <a:pt x="461556" y="175018"/>
                  </a:lnTo>
                  <a:lnTo>
                    <a:pt x="461556" y="167868"/>
                  </a:lnTo>
                  <a:close/>
                </a:path>
                <a:path w="706754" h="571500">
                  <a:moveTo>
                    <a:pt x="526961" y="305460"/>
                  </a:moveTo>
                  <a:lnTo>
                    <a:pt x="526770" y="298221"/>
                  </a:lnTo>
                  <a:lnTo>
                    <a:pt x="524192" y="292989"/>
                  </a:lnTo>
                  <a:lnTo>
                    <a:pt x="519239" y="289750"/>
                  </a:lnTo>
                  <a:lnTo>
                    <a:pt x="514667" y="286131"/>
                  </a:lnTo>
                  <a:lnTo>
                    <a:pt x="508190" y="284416"/>
                  </a:lnTo>
                  <a:lnTo>
                    <a:pt x="499808" y="284607"/>
                  </a:lnTo>
                  <a:lnTo>
                    <a:pt x="491883" y="285572"/>
                  </a:lnTo>
                  <a:lnTo>
                    <a:pt x="457301" y="308673"/>
                  </a:lnTo>
                  <a:lnTo>
                    <a:pt x="452666" y="322605"/>
                  </a:lnTo>
                  <a:lnTo>
                    <a:pt x="452755" y="325755"/>
                  </a:lnTo>
                  <a:lnTo>
                    <a:pt x="452666" y="379755"/>
                  </a:lnTo>
                  <a:lnTo>
                    <a:pt x="452666" y="571500"/>
                  </a:lnTo>
                  <a:lnTo>
                    <a:pt x="462661" y="571500"/>
                  </a:lnTo>
                  <a:lnTo>
                    <a:pt x="462661" y="397510"/>
                  </a:lnTo>
                  <a:lnTo>
                    <a:pt x="464667" y="399097"/>
                  </a:lnTo>
                  <a:lnTo>
                    <a:pt x="470573" y="401002"/>
                  </a:lnTo>
                  <a:lnTo>
                    <a:pt x="510667" y="389470"/>
                  </a:lnTo>
                  <a:lnTo>
                    <a:pt x="526961" y="362610"/>
                  </a:lnTo>
                  <a:lnTo>
                    <a:pt x="526770" y="355371"/>
                  </a:lnTo>
                  <a:lnTo>
                    <a:pt x="524192" y="350139"/>
                  </a:lnTo>
                  <a:lnTo>
                    <a:pt x="519239" y="346900"/>
                  </a:lnTo>
                  <a:lnTo>
                    <a:pt x="514667" y="343281"/>
                  </a:lnTo>
                  <a:lnTo>
                    <a:pt x="508190" y="341566"/>
                  </a:lnTo>
                  <a:lnTo>
                    <a:pt x="499808" y="341757"/>
                  </a:lnTo>
                  <a:lnTo>
                    <a:pt x="491883" y="342722"/>
                  </a:lnTo>
                  <a:lnTo>
                    <a:pt x="484098" y="345033"/>
                  </a:lnTo>
                  <a:lnTo>
                    <a:pt x="476453" y="348716"/>
                  </a:lnTo>
                  <a:lnTo>
                    <a:pt x="468947" y="353758"/>
                  </a:lnTo>
                  <a:lnTo>
                    <a:pt x="462661" y="359219"/>
                  </a:lnTo>
                  <a:lnTo>
                    <a:pt x="462661" y="340360"/>
                  </a:lnTo>
                  <a:lnTo>
                    <a:pt x="464667" y="341947"/>
                  </a:lnTo>
                  <a:lnTo>
                    <a:pt x="470573" y="343852"/>
                  </a:lnTo>
                  <a:lnTo>
                    <a:pt x="477812" y="344043"/>
                  </a:lnTo>
                  <a:lnTo>
                    <a:pt x="486295" y="343090"/>
                  </a:lnTo>
                  <a:lnTo>
                    <a:pt x="522312" y="320040"/>
                  </a:lnTo>
                  <a:lnTo>
                    <a:pt x="525513" y="313029"/>
                  </a:lnTo>
                  <a:lnTo>
                    <a:pt x="526961" y="305460"/>
                  </a:lnTo>
                  <a:close/>
                </a:path>
                <a:path w="706754" h="571500">
                  <a:moveTo>
                    <a:pt x="706158" y="225018"/>
                  </a:moveTo>
                  <a:lnTo>
                    <a:pt x="685546" y="225018"/>
                  </a:lnTo>
                  <a:lnTo>
                    <a:pt x="685546" y="42862"/>
                  </a:lnTo>
                  <a:lnTo>
                    <a:pt x="675551" y="42862"/>
                  </a:lnTo>
                  <a:lnTo>
                    <a:pt x="675551" y="225018"/>
                  </a:lnTo>
                  <a:lnTo>
                    <a:pt x="595020" y="225018"/>
                  </a:lnTo>
                  <a:lnTo>
                    <a:pt x="595020" y="232168"/>
                  </a:lnTo>
                  <a:lnTo>
                    <a:pt x="675551" y="232168"/>
                  </a:lnTo>
                  <a:lnTo>
                    <a:pt x="675551" y="388620"/>
                  </a:lnTo>
                  <a:lnTo>
                    <a:pt x="685546" y="388620"/>
                  </a:lnTo>
                  <a:lnTo>
                    <a:pt x="685546" y="232168"/>
                  </a:lnTo>
                  <a:lnTo>
                    <a:pt x="706158" y="232168"/>
                  </a:lnTo>
                  <a:lnTo>
                    <a:pt x="706158" y="2250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92699" y="654177"/>
              <a:ext cx="130301" cy="16059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227688" y="335289"/>
              <a:ext cx="2040255" cy="520065"/>
            </a:xfrm>
            <a:custGeom>
              <a:avLst/>
              <a:gdLst/>
              <a:ahLst/>
              <a:cxnLst/>
              <a:rect l="l" t="t" r="r" b="b"/>
              <a:pathLst>
                <a:path w="2040254" h="520065">
                  <a:moveTo>
                    <a:pt x="175209" y="0"/>
                  </a:moveTo>
                  <a:lnTo>
                    <a:pt x="0" y="14287"/>
                  </a:lnTo>
                  <a:lnTo>
                    <a:pt x="0" y="42951"/>
                  </a:lnTo>
                  <a:lnTo>
                    <a:pt x="175209" y="28663"/>
                  </a:lnTo>
                  <a:lnTo>
                    <a:pt x="175209" y="0"/>
                  </a:lnTo>
                  <a:close/>
                </a:path>
                <a:path w="2040254" h="520065">
                  <a:moveTo>
                    <a:pt x="505015" y="157734"/>
                  </a:moveTo>
                  <a:lnTo>
                    <a:pt x="497865" y="159537"/>
                  </a:lnTo>
                  <a:lnTo>
                    <a:pt x="497865" y="181444"/>
                  </a:lnTo>
                  <a:lnTo>
                    <a:pt x="497865" y="210312"/>
                  </a:lnTo>
                  <a:lnTo>
                    <a:pt x="472147" y="217170"/>
                  </a:lnTo>
                  <a:lnTo>
                    <a:pt x="472147" y="188023"/>
                  </a:lnTo>
                  <a:lnTo>
                    <a:pt x="497865" y="181444"/>
                  </a:lnTo>
                  <a:lnTo>
                    <a:pt x="497865" y="159537"/>
                  </a:lnTo>
                  <a:lnTo>
                    <a:pt x="472147" y="166014"/>
                  </a:lnTo>
                  <a:lnTo>
                    <a:pt x="472147" y="118872"/>
                  </a:lnTo>
                  <a:lnTo>
                    <a:pt x="465010" y="118872"/>
                  </a:lnTo>
                  <a:lnTo>
                    <a:pt x="465010" y="240601"/>
                  </a:lnTo>
                  <a:lnTo>
                    <a:pt x="497865" y="232308"/>
                  </a:lnTo>
                  <a:lnTo>
                    <a:pt x="497865" y="279463"/>
                  </a:lnTo>
                  <a:lnTo>
                    <a:pt x="505015" y="279463"/>
                  </a:lnTo>
                  <a:lnTo>
                    <a:pt x="505015" y="232308"/>
                  </a:lnTo>
                  <a:lnTo>
                    <a:pt x="505015" y="217170"/>
                  </a:lnTo>
                  <a:lnTo>
                    <a:pt x="505015" y="181444"/>
                  </a:lnTo>
                  <a:lnTo>
                    <a:pt x="505015" y="166014"/>
                  </a:lnTo>
                  <a:lnTo>
                    <a:pt x="505015" y="157734"/>
                  </a:lnTo>
                  <a:close/>
                </a:path>
                <a:path w="2040254" h="520065">
                  <a:moveTo>
                    <a:pt x="595020" y="42862"/>
                  </a:moveTo>
                  <a:lnTo>
                    <a:pt x="350418" y="28575"/>
                  </a:lnTo>
                  <a:lnTo>
                    <a:pt x="350418" y="57200"/>
                  </a:lnTo>
                  <a:lnTo>
                    <a:pt x="595020" y="71488"/>
                  </a:lnTo>
                  <a:lnTo>
                    <a:pt x="595020" y="42862"/>
                  </a:lnTo>
                  <a:close/>
                </a:path>
                <a:path w="2040254" h="520065">
                  <a:moveTo>
                    <a:pt x="595312" y="191160"/>
                  </a:moveTo>
                  <a:lnTo>
                    <a:pt x="595122" y="183921"/>
                  </a:lnTo>
                  <a:lnTo>
                    <a:pt x="592543" y="178689"/>
                  </a:lnTo>
                  <a:lnTo>
                    <a:pt x="587590" y="175450"/>
                  </a:lnTo>
                  <a:lnTo>
                    <a:pt x="583018" y="171831"/>
                  </a:lnTo>
                  <a:lnTo>
                    <a:pt x="576541" y="170116"/>
                  </a:lnTo>
                  <a:lnTo>
                    <a:pt x="568159" y="170307"/>
                  </a:lnTo>
                  <a:lnTo>
                    <a:pt x="560235" y="171272"/>
                  </a:lnTo>
                  <a:lnTo>
                    <a:pt x="525653" y="194373"/>
                  </a:lnTo>
                  <a:lnTo>
                    <a:pt x="521017" y="208305"/>
                  </a:lnTo>
                  <a:lnTo>
                    <a:pt x="521208" y="214782"/>
                  </a:lnTo>
                  <a:lnTo>
                    <a:pt x="546163" y="229743"/>
                  </a:lnTo>
                  <a:lnTo>
                    <a:pt x="554647" y="228790"/>
                  </a:lnTo>
                  <a:lnTo>
                    <a:pt x="590664" y="205740"/>
                  </a:lnTo>
                  <a:lnTo>
                    <a:pt x="593864" y="198729"/>
                  </a:lnTo>
                  <a:lnTo>
                    <a:pt x="595312" y="191160"/>
                  </a:lnTo>
                  <a:close/>
                </a:path>
                <a:path w="2040254" h="520065">
                  <a:moveTo>
                    <a:pt x="2040204" y="285750"/>
                  </a:moveTo>
                  <a:lnTo>
                    <a:pt x="903427" y="285750"/>
                  </a:lnTo>
                  <a:lnTo>
                    <a:pt x="900379" y="281749"/>
                  </a:lnTo>
                  <a:lnTo>
                    <a:pt x="898664" y="278218"/>
                  </a:lnTo>
                  <a:lnTo>
                    <a:pt x="898283" y="275170"/>
                  </a:lnTo>
                  <a:lnTo>
                    <a:pt x="899236" y="270027"/>
                  </a:lnTo>
                  <a:lnTo>
                    <a:pt x="902182" y="265645"/>
                  </a:lnTo>
                  <a:lnTo>
                    <a:pt x="907135" y="262026"/>
                  </a:lnTo>
                  <a:lnTo>
                    <a:pt x="912660" y="257835"/>
                  </a:lnTo>
                  <a:lnTo>
                    <a:pt x="915809" y="252984"/>
                  </a:lnTo>
                  <a:lnTo>
                    <a:pt x="916571" y="247459"/>
                  </a:lnTo>
                  <a:lnTo>
                    <a:pt x="915809" y="243840"/>
                  </a:lnTo>
                  <a:lnTo>
                    <a:pt x="914095" y="240411"/>
                  </a:lnTo>
                  <a:lnTo>
                    <a:pt x="911428" y="237172"/>
                  </a:lnTo>
                  <a:lnTo>
                    <a:pt x="903427" y="228600"/>
                  </a:lnTo>
                  <a:lnTo>
                    <a:pt x="899426" y="228600"/>
                  </a:lnTo>
                  <a:lnTo>
                    <a:pt x="902284" y="231457"/>
                  </a:lnTo>
                  <a:lnTo>
                    <a:pt x="904087" y="235077"/>
                  </a:lnTo>
                  <a:lnTo>
                    <a:pt x="890473" y="256413"/>
                  </a:lnTo>
                  <a:lnTo>
                    <a:pt x="887323" y="261175"/>
                  </a:lnTo>
                  <a:lnTo>
                    <a:pt x="886561" y="266890"/>
                  </a:lnTo>
                  <a:lnTo>
                    <a:pt x="887323" y="270510"/>
                  </a:lnTo>
                  <a:lnTo>
                    <a:pt x="889038" y="273939"/>
                  </a:lnTo>
                  <a:lnTo>
                    <a:pt x="891705" y="277177"/>
                  </a:lnTo>
                  <a:lnTo>
                    <a:pt x="899426" y="285750"/>
                  </a:lnTo>
                  <a:lnTo>
                    <a:pt x="692124" y="285750"/>
                  </a:lnTo>
                  <a:lnTo>
                    <a:pt x="692124" y="291465"/>
                  </a:lnTo>
                  <a:lnTo>
                    <a:pt x="696252" y="291465"/>
                  </a:lnTo>
                  <a:lnTo>
                    <a:pt x="696252" y="342900"/>
                  </a:lnTo>
                  <a:lnTo>
                    <a:pt x="692124" y="342900"/>
                  </a:lnTo>
                  <a:lnTo>
                    <a:pt x="692124" y="348615"/>
                  </a:lnTo>
                  <a:lnTo>
                    <a:pt x="696252" y="348615"/>
                  </a:lnTo>
                  <a:lnTo>
                    <a:pt x="696252" y="400050"/>
                  </a:lnTo>
                  <a:lnTo>
                    <a:pt x="692124" y="400050"/>
                  </a:lnTo>
                  <a:lnTo>
                    <a:pt x="692124" y="405765"/>
                  </a:lnTo>
                  <a:lnTo>
                    <a:pt x="696252" y="405765"/>
                  </a:lnTo>
                  <a:lnTo>
                    <a:pt x="696252" y="457200"/>
                  </a:lnTo>
                  <a:lnTo>
                    <a:pt x="692124" y="457200"/>
                  </a:lnTo>
                  <a:lnTo>
                    <a:pt x="692124" y="462915"/>
                  </a:lnTo>
                  <a:lnTo>
                    <a:pt x="696252" y="462915"/>
                  </a:lnTo>
                  <a:lnTo>
                    <a:pt x="696252" y="514350"/>
                  </a:lnTo>
                  <a:lnTo>
                    <a:pt x="692124" y="514350"/>
                  </a:lnTo>
                  <a:lnTo>
                    <a:pt x="692124" y="520065"/>
                  </a:lnTo>
                  <a:lnTo>
                    <a:pt x="696252" y="520065"/>
                  </a:lnTo>
                  <a:lnTo>
                    <a:pt x="704824" y="520065"/>
                  </a:lnTo>
                  <a:lnTo>
                    <a:pt x="2040204" y="520065"/>
                  </a:lnTo>
                  <a:lnTo>
                    <a:pt x="2040204" y="514350"/>
                  </a:lnTo>
                  <a:lnTo>
                    <a:pt x="704824" y="514350"/>
                  </a:lnTo>
                  <a:lnTo>
                    <a:pt x="704824" y="462915"/>
                  </a:lnTo>
                  <a:lnTo>
                    <a:pt x="2040204" y="462915"/>
                  </a:lnTo>
                  <a:lnTo>
                    <a:pt x="2040204" y="457200"/>
                  </a:lnTo>
                  <a:lnTo>
                    <a:pt x="704824" y="457200"/>
                  </a:lnTo>
                  <a:lnTo>
                    <a:pt x="704824" y="405765"/>
                  </a:lnTo>
                  <a:lnTo>
                    <a:pt x="2040204" y="405765"/>
                  </a:lnTo>
                  <a:lnTo>
                    <a:pt x="2040204" y="400050"/>
                  </a:lnTo>
                  <a:lnTo>
                    <a:pt x="704824" y="400050"/>
                  </a:lnTo>
                  <a:lnTo>
                    <a:pt x="704824" y="348615"/>
                  </a:lnTo>
                  <a:lnTo>
                    <a:pt x="2040204" y="348615"/>
                  </a:lnTo>
                  <a:lnTo>
                    <a:pt x="2040204" y="342900"/>
                  </a:lnTo>
                  <a:lnTo>
                    <a:pt x="704824" y="342900"/>
                  </a:lnTo>
                  <a:lnTo>
                    <a:pt x="704824" y="291465"/>
                  </a:lnTo>
                  <a:lnTo>
                    <a:pt x="2040204" y="291465"/>
                  </a:lnTo>
                  <a:lnTo>
                    <a:pt x="2040204" y="285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85029" y="421005"/>
              <a:ext cx="110966" cy="20259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046813" y="649614"/>
              <a:ext cx="30480" cy="114300"/>
            </a:xfrm>
            <a:custGeom>
              <a:avLst/>
              <a:gdLst/>
              <a:ahLst/>
              <a:cxnLst/>
              <a:rect l="l" t="t" r="r" b="b"/>
              <a:pathLst>
                <a:path w="30479" h="114300">
                  <a:moveTo>
                    <a:pt x="30010" y="18859"/>
                  </a:moveTo>
                  <a:lnTo>
                    <a:pt x="29248" y="15240"/>
                  </a:lnTo>
                  <a:lnTo>
                    <a:pt x="27533" y="11811"/>
                  </a:lnTo>
                  <a:lnTo>
                    <a:pt x="24866" y="8572"/>
                  </a:lnTo>
                  <a:lnTo>
                    <a:pt x="16865" y="0"/>
                  </a:lnTo>
                  <a:lnTo>
                    <a:pt x="12865" y="0"/>
                  </a:lnTo>
                  <a:lnTo>
                    <a:pt x="15722" y="2857"/>
                  </a:lnTo>
                  <a:lnTo>
                    <a:pt x="17526" y="6477"/>
                  </a:lnTo>
                  <a:lnTo>
                    <a:pt x="3911" y="27813"/>
                  </a:lnTo>
                  <a:lnTo>
                    <a:pt x="762" y="32575"/>
                  </a:lnTo>
                  <a:lnTo>
                    <a:pt x="0" y="38290"/>
                  </a:lnTo>
                  <a:lnTo>
                    <a:pt x="762" y="41910"/>
                  </a:lnTo>
                  <a:lnTo>
                    <a:pt x="2476" y="45339"/>
                  </a:lnTo>
                  <a:lnTo>
                    <a:pt x="5143" y="48577"/>
                  </a:lnTo>
                  <a:lnTo>
                    <a:pt x="12865" y="57150"/>
                  </a:lnTo>
                  <a:lnTo>
                    <a:pt x="15722" y="60007"/>
                  </a:lnTo>
                  <a:lnTo>
                    <a:pt x="17526" y="63627"/>
                  </a:lnTo>
                  <a:lnTo>
                    <a:pt x="3911" y="84963"/>
                  </a:lnTo>
                  <a:lnTo>
                    <a:pt x="762" y="89725"/>
                  </a:lnTo>
                  <a:lnTo>
                    <a:pt x="0" y="95440"/>
                  </a:lnTo>
                  <a:lnTo>
                    <a:pt x="762" y="99060"/>
                  </a:lnTo>
                  <a:lnTo>
                    <a:pt x="2476" y="102489"/>
                  </a:lnTo>
                  <a:lnTo>
                    <a:pt x="5143" y="105727"/>
                  </a:lnTo>
                  <a:lnTo>
                    <a:pt x="12865" y="114300"/>
                  </a:lnTo>
                  <a:lnTo>
                    <a:pt x="16865" y="114300"/>
                  </a:lnTo>
                  <a:lnTo>
                    <a:pt x="13817" y="110299"/>
                  </a:lnTo>
                  <a:lnTo>
                    <a:pt x="12103" y="106768"/>
                  </a:lnTo>
                  <a:lnTo>
                    <a:pt x="11722" y="103720"/>
                  </a:lnTo>
                  <a:lnTo>
                    <a:pt x="12674" y="98577"/>
                  </a:lnTo>
                  <a:lnTo>
                    <a:pt x="15621" y="94195"/>
                  </a:lnTo>
                  <a:lnTo>
                    <a:pt x="20574" y="90576"/>
                  </a:lnTo>
                  <a:lnTo>
                    <a:pt x="26098" y="86385"/>
                  </a:lnTo>
                  <a:lnTo>
                    <a:pt x="29248" y="81534"/>
                  </a:lnTo>
                  <a:lnTo>
                    <a:pt x="30010" y="76009"/>
                  </a:lnTo>
                  <a:lnTo>
                    <a:pt x="29248" y="72390"/>
                  </a:lnTo>
                  <a:lnTo>
                    <a:pt x="27533" y="68961"/>
                  </a:lnTo>
                  <a:lnTo>
                    <a:pt x="24866" y="65722"/>
                  </a:lnTo>
                  <a:lnTo>
                    <a:pt x="16865" y="57150"/>
                  </a:lnTo>
                  <a:lnTo>
                    <a:pt x="13817" y="53149"/>
                  </a:lnTo>
                  <a:lnTo>
                    <a:pt x="12103" y="49618"/>
                  </a:lnTo>
                  <a:lnTo>
                    <a:pt x="11722" y="46570"/>
                  </a:lnTo>
                  <a:lnTo>
                    <a:pt x="12674" y="41427"/>
                  </a:lnTo>
                  <a:lnTo>
                    <a:pt x="15621" y="37045"/>
                  </a:lnTo>
                  <a:lnTo>
                    <a:pt x="20574" y="33426"/>
                  </a:lnTo>
                  <a:lnTo>
                    <a:pt x="26098" y="29235"/>
                  </a:lnTo>
                  <a:lnTo>
                    <a:pt x="29248" y="24384"/>
                  </a:lnTo>
                  <a:lnTo>
                    <a:pt x="30010" y="188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29689" y="648271"/>
              <a:ext cx="130301" cy="28708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30322" y="646461"/>
              <a:ext cx="110966" cy="28889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921563" y="392439"/>
              <a:ext cx="269875" cy="429895"/>
            </a:xfrm>
            <a:custGeom>
              <a:avLst/>
              <a:gdLst/>
              <a:ahLst/>
              <a:cxnLst/>
              <a:rect l="l" t="t" r="r" b="b"/>
              <a:pathLst>
                <a:path w="269875" h="429894">
                  <a:moveTo>
                    <a:pt x="74295" y="191160"/>
                  </a:moveTo>
                  <a:lnTo>
                    <a:pt x="74104" y="183921"/>
                  </a:lnTo>
                  <a:lnTo>
                    <a:pt x="74015" y="183743"/>
                  </a:lnTo>
                  <a:lnTo>
                    <a:pt x="74015" y="28575"/>
                  </a:lnTo>
                  <a:lnTo>
                    <a:pt x="64008" y="28575"/>
                  </a:lnTo>
                  <a:lnTo>
                    <a:pt x="64008" y="173418"/>
                  </a:lnTo>
                  <a:lnTo>
                    <a:pt x="62014" y="171831"/>
                  </a:lnTo>
                  <a:lnTo>
                    <a:pt x="55537" y="170116"/>
                  </a:lnTo>
                  <a:lnTo>
                    <a:pt x="47155" y="170307"/>
                  </a:lnTo>
                  <a:lnTo>
                    <a:pt x="39230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41935" y="226529"/>
                  </a:lnTo>
                  <a:lnTo>
                    <a:pt x="50063" y="222935"/>
                  </a:lnTo>
                  <a:lnTo>
                    <a:pt x="58013" y="218020"/>
                  </a:lnTo>
                  <a:lnTo>
                    <a:pt x="64008" y="212788"/>
                  </a:lnTo>
                  <a:lnTo>
                    <a:pt x="64008" y="373443"/>
                  </a:lnTo>
                  <a:lnTo>
                    <a:pt x="62014" y="371856"/>
                  </a:lnTo>
                  <a:lnTo>
                    <a:pt x="55537" y="370141"/>
                  </a:lnTo>
                  <a:lnTo>
                    <a:pt x="47155" y="370332"/>
                  </a:lnTo>
                  <a:lnTo>
                    <a:pt x="9601" y="388137"/>
                  </a:lnTo>
                  <a:lnTo>
                    <a:pt x="0" y="408330"/>
                  </a:lnTo>
                  <a:lnTo>
                    <a:pt x="190" y="414807"/>
                  </a:lnTo>
                  <a:lnTo>
                    <a:pt x="25146" y="429768"/>
                  </a:lnTo>
                  <a:lnTo>
                    <a:pt x="33629" y="428815"/>
                  </a:lnTo>
                  <a:lnTo>
                    <a:pt x="69659" y="405765"/>
                  </a:lnTo>
                  <a:lnTo>
                    <a:pt x="74295" y="391185"/>
                  </a:lnTo>
                  <a:lnTo>
                    <a:pt x="74104" y="383946"/>
                  </a:lnTo>
                  <a:lnTo>
                    <a:pt x="74015" y="383768"/>
                  </a:lnTo>
                  <a:lnTo>
                    <a:pt x="74015" y="192633"/>
                  </a:lnTo>
                  <a:lnTo>
                    <a:pt x="74295" y="191160"/>
                  </a:lnTo>
                  <a:close/>
                </a:path>
                <a:path w="269875" h="429894">
                  <a:moveTo>
                    <a:pt x="269836" y="167868"/>
                  </a:moveTo>
                  <a:lnTo>
                    <a:pt x="249224" y="167868"/>
                  </a:lnTo>
                  <a:lnTo>
                    <a:pt x="249224" y="0"/>
                  </a:lnTo>
                  <a:lnTo>
                    <a:pt x="239217" y="0"/>
                  </a:lnTo>
                  <a:lnTo>
                    <a:pt x="239217" y="167868"/>
                  </a:lnTo>
                  <a:lnTo>
                    <a:pt x="158699" y="167868"/>
                  </a:lnTo>
                  <a:lnTo>
                    <a:pt x="158699" y="175018"/>
                  </a:lnTo>
                  <a:lnTo>
                    <a:pt x="239217" y="175018"/>
                  </a:lnTo>
                  <a:lnTo>
                    <a:pt x="239217" y="331470"/>
                  </a:lnTo>
                  <a:lnTo>
                    <a:pt x="249224" y="331470"/>
                  </a:lnTo>
                  <a:lnTo>
                    <a:pt x="249224" y="175018"/>
                  </a:lnTo>
                  <a:lnTo>
                    <a:pt x="269836" y="175018"/>
                  </a:lnTo>
                  <a:lnTo>
                    <a:pt x="269836" y="167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35633" y="621030"/>
              <a:ext cx="135445" cy="15316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66700" y="392439"/>
              <a:ext cx="7014209" cy="1489710"/>
            </a:xfrm>
            <a:custGeom>
              <a:avLst/>
              <a:gdLst/>
              <a:ahLst/>
              <a:cxnLst/>
              <a:rect l="l" t="t" r="r" b="b"/>
              <a:pathLst>
                <a:path w="7014209" h="1489710">
                  <a:moveTo>
                    <a:pt x="432625" y="1483614"/>
                  </a:moveTo>
                  <a:lnTo>
                    <a:pt x="0" y="1483614"/>
                  </a:lnTo>
                  <a:lnTo>
                    <a:pt x="0" y="1489329"/>
                  </a:lnTo>
                  <a:lnTo>
                    <a:pt x="432625" y="1489329"/>
                  </a:lnTo>
                  <a:lnTo>
                    <a:pt x="432625" y="1483614"/>
                  </a:lnTo>
                  <a:close/>
                </a:path>
                <a:path w="7014209" h="1489710">
                  <a:moveTo>
                    <a:pt x="432625" y="1426464"/>
                  </a:moveTo>
                  <a:lnTo>
                    <a:pt x="0" y="1426464"/>
                  </a:lnTo>
                  <a:lnTo>
                    <a:pt x="0" y="1432179"/>
                  </a:lnTo>
                  <a:lnTo>
                    <a:pt x="432625" y="1432179"/>
                  </a:lnTo>
                  <a:lnTo>
                    <a:pt x="432625" y="1426464"/>
                  </a:lnTo>
                  <a:close/>
                </a:path>
                <a:path w="7014209" h="1489710">
                  <a:moveTo>
                    <a:pt x="432625" y="1369314"/>
                  </a:moveTo>
                  <a:lnTo>
                    <a:pt x="0" y="1369314"/>
                  </a:lnTo>
                  <a:lnTo>
                    <a:pt x="0" y="1375029"/>
                  </a:lnTo>
                  <a:lnTo>
                    <a:pt x="432625" y="1375029"/>
                  </a:lnTo>
                  <a:lnTo>
                    <a:pt x="432625" y="1369314"/>
                  </a:lnTo>
                  <a:close/>
                </a:path>
                <a:path w="7014209" h="1489710">
                  <a:moveTo>
                    <a:pt x="432625" y="1312164"/>
                  </a:moveTo>
                  <a:lnTo>
                    <a:pt x="0" y="1312164"/>
                  </a:lnTo>
                  <a:lnTo>
                    <a:pt x="0" y="1317879"/>
                  </a:lnTo>
                  <a:lnTo>
                    <a:pt x="432625" y="1317879"/>
                  </a:lnTo>
                  <a:lnTo>
                    <a:pt x="432625" y="1312164"/>
                  </a:lnTo>
                  <a:close/>
                </a:path>
                <a:path w="7014209" h="1489710">
                  <a:moveTo>
                    <a:pt x="432625" y="1255014"/>
                  </a:moveTo>
                  <a:lnTo>
                    <a:pt x="0" y="1255014"/>
                  </a:lnTo>
                  <a:lnTo>
                    <a:pt x="0" y="1260729"/>
                  </a:lnTo>
                  <a:lnTo>
                    <a:pt x="432625" y="1260729"/>
                  </a:lnTo>
                  <a:lnTo>
                    <a:pt x="432625" y="1255014"/>
                  </a:lnTo>
                  <a:close/>
                </a:path>
                <a:path w="7014209" h="1489710">
                  <a:moveTo>
                    <a:pt x="6904088" y="0"/>
                  </a:moveTo>
                  <a:lnTo>
                    <a:pt x="6728879" y="28575"/>
                  </a:lnTo>
                  <a:lnTo>
                    <a:pt x="6728879" y="57518"/>
                  </a:lnTo>
                  <a:lnTo>
                    <a:pt x="6904088" y="28943"/>
                  </a:lnTo>
                  <a:lnTo>
                    <a:pt x="6904088" y="0"/>
                  </a:lnTo>
                  <a:close/>
                </a:path>
                <a:path w="7014209" h="1489710">
                  <a:moveTo>
                    <a:pt x="6904368" y="134010"/>
                  </a:moveTo>
                  <a:lnTo>
                    <a:pt x="6904177" y="126771"/>
                  </a:lnTo>
                  <a:lnTo>
                    <a:pt x="6901612" y="121539"/>
                  </a:lnTo>
                  <a:lnTo>
                    <a:pt x="6896659" y="118300"/>
                  </a:lnTo>
                  <a:lnTo>
                    <a:pt x="6892087" y="114681"/>
                  </a:lnTo>
                  <a:lnTo>
                    <a:pt x="6885610" y="112966"/>
                  </a:lnTo>
                  <a:lnTo>
                    <a:pt x="6877228" y="113157"/>
                  </a:lnTo>
                  <a:lnTo>
                    <a:pt x="6869303" y="114122"/>
                  </a:lnTo>
                  <a:lnTo>
                    <a:pt x="6834721" y="137223"/>
                  </a:lnTo>
                  <a:lnTo>
                    <a:pt x="6830073" y="151155"/>
                  </a:lnTo>
                  <a:lnTo>
                    <a:pt x="6830263" y="157632"/>
                  </a:lnTo>
                  <a:lnTo>
                    <a:pt x="6855219" y="172593"/>
                  </a:lnTo>
                  <a:lnTo>
                    <a:pt x="6863702" y="171640"/>
                  </a:lnTo>
                  <a:lnTo>
                    <a:pt x="6899732" y="148590"/>
                  </a:lnTo>
                  <a:lnTo>
                    <a:pt x="6902920" y="141579"/>
                  </a:lnTo>
                  <a:lnTo>
                    <a:pt x="6904368" y="134010"/>
                  </a:lnTo>
                  <a:close/>
                </a:path>
                <a:path w="7014209" h="1489710">
                  <a:moveTo>
                    <a:pt x="7013892" y="230886"/>
                  </a:moveTo>
                  <a:lnTo>
                    <a:pt x="7005320" y="230886"/>
                  </a:lnTo>
                  <a:lnTo>
                    <a:pt x="7005320" y="462915"/>
                  </a:lnTo>
                  <a:lnTo>
                    <a:pt x="7013892" y="462915"/>
                  </a:lnTo>
                  <a:lnTo>
                    <a:pt x="7013892" y="2308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7975" y="1647444"/>
              <a:ext cx="158876" cy="18287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4002" y="1618869"/>
              <a:ext cx="159448" cy="267461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99325" y="1476003"/>
              <a:ext cx="1262380" cy="542925"/>
            </a:xfrm>
            <a:custGeom>
              <a:avLst/>
              <a:gdLst/>
              <a:ahLst/>
              <a:cxnLst/>
              <a:rect l="l" t="t" r="r" b="b"/>
              <a:pathLst>
                <a:path w="1262380" h="542925">
                  <a:moveTo>
                    <a:pt x="559739" y="17424"/>
                  </a:moveTo>
                  <a:lnTo>
                    <a:pt x="558977" y="10947"/>
                  </a:lnTo>
                  <a:lnTo>
                    <a:pt x="555358" y="7429"/>
                  </a:lnTo>
                  <a:lnTo>
                    <a:pt x="548881" y="6858"/>
                  </a:lnTo>
                  <a:lnTo>
                    <a:pt x="542213" y="7429"/>
                  </a:lnTo>
                  <a:lnTo>
                    <a:pt x="538594" y="10947"/>
                  </a:lnTo>
                  <a:lnTo>
                    <a:pt x="538022" y="17424"/>
                  </a:lnTo>
                  <a:lnTo>
                    <a:pt x="538594" y="23901"/>
                  </a:lnTo>
                  <a:lnTo>
                    <a:pt x="542213" y="27622"/>
                  </a:lnTo>
                  <a:lnTo>
                    <a:pt x="548881" y="28575"/>
                  </a:lnTo>
                  <a:lnTo>
                    <a:pt x="555358" y="27622"/>
                  </a:lnTo>
                  <a:lnTo>
                    <a:pt x="558977" y="23901"/>
                  </a:lnTo>
                  <a:lnTo>
                    <a:pt x="559739" y="17424"/>
                  </a:lnTo>
                  <a:close/>
                </a:path>
                <a:path w="1262380" h="542925">
                  <a:moveTo>
                    <a:pt x="1262341" y="171450"/>
                  </a:moveTo>
                  <a:lnTo>
                    <a:pt x="766457" y="171450"/>
                  </a:lnTo>
                  <a:lnTo>
                    <a:pt x="766457" y="154305"/>
                  </a:lnTo>
                  <a:lnTo>
                    <a:pt x="756450" y="154305"/>
                  </a:lnTo>
                  <a:lnTo>
                    <a:pt x="756450" y="400050"/>
                  </a:lnTo>
                  <a:lnTo>
                    <a:pt x="521157" y="400050"/>
                  </a:lnTo>
                  <a:lnTo>
                    <a:pt x="521157" y="348615"/>
                  </a:lnTo>
                  <a:lnTo>
                    <a:pt x="756450" y="348615"/>
                  </a:lnTo>
                  <a:lnTo>
                    <a:pt x="756450" y="342900"/>
                  </a:lnTo>
                  <a:lnTo>
                    <a:pt x="521157" y="342900"/>
                  </a:lnTo>
                  <a:lnTo>
                    <a:pt x="521157" y="291465"/>
                  </a:lnTo>
                  <a:lnTo>
                    <a:pt x="756450" y="291465"/>
                  </a:lnTo>
                  <a:lnTo>
                    <a:pt x="756450" y="285750"/>
                  </a:lnTo>
                  <a:lnTo>
                    <a:pt x="521157" y="285750"/>
                  </a:lnTo>
                  <a:lnTo>
                    <a:pt x="521157" y="234315"/>
                  </a:lnTo>
                  <a:lnTo>
                    <a:pt x="756450" y="234315"/>
                  </a:lnTo>
                  <a:lnTo>
                    <a:pt x="756450" y="228600"/>
                  </a:lnTo>
                  <a:lnTo>
                    <a:pt x="545490" y="228600"/>
                  </a:lnTo>
                  <a:lnTo>
                    <a:pt x="553097" y="226529"/>
                  </a:lnTo>
                  <a:lnTo>
                    <a:pt x="561225" y="222935"/>
                  </a:lnTo>
                  <a:lnTo>
                    <a:pt x="585457" y="191160"/>
                  </a:lnTo>
                  <a:lnTo>
                    <a:pt x="585266" y="183921"/>
                  </a:lnTo>
                  <a:lnTo>
                    <a:pt x="582688" y="178689"/>
                  </a:lnTo>
                  <a:lnTo>
                    <a:pt x="580351" y="177165"/>
                  </a:lnTo>
                  <a:lnTo>
                    <a:pt x="756450" y="177165"/>
                  </a:lnTo>
                  <a:lnTo>
                    <a:pt x="756450" y="171450"/>
                  </a:lnTo>
                  <a:lnTo>
                    <a:pt x="571715" y="171450"/>
                  </a:lnTo>
                  <a:lnTo>
                    <a:pt x="566686" y="170116"/>
                  </a:lnTo>
                  <a:lnTo>
                    <a:pt x="558304" y="170307"/>
                  </a:lnTo>
                  <a:lnTo>
                    <a:pt x="550379" y="171272"/>
                  </a:lnTo>
                  <a:lnTo>
                    <a:pt x="549770" y="171450"/>
                  </a:lnTo>
                  <a:lnTo>
                    <a:pt x="545490" y="171450"/>
                  </a:lnTo>
                  <a:lnTo>
                    <a:pt x="580809" y="148590"/>
                  </a:lnTo>
                  <a:lnTo>
                    <a:pt x="585457" y="134010"/>
                  </a:lnTo>
                  <a:lnTo>
                    <a:pt x="585266" y="126771"/>
                  </a:lnTo>
                  <a:lnTo>
                    <a:pt x="582688" y="121539"/>
                  </a:lnTo>
                  <a:lnTo>
                    <a:pt x="577735" y="118300"/>
                  </a:lnTo>
                  <a:lnTo>
                    <a:pt x="577189" y="117868"/>
                  </a:lnTo>
                  <a:lnTo>
                    <a:pt x="605790" y="117868"/>
                  </a:lnTo>
                  <a:lnTo>
                    <a:pt x="605790" y="110718"/>
                  </a:lnTo>
                  <a:lnTo>
                    <a:pt x="556514" y="110718"/>
                  </a:lnTo>
                  <a:lnTo>
                    <a:pt x="561225" y="108635"/>
                  </a:lnTo>
                  <a:lnTo>
                    <a:pt x="585457" y="76860"/>
                  </a:lnTo>
                  <a:lnTo>
                    <a:pt x="585266" y="69621"/>
                  </a:lnTo>
                  <a:lnTo>
                    <a:pt x="582688" y="64389"/>
                  </a:lnTo>
                  <a:lnTo>
                    <a:pt x="577735" y="61150"/>
                  </a:lnTo>
                  <a:lnTo>
                    <a:pt x="573163" y="57531"/>
                  </a:lnTo>
                  <a:lnTo>
                    <a:pt x="566686" y="55816"/>
                  </a:lnTo>
                  <a:lnTo>
                    <a:pt x="558304" y="56007"/>
                  </a:lnTo>
                  <a:lnTo>
                    <a:pt x="550379" y="56972"/>
                  </a:lnTo>
                  <a:lnTo>
                    <a:pt x="542594" y="59283"/>
                  </a:lnTo>
                  <a:lnTo>
                    <a:pt x="539610" y="60731"/>
                  </a:lnTo>
                  <a:lnTo>
                    <a:pt x="539610" y="117868"/>
                  </a:lnTo>
                  <a:lnTo>
                    <a:pt x="535152" y="120027"/>
                  </a:lnTo>
                  <a:lnTo>
                    <a:pt x="535152" y="177165"/>
                  </a:lnTo>
                  <a:lnTo>
                    <a:pt x="534949" y="177266"/>
                  </a:lnTo>
                  <a:lnTo>
                    <a:pt x="527443" y="182308"/>
                  </a:lnTo>
                  <a:lnTo>
                    <a:pt x="526110" y="183476"/>
                  </a:lnTo>
                  <a:lnTo>
                    <a:pt x="526110" y="228600"/>
                  </a:lnTo>
                  <a:lnTo>
                    <a:pt x="521157" y="228600"/>
                  </a:lnTo>
                  <a:lnTo>
                    <a:pt x="521157" y="226060"/>
                  </a:lnTo>
                  <a:lnTo>
                    <a:pt x="523163" y="227647"/>
                  </a:lnTo>
                  <a:lnTo>
                    <a:pt x="526110" y="228600"/>
                  </a:lnTo>
                  <a:lnTo>
                    <a:pt x="526110" y="183476"/>
                  </a:lnTo>
                  <a:lnTo>
                    <a:pt x="521157" y="187769"/>
                  </a:lnTo>
                  <a:lnTo>
                    <a:pt x="521157" y="177165"/>
                  </a:lnTo>
                  <a:lnTo>
                    <a:pt x="535152" y="177165"/>
                  </a:lnTo>
                  <a:lnTo>
                    <a:pt x="535152" y="120027"/>
                  </a:lnTo>
                  <a:lnTo>
                    <a:pt x="534949" y="120116"/>
                  </a:lnTo>
                  <a:lnTo>
                    <a:pt x="527443" y="125158"/>
                  </a:lnTo>
                  <a:lnTo>
                    <a:pt x="526110" y="126326"/>
                  </a:lnTo>
                  <a:lnTo>
                    <a:pt x="526110" y="171450"/>
                  </a:lnTo>
                  <a:lnTo>
                    <a:pt x="521157" y="171450"/>
                  </a:lnTo>
                  <a:lnTo>
                    <a:pt x="521157" y="168910"/>
                  </a:lnTo>
                  <a:lnTo>
                    <a:pt x="523163" y="170497"/>
                  </a:lnTo>
                  <a:lnTo>
                    <a:pt x="526110" y="171450"/>
                  </a:lnTo>
                  <a:lnTo>
                    <a:pt x="526110" y="126326"/>
                  </a:lnTo>
                  <a:lnTo>
                    <a:pt x="521157" y="130619"/>
                  </a:lnTo>
                  <a:lnTo>
                    <a:pt x="521157" y="117868"/>
                  </a:lnTo>
                  <a:lnTo>
                    <a:pt x="539610" y="117868"/>
                  </a:lnTo>
                  <a:lnTo>
                    <a:pt x="539610" y="60731"/>
                  </a:lnTo>
                  <a:lnTo>
                    <a:pt x="511162" y="94005"/>
                  </a:lnTo>
                  <a:lnTo>
                    <a:pt x="511251" y="97155"/>
                  </a:lnTo>
                  <a:lnTo>
                    <a:pt x="511162" y="97155"/>
                  </a:lnTo>
                  <a:lnTo>
                    <a:pt x="511162" y="400050"/>
                  </a:lnTo>
                  <a:lnTo>
                    <a:pt x="338124" y="400050"/>
                  </a:lnTo>
                  <a:lnTo>
                    <a:pt x="338721" y="398754"/>
                  </a:lnTo>
                  <a:lnTo>
                    <a:pt x="340169" y="391185"/>
                  </a:lnTo>
                  <a:lnTo>
                    <a:pt x="339979" y="383946"/>
                  </a:lnTo>
                  <a:lnTo>
                    <a:pt x="339877" y="383743"/>
                  </a:lnTo>
                  <a:lnTo>
                    <a:pt x="339877" y="348615"/>
                  </a:lnTo>
                  <a:lnTo>
                    <a:pt x="511162" y="348615"/>
                  </a:lnTo>
                  <a:lnTo>
                    <a:pt x="511162" y="342900"/>
                  </a:lnTo>
                  <a:lnTo>
                    <a:pt x="339877" y="342900"/>
                  </a:lnTo>
                  <a:lnTo>
                    <a:pt x="339877" y="291465"/>
                  </a:lnTo>
                  <a:lnTo>
                    <a:pt x="511162" y="291465"/>
                  </a:lnTo>
                  <a:lnTo>
                    <a:pt x="511162" y="285750"/>
                  </a:lnTo>
                  <a:lnTo>
                    <a:pt x="339877" y="285750"/>
                  </a:lnTo>
                  <a:lnTo>
                    <a:pt x="339877" y="234315"/>
                  </a:lnTo>
                  <a:lnTo>
                    <a:pt x="511162" y="234315"/>
                  </a:lnTo>
                  <a:lnTo>
                    <a:pt x="511162" y="228600"/>
                  </a:lnTo>
                  <a:lnTo>
                    <a:pt x="339877" y="228600"/>
                  </a:lnTo>
                  <a:lnTo>
                    <a:pt x="339877" y="192697"/>
                  </a:lnTo>
                  <a:lnTo>
                    <a:pt x="340169" y="191160"/>
                  </a:lnTo>
                  <a:lnTo>
                    <a:pt x="339979" y="183921"/>
                  </a:lnTo>
                  <a:lnTo>
                    <a:pt x="339877" y="183718"/>
                  </a:lnTo>
                  <a:lnTo>
                    <a:pt x="339877" y="177165"/>
                  </a:lnTo>
                  <a:lnTo>
                    <a:pt x="455155" y="177165"/>
                  </a:lnTo>
                  <a:lnTo>
                    <a:pt x="455155" y="183451"/>
                  </a:lnTo>
                  <a:lnTo>
                    <a:pt x="480060" y="177165"/>
                  </a:lnTo>
                  <a:lnTo>
                    <a:pt x="488010" y="177165"/>
                  </a:lnTo>
                  <a:lnTo>
                    <a:pt x="488010" y="222313"/>
                  </a:lnTo>
                  <a:lnTo>
                    <a:pt x="495160" y="222313"/>
                  </a:lnTo>
                  <a:lnTo>
                    <a:pt x="495160" y="177165"/>
                  </a:lnTo>
                  <a:lnTo>
                    <a:pt x="511162" y="177165"/>
                  </a:lnTo>
                  <a:lnTo>
                    <a:pt x="511162" y="171450"/>
                  </a:lnTo>
                  <a:lnTo>
                    <a:pt x="495160" y="171450"/>
                  </a:lnTo>
                  <a:lnTo>
                    <a:pt x="495160" y="160020"/>
                  </a:lnTo>
                  <a:lnTo>
                    <a:pt x="495160" y="124294"/>
                  </a:lnTo>
                  <a:lnTo>
                    <a:pt x="495160" y="117868"/>
                  </a:lnTo>
                  <a:lnTo>
                    <a:pt x="511162" y="117868"/>
                  </a:lnTo>
                  <a:lnTo>
                    <a:pt x="511162" y="110718"/>
                  </a:lnTo>
                  <a:lnTo>
                    <a:pt x="495160" y="110718"/>
                  </a:lnTo>
                  <a:lnTo>
                    <a:pt x="495160" y="108864"/>
                  </a:lnTo>
                  <a:lnTo>
                    <a:pt x="495160" y="100584"/>
                  </a:lnTo>
                  <a:lnTo>
                    <a:pt x="488010" y="102387"/>
                  </a:lnTo>
                  <a:lnTo>
                    <a:pt x="488010" y="124294"/>
                  </a:lnTo>
                  <a:lnTo>
                    <a:pt x="488010" y="153162"/>
                  </a:lnTo>
                  <a:lnTo>
                    <a:pt x="462292" y="160020"/>
                  </a:lnTo>
                  <a:lnTo>
                    <a:pt x="462292" y="130873"/>
                  </a:lnTo>
                  <a:lnTo>
                    <a:pt x="488010" y="124294"/>
                  </a:lnTo>
                  <a:lnTo>
                    <a:pt x="488010" y="102387"/>
                  </a:lnTo>
                  <a:lnTo>
                    <a:pt x="462292" y="108864"/>
                  </a:lnTo>
                  <a:lnTo>
                    <a:pt x="462292" y="61722"/>
                  </a:lnTo>
                  <a:lnTo>
                    <a:pt x="455155" y="61722"/>
                  </a:lnTo>
                  <a:lnTo>
                    <a:pt x="455155" y="171450"/>
                  </a:lnTo>
                  <a:lnTo>
                    <a:pt x="339877" y="171450"/>
                  </a:lnTo>
                  <a:lnTo>
                    <a:pt x="339877" y="0"/>
                  </a:lnTo>
                  <a:lnTo>
                    <a:pt x="329882" y="0"/>
                  </a:lnTo>
                  <a:lnTo>
                    <a:pt x="329882" y="171450"/>
                  </a:lnTo>
                  <a:lnTo>
                    <a:pt x="329882" y="212775"/>
                  </a:lnTo>
                  <a:lnTo>
                    <a:pt x="329882" y="228600"/>
                  </a:lnTo>
                  <a:lnTo>
                    <a:pt x="300189" y="228600"/>
                  </a:lnTo>
                  <a:lnTo>
                    <a:pt x="307797" y="226529"/>
                  </a:lnTo>
                  <a:lnTo>
                    <a:pt x="315925" y="222935"/>
                  </a:lnTo>
                  <a:lnTo>
                    <a:pt x="323875" y="218020"/>
                  </a:lnTo>
                  <a:lnTo>
                    <a:pt x="329882" y="212775"/>
                  </a:lnTo>
                  <a:lnTo>
                    <a:pt x="329882" y="171450"/>
                  </a:lnTo>
                  <a:lnTo>
                    <a:pt x="326428" y="171450"/>
                  </a:lnTo>
                  <a:lnTo>
                    <a:pt x="321398" y="170116"/>
                  </a:lnTo>
                  <a:lnTo>
                    <a:pt x="313016" y="170307"/>
                  </a:lnTo>
                  <a:lnTo>
                    <a:pt x="305092" y="171272"/>
                  </a:lnTo>
                  <a:lnTo>
                    <a:pt x="304482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289864" y="177165"/>
                  </a:lnTo>
                  <a:lnTo>
                    <a:pt x="289661" y="177266"/>
                  </a:lnTo>
                  <a:lnTo>
                    <a:pt x="265874" y="208305"/>
                  </a:lnTo>
                  <a:lnTo>
                    <a:pt x="266052" y="214782"/>
                  </a:lnTo>
                  <a:lnTo>
                    <a:pt x="268541" y="220027"/>
                  </a:lnTo>
                  <a:lnTo>
                    <a:pt x="273304" y="224028"/>
                  </a:lnTo>
                  <a:lnTo>
                    <a:pt x="277876" y="227647"/>
                  </a:lnTo>
                  <a:lnTo>
                    <a:pt x="280822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329882" y="234315"/>
                  </a:lnTo>
                  <a:lnTo>
                    <a:pt x="329882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329882" y="291465"/>
                  </a:lnTo>
                  <a:lnTo>
                    <a:pt x="329882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329882" y="348615"/>
                  </a:lnTo>
                  <a:lnTo>
                    <a:pt x="329882" y="373456"/>
                  </a:lnTo>
                  <a:lnTo>
                    <a:pt x="327875" y="371856"/>
                  </a:lnTo>
                  <a:lnTo>
                    <a:pt x="321398" y="370141"/>
                  </a:lnTo>
                  <a:lnTo>
                    <a:pt x="313016" y="370332"/>
                  </a:lnTo>
                  <a:lnTo>
                    <a:pt x="275463" y="388137"/>
                  </a:lnTo>
                  <a:lnTo>
                    <a:pt x="267817" y="400050"/>
                  </a:lnTo>
                  <a:lnTo>
                    <a:pt x="0" y="400050"/>
                  </a:lnTo>
                  <a:lnTo>
                    <a:pt x="0" y="405765"/>
                  </a:lnTo>
                  <a:lnTo>
                    <a:pt x="266382" y="405765"/>
                  </a:lnTo>
                  <a:lnTo>
                    <a:pt x="265874" y="408330"/>
                  </a:lnTo>
                  <a:lnTo>
                    <a:pt x="291020" y="429768"/>
                  </a:lnTo>
                  <a:lnTo>
                    <a:pt x="299491" y="428815"/>
                  </a:lnTo>
                  <a:lnTo>
                    <a:pt x="335521" y="405765"/>
                  </a:lnTo>
                  <a:lnTo>
                    <a:pt x="756450" y="405765"/>
                  </a:lnTo>
                  <a:lnTo>
                    <a:pt x="756450" y="542925"/>
                  </a:lnTo>
                  <a:lnTo>
                    <a:pt x="766457" y="542925"/>
                  </a:lnTo>
                  <a:lnTo>
                    <a:pt x="766457" y="405765"/>
                  </a:lnTo>
                  <a:lnTo>
                    <a:pt x="1262341" y="405765"/>
                  </a:lnTo>
                  <a:lnTo>
                    <a:pt x="1262341" y="400050"/>
                  </a:lnTo>
                  <a:lnTo>
                    <a:pt x="766457" y="400050"/>
                  </a:lnTo>
                  <a:lnTo>
                    <a:pt x="766457" y="348615"/>
                  </a:lnTo>
                  <a:lnTo>
                    <a:pt x="1262341" y="348615"/>
                  </a:lnTo>
                  <a:lnTo>
                    <a:pt x="1262341" y="342900"/>
                  </a:lnTo>
                  <a:lnTo>
                    <a:pt x="766457" y="342900"/>
                  </a:lnTo>
                  <a:lnTo>
                    <a:pt x="766457" y="291465"/>
                  </a:lnTo>
                  <a:lnTo>
                    <a:pt x="1262341" y="291465"/>
                  </a:lnTo>
                  <a:lnTo>
                    <a:pt x="1262341" y="285750"/>
                  </a:lnTo>
                  <a:lnTo>
                    <a:pt x="766457" y="285750"/>
                  </a:lnTo>
                  <a:lnTo>
                    <a:pt x="766457" y="234315"/>
                  </a:lnTo>
                  <a:lnTo>
                    <a:pt x="1262341" y="234315"/>
                  </a:lnTo>
                  <a:lnTo>
                    <a:pt x="1262341" y="228600"/>
                  </a:lnTo>
                  <a:lnTo>
                    <a:pt x="766457" y="228600"/>
                  </a:lnTo>
                  <a:lnTo>
                    <a:pt x="766457" y="177165"/>
                  </a:lnTo>
                  <a:lnTo>
                    <a:pt x="1262341" y="177165"/>
                  </a:lnTo>
                  <a:lnTo>
                    <a:pt x="1262341" y="171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99778" y="1537716"/>
              <a:ext cx="130301" cy="16059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99778" y="1737741"/>
              <a:ext cx="130301" cy="16059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684553" y="621039"/>
              <a:ext cx="1558290" cy="1399540"/>
            </a:xfrm>
            <a:custGeom>
              <a:avLst/>
              <a:gdLst/>
              <a:ahLst/>
              <a:cxnLst/>
              <a:rect l="l" t="t" r="r" b="b"/>
              <a:pathLst>
                <a:path w="1558289" h="1399539">
                  <a:moveTo>
                    <a:pt x="65100" y="786663"/>
                  </a:moveTo>
                  <a:lnTo>
                    <a:pt x="64338" y="780186"/>
                  </a:lnTo>
                  <a:lnTo>
                    <a:pt x="60718" y="776668"/>
                  </a:lnTo>
                  <a:lnTo>
                    <a:pt x="54241" y="776097"/>
                  </a:lnTo>
                  <a:lnTo>
                    <a:pt x="47574" y="776668"/>
                  </a:lnTo>
                  <a:lnTo>
                    <a:pt x="43954" y="780186"/>
                  </a:lnTo>
                  <a:lnTo>
                    <a:pt x="43383" y="786663"/>
                  </a:lnTo>
                  <a:lnTo>
                    <a:pt x="43954" y="793140"/>
                  </a:lnTo>
                  <a:lnTo>
                    <a:pt x="47574" y="796861"/>
                  </a:lnTo>
                  <a:lnTo>
                    <a:pt x="54241" y="797814"/>
                  </a:lnTo>
                  <a:lnTo>
                    <a:pt x="60718" y="796861"/>
                  </a:lnTo>
                  <a:lnTo>
                    <a:pt x="64338" y="793140"/>
                  </a:lnTo>
                  <a:lnTo>
                    <a:pt x="65100" y="786663"/>
                  </a:lnTo>
                  <a:close/>
                </a:path>
                <a:path w="1558289" h="1399539">
                  <a:moveTo>
                    <a:pt x="111137" y="851382"/>
                  </a:moveTo>
                  <a:lnTo>
                    <a:pt x="89801" y="851382"/>
                  </a:lnTo>
                  <a:lnTo>
                    <a:pt x="90817" y="846099"/>
                  </a:lnTo>
                  <a:lnTo>
                    <a:pt x="90627" y="838860"/>
                  </a:lnTo>
                  <a:lnTo>
                    <a:pt x="88049" y="833628"/>
                  </a:lnTo>
                  <a:lnTo>
                    <a:pt x="83096" y="830389"/>
                  </a:lnTo>
                  <a:lnTo>
                    <a:pt x="78524" y="826770"/>
                  </a:lnTo>
                  <a:lnTo>
                    <a:pt x="72047" y="825055"/>
                  </a:lnTo>
                  <a:lnTo>
                    <a:pt x="63665" y="825246"/>
                  </a:lnTo>
                  <a:lnTo>
                    <a:pt x="55740" y="826211"/>
                  </a:lnTo>
                  <a:lnTo>
                    <a:pt x="21158" y="849312"/>
                  </a:lnTo>
                  <a:lnTo>
                    <a:pt x="20167" y="851382"/>
                  </a:lnTo>
                  <a:lnTo>
                    <a:pt x="0" y="851382"/>
                  </a:lnTo>
                  <a:lnTo>
                    <a:pt x="0" y="858532"/>
                  </a:lnTo>
                  <a:lnTo>
                    <a:pt x="17462" y="858532"/>
                  </a:lnTo>
                  <a:lnTo>
                    <a:pt x="16522" y="863244"/>
                  </a:lnTo>
                  <a:lnTo>
                    <a:pt x="16611" y="866394"/>
                  </a:lnTo>
                  <a:lnTo>
                    <a:pt x="16522" y="908532"/>
                  </a:lnTo>
                  <a:lnTo>
                    <a:pt x="0" y="908532"/>
                  </a:lnTo>
                  <a:lnTo>
                    <a:pt x="0" y="915682"/>
                  </a:lnTo>
                  <a:lnTo>
                    <a:pt x="16522" y="915682"/>
                  </a:lnTo>
                  <a:lnTo>
                    <a:pt x="16522" y="948969"/>
                  </a:lnTo>
                  <a:lnTo>
                    <a:pt x="16522" y="965682"/>
                  </a:lnTo>
                  <a:lnTo>
                    <a:pt x="0" y="965682"/>
                  </a:lnTo>
                  <a:lnTo>
                    <a:pt x="0" y="972832"/>
                  </a:lnTo>
                  <a:lnTo>
                    <a:pt x="16522" y="972832"/>
                  </a:lnTo>
                  <a:lnTo>
                    <a:pt x="16522" y="1006119"/>
                  </a:lnTo>
                  <a:lnTo>
                    <a:pt x="16522" y="1197864"/>
                  </a:lnTo>
                  <a:lnTo>
                    <a:pt x="26517" y="1197864"/>
                  </a:lnTo>
                  <a:lnTo>
                    <a:pt x="26517" y="1023874"/>
                  </a:lnTo>
                  <a:lnTo>
                    <a:pt x="28524" y="1025461"/>
                  </a:lnTo>
                  <a:lnTo>
                    <a:pt x="34429" y="1027366"/>
                  </a:lnTo>
                  <a:lnTo>
                    <a:pt x="41668" y="1027557"/>
                  </a:lnTo>
                  <a:lnTo>
                    <a:pt x="50152" y="1026604"/>
                  </a:lnTo>
                  <a:lnTo>
                    <a:pt x="86169" y="1003554"/>
                  </a:lnTo>
                  <a:lnTo>
                    <a:pt x="90817" y="988974"/>
                  </a:lnTo>
                  <a:lnTo>
                    <a:pt x="90627" y="981735"/>
                  </a:lnTo>
                  <a:lnTo>
                    <a:pt x="88049" y="976503"/>
                  </a:lnTo>
                  <a:lnTo>
                    <a:pt x="83096" y="973264"/>
                  </a:lnTo>
                  <a:lnTo>
                    <a:pt x="82550" y="972832"/>
                  </a:lnTo>
                  <a:lnTo>
                    <a:pt x="111137" y="972832"/>
                  </a:lnTo>
                  <a:lnTo>
                    <a:pt x="111137" y="965682"/>
                  </a:lnTo>
                  <a:lnTo>
                    <a:pt x="61861" y="965682"/>
                  </a:lnTo>
                  <a:lnTo>
                    <a:pt x="66573" y="963599"/>
                  </a:lnTo>
                  <a:lnTo>
                    <a:pt x="90817" y="931824"/>
                  </a:lnTo>
                  <a:lnTo>
                    <a:pt x="90627" y="924585"/>
                  </a:lnTo>
                  <a:lnTo>
                    <a:pt x="88049" y="919353"/>
                  </a:lnTo>
                  <a:lnTo>
                    <a:pt x="83096" y="916114"/>
                  </a:lnTo>
                  <a:lnTo>
                    <a:pt x="82550" y="915682"/>
                  </a:lnTo>
                  <a:lnTo>
                    <a:pt x="111137" y="915682"/>
                  </a:lnTo>
                  <a:lnTo>
                    <a:pt x="111137" y="908532"/>
                  </a:lnTo>
                  <a:lnTo>
                    <a:pt x="44970" y="908532"/>
                  </a:lnTo>
                  <a:lnTo>
                    <a:pt x="44970" y="915682"/>
                  </a:lnTo>
                  <a:lnTo>
                    <a:pt x="44970" y="972832"/>
                  </a:lnTo>
                  <a:lnTo>
                    <a:pt x="40309" y="975080"/>
                  </a:lnTo>
                  <a:lnTo>
                    <a:pt x="32804" y="980122"/>
                  </a:lnTo>
                  <a:lnTo>
                    <a:pt x="26517" y="985583"/>
                  </a:lnTo>
                  <a:lnTo>
                    <a:pt x="26517" y="972832"/>
                  </a:lnTo>
                  <a:lnTo>
                    <a:pt x="44970" y="972832"/>
                  </a:lnTo>
                  <a:lnTo>
                    <a:pt x="44970" y="915682"/>
                  </a:lnTo>
                  <a:lnTo>
                    <a:pt x="40309" y="917930"/>
                  </a:lnTo>
                  <a:lnTo>
                    <a:pt x="32804" y="922972"/>
                  </a:lnTo>
                  <a:lnTo>
                    <a:pt x="26517" y="928433"/>
                  </a:lnTo>
                  <a:lnTo>
                    <a:pt x="26517" y="915682"/>
                  </a:lnTo>
                  <a:lnTo>
                    <a:pt x="44970" y="915682"/>
                  </a:lnTo>
                  <a:lnTo>
                    <a:pt x="44970" y="908532"/>
                  </a:lnTo>
                  <a:lnTo>
                    <a:pt x="26517" y="908532"/>
                  </a:lnTo>
                  <a:lnTo>
                    <a:pt x="26517" y="880999"/>
                  </a:lnTo>
                  <a:lnTo>
                    <a:pt x="28524" y="882586"/>
                  </a:lnTo>
                  <a:lnTo>
                    <a:pt x="34429" y="884491"/>
                  </a:lnTo>
                  <a:lnTo>
                    <a:pt x="41668" y="884682"/>
                  </a:lnTo>
                  <a:lnTo>
                    <a:pt x="50152" y="883729"/>
                  </a:lnTo>
                  <a:lnTo>
                    <a:pt x="86169" y="860679"/>
                  </a:lnTo>
                  <a:lnTo>
                    <a:pt x="87147" y="858532"/>
                  </a:lnTo>
                  <a:lnTo>
                    <a:pt x="111137" y="858532"/>
                  </a:lnTo>
                  <a:lnTo>
                    <a:pt x="111137" y="851382"/>
                  </a:lnTo>
                  <a:close/>
                </a:path>
                <a:path w="1558289" h="1399539">
                  <a:moveTo>
                    <a:pt x="271818" y="0"/>
                  </a:moveTo>
                  <a:lnTo>
                    <a:pt x="261810" y="0"/>
                  </a:lnTo>
                  <a:lnTo>
                    <a:pt x="261810" y="1260729"/>
                  </a:lnTo>
                  <a:lnTo>
                    <a:pt x="271818" y="1260729"/>
                  </a:lnTo>
                  <a:lnTo>
                    <a:pt x="271818" y="0"/>
                  </a:lnTo>
                  <a:close/>
                </a:path>
                <a:path w="1558289" h="1399539">
                  <a:moveTo>
                    <a:pt x="1557756" y="1026414"/>
                  </a:moveTo>
                  <a:lnTo>
                    <a:pt x="976134" y="1026414"/>
                  </a:lnTo>
                  <a:lnTo>
                    <a:pt x="976134" y="866394"/>
                  </a:lnTo>
                  <a:lnTo>
                    <a:pt x="966139" y="866394"/>
                  </a:lnTo>
                  <a:lnTo>
                    <a:pt x="966139" y="1140714"/>
                  </a:lnTo>
                  <a:lnTo>
                    <a:pt x="730846" y="1140714"/>
                  </a:lnTo>
                  <a:lnTo>
                    <a:pt x="730846" y="1089279"/>
                  </a:lnTo>
                  <a:lnTo>
                    <a:pt x="966139" y="1089279"/>
                  </a:lnTo>
                  <a:lnTo>
                    <a:pt x="966139" y="1083564"/>
                  </a:lnTo>
                  <a:lnTo>
                    <a:pt x="755167" y="1083564"/>
                  </a:lnTo>
                  <a:lnTo>
                    <a:pt x="762774" y="1081493"/>
                  </a:lnTo>
                  <a:lnTo>
                    <a:pt x="770902" y="1077899"/>
                  </a:lnTo>
                  <a:lnTo>
                    <a:pt x="795134" y="1046124"/>
                  </a:lnTo>
                  <a:lnTo>
                    <a:pt x="794943" y="1038885"/>
                  </a:lnTo>
                  <a:lnTo>
                    <a:pt x="792378" y="1033653"/>
                  </a:lnTo>
                  <a:lnTo>
                    <a:pt x="790041" y="1032129"/>
                  </a:lnTo>
                  <a:lnTo>
                    <a:pt x="966139" y="1032129"/>
                  </a:lnTo>
                  <a:lnTo>
                    <a:pt x="966139" y="1026414"/>
                  </a:lnTo>
                  <a:lnTo>
                    <a:pt x="781405" y="1026414"/>
                  </a:lnTo>
                  <a:lnTo>
                    <a:pt x="776376" y="1025080"/>
                  </a:lnTo>
                  <a:lnTo>
                    <a:pt x="767994" y="1025271"/>
                  </a:lnTo>
                  <a:lnTo>
                    <a:pt x="760069" y="1026236"/>
                  </a:lnTo>
                  <a:lnTo>
                    <a:pt x="759460" y="1026414"/>
                  </a:lnTo>
                  <a:lnTo>
                    <a:pt x="744842" y="1026414"/>
                  </a:lnTo>
                  <a:lnTo>
                    <a:pt x="744842" y="1032129"/>
                  </a:lnTo>
                  <a:lnTo>
                    <a:pt x="744639" y="1032230"/>
                  </a:lnTo>
                  <a:lnTo>
                    <a:pt x="737133" y="1037272"/>
                  </a:lnTo>
                  <a:lnTo>
                    <a:pt x="735787" y="1038440"/>
                  </a:lnTo>
                  <a:lnTo>
                    <a:pt x="735787" y="1083564"/>
                  </a:lnTo>
                  <a:lnTo>
                    <a:pt x="730846" y="1083564"/>
                  </a:lnTo>
                  <a:lnTo>
                    <a:pt x="730846" y="1081036"/>
                  </a:lnTo>
                  <a:lnTo>
                    <a:pt x="732840" y="1082611"/>
                  </a:lnTo>
                  <a:lnTo>
                    <a:pt x="735787" y="1083564"/>
                  </a:lnTo>
                  <a:lnTo>
                    <a:pt x="735787" y="1038440"/>
                  </a:lnTo>
                  <a:lnTo>
                    <a:pt x="730440" y="1043076"/>
                  </a:lnTo>
                  <a:lnTo>
                    <a:pt x="725487" y="1049337"/>
                  </a:lnTo>
                  <a:lnTo>
                    <a:pt x="722287" y="1056081"/>
                  </a:lnTo>
                  <a:lnTo>
                    <a:pt x="720839" y="1063269"/>
                  </a:lnTo>
                  <a:lnTo>
                    <a:pt x="720928" y="1066419"/>
                  </a:lnTo>
                  <a:lnTo>
                    <a:pt x="720839" y="1066419"/>
                  </a:lnTo>
                  <a:lnTo>
                    <a:pt x="720839" y="1255014"/>
                  </a:lnTo>
                  <a:lnTo>
                    <a:pt x="549567" y="1255014"/>
                  </a:lnTo>
                  <a:lnTo>
                    <a:pt x="549567" y="1203579"/>
                  </a:lnTo>
                  <a:lnTo>
                    <a:pt x="720839" y="1203579"/>
                  </a:lnTo>
                  <a:lnTo>
                    <a:pt x="720839" y="1197864"/>
                  </a:lnTo>
                  <a:lnTo>
                    <a:pt x="549567" y="1197864"/>
                  </a:lnTo>
                  <a:lnTo>
                    <a:pt x="549567" y="1161897"/>
                  </a:lnTo>
                  <a:lnTo>
                    <a:pt x="549846" y="1160424"/>
                  </a:lnTo>
                  <a:lnTo>
                    <a:pt x="549656" y="1153185"/>
                  </a:lnTo>
                  <a:lnTo>
                    <a:pt x="549567" y="1153007"/>
                  </a:lnTo>
                  <a:lnTo>
                    <a:pt x="549567" y="1146429"/>
                  </a:lnTo>
                  <a:lnTo>
                    <a:pt x="720839" y="1146429"/>
                  </a:lnTo>
                  <a:lnTo>
                    <a:pt x="720839" y="1140714"/>
                  </a:lnTo>
                  <a:lnTo>
                    <a:pt x="549567" y="1140714"/>
                  </a:lnTo>
                  <a:lnTo>
                    <a:pt x="549567" y="1089279"/>
                  </a:lnTo>
                  <a:lnTo>
                    <a:pt x="720839" y="1089279"/>
                  </a:lnTo>
                  <a:lnTo>
                    <a:pt x="720839" y="1083564"/>
                  </a:lnTo>
                  <a:lnTo>
                    <a:pt x="549567" y="1083564"/>
                  </a:lnTo>
                  <a:lnTo>
                    <a:pt x="549567" y="1032129"/>
                  </a:lnTo>
                  <a:lnTo>
                    <a:pt x="744842" y="1032129"/>
                  </a:lnTo>
                  <a:lnTo>
                    <a:pt x="744842" y="1026414"/>
                  </a:lnTo>
                  <a:lnTo>
                    <a:pt x="549567" y="1026414"/>
                  </a:lnTo>
                  <a:lnTo>
                    <a:pt x="549567" y="969264"/>
                  </a:lnTo>
                  <a:lnTo>
                    <a:pt x="539559" y="969264"/>
                  </a:lnTo>
                  <a:lnTo>
                    <a:pt x="539559" y="1255014"/>
                  </a:lnTo>
                  <a:lnTo>
                    <a:pt x="289814" y="1255014"/>
                  </a:lnTo>
                  <a:lnTo>
                    <a:pt x="289814" y="1203579"/>
                  </a:lnTo>
                  <a:lnTo>
                    <a:pt x="539559" y="1203579"/>
                  </a:lnTo>
                  <a:lnTo>
                    <a:pt x="539559" y="1197864"/>
                  </a:lnTo>
                  <a:lnTo>
                    <a:pt x="509879" y="1197864"/>
                  </a:lnTo>
                  <a:lnTo>
                    <a:pt x="517486" y="1195793"/>
                  </a:lnTo>
                  <a:lnTo>
                    <a:pt x="525614" y="1192199"/>
                  </a:lnTo>
                  <a:lnTo>
                    <a:pt x="533565" y="1187284"/>
                  </a:lnTo>
                  <a:lnTo>
                    <a:pt x="539559" y="1182052"/>
                  </a:lnTo>
                  <a:lnTo>
                    <a:pt x="539559" y="1140714"/>
                  </a:lnTo>
                  <a:lnTo>
                    <a:pt x="536117" y="1140714"/>
                  </a:lnTo>
                  <a:lnTo>
                    <a:pt x="531088" y="1139380"/>
                  </a:lnTo>
                  <a:lnTo>
                    <a:pt x="522706" y="1139571"/>
                  </a:lnTo>
                  <a:lnTo>
                    <a:pt x="514769" y="1140536"/>
                  </a:lnTo>
                  <a:lnTo>
                    <a:pt x="514159" y="1140714"/>
                  </a:lnTo>
                  <a:lnTo>
                    <a:pt x="499541" y="1140714"/>
                  </a:lnTo>
                  <a:lnTo>
                    <a:pt x="499541" y="1146429"/>
                  </a:lnTo>
                  <a:lnTo>
                    <a:pt x="499338" y="1146530"/>
                  </a:lnTo>
                  <a:lnTo>
                    <a:pt x="491845" y="1151572"/>
                  </a:lnTo>
                  <a:lnTo>
                    <a:pt x="485140" y="1157376"/>
                  </a:lnTo>
                  <a:lnTo>
                    <a:pt x="480199" y="1163637"/>
                  </a:lnTo>
                  <a:lnTo>
                    <a:pt x="476999" y="1170381"/>
                  </a:lnTo>
                  <a:lnTo>
                    <a:pt x="475551" y="1177569"/>
                  </a:lnTo>
                  <a:lnTo>
                    <a:pt x="475742" y="1184046"/>
                  </a:lnTo>
                  <a:lnTo>
                    <a:pt x="478218" y="1189291"/>
                  </a:lnTo>
                  <a:lnTo>
                    <a:pt x="482981" y="1193292"/>
                  </a:lnTo>
                  <a:lnTo>
                    <a:pt x="487553" y="1196911"/>
                  </a:lnTo>
                  <a:lnTo>
                    <a:pt x="490499" y="1197864"/>
                  </a:lnTo>
                  <a:lnTo>
                    <a:pt x="289814" y="1197864"/>
                  </a:lnTo>
                  <a:lnTo>
                    <a:pt x="289814" y="1146429"/>
                  </a:lnTo>
                  <a:lnTo>
                    <a:pt x="499541" y="1146429"/>
                  </a:lnTo>
                  <a:lnTo>
                    <a:pt x="499541" y="1140714"/>
                  </a:lnTo>
                  <a:lnTo>
                    <a:pt x="289814" y="1140714"/>
                  </a:lnTo>
                  <a:lnTo>
                    <a:pt x="289814" y="1089279"/>
                  </a:lnTo>
                  <a:lnTo>
                    <a:pt x="539559" y="1089279"/>
                  </a:lnTo>
                  <a:lnTo>
                    <a:pt x="539559" y="1083564"/>
                  </a:lnTo>
                  <a:lnTo>
                    <a:pt x="289814" y="1083564"/>
                  </a:lnTo>
                  <a:lnTo>
                    <a:pt x="289814" y="1032129"/>
                  </a:lnTo>
                  <a:lnTo>
                    <a:pt x="539559" y="1032129"/>
                  </a:lnTo>
                  <a:lnTo>
                    <a:pt x="539559" y="1026414"/>
                  </a:lnTo>
                  <a:lnTo>
                    <a:pt x="289814" y="1026414"/>
                  </a:lnTo>
                  <a:lnTo>
                    <a:pt x="289814" y="0"/>
                  </a:lnTo>
                  <a:lnTo>
                    <a:pt x="279819" y="0"/>
                  </a:lnTo>
                  <a:lnTo>
                    <a:pt x="279819" y="1026414"/>
                  </a:lnTo>
                  <a:lnTo>
                    <a:pt x="277114" y="1026414"/>
                  </a:lnTo>
                  <a:lnTo>
                    <a:pt x="277114" y="1032129"/>
                  </a:lnTo>
                  <a:lnTo>
                    <a:pt x="279819" y="1032129"/>
                  </a:lnTo>
                  <a:lnTo>
                    <a:pt x="279819" y="1083564"/>
                  </a:lnTo>
                  <a:lnTo>
                    <a:pt x="277114" y="1083564"/>
                  </a:lnTo>
                  <a:lnTo>
                    <a:pt x="277114" y="1089279"/>
                  </a:lnTo>
                  <a:lnTo>
                    <a:pt x="279819" y="1089279"/>
                  </a:lnTo>
                  <a:lnTo>
                    <a:pt x="279819" y="1140714"/>
                  </a:lnTo>
                  <a:lnTo>
                    <a:pt x="277114" y="1140714"/>
                  </a:lnTo>
                  <a:lnTo>
                    <a:pt x="277114" y="1146429"/>
                  </a:lnTo>
                  <a:lnTo>
                    <a:pt x="279819" y="1146429"/>
                  </a:lnTo>
                  <a:lnTo>
                    <a:pt x="279819" y="1197864"/>
                  </a:lnTo>
                  <a:lnTo>
                    <a:pt x="277114" y="1197864"/>
                  </a:lnTo>
                  <a:lnTo>
                    <a:pt x="277114" y="1203579"/>
                  </a:lnTo>
                  <a:lnTo>
                    <a:pt x="279819" y="1203579"/>
                  </a:lnTo>
                  <a:lnTo>
                    <a:pt x="279819" y="1255014"/>
                  </a:lnTo>
                  <a:lnTo>
                    <a:pt x="277114" y="1255014"/>
                  </a:lnTo>
                  <a:lnTo>
                    <a:pt x="277114" y="1260729"/>
                  </a:lnTo>
                  <a:lnTo>
                    <a:pt x="279819" y="1260729"/>
                  </a:lnTo>
                  <a:lnTo>
                    <a:pt x="289814" y="1260729"/>
                  </a:lnTo>
                  <a:lnTo>
                    <a:pt x="539559" y="1260729"/>
                  </a:lnTo>
                  <a:lnTo>
                    <a:pt x="539559" y="1308582"/>
                  </a:lnTo>
                  <a:lnTo>
                    <a:pt x="459028" y="1308582"/>
                  </a:lnTo>
                  <a:lnTo>
                    <a:pt x="459028" y="1315732"/>
                  </a:lnTo>
                  <a:lnTo>
                    <a:pt x="539559" y="1315732"/>
                  </a:lnTo>
                  <a:lnTo>
                    <a:pt x="539559" y="1342707"/>
                  </a:lnTo>
                  <a:lnTo>
                    <a:pt x="537565" y="1341120"/>
                  </a:lnTo>
                  <a:lnTo>
                    <a:pt x="531088" y="1339405"/>
                  </a:lnTo>
                  <a:lnTo>
                    <a:pt x="522706" y="1339596"/>
                  </a:lnTo>
                  <a:lnTo>
                    <a:pt x="485140" y="1357401"/>
                  </a:lnTo>
                  <a:lnTo>
                    <a:pt x="479209" y="1365732"/>
                  </a:lnTo>
                  <a:lnTo>
                    <a:pt x="459028" y="1365732"/>
                  </a:lnTo>
                  <a:lnTo>
                    <a:pt x="459028" y="1372882"/>
                  </a:lnTo>
                  <a:lnTo>
                    <a:pt x="476491" y="1372882"/>
                  </a:lnTo>
                  <a:lnTo>
                    <a:pt x="475551" y="1377594"/>
                  </a:lnTo>
                  <a:lnTo>
                    <a:pt x="500697" y="1399032"/>
                  </a:lnTo>
                  <a:lnTo>
                    <a:pt x="509181" y="1398079"/>
                  </a:lnTo>
                  <a:lnTo>
                    <a:pt x="545198" y="1375029"/>
                  </a:lnTo>
                  <a:lnTo>
                    <a:pt x="546176" y="1372882"/>
                  </a:lnTo>
                  <a:lnTo>
                    <a:pt x="570179" y="1372882"/>
                  </a:lnTo>
                  <a:lnTo>
                    <a:pt x="570179" y="1365732"/>
                  </a:lnTo>
                  <a:lnTo>
                    <a:pt x="548830" y="1365732"/>
                  </a:lnTo>
                  <a:lnTo>
                    <a:pt x="549846" y="1360449"/>
                  </a:lnTo>
                  <a:lnTo>
                    <a:pt x="549656" y="1353210"/>
                  </a:lnTo>
                  <a:lnTo>
                    <a:pt x="549567" y="1353032"/>
                  </a:lnTo>
                  <a:lnTo>
                    <a:pt x="549567" y="1315732"/>
                  </a:lnTo>
                  <a:lnTo>
                    <a:pt x="570179" y="1315732"/>
                  </a:lnTo>
                  <a:lnTo>
                    <a:pt x="570179" y="1308582"/>
                  </a:lnTo>
                  <a:lnTo>
                    <a:pt x="549567" y="1308582"/>
                  </a:lnTo>
                  <a:lnTo>
                    <a:pt x="549567" y="1260729"/>
                  </a:lnTo>
                  <a:lnTo>
                    <a:pt x="1557756" y="1260729"/>
                  </a:lnTo>
                  <a:lnTo>
                    <a:pt x="1557756" y="1255014"/>
                  </a:lnTo>
                  <a:lnTo>
                    <a:pt x="730846" y="1255014"/>
                  </a:lnTo>
                  <a:lnTo>
                    <a:pt x="730846" y="1203579"/>
                  </a:lnTo>
                  <a:lnTo>
                    <a:pt x="1557756" y="1203579"/>
                  </a:lnTo>
                  <a:lnTo>
                    <a:pt x="1557756" y="1197864"/>
                  </a:lnTo>
                  <a:lnTo>
                    <a:pt x="730846" y="1197864"/>
                  </a:lnTo>
                  <a:lnTo>
                    <a:pt x="730846" y="1146429"/>
                  </a:lnTo>
                  <a:lnTo>
                    <a:pt x="966139" y="1146429"/>
                  </a:lnTo>
                  <a:lnTo>
                    <a:pt x="966139" y="1169289"/>
                  </a:lnTo>
                  <a:lnTo>
                    <a:pt x="976134" y="1169289"/>
                  </a:lnTo>
                  <a:lnTo>
                    <a:pt x="976134" y="1146429"/>
                  </a:lnTo>
                  <a:lnTo>
                    <a:pt x="1557756" y="1146429"/>
                  </a:lnTo>
                  <a:lnTo>
                    <a:pt x="1557756" y="1140714"/>
                  </a:lnTo>
                  <a:lnTo>
                    <a:pt x="976134" y="1140714"/>
                  </a:lnTo>
                  <a:lnTo>
                    <a:pt x="976134" y="1089279"/>
                  </a:lnTo>
                  <a:lnTo>
                    <a:pt x="1557756" y="1089279"/>
                  </a:lnTo>
                  <a:lnTo>
                    <a:pt x="1557756" y="1083564"/>
                  </a:lnTo>
                  <a:lnTo>
                    <a:pt x="976134" y="1083564"/>
                  </a:lnTo>
                  <a:lnTo>
                    <a:pt x="976134" y="1032129"/>
                  </a:lnTo>
                  <a:lnTo>
                    <a:pt x="1557756" y="1032129"/>
                  </a:lnTo>
                  <a:lnTo>
                    <a:pt x="1557756" y="10264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634179" y="1446085"/>
              <a:ext cx="111140" cy="17392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895981" y="621039"/>
              <a:ext cx="1569085" cy="1386840"/>
            </a:xfrm>
            <a:custGeom>
              <a:avLst/>
              <a:gdLst/>
              <a:ahLst/>
              <a:cxnLst/>
              <a:rect l="l" t="t" r="r" b="b"/>
              <a:pathLst>
                <a:path w="1569085" h="1386839">
                  <a:moveTo>
                    <a:pt x="74295" y="1046124"/>
                  </a:moveTo>
                  <a:lnTo>
                    <a:pt x="74104" y="1038885"/>
                  </a:lnTo>
                  <a:lnTo>
                    <a:pt x="71539" y="1033653"/>
                  </a:lnTo>
                  <a:lnTo>
                    <a:pt x="66586" y="1030414"/>
                  </a:lnTo>
                  <a:lnTo>
                    <a:pt x="62014" y="1026795"/>
                  </a:lnTo>
                  <a:lnTo>
                    <a:pt x="55537" y="1025080"/>
                  </a:lnTo>
                  <a:lnTo>
                    <a:pt x="47155" y="1025271"/>
                  </a:lnTo>
                  <a:lnTo>
                    <a:pt x="39217" y="1026236"/>
                  </a:lnTo>
                  <a:lnTo>
                    <a:pt x="4648" y="1049337"/>
                  </a:lnTo>
                  <a:lnTo>
                    <a:pt x="0" y="1063269"/>
                  </a:lnTo>
                  <a:lnTo>
                    <a:pt x="88" y="1066419"/>
                  </a:lnTo>
                  <a:lnTo>
                    <a:pt x="0" y="1255014"/>
                  </a:lnTo>
                  <a:lnTo>
                    <a:pt x="10007" y="1255014"/>
                  </a:lnTo>
                  <a:lnTo>
                    <a:pt x="10007" y="1081036"/>
                  </a:lnTo>
                  <a:lnTo>
                    <a:pt x="12001" y="1082611"/>
                  </a:lnTo>
                  <a:lnTo>
                    <a:pt x="17907" y="1084516"/>
                  </a:lnTo>
                  <a:lnTo>
                    <a:pt x="25146" y="1084707"/>
                  </a:lnTo>
                  <a:lnTo>
                    <a:pt x="33629" y="1083754"/>
                  </a:lnTo>
                  <a:lnTo>
                    <a:pt x="69659" y="1060704"/>
                  </a:lnTo>
                  <a:lnTo>
                    <a:pt x="72847" y="1053693"/>
                  </a:lnTo>
                  <a:lnTo>
                    <a:pt x="74295" y="1046124"/>
                  </a:lnTo>
                  <a:close/>
                </a:path>
                <a:path w="1569085" h="1386839">
                  <a:moveTo>
                    <a:pt x="1568678" y="1026414"/>
                  </a:moveTo>
                  <a:lnTo>
                    <a:pt x="560476" y="1026414"/>
                  </a:lnTo>
                  <a:lnTo>
                    <a:pt x="560476" y="997839"/>
                  </a:lnTo>
                  <a:lnTo>
                    <a:pt x="550481" y="997839"/>
                  </a:lnTo>
                  <a:lnTo>
                    <a:pt x="550481" y="1255014"/>
                  </a:lnTo>
                  <a:lnTo>
                    <a:pt x="359029" y="1255014"/>
                  </a:lnTo>
                  <a:lnTo>
                    <a:pt x="359029" y="1203579"/>
                  </a:lnTo>
                  <a:lnTo>
                    <a:pt x="550481" y="1203579"/>
                  </a:lnTo>
                  <a:lnTo>
                    <a:pt x="550481" y="1197864"/>
                  </a:lnTo>
                  <a:lnTo>
                    <a:pt x="359029" y="1197864"/>
                  </a:lnTo>
                  <a:lnTo>
                    <a:pt x="359029" y="1146429"/>
                  </a:lnTo>
                  <a:lnTo>
                    <a:pt x="550481" y="1146429"/>
                  </a:lnTo>
                  <a:lnTo>
                    <a:pt x="550481" y="1140714"/>
                  </a:lnTo>
                  <a:lnTo>
                    <a:pt x="359029" y="1140714"/>
                  </a:lnTo>
                  <a:lnTo>
                    <a:pt x="359029" y="1089279"/>
                  </a:lnTo>
                  <a:lnTo>
                    <a:pt x="550481" y="1089279"/>
                  </a:lnTo>
                  <a:lnTo>
                    <a:pt x="550481" y="1083564"/>
                  </a:lnTo>
                  <a:lnTo>
                    <a:pt x="359029" y="1083564"/>
                  </a:lnTo>
                  <a:lnTo>
                    <a:pt x="359029" y="1032129"/>
                  </a:lnTo>
                  <a:lnTo>
                    <a:pt x="550481" y="1032129"/>
                  </a:lnTo>
                  <a:lnTo>
                    <a:pt x="550481" y="1026414"/>
                  </a:lnTo>
                  <a:lnTo>
                    <a:pt x="359029" y="1026414"/>
                  </a:lnTo>
                  <a:lnTo>
                    <a:pt x="359029" y="0"/>
                  </a:lnTo>
                  <a:lnTo>
                    <a:pt x="350456" y="0"/>
                  </a:lnTo>
                  <a:lnTo>
                    <a:pt x="350456" y="1026414"/>
                  </a:lnTo>
                  <a:lnTo>
                    <a:pt x="346329" y="1026414"/>
                  </a:lnTo>
                  <a:lnTo>
                    <a:pt x="346329" y="1032129"/>
                  </a:lnTo>
                  <a:lnTo>
                    <a:pt x="350456" y="1032129"/>
                  </a:lnTo>
                  <a:lnTo>
                    <a:pt x="350456" y="1083564"/>
                  </a:lnTo>
                  <a:lnTo>
                    <a:pt x="346329" y="1083564"/>
                  </a:lnTo>
                  <a:lnTo>
                    <a:pt x="346329" y="1089279"/>
                  </a:lnTo>
                  <a:lnTo>
                    <a:pt x="350456" y="1089279"/>
                  </a:lnTo>
                  <a:lnTo>
                    <a:pt x="350456" y="1140714"/>
                  </a:lnTo>
                  <a:lnTo>
                    <a:pt x="346329" y="1140714"/>
                  </a:lnTo>
                  <a:lnTo>
                    <a:pt x="346329" y="1146429"/>
                  </a:lnTo>
                  <a:lnTo>
                    <a:pt x="350456" y="1146429"/>
                  </a:lnTo>
                  <a:lnTo>
                    <a:pt x="350456" y="1197864"/>
                  </a:lnTo>
                  <a:lnTo>
                    <a:pt x="346329" y="1197864"/>
                  </a:lnTo>
                  <a:lnTo>
                    <a:pt x="346329" y="1203579"/>
                  </a:lnTo>
                  <a:lnTo>
                    <a:pt x="350456" y="1203579"/>
                  </a:lnTo>
                  <a:lnTo>
                    <a:pt x="350456" y="1255014"/>
                  </a:lnTo>
                  <a:lnTo>
                    <a:pt x="346329" y="1255014"/>
                  </a:lnTo>
                  <a:lnTo>
                    <a:pt x="346329" y="1260729"/>
                  </a:lnTo>
                  <a:lnTo>
                    <a:pt x="350456" y="1260729"/>
                  </a:lnTo>
                  <a:lnTo>
                    <a:pt x="359029" y="1260729"/>
                  </a:lnTo>
                  <a:lnTo>
                    <a:pt x="550481" y="1260729"/>
                  </a:lnTo>
                  <a:lnTo>
                    <a:pt x="550481" y="1386459"/>
                  </a:lnTo>
                  <a:lnTo>
                    <a:pt x="560476" y="1386459"/>
                  </a:lnTo>
                  <a:lnTo>
                    <a:pt x="560476" y="1260729"/>
                  </a:lnTo>
                  <a:lnTo>
                    <a:pt x="1568678" y="1260729"/>
                  </a:lnTo>
                  <a:lnTo>
                    <a:pt x="1568678" y="1255014"/>
                  </a:lnTo>
                  <a:lnTo>
                    <a:pt x="560476" y="1255014"/>
                  </a:lnTo>
                  <a:lnTo>
                    <a:pt x="560476" y="1203579"/>
                  </a:lnTo>
                  <a:lnTo>
                    <a:pt x="1568678" y="1203579"/>
                  </a:lnTo>
                  <a:lnTo>
                    <a:pt x="1568678" y="1197864"/>
                  </a:lnTo>
                  <a:lnTo>
                    <a:pt x="560476" y="1197864"/>
                  </a:lnTo>
                  <a:lnTo>
                    <a:pt x="560476" y="1146429"/>
                  </a:lnTo>
                  <a:lnTo>
                    <a:pt x="1568678" y="1146429"/>
                  </a:lnTo>
                  <a:lnTo>
                    <a:pt x="1568678" y="1140714"/>
                  </a:lnTo>
                  <a:lnTo>
                    <a:pt x="560476" y="1140714"/>
                  </a:lnTo>
                  <a:lnTo>
                    <a:pt x="560476" y="1089279"/>
                  </a:lnTo>
                  <a:lnTo>
                    <a:pt x="1568678" y="1089279"/>
                  </a:lnTo>
                  <a:lnTo>
                    <a:pt x="1568678" y="1083564"/>
                  </a:lnTo>
                  <a:lnTo>
                    <a:pt x="560476" y="1083564"/>
                  </a:lnTo>
                  <a:lnTo>
                    <a:pt x="560476" y="1032129"/>
                  </a:lnTo>
                  <a:lnTo>
                    <a:pt x="1568678" y="1032129"/>
                  </a:lnTo>
                  <a:lnTo>
                    <a:pt x="1568678" y="10264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26452" y="1929622"/>
              <a:ext cx="150629" cy="16873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26452" y="1737741"/>
              <a:ext cx="130301" cy="16059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627742" y="1516008"/>
              <a:ext cx="255904" cy="360045"/>
            </a:xfrm>
            <a:custGeom>
              <a:avLst/>
              <a:gdLst/>
              <a:ahLst/>
              <a:cxnLst/>
              <a:rect l="l" t="t" r="r" b="b"/>
              <a:pathLst>
                <a:path w="255904" h="360044">
                  <a:moveTo>
                    <a:pt x="74295" y="151155"/>
                  </a:moveTo>
                  <a:lnTo>
                    <a:pt x="74104" y="143916"/>
                  </a:lnTo>
                  <a:lnTo>
                    <a:pt x="71539" y="138684"/>
                  </a:lnTo>
                  <a:lnTo>
                    <a:pt x="66586" y="135445"/>
                  </a:lnTo>
                  <a:lnTo>
                    <a:pt x="62014" y="131826"/>
                  </a:lnTo>
                  <a:lnTo>
                    <a:pt x="55537" y="130111"/>
                  </a:lnTo>
                  <a:lnTo>
                    <a:pt x="47155" y="130302"/>
                  </a:lnTo>
                  <a:lnTo>
                    <a:pt x="39217" y="131267"/>
                  </a:lnTo>
                  <a:lnTo>
                    <a:pt x="4648" y="154368"/>
                  </a:lnTo>
                  <a:lnTo>
                    <a:pt x="0" y="168300"/>
                  </a:lnTo>
                  <a:lnTo>
                    <a:pt x="88" y="171450"/>
                  </a:lnTo>
                  <a:lnTo>
                    <a:pt x="0" y="360045"/>
                  </a:lnTo>
                  <a:lnTo>
                    <a:pt x="10007" y="360045"/>
                  </a:lnTo>
                  <a:lnTo>
                    <a:pt x="10007" y="186067"/>
                  </a:lnTo>
                  <a:lnTo>
                    <a:pt x="12001" y="187642"/>
                  </a:lnTo>
                  <a:lnTo>
                    <a:pt x="17907" y="189547"/>
                  </a:lnTo>
                  <a:lnTo>
                    <a:pt x="25146" y="189738"/>
                  </a:lnTo>
                  <a:lnTo>
                    <a:pt x="33629" y="188785"/>
                  </a:lnTo>
                  <a:lnTo>
                    <a:pt x="69659" y="165735"/>
                  </a:lnTo>
                  <a:lnTo>
                    <a:pt x="72847" y="158724"/>
                  </a:lnTo>
                  <a:lnTo>
                    <a:pt x="74295" y="151155"/>
                  </a:lnTo>
                  <a:close/>
                </a:path>
                <a:path w="255904" h="360044">
                  <a:moveTo>
                    <a:pt x="255295" y="0"/>
                  </a:moveTo>
                  <a:lnTo>
                    <a:pt x="245300" y="0"/>
                  </a:lnTo>
                  <a:lnTo>
                    <a:pt x="245300" y="302895"/>
                  </a:lnTo>
                  <a:lnTo>
                    <a:pt x="255295" y="302895"/>
                  </a:lnTo>
                  <a:lnTo>
                    <a:pt x="2552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817038" y="1474660"/>
              <a:ext cx="150629" cy="22364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118330" y="621039"/>
              <a:ext cx="1801495" cy="1399540"/>
            </a:xfrm>
            <a:custGeom>
              <a:avLst/>
              <a:gdLst/>
              <a:ahLst/>
              <a:cxnLst/>
              <a:rect l="l" t="t" r="r" b="b"/>
              <a:pathLst>
                <a:path w="1801495" h="1399539">
                  <a:moveTo>
                    <a:pt x="74295" y="1046124"/>
                  </a:moveTo>
                  <a:lnTo>
                    <a:pt x="74104" y="1038885"/>
                  </a:lnTo>
                  <a:lnTo>
                    <a:pt x="71539" y="1033653"/>
                  </a:lnTo>
                  <a:lnTo>
                    <a:pt x="66586" y="1030414"/>
                  </a:lnTo>
                  <a:lnTo>
                    <a:pt x="62014" y="1026795"/>
                  </a:lnTo>
                  <a:lnTo>
                    <a:pt x="55537" y="1025080"/>
                  </a:lnTo>
                  <a:lnTo>
                    <a:pt x="47155" y="1025271"/>
                  </a:lnTo>
                  <a:lnTo>
                    <a:pt x="39217" y="1026236"/>
                  </a:lnTo>
                  <a:lnTo>
                    <a:pt x="4648" y="1049337"/>
                  </a:lnTo>
                  <a:lnTo>
                    <a:pt x="0" y="1063269"/>
                  </a:lnTo>
                  <a:lnTo>
                    <a:pt x="88" y="1066419"/>
                  </a:lnTo>
                  <a:lnTo>
                    <a:pt x="0" y="1255014"/>
                  </a:lnTo>
                  <a:lnTo>
                    <a:pt x="10007" y="1255014"/>
                  </a:lnTo>
                  <a:lnTo>
                    <a:pt x="10007" y="1081036"/>
                  </a:lnTo>
                  <a:lnTo>
                    <a:pt x="12001" y="1082611"/>
                  </a:lnTo>
                  <a:lnTo>
                    <a:pt x="17907" y="1084516"/>
                  </a:lnTo>
                  <a:lnTo>
                    <a:pt x="25146" y="1084707"/>
                  </a:lnTo>
                  <a:lnTo>
                    <a:pt x="33629" y="1083754"/>
                  </a:lnTo>
                  <a:lnTo>
                    <a:pt x="69646" y="1060704"/>
                  </a:lnTo>
                  <a:lnTo>
                    <a:pt x="72847" y="1053693"/>
                  </a:lnTo>
                  <a:lnTo>
                    <a:pt x="74295" y="1046124"/>
                  </a:lnTo>
                  <a:close/>
                </a:path>
                <a:path w="1801495" h="1399539">
                  <a:moveTo>
                    <a:pt x="1801482" y="1026414"/>
                  </a:moveTo>
                  <a:lnTo>
                    <a:pt x="1045349" y="1026414"/>
                  </a:lnTo>
                  <a:lnTo>
                    <a:pt x="1045349" y="866394"/>
                  </a:lnTo>
                  <a:lnTo>
                    <a:pt x="1035354" y="866394"/>
                  </a:lnTo>
                  <a:lnTo>
                    <a:pt x="1035354" y="1140714"/>
                  </a:lnTo>
                  <a:lnTo>
                    <a:pt x="800061" y="1140714"/>
                  </a:lnTo>
                  <a:lnTo>
                    <a:pt x="800061" y="1089279"/>
                  </a:lnTo>
                  <a:lnTo>
                    <a:pt x="1035354" y="1089279"/>
                  </a:lnTo>
                  <a:lnTo>
                    <a:pt x="1035354" y="1083564"/>
                  </a:lnTo>
                  <a:lnTo>
                    <a:pt x="824382" y="1083564"/>
                  </a:lnTo>
                  <a:lnTo>
                    <a:pt x="831989" y="1081493"/>
                  </a:lnTo>
                  <a:lnTo>
                    <a:pt x="840117" y="1077899"/>
                  </a:lnTo>
                  <a:lnTo>
                    <a:pt x="864349" y="1046124"/>
                  </a:lnTo>
                  <a:lnTo>
                    <a:pt x="864158" y="1038885"/>
                  </a:lnTo>
                  <a:lnTo>
                    <a:pt x="861593" y="1033653"/>
                  </a:lnTo>
                  <a:lnTo>
                    <a:pt x="859256" y="1032129"/>
                  </a:lnTo>
                  <a:lnTo>
                    <a:pt x="1035354" y="1032129"/>
                  </a:lnTo>
                  <a:lnTo>
                    <a:pt x="1035354" y="1026414"/>
                  </a:lnTo>
                  <a:lnTo>
                    <a:pt x="850620" y="1026414"/>
                  </a:lnTo>
                  <a:lnTo>
                    <a:pt x="845591" y="1025080"/>
                  </a:lnTo>
                  <a:lnTo>
                    <a:pt x="837209" y="1025271"/>
                  </a:lnTo>
                  <a:lnTo>
                    <a:pt x="829271" y="1026236"/>
                  </a:lnTo>
                  <a:lnTo>
                    <a:pt x="828662" y="1026414"/>
                  </a:lnTo>
                  <a:lnTo>
                    <a:pt x="814044" y="1026414"/>
                  </a:lnTo>
                  <a:lnTo>
                    <a:pt x="814044" y="1032129"/>
                  </a:lnTo>
                  <a:lnTo>
                    <a:pt x="813841" y="1032230"/>
                  </a:lnTo>
                  <a:lnTo>
                    <a:pt x="806348" y="1037272"/>
                  </a:lnTo>
                  <a:lnTo>
                    <a:pt x="805002" y="1038440"/>
                  </a:lnTo>
                  <a:lnTo>
                    <a:pt x="805002" y="1083564"/>
                  </a:lnTo>
                  <a:lnTo>
                    <a:pt x="800061" y="1083564"/>
                  </a:lnTo>
                  <a:lnTo>
                    <a:pt x="800061" y="1081036"/>
                  </a:lnTo>
                  <a:lnTo>
                    <a:pt x="802055" y="1082611"/>
                  </a:lnTo>
                  <a:lnTo>
                    <a:pt x="805002" y="1083564"/>
                  </a:lnTo>
                  <a:lnTo>
                    <a:pt x="805002" y="1038440"/>
                  </a:lnTo>
                  <a:lnTo>
                    <a:pt x="799642" y="1043076"/>
                  </a:lnTo>
                  <a:lnTo>
                    <a:pt x="794702" y="1049337"/>
                  </a:lnTo>
                  <a:lnTo>
                    <a:pt x="791502" y="1056081"/>
                  </a:lnTo>
                  <a:lnTo>
                    <a:pt x="790054" y="1063269"/>
                  </a:lnTo>
                  <a:lnTo>
                    <a:pt x="790143" y="1066419"/>
                  </a:lnTo>
                  <a:lnTo>
                    <a:pt x="790054" y="1066419"/>
                  </a:lnTo>
                  <a:lnTo>
                    <a:pt x="790054" y="1255014"/>
                  </a:lnTo>
                  <a:lnTo>
                    <a:pt x="618769" y="1255014"/>
                  </a:lnTo>
                  <a:lnTo>
                    <a:pt x="618769" y="1203579"/>
                  </a:lnTo>
                  <a:lnTo>
                    <a:pt x="790054" y="1203579"/>
                  </a:lnTo>
                  <a:lnTo>
                    <a:pt x="790054" y="1197864"/>
                  </a:lnTo>
                  <a:lnTo>
                    <a:pt x="618769" y="1197864"/>
                  </a:lnTo>
                  <a:lnTo>
                    <a:pt x="618769" y="1161961"/>
                  </a:lnTo>
                  <a:lnTo>
                    <a:pt x="619061" y="1160424"/>
                  </a:lnTo>
                  <a:lnTo>
                    <a:pt x="618871" y="1153185"/>
                  </a:lnTo>
                  <a:lnTo>
                    <a:pt x="618769" y="1152982"/>
                  </a:lnTo>
                  <a:lnTo>
                    <a:pt x="618769" y="1146429"/>
                  </a:lnTo>
                  <a:lnTo>
                    <a:pt x="790054" y="1146429"/>
                  </a:lnTo>
                  <a:lnTo>
                    <a:pt x="790054" y="1140714"/>
                  </a:lnTo>
                  <a:lnTo>
                    <a:pt x="618769" y="1140714"/>
                  </a:lnTo>
                  <a:lnTo>
                    <a:pt x="618769" y="1089279"/>
                  </a:lnTo>
                  <a:lnTo>
                    <a:pt x="790054" y="1089279"/>
                  </a:lnTo>
                  <a:lnTo>
                    <a:pt x="790054" y="1083564"/>
                  </a:lnTo>
                  <a:lnTo>
                    <a:pt x="618769" y="1083564"/>
                  </a:lnTo>
                  <a:lnTo>
                    <a:pt x="618769" y="1032129"/>
                  </a:lnTo>
                  <a:lnTo>
                    <a:pt x="814044" y="1032129"/>
                  </a:lnTo>
                  <a:lnTo>
                    <a:pt x="814044" y="1026414"/>
                  </a:lnTo>
                  <a:lnTo>
                    <a:pt x="618769" y="1026414"/>
                  </a:lnTo>
                  <a:lnTo>
                    <a:pt x="618769" y="969264"/>
                  </a:lnTo>
                  <a:lnTo>
                    <a:pt x="608774" y="969264"/>
                  </a:lnTo>
                  <a:lnTo>
                    <a:pt x="608774" y="1255014"/>
                  </a:lnTo>
                  <a:lnTo>
                    <a:pt x="359029" y="1255014"/>
                  </a:lnTo>
                  <a:lnTo>
                    <a:pt x="359029" y="1203579"/>
                  </a:lnTo>
                  <a:lnTo>
                    <a:pt x="608774" y="1203579"/>
                  </a:lnTo>
                  <a:lnTo>
                    <a:pt x="608774" y="1197864"/>
                  </a:lnTo>
                  <a:lnTo>
                    <a:pt x="579094" y="1197864"/>
                  </a:lnTo>
                  <a:lnTo>
                    <a:pt x="586701" y="1195793"/>
                  </a:lnTo>
                  <a:lnTo>
                    <a:pt x="594817" y="1192199"/>
                  </a:lnTo>
                  <a:lnTo>
                    <a:pt x="602767" y="1187284"/>
                  </a:lnTo>
                  <a:lnTo>
                    <a:pt x="608774" y="1182052"/>
                  </a:lnTo>
                  <a:lnTo>
                    <a:pt x="608774" y="1140714"/>
                  </a:lnTo>
                  <a:lnTo>
                    <a:pt x="605320" y="1140714"/>
                  </a:lnTo>
                  <a:lnTo>
                    <a:pt x="600290" y="1139380"/>
                  </a:lnTo>
                  <a:lnTo>
                    <a:pt x="591908" y="1139571"/>
                  </a:lnTo>
                  <a:lnTo>
                    <a:pt x="583984" y="1140536"/>
                  </a:lnTo>
                  <a:lnTo>
                    <a:pt x="583374" y="1140714"/>
                  </a:lnTo>
                  <a:lnTo>
                    <a:pt x="568756" y="1140714"/>
                  </a:lnTo>
                  <a:lnTo>
                    <a:pt x="568756" y="1146429"/>
                  </a:lnTo>
                  <a:lnTo>
                    <a:pt x="568553" y="1146530"/>
                  </a:lnTo>
                  <a:lnTo>
                    <a:pt x="561047" y="1151572"/>
                  </a:lnTo>
                  <a:lnTo>
                    <a:pt x="554355" y="1157376"/>
                  </a:lnTo>
                  <a:lnTo>
                    <a:pt x="549402" y="1163637"/>
                  </a:lnTo>
                  <a:lnTo>
                    <a:pt x="546214" y="1170381"/>
                  </a:lnTo>
                  <a:lnTo>
                    <a:pt x="544766" y="1177569"/>
                  </a:lnTo>
                  <a:lnTo>
                    <a:pt x="544957" y="1184046"/>
                  </a:lnTo>
                  <a:lnTo>
                    <a:pt x="547433" y="1189291"/>
                  </a:lnTo>
                  <a:lnTo>
                    <a:pt x="552196" y="1193292"/>
                  </a:lnTo>
                  <a:lnTo>
                    <a:pt x="556768" y="1196911"/>
                  </a:lnTo>
                  <a:lnTo>
                    <a:pt x="559714" y="1197864"/>
                  </a:lnTo>
                  <a:lnTo>
                    <a:pt x="359029" y="1197864"/>
                  </a:lnTo>
                  <a:lnTo>
                    <a:pt x="359029" y="1146429"/>
                  </a:lnTo>
                  <a:lnTo>
                    <a:pt x="568756" y="1146429"/>
                  </a:lnTo>
                  <a:lnTo>
                    <a:pt x="568756" y="1140714"/>
                  </a:lnTo>
                  <a:lnTo>
                    <a:pt x="359029" y="1140714"/>
                  </a:lnTo>
                  <a:lnTo>
                    <a:pt x="359029" y="1089279"/>
                  </a:lnTo>
                  <a:lnTo>
                    <a:pt x="608774" y="1089279"/>
                  </a:lnTo>
                  <a:lnTo>
                    <a:pt x="608774" y="1083564"/>
                  </a:lnTo>
                  <a:lnTo>
                    <a:pt x="359029" y="1083564"/>
                  </a:lnTo>
                  <a:lnTo>
                    <a:pt x="359029" y="1032129"/>
                  </a:lnTo>
                  <a:lnTo>
                    <a:pt x="608774" y="1032129"/>
                  </a:lnTo>
                  <a:lnTo>
                    <a:pt x="608774" y="1026414"/>
                  </a:lnTo>
                  <a:lnTo>
                    <a:pt x="359029" y="1026414"/>
                  </a:lnTo>
                  <a:lnTo>
                    <a:pt x="359029" y="0"/>
                  </a:lnTo>
                  <a:lnTo>
                    <a:pt x="350456" y="0"/>
                  </a:lnTo>
                  <a:lnTo>
                    <a:pt x="350456" y="1026414"/>
                  </a:lnTo>
                  <a:lnTo>
                    <a:pt x="346329" y="1026414"/>
                  </a:lnTo>
                  <a:lnTo>
                    <a:pt x="346329" y="1032129"/>
                  </a:lnTo>
                  <a:lnTo>
                    <a:pt x="350456" y="1032129"/>
                  </a:lnTo>
                  <a:lnTo>
                    <a:pt x="350456" y="1083564"/>
                  </a:lnTo>
                  <a:lnTo>
                    <a:pt x="346329" y="1083564"/>
                  </a:lnTo>
                  <a:lnTo>
                    <a:pt x="346329" y="1089279"/>
                  </a:lnTo>
                  <a:lnTo>
                    <a:pt x="350456" y="1089279"/>
                  </a:lnTo>
                  <a:lnTo>
                    <a:pt x="350456" y="1140714"/>
                  </a:lnTo>
                  <a:lnTo>
                    <a:pt x="346329" y="1140714"/>
                  </a:lnTo>
                  <a:lnTo>
                    <a:pt x="346329" y="1146429"/>
                  </a:lnTo>
                  <a:lnTo>
                    <a:pt x="350456" y="1146429"/>
                  </a:lnTo>
                  <a:lnTo>
                    <a:pt x="350456" y="1197864"/>
                  </a:lnTo>
                  <a:lnTo>
                    <a:pt x="346329" y="1197864"/>
                  </a:lnTo>
                  <a:lnTo>
                    <a:pt x="346329" y="1203579"/>
                  </a:lnTo>
                  <a:lnTo>
                    <a:pt x="350456" y="1203579"/>
                  </a:lnTo>
                  <a:lnTo>
                    <a:pt x="350456" y="1255014"/>
                  </a:lnTo>
                  <a:lnTo>
                    <a:pt x="346329" y="1255014"/>
                  </a:lnTo>
                  <a:lnTo>
                    <a:pt x="346329" y="1260729"/>
                  </a:lnTo>
                  <a:lnTo>
                    <a:pt x="350456" y="1260729"/>
                  </a:lnTo>
                  <a:lnTo>
                    <a:pt x="359029" y="1260729"/>
                  </a:lnTo>
                  <a:lnTo>
                    <a:pt x="608774" y="1260729"/>
                  </a:lnTo>
                  <a:lnTo>
                    <a:pt x="608774" y="1308582"/>
                  </a:lnTo>
                  <a:lnTo>
                    <a:pt x="528243" y="1308582"/>
                  </a:lnTo>
                  <a:lnTo>
                    <a:pt x="528243" y="1315732"/>
                  </a:lnTo>
                  <a:lnTo>
                    <a:pt x="608774" y="1315732"/>
                  </a:lnTo>
                  <a:lnTo>
                    <a:pt x="608774" y="1342720"/>
                  </a:lnTo>
                  <a:lnTo>
                    <a:pt x="606767" y="1341120"/>
                  </a:lnTo>
                  <a:lnTo>
                    <a:pt x="600290" y="1339405"/>
                  </a:lnTo>
                  <a:lnTo>
                    <a:pt x="591908" y="1339596"/>
                  </a:lnTo>
                  <a:lnTo>
                    <a:pt x="554355" y="1357401"/>
                  </a:lnTo>
                  <a:lnTo>
                    <a:pt x="548411" y="1365732"/>
                  </a:lnTo>
                  <a:lnTo>
                    <a:pt x="528243" y="1365732"/>
                  </a:lnTo>
                  <a:lnTo>
                    <a:pt x="528243" y="1372882"/>
                  </a:lnTo>
                  <a:lnTo>
                    <a:pt x="545706" y="1372882"/>
                  </a:lnTo>
                  <a:lnTo>
                    <a:pt x="544766" y="1377594"/>
                  </a:lnTo>
                  <a:lnTo>
                    <a:pt x="569912" y="1399032"/>
                  </a:lnTo>
                  <a:lnTo>
                    <a:pt x="578396" y="1398079"/>
                  </a:lnTo>
                  <a:lnTo>
                    <a:pt x="614413" y="1375029"/>
                  </a:lnTo>
                  <a:lnTo>
                    <a:pt x="615391" y="1372882"/>
                  </a:lnTo>
                  <a:lnTo>
                    <a:pt x="639381" y="1372882"/>
                  </a:lnTo>
                  <a:lnTo>
                    <a:pt x="639381" y="1365732"/>
                  </a:lnTo>
                  <a:lnTo>
                    <a:pt x="618045" y="1365732"/>
                  </a:lnTo>
                  <a:lnTo>
                    <a:pt x="619061" y="1360449"/>
                  </a:lnTo>
                  <a:lnTo>
                    <a:pt x="618871" y="1353210"/>
                  </a:lnTo>
                  <a:lnTo>
                    <a:pt x="618769" y="1353007"/>
                  </a:lnTo>
                  <a:lnTo>
                    <a:pt x="618769" y="1315732"/>
                  </a:lnTo>
                  <a:lnTo>
                    <a:pt x="639381" y="1315732"/>
                  </a:lnTo>
                  <a:lnTo>
                    <a:pt x="639381" y="1308582"/>
                  </a:lnTo>
                  <a:lnTo>
                    <a:pt x="618769" y="1308582"/>
                  </a:lnTo>
                  <a:lnTo>
                    <a:pt x="618769" y="1260729"/>
                  </a:lnTo>
                  <a:lnTo>
                    <a:pt x="1801482" y="1260729"/>
                  </a:lnTo>
                  <a:lnTo>
                    <a:pt x="1801482" y="1255014"/>
                  </a:lnTo>
                  <a:lnTo>
                    <a:pt x="800061" y="1255014"/>
                  </a:lnTo>
                  <a:lnTo>
                    <a:pt x="800061" y="1203579"/>
                  </a:lnTo>
                  <a:lnTo>
                    <a:pt x="1801482" y="1203579"/>
                  </a:lnTo>
                  <a:lnTo>
                    <a:pt x="1801482" y="1197864"/>
                  </a:lnTo>
                  <a:lnTo>
                    <a:pt x="800061" y="1197864"/>
                  </a:lnTo>
                  <a:lnTo>
                    <a:pt x="800061" y="1146429"/>
                  </a:lnTo>
                  <a:lnTo>
                    <a:pt x="1035354" y="1146429"/>
                  </a:lnTo>
                  <a:lnTo>
                    <a:pt x="1035354" y="1169289"/>
                  </a:lnTo>
                  <a:lnTo>
                    <a:pt x="1045349" y="1169289"/>
                  </a:lnTo>
                  <a:lnTo>
                    <a:pt x="1045349" y="1146429"/>
                  </a:lnTo>
                  <a:lnTo>
                    <a:pt x="1801482" y="1146429"/>
                  </a:lnTo>
                  <a:lnTo>
                    <a:pt x="1801482" y="1140714"/>
                  </a:lnTo>
                  <a:lnTo>
                    <a:pt x="1045349" y="1140714"/>
                  </a:lnTo>
                  <a:lnTo>
                    <a:pt x="1045349" y="1089279"/>
                  </a:lnTo>
                  <a:lnTo>
                    <a:pt x="1801482" y="1089279"/>
                  </a:lnTo>
                  <a:lnTo>
                    <a:pt x="1801482" y="1083564"/>
                  </a:lnTo>
                  <a:lnTo>
                    <a:pt x="1045349" y="1083564"/>
                  </a:lnTo>
                  <a:lnTo>
                    <a:pt x="1045349" y="1032129"/>
                  </a:lnTo>
                  <a:lnTo>
                    <a:pt x="1801482" y="1032129"/>
                  </a:lnTo>
                  <a:lnTo>
                    <a:pt x="1801482" y="10264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37168" y="1446085"/>
              <a:ext cx="111140" cy="17392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504103" y="621039"/>
              <a:ext cx="1764030" cy="1386840"/>
            </a:xfrm>
            <a:custGeom>
              <a:avLst/>
              <a:gdLst/>
              <a:ahLst/>
              <a:cxnLst/>
              <a:rect l="l" t="t" r="r" b="b"/>
              <a:pathLst>
                <a:path w="1764029" h="1386839">
                  <a:moveTo>
                    <a:pt x="74295" y="1046124"/>
                  </a:moveTo>
                  <a:lnTo>
                    <a:pt x="74104" y="1038885"/>
                  </a:lnTo>
                  <a:lnTo>
                    <a:pt x="71526" y="1033653"/>
                  </a:lnTo>
                  <a:lnTo>
                    <a:pt x="66573" y="1030414"/>
                  </a:lnTo>
                  <a:lnTo>
                    <a:pt x="62001" y="1026795"/>
                  </a:lnTo>
                  <a:lnTo>
                    <a:pt x="55524" y="1025080"/>
                  </a:lnTo>
                  <a:lnTo>
                    <a:pt x="47142" y="1025271"/>
                  </a:lnTo>
                  <a:lnTo>
                    <a:pt x="39217" y="1026236"/>
                  </a:lnTo>
                  <a:lnTo>
                    <a:pt x="4635" y="1049337"/>
                  </a:lnTo>
                  <a:lnTo>
                    <a:pt x="0" y="1063269"/>
                  </a:lnTo>
                  <a:lnTo>
                    <a:pt x="88" y="1066419"/>
                  </a:lnTo>
                  <a:lnTo>
                    <a:pt x="0" y="1255014"/>
                  </a:lnTo>
                  <a:lnTo>
                    <a:pt x="9994" y="1255014"/>
                  </a:lnTo>
                  <a:lnTo>
                    <a:pt x="9994" y="1081024"/>
                  </a:lnTo>
                  <a:lnTo>
                    <a:pt x="12001" y="1082611"/>
                  </a:lnTo>
                  <a:lnTo>
                    <a:pt x="17907" y="1084516"/>
                  </a:lnTo>
                  <a:lnTo>
                    <a:pt x="25146" y="1084707"/>
                  </a:lnTo>
                  <a:lnTo>
                    <a:pt x="33629" y="1083754"/>
                  </a:lnTo>
                  <a:lnTo>
                    <a:pt x="69646" y="1060704"/>
                  </a:lnTo>
                  <a:lnTo>
                    <a:pt x="72847" y="1053693"/>
                  </a:lnTo>
                  <a:lnTo>
                    <a:pt x="74295" y="1046124"/>
                  </a:lnTo>
                  <a:close/>
                </a:path>
                <a:path w="1764029" h="1386839">
                  <a:moveTo>
                    <a:pt x="1763788" y="1026414"/>
                  </a:moveTo>
                  <a:lnTo>
                    <a:pt x="755599" y="1026414"/>
                  </a:lnTo>
                  <a:lnTo>
                    <a:pt x="755599" y="997839"/>
                  </a:lnTo>
                  <a:lnTo>
                    <a:pt x="745591" y="997839"/>
                  </a:lnTo>
                  <a:lnTo>
                    <a:pt x="745591" y="1255014"/>
                  </a:lnTo>
                  <a:lnTo>
                    <a:pt x="428409" y="1255014"/>
                  </a:lnTo>
                  <a:lnTo>
                    <a:pt x="428409" y="1203579"/>
                  </a:lnTo>
                  <a:lnTo>
                    <a:pt x="745591" y="1203579"/>
                  </a:lnTo>
                  <a:lnTo>
                    <a:pt x="745591" y="1197864"/>
                  </a:lnTo>
                  <a:lnTo>
                    <a:pt x="428409" y="1197864"/>
                  </a:lnTo>
                  <a:lnTo>
                    <a:pt x="428409" y="1146429"/>
                  </a:lnTo>
                  <a:lnTo>
                    <a:pt x="745591" y="1146429"/>
                  </a:lnTo>
                  <a:lnTo>
                    <a:pt x="745591" y="1140714"/>
                  </a:lnTo>
                  <a:lnTo>
                    <a:pt x="428409" y="1140714"/>
                  </a:lnTo>
                  <a:lnTo>
                    <a:pt x="428409" y="1089279"/>
                  </a:lnTo>
                  <a:lnTo>
                    <a:pt x="745591" y="1089279"/>
                  </a:lnTo>
                  <a:lnTo>
                    <a:pt x="745591" y="1083564"/>
                  </a:lnTo>
                  <a:lnTo>
                    <a:pt x="428409" y="1083564"/>
                  </a:lnTo>
                  <a:lnTo>
                    <a:pt x="428409" y="1032129"/>
                  </a:lnTo>
                  <a:lnTo>
                    <a:pt x="745591" y="1032129"/>
                  </a:lnTo>
                  <a:lnTo>
                    <a:pt x="745591" y="1026414"/>
                  </a:lnTo>
                  <a:lnTo>
                    <a:pt x="428409" y="1026414"/>
                  </a:lnTo>
                  <a:lnTo>
                    <a:pt x="428409" y="0"/>
                  </a:lnTo>
                  <a:lnTo>
                    <a:pt x="419836" y="0"/>
                  </a:lnTo>
                  <a:lnTo>
                    <a:pt x="419836" y="1026414"/>
                  </a:lnTo>
                  <a:lnTo>
                    <a:pt x="415709" y="1026414"/>
                  </a:lnTo>
                  <a:lnTo>
                    <a:pt x="415709" y="1032129"/>
                  </a:lnTo>
                  <a:lnTo>
                    <a:pt x="419836" y="1032129"/>
                  </a:lnTo>
                  <a:lnTo>
                    <a:pt x="419836" y="1083564"/>
                  </a:lnTo>
                  <a:lnTo>
                    <a:pt x="415709" y="1083564"/>
                  </a:lnTo>
                  <a:lnTo>
                    <a:pt x="415709" y="1089279"/>
                  </a:lnTo>
                  <a:lnTo>
                    <a:pt x="419836" y="1089279"/>
                  </a:lnTo>
                  <a:lnTo>
                    <a:pt x="419836" y="1140714"/>
                  </a:lnTo>
                  <a:lnTo>
                    <a:pt x="415709" y="1140714"/>
                  </a:lnTo>
                  <a:lnTo>
                    <a:pt x="415709" y="1146429"/>
                  </a:lnTo>
                  <a:lnTo>
                    <a:pt x="419836" y="1146429"/>
                  </a:lnTo>
                  <a:lnTo>
                    <a:pt x="419836" y="1197864"/>
                  </a:lnTo>
                  <a:lnTo>
                    <a:pt x="415709" y="1197864"/>
                  </a:lnTo>
                  <a:lnTo>
                    <a:pt x="415709" y="1203579"/>
                  </a:lnTo>
                  <a:lnTo>
                    <a:pt x="419836" y="1203579"/>
                  </a:lnTo>
                  <a:lnTo>
                    <a:pt x="419836" y="1255014"/>
                  </a:lnTo>
                  <a:lnTo>
                    <a:pt x="415709" y="1255014"/>
                  </a:lnTo>
                  <a:lnTo>
                    <a:pt x="415709" y="1260729"/>
                  </a:lnTo>
                  <a:lnTo>
                    <a:pt x="419836" y="1260729"/>
                  </a:lnTo>
                  <a:lnTo>
                    <a:pt x="428409" y="1260729"/>
                  </a:lnTo>
                  <a:lnTo>
                    <a:pt x="745591" y="1260729"/>
                  </a:lnTo>
                  <a:lnTo>
                    <a:pt x="745591" y="1386459"/>
                  </a:lnTo>
                  <a:lnTo>
                    <a:pt x="755599" y="1386459"/>
                  </a:lnTo>
                  <a:lnTo>
                    <a:pt x="755599" y="1260729"/>
                  </a:lnTo>
                  <a:lnTo>
                    <a:pt x="1763788" y="1260729"/>
                  </a:lnTo>
                  <a:lnTo>
                    <a:pt x="1763788" y="1255014"/>
                  </a:lnTo>
                  <a:lnTo>
                    <a:pt x="755599" y="1255014"/>
                  </a:lnTo>
                  <a:lnTo>
                    <a:pt x="755599" y="1203579"/>
                  </a:lnTo>
                  <a:lnTo>
                    <a:pt x="1763788" y="1203579"/>
                  </a:lnTo>
                  <a:lnTo>
                    <a:pt x="1763788" y="1197864"/>
                  </a:lnTo>
                  <a:lnTo>
                    <a:pt x="755599" y="1197864"/>
                  </a:lnTo>
                  <a:lnTo>
                    <a:pt x="755599" y="1146429"/>
                  </a:lnTo>
                  <a:lnTo>
                    <a:pt x="1763788" y="1146429"/>
                  </a:lnTo>
                  <a:lnTo>
                    <a:pt x="1763788" y="1140714"/>
                  </a:lnTo>
                  <a:lnTo>
                    <a:pt x="755599" y="1140714"/>
                  </a:lnTo>
                  <a:lnTo>
                    <a:pt x="755599" y="1089279"/>
                  </a:lnTo>
                  <a:lnTo>
                    <a:pt x="1763788" y="1089279"/>
                  </a:lnTo>
                  <a:lnTo>
                    <a:pt x="1763788" y="1083564"/>
                  </a:lnTo>
                  <a:lnTo>
                    <a:pt x="755599" y="1083564"/>
                  </a:lnTo>
                  <a:lnTo>
                    <a:pt x="755599" y="1032129"/>
                  </a:lnTo>
                  <a:lnTo>
                    <a:pt x="1763788" y="1032129"/>
                  </a:lnTo>
                  <a:lnTo>
                    <a:pt x="1763788" y="10264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129689" y="1929622"/>
              <a:ext cx="150629" cy="16873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29689" y="1737741"/>
              <a:ext cx="130301" cy="160591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430988" y="1516008"/>
              <a:ext cx="255904" cy="360045"/>
            </a:xfrm>
            <a:custGeom>
              <a:avLst/>
              <a:gdLst/>
              <a:ahLst/>
              <a:cxnLst/>
              <a:rect l="l" t="t" r="r" b="b"/>
              <a:pathLst>
                <a:path w="255904" h="360044">
                  <a:moveTo>
                    <a:pt x="74295" y="151155"/>
                  </a:moveTo>
                  <a:lnTo>
                    <a:pt x="74104" y="143916"/>
                  </a:lnTo>
                  <a:lnTo>
                    <a:pt x="71526" y="138684"/>
                  </a:lnTo>
                  <a:lnTo>
                    <a:pt x="66573" y="135445"/>
                  </a:lnTo>
                  <a:lnTo>
                    <a:pt x="62001" y="131826"/>
                  </a:lnTo>
                  <a:lnTo>
                    <a:pt x="55524" y="130111"/>
                  </a:lnTo>
                  <a:lnTo>
                    <a:pt x="47142" y="130302"/>
                  </a:lnTo>
                  <a:lnTo>
                    <a:pt x="39217" y="131267"/>
                  </a:lnTo>
                  <a:lnTo>
                    <a:pt x="4635" y="154368"/>
                  </a:lnTo>
                  <a:lnTo>
                    <a:pt x="0" y="168300"/>
                  </a:lnTo>
                  <a:lnTo>
                    <a:pt x="88" y="171450"/>
                  </a:lnTo>
                  <a:lnTo>
                    <a:pt x="0" y="360045"/>
                  </a:lnTo>
                  <a:lnTo>
                    <a:pt x="9994" y="360045"/>
                  </a:lnTo>
                  <a:lnTo>
                    <a:pt x="9994" y="186055"/>
                  </a:lnTo>
                  <a:lnTo>
                    <a:pt x="12001" y="187642"/>
                  </a:lnTo>
                  <a:lnTo>
                    <a:pt x="17907" y="189547"/>
                  </a:lnTo>
                  <a:lnTo>
                    <a:pt x="25146" y="189738"/>
                  </a:lnTo>
                  <a:lnTo>
                    <a:pt x="33629" y="188785"/>
                  </a:lnTo>
                  <a:lnTo>
                    <a:pt x="69646" y="165735"/>
                  </a:lnTo>
                  <a:lnTo>
                    <a:pt x="72847" y="158724"/>
                  </a:lnTo>
                  <a:lnTo>
                    <a:pt x="74295" y="151155"/>
                  </a:lnTo>
                  <a:close/>
                </a:path>
                <a:path w="255904" h="360044">
                  <a:moveTo>
                    <a:pt x="255295" y="0"/>
                  </a:moveTo>
                  <a:lnTo>
                    <a:pt x="245287" y="0"/>
                  </a:lnTo>
                  <a:lnTo>
                    <a:pt x="245287" y="302895"/>
                  </a:lnTo>
                  <a:lnTo>
                    <a:pt x="255295" y="302895"/>
                  </a:lnTo>
                  <a:lnTo>
                    <a:pt x="2552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20275" y="1474660"/>
              <a:ext cx="150629" cy="223646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921563" y="621039"/>
              <a:ext cx="359410" cy="1261110"/>
            </a:xfrm>
            <a:custGeom>
              <a:avLst/>
              <a:gdLst/>
              <a:ahLst/>
              <a:cxnLst/>
              <a:rect l="l" t="t" r="r" b="b"/>
              <a:pathLst>
                <a:path w="359409" h="1261110">
                  <a:moveTo>
                    <a:pt x="74295" y="1046124"/>
                  </a:moveTo>
                  <a:lnTo>
                    <a:pt x="74104" y="1038885"/>
                  </a:lnTo>
                  <a:lnTo>
                    <a:pt x="71539" y="1033653"/>
                  </a:lnTo>
                  <a:lnTo>
                    <a:pt x="66586" y="1030414"/>
                  </a:lnTo>
                  <a:lnTo>
                    <a:pt x="62014" y="1026795"/>
                  </a:lnTo>
                  <a:lnTo>
                    <a:pt x="55537" y="1025080"/>
                  </a:lnTo>
                  <a:lnTo>
                    <a:pt x="47155" y="1025271"/>
                  </a:lnTo>
                  <a:lnTo>
                    <a:pt x="39230" y="1026236"/>
                  </a:lnTo>
                  <a:lnTo>
                    <a:pt x="4648" y="1049337"/>
                  </a:lnTo>
                  <a:lnTo>
                    <a:pt x="0" y="1063269"/>
                  </a:lnTo>
                  <a:lnTo>
                    <a:pt x="88" y="1066419"/>
                  </a:lnTo>
                  <a:lnTo>
                    <a:pt x="0" y="1255014"/>
                  </a:lnTo>
                  <a:lnTo>
                    <a:pt x="10007" y="1255014"/>
                  </a:lnTo>
                  <a:lnTo>
                    <a:pt x="10007" y="1081036"/>
                  </a:lnTo>
                  <a:lnTo>
                    <a:pt x="12001" y="1082611"/>
                  </a:lnTo>
                  <a:lnTo>
                    <a:pt x="17907" y="1084516"/>
                  </a:lnTo>
                  <a:lnTo>
                    <a:pt x="25146" y="1084707"/>
                  </a:lnTo>
                  <a:lnTo>
                    <a:pt x="33629" y="1083754"/>
                  </a:lnTo>
                  <a:lnTo>
                    <a:pt x="69659" y="1060704"/>
                  </a:lnTo>
                  <a:lnTo>
                    <a:pt x="72847" y="1053693"/>
                  </a:lnTo>
                  <a:lnTo>
                    <a:pt x="74295" y="1046124"/>
                  </a:lnTo>
                  <a:close/>
                </a:path>
                <a:path w="359409" h="1261110">
                  <a:moveTo>
                    <a:pt x="359029" y="0"/>
                  </a:moveTo>
                  <a:lnTo>
                    <a:pt x="350456" y="0"/>
                  </a:lnTo>
                  <a:lnTo>
                    <a:pt x="350456" y="1260729"/>
                  </a:lnTo>
                  <a:lnTo>
                    <a:pt x="359029" y="1260729"/>
                  </a:lnTo>
                  <a:lnTo>
                    <a:pt x="3590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266700" y="341630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117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79387" y="2684526"/>
            <a:ext cx="6115685" cy="1591310"/>
            <a:chOff x="179387" y="2684526"/>
            <a:chExt cx="6115685" cy="1591310"/>
          </a:xfrm>
        </p:grpSpPr>
        <p:sp>
          <p:nvSpPr>
            <p:cNvPr id="58" name="object 58"/>
            <p:cNvSpPr/>
            <p:nvPr/>
          </p:nvSpPr>
          <p:spPr>
            <a:xfrm>
              <a:off x="179387" y="2839411"/>
              <a:ext cx="520065" cy="1436370"/>
            </a:xfrm>
            <a:custGeom>
              <a:avLst/>
              <a:gdLst/>
              <a:ahLst/>
              <a:cxnLst/>
              <a:rect l="l" t="t" r="r" b="b"/>
              <a:pathLst>
                <a:path w="520065" h="1436370">
                  <a:moveTo>
                    <a:pt x="68859" y="76327"/>
                  </a:moveTo>
                  <a:lnTo>
                    <a:pt x="53428" y="112090"/>
                  </a:lnTo>
                  <a:lnTo>
                    <a:pt x="34315" y="165366"/>
                  </a:lnTo>
                  <a:lnTo>
                    <a:pt x="20281" y="218528"/>
                  </a:lnTo>
                  <a:lnTo>
                    <a:pt x="9639" y="283476"/>
                  </a:lnTo>
                  <a:lnTo>
                    <a:pt x="6286" y="342468"/>
                  </a:lnTo>
                  <a:lnTo>
                    <a:pt x="7175" y="370865"/>
                  </a:lnTo>
                  <a:lnTo>
                    <a:pt x="8991" y="399135"/>
                  </a:lnTo>
                  <a:lnTo>
                    <a:pt x="11747" y="427316"/>
                  </a:lnTo>
                  <a:lnTo>
                    <a:pt x="15430" y="455383"/>
                  </a:lnTo>
                  <a:lnTo>
                    <a:pt x="35039" y="577418"/>
                  </a:lnTo>
                  <a:lnTo>
                    <a:pt x="37287" y="593344"/>
                  </a:lnTo>
                  <a:lnTo>
                    <a:pt x="39039" y="608406"/>
                  </a:lnTo>
                  <a:lnTo>
                    <a:pt x="40284" y="622630"/>
                  </a:lnTo>
                  <a:lnTo>
                    <a:pt x="41148" y="643432"/>
                  </a:lnTo>
                  <a:lnTo>
                    <a:pt x="40284" y="660412"/>
                  </a:lnTo>
                  <a:lnTo>
                    <a:pt x="29425" y="707097"/>
                  </a:lnTo>
                  <a:lnTo>
                    <a:pt x="8686" y="743712"/>
                  </a:lnTo>
                  <a:lnTo>
                    <a:pt x="0" y="753795"/>
                  </a:lnTo>
                  <a:lnTo>
                    <a:pt x="0" y="758888"/>
                  </a:lnTo>
                  <a:lnTo>
                    <a:pt x="23406" y="794537"/>
                  </a:lnTo>
                  <a:lnTo>
                    <a:pt x="37465" y="835901"/>
                  </a:lnTo>
                  <a:lnTo>
                    <a:pt x="41148" y="872642"/>
                  </a:lnTo>
                  <a:lnTo>
                    <a:pt x="40474" y="890549"/>
                  </a:lnTo>
                  <a:lnTo>
                    <a:pt x="38785" y="910323"/>
                  </a:lnTo>
                  <a:lnTo>
                    <a:pt x="36055" y="931938"/>
                  </a:lnTo>
                  <a:lnTo>
                    <a:pt x="15430" y="1060259"/>
                  </a:lnTo>
                  <a:lnTo>
                    <a:pt x="11747" y="1088491"/>
                  </a:lnTo>
                  <a:lnTo>
                    <a:pt x="8991" y="1116723"/>
                  </a:lnTo>
                  <a:lnTo>
                    <a:pt x="7175" y="1144943"/>
                  </a:lnTo>
                  <a:lnTo>
                    <a:pt x="6286" y="1173175"/>
                  </a:lnTo>
                  <a:lnTo>
                    <a:pt x="7048" y="1201902"/>
                  </a:lnTo>
                  <a:lnTo>
                    <a:pt x="14046" y="1263662"/>
                  </a:lnTo>
                  <a:lnTo>
                    <a:pt x="28676" y="1330706"/>
                  </a:lnTo>
                  <a:lnTo>
                    <a:pt x="52959" y="1400327"/>
                  </a:lnTo>
                  <a:lnTo>
                    <a:pt x="68859" y="1435925"/>
                  </a:lnTo>
                  <a:lnTo>
                    <a:pt x="68859" y="1431251"/>
                  </a:lnTo>
                  <a:lnTo>
                    <a:pt x="60032" y="1408176"/>
                  </a:lnTo>
                  <a:lnTo>
                    <a:pt x="52146" y="1385201"/>
                  </a:lnTo>
                  <a:lnTo>
                    <a:pt x="39141" y="1339570"/>
                  </a:lnTo>
                  <a:lnTo>
                    <a:pt x="31140" y="1291920"/>
                  </a:lnTo>
                  <a:lnTo>
                    <a:pt x="29425" y="1239812"/>
                  </a:lnTo>
                  <a:lnTo>
                    <a:pt x="30886" y="1214005"/>
                  </a:lnTo>
                  <a:lnTo>
                    <a:pt x="33286" y="1187919"/>
                  </a:lnTo>
                  <a:lnTo>
                    <a:pt x="36601" y="1161580"/>
                  </a:lnTo>
                  <a:lnTo>
                    <a:pt x="40855" y="1134973"/>
                  </a:lnTo>
                  <a:lnTo>
                    <a:pt x="59143" y="1032243"/>
                  </a:lnTo>
                  <a:lnTo>
                    <a:pt x="63068" y="1008100"/>
                  </a:lnTo>
                  <a:lnTo>
                    <a:pt x="66001" y="985342"/>
                  </a:lnTo>
                  <a:lnTo>
                    <a:pt x="67932" y="963955"/>
                  </a:lnTo>
                  <a:lnTo>
                    <a:pt x="68859" y="943952"/>
                  </a:lnTo>
                  <a:lnTo>
                    <a:pt x="67983" y="910932"/>
                  </a:lnTo>
                  <a:lnTo>
                    <a:pt x="60121" y="855535"/>
                  </a:lnTo>
                  <a:lnTo>
                    <a:pt x="43878" y="813028"/>
                  </a:lnTo>
                  <a:lnTo>
                    <a:pt x="13335" y="768705"/>
                  </a:lnTo>
                  <a:lnTo>
                    <a:pt x="2286" y="756335"/>
                  </a:lnTo>
                  <a:lnTo>
                    <a:pt x="13335" y="744740"/>
                  </a:lnTo>
                  <a:lnTo>
                    <a:pt x="40284" y="708367"/>
                  </a:lnTo>
                  <a:lnTo>
                    <a:pt x="60121" y="659904"/>
                  </a:lnTo>
                  <a:lnTo>
                    <a:pt x="67983" y="604939"/>
                  </a:lnTo>
                  <a:lnTo>
                    <a:pt x="68859" y="572109"/>
                  </a:lnTo>
                  <a:lnTo>
                    <a:pt x="67932" y="551929"/>
                  </a:lnTo>
                  <a:lnTo>
                    <a:pt x="66001" y="530415"/>
                  </a:lnTo>
                  <a:lnTo>
                    <a:pt x="63068" y="507568"/>
                  </a:lnTo>
                  <a:lnTo>
                    <a:pt x="59143" y="483400"/>
                  </a:lnTo>
                  <a:lnTo>
                    <a:pt x="40284" y="377710"/>
                  </a:lnTo>
                  <a:lnTo>
                    <a:pt x="36283" y="351790"/>
                  </a:lnTo>
                  <a:lnTo>
                    <a:pt x="33147" y="326237"/>
                  </a:lnTo>
                  <a:lnTo>
                    <a:pt x="30848" y="301066"/>
                  </a:lnTo>
                  <a:lnTo>
                    <a:pt x="29425" y="276250"/>
                  </a:lnTo>
                  <a:lnTo>
                    <a:pt x="29502" y="249618"/>
                  </a:lnTo>
                  <a:lnTo>
                    <a:pt x="34353" y="199529"/>
                  </a:lnTo>
                  <a:lnTo>
                    <a:pt x="46139" y="149390"/>
                  </a:lnTo>
                  <a:lnTo>
                    <a:pt x="60426" y="104394"/>
                  </a:lnTo>
                  <a:lnTo>
                    <a:pt x="68859" y="81419"/>
                  </a:lnTo>
                  <a:lnTo>
                    <a:pt x="68859" y="76327"/>
                  </a:lnTo>
                  <a:close/>
                </a:path>
                <a:path w="520065" h="1436370">
                  <a:moveTo>
                    <a:pt x="5199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434655"/>
                  </a:lnTo>
                  <a:lnTo>
                    <a:pt x="94449" y="1434655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19938" y="309372"/>
                  </a:lnTo>
                  <a:lnTo>
                    <a:pt x="5199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19938" y="252222"/>
                  </a:lnTo>
                  <a:lnTo>
                    <a:pt x="5199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19938" y="195072"/>
                  </a:lnTo>
                  <a:lnTo>
                    <a:pt x="5199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19938" y="137922"/>
                  </a:lnTo>
                  <a:lnTo>
                    <a:pt x="5199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19938" y="80772"/>
                  </a:lnTo>
                  <a:lnTo>
                    <a:pt x="5199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05142" y="2828734"/>
              <a:ext cx="159448" cy="26746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99325" y="2814456"/>
              <a:ext cx="1829435" cy="443230"/>
            </a:xfrm>
            <a:custGeom>
              <a:avLst/>
              <a:gdLst/>
              <a:ahLst/>
              <a:cxnLst/>
              <a:rect l="l" t="t" r="r" b="b"/>
              <a:pathLst>
                <a:path w="1829435" h="443229">
                  <a:moveTo>
                    <a:pt x="1829066" y="100012"/>
                  </a:moveTo>
                  <a:lnTo>
                    <a:pt x="208432" y="100012"/>
                  </a:lnTo>
                  <a:lnTo>
                    <a:pt x="208432" y="70485"/>
                  </a:lnTo>
                  <a:lnTo>
                    <a:pt x="212725" y="72859"/>
                  </a:lnTo>
                  <a:lnTo>
                    <a:pt x="218440" y="74002"/>
                  </a:lnTo>
                  <a:lnTo>
                    <a:pt x="253492" y="63906"/>
                  </a:lnTo>
                  <a:lnTo>
                    <a:pt x="256159" y="62293"/>
                  </a:lnTo>
                  <a:lnTo>
                    <a:pt x="262864" y="56718"/>
                  </a:lnTo>
                  <a:lnTo>
                    <a:pt x="267868" y="50571"/>
                  </a:lnTo>
                  <a:lnTo>
                    <a:pt x="269887" y="46431"/>
                  </a:lnTo>
                  <a:lnTo>
                    <a:pt x="293052" y="46431"/>
                  </a:lnTo>
                  <a:lnTo>
                    <a:pt x="293052" y="39281"/>
                  </a:lnTo>
                  <a:lnTo>
                    <a:pt x="272135" y="39281"/>
                  </a:lnTo>
                  <a:lnTo>
                    <a:pt x="272732" y="36576"/>
                  </a:lnTo>
                  <a:lnTo>
                    <a:pt x="273481" y="27813"/>
                  </a:lnTo>
                  <a:lnTo>
                    <a:pt x="270611" y="20853"/>
                  </a:lnTo>
                  <a:lnTo>
                    <a:pt x="270535" y="20662"/>
                  </a:lnTo>
                  <a:lnTo>
                    <a:pt x="265010" y="16090"/>
                  </a:lnTo>
                  <a:lnTo>
                    <a:pt x="265010" y="25425"/>
                  </a:lnTo>
                  <a:lnTo>
                    <a:pt x="265010" y="29044"/>
                  </a:lnTo>
                  <a:lnTo>
                    <a:pt x="263017" y="33235"/>
                  </a:lnTo>
                  <a:lnTo>
                    <a:pt x="259016" y="37998"/>
                  </a:lnTo>
                  <a:lnTo>
                    <a:pt x="257530" y="39281"/>
                  </a:lnTo>
                  <a:lnTo>
                    <a:pt x="249288" y="39281"/>
                  </a:lnTo>
                  <a:lnTo>
                    <a:pt x="249288" y="46431"/>
                  </a:lnTo>
                  <a:lnTo>
                    <a:pt x="216154" y="63906"/>
                  </a:lnTo>
                  <a:lnTo>
                    <a:pt x="212153" y="63715"/>
                  </a:lnTo>
                  <a:lnTo>
                    <a:pt x="208432" y="63373"/>
                  </a:lnTo>
                  <a:lnTo>
                    <a:pt x="208432" y="54292"/>
                  </a:lnTo>
                  <a:lnTo>
                    <a:pt x="207454" y="54292"/>
                  </a:lnTo>
                  <a:lnTo>
                    <a:pt x="207645" y="53505"/>
                  </a:lnTo>
                  <a:lnTo>
                    <a:pt x="210718" y="48285"/>
                  </a:lnTo>
                  <a:lnTo>
                    <a:pt x="212420" y="46431"/>
                  </a:lnTo>
                  <a:lnTo>
                    <a:pt x="249288" y="46431"/>
                  </a:lnTo>
                  <a:lnTo>
                    <a:pt x="249288" y="39281"/>
                  </a:lnTo>
                  <a:lnTo>
                    <a:pt x="220116" y="39281"/>
                  </a:lnTo>
                  <a:lnTo>
                    <a:pt x="226618" y="33997"/>
                  </a:lnTo>
                  <a:lnTo>
                    <a:pt x="232435" y="30289"/>
                  </a:lnTo>
                  <a:lnTo>
                    <a:pt x="239864" y="26289"/>
                  </a:lnTo>
                  <a:lnTo>
                    <a:pt x="247484" y="22479"/>
                  </a:lnTo>
                  <a:lnTo>
                    <a:pt x="254152" y="20853"/>
                  </a:lnTo>
                  <a:lnTo>
                    <a:pt x="259867" y="21424"/>
                  </a:lnTo>
                  <a:lnTo>
                    <a:pt x="262724" y="21805"/>
                  </a:lnTo>
                  <a:lnTo>
                    <a:pt x="264439" y="23139"/>
                  </a:lnTo>
                  <a:lnTo>
                    <a:pt x="265010" y="25425"/>
                  </a:lnTo>
                  <a:lnTo>
                    <a:pt x="265010" y="16090"/>
                  </a:lnTo>
                  <a:lnTo>
                    <a:pt x="263867" y="15138"/>
                  </a:lnTo>
                  <a:lnTo>
                    <a:pt x="258724" y="12280"/>
                  </a:lnTo>
                  <a:lnTo>
                    <a:pt x="252907" y="11137"/>
                  </a:lnTo>
                  <a:lnTo>
                    <a:pt x="246443" y="11709"/>
                  </a:lnTo>
                  <a:lnTo>
                    <a:pt x="208419" y="28321"/>
                  </a:lnTo>
                  <a:lnTo>
                    <a:pt x="201168" y="39281"/>
                  </a:lnTo>
                  <a:lnTo>
                    <a:pt x="181914" y="39281"/>
                  </a:lnTo>
                  <a:lnTo>
                    <a:pt x="181914" y="46431"/>
                  </a:lnTo>
                  <a:lnTo>
                    <a:pt x="199161" y="46431"/>
                  </a:lnTo>
                  <a:lnTo>
                    <a:pt x="198716" y="48577"/>
                  </a:lnTo>
                  <a:lnTo>
                    <a:pt x="197764" y="57340"/>
                  </a:lnTo>
                  <a:lnTo>
                    <a:pt x="198437" y="58966"/>
                  </a:lnTo>
                  <a:lnTo>
                    <a:pt x="198437" y="100012"/>
                  </a:lnTo>
                  <a:lnTo>
                    <a:pt x="198437" y="271462"/>
                  </a:lnTo>
                  <a:lnTo>
                    <a:pt x="139395" y="271462"/>
                  </a:lnTo>
                  <a:lnTo>
                    <a:pt x="139661" y="270027"/>
                  </a:lnTo>
                  <a:lnTo>
                    <a:pt x="142608" y="265645"/>
                  </a:lnTo>
                  <a:lnTo>
                    <a:pt x="147574" y="262026"/>
                  </a:lnTo>
                  <a:lnTo>
                    <a:pt x="153098" y="257835"/>
                  </a:lnTo>
                  <a:lnTo>
                    <a:pt x="156235" y="252984"/>
                  </a:lnTo>
                  <a:lnTo>
                    <a:pt x="156997" y="247459"/>
                  </a:lnTo>
                  <a:lnTo>
                    <a:pt x="156235" y="243840"/>
                  </a:lnTo>
                  <a:lnTo>
                    <a:pt x="154520" y="240411"/>
                  </a:lnTo>
                  <a:lnTo>
                    <a:pt x="151853" y="237172"/>
                  </a:lnTo>
                  <a:lnTo>
                    <a:pt x="143852" y="228600"/>
                  </a:lnTo>
                  <a:lnTo>
                    <a:pt x="140804" y="224599"/>
                  </a:lnTo>
                  <a:lnTo>
                    <a:pt x="139090" y="221068"/>
                  </a:lnTo>
                  <a:lnTo>
                    <a:pt x="138950" y="220027"/>
                  </a:lnTo>
                  <a:lnTo>
                    <a:pt x="198437" y="220027"/>
                  </a:lnTo>
                  <a:lnTo>
                    <a:pt x="198437" y="214312"/>
                  </a:lnTo>
                  <a:lnTo>
                    <a:pt x="139395" y="214312"/>
                  </a:lnTo>
                  <a:lnTo>
                    <a:pt x="139661" y="212877"/>
                  </a:lnTo>
                  <a:lnTo>
                    <a:pt x="142608" y="208495"/>
                  </a:lnTo>
                  <a:lnTo>
                    <a:pt x="147574" y="204876"/>
                  </a:lnTo>
                  <a:lnTo>
                    <a:pt x="153098" y="200685"/>
                  </a:lnTo>
                  <a:lnTo>
                    <a:pt x="156235" y="195834"/>
                  </a:lnTo>
                  <a:lnTo>
                    <a:pt x="156997" y="190309"/>
                  </a:lnTo>
                  <a:lnTo>
                    <a:pt x="156235" y="186690"/>
                  </a:lnTo>
                  <a:lnTo>
                    <a:pt x="154520" y="183261"/>
                  </a:lnTo>
                  <a:lnTo>
                    <a:pt x="151853" y="180022"/>
                  </a:lnTo>
                  <a:lnTo>
                    <a:pt x="143852" y="171450"/>
                  </a:lnTo>
                  <a:lnTo>
                    <a:pt x="140804" y="167449"/>
                  </a:lnTo>
                  <a:lnTo>
                    <a:pt x="139090" y="163918"/>
                  </a:lnTo>
                  <a:lnTo>
                    <a:pt x="138950" y="162877"/>
                  </a:lnTo>
                  <a:lnTo>
                    <a:pt x="198437" y="162877"/>
                  </a:lnTo>
                  <a:lnTo>
                    <a:pt x="198437" y="157162"/>
                  </a:lnTo>
                  <a:lnTo>
                    <a:pt x="139395" y="157162"/>
                  </a:lnTo>
                  <a:lnTo>
                    <a:pt x="139661" y="155727"/>
                  </a:lnTo>
                  <a:lnTo>
                    <a:pt x="142608" y="151345"/>
                  </a:lnTo>
                  <a:lnTo>
                    <a:pt x="147574" y="147726"/>
                  </a:lnTo>
                  <a:lnTo>
                    <a:pt x="153098" y="143535"/>
                  </a:lnTo>
                  <a:lnTo>
                    <a:pt x="156235" y="138684"/>
                  </a:lnTo>
                  <a:lnTo>
                    <a:pt x="156997" y="133159"/>
                  </a:lnTo>
                  <a:lnTo>
                    <a:pt x="156235" y="129540"/>
                  </a:lnTo>
                  <a:lnTo>
                    <a:pt x="154520" y="126111"/>
                  </a:lnTo>
                  <a:lnTo>
                    <a:pt x="151853" y="122872"/>
                  </a:lnTo>
                  <a:lnTo>
                    <a:pt x="143852" y="114300"/>
                  </a:lnTo>
                  <a:lnTo>
                    <a:pt x="140804" y="110299"/>
                  </a:lnTo>
                  <a:lnTo>
                    <a:pt x="139090" y="106768"/>
                  </a:lnTo>
                  <a:lnTo>
                    <a:pt x="138950" y="105727"/>
                  </a:lnTo>
                  <a:lnTo>
                    <a:pt x="198437" y="105727"/>
                  </a:lnTo>
                  <a:lnTo>
                    <a:pt x="198437" y="100012"/>
                  </a:lnTo>
                  <a:lnTo>
                    <a:pt x="139395" y="100012"/>
                  </a:lnTo>
                  <a:lnTo>
                    <a:pt x="139661" y="98577"/>
                  </a:lnTo>
                  <a:lnTo>
                    <a:pt x="142608" y="94195"/>
                  </a:lnTo>
                  <a:lnTo>
                    <a:pt x="147574" y="90576"/>
                  </a:lnTo>
                  <a:lnTo>
                    <a:pt x="153098" y="86385"/>
                  </a:lnTo>
                  <a:lnTo>
                    <a:pt x="156235" y="81534"/>
                  </a:lnTo>
                  <a:lnTo>
                    <a:pt x="156997" y="76009"/>
                  </a:lnTo>
                  <a:lnTo>
                    <a:pt x="156235" y="72390"/>
                  </a:lnTo>
                  <a:lnTo>
                    <a:pt x="154520" y="68961"/>
                  </a:lnTo>
                  <a:lnTo>
                    <a:pt x="151853" y="65722"/>
                  </a:lnTo>
                  <a:lnTo>
                    <a:pt x="143852" y="57150"/>
                  </a:lnTo>
                  <a:lnTo>
                    <a:pt x="140804" y="53149"/>
                  </a:lnTo>
                  <a:lnTo>
                    <a:pt x="139090" y="49618"/>
                  </a:lnTo>
                  <a:lnTo>
                    <a:pt x="138709" y="46570"/>
                  </a:lnTo>
                  <a:lnTo>
                    <a:pt x="139661" y="41427"/>
                  </a:lnTo>
                  <a:lnTo>
                    <a:pt x="142608" y="37045"/>
                  </a:lnTo>
                  <a:lnTo>
                    <a:pt x="147574" y="33426"/>
                  </a:lnTo>
                  <a:lnTo>
                    <a:pt x="153098" y="29235"/>
                  </a:lnTo>
                  <a:lnTo>
                    <a:pt x="156235" y="24384"/>
                  </a:lnTo>
                  <a:lnTo>
                    <a:pt x="156997" y="18859"/>
                  </a:lnTo>
                  <a:lnTo>
                    <a:pt x="156235" y="15240"/>
                  </a:lnTo>
                  <a:lnTo>
                    <a:pt x="154520" y="11811"/>
                  </a:lnTo>
                  <a:lnTo>
                    <a:pt x="151853" y="8572"/>
                  </a:lnTo>
                  <a:lnTo>
                    <a:pt x="143852" y="0"/>
                  </a:lnTo>
                  <a:lnTo>
                    <a:pt x="139852" y="0"/>
                  </a:lnTo>
                  <a:lnTo>
                    <a:pt x="142709" y="2857"/>
                  </a:lnTo>
                  <a:lnTo>
                    <a:pt x="144526" y="6477"/>
                  </a:lnTo>
                  <a:lnTo>
                    <a:pt x="130898" y="27813"/>
                  </a:lnTo>
                  <a:lnTo>
                    <a:pt x="127749" y="32575"/>
                  </a:lnTo>
                  <a:lnTo>
                    <a:pt x="127000" y="38290"/>
                  </a:lnTo>
                  <a:lnTo>
                    <a:pt x="127749" y="41910"/>
                  </a:lnTo>
                  <a:lnTo>
                    <a:pt x="129463" y="45339"/>
                  </a:lnTo>
                  <a:lnTo>
                    <a:pt x="132143" y="48577"/>
                  </a:lnTo>
                  <a:lnTo>
                    <a:pt x="139852" y="57150"/>
                  </a:lnTo>
                  <a:lnTo>
                    <a:pt x="142709" y="60007"/>
                  </a:lnTo>
                  <a:lnTo>
                    <a:pt x="144526" y="63627"/>
                  </a:lnTo>
                  <a:lnTo>
                    <a:pt x="130898" y="84963"/>
                  </a:lnTo>
                  <a:lnTo>
                    <a:pt x="127749" y="89725"/>
                  </a:lnTo>
                  <a:lnTo>
                    <a:pt x="127000" y="95440"/>
                  </a:lnTo>
                  <a:lnTo>
                    <a:pt x="127749" y="99060"/>
                  </a:lnTo>
                  <a:lnTo>
                    <a:pt x="128219" y="100012"/>
                  </a:lnTo>
                  <a:lnTo>
                    <a:pt x="0" y="100012"/>
                  </a:lnTo>
                  <a:lnTo>
                    <a:pt x="0" y="105727"/>
                  </a:lnTo>
                  <a:lnTo>
                    <a:pt x="132143" y="105727"/>
                  </a:lnTo>
                  <a:lnTo>
                    <a:pt x="139852" y="114300"/>
                  </a:lnTo>
                  <a:lnTo>
                    <a:pt x="142709" y="117157"/>
                  </a:lnTo>
                  <a:lnTo>
                    <a:pt x="144526" y="120777"/>
                  </a:lnTo>
                  <a:lnTo>
                    <a:pt x="145288" y="125158"/>
                  </a:lnTo>
                  <a:lnTo>
                    <a:pt x="144322" y="130111"/>
                  </a:lnTo>
                  <a:lnTo>
                    <a:pt x="141376" y="134493"/>
                  </a:lnTo>
                  <a:lnTo>
                    <a:pt x="136423" y="138303"/>
                  </a:lnTo>
                  <a:lnTo>
                    <a:pt x="130898" y="142113"/>
                  </a:lnTo>
                  <a:lnTo>
                    <a:pt x="127749" y="146875"/>
                  </a:lnTo>
                  <a:lnTo>
                    <a:pt x="127000" y="152590"/>
                  </a:lnTo>
                  <a:lnTo>
                    <a:pt x="127749" y="156210"/>
                  </a:lnTo>
                  <a:lnTo>
                    <a:pt x="128219" y="157162"/>
                  </a:lnTo>
                  <a:lnTo>
                    <a:pt x="0" y="157162"/>
                  </a:lnTo>
                  <a:lnTo>
                    <a:pt x="0" y="162877"/>
                  </a:lnTo>
                  <a:lnTo>
                    <a:pt x="132143" y="162877"/>
                  </a:lnTo>
                  <a:lnTo>
                    <a:pt x="139852" y="171450"/>
                  </a:lnTo>
                  <a:lnTo>
                    <a:pt x="142709" y="174307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4322" y="187261"/>
                  </a:lnTo>
                  <a:lnTo>
                    <a:pt x="141376" y="191643"/>
                  </a:lnTo>
                  <a:lnTo>
                    <a:pt x="136423" y="195453"/>
                  </a:lnTo>
                  <a:lnTo>
                    <a:pt x="130898" y="199263"/>
                  </a:lnTo>
                  <a:lnTo>
                    <a:pt x="127749" y="204025"/>
                  </a:lnTo>
                  <a:lnTo>
                    <a:pt x="127000" y="209740"/>
                  </a:lnTo>
                  <a:lnTo>
                    <a:pt x="127749" y="213360"/>
                  </a:lnTo>
                  <a:lnTo>
                    <a:pt x="128219" y="214312"/>
                  </a:lnTo>
                  <a:lnTo>
                    <a:pt x="0" y="214312"/>
                  </a:lnTo>
                  <a:lnTo>
                    <a:pt x="0" y="220027"/>
                  </a:lnTo>
                  <a:lnTo>
                    <a:pt x="132143" y="220027"/>
                  </a:lnTo>
                  <a:lnTo>
                    <a:pt x="139852" y="228600"/>
                  </a:lnTo>
                  <a:lnTo>
                    <a:pt x="142709" y="231457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4322" y="244411"/>
                  </a:lnTo>
                  <a:lnTo>
                    <a:pt x="141376" y="248793"/>
                  </a:lnTo>
                  <a:lnTo>
                    <a:pt x="136423" y="252603"/>
                  </a:lnTo>
                  <a:lnTo>
                    <a:pt x="130898" y="256413"/>
                  </a:lnTo>
                  <a:lnTo>
                    <a:pt x="127749" y="261175"/>
                  </a:lnTo>
                  <a:lnTo>
                    <a:pt x="127000" y="266890"/>
                  </a:lnTo>
                  <a:lnTo>
                    <a:pt x="127749" y="270510"/>
                  </a:lnTo>
                  <a:lnTo>
                    <a:pt x="128219" y="271462"/>
                  </a:lnTo>
                  <a:lnTo>
                    <a:pt x="0" y="271462"/>
                  </a:lnTo>
                  <a:lnTo>
                    <a:pt x="0" y="277177"/>
                  </a:lnTo>
                  <a:lnTo>
                    <a:pt x="132143" y="277177"/>
                  </a:lnTo>
                  <a:lnTo>
                    <a:pt x="139852" y="285750"/>
                  </a:lnTo>
                  <a:lnTo>
                    <a:pt x="143852" y="285750"/>
                  </a:lnTo>
                  <a:lnTo>
                    <a:pt x="140804" y="281749"/>
                  </a:lnTo>
                  <a:lnTo>
                    <a:pt x="139090" y="278218"/>
                  </a:lnTo>
                  <a:lnTo>
                    <a:pt x="138950" y="277177"/>
                  </a:lnTo>
                  <a:lnTo>
                    <a:pt x="198437" y="277177"/>
                  </a:lnTo>
                  <a:lnTo>
                    <a:pt x="198437" y="328612"/>
                  </a:lnTo>
                  <a:lnTo>
                    <a:pt x="0" y="328612"/>
                  </a:lnTo>
                  <a:lnTo>
                    <a:pt x="0" y="334327"/>
                  </a:lnTo>
                  <a:lnTo>
                    <a:pt x="198437" y="334327"/>
                  </a:lnTo>
                  <a:lnTo>
                    <a:pt x="198437" y="442912"/>
                  </a:lnTo>
                  <a:lnTo>
                    <a:pt x="208432" y="442912"/>
                  </a:lnTo>
                  <a:lnTo>
                    <a:pt x="208432" y="334327"/>
                  </a:lnTo>
                  <a:lnTo>
                    <a:pt x="1829066" y="334327"/>
                  </a:lnTo>
                  <a:lnTo>
                    <a:pt x="1829066" y="328612"/>
                  </a:lnTo>
                  <a:lnTo>
                    <a:pt x="208432" y="328612"/>
                  </a:lnTo>
                  <a:lnTo>
                    <a:pt x="208432" y="277177"/>
                  </a:lnTo>
                  <a:lnTo>
                    <a:pt x="1829066" y="277177"/>
                  </a:lnTo>
                  <a:lnTo>
                    <a:pt x="1829066" y="271462"/>
                  </a:lnTo>
                  <a:lnTo>
                    <a:pt x="208432" y="271462"/>
                  </a:lnTo>
                  <a:lnTo>
                    <a:pt x="208432" y="220027"/>
                  </a:lnTo>
                  <a:lnTo>
                    <a:pt x="1829066" y="220027"/>
                  </a:lnTo>
                  <a:lnTo>
                    <a:pt x="1829066" y="214312"/>
                  </a:lnTo>
                  <a:lnTo>
                    <a:pt x="208432" y="214312"/>
                  </a:lnTo>
                  <a:lnTo>
                    <a:pt x="208432" y="162877"/>
                  </a:lnTo>
                  <a:lnTo>
                    <a:pt x="1829066" y="162877"/>
                  </a:lnTo>
                  <a:lnTo>
                    <a:pt x="1829066" y="157162"/>
                  </a:lnTo>
                  <a:lnTo>
                    <a:pt x="208432" y="157162"/>
                  </a:lnTo>
                  <a:lnTo>
                    <a:pt x="208432" y="105727"/>
                  </a:lnTo>
                  <a:lnTo>
                    <a:pt x="1829066" y="105727"/>
                  </a:lnTo>
                  <a:lnTo>
                    <a:pt x="1829066" y="100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97096" y="2911316"/>
              <a:ext cx="75723" cy="17716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244447" y="2770260"/>
              <a:ext cx="2294255" cy="516255"/>
            </a:xfrm>
            <a:custGeom>
              <a:avLst/>
              <a:gdLst/>
              <a:ahLst/>
              <a:cxnLst/>
              <a:rect l="l" t="t" r="r" b="b"/>
              <a:pathLst>
                <a:path w="2294254" h="516254">
                  <a:moveTo>
                    <a:pt x="614210" y="422402"/>
                  </a:moveTo>
                  <a:lnTo>
                    <a:pt x="609917" y="422402"/>
                  </a:lnTo>
                  <a:lnTo>
                    <a:pt x="609346" y="427355"/>
                  </a:lnTo>
                  <a:lnTo>
                    <a:pt x="606971" y="430022"/>
                  </a:lnTo>
                  <a:lnTo>
                    <a:pt x="602780" y="430403"/>
                  </a:lnTo>
                  <a:lnTo>
                    <a:pt x="599922" y="430212"/>
                  </a:lnTo>
                  <a:lnTo>
                    <a:pt x="597535" y="428967"/>
                  </a:lnTo>
                  <a:lnTo>
                    <a:pt x="595630" y="426681"/>
                  </a:lnTo>
                  <a:lnTo>
                    <a:pt x="588200" y="423252"/>
                  </a:lnTo>
                  <a:lnTo>
                    <a:pt x="584200" y="423824"/>
                  </a:lnTo>
                  <a:lnTo>
                    <a:pt x="581152" y="424967"/>
                  </a:lnTo>
                  <a:lnTo>
                    <a:pt x="579056" y="426681"/>
                  </a:lnTo>
                  <a:lnTo>
                    <a:pt x="573913" y="431253"/>
                  </a:lnTo>
                  <a:lnTo>
                    <a:pt x="570865" y="428777"/>
                  </a:lnTo>
                  <a:lnTo>
                    <a:pt x="570674" y="426110"/>
                  </a:lnTo>
                  <a:lnTo>
                    <a:pt x="573341" y="423252"/>
                  </a:lnTo>
                  <a:lnTo>
                    <a:pt x="568769" y="423252"/>
                  </a:lnTo>
                  <a:lnTo>
                    <a:pt x="560489" y="450113"/>
                  </a:lnTo>
                  <a:lnTo>
                    <a:pt x="565061" y="450113"/>
                  </a:lnTo>
                  <a:lnTo>
                    <a:pt x="566775" y="442874"/>
                  </a:lnTo>
                  <a:lnTo>
                    <a:pt x="570776" y="438302"/>
                  </a:lnTo>
                  <a:lnTo>
                    <a:pt x="577062" y="436397"/>
                  </a:lnTo>
                  <a:lnTo>
                    <a:pt x="583628" y="438404"/>
                  </a:lnTo>
                  <a:lnTo>
                    <a:pt x="585533" y="439737"/>
                  </a:lnTo>
                  <a:lnTo>
                    <a:pt x="587540" y="440778"/>
                  </a:lnTo>
                  <a:lnTo>
                    <a:pt x="589635" y="441540"/>
                  </a:lnTo>
                  <a:lnTo>
                    <a:pt x="592683" y="442493"/>
                  </a:lnTo>
                  <a:lnTo>
                    <a:pt x="598106" y="439635"/>
                  </a:lnTo>
                  <a:lnTo>
                    <a:pt x="605917" y="432968"/>
                  </a:lnTo>
                  <a:lnTo>
                    <a:pt x="606488" y="433260"/>
                  </a:lnTo>
                  <a:lnTo>
                    <a:pt x="602488" y="442023"/>
                  </a:lnTo>
                  <a:lnTo>
                    <a:pt x="598398" y="448398"/>
                  </a:lnTo>
                  <a:lnTo>
                    <a:pt x="594207" y="452399"/>
                  </a:lnTo>
                  <a:lnTo>
                    <a:pt x="579920" y="468401"/>
                  </a:lnTo>
                  <a:lnTo>
                    <a:pt x="571919" y="479259"/>
                  </a:lnTo>
                  <a:lnTo>
                    <a:pt x="569252" y="483260"/>
                  </a:lnTo>
                  <a:lnTo>
                    <a:pt x="567537" y="487172"/>
                  </a:lnTo>
                  <a:lnTo>
                    <a:pt x="566775" y="490982"/>
                  </a:lnTo>
                  <a:lnTo>
                    <a:pt x="588772" y="490982"/>
                  </a:lnTo>
                  <a:lnTo>
                    <a:pt x="589762" y="483171"/>
                  </a:lnTo>
                  <a:lnTo>
                    <a:pt x="591566" y="475475"/>
                  </a:lnTo>
                  <a:lnTo>
                    <a:pt x="594182" y="467893"/>
                  </a:lnTo>
                  <a:lnTo>
                    <a:pt x="597636" y="460400"/>
                  </a:lnTo>
                  <a:lnTo>
                    <a:pt x="603173" y="451599"/>
                  </a:lnTo>
                  <a:lnTo>
                    <a:pt x="607771" y="442328"/>
                  </a:lnTo>
                  <a:lnTo>
                    <a:pt x="611454" y="432600"/>
                  </a:lnTo>
                  <a:lnTo>
                    <a:pt x="614210" y="422402"/>
                  </a:lnTo>
                  <a:close/>
                </a:path>
                <a:path w="2294254" h="516254">
                  <a:moveTo>
                    <a:pt x="1245171" y="249643"/>
                  </a:moveTo>
                  <a:lnTo>
                    <a:pt x="1244981" y="242404"/>
                  </a:lnTo>
                  <a:lnTo>
                    <a:pt x="1242415" y="237172"/>
                  </a:lnTo>
                  <a:lnTo>
                    <a:pt x="1237462" y="233934"/>
                  </a:lnTo>
                  <a:lnTo>
                    <a:pt x="1232890" y="230314"/>
                  </a:lnTo>
                  <a:lnTo>
                    <a:pt x="1226413" y="228600"/>
                  </a:lnTo>
                  <a:lnTo>
                    <a:pt x="1218031" y="228790"/>
                  </a:lnTo>
                  <a:lnTo>
                    <a:pt x="1210094" y="229755"/>
                  </a:lnTo>
                  <a:lnTo>
                    <a:pt x="1175524" y="252857"/>
                  </a:lnTo>
                  <a:lnTo>
                    <a:pt x="1170876" y="266788"/>
                  </a:lnTo>
                  <a:lnTo>
                    <a:pt x="1170965" y="269938"/>
                  </a:lnTo>
                  <a:lnTo>
                    <a:pt x="1170876" y="358432"/>
                  </a:lnTo>
                  <a:lnTo>
                    <a:pt x="1170876" y="387045"/>
                  </a:lnTo>
                  <a:lnTo>
                    <a:pt x="1170876" y="401345"/>
                  </a:lnTo>
                  <a:lnTo>
                    <a:pt x="1078014" y="396748"/>
                  </a:lnTo>
                  <a:lnTo>
                    <a:pt x="1078014" y="382447"/>
                  </a:lnTo>
                  <a:lnTo>
                    <a:pt x="1170876" y="387045"/>
                  </a:lnTo>
                  <a:lnTo>
                    <a:pt x="1170876" y="358432"/>
                  </a:lnTo>
                  <a:lnTo>
                    <a:pt x="1078014" y="353847"/>
                  </a:lnTo>
                  <a:lnTo>
                    <a:pt x="1078014" y="255981"/>
                  </a:lnTo>
                  <a:lnTo>
                    <a:pt x="1080008" y="257556"/>
                  </a:lnTo>
                  <a:lnTo>
                    <a:pt x="1085913" y="259461"/>
                  </a:lnTo>
                  <a:lnTo>
                    <a:pt x="1126020" y="247929"/>
                  </a:lnTo>
                  <a:lnTo>
                    <a:pt x="1142301" y="221068"/>
                  </a:lnTo>
                  <a:lnTo>
                    <a:pt x="1142111" y="213829"/>
                  </a:lnTo>
                  <a:lnTo>
                    <a:pt x="1139545" y="208597"/>
                  </a:lnTo>
                  <a:lnTo>
                    <a:pt x="1134592" y="205359"/>
                  </a:lnTo>
                  <a:lnTo>
                    <a:pt x="1130020" y="201739"/>
                  </a:lnTo>
                  <a:lnTo>
                    <a:pt x="1123543" y="200025"/>
                  </a:lnTo>
                  <a:lnTo>
                    <a:pt x="1115161" y="200215"/>
                  </a:lnTo>
                  <a:lnTo>
                    <a:pt x="1107224" y="201180"/>
                  </a:lnTo>
                  <a:lnTo>
                    <a:pt x="1072654" y="224282"/>
                  </a:lnTo>
                  <a:lnTo>
                    <a:pt x="1068006" y="238213"/>
                  </a:lnTo>
                  <a:lnTo>
                    <a:pt x="1068095" y="241363"/>
                  </a:lnTo>
                  <a:lnTo>
                    <a:pt x="1068006" y="353339"/>
                  </a:lnTo>
                  <a:lnTo>
                    <a:pt x="1068006" y="381952"/>
                  </a:lnTo>
                  <a:lnTo>
                    <a:pt x="1068006" y="396252"/>
                  </a:lnTo>
                  <a:lnTo>
                    <a:pt x="975144" y="391655"/>
                  </a:lnTo>
                  <a:lnTo>
                    <a:pt x="975144" y="377355"/>
                  </a:lnTo>
                  <a:lnTo>
                    <a:pt x="1068006" y="381952"/>
                  </a:lnTo>
                  <a:lnTo>
                    <a:pt x="1068006" y="353339"/>
                  </a:lnTo>
                  <a:lnTo>
                    <a:pt x="975144" y="348754"/>
                  </a:lnTo>
                  <a:lnTo>
                    <a:pt x="975144" y="227406"/>
                  </a:lnTo>
                  <a:lnTo>
                    <a:pt x="977138" y="228981"/>
                  </a:lnTo>
                  <a:lnTo>
                    <a:pt x="983043" y="230886"/>
                  </a:lnTo>
                  <a:lnTo>
                    <a:pt x="1023150" y="219354"/>
                  </a:lnTo>
                  <a:lnTo>
                    <a:pt x="1039431" y="192493"/>
                  </a:lnTo>
                  <a:lnTo>
                    <a:pt x="1039241" y="185254"/>
                  </a:lnTo>
                  <a:lnTo>
                    <a:pt x="1036675" y="180022"/>
                  </a:lnTo>
                  <a:lnTo>
                    <a:pt x="1031722" y="176784"/>
                  </a:lnTo>
                  <a:lnTo>
                    <a:pt x="1027150" y="173164"/>
                  </a:lnTo>
                  <a:lnTo>
                    <a:pt x="1020673" y="171450"/>
                  </a:lnTo>
                  <a:lnTo>
                    <a:pt x="1012291" y="171640"/>
                  </a:lnTo>
                  <a:lnTo>
                    <a:pt x="1004354" y="172605"/>
                  </a:lnTo>
                  <a:lnTo>
                    <a:pt x="969784" y="195707"/>
                  </a:lnTo>
                  <a:lnTo>
                    <a:pt x="965136" y="209638"/>
                  </a:lnTo>
                  <a:lnTo>
                    <a:pt x="965225" y="212788"/>
                  </a:lnTo>
                  <a:lnTo>
                    <a:pt x="965136" y="348246"/>
                  </a:lnTo>
                  <a:lnTo>
                    <a:pt x="965136" y="376859"/>
                  </a:lnTo>
                  <a:lnTo>
                    <a:pt x="965136" y="391160"/>
                  </a:lnTo>
                  <a:lnTo>
                    <a:pt x="872274" y="386562"/>
                  </a:lnTo>
                  <a:lnTo>
                    <a:pt x="872274" y="372262"/>
                  </a:lnTo>
                  <a:lnTo>
                    <a:pt x="965136" y="376859"/>
                  </a:lnTo>
                  <a:lnTo>
                    <a:pt x="965136" y="348246"/>
                  </a:lnTo>
                  <a:lnTo>
                    <a:pt x="872274" y="343662"/>
                  </a:lnTo>
                  <a:lnTo>
                    <a:pt x="872274" y="198831"/>
                  </a:lnTo>
                  <a:lnTo>
                    <a:pt x="874268" y="200406"/>
                  </a:lnTo>
                  <a:lnTo>
                    <a:pt x="880173" y="202311"/>
                  </a:lnTo>
                  <a:lnTo>
                    <a:pt x="920280" y="190779"/>
                  </a:lnTo>
                  <a:lnTo>
                    <a:pt x="936561" y="163918"/>
                  </a:lnTo>
                  <a:lnTo>
                    <a:pt x="936371" y="156679"/>
                  </a:lnTo>
                  <a:lnTo>
                    <a:pt x="933805" y="151447"/>
                  </a:lnTo>
                  <a:lnTo>
                    <a:pt x="928852" y="148209"/>
                  </a:lnTo>
                  <a:lnTo>
                    <a:pt x="924280" y="144589"/>
                  </a:lnTo>
                  <a:lnTo>
                    <a:pt x="917803" y="142875"/>
                  </a:lnTo>
                  <a:lnTo>
                    <a:pt x="909421" y="143065"/>
                  </a:lnTo>
                  <a:lnTo>
                    <a:pt x="901484" y="144030"/>
                  </a:lnTo>
                  <a:lnTo>
                    <a:pt x="866914" y="167132"/>
                  </a:lnTo>
                  <a:lnTo>
                    <a:pt x="862266" y="181063"/>
                  </a:lnTo>
                  <a:lnTo>
                    <a:pt x="862355" y="184213"/>
                  </a:lnTo>
                  <a:lnTo>
                    <a:pt x="862266" y="343154"/>
                  </a:lnTo>
                  <a:lnTo>
                    <a:pt x="862266" y="371767"/>
                  </a:lnTo>
                  <a:lnTo>
                    <a:pt x="862266" y="386067"/>
                  </a:lnTo>
                  <a:lnTo>
                    <a:pt x="769404" y="381469"/>
                  </a:lnTo>
                  <a:lnTo>
                    <a:pt x="769404" y="367169"/>
                  </a:lnTo>
                  <a:lnTo>
                    <a:pt x="862266" y="371767"/>
                  </a:lnTo>
                  <a:lnTo>
                    <a:pt x="862266" y="343154"/>
                  </a:lnTo>
                  <a:lnTo>
                    <a:pt x="769404" y="338569"/>
                  </a:lnTo>
                  <a:lnTo>
                    <a:pt x="769404" y="170256"/>
                  </a:lnTo>
                  <a:lnTo>
                    <a:pt x="771398" y="171831"/>
                  </a:lnTo>
                  <a:lnTo>
                    <a:pt x="777303" y="173736"/>
                  </a:lnTo>
                  <a:lnTo>
                    <a:pt x="817410" y="162204"/>
                  </a:lnTo>
                  <a:lnTo>
                    <a:pt x="833691" y="135343"/>
                  </a:lnTo>
                  <a:lnTo>
                    <a:pt x="833501" y="128104"/>
                  </a:lnTo>
                  <a:lnTo>
                    <a:pt x="830935" y="122872"/>
                  </a:lnTo>
                  <a:lnTo>
                    <a:pt x="825982" y="119634"/>
                  </a:lnTo>
                  <a:lnTo>
                    <a:pt x="821410" y="116014"/>
                  </a:lnTo>
                  <a:lnTo>
                    <a:pt x="814933" y="114300"/>
                  </a:lnTo>
                  <a:lnTo>
                    <a:pt x="806551" y="114490"/>
                  </a:lnTo>
                  <a:lnTo>
                    <a:pt x="798614" y="115455"/>
                  </a:lnTo>
                  <a:lnTo>
                    <a:pt x="764044" y="138557"/>
                  </a:lnTo>
                  <a:lnTo>
                    <a:pt x="759396" y="152488"/>
                  </a:lnTo>
                  <a:lnTo>
                    <a:pt x="759485" y="155638"/>
                  </a:lnTo>
                  <a:lnTo>
                    <a:pt x="759396" y="338061"/>
                  </a:lnTo>
                  <a:lnTo>
                    <a:pt x="759396" y="366674"/>
                  </a:lnTo>
                  <a:lnTo>
                    <a:pt x="759396" y="380974"/>
                  </a:lnTo>
                  <a:lnTo>
                    <a:pt x="666534" y="376377"/>
                  </a:lnTo>
                  <a:lnTo>
                    <a:pt x="666534" y="362077"/>
                  </a:lnTo>
                  <a:lnTo>
                    <a:pt x="759396" y="366674"/>
                  </a:lnTo>
                  <a:lnTo>
                    <a:pt x="759396" y="338061"/>
                  </a:lnTo>
                  <a:lnTo>
                    <a:pt x="666534" y="333476"/>
                  </a:lnTo>
                  <a:lnTo>
                    <a:pt x="666534" y="141681"/>
                  </a:lnTo>
                  <a:lnTo>
                    <a:pt x="668528" y="143256"/>
                  </a:lnTo>
                  <a:lnTo>
                    <a:pt x="674433" y="145161"/>
                  </a:lnTo>
                  <a:lnTo>
                    <a:pt x="714540" y="133629"/>
                  </a:lnTo>
                  <a:lnTo>
                    <a:pt x="730821" y="106768"/>
                  </a:lnTo>
                  <a:lnTo>
                    <a:pt x="730631" y="99529"/>
                  </a:lnTo>
                  <a:lnTo>
                    <a:pt x="728065" y="94297"/>
                  </a:lnTo>
                  <a:lnTo>
                    <a:pt x="723112" y="91059"/>
                  </a:lnTo>
                  <a:lnTo>
                    <a:pt x="718540" y="87439"/>
                  </a:lnTo>
                  <a:lnTo>
                    <a:pt x="712063" y="85725"/>
                  </a:lnTo>
                  <a:lnTo>
                    <a:pt x="703681" y="85915"/>
                  </a:lnTo>
                  <a:lnTo>
                    <a:pt x="695744" y="86880"/>
                  </a:lnTo>
                  <a:lnTo>
                    <a:pt x="661174" y="109982"/>
                  </a:lnTo>
                  <a:lnTo>
                    <a:pt x="656526" y="123913"/>
                  </a:lnTo>
                  <a:lnTo>
                    <a:pt x="656615" y="127063"/>
                  </a:lnTo>
                  <a:lnTo>
                    <a:pt x="656526" y="332968"/>
                  </a:lnTo>
                  <a:lnTo>
                    <a:pt x="656526" y="361581"/>
                  </a:lnTo>
                  <a:lnTo>
                    <a:pt x="656526" y="375881"/>
                  </a:lnTo>
                  <a:lnTo>
                    <a:pt x="563664" y="371284"/>
                  </a:lnTo>
                  <a:lnTo>
                    <a:pt x="563664" y="356984"/>
                  </a:lnTo>
                  <a:lnTo>
                    <a:pt x="656526" y="361581"/>
                  </a:lnTo>
                  <a:lnTo>
                    <a:pt x="656526" y="332968"/>
                  </a:lnTo>
                  <a:lnTo>
                    <a:pt x="563664" y="328383"/>
                  </a:lnTo>
                  <a:lnTo>
                    <a:pt x="563664" y="113106"/>
                  </a:lnTo>
                  <a:lnTo>
                    <a:pt x="565658" y="114681"/>
                  </a:lnTo>
                  <a:lnTo>
                    <a:pt x="571563" y="116586"/>
                  </a:lnTo>
                  <a:lnTo>
                    <a:pt x="611670" y="105054"/>
                  </a:lnTo>
                  <a:lnTo>
                    <a:pt x="624281" y="90627"/>
                  </a:lnTo>
                  <a:lnTo>
                    <a:pt x="648284" y="90627"/>
                  </a:lnTo>
                  <a:lnTo>
                    <a:pt x="648284" y="83477"/>
                  </a:lnTo>
                  <a:lnTo>
                    <a:pt x="626935" y="83477"/>
                  </a:lnTo>
                  <a:lnTo>
                    <a:pt x="627951" y="78193"/>
                  </a:lnTo>
                  <a:lnTo>
                    <a:pt x="627761" y="70954"/>
                  </a:lnTo>
                  <a:lnTo>
                    <a:pt x="625195" y="65722"/>
                  </a:lnTo>
                  <a:lnTo>
                    <a:pt x="620242" y="62484"/>
                  </a:lnTo>
                  <a:lnTo>
                    <a:pt x="615670" y="58864"/>
                  </a:lnTo>
                  <a:lnTo>
                    <a:pt x="609193" y="57150"/>
                  </a:lnTo>
                  <a:lnTo>
                    <a:pt x="600811" y="57340"/>
                  </a:lnTo>
                  <a:lnTo>
                    <a:pt x="592874" y="58305"/>
                  </a:lnTo>
                  <a:lnTo>
                    <a:pt x="558304" y="81407"/>
                  </a:lnTo>
                  <a:lnTo>
                    <a:pt x="557314" y="83477"/>
                  </a:lnTo>
                  <a:lnTo>
                    <a:pt x="554596" y="83477"/>
                  </a:lnTo>
                  <a:lnTo>
                    <a:pt x="554596" y="90627"/>
                  </a:lnTo>
                  <a:lnTo>
                    <a:pt x="553656" y="95338"/>
                  </a:lnTo>
                  <a:lnTo>
                    <a:pt x="553745" y="98488"/>
                  </a:lnTo>
                  <a:lnTo>
                    <a:pt x="553656" y="327875"/>
                  </a:lnTo>
                  <a:lnTo>
                    <a:pt x="553656" y="356489"/>
                  </a:lnTo>
                  <a:lnTo>
                    <a:pt x="553656" y="370789"/>
                  </a:lnTo>
                  <a:lnTo>
                    <a:pt x="460794" y="366191"/>
                  </a:lnTo>
                  <a:lnTo>
                    <a:pt x="460794" y="351891"/>
                  </a:lnTo>
                  <a:lnTo>
                    <a:pt x="553656" y="356489"/>
                  </a:lnTo>
                  <a:lnTo>
                    <a:pt x="553656" y="327875"/>
                  </a:lnTo>
                  <a:lnTo>
                    <a:pt x="460794" y="323291"/>
                  </a:lnTo>
                  <a:lnTo>
                    <a:pt x="460794" y="113106"/>
                  </a:lnTo>
                  <a:lnTo>
                    <a:pt x="462788" y="114681"/>
                  </a:lnTo>
                  <a:lnTo>
                    <a:pt x="468693" y="116586"/>
                  </a:lnTo>
                  <a:lnTo>
                    <a:pt x="508800" y="105054"/>
                  </a:lnTo>
                  <a:lnTo>
                    <a:pt x="521411" y="90627"/>
                  </a:lnTo>
                  <a:lnTo>
                    <a:pt x="537146" y="90627"/>
                  </a:lnTo>
                  <a:lnTo>
                    <a:pt x="545414" y="90627"/>
                  </a:lnTo>
                  <a:lnTo>
                    <a:pt x="554596" y="90627"/>
                  </a:lnTo>
                  <a:lnTo>
                    <a:pt x="554596" y="83477"/>
                  </a:lnTo>
                  <a:lnTo>
                    <a:pt x="545414" y="83477"/>
                  </a:lnTo>
                  <a:lnTo>
                    <a:pt x="537146" y="83477"/>
                  </a:lnTo>
                  <a:lnTo>
                    <a:pt x="524065" y="83477"/>
                  </a:lnTo>
                  <a:lnTo>
                    <a:pt x="525081" y="78193"/>
                  </a:lnTo>
                  <a:lnTo>
                    <a:pt x="524891" y="70954"/>
                  </a:lnTo>
                  <a:lnTo>
                    <a:pt x="522325" y="65722"/>
                  </a:lnTo>
                  <a:lnTo>
                    <a:pt x="517372" y="62484"/>
                  </a:lnTo>
                  <a:lnTo>
                    <a:pt x="512800" y="58864"/>
                  </a:lnTo>
                  <a:lnTo>
                    <a:pt x="506323" y="57150"/>
                  </a:lnTo>
                  <a:lnTo>
                    <a:pt x="497941" y="57340"/>
                  </a:lnTo>
                  <a:lnTo>
                    <a:pt x="490004" y="58305"/>
                  </a:lnTo>
                  <a:lnTo>
                    <a:pt x="455434" y="81407"/>
                  </a:lnTo>
                  <a:lnTo>
                    <a:pt x="454444" y="83477"/>
                  </a:lnTo>
                  <a:lnTo>
                    <a:pt x="451726" y="83477"/>
                  </a:lnTo>
                  <a:lnTo>
                    <a:pt x="451726" y="90627"/>
                  </a:lnTo>
                  <a:lnTo>
                    <a:pt x="450786" y="95338"/>
                  </a:lnTo>
                  <a:lnTo>
                    <a:pt x="450875" y="98488"/>
                  </a:lnTo>
                  <a:lnTo>
                    <a:pt x="450786" y="322783"/>
                  </a:lnTo>
                  <a:lnTo>
                    <a:pt x="450786" y="351396"/>
                  </a:lnTo>
                  <a:lnTo>
                    <a:pt x="450786" y="365696"/>
                  </a:lnTo>
                  <a:lnTo>
                    <a:pt x="357924" y="361099"/>
                  </a:lnTo>
                  <a:lnTo>
                    <a:pt x="357924" y="346798"/>
                  </a:lnTo>
                  <a:lnTo>
                    <a:pt x="450786" y="351396"/>
                  </a:lnTo>
                  <a:lnTo>
                    <a:pt x="450786" y="322783"/>
                  </a:lnTo>
                  <a:lnTo>
                    <a:pt x="357924" y="318198"/>
                  </a:lnTo>
                  <a:lnTo>
                    <a:pt x="357924" y="90627"/>
                  </a:lnTo>
                  <a:lnTo>
                    <a:pt x="434276" y="90627"/>
                  </a:lnTo>
                  <a:lnTo>
                    <a:pt x="442544" y="90627"/>
                  </a:lnTo>
                  <a:lnTo>
                    <a:pt x="451726" y="90627"/>
                  </a:lnTo>
                  <a:lnTo>
                    <a:pt x="451726" y="83477"/>
                  </a:lnTo>
                  <a:lnTo>
                    <a:pt x="442544" y="83477"/>
                  </a:lnTo>
                  <a:lnTo>
                    <a:pt x="434276" y="83477"/>
                  </a:lnTo>
                  <a:lnTo>
                    <a:pt x="393268" y="83477"/>
                  </a:lnTo>
                  <a:lnTo>
                    <a:pt x="397979" y="81394"/>
                  </a:lnTo>
                  <a:lnTo>
                    <a:pt x="405930" y="76479"/>
                  </a:lnTo>
                  <a:lnTo>
                    <a:pt x="412623" y="70624"/>
                  </a:lnTo>
                  <a:lnTo>
                    <a:pt x="417576" y="64198"/>
                  </a:lnTo>
                  <a:lnTo>
                    <a:pt x="420763" y="57188"/>
                  </a:lnTo>
                  <a:lnTo>
                    <a:pt x="422211" y="49618"/>
                  </a:lnTo>
                  <a:lnTo>
                    <a:pt x="422021" y="42379"/>
                  </a:lnTo>
                  <a:lnTo>
                    <a:pt x="419455" y="37147"/>
                  </a:lnTo>
                  <a:lnTo>
                    <a:pt x="414502" y="33909"/>
                  </a:lnTo>
                  <a:lnTo>
                    <a:pt x="409930" y="30289"/>
                  </a:lnTo>
                  <a:lnTo>
                    <a:pt x="403453" y="28575"/>
                  </a:lnTo>
                  <a:lnTo>
                    <a:pt x="395071" y="28765"/>
                  </a:lnTo>
                  <a:lnTo>
                    <a:pt x="387134" y="29730"/>
                  </a:lnTo>
                  <a:lnTo>
                    <a:pt x="352564" y="52832"/>
                  </a:lnTo>
                  <a:lnTo>
                    <a:pt x="347916" y="66763"/>
                  </a:lnTo>
                  <a:lnTo>
                    <a:pt x="348005" y="69913"/>
                  </a:lnTo>
                  <a:lnTo>
                    <a:pt x="347916" y="69913"/>
                  </a:lnTo>
                  <a:lnTo>
                    <a:pt x="347916" y="360603"/>
                  </a:lnTo>
                  <a:lnTo>
                    <a:pt x="255054" y="356006"/>
                  </a:lnTo>
                  <a:lnTo>
                    <a:pt x="255054" y="341706"/>
                  </a:lnTo>
                  <a:lnTo>
                    <a:pt x="347916" y="346303"/>
                  </a:lnTo>
                  <a:lnTo>
                    <a:pt x="347916" y="317690"/>
                  </a:lnTo>
                  <a:lnTo>
                    <a:pt x="255054" y="313105"/>
                  </a:lnTo>
                  <a:lnTo>
                    <a:pt x="255054" y="90627"/>
                  </a:lnTo>
                  <a:lnTo>
                    <a:pt x="331406" y="90627"/>
                  </a:lnTo>
                  <a:lnTo>
                    <a:pt x="339674" y="90627"/>
                  </a:lnTo>
                  <a:lnTo>
                    <a:pt x="347916" y="90627"/>
                  </a:lnTo>
                  <a:lnTo>
                    <a:pt x="347916" y="83477"/>
                  </a:lnTo>
                  <a:lnTo>
                    <a:pt x="339674" y="83477"/>
                  </a:lnTo>
                  <a:lnTo>
                    <a:pt x="331406" y="83477"/>
                  </a:lnTo>
                  <a:lnTo>
                    <a:pt x="255054" y="83477"/>
                  </a:lnTo>
                  <a:lnTo>
                    <a:pt x="255054" y="55956"/>
                  </a:lnTo>
                  <a:lnTo>
                    <a:pt x="257048" y="57531"/>
                  </a:lnTo>
                  <a:lnTo>
                    <a:pt x="262953" y="59436"/>
                  </a:lnTo>
                  <a:lnTo>
                    <a:pt x="303060" y="47904"/>
                  </a:lnTo>
                  <a:lnTo>
                    <a:pt x="315671" y="33477"/>
                  </a:lnTo>
                  <a:lnTo>
                    <a:pt x="339674" y="33477"/>
                  </a:lnTo>
                  <a:lnTo>
                    <a:pt x="339674" y="26327"/>
                  </a:lnTo>
                  <a:lnTo>
                    <a:pt x="318325" y="26327"/>
                  </a:lnTo>
                  <a:lnTo>
                    <a:pt x="319341" y="21043"/>
                  </a:lnTo>
                  <a:lnTo>
                    <a:pt x="319151" y="13804"/>
                  </a:lnTo>
                  <a:lnTo>
                    <a:pt x="316585" y="8572"/>
                  </a:lnTo>
                  <a:lnTo>
                    <a:pt x="311632" y="5334"/>
                  </a:lnTo>
                  <a:lnTo>
                    <a:pt x="307060" y="1714"/>
                  </a:lnTo>
                  <a:lnTo>
                    <a:pt x="300583" y="0"/>
                  </a:lnTo>
                  <a:lnTo>
                    <a:pt x="292201" y="190"/>
                  </a:lnTo>
                  <a:lnTo>
                    <a:pt x="284264" y="1155"/>
                  </a:lnTo>
                  <a:lnTo>
                    <a:pt x="249694" y="24257"/>
                  </a:lnTo>
                  <a:lnTo>
                    <a:pt x="248704" y="26327"/>
                  </a:lnTo>
                  <a:lnTo>
                    <a:pt x="228536" y="26327"/>
                  </a:lnTo>
                  <a:lnTo>
                    <a:pt x="228536" y="33477"/>
                  </a:lnTo>
                  <a:lnTo>
                    <a:pt x="245986" y="33477"/>
                  </a:lnTo>
                  <a:lnTo>
                    <a:pt x="245046" y="38188"/>
                  </a:lnTo>
                  <a:lnTo>
                    <a:pt x="245135" y="41338"/>
                  </a:lnTo>
                  <a:lnTo>
                    <a:pt x="245046" y="83477"/>
                  </a:lnTo>
                  <a:lnTo>
                    <a:pt x="228536" y="83477"/>
                  </a:lnTo>
                  <a:lnTo>
                    <a:pt x="228536" y="90627"/>
                  </a:lnTo>
                  <a:lnTo>
                    <a:pt x="245046" y="90627"/>
                  </a:lnTo>
                  <a:lnTo>
                    <a:pt x="245046" y="312597"/>
                  </a:lnTo>
                  <a:lnTo>
                    <a:pt x="245046" y="341198"/>
                  </a:lnTo>
                  <a:lnTo>
                    <a:pt x="245046" y="355511"/>
                  </a:lnTo>
                  <a:lnTo>
                    <a:pt x="140779" y="350354"/>
                  </a:lnTo>
                  <a:lnTo>
                    <a:pt x="140779" y="90627"/>
                  </a:lnTo>
                  <a:lnTo>
                    <a:pt x="225399" y="90627"/>
                  </a:lnTo>
                  <a:lnTo>
                    <a:pt x="225399" y="83477"/>
                  </a:lnTo>
                  <a:lnTo>
                    <a:pt x="176123" y="83477"/>
                  </a:lnTo>
                  <a:lnTo>
                    <a:pt x="180835" y="81394"/>
                  </a:lnTo>
                  <a:lnTo>
                    <a:pt x="188785" y="76479"/>
                  </a:lnTo>
                  <a:lnTo>
                    <a:pt x="195491" y="70624"/>
                  </a:lnTo>
                  <a:lnTo>
                    <a:pt x="200431" y="64198"/>
                  </a:lnTo>
                  <a:lnTo>
                    <a:pt x="203631" y="57188"/>
                  </a:lnTo>
                  <a:lnTo>
                    <a:pt x="205079" y="49618"/>
                  </a:lnTo>
                  <a:lnTo>
                    <a:pt x="204889" y="42379"/>
                  </a:lnTo>
                  <a:lnTo>
                    <a:pt x="202311" y="37147"/>
                  </a:lnTo>
                  <a:lnTo>
                    <a:pt x="197358" y="33909"/>
                  </a:lnTo>
                  <a:lnTo>
                    <a:pt x="192786" y="30289"/>
                  </a:lnTo>
                  <a:lnTo>
                    <a:pt x="186309" y="28575"/>
                  </a:lnTo>
                  <a:lnTo>
                    <a:pt x="177927" y="28765"/>
                  </a:lnTo>
                  <a:lnTo>
                    <a:pt x="170002" y="29730"/>
                  </a:lnTo>
                  <a:lnTo>
                    <a:pt x="135420" y="52832"/>
                  </a:lnTo>
                  <a:lnTo>
                    <a:pt x="130784" y="66763"/>
                  </a:lnTo>
                  <a:lnTo>
                    <a:pt x="130873" y="69913"/>
                  </a:lnTo>
                  <a:lnTo>
                    <a:pt x="130784" y="83477"/>
                  </a:lnTo>
                  <a:lnTo>
                    <a:pt x="114261" y="83477"/>
                  </a:lnTo>
                  <a:lnTo>
                    <a:pt x="114261" y="90627"/>
                  </a:lnTo>
                  <a:lnTo>
                    <a:pt x="130784" y="90627"/>
                  </a:lnTo>
                  <a:lnTo>
                    <a:pt x="130784" y="349859"/>
                  </a:lnTo>
                  <a:lnTo>
                    <a:pt x="26517" y="344703"/>
                  </a:lnTo>
                  <a:lnTo>
                    <a:pt x="26517" y="113106"/>
                  </a:lnTo>
                  <a:lnTo>
                    <a:pt x="28511" y="114681"/>
                  </a:lnTo>
                  <a:lnTo>
                    <a:pt x="34417" y="116586"/>
                  </a:lnTo>
                  <a:lnTo>
                    <a:pt x="74523" y="105054"/>
                  </a:lnTo>
                  <a:lnTo>
                    <a:pt x="87134" y="90627"/>
                  </a:lnTo>
                  <a:lnTo>
                    <a:pt x="111137" y="90627"/>
                  </a:lnTo>
                  <a:lnTo>
                    <a:pt x="111137" y="83477"/>
                  </a:lnTo>
                  <a:lnTo>
                    <a:pt x="89789" y="83477"/>
                  </a:lnTo>
                  <a:lnTo>
                    <a:pt x="90805" y="78193"/>
                  </a:lnTo>
                  <a:lnTo>
                    <a:pt x="90614" y="70954"/>
                  </a:lnTo>
                  <a:lnTo>
                    <a:pt x="88049" y="65722"/>
                  </a:lnTo>
                  <a:lnTo>
                    <a:pt x="83096" y="62484"/>
                  </a:lnTo>
                  <a:lnTo>
                    <a:pt x="78524" y="58864"/>
                  </a:lnTo>
                  <a:lnTo>
                    <a:pt x="72047" y="57150"/>
                  </a:lnTo>
                  <a:lnTo>
                    <a:pt x="63665" y="57340"/>
                  </a:lnTo>
                  <a:lnTo>
                    <a:pt x="55727" y="58305"/>
                  </a:lnTo>
                  <a:lnTo>
                    <a:pt x="21158" y="81407"/>
                  </a:lnTo>
                  <a:lnTo>
                    <a:pt x="20167" y="83477"/>
                  </a:lnTo>
                  <a:lnTo>
                    <a:pt x="0" y="83477"/>
                  </a:lnTo>
                  <a:lnTo>
                    <a:pt x="0" y="90627"/>
                  </a:lnTo>
                  <a:lnTo>
                    <a:pt x="17449" y="90627"/>
                  </a:lnTo>
                  <a:lnTo>
                    <a:pt x="16510" y="95338"/>
                  </a:lnTo>
                  <a:lnTo>
                    <a:pt x="16598" y="98488"/>
                  </a:lnTo>
                  <a:lnTo>
                    <a:pt x="16510" y="344195"/>
                  </a:lnTo>
                  <a:lnTo>
                    <a:pt x="16510" y="372808"/>
                  </a:lnTo>
                  <a:lnTo>
                    <a:pt x="245046" y="384124"/>
                  </a:lnTo>
                  <a:lnTo>
                    <a:pt x="347916" y="389216"/>
                  </a:lnTo>
                  <a:lnTo>
                    <a:pt x="450786" y="394309"/>
                  </a:lnTo>
                  <a:lnTo>
                    <a:pt x="553656" y="399402"/>
                  </a:lnTo>
                  <a:lnTo>
                    <a:pt x="656526" y="404495"/>
                  </a:lnTo>
                  <a:lnTo>
                    <a:pt x="759396" y="409587"/>
                  </a:lnTo>
                  <a:lnTo>
                    <a:pt x="862266" y="414680"/>
                  </a:lnTo>
                  <a:lnTo>
                    <a:pt x="965136" y="419773"/>
                  </a:lnTo>
                  <a:lnTo>
                    <a:pt x="1068006" y="424865"/>
                  </a:lnTo>
                  <a:lnTo>
                    <a:pt x="1170876" y="429958"/>
                  </a:lnTo>
                  <a:lnTo>
                    <a:pt x="1180884" y="429958"/>
                  </a:lnTo>
                  <a:lnTo>
                    <a:pt x="1180884" y="284556"/>
                  </a:lnTo>
                  <a:lnTo>
                    <a:pt x="1182878" y="286131"/>
                  </a:lnTo>
                  <a:lnTo>
                    <a:pt x="1188783" y="288036"/>
                  </a:lnTo>
                  <a:lnTo>
                    <a:pt x="1228890" y="276504"/>
                  </a:lnTo>
                  <a:lnTo>
                    <a:pt x="1243723" y="257213"/>
                  </a:lnTo>
                  <a:lnTo>
                    <a:pt x="1245171" y="249643"/>
                  </a:lnTo>
                  <a:close/>
                </a:path>
                <a:path w="2294254" h="516254">
                  <a:moveTo>
                    <a:pt x="2293734" y="144208"/>
                  </a:moveTo>
                  <a:lnTo>
                    <a:pt x="1492377" y="144208"/>
                  </a:lnTo>
                  <a:lnTo>
                    <a:pt x="1492377" y="127063"/>
                  </a:lnTo>
                  <a:lnTo>
                    <a:pt x="1482382" y="127063"/>
                  </a:lnTo>
                  <a:lnTo>
                    <a:pt x="1482382" y="372808"/>
                  </a:lnTo>
                  <a:lnTo>
                    <a:pt x="1296644" y="372808"/>
                  </a:lnTo>
                  <a:lnTo>
                    <a:pt x="1296644" y="321373"/>
                  </a:lnTo>
                  <a:lnTo>
                    <a:pt x="1425448" y="321373"/>
                  </a:lnTo>
                  <a:lnTo>
                    <a:pt x="1425321" y="321564"/>
                  </a:lnTo>
                  <a:lnTo>
                    <a:pt x="1420368" y="325374"/>
                  </a:lnTo>
                  <a:lnTo>
                    <a:pt x="1414843" y="329184"/>
                  </a:lnTo>
                  <a:lnTo>
                    <a:pt x="1411706" y="333946"/>
                  </a:lnTo>
                  <a:lnTo>
                    <a:pt x="1410944" y="339661"/>
                  </a:lnTo>
                  <a:lnTo>
                    <a:pt x="1411706" y="343281"/>
                  </a:lnTo>
                  <a:lnTo>
                    <a:pt x="1413421" y="346710"/>
                  </a:lnTo>
                  <a:lnTo>
                    <a:pt x="1416088" y="349948"/>
                  </a:lnTo>
                  <a:lnTo>
                    <a:pt x="1423797" y="358521"/>
                  </a:lnTo>
                  <a:lnTo>
                    <a:pt x="1427797" y="358521"/>
                  </a:lnTo>
                  <a:lnTo>
                    <a:pt x="1424749" y="354520"/>
                  </a:lnTo>
                  <a:lnTo>
                    <a:pt x="1423035" y="350989"/>
                  </a:lnTo>
                  <a:lnTo>
                    <a:pt x="1422654" y="347941"/>
                  </a:lnTo>
                  <a:lnTo>
                    <a:pt x="1423606" y="342798"/>
                  </a:lnTo>
                  <a:lnTo>
                    <a:pt x="1426565" y="338416"/>
                  </a:lnTo>
                  <a:lnTo>
                    <a:pt x="1431518" y="334797"/>
                  </a:lnTo>
                  <a:lnTo>
                    <a:pt x="1437043" y="330606"/>
                  </a:lnTo>
                  <a:lnTo>
                    <a:pt x="1440180" y="325755"/>
                  </a:lnTo>
                  <a:lnTo>
                    <a:pt x="1440776" y="321373"/>
                  </a:lnTo>
                  <a:lnTo>
                    <a:pt x="1482382" y="321373"/>
                  </a:lnTo>
                  <a:lnTo>
                    <a:pt x="1482382" y="315658"/>
                  </a:lnTo>
                  <a:lnTo>
                    <a:pt x="1439697" y="315658"/>
                  </a:lnTo>
                  <a:lnTo>
                    <a:pt x="1438465" y="313182"/>
                  </a:lnTo>
                  <a:lnTo>
                    <a:pt x="1435798" y="309943"/>
                  </a:lnTo>
                  <a:lnTo>
                    <a:pt x="1429232" y="302920"/>
                  </a:lnTo>
                  <a:lnTo>
                    <a:pt x="1429232" y="312229"/>
                  </a:lnTo>
                  <a:lnTo>
                    <a:pt x="1428572" y="315658"/>
                  </a:lnTo>
                  <a:lnTo>
                    <a:pt x="1296644" y="315658"/>
                  </a:lnTo>
                  <a:lnTo>
                    <a:pt x="1296644" y="264223"/>
                  </a:lnTo>
                  <a:lnTo>
                    <a:pt x="1425448" y="264223"/>
                  </a:lnTo>
                  <a:lnTo>
                    <a:pt x="1425321" y="264414"/>
                  </a:lnTo>
                  <a:lnTo>
                    <a:pt x="1420368" y="268224"/>
                  </a:lnTo>
                  <a:lnTo>
                    <a:pt x="1414843" y="272034"/>
                  </a:lnTo>
                  <a:lnTo>
                    <a:pt x="1411706" y="276796"/>
                  </a:lnTo>
                  <a:lnTo>
                    <a:pt x="1410944" y="282511"/>
                  </a:lnTo>
                  <a:lnTo>
                    <a:pt x="1411706" y="286131"/>
                  </a:lnTo>
                  <a:lnTo>
                    <a:pt x="1413421" y="289560"/>
                  </a:lnTo>
                  <a:lnTo>
                    <a:pt x="1416088" y="292798"/>
                  </a:lnTo>
                  <a:lnTo>
                    <a:pt x="1423797" y="301371"/>
                  </a:lnTo>
                  <a:lnTo>
                    <a:pt x="1426654" y="304228"/>
                  </a:lnTo>
                  <a:lnTo>
                    <a:pt x="1428470" y="307848"/>
                  </a:lnTo>
                  <a:lnTo>
                    <a:pt x="1429232" y="312229"/>
                  </a:lnTo>
                  <a:lnTo>
                    <a:pt x="1429232" y="302920"/>
                  </a:lnTo>
                  <a:lnTo>
                    <a:pt x="1427797" y="301371"/>
                  </a:lnTo>
                  <a:lnTo>
                    <a:pt x="1424749" y="297370"/>
                  </a:lnTo>
                  <a:lnTo>
                    <a:pt x="1423035" y="293839"/>
                  </a:lnTo>
                  <a:lnTo>
                    <a:pt x="1422654" y="290791"/>
                  </a:lnTo>
                  <a:lnTo>
                    <a:pt x="1423606" y="285648"/>
                  </a:lnTo>
                  <a:lnTo>
                    <a:pt x="1426565" y="281266"/>
                  </a:lnTo>
                  <a:lnTo>
                    <a:pt x="1431518" y="277647"/>
                  </a:lnTo>
                  <a:lnTo>
                    <a:pt x="1437043" y="273456"/>
                  </a:lnTo>
                  <a:lnTo>
                    <a:pt x="1440180" y="268605"/>
                  </a:lnTo>
                  <a:lnTo>
                    <a:pt x="1440776" y="264223"/>
                  </a:lnTo>
                  <a:lnTo>
                    <a:pt x="1482382" y="264223"/>
                  </a:lnTo>
                  <a:lnTo>
                    <a:pt x="1482382" y="258508"/>
                  </a:lnTo>
                  <a:lnTo>
                    <a:pt x="1439697" y="258508"/>
                  </a:lnTo>
                  <a:lnTo>
                    <a:pt x="1438465" y="256032"/>
                  </a:lnTo>
                  <a:lnTo>
                    <a:pt x="1435798" y="252793"/>
                  </a:lnTo>
                  <a:lnTo>
                    <a:pt x="1429232" y="245770"/>
                  </a:lnTo>
                  <a:lnTo>
                    <a:pt x="1429232" y="255079"/>
                  </a:lnTo>
                  <a:lnTo>
                    <a:pt x="1428572" y="258508"/>
                  </a:lnTo>
                  <a:lnTo>
                    <a:pt x="1296644" y="258508"/>
                  </a:lnTo>
                  <a:lnTo>
                    <a:pt x="1296644" y="207073"/>
                  </a:lnTo>
                  <a:lnTo>
                    <a:pt x="1425448" y="207073"/>
                  </a:lnTo>
                  <a:lnTo>
                    <a:pt x="1425321" y="207264"/>
                  </a:lnTo>
                  <a:lnTo>
                    <a:pt x="1420368" y="211074"/>
                  </a:lnTo>
                  <a:lnTo>
                    <a:pt x="1414843" y="214884"/>
                  </a:lnTo>
                  <a:lnTo>
                    <a:pt x="1411706" y="219646"/>
                  </a:lnTo>
                  <a:lnTo>
                    <a:pt x="1410944" y="225361"/>
                  </a:lnTo>
                  <a:lnTo>
                    <a:pt x="1411706" y="228981"/>
                  </a:lnTo>
                  <a:lnTo>
                    <a:pt x="1413421" y="232410"/>
                  </a:lnTo>
                  <a:lnTo>
                    <a:pt x="1416088" y="235648"/>
                  </a:lnTo>
                  <a:lnTo>
                    <a:pt x="1423797" y="244221"/>
                  </a:lnTo>
                  <a:lnTo>
                    <a:pt x="1426654" y="247078"/>
                  </a:lnTo>
                  <a:lnTo>
                    <a:pt x="1428470" y="250698"/>
                  </a:lnTo>
                  <a:lnTo>
                    <a:pt x="1429232" y="255079"/>
                  </a:lnTo>
                  <a:lnTo>
                    <a:pt x="1429232" y="245770"/>
                  </a:lnTo>
                  <a:lnTo>
                    <a:pt x="1427797" y="244221"/>
                  </a:lnTo>
                  <a:lnTo>
                    <a:pt x="1424749" y="240220"/>
                  </a:lnTo>
                  <a:lnTo>
                    <a:pt x="1423035" y="236689"/>
                  </a:lnTo>
                  <a:lnTo>
                    <a:pt x="1422654" y="233641"/>
                  </a:lnTo>
                  <a:lnTo>
                    <a:pt x="1423606" y="228498"/>
                  </a:lnTo>
                  <a:lnTo>
                    <a:pt x="1426565" y="224116"/>
                  </a:lnTo>
                  <a:lnTo>
                    <a:pt x="1431518" y="220497"/>
                  </a:lnTo>
                  <a:lnTo>
                    <a:pt x="1437043" y="216306"/>
                  </a:lnTo>
                  <a:lnTo>
                    <a:pt x="1440180" y="211455"/>
                  </a:lnTo>
                  <a:lnTo>
                    <a:pt x="1440776" y="207073"/>
                  </a:lnTo>
                  <a:lnTo>
                    <a:pt x="1482382" y="207073"/>
                  </a:lnTo>
                  <a:lnTo>
                    <a:pt x="1482382" y="201358"/>
                  </a:lnTo>
                  <a:lnTo>
                    <a:pt x="1439697" y="201358"/>
                  </a:lnTo>
                  <a:lnTo>
                    <a:pt x="1438465" y="198882"/>
                  </a:lnTo>
                  <a:lnTo>
                    <a:pt x="1435798" y="195643"/>
                  </a:lnTo>
                  <a:lnTo>
                    <a:pt x="1429232" y="188620"/>
                  </a:lnTo>
                  <a:lnTo>
                    <a:pt x="1429232" y="197929"/>
                  </a:lnTo>
                  <a:lnTo>
                    <a:pt x="1428572" y="201358"/>
                  </a:lnTo>
                  <a:lnTo>
                    <a:pt x="1296644" y="201358"/>
                  </a:lnTo>
                  <a:lnTo>
                    <a:pt x="1296644" y="149923"/>
                  </a:lnTo>
                  <a:lnTo>
                    <a:pt x="1425448" y="149923"/>
                  </a:lnTo>
                  <a:lnTo>
                    <a:pt x="1425321" y="150114"/>
                  </a:lnTo>
                  <a:lnTo>
                    <a:pt x="1420368" y="153924"/>
                  </a:lnTo>
                  <a:lnTo>
                    <a:pt x="1414843" y="157734"/>
                  </a:lnTo>
                  <a:lnTo>
                    <a:pt x="1411706" y="162496"/>
                  </a:lnTo>
                  <a:lnTo>
                    <a:pt x="1410944" y="168211"/>
                  </a:lnTo>
                  <a:lnTo>
                    <a:pt x="1411706" y="171831"/>
                  </a:lnTo>
                  <a:lnTo>
                    <a:pt x="1413421" y="175260"/>
                  </a:lnTo>
                  <a:lnTo>
                    <a:pt x="1416088" y="178498"/>
                  </a:lnTo>
                  <a:lnTo>
                    <a:pt x="1423797" y="187071"/>
                  </a:lnTo>
                  <a:lnTo>
                    <a:pt x="1426654" y="189928"/>
                  </a:lnTo>
                  <a:lnTo>
                    <a:pt x="1428470" y="193548"/>
                  </a:lnTo>
                  <a:lnTo>
                    <a:pt x="1429232" y="197929"/>
                  </a:lnTo>
                  <a:lnTo>
                    <a:pt x="1429232" y="188620"/>
                  </a:lnTo>
                  <a:lnTo>
                    <a:pt x="1427797" y="187071"/>
                  </a:lnTo>
                  <a:lnTo>
                    <a:pt x="1424749" y="183070"/>
                  </a:lnTo>
                  <a:lnTo>
                    <a:pt x="1423035" y="179539"/>
                  </a:lnTo>
                  <a:lnTo>
                    <a:pt x="1422654" y="176491"/>
                  </a:lnTo>
                  <a:lnTo>
                    <a:pt x="1423606" y="171348"/>
                  </a:lnTo>
                  <a:lnTo>
                    <a:pt x="1426565" y="166966"/>
                  </a:lnTo>
                  <a:lnTo>
                    <a:pt x="1431518" y="163347"/>
                  </a:lnTo>
                  <a:lnTo>
                    <a:pt x="1437043" y="159156"/>
                  </a:lnTo>
                  <a:lnTo>
                    <a:pt x="1440180" y="154305"/>
                  </a:lnTo>
                  <a:lnTo>
                    <a:pt x="1440776" y="149923"/>
                  </a:lnTo>
                  <a:lnTo>
                    <a:pt x="1482382" y="149923"/>
                  </a:lnTo>
                  <a:lnTo>
                    <a:pt x="1482382" y="144208"/>
                  </a:lnTo>
                  <a:lnTo>
                    <a:pt x="1439697" y="144208"/>
                  </a:lnTo>
                  <a:lnTo>
                    <a:pt x="1438465" y="141732"/>
                  </a:lnTo>
                  <a:lnTo>
                    <a:pt x="1435798" y="138493"/>
                  </a:lnTo>
                  <a:lnTo>
                    <a:pt x="1427797" y="129921"/>
                  </a:lnTo>
                  <a:lnTo>
                    <a:pt x="1424749" y="125920"/>
                  </a:lnTo>
                  <a:lnTo>
                    <a:pt x="1423035" y="122389"/>
                  </a:lnTo>
                  <a:lnTo>
                    <a:pt x="1422654" y="119341"/>
                  </a:lnTo>
                  <a:lnTo>
                    <a:pt x="1423606" y="114198"/>
                  </a:lnTo>
                  <a:lnTo>
                    <a:pt x="1426565" y="109816"/>
                  </a:lnTo>
                  <a:lnTo>
                    <a:pt x="1431518" y="106197"/>
                  </a:lnTo>
                  <a:lnTo>
                    <a:pt x="1437043" y="102006"/>
                  </a:lnTo>
                  <a:lnTo>
                    <a:pt x="1440180" y="97155"/>
                  </a:lnTo>
                  <a:lnTo>
                    <a:pt x="1440942" y="91630"/>
                  </a:lnTo>
                  <a:lnTo>
                    <a:pt x="1440180" y="88011"/>
                  </a:lnTo>
                  <a:lnTo>
                    <a:pt x="1438465" y="84582"/>
                  </a:lnTo>
                  <a:lnTo>
                    <a:pt x="1435798" y="81343"/>
                  </a:lnTo>
                  <a:lnTo>
                    <a:pt x="1427797" y="72771"/>
                  </a:lnTo>
                  <a:lnTo>
                    <a:pt x="1423797" y="72771"/>
                  </a:lnTo>
                  <a:lnTo>
                    <a:pt x="1426654" y="75628"/>
                  </a:lnTo>
                  <a:lnTo>
                    <a:pt x="1428470" y="79248"/>
                  </a:lnTo>
                  <a:lnTo>
                    <a:pt x="1414843" y="100584"/>
                  </a:lnTo>
                  <a:lnTo>
                    <a:pt x="1411706" y="105346"/>
                  </a:lnTo>
                  <a:lnTo>
                    <a:pt x="1410944" y="111061"/>
                  </a:lnTo>
                  <a:lnTo>
                    <a:pt x="1411706" y="114681"/>
                  </a:lnTo>
                  <a:lnTo>
                    <a:pt x="1413421" y="118110"/>
                  </a:lnTo>
                  <a:lnTo>
                    <a:pt x="1416088" y="121348"/>
                  </a:lnTo>
                  <a:lnTo>
                    <a:pt x="1423797" y="129921"/>
                  </a:lnTo>
                  <a:lnTo>
                    <a:pt x="1426654" y="132778"/>
                  </a:lnTo>
                  <a:lnTo>
                    <a:pt x="1428470" y="136398"/>
                  </a:lnTo>
                  <a:lnTo>
                    <a:pt x="1429232" y="140779"/>
                  </a:lnTo>
                  <a:lnTo>
                    <a:pt x="1428572" y="144208"/>
                  </a:lnTo>
                  <a:lnTo>
                    <a:pt x="1283944" y="144208"/>
                  </a:lnTo>
                  <a:lnTo>
                    <a:pt x="1283944" y="149923"/>
                  </a:lnTo>
                  <a:lnTo>
                    <a:pt x="1288072" y="149923"/>
                  </a:lnTo>
                  <a:lnTo>
                    <a:pt x="1288072" y="201358"/>
                  </a:lnTo>
                  <a:lnTo>
                    <a:pt x="1283944" y="201358"/>
                  </a:lnTo>
                  <a:lnTo>
                    <a:pt x="1283944" y="207073"/>
                  </a:lnTo>
                  <a:lnTo>
                    <a:pt x="1288072" y="207073"/>
                  </a:lnTo>
                  <a:lnTo>
                    <a:pt x="1288072" y="258508"/>
                  </a:lnTo>
                  <a:lnTo>
                    <a:pt x="1283944" y="258508"/>
                  </a:lnTo>
                  <a:lnTo>
                    <a:pt x="1283944" y="264223"/>
                  </a:lnTo>
                  <a:lnTo>
                    <a:pt x="1288072" y="264223"/>
                  </a:lnTo>
                  <a:lnTo>
                    <a:pt x="1288072" y="315658"/>
                  </a:lnTo>
                  <a:lnTo>
                    <a:pt x="1283944" y="315658"/>
                  </a:lnTo>
                  <a:lnTo>
                    <a:pt x="1283944" y="321373"/>
                  </a:lnTo>
                  <a:lnTo>
                    <a:pt x="1288072" y="321373"/>
                  </a:lnTo>
                  <a:lnTo>
                    <a:pt x="1288072" y="372808"/>
                  </a:lnTo>
                  <a:lnTo>
                    <a:pt x="1283944" y="372808"/>
                  </a:lnTo>
                  <a:lnTo>
                    <a:pt x="1283944" y="378523"/>
                  </a:lnTo>
                  <a:lnTo>
                    <a:pt x="1288072" y="378523"/>
                  </a:lnTo>
                  <a:lnTo>
                    <a:pt x="1296644" y="378523"/>
                  </a:lnTo>
                  <a:lnTo>
                    <a:pt x="1482382" y="378523"/>
                  </a:lnTo>
                  <a:lnTo>
                    <a:pt x="1482382" y="515683"/>
                  </a:lnTo>
                  <a:lnTo>
                    <a:pt x="1492377" y="515683"/>
                  </a:lnTo>
                  <a:lnTo>
                    <a:pt x="1492377" y="378523"/>
                  </a:lnTo>
                  <a:lnTo>
                    <a:pt x="2293734" y="378523"/>
                  </a:lnTo>
                  <a:lnTo>
                    <a:pt x="2293734" y="372808"/>
                  </a:lnTo>
                  <a:lnTo>
                    <a:pt x="1492377" y="372808"/>
                  </a:lnTo>
                  <a:lnTo>
                    <a:pt x="1492377" y="321373"/>
                  </a:lnTo>
                  <a:lnTo>
                    <a:pt x="2293734" y="321373"/>
                  </a:lnTo>
                  <a:lnTo>
                    <a:pt x="2293734" y="315658"/>
                  </a:lnTo>
                  <a:lnTo>
                    <a:pt x="1492377" y="315658"/>
                  </a:lnTo>
                  <a:lnTo>
                    <a:pt x="1492377" y="264223"/>
                  </a:lnTo>
                  <a:lnTo>
                    <a:pt x="2293734" y="264223"/>
                  </a:lnTo>
                  <a:lnTo>
                    <a:pt x="2293734" y="258508"/>
                  </a:lnTo>
                  <a:lnTo>
                    <a:pt x="1492377" y="258508"/>
                  </a:lnTo>
                  <a:lnTo>
                    <a:pt x="1492377" y="207073"/>
                  </a:lnTo>
                  <a:lnTo>
                    <a:pt x="2293734" y="207073"/>
                  </a:lnTo>
                  <a:lnTo>
                    <a:pt x="2293734" y="201358"/>
                  </a:lnTo>
                  <a:lnTo>
                    <a:pt x="1492377" y="201358"/>
                  </a:lnTo>
                  <a:lnTo>
                    <a:pt x="1492377" y="149923"/>
                  </a:lnTo>
                  <a:lnTo>
                    <a:pt x="2293734" y="149923"/>
                  </a:lnTo>
                  <a:lnTo>
                    <a:pt x="2293734" y="144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726167" y="2854166"/>
              <a:ext cx="110966" cy="26288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271641" y="2925889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271641" y="2874454"/>
              <a:ext cx="110299" cy="69722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3271634" y="2871606"/>
              <a:ext cx="2129155" cy="457200"/>
            </a:xfrm>
            <a:custGeom>
              <a:avLst/>
              <a:gdLst/>
              <a:ahLst/>
              <a:cxnLst/>
              <a:rect l="l" t="t" r="r" b="b"/>
              <a:pathLst>
                <a:path w="2129154" h="457200">
                  <a:moveTo>
                    <a:pt x="74295" y="234022"/>
                  </a:moveTo>
                  <a:lnTo>
                    <a:pt x="74104" y="226783"/>
                  </a:lnTo>
                  <a:lnTo>
                    <a:pt x="71539" y="221551"/>
                  </a:lnTo>
                  <a:lnTo>
                    <a:pt x="66586" y="218313"/>
                  </a:lnTo>
                  <a:lnTo>
                    <a:pt x="62014" y="214693"/>
                  </a:lnTo>
                  <a:lnTo>
                    <a:pt x="55537" y="212979"/>
                  </a:lnTo>
                  <a:lnTo>
                    <a:pt x="47155" y="213169"/>
                  </a:lnTo>
                  <a:lnTo>
                    <a:pt x="39217" y="214134"/>
                  </a:lnTo>
                  <a:lnTo>
                    <a:pt x="4648" y="237236"/>
                  </a:lnTo>
                  <a:lnTo>
                    <a:pt x="0" y="251167"/>
                  </a:lnTo>
                  <a:lnTo>
                    <a:pt x="190" y="257644"/>
                  </a:lnTo>
                  <a:lnTo>
                    <a:pt x="25146" y="272605"/>
                  </a:lnTo>
                  <a:lnTo>
                    <a:pt x="33629" y="271653"/>
                  </a:lnTo>
                  <a:lnTo>
                    <a:pt x="69646" y="248602"/>
                  </a:lnTo>
                  <a:lnTo>
                    <a:pt x="72847" y="241592"/>
                  </a:lnTo>
                  <a:lnTo>
                    <a:pt x="74295" y="234022"/>
                  </a:lnTo>
                  <a:close/>
                </a:path>
                <a:path w="2129154" h="457200">
                  <a:moveTo>
                    <a:pt x="110299" y="242023"/>
                  </a:moveTo>
                  <a:lnTo>
                    <a:pt x="109537" y="235546"/>
                  </a:lnTo>
                  <a:lnTo>
                    <a:pt x="105918" y="232029"/>
                  </a:lnTo>
                  <a:lnTo>
                    <a:pt x="99441" y="231457"/>
                  </a:lnTo>
                  <a:lnTo>
                    <a:pt x="92773" y="232029"/>
                  </a:lnTo>
                  <a:lnTo>
                    <a:pt x="89154" y="235546"/>
                  </a:lnTo>
                  <a:lnTo>
                    <a:pt x="88582" y="242023"/>
                  </a:lnTo>
                  <a:lnTo>
                    <a:pt x="89154" y="248500"/>
                  </a:lnTo>
                  <a:lnTo>
                    <a:pt x="92773" y="252222"/>
                  </a:lnTo>
                  <a:lnTo>
                    <a:pt x="99441" y="253174"/>
                  </a:lnTo>
                  <a:lnTo>
                    <a:pt x="105918" y="252222"/>
                  </a:lnTo>
                  <a:lnTo>
                    <a:pt x="109537" y="248500"/>
                  </a:lnTo>
                  <a:lnTo>
                    <a:pt x="110299" y="242023"/>
                  </a:lnTo>
                  <a:close/>
                </a:path>
                <a:path w="2129154" h="457200">
                  <a:moveTo>
                    <a:pt x="227774" y="62572"/>
                  </a:moveTo>
                  <a:lnTo>
                    <a:pt x="227584" y="55333"/>
                  </a:lnTo>
                  <a:lnTo>
                    <a:pt x="225018" y="50101"/>
                  </a:lnTo>
                  <a:lnTo>
                    <a:pt x="220065" y="46863"/>
                  </a:lnTo>
                  <a:lnTo>
                    <a:pt x="215493" y="43243"/>
                  </a:lnTo>
                  <a:lnTo>
                    <a:pt x="209016" y="41529"/>
                  </a:lnTo>
                  <a:lnTo>
                    <a:pt x="200634" y="41719"/>
                  </a:lnTo>
                  <a:lnTo>
                    <a:pt x="192697" y="42684"/>
                  </a:lnTo>
                  <a:lnTo>
                    <a:pt x="158127" y="65786"/>
                  </a:lnTo>
                  <a:lnTo>
                    <a:pt x="153479" y="79717"/>
                  </a:lnTo>
                  <a:lnTo>
                    <a:pt x="153568" y="82867"/>
                  </a:lnTo>
                  <a:lnTo>
                    <a:pt x="153479" y="279742"/>
                  </a:lnTo>
                  <a:lnTo>
                    <a:pt x="153479" y="385445"/>
                  </a:lnTo>
                  <a:lnTo>
                    <a:pt x="82042" y="378802"/>
                  </a:lnTo>
                  <a:lnTo>
                    <a:pt x="82042" y="407504"/>
                  </a:lnTo>
                  <a:lnTo>
                    <a:pt x="153479" y="414147"/>
                  </a:lnTo>
                  <a:lnTo>
                    <a:pt x="153479" y="428498"/>
                  </a:lnTo>
                  <a:lnTo>
                    <a:pt x="0" y="414210"/>
                  </a:lnTo>
                  <a:lnTo>
                    <a:pt x="0" y="442912"/>
                  </a:lnTo>
                  <a:lnTo>
                    <a:pt x="153479" y="457200"/>
                  </a:lnTo>
                  <a:lnTo>
                    <a:pt x="163487" y="457200"/>
                  </a:lnTo>
                  <a:lnTo>
                    <a:pt x="163487" y="297510"/>
                  </a:lnTo>
                  <a:lnTo>
                    <a:pt x="165481" y="299085"/>
                  </a:lnTo>
                  <a:lnTo>
                    <a:pt x="171386" y="300990"/>
                  </a:lnTo>
                  <a:lnTo>
                    <a:pt x="178625" y="301180"/>
                  </a:lnTo>
                  <a:lnTo>
                    <a:pt x="187109" y="300228"/>
                  </a:lnTo>
                  <a:lnTo>
                    <a:pt x="223139" y="277177"/>
                  </a:lnTo>
                  <a:lnTo>
                    <a:pt x="227774" y="262597"/>
                  </a:lnTo>
                  <a:lnTo>
                    <a:pt x="227584" y="255358"/>
                  </a:lnTo>
                  <a:lnTo>
                    <a:pt x="225018" y="250126"/>
                  </a:lnTo>
                  <a:lnTo>
                    <a:pt x="220065" y="246888"/>
                  </a:lnTo>
                  <a:lnTo>
                    <a:pt x="215493" y="243268"/>
                  </a:lnTo>
                  <a:lnTo>
                    <a:pt x="209016" y="241554"/>
                  </a:lnTo>
                  <a:lnTo>
                    <a:pt x="200634" y="241744"/>
                  </a:lnTo>
                  <a:lnTo>
                    <a:pt x="192697" y="242709"/>
                  </a:lnTo>
                  <a:lnTo>
                    <a:pt x="184912" y="245021"/>
                  </a:lnTo>
                  <a:lnTo>
                    <a:pt x="177266" y="248704"/>
                  </a:lnTo>
                  <a:lnTo>
                    <a:pt x="169773" y="253746"/>
                  </a:lnTo>
                  <a:lnTo>
                    <a:pt x="163487" y="259194"/>
                  </a:lnTo>
                  <a:lnTo>
                    <a:pt x="163487" y="97485"/>
                  </a:lnTo>
                  <a:lnTo>
                    <a:pt x="165481" y="99060"/>
                  </a:lnTo>
                  <a:lnTo>
                    <a:pt x="171386" y="100965"/>
                  </a:lnTo>
                  <a:lnTo>
                    <a:pt x="178625" y="101155"/>
                  </a:lnTo>
                  <a:lnTo>
                    <a:pt x="187109" y="100203"/>
                  </a:lnTo>
                  <a:lnTo>
                    <a:pt x="223139" y="77152"/>
                  </a:lnTo>
                  <a:lnTo>
                    <a:pt x="226326" y="70142"/>
                  </a:lnTo>
                  <a:lnTo>
                    <a:pt x="227774" y="62572"/>
                  </a:lnTo>
                  <a:close/>
                </a:path>
                <a:path w="2129154" h="457200">
                  <a:moveTo>
                    <a:pt x="2128824" y="42862"/>
                  </a:moveTo>
                  <a:lnTo>
                    <a:pt x="537908" y="42862"/>
                  </a:lnTo>
                  <a:lnTo>
                    <a:pt x="539280" y="36576"/>
                  </a:lnTo>
                  <a:lnTo>
                    <a:pt x="540042" y="27813"/>
                  </a:lnTo>
                  <a:lnTo>
                    <a:pt x="537171" y="20853"/>
                  </a:lnTo>
                  <a:lnTo>
                    <a:pt x="537083" y="20662"/>
                  </a:lnTo>
                  <a:lnTo>
                    <a:pt x="531558" y="16090"/>
                  </a:lnTo>
                  <a:lnTo>
                    <a:pt x="531558" y="25425"/>
                  </a:lnTo>
                  <a:lnTo>
                    <a:pt x="531558" y="29044"/>
                  </a:lnTo>
                  <a:lnTo>
                    <a:pt x="529564" y="33235"/>
                  </a:lnTo>
                  <a:lnTo>
                    <a:pt x="525564" y="37998"/>
                  </a:lnTo>
                  <a:lnTo>
                    <a:pt x="519950" y="42862"/>
                  </a:lnTo>
                  <a:lnTo>
                    <a:pt x="513359" y="42862"/>
                  </a:lnTo>
                  <a:lnTo>
                    <a:pt x="513359" y="48577"/>
                  </a:lnTo>
                  <a:lnTo>
                    <a:pt x="482701" y="63906"/>
                  </a:lnTo>
                  <a:lnTo>
                    <a:pt x="478701" y="63715"/>
                  </a:lnTo>
                  <a:lnTo>
                    <a:pt x="474980" y="63373"/>
                  </a:lnTo>
                  <a:lnTo>
                    <a:pt x="474980" y="54292"/>
                  </a:lnTo>
                  <a:lnTo>
                    <a:pt x="474014" y="54292"/>
                  </a:lnTo>
                  <a:lnTo>
                    <a:pt x="474205" y="53505"/>
                  </a:lnTo>
                  <a:lnTo>
                    <a:pt x="477088" y="48577"/>
                  </a:lnTo>
                  <a:lnTo>
                    <a:pt x="513359" y="48577"/>
                  </a:lnTo>
                  <a:lnTo>
                    <a:pt x="513359" y="42862"/>
                  </a:lnTo>
                  <a:lnTo>
                    <a:pt x="482282" y="42862"/>
                  </a:lnTo>
                  <a:lnTo>
                    <a:pt x="493179" y="33997"/>
                  </a:lnTo>
                  <a:lnTo>
                    <a:pt x="498983" y="30289"/>
                  </a:lnTo>
                  <a:lnTo>
                    <a:pt x="506412" y="26289"/>
                  </a:lnTo>
                  <a:lnTo>
                    <a:pt x="514032" y="22479"/>
                  </a:lnTo>
                  <a:lnTo>
                    <a:pt x="520700" y="20853"/>
                  </a:lnTo>
                  <a:lnTo>
                    <a:pt x="526415" y="21424"/>
                  </a:lnTo>
                  <a:lnTo>
                    <a:pt x="529272" y="21805"/>
                  </a:lnTo>
                  <a:lnTo>
                    <a:pt x="530987" y="23139"/>
                  </a:lnTo>
                  <a:lnTo>
                    <a:pt x="531558" y="25425"/>
                  </a:lnTo>
                  <a:lnTo>
                    <a:pt x="531558" y="16090"/>
                  </a:lnTo>
                  <a:lnTo>
                    <a:pt x="530415" y="15138"/>
                  </a:lnTo>
                  <a:lnTo>
                    <a:pt x="525272" y="12280"/>
                  </a:lnTo>
                  <a:lnTo>
                    <a:pt x="519468" y="11137"/>
                  </a:lnTo>
                  <a:lnTo>
                    <a:pt x="512991" y="11709"/>
                  </a:lnTo>
                  <a:lnTo>
                    <a:pt x="474967" y="28321"/>
                  </a:lnTo>
                  <a:lnTo>
                    <a:pt x="466471" y="42862"/>
                  </a:lnTo>
                  <a:lnTo>
                    <a:pt x="465264" y="42862"/>
                  </a:lnTo>
                  <a:lnTo>
                    <a:pt x="465264" y="48577"/>
                  </a:lnTo>
                  <a:lnTo>
                    <a:pt x="464312" y="57340"/>
                  </a:lnTo>
                  <a:lnTo>
                    <a:pt x="464985" y="58966"/>
                  </a:lnTo>
                  <a:lnTo>
                    <a:pt x="464985" y="271462"/>
                  </a:lnTo>
                  <a:lnTo>
                    <a:pt x="405942" y="271462"/>
                  </a:lnTo>
                  <a:lnTo>
                    <a:pt x="406209" y="270027"/>
                  </a:lnTo>
                  <a:lnTo>
                    <a:pt x="409168" y="265645"/>
                  </a:lnTo>
                  <a:lnTo>
                    <a:pt x="414121" y="262026"/>
                  </a:lnTo>
                  <a:lnTo>
                    <a:pt x="419646" y="257835"/>
                  </a:lnTo>
                  <a:lnTo>
                    <a:pt x="422783" y="252984"/>
                  </a:lnTo>
                  <a:lnTo>
                    <a:pt x="423545" y="247459"/>
                  </a:lnTo>
                  <a:lnTo>
                    <a:pt x="422783" y="243840"/>
                  </a:lnTo>
                  <a:lnTo>
                    <a:pt x="421068" y="240411"/>
                  </a:lnTo>
                  <a:lnTo>
                    <a:pt x="418401" y="237172"/>
                  </a:lnTo>
                  <a:lnTo>
                    <a:pt x="411835" y="230149"/>
                  </a:lnTo>
                  <a:lnTo>
                    <a:pt x="411835" y="239458"/>
                  </a:lnTo>
                  <a:lnTo>
                    <a:pt x="410883" y="244411"/>
                  </a:lnTo>
                  <a:lnTo>
                    <a:pt x="407924" y="248793"/>
                  </a:lnTo>
                  <a:lnTo>
                    <a:pt x="402971" y="252603"/>
                  </a:lnTo>
                  <a:lnTo>
                    <a:pt x="397446" y="256413"/>
                  </a:lnTo>
                  <a:lnTo>
                    <a:pt x="394309" y="261175"/>
                  </a:lnTo>
                  <a:lnTo>
                    <a:pt x="393547" y="266890"/>
                  </a:lnTo>
                  <a:lnTo>
                    <a:pt x="394309" y="270510"/>
                  </a:lnTo>
                  <a:lnTo>
                    <a:pt x="394779" y="271462"/>
                  </a:lnTo>
                  <a:lnTo>
                    <a:pt x="279247" y="271462"/>
                  </a:lnTo>
                  <a:lnTo>
                    <a:pt x="279247" y="220027"/>
                  </a:lnTo>
                  <a:lnTo>
                    <a:pt x="398691" y="220027"/>
                  </a:lnTo>
                  <a:lnTo>
                    <a:pt x="406400" y="228600"/>
                  </a:lnTo>
                  <a:lnTo>
                    <a:pt x="409257" y="231457"/>
                  </a:lnTo>
                  <a:lnTo>
                    <a:pt x="411073" y="235077"/>
                  </a:lnTo>
                  <a:lnTo>
                    <a:pt x="411835" y="239458"/>
                  </a:lnTo>
                  <a:lnTo>
                    <a:pt x="411835" y="230149"/>
                  </a:lnTo>
                  <a:lnTo>
                    <a:pt x="410400" y="228600"/>
                  </a:lnTo>
                  <a:lnTo>
                    <a:pt x="407352" y="224599"/>
                  </a:lnTo>
                  <a:lnTo>
                    <a:pt x="405638" y="221068"/>
                  </a:lnTo>
                  <a:lnTo>
                    <a:pt x="405498" y="220027"/>
                  </a:lnTo>
                  <a:lnTo>
                    <a:pt x="464985" y="220027"/>
                  </a:lnTo>
                  <a:lnTo>
                    <a:pt x="464985" y="214312"/>
                  </a:lnTo>
                  <a:lnTo>
                    <a:pt x="405942" y="214312"/>
                  </a:lnTo>
                  <a:lnTo>
                    <a:pt x="406209" y="212877"/>
                  </a:lnTo>
                  <a:lnTo>
                    <a:pt x="409168" y="208495"/>
                  </a:lnTo>
                  <a:lnTo>
                    <a:pt x="414121" y="204876"/>
                  </a:lnTo>
                  <a:lnTo>
                    <a:pt x="419646" y="200685"/>
                  </a:lnTo>
                  <a:lnTo>
                    <a:pt x="422783" y="195834"/>
                  </a:lnTo>
                  <a:lnTo>
                    <a:pt x="423545" y="190309"/>
                  </a:lnTo>
                  <a:lnTo>
                    <a:pt x="422783" y="186690"/>
                  </a:lnTo>
                  <a:lnTo>
                    <a:pt x="421068" y="183261"/>
                  </a:lnTo>
                  <a:lnTo>
                    <a:pt x="418401" y="180022"/>
                  </a:lnTo>
                  <a:lnTo>
                    <a:pt x="411835" y="172999"/>
                  </a:lnTo>
                  <a:lnTo>
                    <a:pt x="411835" y="182308"/>
                  </a:lnTo>
                  <a:lnTo>
                    <a:pt x="410883" y="187261"/>
                  </a:lnTo>
                  <a:lnTo>
                    <a:pt x="407924" y="191643"/>
                  </a:lnTo>
                  <a:lnTo>
                    <a:pt x="402971" y="195453"/>
                  </a:lnTo>
                  <a:lnTo>
                    <a:pt x="397446" y="199263"/>
                  </a:lnTo>
                  <a:lnTo>
                    <a:pt x="394309" y="204025"/>
                  </a:lnTo>
                  <a:lnTo>
                    <a:pt x="393547" y="209740"/>
                  </a:lnTo>
                  <a:lnTo>
                    <a:pt x="394309" y="213360"/>
                  </a:lnTo>
                  <a:lnTo>
                    <a:pt x="394779" y="214312"/>
                  </a:lnTo>
                  <a:lnTo>
                    <a:pt x="279247" y="214312"/>
                  </a:lnTo>
                  <a:lnTo>
                    <a:pt x="279247" y="162877"/>
                  </a:lnTo>
                  <a:lnTo>
                    <a:pt x="398691" y="162877"/>
                  </a:lnTo>
                  <a:lnTo>
                    <a:pt x="406400" y="171450"/>
                  </a:lnTo>
                  <a:lnTo>
                    <a:pt x="409257" y="174307"/>
                  </a:lnTo>
                  <a:lnTo>
                    <a:pt x="411073" y="177927"/>
                  </a:lnTo>
                  <a:lnTo>
                    <a:pt x="411835" y="182308"/>
                  </a:lnTo>
                  <a:lnTo>
                    <a:pt x="411835" y="172999"/>
                  </a:lnTo>
                  <a:lnTo>
                    <a:pt x="410400" y="171450"/>
                  </a:lnTo>
                  <a:lnTo>
                    <a:pt x="407352" y="167449"/>
                  </a:lnTo>
                  <a:lnTo>
                    <a:pt x="405638" y="163918"/>
                  </a:lnTo>
                  <a:lnTo>
                    <a:pt x="405498" y="162877"/>
                  </a:lnTo>
                  <a:lnTo>
                    <a:pt x="464985" y="162877"/>
                  </a:lnTo>
                  <a:lnTo>
                    <a:pt x="464985" y="157162"/>
                  </a:lnTo>
                  <a:lnTo>
                    <a:pt x="405942" y="157162"/>
                  </a:lnTo>
                  <a:lnTo>
                    <a:pt x="406209" y="155727"/>
                  </a:lnTo>
                  <a:lnTo>
                    <a:pt x="409168" y="151345"/>
                  </a:lnTo>
                  <a:lnTo>
                    <a:pt x="414121" y="147726"/>
                  </a:lnTo>
                  <a:lnTo>
                    <a:pt x="419646" y="143535"/>
                  </a:lnTo>
                  <a:lnTo>
                    <a:pt x="422783" y="138684"/>
                  </a:lnTo>
                  <a:lnTo>
                    <a:pt x="423545" y="133159"/>
                  </a:lnTo>
                  <a:lnTo>
                    <a:pt x="422783" y="129540"/>
                  </a:lnTo>
                  <a:lnTo>
                    <a:pt x="421068" y="126111"/>
                  </a:lnTo>
                  <a:lnTo>
                    <a:pt x="418401" y="122872"/>
                  </a:lnTo>
                  <a:lnTo>
                    <a:pt x="411835" y="115849"/>
                  </a:lnTo>
                  <a:lnTo>
                    <a:pt x="411835" y="125158"/>
                  </a:lnTo>
                  <a:lnTo>
                    <a:pt x="410883" y="130111"/>
                  </a:lnTo>
                  <a:lnTo>
                    <a:pt x="407924" y="134493"/>
                  </a:lnTo>
                  <a:lnTo>
                    <a:pt x="402971" y="138303"/>
                  </a:lnTo>
                  <a:lnTo>
                    <a:pt x="397446" y="142113"/>
                  </a:lnTo>
                  <a:lnTo>
                    <a:pt x="394309" y="146875"/>
                  </a:lnTo>
                  <a:lnTo>
                    <a:pt x="393547" y="152590"/>
                  </a:lnTo>
                  <a:lnTo>
                    <a:pt x="394309" y="156210"/>
                  </a:lnTo>
                  <a:lnTo>
                    <a:pt x="394779" y="157162"/>
                  </a:lnTo>
                  <a:lnTo>
                    <a:pt x="279247" y="157162"/>
                  </a:lnTo>
                  <a:lnTo>
                    <a:pt x="279247" y="105727"/>
                  </a:lnTo>
                  <a:lnTo>
                    <a:pt x="398691" y="105727"/>
                  </a:lnTo>
                  <a:lnTo>
                    <a:pt x="406400" y="114300"/>
                  </a:lnTo>
                  <a:lnTo>
                    <a:pt x="409257" y="117157"/>
                  </a:lnTo>
                  <a:lnTo>
                    <a:pt x="411073" y="120777"/>
                  </a:lnTo>
                  <a:lnTo>
                    <a:pt x="411835" y="125158"/>
                  </a:lnTo>
                  <a:lnTo>
                    <a:pt x="411835" y="115849"/>
                  </a:lnTo>
                  <a:lnTo>
                    <a:pt x="410400" y="114300"/>
                  </a:lnTo>
                  <a:lnTo>
                    <a:pt x="407352" y="110299"/>
                  </a:lnTo>
                  <a:lnTo>
                    <a:pt x="405638" y="106768"/>
                  </a:lnTo>
                  <a:lnTo>
                    <a:pt x="405498" y="105727"/>
                  </a:lnTo>
                  <a:lnTo>
                    <a:pt x="464985" y="105727"/>
                  </a:lnTo>
                  <a:lnTo>
                    <a:pt x="464985" y="100012"/>
                  </a:lnTo>
                  <a:lnTo>
                    <a:pt x="405942" y="100012"/>
                  </a:lnTo>
                  <a:lnTo>
                    <a:pt x="406209" y="98577"/>
                  </a:lnTo>
                  <a:lnTo>
                    <a:pt x="409168" y="94195"/>
                  </a:lnTo>
                  <a:lnTo>
                    <a:pt x="414121" y="90576"/>
                  </a:lnTo>
                  <a:lnTo>
                    <a:pt x="419646" y="86385"/>
                  </a:lnTo>
                  <a:lnTo>
                    <a:pt x="422783" y="81534"/>
                  </a:lnTo>
                  <a:lnTo>
                    <a:pt x="423545" y="76009"/>
                  </a:lnTo>
                  <a:lnTo>
                    <a:pt x="422783" y="72390"/>
                  </a:lnTo>
                  <a:lnTo>
                    <a:pt x="421068" y="68961"/>
                  </a:lnTo>
                  <a:lnTo>
                    <a:pt x="418401" y="65722"/>
                  </a:lnTo>
                  <a:lnTo>
                    <a:pt x="411835" y="58699"/>
                  </a:lnTo>
                  <a:lnTo>
                    <a:pt x="411835" y="68008"/>
                  </a:lnTo>
                  <a:lnTo>
                    <a:pt x="410883" y="72961"/>
                  </a:lnTo>
                  <a:lnTo>
                    <a:pt x="407924" y="77343"/>
                  </a:lnTo>
                  <a:lnTo>
                    <a:pt x="402971" y="81153"/>
                  </a:lnTo>
                  <a:lnTo>
                    <a:pt x="397446" y="84963"/>
                  </a:lnTo>
                  <a:lnTo>
                    <a:pt x="394309" y="89725"/>
                  </a:lnTo>
                  <a:lnTo>
                    <a:pt x="393547" y="95440"/>
                  </a:lnTo>
                  <a:lnTo>
                    <a:pt x="394309" y="99060"/>
                  </a:lnTo>
                  <a:lnTo>
                    <a:pt x="394779" y="100012"/>
                  </a:lnTo>
                  <a:lnTo>
                    <a:pt x="279247" y="100012"/>
                  </a:lnTo>
                  <a:lnTo>
                    <a:pt x="279247" y="48577"/>
                  </a:lnTo>
                  <a:lnTo>
                    <a:pt x="398691" y="48577"/>
                  </a:lnTo>
                  <a:lnTo>
                    <a:pt x="406400" y="57150"/>
                  </a:lnTo>
                  <a:lnTo>
                    <a:pt x="409257" y="60007"/>
                  </a:lnTo>
                  <a:lnTo>
                    <a:pt x="411073" y="63627"/>
                  </a:lnTo>
                  <a:lnTo>
                    <a:pt x="411835" y="68008"/>
                  </a:lnTo>
                  <a:lnTo>
                    <a:pt x="411835" y="58699"/>
                  </a:lnTo>
                  <a:lnTo>
                    <a:pt x="410400" y="57150"/>
                  </a:lnTo>
                  <a:lnTo>
                    <a:pt x="407352" y="53149"/>
                  </a:lnTo>
                  <a:lnTo>
                    <a:pt x="405638" y="49618"/>
                  </a:lnTo>
                  <a:lnTo>
                    <a:pt x="405498" y="48577"/>
                  </a:lnTo>
                  <a:lnTo>
                    <a:pt x="465264" y="48577"/>
                  </a:lnTo>
                  <a:lnTo>
                    <a:pt x="465264" y="42862"/>
                  </a:lnTo>
                  <a:lnTo>
                    <a:pt x="405942" y="42862"/>
                  </a:lnTo>
                  <a:lnTo>
                    <a:pt x="406209" y="41427"/>
                  </a:lnTo>
                  <a:lnTo>
                    <a:pt x="409168" y="37045"/>
                  </a:lnTo>
                  <a:lnTo>
                    <a:pt x="414121" y="33426"/>
                  </a:lnTo>
                  <a:lnTo>
                    <a:pt x="419646" y="29235"/>
                  </a:lnTo>
                  <a:lnTo>
                    <a:pt x="422783" y="24384"/>
                  </a:lnTo>
                  <a:lnTo>
                    <a:pt x="423545" y="18859"/>
                  </a:lnTo>
                  <a:lnTo>
                    <a:pt x="422783" y="15240"/>
                  </a:lnTo>
                  <a:lnTo>
                    <a:pt x="421068" y="11811"/>
                  </a:lnTo>
                  <a:lnTo>
                    <a:pt x="418401" y="8572"/>
                  </a:lnTo>
                  <a:lnTo>
                    <a:pt x="410400" y="0"/>
                  </a:lnTo>
                  <a:lnTo>
                    <a:pt x="406400" y="0"/>
                  </a:lnTo>
                  <a:lnTo>
                    <a:pt x="409257" y="2857"/>
                  </a:lnTo>
                  <a:lnTo>
                    <a:pt x="411073" y="6477"/>
                  </a:lnTo>
                  <a:lnTo>
                    <a:pt x="397446" y="27813"/>
                  </a:lnTo>
                  <a:lnTo>
                    <a:pt x="394309" y="32575"/>
                  </a:lnTo>
                  <a:lnTo>
                    <a:pt x="393547" y="38290"/>
                  </a:lnTo>
                  <a:lnTo>
                    <a:pt x="394309" y="41910"/>
                  </a:lnTo>
                  <a:lnTo>
                    <a:pt x="394779" y="42862"/>
                  </a:lnTo>
                  <a:lnTo>
                    <a:pt x="266547" y="42862"/>
                  </a:lnTo>
                  <a:lnTo>
                    <a:pt x="266547" y="48577"/>
                  </a:lnTo>
                  <a:lnTo>
                    <a:pt x="270675" y="48577"/>
                  </a:lnTo>
                  <a:lnTo>
                    <a:pt x="270675" y="100012"/>
                  </a:lnTo>
                  <a:lnTo>
                    <a:pt x="266547" y="100012"/>
                  </a:lnTo>
                  <a:lnTo>
                    <a:pt x="266547" y="105727"/>
                  </a:lnTo>
                  <a:lnTo>
                    <a:pt x="270675" y="105727"/>
                  </a:lnTo>
                  <a:lnTo>
                    <a:pt x="270675" y="157162"/>
                  </a:lnTo>
                  <a:lnTo>
                    <a:pt x="266547" y="157162"/>
                  </a:lnTo>
                  <a:lnTo>
                    <a:pt x="266547" y="162877"/>
                  </a:lnTo>
                  <a:lnTo>
                    <a:pt x="270675" y="162877"/>
                  </a:lnTo>
                  <a:lnTo>
                    <a:pt x="270675" y="214312"/>
                  </a:lnTo>
                  <a:lnTo>
                    <a:pt x="266547" y="214312"/>
                  </a:lnTo>
                  <a:lnTo>
                    <a:pt x="266547" y="220027"/>
                  </a:lnTo>
                  <a:lnTo>
                    <a:pt x="270675" y="220027"/>
                  </a:lnTo>
                  <a:lnTo>
                    <a:pt x="270675" y="271462"/>
                  </a:lnTo>
                  <a:lnTo>
                    <a:pt x="266547" y="271462"/>
                  </a:lnTo>
                  <a:lnTo>
                    <a:pt x="266547" y="277177"/>
                  </a:lnTo>
                  <a:lnTo>
                    <a:pt x="270675" y="277177"/>
                  </a:lnTo>
                  <a:lnTo>
                    <a:pt x="279247" y="277177"/>
                  </a:lnTo>
                  <a:lnTo>
                    <a:pt x="398691" y="277177"/>
                  </a:lnTo>
                  <a:lnTo>
                    <a:pt x="406400" y="285750"/>
                  </a:lnTo>
                  <a:lnTo>
                    <a:pt x="410400" y="285750"/>
                  </a:lnTo>
                  <a:lnTo>
                    <a:pt x="407352" y="281749"/>
                  </a:lnTo>
                  <a:lnTo>
                    <a:pt x="405638" y="278218"/>
                  </a:lnTo>
                  <a:lnTo>
                    <a:pt x="405498" y="277177"/>
                  </a:lnTo>
                  <a:lnTo>
                    <a:pt x="464985" y="277177"/>
                  </a:lnTo>
                  <a:lnTo>
                    <a:pt x="464985" y="442912"/>
                  </a:lnTo>
                  <a:lnTo>
                    <a:pt x="474980" y="442912"/>
                  </a:lnTo>
                  <a:lnTo>
                    <a:pt x="474980" y="277177"/>
                  </a:lnTo>
                  <a:lnTo>
                    <a:pt x="2128824" y="277177"/>
                  </a:lnTo>
                  <a:lnTo>
                    <a:pt x="2128824" y="271462"/>
                  </a:lnTo>
                  <a:lnTo>
                    <a:pt x="474980" y="271462"/>
                  </a:lnTo>
                  <a:lnTo>
                    <a:pt x="474980" y="220027"/>
                  </a:lnTo>
                  <a:lnTo>
                    <a:pt x="2128824" y="220027"/>
                  </a:lnTo>
                  <a:lnTo>
                    <a:pt x="2128824" y="214312"/>
                  </a:lnTo>
                  <a:lnTo>
                    <a:pt x="474980" y="214312"/>
                  </a:lnTo>
                  <a:lnTo>
                    <a:pt x="474980" y="162877"/>
                  </a:lnTo>
                  <a:lnTo>
                    <a:pt x="2128824" y="162877"/>
                  </a:lnTo>
                  <a:lnTo>
                    <a:pt x="2128824" y="157162"/>
                  </a:lnTo>
                  <a:lnTo>
                    <a:pt x="474980" y="157162"/>
                  </a:lnTo>
                  <a:lnTo>
                    <a:pt x="474980" y="105727"/>
                  </a:lnTo>
                  <a:lnTo>
                    <a:pt x="2128824" y="105727"/>
                  </a:lnTo>
                  <a:lnTo>
                    <a:pt x="2128824" y="100012"/>
                  </a:lnTo>
                  <a:lnTo>
                    <a:pt x="474980" y="100012"/>
                  </a:lnTo>
                  <a:lnTo>
                    <a:pt x="474980" y="70485"/>
                  </a:lnTo>
                  <a:lnTo>
                    <a:pt x="479272" y="72859"/>
                  </a:lnTo>
                  <a:lnTo>
                    <a:pt x="484987" y="74002"/>
                  </a:lnTo>
                  <a:lnTo>
                    <a:pt x="520052" y="63906"/>
                  </a:lnTo>
                  <a:lnTo>
                    <a:pt x="522706" y="62293"/>
                  </a:lnTo>
                  <a:lnTo>
                    <a:pt x="529424" y="56718"/>
                  </a:lnTo>
                  <a:lnTo>
                    <a:pt x="534416" y="50571"/>
                  </a:lnTo>
                  <a:lnTo>
                    <a:pt x="535381" y="48577"/>
                  </a:lnTo>
                  <a:lnTo>
                    <a:pt x="2128824" y="48577"/>
                  </a:lnTo>
                  <a:lnTo>
                    <a:pt x="2128824" y="428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735958" y="2968466"/>
              <a:ext cx="75723" cy="177164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083304" y="2684535"/>
              <a:ext cx="811530" cy="575310"/>
            </a:xfrm>
            <a:custGeom>
              <a:avLst/>
              <a:gdLst/>
              <a:ahLst/>
              <a:cxnLst/>
              <a:rect l="l" t="t" r="r" b="b"/>
              <a:pathLst>
                <a:path w="811529" h="575310">
                  <a:moveTo>
                    <a:pt x="625487" y="169202"/>
                  </a:moveTo>
                  <a:lnTo>
                    <a:pt x="604151" y="169202"/>
                  </a:lnTo>
                  <a:lnTo>
                    <a:pt x="605167" y="163918"/>
                  </a:lnTo>
                  <a:lnTo>
                    <a:pt x="604977" y="156679"/>
                  </a:lnTo>
                  <a:lnTo>
                    <a:pt x="602399" y="151447"/>
                  </a:lnTo>
                  <a:lnTo>
                    <a:pt x="597446" y="148209"/>
                  </a:lnTo>
                  <a:lnTo>
                    <a:pt x="592874" y="144589"/>
                  </a:lnTo>
                  <a:lnTo>
                    <a:pt x="586397" y="142875"/>
                  </a:lnTo>
                  <a:lnTo>
                    <a:pt x="578015" y="143065"/>
                  </a:lnTo>
                  <a:lnTo>
                    <a:pt x="570090" y="144030"/>
                  </a:lnTo>
                  <a:lnTo>
                    <a:pt x="535508" y="167132"/>
                  </a:lnTo>
                  <a:lnTo>
                    <a:pt x="534517" y="169202"/>
                  </a:lnTo>
                  <a:lnTo>
                    <a:pt x="522617" y="169202"/>
                  </a:lnTo>
                  <a:lnTo>
                    <a:pt x="514350" y="169202"/>
                  </a:lnTo>
                  <a:lnTo>
                    <a:pt x="473341" y="169202"/>
                  </a:lnTo>
                  <a:lnTo>
                    <a:pt x="478053" y="167119"/>
                  </a:lnTo>
                  <a:lnTo>
                    <a:pt x="502297" y="135343"/>
                  </a:lnTo>
                  <a:lnTo>
                    <a:pt x="502107" y="128104"/>
                  </a:lnTo>
                  <a:lnTo>
                    <a:pt x="499529" y="122872"/>
                  </a:lnTo>
                  <a:lnTo>
                    <a:pt x="494576" y="119634"/>
                  </a:lnTo>
                  <a:lnTo>
                    <a:pt x="490004" y="116014"/>
                  </a:lnTo>
                  <a:lnTo>
                    <a:pt x="483527" y="114300"/>
                  </a:lnTo>
                  <a:lnTo>
                    <a:pt x="475145" y="114490"/>
                  </a:lnTo>
                  <a:lnTo>
                    <a:pt x="467220" y="115455"/>
                  </a:lnTo>
                  <a:lnTo>
                    <a:pt x="432638" y="138557"/>
                  </a:lnTo>
                  <a:lnTo>
                    <a:pt x="428002" y="152488"/>
                  </a:lnTo>
                  <a:lnTo>
                    <a:pt x="428091" y="155638"/>
                  </a:lnTo>
                  <a:lnTo>
                    <a:pt x="428002" y="169202"/>
                  </a:lnTo>
                  <a:lnTo>
                    <a:pt x="419747" y="169202"/>
                  </a:lnTo>
                  <a:lnTo>
                    <a:pt x="411480" y="169202"/>
                  </a:lnTo>
                  <a:lnTo>
                    <a:pt x="335127" y="169202"/>
                  </a:lnTo>
                  <a:lnTo>
                    <a:pt x="335127" y="141668"/>
                  </a:lnTo>
                  <a:lnTo>
                    <a:pt x="337134" y="143256"/>
                  </a:lnTo>
                  <a:lnTo>
                    <a:pt x="343039" y="145161"/>
                  </a:lnTo>
                  <a:lnTo>
                    <a:pt x="383133" y="133629"/>
                  </a:lnTo>
                  <a:lnTo>
                    <a:pt x="395757" y="119202"/>
                  </a:lnTo>
                  <a:lnTo>
                    <a:pt x="419747" y="119202"/>
                  </a:lnTo>
                  <a:lnTo>
                    <a:pt x="419747" y="112052"/>
                  </a:lnTo>
                  <a:lnTo>
                    <a:pt x="398411" y="112052"/>
                  </a:lnTo>
                  <a:lnTo>
                    <a:pt x="399427" y="106768"/>
                  </a:lnTo>
                  <a:lnTo>
                    <a:pt x="399237" y="99529"/>
                  </a:lnTo>
                  <a:lnTo>
                    <a:pt x="396659" y="94297"/>
                  </a:lnTo>
                  <a:lnTo>
                    <a:pt x="391706" y="91059"/>
                  </a:lnTo>
                  <a:lnTo>
                    <a:pt x="387134" y="87439"/>
                  </a:lnTo>
                  <a:lnTo>
                    <a:pt x="380657" y="85725"/>
                  </a:lnTo>
                  <a:lnTo>
                    <a:pt x="372275" y="85915"/>
                  </a:lnTo>
                  <a:lnTo>
                    <a:pt x="364350" y="86880"/>
                  </a:lnTo>
                  <a:lnTo>
                    <a:pt x="329768" y="109982"/>
                  </a:lnTo>
                  <a:lnTo>
                    <a:pt x="328777" y="112052"/>
                  </a:lnTo>
                  <a:lnTo>
                    <a:pt x="326072" y="112052"/>
                  </a:lnTo>
                  <a:lnTo>
                    <a:pt x="326072" y="119202"/>
                  </a:lnTo>
                  <a:lnTo>
                    <a:pt x="325132" y="123913"/>
                  </a:lnTo>
                  <a:lnTo>
                    <a:pt x="325221" y="127063"/>
                  </a:lnTo>
                  <a:lnTo>
                    <a:pt x="325132" y="169202"/>
                  </a:lnTo>
                  <a:lnTo>
                    <a:pt x="316877" y="169202"/>
                  </a:lnTo>
                  <a:lnTo>
                    <a:pt x="308610" y="169202"/>
                  </a:lnTo>
                  <a:lnTo>
                    <a:pt x="232257" y="169202"/>
                  </a:lnTo>
                  <a:lnTo>
                    <a:pt x="232257" y="119202"/>
                  </a:lnTo>
                  <a:lnTo>
                    <a:pt x="308610" y="119202"/>
                  </a:lnTo>
                  <a:lnTo>
                    <a:pt x="316877" y="119202"/>
                  </a:lnTo>
                  <a:lnTo>
                    <a:pt x="326072" y="119202"/>
                  </a:lnTo>
                  <a:lnTo>
                    <a:pt x="326072" y="112052"/>
                  </a:lnTo>
                  <a:lnTo>
                    <a:pt x="316877" y="112052"/>
                  </a:lnTo>
                  <a:lnTo>
                    <a:pt x="308610" y="112052"/>
                  </a:lnTo>
                  <a:lnTo>
                    <a:pt x="267601" y="112052"/>
                  </a:lnTo>
                  <a:lnTo>
                    <a:pt x="272313" y="109969"/>
                  </a:lnTo>
                  <a:lnTo>
                    <a:pt x="296557" y="78193"/>
                  </a:lnTo>
                  <a:lnTo>
                    <a:pt x="296367" y="70954"/>
                  </a:lnTo>
                  <a:lnTo>
                    <a:pt x="293789" y="65722"/>
                  </a:lnTo>
                  <a:lnTo>
                    <a:pt x="288836" y="62484"/>
                  </a:lnTo>
                  <a:lnTo>
                    <a:pt x="284264" y="58864"/>
                  </a:lnTo>
                  <a:lnTo>
                    <a:pt x="277787" y="57150"/>
                  </a:lnTo>
                  <a:lnTo>
                    <a:pt x="269405" y="57340"/>
                  </a:lnTo>
                  <a:lnTo>
                    <a:pt x="261480" y="58305"/>
                  </a:lnTo>
                  <a:lnTo>
                    <a:pt x="226898" y="81407"/>
                  </a:lnTo>
                  <a:lnTo>
                    <a:pt x="222262" y="95338"/>
                  </a:lnTo>
                  <a:lnTo>
                    <a:pt x="222351" y="98488"/>
                  </a:lnTo>
                  <a:lnTo>
                    <a:pt x="222262" y="112052"/>
                  </a:lnTo>
                  <a:lnTo>
                    <a:pt x="222262" y="119202"/>
                  </a:lnTo>
                  <a:lnTo>
                    <a:pt x="222262" y="169202"/>
                  </a:lnTo>
                  <a:lnTo>
                    <a:pt x="214007" y="169202"/>
                  </a:lnTo>
                  <a:lnTo>
                    <a:pt x="205740" y="169202"/>
                  </a:lnTo>
                  <a:lnTo>
                    <a:pt x="129387" y="169202"/>
                  </a:lnTo>
                  <a:lnTo>
                    <a:pt x="129387" y="119202"/>
                  </a:lnTo>
                  <a:lnTo>
                    <a:pt x="205740" y="119202"/>
                  </a:lnTo>
                  <a:lnTo>
                    <a:pt x="214007" y="119202"/>
                  </a:lnTo>
                  <a:lnTo>
                    <a:pt x="222262" y="119202"/>
                  </a:lnTo>
                  <a:lnTo>
                    <a:pt x="222262" y="112052"/>
                  </a:lnTo>
                  <a:lnTo>
                    <a:pt x="214007" y="112052"/>
                  </a:lnTo>
                  <a:lnTo>
                    <a:pt x="205740" y="112052"/>
                  </a:lnTo>
                  <a:lnTo>
                    <a:pt x="129387" y="112052"/>
                  </a:lnTo>
                  <a:lnTo>
                    <a:pt x="129387" y="84518"/>
                  </a:lnTo>
                  <a:lnTo>
                    <a:pt x="131394" y="86106"/>
                  </a:lnTo>
                  <a:lnTo>
                    <a:pt x="137299" y="88011"/>
                  </a:lnTo>
                  <a:lnTo>
                    <a:pt x="144538" y="88201"/>
                  </a:lnTo>
                  <a:lnTo>
                    <a:pt x="153022" y="87249"/>
                  </a:lnTo>
                  <a:lnTo>
                    <a:pt x="189039" y="64198"/>
                  </a:lnTo>
                  <a:lnTo>
                    <a:pt x="190017" y="62052"/>
                  </a:lnTo>
                  <a:lnTo>
                    <a:pt x="214007" y="62052"/>
                  </a:lnTo>
                  <a:lnTo>
                    <a:pt x="214007" y="54902"/>
                  </a:lnTo>
                  <a:lnTo>
                    <a:pt x="192671" y="54902"/>
                  </a:lnTo>
                  <a:lnTo>
                    <a:pt x="193687" y="49618"/>
                  </a:lnTo>
                  <a:lnTo>
                    <a:pt x="193497" y="42379"/>
                  </a:lnTo>
                  <a:lnTo>
                    <a:pt x="190919" y="37147"/>
                  </a:lnTo>
                  <a:lnTo>
                    <a:pt x="185966" y="33909"/>
                  </a:lnTo>
                  <a:lnTo>
                    <a:pt x="181394" y="30289"/>
                  </a:lnTo>
                  <a:lnTo>
                    <a:pt x="174917" y="28575"/>
                  </a:lnTo>
                  <a:lnTo>
                    <a:pt x="166535" y="28765"/>
                  </a:lnTo>
                  <a:lnTo>
                    <a:pt x="158610" y="29730"/>
                  </a:lnTo>
                  <a:lnTo>
                    <a:pt x="124028" y="52832"/>
                  </a:lnTo>
                  <a:lnTo>
                    <a:pt x="123037" y="54902"/>
                  </a:lnTo>
                  <a:lnTo>
                    <a:pt x="120332" y="54902"/>
                  </a:lnTo>
                  <a:lnTo>
                    <a:pt x="120332" y="62052"/>
                  </a:lnTo>
                  <a:lnTo>
                    <a:pt x="119392" y="66763"/>
                  </a:lnTo>
                  <a:lnTo>
                    <a:pt x="119481" y="69913"/>
                  </a:lnTo>
                  <a:lnTo>
                    <a:pt x="119392" y="112052"/>
                  </a:lnTo>
                  <a:lnTo>
                    <a:pt x="119392" y="119202"/>
                  </a:lnTo>
                  <a:lnTo>
                    <a:pt x="119392" y="169202"/>
                  </a:lnTo>
                  <a:lnTo>
                    <a:pt x="111137" y="169202"/>
                  </a:lnTo>
                  <a:lnTo>
                    <a:pt x="102870" y="169202"/>
                  </a:lnTo>
                  <a:lnTo>
                    <a:pt x="26517" y="169202"/>
                  </a:lnTo>
                  <a:lnTo>
                    <a:pt x="26517" y="119202"/>
                  </a:lnTo>
                  <a:lnTo>
                    <a:pt x="102870" y="119202"/>
                  </a:lnTo>
                  <a:lnTo>
                    <a:pt x="111137" y="119202"/>
                  </a:lnTo>
                  <a:lnTo>
                    <a:pt x="119392" y="119202"/>
                  </a:lnTo>
                  <a:lnTo>
                    <a:pt x="119392" y="112052"/>
                  </a:lnTo>
                  <a:lnTo>
                    <a:pt x="111137" y="112052"/>
                  </a:lnTo>
                  <a:lnTo>
                    <a:pt x="102870" y="112052"/>
                  </a:lnTo>
                  <a:lnTo>
                    <a:pt x="26517" y="112052"/>
                  </a:lnTo>
                  <a:lnTo>
                    <a:pt x="26517" y="62052"/>
                  </a:lnTo>
                  <a:lnTo>
                    <a:pt x="102870" y="62052"/>
                  </a:lnTo>
                  <a:lnTo>
                    <a:pt x="111137" y="62052"/>
                  </a:lnTo>
                  <a:lnTo>
                    <a:pt x="120332" y="62052"/>
                  </a:lnTo>
                  <a:lnTo>
                    <a:pt x="120332" y="54902"/>
                  </a:lnTo>
                  <a:lnTo>
                    <a:pt x="111137" y="54902"/>
                  </a:lnTo>
                  <a:lnTo>
                    <a:pt x="102870" y="54902"/>
                  </a:lnTo>
                  <a:lnTo>
                    <a:pt x="61861" y="54902"/>
                  </a:lnTo>
                  <a:lnTo>
                    <a:pt x="66573" y="52819"/>
                  </a:lnTo>
                  <a:lnTo>
                    <a:pt x="74523" y="47904"/>
                  </a:lnTo>
                  <a:lnTo>
                    <a:pt x="81229" y="42049"/>
                  </a:lnTo>
                  <a:lnTo>
                    <a:pt x="86169" y="35623"/>
                  </a:lnTo>
                  <a:lnTo>
                    <a:pt x="89369" y="28613"/>
                  </a:lnTo>
                  <a:lnTo>
                    <a:pt x="90817" y="21043"/>
                  </a:lnTo>
                  <a:lnTo>
                    <a:pt x="90627" y="13804"/>
                  </a:lnTo>
                  <a:lnTo>
                    <a:pt x="88049" y="8572"/>
                  </a:lnTo>
                  <a:lnTo>
                    <a:pt x="83096" y="5334"/>
                  </a:lnTo>
                  <a:lnTo>
                    <a:pt x="78524" y="1714"/>
                  </a:lnTo>
                  <a:lnTo>
                    <a:pt x="72047" y="0"/>
                  </a:lnTo>
                  <a:lnTo>
                    <a:pt x="63665" y="190"/>
                  </a:lnTo>
                  <a:lnTo>
                    <a:pt x="55740" y="1155"/>
                  </a:lnTo>
                  <a:lnTo>
                    <a:pt x="21158" y="24257"/>
                  </a:lnTo>
                  <a:lnTo>
                    <a:pt x="16522" y="38188"/>
                  </a:lnTo>
                  <a:lnTo>
                    <a:pt x="16611" y="41338"/>
                  </a:lnTo>
                  <a:lnTo>
                    <a:pt x="16522" y="54902"/>
                  </a:lnTo>
                  <a:lnTo>
                    <a:pt x="0" y="54902"/>
                  </a:lnTo>
                  <a:lnTo>
                    <a:pt x="0" y="62052"/>
                  </a:lnTo>
                  <a:lnTo>
                    <a:pt x="16522" y="62052"/>
                  </a:lnTo>
                  <a:lnTo>
                    <a:pt x="16522" y="112052"/>
                  </a:lnTo>
                  <a:lnTo>
                    <a:pt x="0" y="112052"/>
                  </a:lnTo>
                  <a:lnTo>
                    <a:pt x="0" y="119202"/>
                  </a:lnTo>
                  <a:lnTo>
                    <a:pt x="16522" y="119202"/>
                  </a:lnTo>
                  <a:lnTo>
                    <a:pt x="16522" y="169202"/>
                  </a:lnTo>
                  <a:lnTo>
                    <a:pt x="0" y="169202"/>
                  </a:lnTo>
                  <a:lnTo>
                    <a:pt x="0" y="176352"/>
                  </a:lnTo>
                  <a:lnTo>
                    <a:pt x="16522" y="176352"/>
                  </a:lnTo>
                  <a:lnTo>
                    <a:pt x="16522" y="344233"/>
                  </a:lnTo>
                  <a:lnTo>
                    <a:pt x="26517" y="344233"/>
                  </a:lnTo>
                  <a:lnTo>
                    <a:pt x="26517" y="176352"/>
                  </a:lnTo>
                  <a:lnTo>
                    <a:pt x="102870" y="176352"/>
                  </a:lnTo>
                  <a:lnTo>
                    <a:pt x="111137" y="176352"/>
                  </a:lnTo>
                  <a:lnTo>
                    <a:pt x="119392" y="176352"/>
                  </a:lnTo>
                  <a:lnTo>
                    <a:pt x="119392" y="347091"/>
                  </a:lnTo>
                  <a:lnTo>
                    <a:pt x="129387" y="347091"/>
                  </a:lnTo>
                  <a:lnTo>
                    <a:pt x="129387" y="176352"/>
                  </a:lnTo>
                  <a:lnTo>
                    <a:pt x="205740" y="176352"/>
                  </a:lnTo>
                  <a:lnTo>
                    <a:pt x="214007" y="176352"/>
                  </a:lnTo>
                  <a:lnTo>
                    <a:pt x="222262" y="176352"/>
                  </a:lnTo>
                  <a:lnTo>
                    <a:pt x="222262" y="349948"/>
                  </a:lnTo>
                  <a:lnTo>
                    <a:pt x="232257" y="349948"/>
                  </a:lnTo>
                  <a:lnTo>
                    <a:pt x="232257" y="176352"/>
                  </a:lnTo>
                  <a:lnTo>
                    <a:pt x="308610" y="176352"/>
                  </a:lnTo>
                  <a:lnTo>
                    <a:pt x="316877" y="176352"/>
                  </a:lnTo>
                  <a:lnTo>
                    <a:pt x="325132" y="176352"/>
                  </a:lnTo>
                  <a:lnTo>
                    <a:pt x="325132" y="352806"/>
                  </a:lnTo>
                  <a:lnTo>
                    <a:pt x="335127" y="352806"/>
                  </a:lnTo>
                  <a:lnTo>
                    <a:pt x="335127" y="176352"/>
                  </a:lnTo>
                  <a:lnTo>
                    <a:pt x="411480" y="176352"/>
                  </a:lnTo>
                  <a:lnTo>
                    <a:pt x="419747" y="176352"/>
                  </a:lnTo>
                  <a:lnTo>
                    <a:pt x="428002" y="176352"/>
                  </a:lnTo>
                  <a:lnTo>
                    <a:pt x="428002" y="355663"/>
                  </a:lnTo>
                  <a:lnTo>
                    <a:pt x="437997" y="355663"/>
                  </a:lnTo>
                  <a:lnTo>
                    <a:pt x="437997" y="176352"/>
                  </a:lnTo>
                  <a:lnTo>
                    <a:pt x="514350" y="176352"/>
                  </a:lnTo>
                  <a:lnTo>
                    <a:pt x="522617" y="176352"/>
                  </a:lnTo>
                  <a:lnTo>
                    <a:pt x="531812" y="176352"/>
                  </a:lnTo>
                  <a:lnTo>
                    <a:pt x="530872" y="181063"/>
                  </a:lnTo>
                  <a:lnTo>
                    <a:pt x="530961" y="184213"/>
                  </a:lnTo>
                  <a:lnTo>
                    <a:pt x="530872" y="358521"/>
                  </a:lnTo>
                  <a:lnTo>
                    <a:pt x="540867" y="358521"/>
                  </a:lnTo>
                  <a:lnTo>
                    <a:pt x="540867" y="198818"/>
                  </a:lnTo>
                  <a:lnTo>
                    <a:pt x="542874" y="200406"/>
                  </a:lnTo>
                  <a:lnTo>
                    <a:pt x="548779" y="202311"/>
                  </a:lnTo>
                  <a:lnTo>
                    <a:pt x="556018" y="202501"/>
                  </a:lnTo>
                  <a:lnTo>
                    <a:pt x="564502" y="201549"/>
                  </a:lnTo>
                  <a:lnTo>
                    <a:pt x="600519" y="178498"/>
                  </a:lnTo>
                  <a:lnTo>
                    <a:pt x="601497" y="176352"/>
                  </a:lnTo>
                  <a:lnTo>
                    <a:pt x="625487" y="176352"/>
                  </a:lnTo>
                  <a:lnTo>
                    <a:pt x="625487" y="169202"/>
                  </a:lnTo>
                  <a:close/>
                </a:path>
                <a:path w="811529" h="575310">
                  <a:moveTo>
                    <a:pt x="708037" y="192493"/>
                  </a:moveTo>
                  <a:lnTo>
                    <a:pt x="707847" y="185254"/>
                  </a:lnTo>
                  <a:lnTo>
                    <a:pt x="705269" y="180022"/>
                  </a:lnTo>
                  <a:lnTo>
                    <a:pt x="700316" y="176784"/>
                  </a:lnTo>
                  <a:lnTo>
                    <a:pt x="695744" y="173164"/>
                  </a:lnTo>
                  <a:lnTo>
                    <a:pt x="689267" y="171450"/>
                  </a:lnTo>
                  <a:lnTo>
                    <a:pt x="680885" y="171640"/>
                  </a:lnTo>
                  <a:lnTo>
                    <a:pt x="672960" y="172605"/>
                  </a:lnTo>
                  <a:lnTo>
                    <a:pt x="638378" y="195707"/>
                  </a:lnTo>
                  <a:lnTo>
                    <a:pt x="633742" y="209638"/>
                  </a:lnTo>
                  <a:lnTo>
                    <a:pt x="633831" y="212788"/>
                  </a:lnTo>
                  <a:lnTo>
                    <a:pt x="633742" y="564870"/>
                  </a:lnTo>
                  <a:lnTo>
                    <a:pt x="643737" y="564870"/>
                  </a:lnTo>
                  <a:lnTo>
                    <a:pt x="643737" y="227393"/>
                  </a:lnTo>
                  <a:lnTo>
                    <a:pt x="645744" y="228981"/>
                  </a:lnTo>
                  <a:lnTo>
                    <a:pt x="651649" y="230886"/>
                  </a:lnTo>
                  <a:lnTo>
                    <a:pt x="658888" y="231076"/>
                  </a:lnTo>
                  <a:lnTo>
                    <a:pt x="667372" y="230124"/>
                  </a:lnTo>
                  <a:lnTo>
                    <a:pt x="703389" y="207073"/>
                  </a:lnTo>
                  <a:lnTo>
                    <a:pt x="706589" y="200063"/>
                  </a:lnTo>
                  <a:lnTo>
                    <a:pt x="708037" y="192493"/>
                  </a:lnTo>
                  <a:close/>
                </a:path>
                <a:path w="811529" h="575310">
                  <a:moveTo>
                    <a:pt x="810907" y="278218"/>
                  </a:moveTo>
                  <a:lnTo>
                    <a:pt x="810717" y="270979"/>
                  </a:lnTo>
                  <a:lnTo>
                    <a:pt x="808139" y="265747"/>
                  </a:lnTo>
                  <a:lnTo>
                    <a:pt x="803186" y="262509"/>
                  </a:lnTo>
                  <a:lnTo>
                    <a:pt x="798614" y="258889"/>
                  </a:lnTo>
                  <a:lnTo>
                    <a:pt x="792137" y="257175"/>
                  </a:lnTo>
                  <a:lnTo>
                    <a:pt x="783755" y="257365"/>
                  </a:lnTo>
                  <a:lnTo>
                    <a:pt x="775830" y="258330"/>
                  </a:lnTo>
                  <a:lnTo>
                    <a:pt x="741248" y="281432"/>
                  </a:lnTo>
                  <a:lnTo>
                    <a:pt x="736612" y="295363"/>
                  </a:lnTo>
                  <a:lnTo>
                    <a:pt x="736701" y="298513"/>
                  </a:lnTo>
                  <a:lnTo>
                    <a:pt x="736612" y="575183"/>
                  </a:lnTo>
                  <a:lnTo>
                    <a:pt x="746607" y="575183"/>
                  </a:lnTo>
                  <a:lnTo>
                    <a:pt x="746607" y="313118"/>
                  </a:lnTo>
                  <a:lnTo>
                    <a:pt x="748614" y="314706"/>
                  </a:lnTo>
                  <a:lnTo>
                    <a:pt x="754519" y="316611"/>
                  </a:lnTo>
                  <a:lnTo>
                    <a:pt x="761758" y="316801"/>
                  </a:lnTo>
                  <a:lnTo>
                    <a:pt x="770242" y="315849"/>
                  </a:lnTo>
                  <a:lnTo>
                    <a:pt x="806259" y="292798"/>
                  </a:lnTo>
                  <a:lnTo>
                    <a:pt x="809459" y="285788"/>
                  </a:lnTo>
                  <a:lnTo>
                    <a:pt x="810907" y="2782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922789" y="2947606"/>
              <a:ext cx="130301" cy="32802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4099826" y="2854169"/>
              <a:ext cx="2182495" cy="514984"/>
            </a:xfrm>
            <a:custGeom>
              <a:avLst/>
              <a:gdLst/>
              <a:ahLst/>
              <a:cxnLst/>
              <a:rect l="l" t="t" r="r" b="b"/>
              <a:pathLst>
                <a:path w="2182495" h="514985">
                  <a:moveTo>
                    <a:pt x="274256" y="322326"/>
                  </a:moveTo>
                  <a:lnTo>
                    <a:pt x="273570" y="316039"/>
                  </a:lnTo>
                  <a:lnTo>
                    <a:pt x="273494" y="315277"/>
                  </a:lnTo>
                  <a:lnTo>
                    <a:pt x="269011" y="311759"/>
                  </a:lnTo>
                  <a:lnTo>
                    <a:pt x="256057" y="311759"/>
                  </a:lnTo>
                  <a:lnTo>
                    <a:pt x="251675" y="313182"/>
                  </a:lnTo>
                  <a:lnTo>
                    <a:pt x="228142" y="350278"/>
                  </a:lnTo>
                  <a:lnTo>
                    <a:pt x="227253" y="364147"/>
                  </a:lnTo>
                  <a:lnTo>
                    <a:pt x="227203" y="365861"/>
                  </a:lnTo>
                  <a:lnTo>
                    <a:pt x="246532" y="383197"/>
                  </a:lnTo>
                  <a:lnTo>
                    <a:pt x="254152" y="382816"/>
                  </a:lnTo>
                  <a:lnTo>
                    <a:pt x="260248" y="379387"/>
                  </a:lnTo>
                  <a:lnTo>
                    <a:pt x="260794" y="378625"/>
                  </a:lnTo>
                  <a:lnTo>
                    <a:pt x="264820" y="372910"/>
                  </a:lnTo>
                  <a:lnTo>
                    <a:pt x="269582" y="366814"/>
                  </a:lnTo>
                  <a:lnTo>
                    <a:pt x="271868" y="359956"/>
                  </a:lnTo>
                  <a:lnTo>
                    <a:pt x="271792" y="356616"/>
                  </a:lnTo>
                  <a:lnTo>
                    <a:pt x="271678" y="352336"/>
                  </a:lnTo>
                  <a:lnTo>
                    <a:pt x="270916" y="345097"/>
                  </a:lnTo>
                  <a:lnTo>
                    <a:pt x="270586" y="344716"/>
                  </a:lnTo>
                  <a:lnTo>
                    <a:pt x="266915" y="340525"/>
                  </a:lnTo>
                  <a:lnTo>
                    <a:pt x="259867" y="338670"/>
                  </a:lnTo>
                  <a:lnTo>
                    <a:pt x="259867" y="356616"/>
                  </a:lnTo>
                  <a:lnTo>
                    <a:pt x="258724" y="361759"/>
                  </a:lnTo>
                  <a:lnTo>
                    <a:pt x="256247" y="368046"/>
                  </a:lnTo>
                  <a:lnTo>
                    <a:pt x="253961" y="374332"/>
                  </a:lnTo>
                  <a:lnTo>
                    <a:pt x="250444" y="377863"/>
                  </a:lnTo>
                  <a:lnTo>
                    <a:pt x="245681" y="378625"/>
                  </a:lnTo>
                  <a:lnTo>
                    <a:pt x="241871" y="377863"/>
                  </a:lnTo>
                  <a:lnTo>
                    <a:pt x="239966" y="375005"/>
                  </a:lnTo>
                  <a:lnTo>
                    <a:pt x="247523" y="346621"/>
                  </a:lnTo>
                  <a:lnTo>
                    <a:pt x="249961" y="344716"/>
                  </a:lnTo>
                  <a:lnTo>
                    <a:pt x="253390" y="345478"/>
                  </a:lnTo>
                  <a:lnTo>
                    <a:pt x="257009" y="346240"/>
                  </a:lnTo>
                  <a:lnTo>
                    <a:pt x="259105" y="348615"/>
                  </a:lnTo>
                  <a:lnTo>
                    <a:pt x="259676" y="352615"/>
                  </a:lnTo>
                  <a:lnTo>
                    <a:pt x="259867" y="356616"/>
                  </a:lnTo>
                  <a:lnTo>
                    <a:pt x="259867" y="338670"/>
                  </a:lnTo>
                  <a:lnTo>
                    <a:pt x="259676" y="338620"/>
                  </a:lnTo>
                  <a:lnTo>
                    <a:pt x="253009" y="338239"/>
                  </a:lnTo>
                  <a:lnTo>
                    <a:pt x="247205" y="340906"/>
                  </a:lnTo>
                  <a:lnTo>
                    <a:pt x="242252" y="346621"/>
                  </a:lnTo>
                  <a:lnTo>
                    <a:pt x="241960" y="346621"/>
                  </a:lnTo>
                  <a:lnTo>
                    <a:pt x="242011" y="346240"/>
                  </a:lnTo>
                  <a:lnTo>
                    <a:pt x="242100" y="345478"/>
                  </a:lnTo>
                  <a:lnTo>
                    <a:pt x="242189" y="344716"/>
                  </a:lnTo>
                  <a:lnTo>
                    <a:pt x="260248" y="316039"/>
                  </a:lnTo>
                  <a:lnTo>
                    <a:pt x="264248" y="318046"/>
                  </a:lnTo>
                  <a:lnTo>
                    <a:pt x="259397" y="322897"/>
                  </a:lnTo>
                  <a:lnTo>
                    <a:pt x="258826" y="324231"/>
                  </a:lnTo>
                  <a:lnTo>
                    <a:pt x="258826" y="329374"/>
                  </a:lnTo>
                  <a:lnTo>
                    <a:pt x="261200" y="331470"/>
                  </a:lnTo>
                  <a:lnTo>
                    <a:pt x="265963" y="332041"/>
                  </a:lnTo>
                  <a:lnTo>
                    <a:pt x="271106" y="330708"/>
                  </a:lnTo>
                  <a:lnTo>
                    <a:pt x="273875" y="327469"/>
                  </a:lnTo>
                  <a:lnTo>
                    <a:pt x="273951" y="326326"/>
                  </a:lnTo>
                  <a:lnTo>
                    <a:pt x="274256" y="322326"/>
                  </a:lnTo>
                  <a:close/>
                </a:path>
                <a:path w="2182495" h="514985">
                  <a:moveTo>
                    <a:pt x="514350" y="160299"/>
                  </a:moveTo>
                  <a:lnTo>
                    <a:pt x="0" y="146011"/>
                  </a:lnTo>
                  <a:lnTo>
                    <a:pt x="0" y="174599"/>
                  </a:lnTo>
                  <a:lnTo>
                    <a:pt x="514350" y="188887"/>
                  </a:lnTo>
                  <a:lnTo>
                    <a:pt x="514350" y="160299"/>
                  </a:lnTo>
                  <a:close/>
                </a:path>
                <a:path w="2182495" h="514985">
                  <a:moveTo>
                    <a:pt x="514350" y="117424"/>
                  </a:moveTo>
                  <a:lnTo>
                    <a:pt x="0" y="103136"/>
                  </a:lnTo>
                  <a:lnTo>
                    <a:pt x="0" y="131711"/>
                  </a:lnTo>
                  <a:lnTo>
                    <a:pt x="514350" y="145999"/>
                  </a:lnTo>
                  <a:lnTo>
                    <a:pt x="514350" y="117424"/>
                  </a:lnTo>
                  <a:close/>
                </a:path>
                <a:path w="2182495" h="514985">
                  <a:moveTo>
                    <a:pt x="919480" y="453517"/>
                  </a:moveTo>
                  <a:lnTo>
                    <a:pt x="918794" y="447230"/>
                  </a:lnTo>
                  <a:lnTo>
                    <a:pt x="918718" y="446468"/>
                  </a:lnTo>
                  <a:lnTo>
                    <a:pt x="914234" y="442950"/>
                  </a:lnTo>
                  <a:lnTo>
                    <a:pt x="901280" y="442950"/>
                  </a:lnTo>
                  <a:lnTo>
                    <a:pt x="896899" y="444373"/>
                  </a:lnTo>
                  <a:lnTo>
                    <a:pt x="873366" y="481469"/>
                  </a:lnTo>
                  <a:lnTo>
                    <a:pt x="872477" y="495338"/>
                  </a:lnTo>
                  <a:lnTo>
                    <a:pt x="872426" y="497052"/>
                  </a:lnTo>
                  <a:lnTo>
                    <a:pt x="891755" y="514388"/>
                  </a:lnTo>
                  <a:lnTo>
                    <a:pt x="899375" y="514007"/>
                  </a:lnTo>
                  <a:lnTo>
                    <a:pt x="905471" y="510578"/>
                  </a:lnTo>
                  <a:lnTo>
                    <a:pt x="906018" y="509816"/>
                  </a:lnTo>
                  <a:lnTo>
                    <a:pt x="910043" y="504101"/>
                  </a:lnTo>
                  <a:lnTo>
                    <a:pt x="914806" y="498005"/>
                  </a:lnTo>
                  <a:lnTo>
                    <a:pt x="917092" y="491147"/>
                  </a:lnTo>
                  <a:lnTo>
                    <a:pt x="917016" y="487807"/>
                  </a:lnTo>
                  <a:lnTo>
                    <a:pt x="916901" y="483527"/>
                  </a:lnTo>
                  <a:lnTo>
                    <a:pt x="916139" y="476288"/>
                  </a:lnTo>
                  <a:lnTo>
                    <a:pt x="915809" y="475907"/>
                  </a:lnTo>
                  <a:lnTo>
                    <a:pt x="912139" y="471716"/>
                  </a:lnTo>
                  <a:lnTo>
                    <a:pt x="905090" y="469861"/>
                  </a:lnTo>
                  <a:lnTo>
                    <a:pt x="905090" y="487807"/>
                  </a:lnTo>
                  <a:lnTo>
                    <a:pt x="903947" y="492950"/>
                  </a:lnTo>
                  <a:lnTo>
                    <a:pt x="901471" y="499237"/>
                  </a:lnTo>
                  <a:lnTo>
                    <a:pt x="899185" y="505523"/>
                  </a:lnTo>
                  <a:lnTo>
                    <a:pt x="895667" y="509054"/>
                  </a:lnTo>
                  <a:lnTo>
                    <a:pt x="890905" y="509816"/>
                  </a:lnTo>
                  <a:lnTo>
                    <a:pt x="887095" y="509054"/>
                  </a:lnTo>
                  <a:lnTo>
                    <a:pt x="885190" y="506196"/>
                  </a:lnTo>
                  <a:lnTo>
                    <a:pt x="892746" y="477812"/>
                  </a:lnTo>
                  <a:lnTo>
                    <a:pt x="895184" y="475907"/>
                  </a:lnTo>
                  <a:lnTo>
                    <a:pt x="898613" y="476669"/>
                  </a:lnTo>
                  <a:lnTo>
                    <a:pt x="902233" y="477431"/>
                  </a:lnTo>
                  <a:lnTo>
                    <a:pt x="904328" y="479806"/>
                  </a:lnTo>
                  <a:lnTo>
                    <a:pt x="904900" y="483806"/>
                  </a:lnTo>
                  <a:lnTo>
                    <a:pt x="905090" y="487807"/>
                  </a:lnTo>
                  <a:lnTo>
                    <a:pt x="905090" y="469861"/>
                  </a:lnTo>
                  <a:lnTo>
                    <a:pt x="904900" y="469811"/>
                  </a:lnTo>
                  <a:lnTo>
                    <a:pt x="898232" y="469430"/>
                  </a:lnTo>
                  <a:lnTo>
                    <a:pt x="892429" y="472097"/>
                  </a:lnTo>
                  <a:lnTo>
                    <a:pt x="887476" y="477812"/>
                  </a:lnTo>
                  <a:lnTo>
                    <a:pt x="887183" y="477812"/>
                  </a:lnTo>
                  <a:lnTo>
                    <a:pt x="887234" y="477431"/>
                  </a:lnTo>
                  <a:lnTo>
                    <a:pt x="887323" y="476669"/>
                  </a:lnTo>
                  <a:lnTo>
                    <a:pt x="887412" y="475907"/>
                  </a:lnTo>
                  <a:lnTo>
                    <a:pt x="905471" y="447230"/>
                  </a:lnTo>
                  <a:lnTo>
                    <a:pt x="909472" y="449237"/>
                  </a:lnTo>
                  <a:lnTo>
                    <a:pt x="904621" y="454088"/>
                  </a:lnTo>
                  <a:lnTo>
                    <a:pt x="904049" y="455422"/>
                  </a:lnTo>
                  <a:lnTo>
                    <a:pt x="904049" y="460565"/>
                  </a:lnTo>
                  <a:lnTo>
                    <a:pt x="906424" y="462661"/>
                  </a:lnTo>
                  <a:lnTo>
                    <a:pt x="911186" y="463232"/>
                  </a:lnTo>
                  <a:lnTo>
                    <a:pt x="916330" y="461899"/>
                  </a:lnTo>
                  <a:lnTo>
                    <a:pt x="919099" y="458660"/>
                  </a:lnTo>
                  <a:lnTo>
                    <a:pt x="919175" y="457517"/>
                  </a:lnTo>
                  <a:lnTo>
                    <a:pt x="919480" y="453517"/>
                  </a:lnTo>
                  <a:close/>
                </a:path>
                <a:path w="2182495" h="514985">
                  <a:moveTo>
                    <a:pt x="1261872" y="108585"/>
                  </a:moveTo>
                  <a:lnTo>
                    <a:pt x="1261681" y="101346"/>
                  </a:lnTo>
                  <a:lnTo>
                    <a:pt x="1259103" y="96113"/>
                  </a:lnTo>
                  <a:lnTo>
                    <a:pt x="1254150" y="92875"/>
                  </a:lnTo>
                  <a:lnTo>
                    <a:pt x="1249578" y="89255"/>
                  </a:lnTo>
                  <a:lnTo>
                    <a:pt x="1243101" y="87541"/>
                  </a:lnTo>
                  <a:lnTo>
                    <a:pt x="1234719" y="87731"/>
                  </a:lnTo>
                  <a:lnTo>
                    <a:pt x="1226794" y="88696"/>
                  </a:lnTo>
                  <a:lnTo>
                    <a:pt x="1192212" y="111798"/>
                  </a:lnTo>
                  <a:lnTo>
                    <a:pt x="1187577" y="125730"/>
                  </a:lnTo>
                  <a:lnTo>
                    <a:pt x="1187665" y="128879"/>
                  </a:lnTo>
                  <a:lnTo>
                    <a:pt x="1187577" y="380593"/>
                  </a:lnTo>
                  <a:lnTo>
                    <a:pt x="1187577" y="409308"/>
                  </a:lnTo>
                  <a:lnTo>
                    <a:pt x="1187577" y="423672"/>
                  </a:lnTo>
                  <a:lnTo>
                    <a:pt x="1094701" y="414375"/>
                  </a:lnTo>
                  <a:lnTo>
                    <a:pt x="1094701" y="400011"/>
                  </a:lnTo>
                  <a:lnTo>
                    <a:pt x="1187577" y="409308"/>
                  </a:lnTo>
                  <a:lnTo>
                    <a:pt x="1187577" y="380593"/>
                  </a:lnTo>
                  <a:lnTo>
                    <a:pt x="1094701" y="371297"/>
                  </a:lnTo>
                  <a:lnTo>
                    <a:pt x="1094701" y="200634"/>
                  </a:lnTo>
                  <a:lnTo>
                    <a:pt x="1096708" y="202222"/>
                  </a:lnTo>
                  <a:lnTo>
                    <a:pt x="1102614" y="204127"/>
                  </a:lnTo>
                  <a:lnTo>
                    <a:pt x="1142707" y="192595"/>
                  </a:lnTo>
                  <a:lnTo>
                    <a:pt x="1159002" y="165735"/>
                  </a:lnTo>
                  <a:lnTo>
                    <a:pt x="1158811" y="158496"/>
                  </a:lnTo>
                  <a:lnTo>
                    <a:pt x="1156233" y="153263"/>
                  </a:lnTo>
                  <a:lnTo>
                    <a:pt x="1151280" y="150025"/>
                  </a:lnTo>
                  <a:lnTo>
                    <a:pt x="1146708" y="146405"/>
                  </a:lnTo>
                  <a:lnTo>
                    <a:pt x="1140231" y="144691"/>
                  </a:lnTo>
                  <a:lnTo>
                    <a:pt x="1131849" y="144881"/>
                  </a:lnTo>
                  <a:lnTo>
                    <a:pt x="1123924" y="145846"/>
                  </a:lnTo>
                  <a:lnTo>
                    <a:pt x="1089342" y="168948"/>
                  </a:lnTo>
                  <a:lnTo>
                    <a:pt x="1084707" y="182880"/>
                  </a:lnTo>
                  <a:lnTo>
                    <a:pt x="1084795" y="186029"/>
                  </a:lnTo>
                  <a:lnTo>
                    <a:pt x="1084707" y="370293"/>
                  </a:lnTo>
                  <a:lnTo>
                    <a:pt x="1084707" y="399008"/>
                  </a:lnTo>
                  <a:lnTo>
                    <a:pt x="1084707" y="413372"/>
                  </a:lnTo>
                  <a:lnTo>
                    <a:pt x="991831" y="404063"/>
                  </a:lnTo>
                  <a:lnTo>
                    <a:pt x="991831" y="389699"/>
                  </a:lnTo>
                  <a:lnTo>
                    <a:pt x="1084707" y="399008"/>
                  </a:lnTo>
                  <a:lnTo>
                    <a:pt x="1084707" y="370293"/>
                  </a:lnTo>
                  <a:lnTo>
                    <a:pt x="991831" y="360984"/>
                  </a:lnTo>
                  <a:lnTo>
                    <a:pt x="991831" y="286359"/>
                  </a:lnTo>
                  <a:lnTo>
                    <a:pt x="993838" y="287947"/>
                  </a:lnTo>
                  <a:lnTo>
                    <a:pt x="999744" y="289852"/>
                  </a:lnTo>
                  <a:lnTo>
                    <a:pt x="1039837" y="278320"/>
                  </a:lnTo>
                  <a:lnTo>
                    <a:pt x="1056132" y="251460"/>
                  </a:lnTo>
                  <a:lnTo>
                    <a:pt x="1055941" y="244221"/>
                  </a:lnTo>
                  <a:lnTo>
                    <a:pt x="1053363" y="238988"/>
                  </a:lnTo>
                  <a:lnTo>
                    <a:pt x="1048410" y="235750"/>
                  </a:lnTo>
                  <a:lnTo>
                    <a:pt x="1043838" y="232130"/>
                  </a:lnTo>
                  <a:lnTo>
                    <a:pt x="1037361" y="230416"/>
                  </a:lnTo>
                  <a:lnTo>
                    <a:pt x="1028979" y="230606"/>
                  </a:lnTo>
                  <a:lnTo>
                    <a:pt x="1021054" y="231571"/>
                  </a:lnTo>
                  <a:lnTo>
                    <a:pt x="986472" y="254673"/>
                  </a:lnTo>
                  <a:lnTo>
                    <a:pt x="981837" y="268605"/>
                  </a:lnTo>
                  <a:lnTo>
                    <a:pt x="981925" y="271754"/>
                  </a:lnTo>
                  <a:lnTo>
                    <a:pt x="981837" y="359981"/>
                  </a:lnTo>
                  <a:lnTo>
                    <a:pt x="617220" y="323443"/>
                  </a:lnTo>
                  <a:lnTo>
                    <a:pt x="617220" y="352158"/>
                  </a:lnTo>
                  <a:lnTo>
                    <a:pt x="981837" y="388696"/>
                  </a:lnTo>
                  <a:lnTo>
                    <a:pt x="981837" y="403059"/>
                  </a:lnTo>
                  <a:lnTo>
                    <a:pt x="617220" y="366522"/>
                  </a:lnTo>
                  <a:lnTo>
                    <a:pt x="617220" y="395236"/>
                  </a:lnTo>
                  <a:lnTo>
                    <a:pt x="981837" y="431774"/>
                  </a:lnTo>
                  <a:lnTo>
                    <a:pt x="1187577" y="452386"/>
                  </a:lnTo>
                  <a:lnTo>
                    <a:pt x="1197571" y="452386"/>
                  </a:lnTo>
                  <a:lnTo>
                    <a:pt x="1197571" y="143484"/>
                  </a:lnTo>
                  <a:lnTo>
                    <a:pt x="1199578" y="145072"/>
                  </a:lnTo>
                  <a:lnTo>
                    <a:pt x="1205484" y="146977"/>
                  </a:lnTo>
                  <a:lnTo>
                    <a:pt x="1212723" y="147167"/>
                  </a:lnTo>
                  <a:lnTo>
                    <a:pt x="1221206" y="146215"/>
                  </a:lnTo>
                  <a:lnTo>
                    <a:pt x="1257223" y="123164"/>
                  </a:lnTo>
                  <a:lnTo>
                    <a:pt x="1260424" y="116154"/>
                  </a:lnTo>
                  <a:lnTo>
                    <a:pt x="1261872" y="108585"/>
                  </a:lnTo>
                  <a:close/>
                </a:path>
                <a:path w="2182495" h="514985">
                  <a:moveTo>
                    <a:pt x="2182495" y="60299"/>
                  </a:moveTo>
                  <a:lnTo>
                    <a:pt x="1479118" y="60299"/>
                  </a:lnTo>
                  <a:lnTo>
                    <a:pt x="1483067" y="59220"/>
                  </a:lnTo>
                  <a:lnTo>
                    <a:pt x="1490865" y="55816"/>
                  </a:lnTo>
                  <a:lnTo>
                    <a:pt x="1495844" y="52768"/>
                  </a:lnTo>
                  <a:lnTo>
                    <a:pt x="1498498" y="51155"/>
                  </a:lnTo>
                  <a:lnTo>
                    <a:pt x="1505216" y="45580"/>
                  </a:lnTo>
                  <a:lnTo>
                    <a:pt x="1510220" y="39433"/>
                  </a:lnTo>
                  <a:lnTo>
                    <a:pt x="1513509" y="32715"/>
                  </a:lnTo>
                  <a:lnTo>
                    <a:pt x="1515071" y="25438"/>
                  </a:lnTo>
                  <a:lnTo>
                    <a:pt x="1515833" y="16675"/>
                  </a:lnTo>
                  <a:lnTo>
                    <a:pt x="1512963" y="9715"/>
                  </a:lnTo>
                  <a:lnTo>
                    <a:pt x="1512887" y="9525"/>
                  </a:lnTo>
                  <a:lnTo>
                    <a:pt x="1507363" y="4953"/>
                  </a:lnTo>
                  <a:lnTo>
                    <a:pt x="1507363" y="14287"/>
                  </a:lnTo>
                  <a:lnTo>
                    <a:pt x="1507363" y="17907"/>
                  </a:lnTo>
                  <a:lnTo>
                    <a:pt x="1474787" y="47155"/>
                  </a:lnTo>
                  <a:lnTo>
                    <a:pt x="1458493" y="52768"/>
                  </a:lnTo>
                  <a:lnTo>
                    <a:pt x="1454492" y="52578"/>
                  </a:lnTo>
                  <a:lnTo>
                    <a:pt x="1452499" y="52400"/>
                  </a:lnTo>
                  <a:lnTo>
                    <a:pt x="1452499" y="60299"/>
                  </a:lnTo>
                  <a:lnTo>
                    <a:pt x="1450784" y="60299"/>
                  </a:lnTo>
                  <a:lnTo>
                    <a:pt x="1450784" y="59347"/>
                  </a:lnTo>
                  <a:lnTo>
                    <a:pt x="1452499" y="60299"/>
                  </a:lnTo>
                  <a:lnTo>
                    <a:pt x="1452499" y="52400"/>
                  </a:lnTo>
                  <a:lnTo>
                    <a:pt x="1450784" y="52235"/>
                  </a:lnTo>
                  <a:lnTo>
                    <a:pt x="1450784" y="43154"/>
                  </a:lnTo>
                  <a:lnTo>
                    <a:pt x="1449806" y="43154"/>
                  </a:lnTo>
                  <a:lnTo>
                    <a:pt x="1482217" y="15151"/>
                  </a:lnTo>
                  <a:lnTo>
                    <a:pt x="1496504" y="9715"/>
                  </a:lnTo>
                  <a:lnTo>
                    <a:pt x="1502219" y="10287"/>
                  </a:lnTo>
                  <a:lnTo>
                    <a:pt x="1505077" y="10668"/>
                  </a:lnTo>
                  <a:lnTo>
                    <a:pt x="1506791" y="12001"/>
                  </a:lnTo>
                  <a:lnTo>
                    <a:pt x="1507363" y="14287"/>
                  </a:lnTo>
                  <a:lnTo>
                    <a:pt x="1507363" y="4953"/>
                  </a:lnTo>
                  <a:lnTo>
                    <a:pt x="1506220" y="4000"/>
                  </a:lnTo>
                  <a:lnTo>
                    <a:pt x="1501076" y="1143"/>
                  </a:lnTo>
                  <a:lnTo>
                    <a:pt x="1495259" y="0"/>
                  </a:lnTo>
                  <a:lnTo>
                    <a:pt x="1488782" y="571"/>
                  </a:lnTo>
                  <a:lnTo>
                    <a:pt x="1450759" y="17183"/>
                  </a:lnTo>
                  <a:lnTo>
                    <a:pt x="1440116" y="46202"/>
                  </a:lnTo>
                  <a:lnTo>
                    <a:pt x="1440776" y="47802"/>
                  </a:lnTo>
                  <a:lnTo>
                    <a:pt x="1440776" y="60299"/>
                  </a:lnTo>
                  <a:lnTo>
                    <a:pt x="1440776" y="288899"/>
                  </a:lnTo>
                  <a:lnTo>
                    <a:pt x="1313332" y="288899"/>
                  </a:lnTo>
                  <a:lnTo>
                    <a:pt x="1313332" y="237464"/>
                  </a:lnTo>
                  <a:lnTo>
                    <a:pt x="1440776" y="237464"/>
                  </a:lnTo>
                  <a:lnTo>
                    <a:pt x="1440776" y="231749"/>
                  </a:lnTo>
                  <a:lnTo>
                    <a:pt x="1313332" y="231749"/>
                  </a:lnTo>
                  <a:lnTo>
                    <a:pt x="1313332" y="180314"/>
                  </a:lnTo>
                  <a:lnTo>
                    <a:pt x="1440776" y="180314"/>
                  </a:lnTo>
                  <a:lnTo>
                    <a:pt x="1440776" y="174599"/>
                  </a:lnTo>
                  <a:lnTo>
                    <a:pt x="1313332" y="174599"/>
                  </a:lnTo>
                  <a:lnTo>
                    <a:pt x="1313332" y="123164"/>
                  </a:lnTo>
                  <a:lnTo>
                    <a:pt x="1440776" y="123164"/>
                  </a:lnTo>
                  <a:lnTo>
                    <a:pt x="1440776" y="117449"/>
                  </a:lnTo>
                  <a:lnTo>
                    <a:pt x="1313332" y="117449"/>
                  </a:lnTo>
                  <a:lnTo>
                    <a:pt x="1313332" y="66014"/>
                  </a:lnTo>
                  <a:lnTo>
                    <a:pt x="1440776" y="66014"/>
                  </a:lnTo>
                  <a:lnTo>
                    <a:pt x="1440776" y="60299"/>
                  </a:lnTo>
                  <a:lnTo>
                    <a:pt x="1300632" y="60299"/>
                  </a:lnTo>
                  <a:lnTo>
                    <a:pt x="1300632" y="66014"/>
                  </a:lnTo>
                  <a:lnTo>
                    <a:pt x="1304759" y="66014"/>
                  </a:lnTo>
                  <a:lnTo>
                    <a:pt x="1304759" y="117449"/>
                  </a:lnTo>
                  <a:lnTo>
                    <a:pt x="1300632" y="117449"/>
                  </a:lnTo>
                  <a:lnTo>
                    <a:pt x="1300632" y="123164"/>
                  </a:lnTo>
                  <a:lnTo>
                    <a:pt x="1304759" y="123164"/>
                  </a:lnTo>
                  <a:lnTo>
                    <a:pt x="1304759" y="174599"/>
                  </a:lnTo>
                  <a:lnTo>
                    <a:pt x="1300632" y="174599"/>
                  </a:lnTo>
                  <a:lnTo>
                    <a:pt x="1300632" y="180314"/>
                  </a:lnTo>
                  <a:lnTo>
                    <a:pt x="1304759" y="180314"/>
                  </a:lnTo>
                  <a:lnTo>
                    <a:pt x="1304759" y="231749"/>
                  </a:lnTo>
                  <a:lnTo>
                    <a:pt x="1300632" y="231749"/>
                  </a:lnTo>
                  <a:lnTo>
                    <a:pt x="1300632" y="237464"/>
                  </a:lnTo>
                  <a:lnTo>
                    <a:pt x="1304759" y="237464"/>
                  </a:lnTo>
                  <a:lnTo>
                    <a:pt x="1304759" y="288899"/>
                  </a:lnTo>
                  <a:lnTo>
                    <a:pt x="1300632" y="288899"/>
                  </a:lnTo>
                  <a:lnTo>
                    <a:pt x="1300632" y="294614"/>
                  </a:lnTo>
                  <a:lnTo>
                    <a:pt x="1304759" y="294614"/>
                  </a:lnTo>
                  <a:lnTo>
                    <a:pt x="1313332" y="294614"/>
                  </a:lnTo>
                  <a:lnTo>
                    <a:pt x="1440776" y="294614"/>
                  </a:lnTo>
                  <a:lnTo>
                    <a:pt x="1440776" y="431774"/>
                  </a:lnTo>
                  <a:lnTo>
                    <a:pt x="1450784" y="431774"/>
                  </a:lnTo>
                  <a:lnTo>
                    <a:pt x="1450784" y="294614"/>
                  </a:lnTo>
                  <a:lnTo>
                    <a:pt x="2182495" y="294614"/>
                  </a:lnTo>
                  <a:lnTo>
                    <a:pt x="2182495" y="288899"/>
                  </a:lnTo>
                  <a:lnTo>
                    <a:pt x="1450784" y="288899"/>
                  </a:lnTo>
                  <a:lnTo>
                    <a:pt x="1450784" y="237464"/>
                  </a:lnTo>
                  <a:lnTo>
                    <a:pt x="2182495" y="237464"/>
                  </a:lnTo>
                  <a:lnTo>
                    <a:pt x="2182495" y="231749"/>
                  </a:lnTo>
                  <a:lnTo>
                    <a:pt x="1450784" y="231749"/>
                  </a:lnTo>
                  <a:lnTo>
                    <a:pt x="1450784" y="180314"/>
                  </a:lnTo>
                  <a:lnTo>
                    <a:pt x="2182495" y="180314"/>
                  </a:lnTo>
                  <a:lnTo>
                    <a:pt x="2182495" y="174599"/>
                  </a:lnTo>
                  <a:lnTo>
                    <a:pt x="1450784" y="174599"/>
                  </a:lnTo>
                  <a:lnTo>
                    <a:pt x="1450784" y="123164"/>
                  </a:lnTo>
                  <a:lnTo>
                    <a:pt x="2182495" y="123164"/>
                  </a:lnTo>
                  <a:lnTo>
                    <a:pt x="2182495" y="117449"/>
                  </a:lnTo>
                  <a:lnTo>
                    <a:pt x="1450784" y="117449"/>
                  </a:lnTo>
                  <a:lnTo>
                    <a:pt x="1450784" y="66014"/>
                  </a:lnTo>
                  <a:lnTo>
                    <a:pt x="2182495" y="66014"/>
                  </a:lnTo>
                  <a:lnTo>
                    <a:pt x="2182495" y="6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484607" y="2939891"/>
              <a:ext cx="131063" cy="177164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903150" y="2771593"/>
              <a:ext cx="392430" cy="431800"/>
            </a:xfrm>
            <a:custGeom>
              <a:avLst/>
              <a:gdLst/>
              <a:ahLst/>
              <a:cxnLst/>
              <a:rect l="l" t="t" r="r" b="b"/>
              <a:pathLst>
                <a:path w="392429" h="431800">
                  <a:moveTo>
                    <a:pt x="75717" y="184975"/>
                  </a:moveTo>
                  <a:lnTo>
                    <a:pt x="74676" y="182460"/>
                  </a:lnTo>
                  <a:lnTo>
                    <a:pt x="74676" y="0"/>
                  </a:lnTo>
                  <a:lnTo>
                    <a:pt x="66090" y="0"/>
                  </a:lnTo>
                  <a:lnTo>
                    <a:pt x="66090" y="388620"/>
                  </a:lnTo>
                  <a:lnTo>
                    <a:pt x="65239" y="390423"/>
                  </a:lnTo>
                  <a:lnTo>
                    <a:pt x="34671" y="415480"/>
                  </a:lnTo>
                  <a:lnTo>
                    <a:pt x="18376" y="421093"/>
                  </a:lnTo>
                  <a:lnTo>
                    <a:pt x="14376" y="420903"/>
                  </a:lnTo>
                  <a:lnTo>
                    <a:pt x="10375" y="420522"/>
                  </a:lnTo>
                  <a:lnTo>
                    <a:pt x="8470" y="418807"/>
                  </a:lnTo>
                  <a:lnTo>
                    <a:pt x="8661" y="415759"/>
                  </a:lnTo>
                  <a:lnTo>
                    <a:pt x="8737" y="415480"/>
                  </a:lnTo>
                  <a:lnTo>
                    <a:pt x="9880" y="410692"/>
                  </a:lnTo>
                  <a:lnTo>
                    <a:pt x="42100" y="383476"/>
                  </a:lnTo>
                  <a:lnTo>
                    <a:pt x="56388" y="378040"/>
                  </a:lnTo>
                  <a:lnTo>
                    <a:pt x="62103" y="378612"/>
                  </a:lnTo>
                  <a:lnTo>
                    <a:pt x="64668" y="378955"/>
                  </a:lnTo>
                  <a:lnTo>
                    <a:pt x="64668" y="388620"/>
                  </a:lnTo>
                  <a:lnTo>
                    <a:pt x="66090" y="388620"/>
                  </a:lnTo>
                  <a:lnTo>
                    <a:pt x="66090" y="0"/>
                  </a:lnTo>
                  <a:lnTo>
                    <a:pt x="64668" y="0"/>
                  </a:lnTo>
                  <a:lnTo>
                    <a:pt x="64668" y="171513"/>
                  </a:lnTo>
                  <a:lnTo>
                    <a:pt x="64668" y="178930"/>
                  </a:lnTo>
                  <a:lnTo>
                    <a:pt x="64668" y="191084"/>
                  </a:lnTo>
                  <a:lnTo>
                    <a:pt x="61239" y="195160"/>
                  </a:lnTo>
                  <a:lnTo>
                    <a:pt x="23241" y="220027"/>
                  </a:lnTo>
                  <a:lnTo>
                    <a:pt x="18376" y="221068"/>
                  </a:lnTo>
                  <a:lnTo>
                    <a:pt x="14376" y="220878"/>
                  </a:lnTo>
                  <a:lnTo>
                    <a:pt x="10375" y="220497"/>
                  </a:lnTo>
                  <a:lnTo>
                    <a:pt x="8470" y="218782"/>
                  </a:lnTo>
                  <a:lnTo>
                    <a:pt x="8661" y="215734"/>
                  </a:lnTo>
                  <a:lnTo>
                    <a:pt x="8737" y="215455"/>
                  </a:lnTo>
                  <a:lnTo>
                    <a:pt x="9880" y="210667"/>
                  </a:lnTo>
                  <a:lnTo>
                    <a:pt x="42100" y="183451"/>
                  </a:lnTo>
                  <a:lnTo>
                    <a:pt x="56388" y="178015"/>
                  </a:lnTo>
                  <a:lnTo>
                    <a:pt x="62103" y="178587"/>
                  </a:lnTo>
                  <a:lnTo>
                    <a:pt x="64668" y="178930"/>
                  </a:lnTo>
                  <a:lnTo>
                    <a:pt x="64668" y="171513"/>
                  </a:lnTo>
                  <a:lnTo>
                    <a:pt x="60960" y="169443"/>
                  </a:lnTo>
                  <a:lnTo>
                    <a:pt x="55143" y="168300"/>
                  </a:lnTo>
                  <a:lnTo>
                    <a:pt x="48666" y="168871"/>
                  </a:lnTo>
                  <a:lnTo>
                    <a:pt x="10642" y="185483"/>
                  </a:lnTo>
                  <a:lnTo>
                    <a:pt x="0" y="214503"/>
                  </a:lnTo>
                  <a:lnTo>
                    <a:pt x="2946" y="221640"/>
                  </a:lnTo>
                  <a:lnTo>
                    <a:pt x="9804" y="227164"/>
                  </a:lnTo>
                  <a:lnTo>
                    <a:pt x="14947" y="230022"/>
                  </a:lnTo>
                  <a:lnTo>
                    <a:pt x="20662" y="231165"/>
                  </a:lnTo>
                  <a:lnTo>
                    <a:pt x="26949" y="230593"/>
                  </a:lnTo>
                  <a:lnTo>
                    <a:pt x="35026" y="229692"/>
                  </a:lnTo>
                  <a:lnTo>
                    <a:pt x="42951" y="227520"/>
                  </a:lnTo>
                  <a:lnTo>
                    <a:pt x="50736" y="224116"/>
                  </a:lnTo>
                  <a:lnTo>
                    <a:pt x="55727" y="221068"/>
                  </a:lnTo>
                  <a:lnTo>
                    <a:pt x="58381" y="219456"/>
                  </a:lnTo>
                  <a:lnTo>
                    <a:pt x="64668" y="214249"/>
                  </a:lnTo>
                  <a:lnTo>
                    <a:pt x="64668" y="371538"/>
                  </a:lnTo>
                  <a:lnTo>
                    <a:pt x="60960" y="369468"/>
                  </a:lnTo>
                  <a:lnTo>
                    <a:pt x="55143" y="368325"/>
                  </a:lnTo>
                  <a:lnTo>
                    <a:pt x="17233" y="380047"/>
                  </a:lnTo>
                  <a:lnTo>
                    <a:pt x="0" y="414528"/>
                  </a:lnTo>
                  <a:lnTo>
                    <a:pt x="2946" y="421665"/>
                  </a:lnTo>
                  <a:lnTo>
                    <a:pt x="9804" y="427189"/>
                  </a:lnTo>
                  <a:lnTo>
                    <a:pt x="14947" y="430047"/>
                  </a:lnTo>
                  <a:lnTo>
                    <a:pt x="20662" y="431190"/>
                  </a:lnTo>
                  <a:lnTo>
                    <a:pt x="26949" y="430618"/>
                  </a:lnTo>
                  <a:lnTo>
                    <a:pt x="35026" y="429717"/>
                  </a:lnTo>
                  <a:lnTo>
                    <a:pt x="42951" y="427545"/>
                  </a:lnTo>
                  <a:lnTo>
                    <a:pt x="50736" y="424141"/>
                  </a:lnTo>
                  <a:lnTo>
                    <a:pt x="55727" y="421093"/>
                  </a:lnTo>
                  <a:lnTo>
                    <a:pt x="58381" y="419481"/>
                  </a:lnTo>
                  <a:lnTo>
                    <a:pt x="75717" y="385000"/>
                  </a:lnTo>
                  <a:lnTo>
                    <a:pt x="74676" y="382485"/>
                  </a:lnTo>
                  <a:lnTo>
                    <a:pt x="74676" y="195033"/>
                  </a:lnTo>
                  <a:lnTo>
                    <a:pt x="74955" y="193738"/>
                  </a:lnTo>
                  <a:lnTo>
                    <a:pt x="75717" y="184975"/>
                  </a:lnTo>
                  <a:close/>
                </a:path>
                <a:path w="392429" h="431800">
                  <a:moveTo>
                    <a:pt x="373862" y="145161"/>
                  </a:moveTo>
                  <a:lnTo>
                    <a:pt x="363867" y="145161"/>
                  </a:lnTo>
                  <a:lnTo>
                    <a:pt x="363867" y="377190"/>
                  </a:lnTo>
                  <a:lnTo>
                    <a:pt x="373862" y="377190"/>
                  </a:lnTo>
                  <a:lnTo>
                    <a:pt x="373862" y="145161"/>
                  </a:lnTo>
                  <a:close/>
                </a:path>
                <a:path w="392429" h="431800">
                  <a:moveTo>
                    <a:pt x="391871" y="145161"/>
                  </a:moveTo>
                  <a:lnTo>
                    <a:pt x="381863" y="145161"/>
                  </a:lnTo>
                  <a:lnTo>
                    <a:pt x="381863" y="377190"/>
                  </a:lnTo>
                  <a:lnTo>
                    <a:pt x="391871" y="377190"/>
                  </a:lnTo>
                  <a:lnTo>
                    <a:pt x="391871" y="145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266700" y="2635059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122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714134" y="2616009"/>
            <a:ext cx="43688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Bauer Bodoni Std Bold Cond" panose="02070903080706020303" pitchFamily="18" charset="77"/>
                <a:cs typeface="Source Serif 4"/>
              </a:rPr>
              <a:t>a</a:t>
            </a:r>
            <a:r>
              <a:rPr sz="900" b="1" spc="-5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900" b="1" spc="-10" dirty="0">
                <a:latin typeface="Bauer Bodoni Std Bold Cond" panose="02070903080706020303" pitchFamily="18" charset="77"/>
                <a:cs typeface="Source Serif 4"/>
              </a:rPr>
              <a:t>tempo</a:t>
            </a:r>
            <a:endParaRPr sz="90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527914" y="2616009"/>
            <a:ext cx="43688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Bauer Bodoni Std Bold Cond" panose="02070903080706020303" pitchFamily="18" charset="77"/>
                <a:cs typeface="Source Serif 4"/>
              </a:rPr>
              <a:t>a</a:t>
            </a:r>
            <a:r>
              <a:rPr sz="900" b="1" spc="-5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900" b="1" spc="-10" dirty="0">
                <a:latin typeface="Bauer Bodoni Std Bold Cond" panose="02070903080706020303" pitchFamily="18" charset="77"/>
                <a:cs typeface="Source Serif 4"/>
              </a:rPr>
              <a:t>tempo</a:t>
            </a:r>
            <a:endParaRPr sz="900" b="1">
              <a:latin typeface="Bauer Bodoni Std Bold Cond" panose="02070903080706020303" pitchFamily="18" charset="77"/>
              <a:cs typeface="Source Serif 4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6282327" y="2412682"/>
            <a:ext cx="986155" cy="736600"/>
            <a:chOff x="6282327" y="2412682"/>
            <a:chExt cx="986155" cy="736600"/>
          </a:xfrm>
        </p:grpSpPr>
        <p:sp>
          <p:nvSpPr>
            <p:cNvPr id="77" name="object 77"/>
            <p:cNvSpPr/>
            <p:nvPr/>
          </p:nvSpPr>
          <p:spPr>
            <a:xfrm>
              <a:off x="6282322" y="2914468"/>
              <a:ext cx="986155" cy="234315"/>
            </a:xfrm>
            <a:custGeom>
              <a:avLst/>
              <a:gdLst/>
              <a:ahLst/>
              <a:cxnLst/>
              <a:rect l="l" t="t" r="r" b="b"/>
              <a:pathLst>
                <a:path w="986154" h="234314">
                  <a:moveTo>
                    <a:pt x="985570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985570" y="234315"/>
                  </a:lnTo>
                  <a:lnTo>
                    <a:pt x="985570" y="228600"/>
                  </a:lnTo>
                  <a:close/>
                </a:path>
                <a:path w="986154" h="234314">
                  <a:moveTo>
                    <a:pt x="985570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985570" y="177165"/>
                  </a:lnTo>
                  <a:lnTo>
                    <a:pt x="985570" y="171450"/>
                  </a:lnTo>
                  <a:close/>
                </a:path>
                <a:path w="986154" h="234314">
                  <a:moveTo>
                    <a:pt x="985570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985570" y="120015"/>
                  </a:lnTo>
                  <a:lnTo>
                    <a:pt x="985570" y="114300"/>
                  </a:lnTo>
                  <a:close/>
                </a:path>
                <a:path w="986154" h="234314">
                  <a:moveTo>
                    <a:pt x="985570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985570" y="62865"/>
                  </a:lnTo>
                  <a:lnTo>
                    <a:pt x="985570" y="57150"/>
                  </a:lnTo>
                  <a:close/>
                </a:path>
                <a:path w="986154" h="234314">
                  <a:moveTo>
                    <a:pt x="985570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985570" y="5715"/>
                  </a:lnTo>
                  <a:lnTo>
                    <a:pt x="9855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423614" y="2412682"/>
              <a:ext cx="94059" cy="107156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6524024" y="2417889"/>
            <a:ext cx="150495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-25" dirty="0">
                <a:latin typeface="Bauer Bodoni Std" panose="02070603080706020303" pitchFamily="18" charset="77"/>
                <a:cs typeface="Calibri"/>
              </a:rPr>
              <a:t>168</a:t>
            </a:r>
            <a:endParaRPr sz="650" dirty="0">
              <a:latin typeface="Bauer Bodoni Std" panose="02070603080706020303" pitchFamily="18" charset="77"/>
              <a:cs typeface="Calibri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266700" y="2428684"/>
            <a:ext cx="7014209" cy="2132330"/>
            <a:chOff x="266700" y="2428684"/>
            <a:chExt cx="7014209" cy="2132330"/>
          </a:xfrm>
        </p:grpSpPr>
        <p:sp>
          <p:nvSpPr>
            <p:cNvPr id="81" name="object 81"/>
            <p:cNvSpPr/>
            <p:nvPr/>
          </p:nvSpPr>
          <p:spPr>
            <a:xfrm>
              <a:off x="6409321" y="2428693"/>
              <a:ext cx="871855" cy="802640"/>
            </a:xfrm>
            <a:custGeom>
              <a:avLst/>
              <a:gdLst/>
              <a:ahLst/>
              <a:cxnLst/>
              <a:rect l="l" t="t" r="r" b="b"/>
              <a:pathLst>
                <a:path w="871854" h="802639">
                  <a:moveTo>
                    <a:pt x="29997" y="147447"/>
                  </a:moveTo>
                  <a:lnTo>
                    <a:pt x="29235" y="143827"/>
                  </a:lnTo>
                  <a:lnTo>
                    <a:pt x="27520" y="140398"/>
                  </a:lnTo>
                  <a:lnTo>
                    <a:pt x="24853" y="137160"/>
                  </a:lnTo>
                  <a:lnTo>
                    <a:pt x="16852" y="128587"/>
                  </a:lnTo>
                  <a:lnTo>
                    <a:pt x="12852" y="128587"/>
                  </a:lnTo>
                  <a:lnTo>
                    <a:pt x="15709" y="131445"/>
                  </a:lnTo>
                  <a:lnTo>
                    <a:pt x="17526" y="135064"/>
                  </a:lnTo>
                  <a:lnTo>
                    <a:pt x="3898" y="156400"/>
                  </a:lnTo>
                  <a:lnTo>
                    <a:pt x="762" y="161163"/>
                  </a:lnTo>
                  <a:lnTo>
                    <a:pt x="0" y="166878"/>
                  </a:lnTo>
                  <a:lnTo>
                    <a:pt x="762" y="170497"/>
                  </a:lnTo>
                  <a:lnTo>
                    <a:pt x="2476" y="173926"/>
                  </a:lnTo>
                  <a:lnTo>
                    <a:pt x="5143" y="177165"/>
                  </a:lnTo>
                  <a:lnTo>
                    <a:pt x="12852" y="185737"/>
                  </a:lnTo>
                  <a:lnTo>
                    <a:pt x="15709" y="188595"/>
                  </a:lnTo>
                  <a:lnTo>
                    <a:pt x="17526" y="192214"/>
                  </a:lnTo>
                  <a:lnTo>
                    <a:pt x="3898" y="213550"/>
                  </a:lnTo>
                  <a:lnTo>
                    <a:pt x="762" y="218313"/>
                  </a:lnTo>
                  <a:lnTo>
                    <a:pt x="0" y="224028"/>
                  </a:lnTo>
                  <a:lnTo>
                    <a:pt x="762" y="227647"/>
                  </a:lnTo>
                  <a:lnTo>
                    <a:pt x="2476" y="231076"/>
                  </a:lnTo>
                  <a:lnTo>
                    <a:pt x="5143" y="234315"/>
                  </a:lnTo>
                  <a:lnTo>
                    <a:pt x="12852" y="242887"/>
                  </a:lnTo>
                  <a:lnTo>
                    <a:pt x="15709" y="245745"/>
                  </a:lnTo>
                  <a:lnTo>
                    <a:pt x="17526" y="249364"/>
                  </a:lnTo>
                  <a:lnTo>
                    <a:pt x="3898" y="270700"/>
                  </a:lnTo>
                  <a:lnTo>
                    <a:pt x="762" y="275463"/>
                  </a:lnTo>
                  <a:lnTo>
                    <a:pt x="0" y="281178"/>
                  </a:lnTo>
                  <a:lnTo>
                    <a:pt x="762" y="284797"/>
                  </a:lnTo>
                  <a:lnTo>
                    <a:pt x="2476" y="288226"/>
                  </a:lnTo>
                  <a:lnTo>
                    <a:pt x="5143" y="291465"/>
                  </a:lnTo>
                  <a:lnTo>
                    <a:pt x="12852" y="300037"/>
                  </a:lnTo>
                  <a:lnTo>
                    <a:pt x="15709" y="302895"/>
                  </a:lnTo>
                  <a:lnTo>
                    <a:pt x="17526" y="306514"/>
                  </a:lnTo>
                  <a:lnTo>
                    <a:pt x="3898" y="327850"/>
                  </a:lnTo>
                  <a:lnTo>
                    <a:pt x="762" y="332613"/>
                  </a:lnTo>
                  <a:lnTo>
                    <a:pt x="0" y="338328"/>
                  </a:lnTo>
                  <a:lnTo>
                    <a:pt x="762" y="341947"/>
                  </a:lnTo>
                  <a:lnTo>
                    <a:pt x="2476" y="345376"/>
                  </a:lnTo>
                  <a:lnTo>
                    <a:pt x="5143" y="348615"/>
                  </a:lnTo>
                  <a:lnTo>
                    <a:pt x="12852" y="357187"/>
                  </a:lnTo>
                  <a:lnTo>
                    <a:pt x="15709" y="360045"/>
                  </a:lnTo>
                  <a:lnTo>
                    <a:pt x="17526" y="363664"/>
                  </a:lnTo>
                  <a:lnTo>
                    <a:pt x="3898" y="385000"/>
                  </a:lnTo>
                  <a:lnTo>
                    <a:pt x="762" y="389763"/>
                  </a:lnTo>
                  <a:lnTo>
                    <a:pt x="0" y="395478"/>
                  </a:lnTo>
                  <a:lnTo>
                    <a:pt x="762" y="399097"/>
                  </a:lnTo>
                  <a:lnTo>
                    <a:pt x="2476" y="402526"/>
                  </a:lnTo>
                  <a:lnTo>
                    <a:pt x="5143" y="405765"/>
                  </a:lnTo>
                  <a:lnTo>
                    <a:pt x="12852" y="414337"/>
                  </a:lnTo>
                  <a:lnTo>
                    <a:pt x="16852" y="414337"/>
                  </a:lnTo>
                  <a:lnTo>
                    <a:pt x="13804" y="410337"/>
                  </a:lnTo>
                  <a:lnTo>
                    <a:pt x="12090" y="406806"/>
                  </a:lnTo>
                  <a:lnTo>
                    <a:pt x="11709" y="403758"/>
                  </a:lnTo>
                  <a:lnTo>
                    <a:pt x="12661" y="398614"/>
                  </a:lnTo>
                  <a:lnTo>
                    <a:pt x="15621" y="394233"/>
                  </a:lnTo>
                  <a:lnTo>
                    <a:pt x="20574" y="390613"/>
                  </a:lnTo>
                  <a:lnTo>
                    <a:pt x="26098" y="386422"/>
                  </a:lnTo>
                  <a:lnTo>
                    <a:pt x="29235" y="381571"/>
                  </a:lnTo>
                  <a:lnTo>
                    <a:pt x="29997" y="376047"/>
                  </a:lnTo>
                  <a:lnTo>
                    <a:pt x="29235" y="372427"/>
                  </a:lnTo>
                  <a:lnTo>
                    <a:pt x="27520" y="368998"/>
                  </a:lnTo>
                  <a:lnTo>
                    <a:pt x="24853" y="365760"/>
                  </a:lnTo>
                  <a:lnTo>
                    <a:pt x="16852" y="357187"/>
                  </a:lnTo>
                  <a:lnTo>
                    <a:pt x="13804" y="353187"/>
                  </a:lnTo>
                  <a:lnTo>
                    <a:pt x="12090" y="349656"/>
                  </a:lnTo>
                  <a:lnTo>
                    <a:pt x="11709" y="346608"/>
                  </a:lnTo>
                  <a:lnTo>
                    <a:pt x="12661" y="341464"/>
                  </a:lnTo>
                  <a:lnTo>
                    <a:pt x="15621" y="337083"/>
                  </a:lnTo>
                  <a:lnTo>
                    <a:pt x="20574" y="333463"/>
                  </a:lnTo>
                  <a:lnTo>
                    <a:pt x="26098" y="329272"/>
                  </a:lnTo>
                  <a:lnTo>
                    <a:pt x="29235" y="324421"/>
                  </a:lnTo>
                  <a:lnTo>
                    <a:pt x="29997" y="318897"/>
                  </a:lnTo>
                  <a:lnTo>
                    <a:pt x="29235" y="315277"/>
                  </a:lnTo>
                  <a:lnTo>
                    <a:pt x="27520" y="311848"/>
                  </a:lnTo>
                  <a:lnTo>
                    <a:pt x="24853" y="308610"/>
                  </a:lnTo>
                  <a:lnTo>
                    <a:pt x="16852" y="300037"/>
                  </a:lnTo>
                  <a:lnTo>
                    <a:pt x="13804" y="296037"/>
                  </a:lnTo>
                  <a:lnTo>
                    <a:pt x="12090" y="292506"/>
                  </a:lnTo>
                  <a:lnTo>
                    <a:pt x="11709" y="289458"/>
                  </a:lnTo>
                  <a:lnTo>
                    <a:pt x="12661" y="284314"/>
                  </a:lnTo>
                  <a:lnTo>
                    <a:pt x="15621" y="279933"/>
                  </a:lnTo>
                  <a:lnTo>
                    <a:pt x="20574" y="276313"/>
                  </a:lnTo>
                  <a:lnTo>
                    <a:pt x="26098" y="272122"/>
                  </a:lnTo>
                  <a:lnTo>
                    <a:pt x="29235" y="267271"/>
                  </a:lnTo>
                  <a:lnTo>
                    <a:pt x="29997" y="261747"/>
                  </a:lnTo>
                  <a:lnTo>
                    <a:pt x="29235" y="258127"/>
                  </a:lnTo>
                  <a:lnTo>
                    <a:pt x="27520" y="254698"/>
                  </a:lnTo>
                  <a:lnTo>
                    <a:pt x="24853" y="251460"/>
                  </a:lnTo>
                  <a:lnTo>
                    <a:pt x="16852" y="242887"/>
                  </a:lnTo>
                  <a:lnTo>
                    <a:pt x="13804" y="238887"/>
                  </a:lnTo>
                  <a:lnTo>
                    <a:pt x="12090" y="235356"/>
                  </a:lnTo>
                  <a:lnTo>
                    <a:pt x="11709" y="232308"/>
                  </a:lnTo>
                  <a:lnTo>
                    <a:pt x="12661" y="227164"/>
                  </a:lnTo>
                  <a:lnTo>
                    <a:pt x="15621" y="222783"/>
                  </a:lnTo>
                  <a:lnTo>
                    <a:pt x="20574" y="219163"/>
                  </a:lnTo>
                  <a:lnTo>
                    <a:pt x="26098" y="214972"/>
                  </a:lnTo>
                  <a:lnTo>
                    <a:pt x="29235" y="210121"/>
                  </a:lnTo>
                  <a:lnTo>
                    <a:pt x="29997" y="204597"/>
                  </a:lnTo>
                  <a:lnTo>
                    <a:pt x="29235" y="200977"/>
                  </a:lnTo>
                  <a:lnTo>
                    <a:pt x="27520" y="197548"/>
                  </a:lnTo>
                  <a:lnTo>
                    <a:pt x="24853" y="194310"/>
                  </a:lnTo>
                  <a:lnTo>
                    <a:pt x="16852" y="185737"/>
                  </a:lnTo>
                  <a:lnTo>
                    <a:pt x="13804" y="181737"/>
                  </a:lnTo>
                  <a:lnTo>
                    <a:pt x="12090" y="178206"/>
                  </a:lnTo>
                  <a:lnTo>
                    <a:pt x="11709" y="175158"/>
                  </a:lnTo>
                  <a:lnTo>
                    <a:pt x="12661" y="170014"/>
                  </a:lnTo>
                  <a:lnTo>
                    <a:pt x="15621" y="165633"/>
                  </a:lnTo>
                  <a:lnTo>
                    <a:pt x="20574" y="162013"/>
                  </a:lnTo>
                  <a:lnTo>
                    <a:pt x="26098" y="157822"/>
                  </a:lnTo>
                  <a:lnTo>
                    <a:pt x="29235" y="152971"/>
                  </a:lnTo>
                  <a:lnTo>
                    <a:pt x="29997" y="147447"/>
                  </a:lnTo>
                  <a:close/>
                </a:path>
                <a:path w="871854" h="802639">
                  <a:moveTo>
                    <a:pt x="130873" y="673227"/>
                  </a:moveTo>
                  <a:lnTo>
                    <a:pt x="94005" y="628650"/>
                  </a:lnTo>
                  <a:lnTo>
                    <a:pt x="84289" y="628650"/>
                  </a:lnTo>
                  <a:lnTo>
                    <a:pt x="88887" y="634377"/>
                  </a:lnTo>
                  <a:lnTo>
                    <a:pt x="92659" y="640435"/>
                  </a:lnTo>
                  <a:lnTo>
                    <a:pt x="95605" y="646811"/>
                  </a:lnTo>
                  <a:lnTo>
                    <a:pt x="97726" y="653503"/>
                  </a:lnTo>
                  <a:lnTo>
                    <a:pt x="97802" y="660120"/>
                  </a:lnTo>
                  <a:lnTo>
                    <a:pt x="96862" y="666508"/>
                  </a:lnTo>
                  <a:lnTo>
                    <a:pt x="75145" y="698944"/>
                  </a:lnTo>
                  <a:lnTo>
                    <a:pt x="111150" y="745807"/>
                  </a:lnTo>
                  <a:lnTo>
                    <a:pt x="111150" y="746379"/>
                  </a:lnTo>
                  <a:lnTo>
                    <a:pt x="104482" y="742759"/>
                  </a:lnTo>
                  <a:lnTo>
                    <a:pt x="98577" y="740943"/>
                  </a:lnTo>
                  <a:lnTo>
                    <a:pt x="93433" y="740943"/>
                  </a:lnTo>
                  <a:lnTo>
                    <a:pt x="84569" y="742289"/>
                  </a:lnTo>
                  <a:lnTo>
                    <a:pt x="77939" y="746023"/>
                  </a:lnTo>
                  <a:lnTo>
                    <a:pt x="73558" y="752144"/>
                  </a:lnTo>
                  <a:lnTo>
                    <a:pt x="71437" y="760666"/>
                  </a:lnTo>
                  <a:lnTo>
                    <a:pt x="72669" y="767168"/>
                  </a:lnTo>
                  <a:lnTo>
                    <a:pt x="74942" y="773239"/>
                  </a:lnTo>
                  <a:lnTo>
                    <a:pt x="78244" y="778878"/>
                  </a:lnTo>
                  <a:lnTo>
                    <a:pt x="82575" y="784098"/>
                  </a:lnTo>
                  <a:lnTo>
                    <a:pt x="103149" y="802093"/>
                  </a:lnTo>
                  <a:lnTo>
                    <a:pt x="106299" y="797521"/>
                  </a:lnTo>
                  <a:lnTo>
                    <a:pt x="102679" y="794664"/>
                  </a:lnTo>
                  <a:lnTo>
                    <a:pt x="99441" y="790194"/>
                  </a:lnTo>
                  <a:lnTo>
                    <a:pt x="96583" y="784098"/>
                  </a:lnTo>
                  <a:lnTo>
                    <a:pt x="93535" y="778002"/>
                  </a:lnTo>
                  <a:lnTo>
                    <a:pt x="94005" y="771423"/>
                  </a:lnTo>
                  <a:lnTo>
                    <a:pt x="98005" y="764374"/>
                  </a:lnTo>
                  <a:lnTo>
                    <a:pt x="101244" y="759612"/>
                  </a:lnTo>
                  <a:lnTo>
                    <a:pt x="105346" y="757326"/>
                  </a:lnTo>
                  <a:lnTo>
                    <a:pt x="110299" y="757516"/>
                  </a:lnTo>
                  <a:lnTo>
                    <a:pt x="115443" y="757897"/>
                  </a:lnTo>
                  <a:lnTo>
                    <a:pt x="120777" y="759612"/>
                  </a:lnTo>
                  <a:lnTo>
                    <a:pt x="126301" y="762660"/>
                  </a:lnTo>
                  <a:lnTo>
                    <a:pt x="129730" y="758088"/>
                  </a:lnTo>
                  <a:lnTo>
                    <a:pt x="114871" y="738378"/>
                  </a:lnTo>
                  <a:lnTo>
                    <a:pt x="110109" y="731139"/>
                  </a:lnTo>
                  <a:lnTo>
                    <a:pt x="107632" y="723519"/>
                  </a:lnTo>
                  <a:lnTo>
                    <a:pt x="107442" y="715518"/>
                  </a:lnTo>
                  <a:lnTo>
                    <a:pt x="109651" y="705688"/>
                  </a:lnTo>
                  <a:lnTo>
                    <a:pt x="114300" y="695363"/>
                  </a:lnTo>
                  <a:lnTo>
                    <a:pt x="121373" y="684542"/>
                  </a:lnTo>
                  <a:lnTo>
                    <a:pt x="130873" y="673227"/>
                  </a:lnTo>
                  <a:close/>
                </a:path>
                <a:path w="871854" h="802639">
                  <a:moveTo>
                    <a:pt x="166065" y="425043"/>
                  </a:moveTo>
                  <a:lnTo>
                    <a:pt x="54914" y="425043"/>
                  </a:lnTo>
                  <a:lnTo>
                    <a:pt x="54914" y="432193"/>
                  </a:lnTo>
                  <a:lnTo>
                    <a:pt x="166065" y="432193"/>
                  </a:lnTo>
                  <a:lnTo>
                    <a:pt x="166065" y="425043"/>
                  </a:lnTo>
                  <a:close/>
                </a:path>
                <a:path w="871854" h="802639">
                  <a:moveTo>
                    <a:pt x="166065" y="196443"/>
                  </a:moveTo>
                  <a:lnTo>
                    <a:pt x="145440" y="196443"/>
                  </a:lnTo>
                  <a:lnTo>
                    <a:pt x="145440" y="166522"/>
                  </a:lnTo>
                  <a:lnTo>
                    <a:pt x="145732" y="165163"/>
                  </a:lnTo>
                  <a:lnTo>
                    <a:pt x="146494" y="156400"/>
                  </a:lnTo>
                  <a:lnTo>
                    <a:pt x="145440" y="153847"/>
                  </a:lnTo>
                  <a:lnTo>
                    <a:pt x="145440" y="0"/>
                  </a:lnTo>
                  <a:lnTo>
                    <a:pt x="136867" y="0"/>
                  </a:lnTo>
                  <a:lnTo>
                    <a:pt x="136867" y="360045"/>
                  </a:lnTo>
                  <a:lnTo>
                    <a:pt x="136017" y="361848"/>
                  </a:lnTo>
                  <a:lnTo>
                    <a:pt x="132016" y="366610"/>
                  </a:lnTo>
                  <a:lnTo>
                    <a:pt x="130530" y="367893"/>
                  </a:lnTo>
                  <a:lnTo>
                    <a:pt x="122288" y="367893"/>
                  </a:lnTo>
                  <a:lnTo>
                    <a:pt x="122288" y="375043"/>
                  </a:lnTo>
                  <a:lnTo>
                    <a:pt x="89154" y="392518"/>
                  </a:lnTo>
                  <a:lnTo>
                    <a:pt x="85153" y="392328"/>
                  </a:lnTo>
                  <a:lnTo>
                    <a:pt x="81153" y="391947"/>
                  </a:lnTo>
                  <a:lnTo>
                    <a:pt x="79248" y="390232"/>
                  </a:lnTo>
                  <a:lnTo>
                    <a:pt x="79438" y="387184"/>
                  </a:lnTo>
                  <a:lnTo>
                    <a:pt x="79502" y="386905"/>
                  </a:lnTo>
                  <a:lnTo>
                    <a:pt x="80657" y="382117"/>
                  </a:lnTo>
                  <a:lnTo>
                    <a:pt x="83718" y="376897"/>
                  </a:lnTo>
                  <a:lnTo>
                    <a:pt x="85420" y="375043"/>
                  </a:lnTo>
                  <a:lnTo>
                    <a:pt x="122288" y="375043"/>
                  </a:lnTo>
                  <a:lnTo>
                    <a:pt x="122288" y="367893"/>
                  </a:lnTo>
                  <a:lnTo>
                    <a:pt x="93129" y="367893"/>
                  </a:lnTo>
                  <a:lnTo>
                    <a:pt x="99631" y="362610"/>
                  </a:lnTo>
                  <a:lnTo>
                    <a:pt x="105435" y="358902"/>
                  </a:lnTo>
                  <a:lnTo>
                    <a:pt x="112864" y="354901"/>
                  </a:lnTo>
                  <a:lnTo>
                    <a:pt x="120484" y="351091"/>
                  </a:lnTo>
                  <a:lnTo>
                    <a:pt x="127152" y="349465"/>
                  </a:lnTo>
                  <a:lnTo>
                    <a:pt x="132867" y="350037"/>
                  </a:lnTo>
                  <a:lnTo>
                    <a:pt x="135445" y="350393"/>
                  </a:lnTo>
                  <a:lnTo>
                    <a:pt x="135445" y="360045"/>
                  </a:lnTo>
                  <a:lnTo>
                    <a:pt x="136867" y="360045"/>
                  </a:lnTo>
                  <a:lnTo>
                    <a:pt x="136867" y="0"/>
                  </a:lnTo>
                  <a:lnTo>
                    <a:pt x="135445" y="0"/>
                  </a:lnTo>
                  <a:lnTo>
                    <a:pt x="135445" y="142938"/>
                  </a:lnTo>
                  <a:lnTo>
                    <a:pt x="135445" y="150368"/>
                  </a:lnTo>
                  <a:lnTo>
                    <a:pt x="135445" y="162509"/>
                  </a:lnTo>
                  <a:lnTo>
                    <a:pt x="135445" y="185674"/>
                  </a:lnTo>
                  <a:lnTo>
                    <a:pt x="135445" y="196443"/>
                  </a:lnTo>
                  <a:lnTo>
                    <a:pt x="119443" y="196443"/>
                  </a:lnTo>
                  <a:lnTo>
                    <a:pt x="121513" y="195541"/>
                  </a:lnTo>
                  <a:lnTo>
                    <a:pt x="126504" y="192493"/>
                  </a:lnTo>
                  <a:lnTo>
                    <a:pt x="129159" y="190881"/>
                  </a:lnTo>
                  <a:lnTo>
                    <a:pt x="135445" y="185674"/>
                  </a:lnTo>
                  <a:lnTo>
                    <a:pt x="135445" y="162509"/>
                  </a:lnTo>
                  <a:lnTo>
                    <a:pt x="132016" y="166585"/>
                  </a:lnTo>
                  <a:lnTo>
                    <a:pt x="116865" y="179730"/>
                  </a:lnTo>
                  <a:lnTo>
                    <a:pt x="111150" y="183730"/>
                  </a:lnTo>
                  <a:lnTo>
                    <a:pt x="105435" y="186880"/>
                  </a:lnTo>
                  <a:lnTo>
                    <a:pt x="94005" y="191452"/>
                  </a:lnTo>
                  <a:lnTo>
                    <a:pt x="89154" y="192493"/>
                  </a:lnTo>
                  <a:lnTo>
                    <a:pt x="85153" y="192303"/>
                  </a:lnTo>
                  <a:lnTo>
                    <a:pt x="81153" y="191922"/>
                  </a:lnTo>
                  <a:lnTo>
                    <a:pt x="79248" y="190207"/>
                  </a:lnTo>
                  <a:lnTo>
                    <a:pt x="79438" y="187159"/>
                  </a:lnTo>
                  <a:lnTo>
                    <a:pt x="105435" y="158877"/>
                  </a:lnTo>
                  <a:lnTo>
                    <a:pt x="127152" y="149440"/>
                  </a:lnTo>
                  <a:lnTo>
                    <a:pt x="132867" y="150012"/>
                  </a:lnTo>
                  <a:lnTo>
                    <a:pt x="135445" y="150368"/>
                  </a:lnTo>
                  <a:lnTo>
                    <a:pt x="135445" y="142938"/>
                  </a:lnTo>
                  <a:lnTo>
                    <a:pt x="131724" y="140868"/>
                  </a:lnTo>
                  <a:lnTo>
                    <a:pt x="125920" y="139725"/>
                  </a:lnTo>
                  <a:lnTo>
                    <a:pt x="119443" y="140296"/>
                  </a:lnTo>
                  <a:lnTo>
                    <a:pt x="81419" y="156908"/>
                  </a:lnTo>
                  <a:lnTo>
                    <a:pt x="70764" y="185928"/>
                  </a:lnTo>
                  <a:lnTo>
                    <a:pt x="73723" y="193065"/>
                  </a:lnTo>
                  <a:lnTo>
                    <a:pt x="77914" y="196443"/>
                  </a:lnTo>
                  <a:lnTo>
                    <a:pt x="54914" y="196443"/>
                  </a:lnTo>
                  <a:lnTo>
                    <a:pt x="54914" y="203593"/>
                  </a:lnTo>
                  <a:lnTo>
                    <a:pt x="135445" y="203593"/>
                  </a:lnTo>
                  <a:lnTo>
                    <a:pt x="135445" y="228663"/>
                  </a:lnTo>
                  <a:lnTo>
                    <a:pt x="135445" y="342963"/>
                  </a:lnTo>
                  <a:lnTo>
                    <a:pt x="131724" y="340893"/>
                  </a:lnTo>
                  <a:lnTo>
                    <a:pt x="125920" y="339750"/>
                  </a:lnTo>
                  <a:lnTo>
                    <a:pt x="119443" y="340321"/>
                  </a:lnTo>
                  <a:lnTo>
                    <a:pt x="116370" y="340677"/>
                  </a:lnTo>
                  <a:lnTo>
                    <a:pt x="121513" y="338416"/>
                  </a:lnTo>
                  <a:lnTo>
                    <a:pt x="126504" y="335368"/>
                  </a:lnTo>
                  <a:lnTo>
                    <a:pt x="129159" y="333756"/>
                  </a:lnTo>
                  <a:lnTo>
                    <a:pt x="135445" y="328549"/>
                  </a:lnTo>
                  <a:lnTo>
                    <a:pt x="135445" y="305384"/>
                  </a:lnTo>
                  <a:lnTo>
                    <a:pt x="132016" y="309460"/>
                  </a:lnTo>
                  <a:lnTo>
                    <a:pt x="130530" y="310743"/>
                  </a:lnTo>
                  <a:lnTo>
                    <a:pt x="122288" y="310743"/>
                  </a:lnTo>
                  <a:lnTo>
                    <a:pt x="122288" y="317893"/>
                  </a:lnTo>
                  <a:lnTo>
                    <a:pt x="116865" y="322605"/>
                  </a:lnTo>
                  <a:lnTo>
                    <a:pt x="111150" y="326605"/>
                  </a:lnTo>
                  <a:lnTo>
                    <a:pt x="105435" y="329755"/>
                  </a:lnTo>
                  <a:lnTo>
                    <a:pt x="94005" y="334327"/>
                  </a:lnTo>
                  <a:lnTo>
                    <a:pt x="89154" y="335368"/>
                  </a:lnTo>
                  <a:lnTo>
                    <a:pt x="85153" y="335178"/>
                  </a:lnTo>
                  <a:lnTo>
                    <a:pt x="81153" y="334797"/>
                  </a:lnTo>
                  <a:lnTo>
                    <a:pt x="79248" y="333082"/>
                  </a:lnTo>
                  <a:lnTo>
                    <a:pt x="79438" y="330034"/>
                  </a:lnTo>
                  <a:lnTo>
                    <a:pt x="79502" y="329755"/>
                  </a:lnTo>
                  <a:lnTo>
                    <a:pt x="80657" y="324967"/>
                  </a:lnTo>
                  <a:lnTo>
                    <a:pt x="83718" y="319747"/>
                  </a:lnTo>
                  <a:lnTo>
                    <a:pt x="85420" y="317893"/>
                  </a:lnTo>
                  <a:lnTo>
                    <a:pt x="122288" y="317893"/>
                  </a:lnTo>
                  <a:lnTo>
                    <a:pt x="122288" y="310743"/>
                  </a:lnTo>
                  <a:lnTo>
                    <a:pt x="93129" y="310743"/>
                  </a:lnTo>
                  <a:lnTo>
                    <a:pt x="99631" y="305460"/>
                  </a:lnTo>
                  <a:lnTo>
                    <a:pt x="105435" y="301752"/>
                  </a:lnTo>
                  <a:lnTo>
                    <a:pt x="112864" y="297751"/>
                  </a:lnTo>
                  <a:lnTo>
                    <a:pt x="120484" y="293941"/>
                  </a:lnTo>
                  <a:lnTo>
                    <a:pt x="127152" y="292315"/>
                  </a:lnTo>
                  <a:lnTo>
                    <a:pt x="132867" y="292887"/>
                  </a:lnTo>
                  <a:lnTo>
                    <a:pt x="135445" y="293243"/>
                  </a:lnTo>
                  <a:lnTo>
                    <a:pt x="135445" y="285813"/>
                  </a:lnTo>
                  <a:lnTo>
                    <a:pt x="131724" y="283743"/>
                  </a:lnTo>
                  <a:lnTo>
                    <a:pt x="125920" y="282600"/>
                  </a:lnTo>
                  <a:lnTo>
                    <a:pt x="119443" y="283171"/>
                  </a:lnTo>
                  <a:lnTo>
                    <a:pt x="116370" y="283527"/>
                  </a:lnTo>
                  <a:lnTo>
                    <a:pt x="121513" y="281266"/>
                  </a:lnTo>
                  <a:lnTo>
                    <a:pt x="126504" y="278218"/>
                  </a:lnTo>
                  <a:lnTo>
                    <a:pt x="129159" y="276606"/>
                  </a:lnTo>
                  <a:lnTo>
                    <a:pt x="135445" y="271399"/>
                  </a:lnTo>
                  <a:lnTo>
                    <a:pt x="135445" y="248234"/>
                  </a:lnTo>
                  <a:lnTo>
                    <a:pt x="132016" y="252310"/>
                  </a:lnTo>
                  <a:lnTo>
                    <a:pt x="130530" y="253593"/>
                  </a:lnTo>
                  <a:lnTo>
                    <a:pt x="122288" y="253593"/>
                  </a:lnTo>
                  <a:lnTo>
                    <a:pt x="122288" y="260743"/>
                  </a:lnTo>
                  <a:lnTo>
                    <a:pt x="116865" y="265455"/>
                  </a:lnTo>
                  <a:lnTo>
                    <a:pt x="111150" y="269455"/>
                  </a:lnTo>
                  <a:lnTo>
                    <a:pt x="105435" y="272605"/>
                  </a:lnTo>
                  <a:lnTo>
                    <a:pt x="94005" y="277177"/>
                  </a:lnTo>
                  <a:lnTo>
                    <a:pt x="89154" y="278218"/>
                  </a:lnTo>
                  <a:lnTo>
                    <a:pt x="85153" y="278028"/>
                  </a:lnTo>
                  <a:lnTo>
                    <a:pt x="81153" y="277647"/>
                  </a:lnTo>
                  <a:lnTo>
                    <a:pt x="79248" y="275932"/>
                  </a:lnTo>
                  <a:lnTo>
                    <a:pt x="79438" y="272884"/>
                  </a:lnTo>
                  <a:lnTo>
                    <a:pt x="79502" y="272605"/>
                  </a:lnTo>
                  <a:lnTo>
                    <a:pt x="80657" y="267817"/>
                  </a:lnTo>
                  <a:lnTo>
                    <a:pt x="83718" y="262597"/>
                  </a:lnTo>
                  <a:lnTo>
                    <a:pt x="85420" y="260743"/>
                  </a:lnTo>
                  <a:lnTo>
                    <a:pt x="122288" y="260743"/>
                  </a:lnTo>
                  <a:lnTo>
                    <a:pt x="122288" y="253593"/>
                  </a:lnTo>
                  <a:lnTo>
                    <a:pt x="93129" y="253593"/>
                  </a:lnTo>
                  <a:lnTo>
                    <a:pt x="99631" y="248310"/>
                  </a:lnTo>
                  <a:lnTo>
                    <a:pt x="105435" y="244602"/>
                  </a:lnTo>
                  <a:lnTo>
                    <a:pt x="112864" y="240601"/>
                  </a:lnTo>
                  <a:lnTo>
                    <a:pt x="120484" y="236791"/>
                  </a:lnTo>
                  <a:lnTo>
                    <a:pt x="127152" y="235165"/>
                  </a:lnTo>
                  <a:lnTo>
                    <a:pt x="132867" y="235737"/>
                  </a:lnTo>
                  <a:lnTo>
                    <a:pt x="135445" y="236093"/>
                  </a:lnTo>
                  <a:lnTo>
                    <a:pt x="135445" y="228663"/>
                  </a:lnTo>
                  <a:lnTo>
                    <a:pt x="131724" y="226593"/>
                  </a:lnTo>
                  <a:lnTo>
                    <a:pt x="125920" y="225450"/>
                  </a:lnTo>
                  <a:lnTo>
                    <a:pt x="119443" y="226021"/>
                  </a:lnTo>
                  <a:lnTo>
                    <a:pt x="81419" y="242633"/>
                  </a:lnTo>
                  <a:lnTo>
                    <a:pt x="74180" y="253593"/>
                  </a:lnTo>
                  <a:lnTo>
                    <a:pt x="54914" y="253593"/>
                  </a:lnTo>
                  <a:lnTo>
                    <a:pt x="54914" y="260743"/>
                  </a:lnTo>
                  <a:lnTo>
                    <a:pt x="72161" y="260743"/>
                  </a:lnTo>
                  <a:lnTo>
                    <a:pt x="71716" y="262890"/>
                  </a:lnTo>
                  <a:lnTo>
                    <a:pt x="91440" y="288315"/>
                  </a:lnTo>
                  <a:lnTo>
                    <a:pt x="97726" y="287743"/>
                  </a:lnTo>
                  <a:lnTo>
                    <a:pt x="100634" y="287426"/>
                  </a:lnTo>
                  <a:lnTo>
                    <a:pt x="95542" y="289661"/>
                  </a:lnTo>
                  <a:lnTo>
                    <a:pt x="88011" y="294322"/>
                  </a:lnTo>
                  <a:lnTo>
                    <a:pt x="81419" y="299783"/>
                  </a:lnTo>
                  <a:lnTo>
                    <a:pt x="76504" y="305892"/>
                  </a:lnTo>
                  <a:lnTo>
                    <a:pt x="74180" y="310743"/>
                  </a:lnTo>
                  <a:lnTo>
                    <a:pt x="54914" y="310743"/>
                  </a:lnTo>
                  <a:lnTo>
                    <a:pt x="54914" y="317893"/>
                  </a:lnTo>
                  <a:lnTo>
                    <a:pt x="72161" y="317893"/>
                  </a:lnTo>
                  <a:lnTo>
                    <a:pt x="71716" y="320040"/>
                  </a:lnTo>
                  <a:lnTo>
                    <a:pt x="91440" y="345465"/>
                  </a:lnTo>
                  <a:lnTo>
                    <a:pt x="97726" y="344893"/>
                  </a:lnTo>
                  <a:lnTo>
                    <a:pt x="100634" y="344576"/>
                  </a:lnTo>
                  <a:lnTo>
                    <a:pt x="95542" y="346811"/>
                  </a:lnTo>
                  <a:lnTo>
                    <a:pt x="88011" y="351472"/>
                  </a:lnTo>
                  <a:lnTo>
                    <a:pt x="81419" y="356933"/>
                  </a:lnTo>
                  <a:lnTo>
                    <a:pt x="76504" y="363042"/>
                  </a:lnTo>
                  <a:lnTo>
                    <a:pt x="74180" y="367893"/>
                  </a:lnTo>
                  <a:lnTo>
                    <a:pt x="54914" y="367893"/>
                  </a:lnTo>
                  <a:lnTo>
                    <a:pt x="54914" y="375043"/>
                  </a:lnTo>
                  <a:lnTo>
                    <a:pt x="72161" y="375043"/>
                  </a:lnTo>
                  <a:lnTo>
                    <a:pt x="71716" y="377190"/>
                  </a:lnTo>
                  <a:lnTo>
                    <a:pt x="91440" y="402615"/>
                  </a:lnTo>
                  <a:lnTo>
                    <a:pt x="97726" y="402043"/>
                  </a:lnTo>
                  <a:lnTo>
                    <a:pt x="105803" y="401142"/>
                  </a:lnTo>
                  <a:lnTo>
                    <a:pt x="113728" y="398970"/>
                  </a:lnTo>
                  <a:lnTo>
                    <a:pt x="121513" y="395566"/>
                  </a:lnTo>
                  <a:lnTo>
                    <a:pt x="126504" y="392518"/>
                  </a:lnTo>
                  <a:lnTo>
                    <a:pt x="129159" y="390906"/>
                  </a:lnTo>
                  <a:lnTo>
                    <a:pt x="135877" y="385330"/>
                  </a:lnTo>
                  <a:lnTo>
                    <a:pt x="140868" y="379183"/>
                  </a:lnTo>
                  <a:lnTo>
                    <a:pt x="142887" y="375043"/>
                  </a:lnTo>
                  <a:lnTo>
                    <a:pt x="166065" y="375043"/>
                  </a:lnTo>
                  <a:lnTo>
                    <a:pt x="166065" y="367893"/>
                  </a:lnTo>
                  <a:lnTo>
                    <a:pt x="145135" y="367893"/>
                  </a:lnTo>
                  <a:lnTo>
                    <a:pt x="145732" y="365188"/>
                  </a:lnTo>
                  <a:lnTo>
                    <a:pt x="146494" y="356425"/>
                  </a:lnTo>
                  <a:lnTo>
                    <a:pt x="145440" y="353872"/>
                  </a:lnTo>
                  <a:lnTo>
                    <a:pt x="145440" y="317893"/>
                  </a:lnTo>
                  <a:lnTo>
                    <a:pt x="166065" y="317893"/>
                  </a:lnTo>
                  <a:lnTo>
                    <a:pt x="166065" y="310743"/>
                  </a:lnTo>
                  <a:lnTo>
                    <a:pt x="145440" y="310743"/>
                  </a:lnTo>
                  <a:lnTo>
                    <a:pt x="145440" y="309397"/>
                  </a:lnTo>
                  <a:lnTo>
                    <a:pt x="145732" y="308038"/>
                  </a:lnTo>
                  <a:lnTo>
                    <a:pt x="146494" y="299275"/>
                  </a:lnTo>
                  <a:lnTo>
                    <a:pt x="145440" y="296722"/>
                  </a:lnTo>
                  <a:lnTo>
                    <a:pt x="145440" y="260743"/>
                  </a:lnTo>
                  <a:lnTo>
                    <a:pt x="166065" y="260743"/>
                  </a:lnTo>
                  <a:lnTo>
                    <a:pt x="166065" y="253593"/>
                  </a:lnTo>
                  <a:lnTo>
                    <a:pt x="145440" y="253593"/>
                  </a:lnTo>
                  <a:lnTo>
                    <a:pt x="145440" y="252247"/>
                  </a:lnTo>
                  <a:lnTo>
                    <a:pt x="145732" y="250888"/>
                  </a:lnTo>
                  <a:lnTo>
                    <a:pt x="146494" y="242125"/>
                  </a:lnTo>
                  <a:lnTo>
                    <a:pt x="145440" y="239572"/>
                  </a:lnTo>
                  <a:lnTo>
                    <a:pt x="145440" y="203593"/>
                  </a:lnTo>
                  <a:lnTo>
                    <a:pt x="166065" y="203593"/>
                  </a:lnTo>
                  <a:lnTo>
                    <a:pt x="166065" y="196443"/>
                  </a:lnTo>
                  <a:close/>
                </a:path>
                <a:path w="871854" h="802639">
                  <a:moveTo>
                    <a:pt x="181737" y="342036"/>
                  </a:moveTo>
                  <a:lnTo>
                    <a:pt x="180975" y="335559"/>
                  </a:lnTo>
                  <a:lnTo>
                    <a:pt x="177355" y="332041"/>
                  </a:lnTo>
                  <a:lnTo>
                    <a:pt x="170878" y="331470"/>
                  </a:lnTo>
                  <a:lnTo>
                    <a:pt x="164211" y="332041"/>
                  </a:lnTo>
                  <a:lnTo>
                    <a:pt x="160591" y="335559"/>
                  </a:lnTo>
                  <a:lnTo>
                    <a:pt x="160020" y="342036"/>
                  </a:lnTo>
                  <a:lnTo>
                    <a:pt x="160591" y="348513"/>
                  </a:lnTo>
                  <a:lnTo>
                    <a:pt x="164211" y="352234"/>
                  </a:lnTo>
                  <a:lnTo>
                    <a:pt x="170878" y="353187"/>
                  </a:lnTo>
                  <a:lnTo>
                    <a:pt x="177355" y="352234"/>
                  </a:lnTo>
                  <a:lnTo>
                    <a:pt x="180975" y="348513"/>
                  </a:lnTo>
                  <a:lnTo>
                    <a:pt x="181737" y="342036"/>
                  </a:lnTo>
                  <a:close/>
                </a:path>
                <a:path w="871854" h="802639">
                  <a:moveTo>
                    <a:pt x="181737" y="284886"/>
                  </a:moveTo>
                  <a:lnTo>
                    <a:pt x="180975" y="278409"/>
                  </a:lnTo>
                  <a:lnTo>
                    <a:pt x="177355" y="274891"/>
                  </a:lnTo>
                  <a:lnTo>
                    <a:pt x="170878" y="274320"/>
                  </a:lnTo>
                  <a:lnTo>
                    <a:pt x="164211" y="274891"/>
                  </a:lnTo>
                  <a:lnTo>
                    <a:pt x="160591" y="278409"/>
                  </a:lnTo>
                  <a:lnTo>
                    <a:pt x="160020" y="284886"/>
                  </a:lnTo>
                  <a:lnTo>
                    <a:pt x="160591" y="291363"/>
                  </a:lnTo>
                  <a:lnTo>
                    <a:pt x="164211" y="295084"/>
                  </a:lnTo>
                  <a:lnTo>
                    <a:pt x="170878" y="296037"/>
                  </a:lnTo>
                  <a:lnTo>
                    <a:pt x="177355" y="295084"/>
                  </a:lnTo>
                  <a:lnTo>
                    <a:pt x="180975" y="291363"/>
                  </a:lnTo>
                  <a:lnTo>
                    <a:pt x="181737" y="284886"/>
                  </a:lnTo>
                  <a:close/>
                </a:path>
                <a:path w="871854" h="802639">
                  <a:moveTo>
                    <a:pt x="181737" y="227736"/>
                  </a:moveTo>
                  <a:lnTo>
                    <a:pt x="180975" y="221259"/>
                  </a:lnTo>
                  <a:lnTo>
                    <a:pt x="177355" y="217741"/>
                  </a:lnTo>
                  <a:lnTo>
                    <a:pt x="170878" y="217170"/>
                  </a:lnTo>
                  <a:lnTo>
                    <a:pt x="164211" y="217741"/>
                  </a:lnTo>
                  <a:lnTo>
                    <a:pt x="160591" y="221259"/>
                  </a:lnTo>
                  <a:lnTo>
                    <a:pt x="160020" y="227736"/>
                  </a:lnTo>
                  <a:lnTo>
                    <a:pt x="160591" y="234213"/>
                  </a:lnTo>
                  <a:lnTo>
                    <a:pt x="164211" y="237934"/>
                  </a:lnTo>
                  <a:lnTo>
                    <a:pt x="170878" y="238887"/>
                  </a:lnTo>
                  <a:lnTo>
                    <a:pt x="177355" y="237934"/>
                  </a:lnTo>
                  <a:lnTo>
                    <a:pt x="180975" y="234213"/>
                  </a:lnTo>
                  <a:lnTo>
                    <a:pt x="181737" y="227736"/>
                  </a:lnTo>
                  <a:close/>
                </a:path>
                <a:path w="871854" h="802639">
                  <a:moveTo>
                    <a:pt x="181737" y="170586"/>
                  </a:moveTo>
                  <a:lnTo>
                    <a:pt x="180975" y="164109"/>
                  </a:lnTo>
                  <a:lnTo>
                    <a:pt x="177355" y="160591"/>
                  </a:lnTo>
                  <a:lnTo>
                    <a:pt x="170878" y="160020"/>
                  </a:lnTo>
                  <a:lnTo>
                    <a:pt x="164211" y="160591"/>
                  </a:lnTo>
                  <a:lnTo>
                    <a:pt x="160591" y="164109"/>
                  </a:lnTo>
                  <a:lnTo>
                    <a:pt x="160020" y="170586"/>
                  </a:lnTo>
                  <a:lnTo>
                    <a:pt x="160591" y="177063"/>
                  </a:lnTo>
                  <a:lnTo>
                    <a:pt x="164211" y="180784"/>
                  </a:lnTo>
                  <a:lnTo>
                    <a:pt x="170878" y="181737"/>
                  </a:lnTo>
                  <a:lnTo>
                    <a:pt x="177355" y="180784"/>
                  </a:lnTo>
                  <a:lnTo>
                    <a:pt x="180975" y="177063"/>
                  </a:lnTo>
                  <a:lnTo>
                    <a:pt x="181737" y="170586"/>
                  </a:lnTo>
                  <a:close/>
                </a:path>
                <a:path w="871854" h="802639">
                  <a:moveTo>
                    <a:pt x="347662" y="310743"/>
                  </a:moveTo>
                  <a:lnTo>
                    <a:pt x="326745" y="310743"/>
                  </a:lnTo>
                  <a:lnTo>
                    <a:pt x="327329" y="308038"/>
                  </a:lnTo>
                  <a:lnTo>
                    <a:pt x="328091" y="299275"/>
                  </a:lnTo>
                  <a:lnTo>
                    <a:pt x="325221" y="292315"/>
                  </a:lnTo>
                  <a:lnTo>
                    <a:pt x="325145" y="292125"/>
                  </a:lnTo>
                  <a:lnTo>
                    <a:pt x="319620" y="287553"/>
                  </a:lnTo>
                  <a:lnTo>
                    <a:pt x="319620" y="296887"/>
                  </a:lnTo>
                  <a:lnTo>
                    <a:pt x="319620" y="300507"/>
                  </a:lnTo>
                  <a:lnTo>
                    <a:pt x="317614" y="304698"/>
                  </a:lnTo>
                  <a:lnTo>
                    <a:pt x="313613" y="309460"/>
                  </a:lnTo>
                  <a:lnTo>
                    <a:pt x="312127" y="310743"/>
                  </a:lnTo>
                  <a:lnTo>
                    <a:pt x="303898" y="310743"/>
                  </a:lnTo>
                  <a:lnTo>
                    <a:pt x="303898" y="317893"/>
                  </a:lnTo>
                  <a:lnTo>
                    <a:pt x="298475" y="322605"/>
                  </a:lnTo>
                  <a:lnTo>
                    <a:pt x="292760" y="326605"/>
                  </a:lnTo>
                  <a:lnTo>
                    <a:pt x="287045" y="329755"/>
                  </a:lnTo>
                  <a:lnTo>
                    <a:pt x="282232" y="331685"/>
                  </a:lnTo>
                  <a:lnTo>
                    <a:pt x="282232" y="344576"/>
                  </a:lnTo>
                  <a:lnTo>
                    <a:pt x="277152" y="346811"/>
                  </a:lnTo>
                  <a:lnTo>
                    <a:pt x="269608" y="351472"/>
                  </a:lnTo>
                  <a:lnTo>
                    <a:pt x="263042" y="356920"/>
                  </a:lnTo>
                  <a:lnTo>
                    <a:pt x="263042" y="341947"/>
                  </a:lnTo>
                  <a:lnTo>
                    <a:pt x="267322" y="344322"/>
                  </a:lnTo>
                  <a:lnTo>
                    <a:pt x="273037" y="345465"/>
                  </a:lnTo>
                  <a:lnTo>
                    <a:pt x="279323" y="344893"/>
                  </a:lnTo>
                  <a:lnTo>
                    <a:pt x="282232" y="344576"/>
                  </a:lnTo>
                  <a:lnTo>
                    <a:pt x="282232" y="331685"/>
                  </a:lnTo>
                  <a:lnTo>
                    <a:pt x="275615" y="334327"/>
                  </a:lnTo>
                  <a:lnTo>
                    <a:pt x="270751" y="335368"/>
                  </a:lnTo>
                  <a:lnTo>
                    <a:pt x="266750" y="335178"/>
                  </a:lnTo>
                  <a:lnTo>
                    <a:pt x="263042" y="334835"/>
                  </a:lnTo>
                  <a:lnTo>
                    <a:pt x="263042" y="325755"/>
                  </a:lnTo>
                  <a:lnTo>
                    <a:pt x="262064" y="325755"/>
                  </a:lnTo>
                  <a:lnTo>
                    <a:pt x="262255" y="324967"/>
                  </a:lnTo>
                  <a:lnTo>
                    <a:pt x="265328" y="319747"/>
                  </a:lnTo>
                  <a:lnTo>
                    <a:pt x="267030" y="317893"/>
                  </a:lnTo>
                  <a:lnTo>
                    <a:pt x="303898" y="317893"/>
                  </a:lnTo>
                  <a:lnTo>
                    <a:pt x="303898" y="310743"/>
                  </a:lnTo>
                  <a:lnTo>
                    <a:pt x="274726" y="310743"/>
                  </a:lnTo>
                  <a:lnTo>
                    <a:pt x="281228" y="305460"/>
                  </a:lnTo>
                  <a:lnTo>
                    <a:pt x="287045" y="301752"/>
                  </a:lnTo>
                  <a:lnTo>
                    <a:pt x="294474" y="297751"/>
                  </a:lnTo>
                  <a:lnTo>
                    <a:pt x="302094" y="293941"/>
                  </a:lnTo>
                  <a:lnTo>
                    <a:pt x="308762" y="292315"/>
                  </a:lnTo>
                  <a:lnTo>
                    <a:pt x="314477" y="292887"/>
                  </a:lnTo>
                  <a:lnTo>
                    <a:pt x="317334" y="293268"/>
                  </a:lnTo>
                  <a:lnTo>
                    <a:pt x="319049" y="294601"/>
                  </a:lnTo>
                  <a:lnTo>
                    <a:pt x="319620" y="296887"/>
                  </a:lnTo>
                  <a:lnTo>
                    <a:pt x="319620" y="287553"/>
                  </a:lnTo>
                  <a:lnTo>
                    <a:pt x="318477" y="286600"/>
                  </a:lnTo>
                  <a:lnTo>
                    <a:pt x="313334" y="283743"/>
                  </a:lnTo>
                  <a:lnTo>
                    <a:pt x="307517" y="282600"/>
                  </a:lnTo>
                  <a:lnTo>
                    <a:pt x="301040" y="283171"/>
                  </a:lnTo>
                  <a:lnTo>
                    <a:pt x="263017" y="299783"/>
                  </a:lnTo>
                  <a:lnTo>
                    <a:pt x="255778" y="310743"/>
                  </a:lnTo>
                  <a:lnTo>
                    <a:pt x="236524" y="310743"/>
                  </a:lnTo>
                  <a:lnTo>
                    <a:pt x="236524" y="317893"/>
                  </a:lnTo>
                  <a:lnTo>
                    <a:pt x="253771" y="317893"/>
                  </a:lnTo>
                  <a:lnTo>
                    <a:pt x="253326" y="320040"/>
                  </a:lnTo>
                  <a:lnTo>
                    <a:pt x="252374" y="328803"/>
                  </a:lnTo>
                  <a:lnTo>
                    <a:pt x="253034" y="330403"/>
                  </a:lnTo>
                  <a:lnTo>
                    <a:pt x="253034" y="367893"/>
                  </a:lnTo>
                  <a:lnTo>
                    <a:pt x="236524" y="367893"/>
                  </a:lnTo>
                  <a:lnTo>
                    <a:pt x="236524" y="375043"/>
                  </a:lnTo>
                  <a:lnTo>
                    <a:pt x="253034" y="375043"/>
                  </a:lnTo>
                  <a:lnTo>
                    <a:pt x="253034" y="379882"/>
                  </a:lnTo>
                  <a:lnTo>
                    <a:pt x="252374" y="385953"/>
                  </a:lnTo>
                  <a:lnTo>
                    <a:pt x="253034" y="387553"/>
                  </a:lnTo>
                  <a:lnTo>
                    <a:pt x="253034" y="425043"/>
                  </a:lnTo>
                  <a:lnTo>
                    <a:pt x="236524" y="425043"/>
                  </a:lnTo>
                  <a:lnTo>
                    <a:pt x="236524" y="432193"/>
                  </a:lnTo>
                  <a:lnTo>
                    <a:pt x="253034" y="432193"/>
                  </a:lnTo>
                  <a:lnTo>
                    <a:pt x="253034" y="600075"/>
                  </a:lnTo>
                  <a:lnTo>
                    <a:pt x="263042" y="600075"/>
                  </a:lnTo>
                  <a:lnTo>
                    <a:pt x="263042" y="432193"/>
                  </a:lnTo>
                  <a:lnTo>
                    <a:pt x="347662" y="432193"/>
                  </a:lnTo>
                  <a:lnTo>
                    <a:pt x="347662" y="425043"/>
                  </a:lnTo>
                  <a:lnTo>
                    <a:pt x="263042" y="425043"/>
                  </a:lnTo>
                  <a:lnTo>
                    <a:pt x="263042" y="399097"/>
                  </a:lnTo>
                  <a:lnTo>
                    <a:pt x="267322" y="401472"/>
                  </a:lnTo>
                  <a:lnTo>
                    <a:pt x="273037" y="402615"/>
                  </a:lnTo>
                  <a:lnTo>
                    <a:pt x="279323" y="402043"/>
                  </a:lnTo>
                  <a:lnTo>
                    <a:pt x="287401" y="401142"/>
                  </a:lnTo>
                  <a:lnTo>
                    <a:pt x="295325" y="398970"/>
                  </a:lnTo>
                  <a:lnTo>
                    <a:pt x="303110" y="395566"/>
                  </a:lnTo>
                  <a:lnTo>
                    <a:pt x="308102" y="392518"/>
                  </a:lnTo>
                  <a:lnTo>
                    <a:pt x="310756" y="390906"/>
                  </a:lnTo>
                  <a:lnTo>
                    <a:pt x="317474" y="385330"/>
                  </a:lnTo>
                  <a:lnTo>
                    <a:pt x="322478" y="379183"/>
                  </a:lnTo>
                  <a:lnTo>
                    <a:pt x="324497" y="375043"/>
                  </a:lnTo>
                  <a:lnTo>
                    <a:pt x="347662" y="375043"/>
                  </a:lnTo>
                  <a:lnTo>
                    <a:pt x="347662" y="367893"/>
                  </a:lnTo>
                  <a:lnTo>
                    <a:pt x="326745" y="367893"/>
                  </a:lnTo>
                  <a:lnTo>
                    <a:pt x="327329" y="365188"/>
                  </a:lnTo>
                  <a:lnTo>
                    <a:pt x="328091" y="356425"/>
                  </a:lnTo>
                  <a:lnTo>
                    <a:pt x="325221" y="349465"/>
                  </a:lnTo>
                  <a:lnTo>
                    <a:pt x="325145" y="349275"/>
                  </a:lnTo>
                  <a:lnTo>
                    <a:pt x="319620" y="344703"/>
                  </a:lnTo>
                  <a:lnTo>
                    <a:pt x="319620" y="354037"/>
                  </a:lnTo>
                  <a:lnTo>
                    <a:pt x="319620" y="357657"/>
                  </a:lnTo>
                  <a:lnTo>
                    <a:pt x="317614" y="361848"/>
                  </a:lnTo>
                  <a:lnTo>
                    <a:pt x="313613" y="366610"/>
                  </a:lnTo>
                  <a:lnTo>
                    <a:pt x="312127" y="367893"/>
                  </a:lnTo>
                  <a:lnTo>
                    <a:pt x="303898" y="367893"/>
                  </a:lnTo>
                  <a:lnTo>
                    <a:pt x="303898" y="375043"/>
                  </a:lnTo>
                  <a:lnTo>
                    <a:pt x="270751" y="392518"/>
                  </a:lnTo>
                  <a:lnTo>
                    <a:pt x="266750" y="392328"/>
                  </a:lnTo>
                  <a:lnTo>
                    <a:pt x="263042" y="391985"/>
                  </a:lnTo>
                  <a:lnTo>
                    <a:pt x="263042" y="380784"/>
                  </a:lnTo>
                  <a:lnTo>
                    <a:pt x="265328" y="376897"/>
                  </a:lnTo>
                  <a:lnTo>
                    <a:pt x="267030" y="375043"/>
                  </a:lnTo>
                  <a:lnTo>
                    <a:pt x="303898" y="375043"/>
                  </a:lnTo>
                  <a:lnTo>
                    <a:pt x="303898" y="367893"/>
                  </a:lnTo>
                  <a:lnTo>
                    <a:pt x="274726" y="367893"/>
                  </a:lnTo>
                  <a:lnTo>
                    <a:pt x="281228" y="362610"/>
                  </a:lnTo>
                  <a:lnTo>
                    <a:pt x="287045" y="358902"/>
                  </a:lnTo>
                  <a:lnTo>
                    <a:pt x="294474" y="354901"/>
                  </a:lnTo>
                  <a:lnTo>
                    <a:pt x="302094" y="351091"/>
                  </a:lnTo>
                  <a:lnTo>
                    <a:pt x="308762" y="349465"/>
                  </a:lnTo>
                  <a:lnTo>
                    <a:pt x="314477" y="350037"/>
                  </a:lnTo>
                  <a:lnTo>
                    <a:pt x="317334" y="350418"/>
                  </a:lnTo>
                  <a:lnTo>
                    <a:pt x="319049" y="351751"/>
                  </a:lnTo>
                  <a:lnTo>
                    <a:pt x="319620" y="354037"/>
                  </a:lnTo>
                  <a:lnTo>
                    <a:pt x="319620" y="344703"/>
                  </a:lnTo>
                  <a:lnTo>
                    <a:pt x="318477" y="343750"/>
                  </a:lnTo>
                  <a:lnTo>
                    <a:pt x="313334" y="340893"/>
                  </a:lnTo>
                  <a:lnTo>
                    <a:pt x="307517" y="339750"/>
                  </a:lnTo>
                  <a:lnTo>
                    <a:pt x="301040" y="340321"/>
                  </a:lnTo>
                  <a:lnTo>
                    <a:pt x="297967" y="340677"/>
                  </a:lnTo>
                  <a:lnTo>
                    <a:pt x="303110" y="338416"/>
                  </a:lnTo>
                  <a:lnTo>
                    <a:pt x="308102" y="335368"/>
                  </a:lnTo>
                  <a:lnTo>
                    <a:pt x="310756" y="333756"/>
                  </a:lnTo>
                  <a:lnTo>
                    <a:pt x="317474" y="328180"/>
                  </a:lnTo>
                  <a:lnTo>
                    <a:pt x="322478" y="322033"/>
                  </a:lnTo>
                  <a:lnTo>
                    <a:pt x="324497" y="317893"/>
                  </a:lnTo>
                  <a:lnTo>
                    <a:pt x="347662" y="317893"/>
                  </a:lnTo>
                  <a:lnTo>
                    <a:pt x="347662" y="310743"/>
                  </a:lnTo>
                  <a:close/>
                </a:path>
                <a:path w="871854" h="802639">
                  <a:moveTo>
                    <a:pt x="658977" y="310743"/>
                  </a:moveTo>
                  <a:lnTo>
                    <a:pt x="637641" y="310743"/>
                  </a:lnTo>
                  <a:lnTo>
                    <a:pt x="638657" y="305460"/>
                  </a:lnTo>
                  <a:lnTo>
                    <a:pt x="638467" y="298221"/>
                  </a:lnTo>
                  <a:lnTo>
                    <a:pt x="635889" y="292989"/>
                  </a:lnTo>
                  <a:lnTo>
                    <a:pt x="630936" y="289750"/>
                  </a:lnTo>
                  <a:lnTo>
                    <a:pt x="626364" y="286131"/>
                  </a:lnTo>
                  <a:lnTo>
                    <a:pt x="619887" y="284416"/>
                  </a:lnTo>
                  <a:lnTo>
                    <a:pt x="611505" y="284607"/>
                  </a:lnTo>
                  <a:lnTo>
                    <a:pt x="603580" y="285572"/>
                  </a:lnTo>
                  <a:lnTo>
                    <a:pt x="568998" y="308673"/>
                  </a:lnTo>
                  <a:lnTo>
                    <a:pt x="568007" y="310743"/>
                  </a:lnTo>
                  <a:lnTo>
                    <a:pt x="547839" y="310743"/>
                  </a:lnTo>
                  <a:lnTo>
                    <a:pt x="547839" y="317893"/>
                  </a:lnTo>
                  <a:lnTo>
                    <a:pt x="565302" y="317893"/>
                  </a:lnTo>
                  <a:lnTo>
                    <a:pt x="564362" y="322605"/>
                  </a:lnTo>
                  <a:lnTo>
                    <a:pt x="564451" y="325755"/>
                  </a:lnTo>
                  <a:lnTo>
                    <a:pt x="564362" y="367893"/>
                  </a:lnTo>
                  <a:lnTo>
                    <a:pt x="547839" y="367893"/>
                  </a:lnTo>
                  <a:lnTo>
                    <a:pt x="547839" y="375043"/>
                  </a:lnTo>
                  <a:lnTo>
                    <a:pt x="564362" y="375043"/>
                  </a:lnTo>
                  <a:lnTo>
                    <a:pt x="564362" y="379755"/>
                  </a:lnTo>
                  <a:lnTo>
                    <a:pt x="564362" y="425043"/>
                  </a:lnTo>
                  <a:lnTo>
                    <a:pt x="547839" y="425043"/>
                  </a:lnTo>
                  <a:lnTo>
                    <a:pt x="547839" y="432193"/>
                  </a:lnTo>
                  <a:lnTo>
                    <a:pt x="564362" y="432193"/>
                  </a:lnTo>
                  <a:lnTo>
                    <a:pt x="564362" y="600075"/>
                  </a:lnTo>
                  <a:lnTo>
                    <a:pt x="574357" y="600075"/>
                  </a:lnTo>
                  <a:lnTo>
                    <a:pt x="574357" y="432193"/>
                  </a:lnTo>
                  <a:lnTo>
                    <a:pt x="658977" y="432193"/>
                  </a:lnTo>
                  <a:lnTo>
                    <a:pt x="658977" y="425043"/>
                  </a:lnTo>
                  <a:lnTo>
                    <a:pt x="574357" y="425043"/>
                  </a:lnTo>
                  <a:lnTo>
                    <a:pt x="574357" y="397510"/>
                  </a:lnTo>
                  <a:lnTo>
                    <a:pt x="576364" y="399097"/>
                  </a:lnTo>
                  <a:lnTo>
                    <a:pt x="582269" y="401002"/>
                  </a:lnTo>
                  <a:lnTo>
                    <a:pt x="622363" y="389470"/>
                  </a:lnTo>
                  <a:lnTo>
                    <a:pt x="634987" y="375043"/>
                  </a:lnTo>
                  <a:lnTo>
                    <a:pt x="658977" y="375043"/>
                  </a:lnTo>
                  <a:lnTo>
                    <a:pt x="658977" y="367893"/>
                  </a:lnTo>
                  <a:lnTo>
                    <a:pt x="637641" y="367893"/>
                  </a:lnTo>
                  <a:lnTo>
                    <a:pt x="638657" y="362610"/>
                  </a:lnTo>
                  <a:lnTo>
                    <a:pt x="638467" y="355371"/>
                  </a:lnTo>
                  <a:lnTo>
                    <a:pt x="635889" y="350139"/>
                  </a:lnTo>
                  <a:lnTo>
                    <a:pt x="630936" y="346900"/>
                  </a:lnTo>
                  <a:lnTo>
                    <a:pt x="626364" y="343281"/>
                  </a:lnTo>
                  <a:lnTo>
                    <a:pt x="619887" y="341566"/>
                  </a:lnTo>
                  <a:lnTo>
                    <a:pt x="611505" y="341757"/>
                  </a:lnTo>
                  <a:lnTo>
                    <a:pt x="603580" y="342722"/>
                  </a:lnTo>
                  <a:lnTo>
                    <a:pt x="595795" y="345033"/>
                  </a:lnTo>
                  <a:lnTo>
                    <a:pt x="588149" y="348716"/>
                  </a:lnTo>
                  <a:lnTo>
                    <a:pt x="580644" y="353758"/>
                  </a:lnTo>
                  <a:lnTo>
                    <a:pt x="574357" y="359219"/>
                  </a:lnTo>
                  <a:lnTo>
                    <a:pt x="574357" y="340360"/>
                  </a:lnTo>
                  <a:lnTo>
                    <a:pt x="576364" y="341947"/>
                  </a:lnTo>
                  <a:lnTo>
                    <a:pt x="582269" y="343852"/>
                  </a:lnTo>
                  <a:lnTo>
                    <a:pt x="589508" y="344043"/>
                  </a:lnTo>
                  <a:lnTo>
                    <a:pt x="597992" y="343090"/>
                  </a:lnTo>
                  <a:lnTo>
                    <a:pt x="634009" y="320040"/>
                  </a:lnTo>
                  <a:lnTo>
                    <a:pt x="634987" y="317893"/>
                  </a:lnTo>
                  <a:lnTo>
                    <a:pt x="658977" y="317893"/>
                  </a:lnTo>
                  <a:lnTo>
                    <a:pt x="658977" y="310743"/>
                  </a:lnTo>
                  <a:close/>
                </a:path>
                <a:path w="871854" h="802639">
                  <a:moveTo>
                    <a:pt x="658977" y="253593"/>
                  </a:moveTo>
                  <a:lnTo>
                    <a:pt x="547839" y="253593"/>
                  </a:lnTo>
                  <a:lnTo>
                    <a:pt x="547839" y="260743"/>
                  </a:lnTo>
                  <a:lnTo>
                    <a:pt x="658977" y="260743"/>
                  </a:lnTo>
                  <a:lnTo>
                    <a:pt x="658977" y="253593"/>
                  </a:lnTo>
                  <a:close/>
                </a:path>
                <a:path w="871854" h="802639">
                  <a:moveTo>
                    <a:pt x="658977" y="196443"/>
                  </a:moveTo>
                  <a:lnTo>
                    <a:pt x="609701" y="196443"/>
                  </a:lnTo>
                  <a:lnTo>
                    <a:pt x="614413" y="194360"/>
                  </a:lnTo>
                  <a:lnTo>
                    <a:pt x="622363" y="189445"/>
                  </a:lnTo>
                  <a:lnTo>
                    <a:pt x="629056" y="183591"/>
                  </a:lnTo>
                  <a:lnTo>
                    <a:pt x="634009" y="177165"/>
                  </a:lnTo>
                  <a:lnTo>
                    <a:pt x="637209" y="170154"/>
                  </a:lnTo>
                  <a:lnTo>
                    <a:pt x="638657" y="162585"/>
                  </a:lnTo>
                  <a:lnTo>
                    <a:pt x="638467" y="155346"/>
                  </a:lnTo>
                  <a:lnTo>
                    <a:pt x="638365" y="155143"/>
                  </a:lnTo>
                  <a:lnTo>
                    <a:pt x="638365" y="28575"/>
                  </a:lnTo>
                  <a:lnTo>
                    <a:pt x="628370" y="28575"/>
                  </a:lnTo>
                  <a:lnTo>
                    <a:pt x="628370" y="144856"/>
                  </a:lnTo>
                  <a:lnTo>
                    <a:pt x="626364" y="143256"/>
                  </a:lnTo>
                  <a:lnTo>
                    <a:pt x="619887" y="141541"/>
                  </a:lnTo>
                  <a:lnTo>
                    <a:pt x="611505" y="141732"/>
                  </a:lnTo>
                  <a:lnTo>
                    <a:pt x="603580" y="142697"/>
                  </a:lnTo>
                  <a:lnTo>
                    <a:pt x="568998" y="165798"/>
                  </a:lnTo>
                  <a:lnTo>
                    <a:pt x="564362" y="179730"/>
                  </a:lnTo>
                  <a:lnTo>
                    <a:pt x="564553" y="186207"/>
                  </a:lnTo>
                  <a:lnTo>
                    <a:pt x="567029" y="191452"/>
                  </a:lnTo>
                  <a:lnTo>
                    <a:pt x="571792" y="195453"/>
                  </a:lnTo>
                  <a:lnTo>
                    <a:pt x="573036" y="196443"/>
                  </a:lnTo>
                  <a:lnTo>
                    <a:pt x="547839" y="196443"/>
                  </a:lnTo>
                  <a:lnTo>
                    <a:pt x="547839" y="203593"/>
                  </a:lnTo>
                  <a:lnTo>
                    <a:pt x="658977" y="203593"/>
                  </a:lnTo>
                  <a:lnTo>
                    <a:pt x="658977" y="196443"/>
                  </a:lnTo>
                  <a:close/>
                </a:path>
                <a:path w="871854" h="802639">
                  <a:moveTo>
                    <a:pt x="827570" y="425043"/>
                  </a:moveTo>
                  <a:lnTo>
                    <a:pt x="716432" y="425043"/>
                  </a:lnTo>
                  <a:lnTo>
                    <a:pt x="716432" y="432193"/>
                  </a:lnTo>
                  <a:lnTo>
                    <a:pt x="827570" y="432193"/>
                  </a:lnTo>
                  <a:lnTo>
                    <a:pt x="827570" y="425043"/>
                  </a:lnTo>
                  <a:close/>
                </a:path>
                <a:path w="871854" h="802639">
                  <a:moveTo>
                    <a:pt x="827570" y="367893"/>
                  </a:moveTo>
                  <a:lnTo>
                    <a:pt x="716432" y="367893"/>
                  </a:lnTo>
                  <a:lnTo>
                    <a:pt x="716432" y="375043"/>
                  </a:lnTo>
                  <a:lnTo>
                    <a:pt x="827570" y="375043"/>
                  </a:lnTo>
                  <a:lnTo>
                    <a:pt x="827570" y="367893"/>
                  </a:lnTo>
                  <a:close/>
                </a:path>
                <a:path w="871854" h="802639">
                  <a:moveTo>
                    <a:pt x="827570" y="310743"/>
                  </a:moveTo>
                  <a:lnTo>
                    <a:pt x="716432" y="310743"/>
                  </a:lnTo>
                  <a:lnTo>
                    <a:pt x="716432" y="317893"/>
                  </a:lnTo>
                  <a:lnTo>
                    <a:pt x="827570" y="317893"/>
                  </a:lnTo>
                  <a:lnTo>
                    <a:pt x="827570" y="310743"/>
                  </a:lnTo>
                  <a:close/>
                </a:path>
                <a:path w="871854" h="802639">
                  <a:moveTo>
                    <a:pt x="827570" y="196443"/>
                  </a:moveTo>
                  <a:lnTo>
                    <a:pt x="806234" y="196443"/>
                  </a:lnTo>
                  <a:lnTo>
                    <a:pt x="807250" y="191160"/>
                  </a:lnTo>
                  <a:lnTo>
                    <a:pt x="807059" y="183921"/>
                  </a:lnTo>
                  <a:lnTo>
                    <a:pt x="806958" y="183718"/>
                  </a:lnTo>
                  <a:lnTo>
                    <a:pt x="806958" y="42862"/>
                  </a:lnTo>
                  <a:lnTo>
                    <a:pt x="796963" y="42862"/>
                  </a:lnTo>
                  <a:lnTo>
                    <a:pt x="796963" y="173431"/>
                  </a:lnTo>
                  <a:lnTo>
                    <a:pt x="794956" y="171831"/>
                  </a:lnTo>
                  <a:lnTo>
                    <a:pt x="788479" y="170116"/>
                  </a:lnTo>
                  <a:lnTo>
                    <a:pt x="749236" y="182308"/>
                  </a:lnTo>
                  <a:lnTo>
                    <a:pt x="736600" y="196443"/>
                  </a:lnTo>
                  <a:lnTo>
                    <a:pt x="716953" y="196443"/>
                  </a:lnTo>
                  <a:lnTo>
                    <a:pt x="716953" y="181444"/>
                  </a:lnTo>
                  <a:lnTo>
                    <a:pt x="716953" y="166014"/>
                  </a:lnTo>
                  <a:lnTo>
                    <a:pt x="716953" y="157734"/>
                  </a:lnTo>
                  <a:lnTo>
                    <a:pt x="709803" y="159537"/>
                  </a:lnTo>
                  <a:lnTo>
                    <a:pt x="709803" y="181444"/>
                  </a:lnTo>
                  <a:lnTo>
                    <a:pt x="709803" y="210312"/>
                  </a:lnTo>
                  <a:lnTo>
                    <a:pt x="684085" y="217170"/>
                  </a:lnTo>
                  <a:lnTo>
                    <a:pt x="684085" y="188023"/>
                  </a:lnTo>
                  <a:lnTo>
                    <a:pt x="709803" y="181444"/>
                  </a:lnTo>
                  <a:lnTo>
                    <a:pt x="709803" y="159537"/>
                  </a:lnTo>
                  <a:lnTo>
                    <a:pt x="684085" y="166014"/>
                  </a:lnTo>
                  <a:lnTo>
                    <a:pt x="684085" y="118872"/>
                  </a:lnTo>
                  <a:lnTo>
                    <a:pt x="676948" y="118872"/>
                  </a:lnTo>
                  <a:lnTo>
                    <a:pt x="676948" y="240601"/>
                  </a:lnTo>
                  <a:lnTo>
                    <a:pt x="709803" y="232308"/>
                  </a:lnTo>
                  <a:lnTo>
                    <a:pt x="709803" y="279463"/>
                  </a:lnTo>
                  <a:lnTo>
                    <a:pt x="716953" y="279463"/>
                  </a:lnTo>
                  <a:lnTo>
                    <a:pt x="716953" y="260743"/>
                  </a:lnTo>
                  <a:lnTo>
                    <a:pt x="827570" y="260743"/>
                  </a:lnTo>
                  <a:lnTo>
                    <a:pt x="827570" y="253593"/>
                  </a:lnTo>
                  <a:lnTo>
                    <a:pt x="716953" y="253593"/>
                  </a:lnTo>
                  <a:lnTo>
                    <a:pt x="716953" y="232308"/>
                  </a:lnTo>
                  <a:lnTo>
                    <a:pt x="716953" y="217170"/>
                  </a:lnTo>
                  <a:lnTo>
                    <a:pt x="716953" y="203593"/>
                  </a:lnTo>
                  <a:lnTo>
                    <a:pt x="733894" y="203593"/>
                  </a:lnTo>
                  <a:lnTo>
                    <a:pt x="732955" y="208305"/>
                  </a:lnTo>
                  <a:lnTo>
                    <a:pt x="733145" y="214782"/>
                  </a:lnTo>
                  <a:lnTo>
                    <a:pt x="735622" y="220027"/>
                  </a:lnTo>
                  <a:lnTo>
                    <a:pt x="740384" y="224028"/>
                  </a:lnTo>
                  <a:lnTo>
                    <a:pt x="744956" y="227647"/>
                  </a:lnTo>
                  <a:lnTo>
                    <a:pt x="750862" y="229552"/>
                  </a:lnTo>
                  <a:lnTo>
                    <a:pt x="758101" y="229743"/>
                  </a:lnTo>
                  <a:lnTo>
                    <a:pt x="766584" y="228790"/>
                  </a:lnTo>
                  <a:lnTo>
                    <a:pt x="802601" y="205740"/>
                  </a:lnTo>
                  <a:lnTo>
                    <a:pt x="803579" y="203593"/>
                  </a:lnTo>
                  <a:lnTo>
                    <a:pt x="827570" y="203593"/>
                  </a:lnTo>
                  <a:lnTo>
                    <a:pt x="827570" y="196443"/>
                  </a:lnTo>
                  <a:close/>
                </a:path>
                <a:path w="871854" h="802639">
                  <a:moveTo>
                    <a:pt x="871270" y="488061"/>
                  </a:moveTo>
                  <a:lnTo>
                    <a:pt x="862698" y="488061"/>
                  </a:lnTo>
                  <a:lnTo>
                    <a:pt x="862698" y="720090"/>
                  </a:lnTo>
                  <a:lnTo>
                    <a:pt x="871270" y="720090"/>
                  </a:lnTo>
                  <a:lnTo>
                    <a:pt x="871270" y="488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445903" y="3563111"/>
              <a:ext cx="102298" cy="99440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266700" y="2457268"/>
              <a:ext cx="6950075" cy="1823085"/>
            </a:xfrm>
            <a:custGeom>
              <a:avLst/>
              <a:gdLst/>
              <a:ahLst/>
              <a:cxnLst/>
              <a:rect l="l" t="t" r="r" b="b"/>
              <a:pathLst>
                <a:path w="6950075" h="1823085">
                  <a:moveTo>
                    <a:pt x="432625" y="1816798"/>
                  </a:moveTo>
                  <a:lnTo>
                    <a:pt x="0" y="1816798"/>
                  </a:lnTo>
                  <a:lnTo>
                    <a:pt x="0" y="1822513"/>
                  </a:lnTo>
                  <a:lnTo>
                    <a:pt x="432625" y="1822513"/>
                  </a:lnTo>
                  <a:lnTo>
                    <a:pt x="432625" y="1816798"/>
                  </a:lnTo>
                  <a:close/>
                </a:path>
                <a:path w="6950075" h="1823085">
                  <a:moveTo>
                    <a:pt x="432625" y="1759648"/>
                  </a:moveTo>
                  <a:lnTo>
                    <a:pt x="0" y="1759648"/>
                  </a:lnTo>
                  <a:lnTo>
                    <a:pt x="0" y="1765363"/>
                  </a:lnTo>
                  <a:lnTo>
                    <a:pt x="432625" y="1765363"/>
                  </a:lnTo>
                  <a:lnTo>
                    <a:pt x="432625" y="1759648"/>
                  </a:lnTo>
                  <a:close/>
                </a:path>
                <a:path w="6950075" h="1823085">
                  <a:moveTo>
                    <a:pt x="432625" y="1702498"/>
                  </a:moveTo>
                  <a:lnTo>
                    <a:pt x="0" y="1702498"/>
                  </a:lnTo>
                  <a:lnTo>
                    <a:pt x="0" y="1708213"/>
                  </a:lnTo>
                  <a:lnTo>
                    <a:pt x="432625" y="1708213"/>
                  </a:lnTo>
                  <a:lnTo>
                    <a:pt x="432625" y="1702498"/>
                  </a:lnTo>
                  <a:close/>
                </a:path>
                <a:path w="6950075" h="1823085">
                  <a:moveTo>
                    <a:pt x="432625" y="1645348"/>
                  </a:moveTo>
                  <a:lnTo>
                    <a:pt x="0" y="1645348"/>
                  </a:lnTo>
                  <a:lnTo>
                    <a:pt x="0" y="1651063"/>
                  </a:lnTo>
                  <a:lnTo>
                    <a:pt x="432625" y="1651063"/>
                  </a:lnTo>
                  <a:lnTo>
                    <a:pt x="432625" y="1645348"/>
                  </a:lnTo>
                  <a:close/>
                </a:path>
                <a:path w="6950075" h="1823085">
                  <a:moveTo>
                    <a:pt x="432625" y="1588198"/>
                  </a:moveTo>
                  <a:lnTo>
                    <a:pt x="0" y="1588198"/>
                  </a:lnTo>
                  <a:lnTo>
                    <a:pt x="0" y="1593913"/>
                  </a:lnTo>
                  <a:lnTo>
                    <a:pt x="432625" y="1593913"/>
                  </a:lnTo>
                  <a:lnTo>
                    <a:pt x="432625" y="1588198"/>
                  </a:lnTo>
                  <a:close/>
                </a:path>
                <a:path w="6950075" h="1823085">
                  <a:moveTo>
                    <a:pt x="6949580" y="14287"/>
                  </a:moveTo>
                  <a:lnTo>
                    <a:pt x="6780987" y="0"/>
                  </a:lnTo>
                  <a:lnTo>
                    <a:pt x="6780987" y="28676"/>
                  </a:lnTo>
                  <a:lnTo>
                    <a:pt x="6949580" y="42964"/>
                  </a:lnTo>
                  <a:lnTo>
                    <a:pt x="6949580" y="14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07975" y="4045458"/>
              <a:ext cx="158876" cy="182879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002" y="4016883"/>
              <a:ext cx="159448" cy="267461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699325" y="2914468"/>
              <a:ext cx="4701540" cy="1646555"/>
            </a:xfrm>
            <a:custGeom>
              <a:avLst/>
              <a:gdLst/>
              <a:ahLst/>
              <a:cxnLst/>
              <a:rect l="l" t="t" r="r" b="b"/>
              <a:pathLst>
                <a:path w="4701540" h="1646554">
                  <a:moveTo>
                    <a:pt x="4701133" y="1130998"/>
                  </a:moveTo>
                  <a:lnTo>
                    <a:pt x="3410496" y="1130998"/>
                  </a:lnTo>
                  <a:lnTo>
                    <a:pt x="3410496" y="1085278"/>
                  </a:lnTo>
                  <a:lnTo>
                    <a:pt x="3400501" y="1085278"/>
                  </a:lnTo>
                  <a:lnTo>
                    <a:pt x="3400501" y="1359598"/>
                  </a:lnTo>
                  <a:lnTo>
                    <a:pt x="3111296" y="1359598"/>
                  </a:lnTo>
                  <a:lnTo>
                    <a:pt x="3111296" y="1308163"/>
                  </a:lnTo>
                  <a:lnTo>
                    <a:pt x="3400501" y="1308163"/>
                  </a:lnTo>
                  <a:lnTo>
                    <a:pt x="3400501" y="1302448"/>
                  </a:lnTo>
                  <a:lnTo>
                    <a:pt x="3253219" y="1302448"/>
                  </a:lnTo>
                  <a:lnTo>
                    <a:pt x="3260826" y="1300378"/>
                  </a:lnTo>
                  <a:lnTo>
                    <a:pt x="3268954" y="1296784"/>
                  </a:lnTo>
                  <a:lnTo>
                    <a:pt x="3293186" y="1265008"/>
                  </a:lnTo>
                  <a:lnTo>
                    <a:pt x="3292995" y="1257769"/>
                  </a:lnTo>
                  <a:lnTo>
                    <a:pt x="3292906" y="1257592"/>
                  </a:lnTo>
                  <a:lnTo>
                    <a:pt x="3292906" y="1251013"/>
                  </a:lnTo>
                  <a:lnTo>
                    <a:pt x="3400501" y="1251013"/>
                  </a:lnTo>
                  <a:lnTo>
                    <a:pt x="3400501" y="1245298"/>
                  </a:lnTo>
                  <a:lnTo>
                    <a:pt x="3292906" y="1245298"/>
                  </a:lnTo>
                  <a:lnTo>
                    <a:pt x="3292906" y="1193863"/>
                  </a:lnTo>
                  <a:lnTo>
                    <a:pt x="3400501" y="1193863"/>
                  </a:lnTo>
                  <a:lnTo>
                    <a:pt x="3400501" y="1188148"/>
                  </a:lnTo>
                  <a:lnTo>
                    <a:pt x="3292906" y="1188148"/>
                  </a:lnTo>
                  <a:lnTo>
                    <a:pt x="3292906" y="1136713"/>
                  </a:lnTo>
                  <a:lnTo>
                    <a:pt x="3400501" y="1136713"/>
                  </a:lnTo>
                  <a:lnTo>
                    <a:pt x="3400501" y="1130998"/>
                  </a:lnTo>
                  <a:lnTo>
                    <a:pt x="3292906" y="1130998"/>
                  </a:lnTo>
                  <a:lnTo>
                    <a:pt x="3292906" y="1073848"/>
                  </a:lnTo>
                  <a:lnTo>
                    <a:pt x="3282899" y="1073848"/>
                  </a:lnTo>
                  <a:lnTo>
                    <a:pt x="3282899" y="1130998"/>
                  </a:lnTo>
                  <a:lnTo>
                    <a:pt x="3282899" y="1136713"/>
                  </a:lnTo>
                  <a:lnTo>
                    <a:pt x="3282899" y="1188148"/>
                  </a:lnTo>
                  <a:lnTo>
                    <a:pt x="3282899" y="1193863"/>
                  </a:lnTo>
                  <a:lnTo>
                    <a:pt x="3282899" y="1245298"/>
                  </a:lnTo>
                  <a:lnTo>
                    <a:pt x="3279457" y="1245298"/>
                  </a:lnTo>
                  <a:lnTo>
                    <a:pt x="3274428" y="1243965"/>
                  </a:lnTo>
                  <a:lnTo>
                    <a:pt x="3266046" y="1244155"/>
                  </a:lnTo>
                  <a:lnTo>
                    <a:pt x="3258108" y="1245120"/>
                  </a:lnTo>
                  <a:lnTo>
                    <a:pt x="3257499" y="1245298"/>
                  </a:lnTo>
                  <a:lnTo>
                    <a:pt x="3242881" y="1245298"/>
                  </a:lnTo>
                  <a:lnTo>
                    <a:pt x="3242881" y="1251013"/>
                  </a:lnTo>
                  <a:lnTo>
                    <a:pt x="3242678" y="1251115"/>
                  </a:lnTo>
                  <a:lnTo>
                    <a:pt x="3235185" y="1256157"/>
                  </a:lnTo>
                  <a:lnTo>
                    <a:pt x="3228479" y="1261960"/>
                  </a:lnTo>
                  <a:lnTo>
                    <a:pt x="3223539" y="1268222"/>
                  </a:lnTo>
                  <a:lnTo>
                    <a:pt x="3220339" y="1274965"/>
                  </a:lnTo>
                  <a:lnTo>
                    <a:pt x="3218891" y="1282153"/>
                  </a:lnTo>
                  <a:lnTo>
                    <a:pt x="3219081" y="1288630"/>
                  </a:lnTo>
                  <a:lnTo>
                    <a:pt x="3221558" y="1293876"/>
                  </a:lnTo>
                  <a:lnTo>
                    <a:pt x="3226320" y="1297876"/>
                  </a:lnTo>
                  <a:lnTo>
                    <a:pt x="3230892" y="1301496"/>
                  </a:lnTo>
                  <a:lnTo>
                    <a:pt x="3233839" y="1302448"/>
                  </a:lnTo>
                  <a:lnTo>
                    <a:pt x="3111296" y="1302448"/>
                  </a:lnTo>
                  <a:lnTo>
                    <a:pt x="3111296" y="1251013"/>
                  </a:lnTo>
                  <a:lnTo>
                    <a:pt x="3242881" y="1251013"/>
                  </a:lnTo>
                  <a:lnTo>
                    <a:pt x="3242881" y="1245298"/>
                  </a:lnTo>
                  <a:lnTo>
                    <a:pt x="3111296" y="1245298"/>
                  </a:lnTo>
                  <a:lnTo>
                    <a:pt x="3111296" y="1193863"/>
                  </a:lnTo>
                  <a:lnTo>
                    <a:pt x="3282899" y="1193863"/>
                  </a:lnTo>
                  <a:lnTo>
                    <a:pt x="3282899" y="1188148"/>
                  </a:lnTo>
                  <a:lnTo>
                    <a:pt x="3111296" y="1188148"/>
                  </a:lnTo>
                  <a:lnTo>
                    <a:pt x="3101302" y="1188148"/>
                  </a:lnTo>
                  <a:lnTo>
                    <a:pt x="3101302" y="1193863"/>
                  </a:lnTo>
                  <a:lnTo>
                    <a:pt x="3101302" y="1413167"/>
                  </a:lnTo>
                  <a:lnTo>
                    <a:pt x="3082645" y="1413167"/>
                  </a:lnTo>
                  <a:lnTo>
                    <a:pt x="3087357" y="1411084"/>
                  </a:lnTo>
                  <a:lnTo>
                    <a:pt x="3095294" y="1406169"/>
                  </a:lnTo>
                  <a:lnTo>
                    <a:pt x="3101302" y="1400937"/>
                  </a:lnTo>
                  <a:lnTo>
                    <a:pt x="3101302" y="1359598"/>
                  </a:lnTo>
                  <a:lnTo>
                    <a:pt x="3097847" y="1359598"/>
                  </a:lnTo>
                  <a:lnTo>
                    <a:pt x="3092818" y="1358265"/>
                  </a:lnTo>
                  <a:lnTo>
                    <a:pt x="3084436" y="1358455"/>
                  </a:lnTo>
                  <a:lnTo>
                    <a:pt x="3076511" y="1359420"/>
                  </a:lnTo>
                  <a:lnTo>
                    <a:pt x="3075902" y="1359598"/>
                  </a:lnTo>
                  <a:lnTo>
                    <a:pt x="2851556" y="1359598"/>
                  </a:lnTo>
                  <a:lnTo>
                    <a:pt x="2851556" y="1308163"/>
                  </a:lnTo>
                  <a:lnTo>
                    <a:pt x="3101302" y="1308163"/>
                  </a:lnTo>
                  <a:lnTo>
                    <a:pt x="3101302" y="1302448"/>
                  </a:lnTo>
                  <a:lnTo>
                    <a:pt x="2851556" y="1302448"/>
                  </a:lnTo>
                  <a:lnTo>
                    <a:pt x="2851556" y="1251013"/>
                  </a:lnTo>
                  <a:lnTo>
                    <a:pt x="3101302" y="1251013"/>
                  </a:lnTo>
                  <a:lnTo>
                    <a:pt x="3101302" y="1245298"/>
                  </a:lnTo>
                  <a:lnTo>
                    <a:pt x="2851556" y="1245298"/>
                  </a:lnTo>
                  <a:lnTo>
                    <a:pt x="2851556" y="1193863"/>
                  </a:lnTo>
                  <a:lnTo>
                    <a:pt x="3101302" y="1193863"/>
                  </a:lnTo>
                  <a:lnTo>
                    <a:pt x="3101302" y="1188148"/>
                  </a:lnTo>
                  <a:lnTo>
                    <a:pt x="2851556" y="1188148"/>
                  </a:lnTo>
                  <a:lnTo>
                    <a:pt x="2851556" y="1136713"/>
                  </a:lnTo>
                  <a:lnTo>
                    <a:pt x="3282899" y="1136713"/>
                  </a:lnTo>
                  <a:lnTo>
                    <a:pt x="3282899" y="1130998"/>
                  </a:lnTo>
                  <a:lnTo>
                    <a:pt x="2851556" y="1130998"/>
                  </a:lnTo>
                  <a:lnTo>
                    <a:pt x="2851556" y="0"/>
                  </a:lnTo>
                  <a:lnTo>
                    <a:pt x="2842984" y="0"/>
                  </a:lnTo>
                  <a:lnTo>
                    <a:pt x="2842984" y="1359598"/>
                  </a:lnTo>
                  <a:lnTo>
                    <a:pt x="2838856" y="1359598"/>
                  </a:lnTo>
                  <a:lnTo>
                    <a:pt x="2101507" y="1359598"/>
                  </a:lnTo>
                  <a:lnTo>
                    <a:pt x="2101507" y="1308163"/>
                  </a:lnTo>
                  <a:lnTo>
                    <a:pt x="2209609" y="1308163"/>
                  </a:lnTo>
                  <a:lnTo>
                    <a:pt x="2209101" y="1310728"/>
                  </a:lnTo>
                  <a:lnTo>
                    <a:pt x="2209292" y="1317205"/>
                  </a:lnTo>
                  <a:lnTo>
                    <a:pt x="2234247" y="1332166"/>
                  </a:lnTo>
                  <a:lnTo>
                    <a:pt x="2242731" y="1331214"/>
                  </a:lnTo>
                  <a:lnTo>
                    <a:pt x="2278761" y="1308163"/>
                  </a:lnTo>
                  <a:lnTo>
                    <a:pt x="2572816" y="1308163"/>
                  </a:lnTo>
                  <a:lnTo>
                    <a:pt x="2572308" y="1310728"/>
                  </a:lnTo>
                  <a:lnTo>
                    <a:pt x="2572499" y="1317205"/>
                  </a:lnTo>
                  <a:lnTo>
                    <a:pt x="2574975" y="1322451"/>
                  </a:lnTo>
                  <a:lnTo>
                    <a:pt x="2579738" y="1326451"/>
                  </a:lnTo>
                  <a:lnTo>
                    <a:pt x="2584310" y="1330071"/>
                  </a:lnTo>
                  <a:lnTo>
                    <a:pt x="2590215" y="1331976"/>
                  </a:lnTo>
                  <a:lnTo>
                    <a:pt x="2597454" y="1332166"/>
                  </a:lnTo>
                  <a:lnTo>
                    <a:pt x="2605938" y="1331214"/>
                  </a:lnTo>
                  <a:lnTo>
                    <a:pt x="2641955" y="1308163"/>
                  </a:lnTo>
                  <a:lnTo>
                    <a:pt x="2838856" y="1308163"/>
                  </a:lnTo>
                  <a:lnTo>
                    <a:pt x="2842984" y="1308163"/>
                  </a:lnTo>
                  <a:lnTo>
                    <a:pt x="2842984" y="1302448"/>
                  </a:lnTo>
                  <a:lnTo>
                    <a:pt x="2838856" y="1302448"/>
                  </a:lnTo>
                  <a:lnTo>
                    <a:pt x="2644559" y="1302448"/>
                  </a:lnTo>
                  <a:lnTo>
                    <a:pt x="2645156" y="1301153"/>
                  </a:lnTo>
                  <a:lnTo>
                    <a:pt x="2646603" y="1293583"/>
                  </a:lnTo>
                  <a:lnTo>
                    <a:pt x="2646413" y="1286344"/>
                  </a:lnTo>
                  <a:lnTo>
                    <a:pt x="2646324" y="1286167"/>
                  </a:lnTo>
                  <a:lnTo>
                    <a:pt x="2646324" y="1251013"/>
                  </a:lnTo>
                  <a:lnTo>
                    <a:pt x="2838856" y="1251013"/>
                  </a:lnTo>
                  <a:lnTo>
                    <a:pt x="2842984" y="1251013"/>
                  </a:lnTo>
                  <a:lnTo>
                    <a:pt x="2842984" y="1245298"/>
                  </a:lnTo>
                  <a:lnTo>
                    <a:pt x="2838856" y="1245298"/>
                  </a:lnTo>
                  <a:lnTo>
                    <a:pt x="2646324" y="1245298"/>
                  </a:lnTo>
                  <a:lnTo>
                    <a:pt x="2646324" y="1193863"/>
                  </a:lnTo>
                  <a:lnTo>
                    <a:pt x="2838856" y="1193863"/>
                  </a:lnTo>
                  <a:lnTo>
                    <a:pt x="2842984" y="1193863"/>
                  </a:lnTo>
                  <a:lnTo>
                    <a:pt x="2842984" y="1188148"/>
                  </a:lnTo>
                  <a:lnTo>
                    <a:pt x="2838856" y="1188148"/>
                  </a:lnTo>
                  <a:lnTo>
                    <a:pt x="2646324" y="1188148"/>
                  </a:lnTo>
                  <a:lnTo>
                    <a:pt x="2646324" y="1136713"/>
                  </a:lnTo>
                  <a:lnTo>
                    <a:pt x="2838856" y="1136713"/>
                  </a:lnTo>
                  <a:lnTo>
                    <a:pt x="2842984" y="1136713"/>
                  </a:lnTo>
                  <a:lnTo>
                    <a:pt x="2842984" y="1130998"/>
                  </a:lnTo>
                  <a:lnTo>
                    <a:pt x="2838856" y="1130998"/>
                  </a:lnTo>
                  <a:lnTo>
                    <a:pt x="2646324" y="1130998"/>
                  </a:lnTo>
                  <a:lnTo>
                    <a:pt x="2646324" y="1102423"/>
                  </a:lnTo>
                  <a:lnTo>
                    <a:pt x="2636316" y="1102423"/>
                  </a:lnTo>
                  <a:lnTo>
                    <a:pt x="2636316" y="1130998"/>
                  </a:lnTo>
                  <a:lnTo>
                    <a:pt x="2636316" y="1136713"/>
                  </a:lnTo>
                  <a:lnTo>
                    <a:pt x="2636316" y="1275842"/>
                  </a:lnTo>
                  <a:lnTo>
                    <a:pt x="2634323" y="1274254"/>
                  </a:lnTo>
                  <a:lnTo>
                    <a:pt x="2627846" y="1272540"/>
                  </a:lnTo>
                  <a:lnTo>
                    <a:pt x="2619464" y="1272730"/>
                  </a:lnTo>
                  <a:lnTo>
                    <a:pt x="2611526" y="1273695"/>
                  </a:lnTo>
                  <a:lnTo>
                    <a:pt x="2576957" y="1296797"/>
                  </a:lnTo>
                  <a:lnTo>
                    <a:pt x="2574264" y="1302448"/>
                  </a:lnTo>
                  <a:lnTo>
                    <a:pt x="2400706" y="1302448"/>
                  </a:lnTo>
                  <a:lnTo>
                    <a:pt x="2400706" y="1251013"/>
                  </a:lnTo>
                  <a:lnTo>
                    <a:pt x="2636316" y="1251013"/>
                  </a:lnTo>
                  <a:lnTo>
                    <a:pt x="2636316" y="1245298"/>
                  </a:lnTo>
                  <a:lnTo>
                    <a:pt x="2400706" y="1245298"/>
                  </a:lnTo>
                  <a:lnTo>
                    <a:pt x="2400706" y="1193863"/>
                  </a:lnTo>
                  <a:lnTo>
                    <a:pt x="2636316" y="1193863"/>
                  </a:lnTo>
                  <a:lnTo>
                    <a:pt x="2636316" y="1188148"/>
                  </a:lnTo>
                  <a:lnTo>
                    <a:pt x="2400706" y="1188148"/>
                  </a:lnTo>
                  <a:lnTo>
                    <a:pt x="2400706" y="1136713"/>
                  </a:lnTo>
                  <a:lnTo>
                    <a:pt x="2636316" y="1136713"/>
                  </a:lnTo>
                  <a:lnTo>
                    <a:pt x="2636316" y="1130998"/>
                  </a:lnTo>
                  <a:lnTo>
                    <a:pt x="2425039" y="1130998"/>
                  </a:lnTo>
                  <a:lnTo>
                    <a:pt x="2432647" y="1128928"/>
                  </a:lnTo>
                  <a:lnTo>
                    <a:pt x="2440762" y="1125334"/>
                  </a:lnTo>
                  <a:lnTo>
                    <a:pt x="2465006" y="1093558"/>
                  </a:lnTo>
                  <a:lnTo>
                    <a:pt x="2464816" y="1086319"/>
                  </a:lnTo>
                  <a:lnTo>
                    <a:pt x="2462238" y="1081087"/>
                  </a:lnTo>
                  <a:lnTo>
                    <a:pt x="2457285" y="1077849"/>
                  </a:lnTo>
                  <a:lnTo>
                    <a:pt x="2456738" y="1077417"/>
                  </a:lnTo>
                  <a:lnTo>
                    <a:pt x="2485326" y="1077417"/>
                  </a:lnTo>
                  <a:lnTo>
                    <a:pt x="2485326" y="1070267"/>
                  </a:lnTo>
                  <a:lnTo>
                    <a:pt x="2419159" y="1070267"/>
                  </a:lnTo>
                  <a:lnTo>
                    <a:pt x="2419159" y="1077417"/>
                  </a:lnTo>
                  <a:lnTo>
                    <a:pt x="2414498" y="1079665"/>
                  </a:lnTo>
                  <a:lnTo>
                    <a:pt x="2406993" y="1084707"/>
                  </a:lnTo>
                  <a:lnTo>
                    <a:pt x="2405659" y="1085875"/>
                  </a:lnTo>
                  <a:lnTo>
                    <a:pt x="2405659" y="1130998"/>
                  </a:lnTo>
                  <a:lnTo>
                    <a:pt x="2400706" y="1130998"/>
                  </a:lnTo>
                  <a:lnTo>
                    <a:pt x="2400706" y="1128458"/>
                  </a:lnTo>
                  <a:lnTo>
                    <a:pt x="2402713" y="1130046"/>
                  </a:lnTo>
                  <a:lnTo>
                    <a:pt x="2405659" y="1130998"/>
                  </a:lnTo>
                  <a:lnTo>
                    <a:pt x="2405659" y="1085875"/>
                  </a:lnTo>
                  <a:lnTo>
                    <a:pt x="2400706" y="1090168"/>
                  </a:lnTo>
                  <a:lnTo>
                    <a:pt x="2400706" y="1077417"/>
                  </a:lnTo>
                  <a:lnTo>
                    <a:pt x="2419159" y="1077417"/>
                  </a:lnTo>
                  <a:lnTo>
                    <a:pt x="2419159" y="1070267"/>
                  </a:lnTo>
                  <a:lnTo>
                    <a:pt x="2400706" y="1070267"/>
                  </a:lnTo>
                  <a:lnTo>
                    <a:pt x="2400706" y="1042733"/>
                  </a:lnTo>
                  <a:lnTo>
                    <a:pt x="2402713" y="1044321"/>
                  </a:lnTo>
                  <a:lnTo>
                    <a:pt x="2408618" y="1046226"/>
                  </a:lnTo>
                  <a:lnTo>
                    <a:pt x="2415857" y="1046416"/>
                  </a:lnTo>
                  <a:lnTo>
                    <a:pt x="2424341" y="1045464"/>
                  </a:lnTo>
                  <a:lnTo>
                    <a:pt x="2460358" y="1022413"/>
                  </a:lnTo>
                  <a:lnTo>
                    <a:pt x="2461336" y="1020267"/>
                  </a:lnTo>
                  <a:lnTo>
                    <a:pt x="2485326" y="1020267"/>
                  </a:lnTo>
                  <a:lnTo>
                    <a:pt x="2485326" y="1013117"/>
                  </a:lnTo>
                  <a:lnTo>
                    <a:pt x="2463990" y="1013117"/>
                  </a:lnTo>
                  <a:lnTo>
                    <a:pt x="2465006" y="1007833"/>
                  </a:lnTo>
                  <a:lnTo>
                    <a:pt x="2464816" y="1000594"/>
                  </a:lnTo>
                  <a:lnTo>
                    <a:pt x="2462238" y="995362"/>
                  </a:lnTo>
                  <a:lnTo>
                    <a:pt x="2457285" y="992124"/>
                  </a:lnTo>
                  <a:lnTo>
                    <a:pt x="2452713" y="988504"/>
                  </a:lnTo>
                  <a:lnTo>
                    <a:pt x="2446236" y="986790"/>
                  </a:lnTo>
                  <a:lnTo>
                    <a:pt x="2437854" y="986980"/>
                  </a:lnTo>
                  <a:lnTo>
                    <a:pt x="2429929" y="987945"/>
                  </a:lnTo>
                  <a:lnTo>
                    <a:pt x="2422144" y="990257"/>
                  </a:lnTo>
                  <a:lnTo>
                    <a:pt x="2414498" y="993940"/>
                  </a:lnTo>
                  <a:lnTo>
                    <a:pt x="2406993" y="998982"/>
                  </a:lnTo>
                  <a:lnTo>
                    <a:pt x="2400706" y="1004443"/>
                  </a:lnTo>
                  <a:lnTo>
                    <a:pt x="2400706" y="985583"/>
                  </a:lnTo>
                  <a:lnTo>
                    <a:pt x="2402713" y="987171"/>
                  </a:lnTo>
                  <a:lnTo>
                    <a:pt x="2408618" y="989076"/>
                  </a:lnTo>
                  <a:lnTo>
                    <a:pt x="2415857" y="989266"/>
                  </a:lnTo>
                  <a:lnTo>
                    <a:pt x="2424341" y="988314"/>
                  </a:lnTo>
                  <a:lnTo>
                    <a:pt x="2460358" y="965263"/>
                  </a:lnTo>
                  <a:lnTo>
                    <a:pt x="2461336" y="963117"/>
                  </a:lnTo>
                  <a:lnTo>
                    <a:pt x="2485326" y="963117"/>
                  </a:lnTo>
                  <a:lnTo>
                    <a:pt x="2485326" y="955967"/>
                  </a:lnTo>
                  <a:lnTo>
                    <a:pt x="2463990" y="955967"/>
                  </a:lnTo>
                  <a:lnTo>
                    <a:pt x="2465006" y="950683"/>
                  </a:lnTo>
                  <a:lnTo>
                    <a:pt x="2464816" y="943444"/>
                  </a:lnTo>
                  <a:lnTo>
                    <a:pt x="2462238" y="938212"/>
                  </a:lnTo>
                  <a:lnTo>
                    <a:pt x="2457285" y="934974"/>
                  </a:lnTo>
                  <a:lnTo>
                    <a:pt x="2452713" y="931354"/>
                  </a:lnTo>
                  <a:lnTo>
                    <a:pt x="2446236" y="929640"/>
                  </a:lnTo>
                  <a:lnTo>
                    <a:pt x="2437854" y="929830"/>
                  </a:lnTo>
                  <a:lnTo>
                    <a:pt x="2429929" y="930795"/>
                  </a:lnTo>
                  <a:lnTo>
                    <a:pt x="2395347" y="953897"/>
                  </a:lnTo>
                  <a:lnTo>
                    <a:pt x="2394356" y="955967"/>
                  </a:lnTo>
                  <a:lnTo>
                    <a:pt x="2374188" y="955967"/>
                  </a:lnTo>
                  <a:lnTo>
                    <a:pt x="2374188" y="963117"/>
                  </a:lnTo>
                  <a:lnTo>
                    <a:pt x="2391651" y="963117"/>
                  </a:lnTo>
                  <a:lnTo>
                    <a:pt x="2390711" y="967828"/>
                  </a:lnTo>
                  <a:lnTo>
                    <a:pt x="2390800" y="970978"/>
                  </a:lnTo>
                  <a:lnTo>
                    <a:pt x="2390711" y="1013117"/>
                  </a:lnTo>
                  <a:lnTo>
                    <a:pt x="2374188" y="1013117"/>
                  </a:lnTo>
                  <a:lnTo>
                    <a:pt x="2374188" y="1020267"/>
                  </a:lnTo>
                  <a:lnTo>
                    <a:pt x="2390711" y="1020267"/>
                  </a:lnTo>
                  <a:lnTo>
                    <a:pt x="2390711" y="1024978"/>
                  </a:lnTo>
                  <a:lnTo>
                    <a:pt x="2390711" y="1070267"/>
                  </a:lnTo>
                  <a:lnTo>
                    <a:pt x="2374188" y="1070267"/>
                  </a:lnTo>
                  <a:lnTo>
                    <a:pt x="2374188" y="1077417"/>
                  </a:lnTo>
                  <a:lnTo>
                    <a:pt x="2390711" y="1077417"/>
                  </a:lnTo>
                  <a:lnTo>
                    <a:pt x="2390711" y="1110703"/>
                  </a:lnTo>
                  <a:lnTo>
                    <a:pt x="2390711" y="1130998"/>
                  </a:lnTo>
                  <a:lnTo>
                    <a:pt x="2390711" y="1302448"/>
                  </a:lnTo>
                  <a:lnTo>
                    <a:pt x="2281351" y="1302448"/>
                  </a:lnTo>
                  <a:lnTo>
                    <a:pt x="2281948" y="1301153"/>
                  </a:lnTo>
                  <a:lnTo>
                    <a:pt x="2283396" y="1293583"/>
                  </a:lnTo>
                  <a:lnTo>
                    <a:pt x="2283206" y="1286344"/>
                  </a:lnTo>
                  <a:lnTo>
                    <a:pt x="2283117" y="1286167"/>
                  </a:lnTo>
                  <a:lnTo>
                    <a:pt x="2283117" y="1251013"/>
                  </a:lnTo>
                  <a:lnTo>
                    <a:pt x="2390711" y="1251013"/>
                  </a:lnTo>
                  <a:lnTo>
                    <a:pt x="2390711" y="1245298"/>
                  </a:lnTo>
                  <a:lnTo>
                    <a:pt x="2283117" y="1245298"/>
                  </a:lnTo>
                  <a:lnTo>
                    <a:pt x="2283117" y="1193863"/>
                  </a:lnTo>
                  <a:lnTo>
                    <a:pt x="2390711" y="1193863"/>
                  </a:lnTo>
                  <a:lnTo>
                    <a:pt x="2390711" y="1188148"/>
                  </a:lnTo>
                  <a:lnTo>
                    <a:pt x="2283117" y="1188148"/>
                  </a:lnTo>
                  <a:lnTo>
                    <a:pt x="2283117" y="1136713"/>
                  </a:lnTo>
                  <a:lnTo>
                    <a:pt x="2390711" y="1136713"/>
                  </a:lnTo>
                  <a:lnTo>
                    <a:pt x="2390711" y="1130998"/>
                  </a:lnTo>
                  <a:lnTo>
                    <a:pt x="2283117" y="1130998"/>
                  </a:lnTo>
                  <a:lnTo>
                    <a:pt x="2283117" y="1102423"/>
                  </a:lnTo>
                  <a:lnTo>
                    <a:pt x="2273109" y="1102423"/>
                  </a:lnTo>
                  <a:lnTo>
                    <a:pt x="2273109" y="1130998"/>
                  </a:lnTo>
                  <a:lnTo>
                    <a:pt x="2273109" y="1136713"/>
                  </a:lnTo>
                  <a:lnTo>
                    <a:pt x="2273109" y="1275842"/>
                  </a:lnTo>
                  <a:lnTo>
                    <a:pt x="2271115" y="1274254"/>
                  </a:lnTo>
                  <a:lnTo>
                    <a:pt x="2264638" y="1272540"/>
                  </a:lnTo>
                  <a:lnTo>
                    <a:pt x="2256256" y="1272730"/>
                  </a:lnTo>
                  <a:lnTo>
                    <a:pt x="2248319" y="1273695"/>
                  </a:lnTo>
                  <a:lnTo>
                    <a:pt x="2213749" y="1296797"/>
                  </a:lnTo>
                  <a:lnTo>
                    <a:pt x="2211057" y="1302448"/>
                  </a:lnTo>
                  <a:lnTo>
                    <a:pt x="2101507" y="1302448"/>
                  </a:lnTo>
                  <a:lnTo>
                    <a:pt x="2101507" y="1251013"/>
                  </a:lnTo>
                  <a:lnTo>
                    <a:pt x="2273109" y="1251013"/>
                  </a:lnTo>
                  <a:lnTo>
                    <a:pt x="2273109" y="1245298"/>
                  </a:lnTo>
                  <a:lnTo>
                    <a:pt x="2101507" y="1245298"/>
                  </a:lnTo>
                  <a:lnTo>
                    <a:pt x="2101507" y="1216723"/>
                  </a:lnTo>
                  <a:lnTo>
                    <a:pt x="2091512" y="1216723"/>
                  </a:lnTo>
                  <a:lnTo>
                    <a:pt x="2091512" y="1359598"/>
                  </a:lnTo>
                  <a:lnTo>
                    <a:pt x="1841766" y="1359598"/>
                  </a:lnTo>
                  <a:lnTo>
                    <a:pt x="1841766" y="1308163"/>
                  </a:lnTo>
                  <a:lnTo>
                    <a:pt x="2091512" y="1308163"/>
                  </a:lnTo>
                  <a:lnTo>
                    <a:pt x="2091512" y="1302448"/>
                  </a:lnTo>
                  <a:lnTo>
                    <a:pt x="1841766" y="1302448"/>
                  </a:lnTo>
                  <a:lnTo>
                    <a:pt x="1841766" y="1251013"/>
                  </a:lnTo>
                  <a:lnTo>
                    <a:pt x="2091512" y="1251013"/>
                  </a:lnTo>
                  <a:lnTo>
                    <a:pt x="2091512" y="1245298"/>
                  </a:lnTo>
                  <a:lnTo>
                    <a:pt x="1841766" y="1245298"/>
                  </a:lnTo>
                  <a:lnTo>
                    <a:pt x="1841766" y="1193863"/>
                  </a:lnTo>
                  <a:lnTo>
                    <a:pt x="2273109" y="1193863"/>
                  </a:lnTo>
                  <a:lnTo>
                    <a:pt x="2273109" y="1188148"/>
                  </a:lnTo>
                  <a:lnTo>
                    <a:pt x="1841766" y="1188148"/>
                  </a:lnTo>
                  <a:lnTo>
                    <a:pt x="1841766" y="1136713"/>
                  </a:lnTo>
                  <a:lnTo>
                    <a:pt x="2273109" y="1136713"/>
                  </a:lnTo>
                  <a:lnTo>
                    <a:pt x="2273109" y="1130998"/>
                  </a:lnTo>
                  <a:lnTo>
                    <a:pt x="1841766" y="1130998"/>
                  </a:lnTo>
                  <a:lnTo>
                    <a:pt x="1841766" y="0"/>
                  </a:lnTo>
                  <a:lnTo>
                    <a:pt x="1833194" y="0"/>
                  </a:lnTo>
                  <a:lnTo>
                    <a:pt x="1833194" y="1359598"/>
                  </a:lnTo>
                  <a:lnTo>
                    <a:pt x="1829066" y="1359598"/>
                  </a:lnTo>
                  <a:lnTo>
                    <a:pt x="1108786" y="1359598"/>
                  </a:lnTo>
                  <a:lnTo>
                    <a:pt x="1108786" y="1308163"/>
                  </a:lnTo>
                  <a:lnTo>
                    <a:pt x="1829066" y="1308163"/>
                  </a:lnTo>
                  <a:lnTo>
                    <a:pt x="1833194" y="1308163"/>
                  </a:lnTo>
                  <a:lnTo>
                    <a:pt x="1833194" y="1302448"/>
                  </a:lnTo>
                  <a:lnTo>
                    <a:pt x="1829066" y="1302448"/>
                  </a:lnTo>
                  <a:lnTo>
                    <a:pt x="1108786" y="1302448"/>
                  </a:lnTo>
                  <a:lnTo>
                    <a:pt x="1108786" y="1251013"/>
                  </a:lnTo>
                  <a:lnTo>
                    <a:pt x="1829066" y="1251013"/>
                  </a:lnTo>
                  <a:lnTo>
                    <a:pt x="1833194" y="1251013"/>
                  </a:lnTo>
                  <a:lnTo>
                    <a:pt x="1833194" y="1245298"/>
                  </a:lnTo>
                  <a:lnTo>
                    <a:pt x="1829066" y="1245298"/>
                  </a:lnTo>
                  <a:lnTo>
                    <a:pt x="1133106" y="1245298"/>
                  </a:lnTo>
                  <a:lnTo>
                    <a:pt x="1168438" y="1222438"/>
                  </a:lnTo>
                  <a:lnTo>
                    <a:pt x="1173073" y="1207858"/>
                  </a:lnTo>
                  <a:lnTo>
                    <a:pt x="1172883" y="1200619"/>
                  </a:lnTo>
                  <a:lnTo>
                    <a:pt x="1170317" y="1195387"/>
                  </a:lnTo>
                  <a:lnTo>
                    <a:pt x="1167980" y="1193863"/>
                  </a:lnTo>
                  <a:lnTo>
                    <a:pt x="1829066" y="1193863"/>
                  </a:lnTo>
                  <a:lnTo>
                    <a:pt x="1833194" y="1193863"/>
                  </a:lnTo>
                  <a:lnTo>
                    <a:pt x="1833194" y="1188148"/>
                  </a:lnTo>
                  <a:lnTo>
                    <a:pt x="1829066" y="1188148"/>
                  </a:lnTo>
                  <a:lnTo>
                    <a:pt x="1159344" y="1188148"/>
                  </a:lnTo>
                  <a:lnTo>
                    <a:pt x="1154315" y="1186815"/>
                  </a:lnTo>
                  <a:lnTo>
                    <a:pt x="1145933" y="1187005"/>
                  </a:lnTo>
                  <a:lnTo>
                    <a:pt x="1137996" y="1187970"/>
                  </a:lnTo>
                  <a:lnTo>
                    <a:pt x="1137386" y="1188148"/>
                  </a:lnTo>
                  <a:lnTo>
                    <a:pt x="1122768" y="1188148"/>
                  </a:lnTo>
                  <a:lnTo>
                    <a:pt x="1122768" y="1193863"/>
                  </a:lnTo>
                  <a:lnTo>
                    <a:pt x="1122565" y="1193965"/>
                  </a:lnTo>
                  <a:lnTo>
                    <a:pt x="1115072" y="1199007"/>
                  </a:lnTo>
                  <a:lnTo>
                    <a:pt x="1113726" y="1200175"/>
                  </a:lnTo>
                  <a:lnTo>
                    <a:pt x="1113726" y="1245298"/>
                  </a:lnTo>
                  <a:lnTo>
                    <a:pt x="1108786" y="1245298"/>
                  </a:lnTo>
                  <a:lnTo>
                    <a:pt x="1108786" y="1242771"/>
                  </a:lnTo>
                  <a:lnTo>
                    <a:pt x="1110780" y="1244346"/>
                  </a:lnTo>
                  <a:lnTo>
                    <a:pt x="1113726" y="1245298"/>
                  </a:lnTo>
                  <a:lnTo>
                    <a:pt x="1113726" y="1200175"/>
                  </a:lnTo>
                  <a:lnTo>
                    <a:pt x="1108367" y="1204810"/>
                  </a:lnTo>
                  <a:lnTo>
                    <a:pt x="1103426" y="1211072"/>
                  </a:lnTo>
                  <a:lnTo>
                    <a:pt x="1100226" y="1217815"/>
                  </a:lnTo>
                  <a:lnTo>
                    <a:pt x="1098778" y="1225003"/>
                  </a:lnTo>
                  <a:lnTo>
                    <a:pt x="1098867" y="1228153"/>
                  </a:lnTo>
                  <a:lnTo>
                    <a:pt x="1098778" y="1228153"/>
                  </a:lnTo>
                  <a:lnTo>
                    <a:pt x="1098778" y="1359598"/>
                  </a:lnTo>
                  <a:lnTo>
                    <a:pt x="390029" y="1359598"/>
                  </a:lnTo>
                  <a:lnTo>
                    <a:pt x="390029" y="1308163"/>
                  </a:lnTo>
                  <a:lnTo>
                    <a:pt x="561632" y="1308163"/>
                  </a:lnTo>
                  <a:lnTo>
                    <a:pt x="561632" y="1331023"/>
                  </a:lnTo>
                  <a:lnTo>
                    <a:pt x="571639" y="1331023"/>
                  </a:lnTo>
                  <a:lnTo>
                    <a:pt x="571639" y="1308163"/>
                  </a:lnTo>
                  <a:lnTo>
                    <a:pt x="1098778" y="1308163"/>
                  </a:lnTo>
                  <a:lnTo>
                    <a:pt x="1098778" y="1302448"/>
                  </a:lnTo>
                  <a:lnTo>
                    <a:pt x="571639" y="1302448"/>
                  </a:lnTo>
                  <a:lnTo>
                    <a:pt x="571639" y="1251013"/>
                  </a:lnTo>
                  <a:lnTo>
                    <a:pt x="1098778" y="1251013"/>
                  </a:lnTo>
                  <a:lnTo>
                    <a:pt x="1098778" y="1245298"/>
                  </a:lnTo>
                  <a:lnTo>
                    <a:pt x="571639" y="1245298"/>
                  </a:lnTo>
                  <a:lnTo>
                    <a:pt x="571639" y="1193863"/>
                  </a:lnTo>
                  <a:lnTo>
                    <a:pt x="1122768" y="1193863"/>
                  </a:lnTo>
                  <a:lnTo>
                    <a:pt x="1122768" y="1188148"/>
                  </a:lnTo>
                  <a:lnTo>
                    <a:pt x="571639" y="1188148"/>
                  </a:lnTo>
                  <a:lnTo>
                    <a:pt x="571639" y="1157046"/>
                  </a:lnTo>
                  <a:lnTo>
                    <a:pt x="573633" y="1158621"/>
                  </a:lnTo>
                  <a:lnTo>
                    <a:pt x="579539" y="1160526"/>
                  </a:lnTo>
                  <a:lnTo>
                    <a:pt x="619645" y="1148994"/>
                  </a:lnTo>
                  <a:lnTo>
                    <a:pt x="631291" y="1136713"/>
                  </a:lnTo>
                  <a:lnTo>
                    <a:pt x="1829066" y="1136713"/>
                  </a:lnTo>
                  <a:lnTo>
                    <a:pt x="1833194" y="1136713"/>
                  </a:lnTo>
                  <a:lnTo>
                    <a:pt x="1833194" y="1130998"/>
                  </a:lnTo>
                  <a:lnTo>
                    <a:pt x="1829066" y="1130998"/>
                  </a:lnTo>
                  <a:lnTo>
                    <a:pt x="633882" y="1130998"/>
                  </a:lnTo>
                  <a:lnTo>
                    <a:pt x="634479" y="1129703"/>
                  </a:lnTo>
                  <a:lnTo>
                    <a:pt x="635927" y="1122133"/>
                  </a:lnTo>
                  <a:lnTo>
                    <a:pt x="635736" y="1114894"/>
                  </a:lnTo>
                  <a:lnTo>
                    <a:pt x="633171" y="1109662"/>
                  </a:lnTo>
                  <a:lnTo>
                    <a:pt x="628218" y="1106424"/>
                  </a:lnTo>
                  <a:lnTo>
                    <a:pt x="623646" y="1102804"/>
                  </a:lnTo>
                  <a:lnTo>
                    <a:pt x="617169" y="1101090"/>
                  </a:lnTo>
                  <a:lnTo>
                    <a:pt x="608787" y="1101280"/>
                  </a:lnTo>
                  <a:lnTo>
                    <a:pt x="600849" y="1102245"/>
                  </a:lnTo>
                  <a:lnTo>
                    <a:pt x="593064" y="1104557"/>
                  </a:lnTo>
                  <a:lnTo>
                    <a:pt x="585419" y="1108240"/>
                  </a:lnTo>
                  <a:lnTo>
                    <a:pt x="577926" y="1113282"/>
                  </a:lnTo>
                  <a:lnTo>
                    <a:pt x="571639" y="1118730"/>
                  </a:lnTo>
                  <a:lnTo>
                    <a:pt x="571639" y="1099896"/>
                  </a:lnTo>
                  <a:lnTo>
                    <a:pt x="573633" y="1101471"/>
                  </a:lnTo>
                  <a:lnTo>
                    <a:pt x="579539" y="1103376"/>
                  </a:lnTo>
                  <a:lnTo>
                    <a:pt x="586778" y="1103566"/>
                  </a:lnTo>
                  <a:lnTo>
                    <a:pt x="595261" y="1102614"/>
                  </a:lnTo>
                  <a:lnTo>
                    <a:pt x="631291" y="1079563"/>
                  </a:lnTo>
                  <a:lnTo>
                    <a:pt x="632256" y="1077417"/>
                  </a:lnTo>
                  <a:lnTo>
                    <a:pt x="656259" y="1077417"/>
                  </a:lnTo>
                  <a:lnTo>
                    <a:pt x="656259" y="1070267"/>
                  </a:lnTo>
                  <a:lnTo>
                    <a:pt x="634911" y="1070267"/>
                  </a:lnTo>
                  <a:lnTo>
                    <a:pt x="635927" y="1064983"/>
                  </a:lnTo>
                  <a:lnTo>
                    <a:pt x="635736" y="1057744"/>
                  </a:lnTo>
                  <a:lnTo>
                    <a:pt x="633171" y="1052512"/>
                  </a:lnTo>
                  <a:lnTo>
                    <a:pt x="628218" y="1049274"/>
                  </a:lnTo>
                  <a:lnTo>
                    <a:pt x="623646" y="1045654"/>
                  </a:lnTo>
                  <a:lnTo>
                    <a:pt x="617169" y="1043940"/>
                  </a:lnTo>
                  <a:lnTo>
                    <a:pt x="608787" y="1044130"/>
                  </a:lnTo>
                  <a:lnTo>
                    <a:pt x="600849" y="1045095"/>
                  </a:lnTo>
                  <a:lnTo>
                    <a:pt x="593064" y="1047407"/>
                  </a:lnTo>
                  <a:lnTo>
                    <a:pt x="585419" y="1051090"/>
                  </a:lnTo>
                  <a:lnTo>
                    <a:pt x="577926" y="1056132"/>
                  </a:lnTo>
                  <a:lnTo>
                    <a:pt x="571639" y="1061580"/>
                  </a:lnTo>
                  <a:lnTo>
                    <a:pt x="571639" y="1042746"/>
                  </a:lnTo>
                  <a:lnTo>
                    <a:pt x="573633" y="1044321"/>
                  </a:lnTo>
                  <a:lnTo>
                    <a:pt x="579539" y="1046226"/>
                  </a:lnTo>
                  <a:lnTo>
                    <a:pt x="586778" y="1046416"/>
                  </a:lnTo>
                  <a:lnTo>
                    <a:pt x="595261" y="1045464"/>
                  </a:lnTo>
                  <a:lnTo>
                    <a:pt x="631291" y="1022413"/>
                  </a:lnTo>
                  <a:lnTo>
                    <a:pt x="632256" y="1020267"/>
                  </a:lnTo>
                  <a:lnTo>
                    <a:pt x="656259" y="1020267"/>
                  </a:lnTo>
                  <a:lnTo>
                    <a:pt x="656259" y="1013117"/>
                  </a:lnTo>
                  <a:lnTo>
                    <a:pt x="634911" y="1013117"/>
                  </a:lnTo>
                  <a:lnTo>
                    <a:pt x="635927" y="1007833"/>
                  </a:lnTo>
                  <a:lnTo>
                    <a:pt x="635736" y="1000594"/>
                  </a:lnTo>
                  <a:lnTo>
                    <a:pt x="633171" y="995362"/>
                  </a:lnTo>
                  <a:lnTo>
                    <a:pt x="628218" y="992124"/>
                  </a:lnTo>
                  <a:lnTo>
                    <a:pt x="623646" y="988504"/>
                  </a:lnTo>
                  <a:lnTo>
                    <a:pt x="617169" y="986790"/>
                  </a:lnTo>
                  <a:lnTo>
                    <a:pt x="608787" y="986980"/>
                  </a:lnTo>
                  <a:lnTo>
                    <a:pt x="600849" y="987945"/>
                  </a:lnTo>
                  <a:lnTo>
                    <a:pt x="593064" y="990257"/>
                  </a:lnTo>
                  <a:lnTo>
                    <a:pt x="585419" y="993940"/>
                  </a:lnTo>
                  <a:lnTo>
                    <a:pt x="577926" y="998982"/>
                  </a:lnTo>
                  <a:lnTo>
                    <a:pt x="571639" y="1004430"/>
                  </a:lnTo>
                  <a:lnTo>
                    <a:pt x="571639" y="963117"/>
                  </a:lnTo>
                  <a:lnTo>
                    <a:pt x="656259" y="963117"/>
                  </a:lnTo>
                  <a:lnTo>
                    <a:pt x="656259" y="955967"/>
                  </a:lnTo>
                  <a:lnTo>
                    <a:pt x="606983" y="955967"/>
                  </a:lnTo>
                  <a:lnTo>
                    <a:pt x="611695" y="953884"/>
                  </a:lnTo>
                  <a:lnTo>
                    <a:pt x="635927" y="922108"/>
                  </a:lnTo>
                  <a:lnTo>
                    <a:pt x="635736" y="914869"/>
                  </a:lnTo>
                  <a:lnTo>
                    <a:pt x="633171" y="909637"/>
                  </a:lnTo>
                  <a:lnTo>
                    <a:pt x="628218" y="906399"/>
                  </a:lnTo>
                  <a:lnTo>
                    <a:pt x="623646" y="902779"/>
                  </a:lnTo>
                  <a:lnTo>
                    <a:pt x="617169" y="901065"/>
                  </a:lnTo>
                  <a:lnTo>
                    <a:pt x="608787" y="901255"/>
                  </a:lnTo>
                  <a:lnTo>
                    <a:pt x="600849" y="902220"/>
                  </a:lnTo>
                  <a:lnTo>
                    <a:pt x="566280" y="925322"/>
                  </a:lnTo>
                  <a:lnTo>
                    <a:pt x="561632" y="939253"/>
                  </a:lnTo>
                  <a:lnTo>
                    <a:pt x="561721" y="942403"/>
                  </a:lnTo>
                  <a:lnTo>
                    <a:pt x="561632" y="955967"/>
                  </a:lnTo>
                  <a:lnTo>
                    <a:pt x="545122" y="955967"/>
                  </a:lnTo>
                  <a:lnTo>
                    <a:pt x="545122" y="963117"/>
                  </a:lnTo>
                  <a:lnTo>
                    <a:pt x="561632" y="963117"/>
                  </a:lnTo>
                  <a:lnTo>
                    <a:pt x="561632" y="1013117"/>
                  </a:lnTo>
                  <a:lnTo>
                    <a:pt x="545122" y="1013117"/>
                  </a:lnTo>
                  <a:lnTo>
                    <a:pt x="545122" y="1020267"/>
                  </a:lnTo>
                  <a:lnTo>
                    <a:pt x="561632" y="1020267"/>
                  </a:lnTo>
                  <a:lnTo>
                    <a:pt x="561632" y="1024978"/>
                  </a:lnTo>
                  <a:lnTo>
                    <a:pt x="561632" y="1070267"/>
                  </a:lnTo>
                  <a:lnTo>
                    <a:pt x="545122" y="1070267"/>
                  </a:lnTo>
                  <a:lnTo>
                    <a:pt x="545122" y="1077417"/>
                  </a:lnTo>
                  <a:lnTo>
                    <a:pt x="561632" y="1077417"/>
                  </a:lnTo>
                  <a:lnTo>
                    <a:pt x="561632" y="1082128"/>
                  </a:lnTo>
                  <a:lnTo>
                    <a:pt x="561632" y="1302448"/>
                  </a:lnTo>
                  <a:lnTo>
                    <a:pt x="390029" y="1302448"/>
                  </a:lnTo>
                  <a:lnTo>
                    <a:pt x="390029" y="1251013"/>
                  </a:lnTo>
                  <a:lnTo>
                    <a:pt x="561632" y="1251013"/>
                  </a:lnTo>
                  <a:lnTo>
                    <a:pt x="561632" y="1245298"/>
                  </a:lnTo>
                  <a:lnTo>
                    <a:pt x="414362" y="1245298"/>
                  </a:lnTo>
                  <a:lnTo>
                    <a:pt x="421970" y="1243228"/>
                  </a:lnTo>
                  <a:lnTo>
                    <a:pt x="430098" y="1239634"/>
                  </a:lnTo>
                  <a:lnTo>
                    <a:pt x="454329" y="1207858"/>
                  </a:lnTo>
                  <a:lnTo>
                    <a:pt x="454139" y="1200619"/>
                  </a:lnTo>
                  <a:lnTo>
                    <a:pt x="451561" y="1195387"/>
                  </a:lnTo>
                  <a:lnTo>
                    <a:pt x="449224" y="1193863"/>
                  </a:lnTo>
                  <a:lnTo>
                    <a:pt x="561632" y="1193863"/>
                  </a:lnTo>
                  <a:lnTo>
                    <a:pt x="561632" y="1188148"/>
                  </a:lnTo>
                  <a:lnTo>
                    <a:pt x="440588" y="1188148"/>
                  </a:lnTo>
                  <a:lnTo>
                    <a:pt x="435559" y="1186815"/>
                  </a:lnTo>
                  <a:lnTo>
                    <a:pt x="427177" y="1187005"/>
                  </a:lnTo>
                  <a:lnTo>
                    <a:pt x="419252" y="1187970"/>
                  </a:lnTo>
                  <a:lnTo>
                    <a:pt x="418642" y="1188148"/>
                  </a:lnTo>
                  <a:lnTo>
                    <a:pt x="404025" y="1188148"/>
                  </a:lnTo>
                  <a:lnTo>
                    <a:pt x="404025" y="1193863"/>
                  </a:lnTo>
                  <a:lnTo>
                    <a:pt x="403821" y="1193965"/>
                  </a:lnTo>
                  <a:lnTo>
                    <a:pt x="396316" y="1199007"/>
                  </a:lnTo>
                  <a:lnTo>
                    <a:pt x="394982" y="1200175"/>
                  </a:lnTo>
                  <a:lnTo>
                    <a:pt x="394982" y="1245298"/>
                  </a:lnTo>
                  <a:lnTo>
                    <a:pt x="390029" y="1245298"/>
                  </a:lnTo>
                  <a:lnTo>
                    <a:pt x="390029" y="1242758"/>
                  </a:lnTo>
                  <a:lnTo>
                    <a:pt x="392036" y="1244346"/>
                  </a:lnTo>
                  <a:lnTo>
                    <a:pt x="394982" y="1245298"/>
                  </a:lnTo>
                  <a:lnTo>
                    <a:pt x="394982" y="1200175"/>
                  </a:lnTo>
                  <a:lnTo>
                    <a:pt x="389623" y="1204810"/>
                  </a:lnTo>
                  <a:lnTo>
                    <a:pt x="384683" y="1211072"/>
                  </a:lnTo>
                  <a:lnTo>
                    <a:pt x="381482" y="1217815"/>
                  </a:lnTo>
                  <a:lnTo>
                    <a:pt x="380034" y="1225003"/>
                  </a:lnTo>
                  <a:lnTo>
                    <a:pt x="380123" y="1228153"/>
                  </a:lnTo>
                  <a:lnTo>
                    <a:pt x="380034" y="1228153"/>
                  </a:lnTo>
                  <a:lnTo>
                    <a:pt x="380034" y="1359598"/>
                  </a:lnTo>
                  <a:lnTo>
                    <a:pt x="272440" y="1359598"/>
                  </a:lnTo>
                  <a:lnTo>
                    <a:pt x="272440" y="1323695"/>
                  </a:lnTo>
                  <a:lnTo>
                    <a:pt x="272732" y="1322158"/>
                  </a:lnTo>
                  <a:lnTo>
                    <a:pt x="272542" y="1314919"/>
                  </a:lnTo>
                  <a:lnTo>
                    <a:pt x="272440" y="1314716"/>
                  </a:lnTo>
                  <a:lnTo>
                    <a:pt x="272440" y="1308163"/>
                  </a:lnTo>
                  <a:lnTo>
                    <a:pt x="380034" y="1308163"/>
                  </a:lnTo>
                  <a:lnTo>
                    <a:pt x="380034" y="1302448"/>
                  </a:lnTo>
                  <a:lnTo>
                    <a:pt x="272440" y="1302448"/>
                  </a:lnTo>
                  <a:lnTo>
                    <a:pt x="272440" y="1251013"/>
                  </a:lnTo>
                  <a:lnTo>
                    <a:pt x="380034" y="1251013"/>
                  </a:lnTo>
                  <a:lnTo>
                    <a:pt x="380034" y="1245298"/>
                  </a:lnTo>
                  <a:lnTo>
                    <a:pt x="272440" y="1245298"/>
                  </a:lnTo>
                  <a:lnTo>
                    <a:pt x="272440" y="1193863"/>
                  </a:lnTo>
                  <a:lnTo>
                    <a:pt x="404025" y="1193863"/>
                  </a:lnTo>
                  <a:lnTo>
                    <a:pt x="404025" y="1188148"/>
                  </a:lnTo>
                  <a:lnTo>
                    <a:pt x="272440" y="1188148"/>
                  </a:lnTo>
                  <a:lnTo>
                    <a:pt x="272440" y="1136713"/>
                  </a:lnTo>
                  <a:lnTo>
                    <a:pt x="561632" y="1136713"/>
                  </a:lnTo>
                  <a:lnTo>
                    <a:pt x="561632" y="1130998"/>
                  </a:lnTo>
                  <a:lnTo>
                    <a:pt x="272440" y="1130998"/>
                  </a:lnTo>
                  <a:lnTo>
                    <a:pt x="262445" y="1130998"/>
                  </a:lnTo>
                  <a:lnTo>
                    <a:pt x="0" y="1130998"/>
                  </a:lnTo>
                  <a:lnTo>
                    <a:pt x="0" y="1136713"/>
                  </a:lnTo>
                  <a:lnTo>
                    <a:pt x="262445" y="1136713"/>
                  </a:lnTo>
                  <a:lnTo>
                    <a:pt x="262445" y="1188148"/>
                  </a:lnTo>
                  <a:lnTo>
                    <a:pt x="0" y="1188148"/>
                  </a:lnTo>
                  <a:lnTo>
                    <a:pt x="0" y="1193863"/>
                  </a:lnTo>
                  <a:lnTo>
                    <a:pt x="262445" y="1193863"/>
                  </a:lnTo>
                  <a:lnTo>
                    <a:pt x="262445" y="1245298"/>
                  </a:lnTo>
                  <a:lnTo>
                    <a:pt x="0" y="1245298"/>
                  </a:lnTo>
                  <a:lnTo>
                    <a:pt x="0" y="1251013"/>
                  </a:lnTo>
                  <a:lnTo>
                    <a:pt x="262445" y="1251013"/>
                  </a:lnTo>
                  <a:lnTo>
                    <a:pt x="262445" y="1302448"/>
                  </a:lnTo>
                  <a:lnTo>
                    <a:pt x="262445" y="1343774"/>
                  </a:lnTo>
                  <a:lnTo>
                    <a:pt x="262445" y="1359598"/>
                  </a:lnTo>
                  <a:lnTo>
                    <a:pt x="232752" y="1359598"/>
                  </a:lnTo>
                  <a:lnTo>
                    <a:pt x="240360" y="1357528"/>
                  </a:lnTo>
                  <a:lnTo>
                    <a:pt x="248488" y="1353934"/>
                  </a:lnTo>
                  <a:lnTo>
                    <a:pt x="256438" y="1349019"/>
                  </a:lnTo>
                  <a:lnTo>
                    <a:pt x="262445" y="1343774"/>
                  </a:lnTo>
                  <a:lnTo>
                    <a:pt x="262445" y="1302448"/>
                  </a:lnTo>
                  <a:lnTo>
                    <a:pt x="258991" y="1302448"/>
                  </a:lnTo>
                  <a:lnTo>
                    <a:pt x="253961" y="1301115"/>
                  </a:lnTo>
                  <a:lnTo>
                    <a:pt x="245579" y="1301305"/>
                  </a:lnTo>
                  <a:lnTo>
                    <a:pt x="237655" y="1302270"/>
                  </a:lnTo>
                  <a:lnTo>
                    <a:pt x="237045" y="1302448"/>
                  </a:lnTo>
                  <a:lnTo>
                    <a:pt x="0" y="1302448"/>
                  </a:lnTo>
                  <a:lnTo>
                    <a:pt x="0" y="1308163"/>
                  </a:lnTo>
                  <a:lnTo>
                    <a:pt x="222427" y="1308163"/>
                  </a:lnTo>
                  <a:lnTo>
                    <a:pt x="222224" y="1308265"/>
                  </a:lnTo>
                  <a:lnTo>
                    <a:pt x="198437" y="1339303"/>
                  </a:lnTo>
                  <a:lnTo>
                    <a:pt x="198615" y="1345780"/>
                  </a:lnTo>
                  <a:lnTo>
                    <a:pt x="201104" y="1351026"/>
                  </a:lnTo>
                  <a:lnTo>
                    <a:pt x="205867" y="1355026"/>
                  </a:lnTo>
                  <a:lnTo>
                    <a:pt x="210439" y="1358646"/>
                  </a:lnTo>
                  <a:lnTo>
                    <a:pt x="213385" y="1359598"/>
                  </a:lnTo>
                  <a:lnTo>
                    <a:pt x="0" y="1359598"/>
                  </a:lnTo>
                  <a:lnTo>
                    <a:pt x="0" y="1365313"/>
                  </a:lnTo>
                  <a:lnTo>
                    <a:pt x="262445" y="1365313"/>
                  </a:lnTo>
                  <a:lnTo>
                    <a:pt x="262445" y="1413167"/>
                  </a:lnTo>
                  <a:lnTo>
                    <a:pt x="181914" y="1413167"/>
                  </a:lnTo>
                  <a:lnTo>
                    <a:pt x="181914" y="1420317"/>
                  </a:lnTo>
                  <a:lnTo>
                    <a:pt x="262445" y="1420317"/>
                  </a:lnTo>
                  <a:lnTo>
                    <a:pt x="262445" y="1470317"/>
                  </a:lnTo>
                  <a:lnTo>
                    <a:pt x="181914" y="1470317"/>
                  </a:lnTo>
                  <a:lnTo>
                    <a:pt x="181914" y="1477467"/>
                  </a:lnTo>
                  <a:lnTo>
                    <a:pt x="262445" y="1477467"/>
                  </a:lnTo>
                  <a:lnTo>
                    <a:pt x="262445" y="1504454"/>
                  </a:lnTo>
                  <a:lnTo>
                    <a:pt x="260438" y="1502854"/>
                  </a:lnTo>
                  <a:lnTo>
                    <a:pt x="253961" y="1501140"/>
                  </a:lnTo>
                  <a:lnTo>
                    <a:pt x="245579" y="1501330"/>
                  </a:lnTo>
                  <a:lnTo>
                    <a:pt x="208026" y="1519135"/>
                  </a:lnTo>
                  <a:lnTo>
                    <a:pt x="202082" y="1527467"/>
                  </a:lnTo>
                  <a:lnTo>
                    <a:pt x="181914" y="1527467"/>
                  </a:lnTo>
                  <a:lnTo>
                    <a:pt x="181914" y="1534617"/>
                  </a:lnTo>
                  <a:lnTo>
                    <a:pt x="199377" y="1534617"/>
                  </a:lnTo>
                  <a:lnTo>
                    <a:pt x="198437" y="1539328"/>
                  </a:lnTo>
                  <a:lnTo>
                    <a:pt x="223583" y="1560766"/>
                  </a:lnTo>
                  <a:lnTo>
                    <a:pt x="232054" y="1559814"/>
                  </a:lnTo>
                  <a:lnTo>
                    <a:pt x="268084" y="1536763"/>
                  </a:lnTo>
                  <a:lnTo>
                    <a:pt x="269062" y="1534617"/>
                  </a:lnTo>
                  <a:lnTo>
                    <a:pt x="293052" y="1534617"/>
                  </a:lnTo>
                  <a:lnTo>
                    <a:pt x="293052" y="1527467"/>
                  </a:lnTo>
                  <a:lnTo>
                    <a:pt x="271716" y="1527467"/>
                  </a:lnTo>
                  <a:lnTo>
                    <a:pt x="272732" y="1522183"/>
                  </a:lnTo>
                  <a:lnTo>
                    <a:pt x="272542" y="1514944"/>
                  </a:lnTo>
                  <a:lnTo>
                    <a:pt x="272440" y="1514741"/>
                  </a:lnTo>
                  <a:lnTo>
                    <a:pt x="272440" y="1477467"/>
                  </a:lnTo>
                  <a:lnTo>
                    <a:pt x="293052" y="1477467"/>
                  </a:lnTo>
                  <a:lnTo>
                    <a:pt x="293052" y="1470317"/>
                  </a:lnTo>
                  <a:lnTo>
                    <a:pt x="272440" y="1470317"/>
                  </a:lnTo>
                  <a:lnTo>
                    <a:pt x="272440" y="1420317"/>
                  </a:lnTo>
                  <a:lnTo>
                    <a:pt x="293052" y="1420317"/>
                  </a:lnTo>
                  <a:lnTo>
                    <a:pt x="293052" y="1413167"/>
                  </a:lnTo>
                  <a:lnTo>
                    <a:pt x="272440" y="1413167"/>
                  </a:lnTo>
                  <a:lnTo>
                    <a:pt x="272440" y="1365313"/>
                  </a:lnTo>
                  <a:lnTo>
                    <a:pt x="380034" y="1365313"/>
                  </a:lnTo>
                  <a:lnTo>
                    <a:pt x="380034" y="1416748"/>
                  </a:lnTo>
                  <a:lnTo>
                    <a:pt x="390029" y="1416748"/>
                  </a:lnTo>
                  <a:lnTo>
                    <a:pt x="390029" y="1365313"/>
                  </a:lnTo>
                  <a:lnTo>
                    <a:pt x="1098778" y="1365313"/>
                  </a:lnTo>
                  <a:lnTo>
                    <a:pt x="1098778" y="1416748"/>
                  </a:lnTo>
                  <a:lnTo>
                    <a:pt x="1108786" y="1416748"/>
                  </a:lnTo>
                  <a:lnTo>
                    <a:pt x="1108786" y="1365313"/>
                  </a:lnTo>
                  <a:lnTo>
                    <a:pt x="1829066" y="1365313"/>
                  </a:lnTo>
                  <a:lnTo>
                    <a:pt x="1833194" y="1365313"/>
                  </a:lnTo>
                  <a:lnTo>
                    <a:pt x="1841766" y="1365313"/>
                  </a:lnTo>
                  <a:lnTo>
                    <a:pt x="2091512" y="1365313"/>
                  </a:lnTo>
                  <a:lnTo>
                    <a:pt x="2091512" y="1390154"/>
                  </a:lnTo>
                  <a:lnTo>
                    <a:pt x="2089505" y="1388554"/>
                  </a:lnTo>
                  <a:lnTo>
                    <a:pt x="2083028" y="1386840"/>
                  </a:lnTo>
                  <a:lnTo>
                    <a:pt x="2074646" y="1387030"/>
                  </a:lnTo>
                  <a:lnTo>
                    <a:pt x="2037092" y="1404835"/>
                  </a:lnTo>
                  <a:lnTo>
                    <a:pt x="2031161" y="1413167"/>
                  </a:lnTo>
                  <a:lnTo>
                    <a:pt x="2010981" y="1413167"/>
                  </a:lnTo>
                  <a:lnTo>
                    <a:pt x="2010981" y="1420317"/>
                  </a:lnTo>
                  <a:lnTo>
                    <a:pt x="2028444" y="1420317"/>
                  </a:lnTo>
                  <a:lnTo>
                    <a:pt x="2027504" y="1425028"/>
                  </a:lnTo>
                  <a:lnTo>
                    <a:pt x="2052650" y="1446466"/>
                  </a:lnTo>
                  <a:lnTo>
                    <a:pt x="2061133" y="1445514"/>
                  </a:lnTo>
                  <a:lnTo>
                    <a:pt x="2069439" y="1443253"/>
                  </a:lnTo>
                  <a:lnTo>
                    <a:pt x="2077567" y="1439659"/>
                  </a:lnTo>
                  <a:lnTo>
                    <a:pt x="2085505" y="1434744"/>
                  </a:lnTo>
                  <a:lnTo>
                    <a:pt x="2091512" y="1429512"/>
                  </a:lnTo>
                  <a:lnTo>
                    <a:pt x="2091512" y="1470317"/>
                  </a:lnTo>
                  <a:lnTo>
                    <a:pt x="2010981" y="1470317"/>
                  </a:lnTo>
                  <a:lnTo>
                    <a:pt x="2010981" y="1477467"/>
                  </a:lnTo>
                  <a:lnTo>
                    <a:pt x="2091512" y="1477467"/>
                  </a:lnTo>
                  <a:lnTo>
                    <a:pt x="2091512" y="1527467"/>
                  </a:lnTo>
                  <a:lnTo>
                    <a:pt x="2010981" y="1527467"/>
                  </a:lnTo>
                  <a:lnTo>
                    <a:pt x="2010981" y="1534617"/>
                  </a:lnTo>
                  <a:lnTo>
                    <a:pt x="2091512" y="1534617"/>
                  </a:lnTo>
                  <a:lnTo>
                    <a:pt x="2091512" y="1584617"/>
                  </a:lnTo>
                  <a:lnTo>
                    <a:pt x="2010981" y="1584617"/>
                  </a:lnTo>
                  <a:lnTo>
                    <a:pt x="2010981" y="1591767"/>
                  </a:lnTo>
                  <a:lnTo>
                    <a:pt x="2055952" y="1591767"/>
                  </a:lnTo>
                  <a:lnTo>
                    <a:pt x="2051291" y="1594015"/>
                  </a:lnTo>
                  <a:lnTo>
                    <a:pt x="2027504" y="1625053"/>
                  </a:lnTo>
                  <a:lnTo>
                    <a:pt x="2027694" y="1631530"/>
                  </a:lnTo>
                  <a:lnTo>
                    <a:pt x="2052650" y="1646491"/>
                  </a:lnTo>
                  <a:lnTo>
                    <a:pt x="2061133" y="1645539"/>
                  </a:lnTo>
                  <a:lnTo>
                    <a:pt x="2097151" y="1622488"/>
                  </a:lnTo>
                  <a:lnTo>
                    <a:pt x="2101799" y="1607908"/>
                  </a:lnTo>
                  <a:lnTo>
                    <a:pt x="2101608" y="1600669"/>
                  </a:lnTo>
                  <a:lnTo>
                    <a:pt x="2101507" y="1600466"/>
                  </a:lnTo>
                  <a:lnTo>
                    <a:pt x="2101507" y="1591767"/>
                  </a:lnTo>
                  <a:lnTo>
                    <a:pt x="2122132" y="1591767"/>
                  </a:lnTo>
                  <a:lnTo>
                    <a:pt x="2122132" y="1584617"/>
                  </a:lnTo>
                  <a:lnTo>
                    <a:pt x="2101507" y="1584617"/>
                  </a:lnTo>
                  <a:lnTo>
                    <a:pt x="2101507" y="1534617"/>
                  </a:lnTo>
                  <a:lnTo>
                    <a:pt x="2122132" y="1534617"/>
                  </a:lnTo>
                  <a:lnTo>
                    <a:pt x="2122132" y="1527467"/>
                  </a:lnTo>
                  <a:lnTo>
                    <a:pt x="2101507" y="1527467"/>
                  </a:lnTo>
                  <a:lnTo>
                    <a:pt x="2101507" y="1477467"/>
                  </a:lnTo>
                  <a:lnTo>
                    <a:pt x="2122132" y="1477467"/>
                  </a:lnTo>
                  <a:lnTo>
                    <a:pt x="2122132" y="1470317"/>
                  </a:lnTo>
                  <a:lnTo>
                    <a:pt x="2101507" y="1470317"/>
                  </a:lnTo>
                  <a:lnTo>
                    <a:pt x="2101507" y="1420317"/>
                  </a:lnTo>
                  <a:lnTo>
                    <a:pt x="2122132" y="1420317"/>
                  </a:lnTo>
                  <a:lnTo>
                    <a:pt x="2122132" y="1413167"/>
                  </a:lnTo>
                  <a:lnTo>
                    <a:pt x="2101507" y="1413167"/>
                  </a:lnTo>
                  <a:lnTo>
                    <a:pt x="2101507" y="1409420"/>
                  </a:lnTo>
                  <a:lnTo>
                    <a:pt x="2101799" y="1407883"/>
                  </a:lnTo>
                  <a:lnTo>
                    <a:pt x="2101608" y="1400644"/>
                  </a:lnTo>
                  <a:lnTo>
                    <a:pt x="2101507" y="1400441"/>
                  </a:lnTo>
                  <a:lnTo>
                    <a:pt x="2101507" y="1365313"/>
                  </a:lnTo>
                  <a:lnTo>
                    <a:pt x="2838856" y="1365313"/>
                  </a:lnTo>
                  <a:lnTo>
                    <a:pt x="2842984" y="1365313"/>
                  </a:lnTo>
                  <a:lnTo>
                    <a:pt x="2851556" y="1365313"/>
                  </a:lnTo>
                  <a:lnTo>
                    <a:pt x="3061284" y="1365313"/>
                  </a:lnTo>
                  <a:lnTo>
                    <a:pt x="3061081" y="1365415"/>
                  </a:lnTo>
                  <a:lnTo>
                    <a:pt x="3037294" y="1396453"/>
                  </a:lnTo>
                  <a:lnTo>
                    <a:pt x="3037484" y="1402930"/>
                  </a:lnTo>
                  <a:lnTo>
                    <a:pt x="3039961" y="1408176"/>
                  </a:lnTo>
                  <a:lnTo>
                    <a:pt x="3044723" y="1412176"/>
                  </a:lnTo>
                  <a:lnTo>
                    <a:pt x="3045968" y="1413167"/>
                  </a:lnTo>
                  <a:lnTo>
                    <a:pt x="3020771" y="1413167"/>
                  </a:lnTo>
                  <a:lnTo>
                    <a:pt x="3020771" y="1420317"/>
                  </a:lnTo>
                  <a:lnTo>
                    <a:pt x="3101302" y="1420317"/>
                  </a:lnTo>
                  <a:lnTo>
                    <a:pt x="3101302" y="1470317"/>
                  </a:lnTo>
                  <a:lnTo>
                    <a:pt x="3020771" y="1470317"/>
                  </a:lnTo>
                  <a:lnTo>
                    <a:pt x="3020771" y="1477467"/>
                  </a:lnTo>
                  <a:lnTo>
                    <a:pt x="3101302" y="1477467"/>
                  </a:lnTo>
                  <a:lnTo>
                    <a:pt x="3101302" y="1527467"/>
                  </a:lnTo>
                  <a:lnTo>
                    <a:pt x="3020771" y="1527467"/>
                  </a:lnTo>
                  <a:lnTo>
                    <a:pt x="3020771" y="1534617"/>
                  </a:lnTo>
                  <a:lnTo>
                    <a:pt x="3101302" y="1534617"/>
                  </a:lnTo>
                  <a:lnTo>
                    <a:pt x="3101302" y="1561604"/>
                  </a:lnTo>
                  <a:lnTo>
                    <a:pt x="3099295" y="1560004"/>
                  </a:lnTo>
                  <a:lnTo>
                    <a:pt x="3092818" y="1558290"/>
                  </a:lnTo>
                  <a:lnTo>
                    <a:pt x="3084436" y="1558480"/>
                  </a:lnTo>
                  <a:lnTo>
                    <a:pt x="3046882" y="1576285"/>
                  </a:lnTo>
                  <a:lnTo>
                    <a:pt x="3040951" y="1584617"/>
                  </a:lnTo>
                  <a:lnTo>
                    <a:pt x="3020771" y="1584617"/>
                  </a:lnTo>
                  <a:lnTo>
                    <a:pt x="3020771" y="1591767"/>
                  </a:lnTo>
                  <a:lnTo>
                    <a:pt x="3038233" y="1591767"/>
                  </a:lnTo>
                  <a:lnTo>
                    <a:pt x="3037294" y="1596478"/>
                  </a:lnTo>
                  <a:lnTo>
                    <a:pt x="3062440" y="1617916"/>
                  </a:lnTo>
                  <a:lnTo>
                    <a:pt x="3070923" y="1616964"/>
                  </a:lnTo>
                  <a:lnTo>
                    <a:pt x="3106940" y="1593913"/>
                  </a:lnTo>
                  <a:lnTo>
                    <a:pt x="3107918" y="1591767"/>
                  </a:lnTo>
                  <a:lnTo>
                    <a:pt x="3131921" y="1591767"/>
                  </a:lnTo>
                  <a:lnTo>
                    <a:pt x="3131921" y="1584617"/>
                  </a:lnTo>
                  <a:lnTo>
                    <a:pt x="3110573" y="1584617"/>
                  </a:lnTo>
                  <a:lnTo>
                    <a:pt x="3111589" y="1579333"/>
                  </a:lnTo>
                  <a:lnTo>
                    <a:pt x="3111398" y="1572094"/>
                  </a:lnTo>
                  <a:lnTo>
                    <a:pt x="3111296" y="1571891"/>
                  </a:lnTo>
                  <a:lnTo>
                    <a:pt x="3111296" y="1534617"/>
                  </a:lnTo>
                  <a:lnTo>
                    <a:pt x="3131921" y="1534617"/>
                  </a:lnTo>
                  <a:lnTo>
                    <a:pt x="3131921" y="1527467"/>
                  </a:lnTo>
                  <a:lnTo>
                    <a:pt x="3111296" y="1527467"/>
                  </a:lnTo>
                  <a:lnTo>
                    <a:pt x="3111296" y="1477467"/>
                  </a:lnTo>
                  <a:lnTo>
                    <a:pt x="3131921" y="1477467"/>
                  </a:lnTo>
                  <a:lnTo>
                    <a:pt x="3131921" y="1470317"/>
                  </a:lnTo>
                  <a:lnTo>
                    <a:pt x="3111296" y="1470317"/>
                  </a:lnTo>
                  <a:lnTo>
                    <a:pt x="3111296" y="1420317"/>
                  </a:lnTo>
                  <a:lnTo>
                    <a:pt x="3131921" y="1420317"/>
                  </a:lnTo>
                  <a:lnTo>
                    <a:pt x="3131921" y="1413167"/>
                  </a:lnTo>
                  <a:lnTo>
                    <a:pt x="3111296" y="1413167"/>
                  </a:lnTo>
                  <a:lnTo>
                    <a:pt x="3111296" y="1380845"/>
                  </a:lnTo>
                  <a:lnTo>
                    <a:pt x="3111589" y="1379308"/>
                  </a:lnTo>
                  <a:lnTo>
                    <a:pt x="3111398" y="1372069"/>
                  </a:lnTo>
                  <a:lnTo>
                    <a:pt x="3111296" y="1371866"/>
                  </a:lnTo>
                  <a:lnTo>
                    <a:pt x="3111296" y="1365313"/>
                  </a:lnTo>
                  <a:lnTo>
                    <a:pt x="3400501" y="1365313"/>
                  </a:lnTo>
                  <a:lnTo>
                    <a:pt x="3400501" y="1388173"/>
                  </a:lnTo>
                  <a:lnTo>
                    <a:pt x="3410496" y="1388173"/>
                  </a:lnTo>
                  <a:lnTo>
                    <a:pt x="3410496" y="1365313"/>
                  </a:lnTo>
                  <a:lnTo>
                    <a:pt x="4701133" y="1365313"/>
                  </a:lnTo>
                  <a:lnTo>
                    <a:pt x="4701133" y="1359598"/>
                  </a:lnTo>
                  <a:lnTo>
                    <a:pt x="3410496" y="1359598"/>
                  </a:lnTo>
                  <a:lnTo>
                    <a:pt x="3410496" y="1308163"/>
                  </a:lnTo>
                  <a:lnTo>
                    <a:pt x="4701133" y="1308163"/>
                  </a:lnTo>
                  <a:lnTo>
                    <a:pt x="4701133" y="1302448"/>
                  </a:lnTo>
                  <a:lnTo>
                    <a:pt x="3410496" y="1302448"/>
                  </a:lnTo>
                  <a:lnTo>
                    <a:pt x="3410496" y="1251013"/>
                  </a:lnTo>
                  <a:lnTo>
                    <a:pt x="4701133" y="1251013"/>
                  </a:lnTo>
                  <a:lnTo>
                    <a:pt x="4701133" y="1245298"/>
                  </a:lnTo>
                  <a:lnTo>
                    <a:pt x="3410496" y="1245298"/>
                  </a:lnTo>
                  <a:lnTo>
                    <a:pt x="3410496" y="1193863"/>
                  </a:lnTo>
                  <a:lnTo>
                    <a:pt x="4701133" y="1193863"/>
                  </a:lnTo>
                  <a:lnTo>
                    <a:pt x="4701133" y="1188148"/>
                  </a:lnTo>
                  <a:lnTo>
                    <a:pt x="3410496" y="1188148"/>
                  </a:lnTo>
                  <a:lnTo>
                    <a:pt x="3410496" y="1136713"/>
                  </a:lnTo>
                  <a:lnTo>
                    <a:pt x="4701133" y="1136713"/>
                  </a:lnTo>
                  <a:lnTo>
                    <a:pt x="4701133" y="113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083311" y="3958399"/>
              <a:ext cx="111140" cy="173926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4717046" y="2914468"/>
              <a:ext cx="1565275" cy="1503045"/>
            </a:xfrm>
            <a:custGeom>
              <a:avLst/>
              <a:gdLst/>
              <a:ahLst/>
              <a:cxnLst/>
              <a:rect l="l" t="t" r="r" b="b"/>
              <a:pathLst>
                <a:path w="1565275" h="1503045">
                  <a:moveTo>
                    <a:pt x="74295" y="1265008"/>
                  </a:moveTo>
                  <a:lnTo>
                    <a:pt x="74104" y="1257769"/>
                  </a:lnTo>
                  <a:lnTo>
                    <a:pt x="74002" y="1257566"/>
                  </a:lnTo>
                  <a:lnTo>
                    <a:pt x="74002" y="1073848"/>
                  </a:lnTo>
                  <a:lnTo>
                    <a:pt x="64008" y="1073848"/>
                  </a:lnTo>
                  <a:lnTo>
                    <a:pt x="64008" y="1247279"/>
                  </a:lnTo>
                  <a:lnTo>
                    <a:pt x="62001" y="1245679"/>
                  </a:lnTo>
                  <a:lnTo>
                    <a:pt x="55524" y="1243965"/>
                  </a:lnTo>
                  <a:lnTo>
                    <a:pt x="47142" y="1244155"/>
                  </a:lnTo>
                  <a:lnTo>
                    <a:pt x="39217" y="1245120"/>
                  </a:lnTo>
                  <a:lnTo>
                    <a:pt x="4635" y="1268222"/>
                  </a:lnTo>
                  <a:lnTo>
                    <a:pt x="0" y="1282153"/>
                  </a:lnTo>
                  <a:lnTo>
                    <a:pt x="190" y="1288630"/>
                  </a:lnTo>
                  <a:lnTo>
                    <a:pt x="25146" y="1303591"/>
                  </a:lnTo>
                  <a:lnTo>
                    <a:pt x="33629" y="1302639"/>
                  </a:lnTo>
                  <a:lnTo>
                    <a:pt x="69646" y="1279588"/>
                  </a:lnTo>
                  <a:lnTo>
                    <a:pt x="72847" y="1272578"/>
                  </a:lnTo>
                  <a:lnTo>
                    <a:pt x="74295" y="1265008"/>
                  </a:lnTo>
                  <a:close/>
                </a:path>
                <a:path w="1565275" h="1503045">
                  <a:moveTo>
                    <a:pt x="1053744" y="976972"/>
                  </a:moveTo>
                  <a:lnTo>
                    <a:pt x="1052982" y="970495"/>
                  </a:lnTo>
                  <a:lnTo>
                    <a:pt x="1049362" y="966978"/>
                  </a:lnTo>
                  <a:lnTo>
                    <a:pt x="1042885" y="966406"/>
                  </a:lnTo>
                  <a:lnTo>
                    <a:pt x="1036218" y="966978"/>
                  </a:lnTo>
                  <a:lnTo>
                    <a:pt x="1032598" y="970495"/>
                  </a:lnTo>
                  <a:lnTo>
                    <a:pt x="1032027" y="976972"/>
                  </a:lnTo>
                  <a:lnTo>
                    <a:pt x="1032598" y="983449"/>
                  </a:lnTo>
                  <a:lnTo>
                    <a:pt x="1036218" y="987171"/>
                  </a:lnTo>
                  <a:lnTo>
                    <a:pt x="1042885" y="988123"/>
                  </a:lnTo>
                  <a:lnTo>
                    <a:pt x="1049362" y="987171"/>
                  </a:lnTo>
                  <a:lnTo>
                    <a:pt x="1052982" y="983449"/>
                  </a:lnTo>
                  <a:lnTo>
                    <a:pt x="1053744" y="976972"/>
                  </a:lnTo>
                  <a:close/>
                </a:path>
                <a:path w="1565275" h="1503045">
                  <a:moveTo>
                    <a:pt x="1565275" y="1130998"/>
                  </a:moveTo>
                  <a:lnTo>
                    <a:pt x="1196771" y="1130998"/>
                  </a:lnTo>
                  <a:lnTo>
                    <a:pt x="1196771" y="1113853"/>
                  </a:lnTo>
                  <a:lnTo>
                    <a:pt x="1186764" y="1113853"/>
                  </a:lnTo>
                  <a:lnTo>
                    <a:pt x="1186764" y="1359598"/>
                  </a:lnTo>
                  <a:lnTo>
                    <a:pt x="1015161" y="1359598"/>
                  </a:lnTo>
                  <a:lnTo>
                    <a:pt x="1015161" y="1308163"/>
                  </a:lnTo>
                  <a:lnTo>
                    <a:pt x="1186764" y="1308163"/>
                  </a:lnTo>
                  <a:lnTo>
                    <a:pt x="1186764" y="1302448"/>
                  </a:lnTo>
                  <a:lnTo>
                    <a:pt x="1015161" y="1302448"/>
                  </a:lnTo>
                  <a:lnTo>
                    <a:pt x="1015161" y="1251013"/>
                  </a:lnTo>
                  <a:lnTo>
                    <a:pt x="1186764" y="1251013"/>
                  </a:lnTo>
                  <a:lnTo>
                    <a:pt x="1186764" y="1245298"/>
                  </a:lnTo>
                  <a:lnTo>
                    <a:pt x="1015161" y="1245298"/>
                  </a:lnTo>
                  <a:lnTo>
                    <a:pt x="1015161" y="1193863"/>
                  </a:lnTo>
                  <a:lnTo>
                    <a:pt x="1186764" y="1193863"/>
                  </a:lnTo>
                  <a:lnTo>
                    <a:pt x="1186764" y="1188148"/>
                  </a:lnTo>
                  <a:lnTo>
                    <a:pt x="1039495" y="1188148"/>
                  </a:lnTo>
                  <a:lnTo>
                    <a:pt x="1047102" y="1186078"/>
                  </a:lnTo>
                  <a:lnTo>
                    <a:pt x="1055230" y="1182484"/>
                  </a:lnTo>
                  <a:lnTo>
                    <a:pt x="1079461" y="1150708"/>
                  </a:lnTo>
                  <a:lnTo>
                    <a:pt x="1079271" y="1143469"/>
                  </a:lnTo>
                  <a:lnTo>
                    <a:pt x="1076693" y="1138237"/>
                  </a:lnTo>
                  <a:lnTo>
                    <a:pt x="1074356" y="1136713"/>
                  </a:lnTo>
                  <a:lnTo>
                    <a:pt x="1186764" y="1136713"/>
                  </a:lnTo>
                  <a:lnTo>
                    <a:pt x="1186764" y="1130998"/>
                  </a:lnTo>
                  <a:lnTo>
                    <a:pt x="1065720" y="1130998"/>
                  </a:lnTo>
                  <a:lnTo>
                    <a:pt x="1060691" y="1129665"/>
                  </a:lnTo>
                  <a:lnTo>
                    <a:pt x="1052309" y="1129855"/>
                  </a:lnTo>
                  <a:lnTo>
                    <a:pt x="1044384" y="1130820"/>
                  </a:lnTo>
                  <a:lnTo>
                    <a:pt x="1043774" y="1130998"/>
                  </a:lnTo>
                  <a:lnTo>
                    <a:pt x="1039495" y="1130998"/>
                  </a:lnTo>
                  <a:lnTo>
                    <a:pt x="1074813" y="1108138"/>
                  </a:lnTo>
                  <a:lnTo>
                    <a:pt x="1079461" y="1093558"/>
                  </a:lnTo>
                  <a:lnTo>
                    <a:pt x="1079271" y="1086319"/>
                  </a:lnTo>
                  <a:lnTo>
                    <a:pt x="1076693" y="1081087"/>
                  </a:lnTo>
                  <a:lnTo>
                    <a:pt x="1071740" y="1077849"/>
                  </a:lnTo>
                  <a:lnTo>
                    <a:pt x="1071194" y="1077417"/>
                  </a:lnTo>
                  <a:lnTo>
                    <a:pt x="1099781" y="1077417"/>
                  </a:lnTo>
                  <a:lnTo>
                    <a:pt x="1099781" y="1070267"/>
                  </a:lnTo>
                  <a:lnTo>
                    <a:pt x="1050518" y="1070267"/>
                  </a:lnTo>
                  <a:lnTo>
                    <a:pt x="1055230" y="1068184"/>
                  </a:lnTo>
                  <a:lnTo>
                    <a:pt x="1079461" y="1036408"/>
                  </a:lnTo>
                  <a:lnTo>
                    <a:pt x="1079271" y="1029169"/>
                  </a:lnTo>
                  <a:lnTo>
                    <a:pt x="1076693" y="1023937"/>
                  </a:lnTo>
                  <a:lnTo>
                    <a:pt x="1071740" y="1020699"/>
                  </a:lnTo>
                  <a:lnTo>
                    <a:pt x="1067168" y="1017079"/>
                  </a:lnTo>
                  <a:lnTo>
                    <a:pt x="1060691" y="1015365"/>
                  </a:lnTo>
                  <a:lnTo>
                    <a:pt x="1052309" y="1015555"/>
                  </a:lnTo>
                  <a:lnTo>
                    <a:pt x="1044384" y="1016520"/>
                  </a:lnTo>
                  <a:lnTo>
                    <a:pt x="1036599" y="1018832"/>
                  </a:lnTo>
                  <a:lnTo>
                    <a:pt x="1033614" y="1020279"/>
                  </a:lnTo>
                  <a:lnTo>
                    <a:pt x="1033614" y="1077417"/>
                  </a:lnTo>
                  <a:lnTo>
                    <a:pt x="1029157" y="1079576"/>
                  </a:lnTo>
                  <a:lnTo>
                    <a:pt x="1029157" y="1136713"/>
                  </a:lnTo>
                  <a:lnTo>
                    <a:pt x="1028954" y="1136815"/>
                  </a:lnTo>
                  <a:lnTo>
                    <a:pt x="1021448" y="1141857"/>
                  </a:lnTo>
                  <a:lnTo>
                    <a:pt x="1020114" y="1143025"/>
                  </a:lnTo>
                  <a:lnTo>
                    <a:pt x="1020114" y="1188148"/>
                  </a:lnTo>
                  <a:lnTo>
                    <a:pt x="1015161" y="1188148"/>
                  </a:lnTo>
                  <a:lnTo>
                    <a:pt x="1015161" y="1185608"/>
                  </a:lnTo>
                  <a:lnTo>
                    <a:pt x="1017168" y="1187196"/>
                  </a:lnTo>
                  <a:lnTo>
                    <a:pt x="1020114" y="1188148"/>
                  </a:lnTo>
                  <a:lnTo>
                    <a:pt x="1020114" y="1143025"/>
                  </a:lnTo>
                  <a:lnTo>
                    <a:pt x="1015161" y="1147318"/>
                  </a:lnTo>
                  <a:lnTo>
                    <a:pt x="1015161" y="1136713"/>
                  </a:lnTo>
                  <a:lnTo>
                    <a:pt x="1029157" y="1136713"/>
                  </a:lnTo>
                  <a:lnTo>
                    <a:pt x="1029157" y="1079576"/>
                  </a:lnTo>
                  <a:lnTo>
                    <a:pt x="1028954" y="1079665"/>
                  </a:lnTo>
                  <a:lnTo>
                    <a:pt x="1021448" y="1084707"/>
                  </a:lnTo>
                  <a:lnTo>
                    <a:pt x="1020114" y="1085875"/>
                  </a:lnTo>
                  <a:lnTo>
                    <a:pt x="1020114" y="1130998"/>
                  </a:lnTo>
                  <a:lnTo>
                    <a:pt x="1015161" y="1130998"/>
                  </a:lnTo>
                  <a:lnTo>
                    <a:pt x="1015161" y="1128458"/>
                  </a:lnTo>
                  <a:lnTo>
                    <a:pt x="1017168" y="1130046"/>
                  </a:lnTo>
                  <a:lnTo>
                    <a:pt x="1020114" y="1130998"/>
                  </a:lnTo>
                  <a:lnTo>
                    <a:pt x="1020114" y="1085875"/>
                  </a:lnTo>
                  <a:lnTo>
                    <a:pt x="1015161" y="1090168"/>
                  </a:lnTo>
                  <a:lnTo>
                    <a:pt x="1015161" y="1077417"/>
                  </a:lnTo>
                  <a:lnTo>
                    <a:pt x="1033614" y="1077417"/>
                  </a:lnTo>
                  <a:lnTo>
                    <a:pt x="1033614" y="1020279"/>
                  </a:lnTo>
                  <a:lnTo>
                    <a:pt x="1005166" y="1053553"/>
                  </a:lnTo>
                  <a:lnTo>
                    <a:pt x="1005255" y="1056703"/>
                  </a:lnTo>
                  <a:lnTo>
                    <a:pt x="1005166" y="1056703"/>
                  </a:lnTo>
                  <a:lnTo>
                    <a:pt x="1005166" y="1359598"/>
                  </a:lnTo>
                  <a:lnTo>
                    <a:pt x="895807" y="1359598"/>
                  </a:lnTo>
                  <a:lnTo>
                    <a:pt x="896404" y="1358303"/>
                  </a:lnTo>
                  <a:lnTo>
                    <a:pt x="897851" y="1350733"/>
                  </a:lnTo>
                  <a:lnTo>
                    <a:pt x="897661" y="1343494"/>
                  </a:lnTo>
                  <a:lnTo>
                    <a:pt x="897572" y="1343317"/>
                  </a:lnTo>
                  <a:lnTo>
                    <a:pt x="897572" y="1308163"/>
                  </a:lnTo>
                  <a:lnTo>
                    <a:pt x="1005166" y="1308163"/>
                  </a:lnTo>
                  <a:lnTo>
                    <a:pt x="1005166" y="1302448"/>
                  </a:lnTo>
                  <a:lnTo>
                    <a:pt x="897572" y="1302448"/>
                  </a:lnTo>
                  <a:lnTo>
                    <a:pt x="897572" y="1251013"/>
                  </a:lnTo>
                  <a:lnTo>
                    <a:pt x="1005166" y="1251013"/>
                  </a:lnTo>
                  <a:lnTo>
                    <a:pt x="1005166" y="1245298"/>
                  </a:lnTo>
                  <a:lnTo>
                    <a:pt x="897572" y="1245298"/>
                  </a:lnTo>
                  <a:lnTo>
                    <a:pt x="897572" y="1193863"/>
                  </a:lnTo>
                  <a:lnTo>
                    <a:pt x="1005166" y="1193863"/>
                  </a:lnTo>
                  <a:lnTo>
                    <a:pt x="1005166" y="1188148"/>
                  </a:lnTo>
                  <a:lnTo>
                    <a:pt x="897572" y="1188148"/>
                  </a:lnTo>
                  <a:lnTo>
                    <a:pt x="897572" y="1152182"/>
                  </a:lnTo>
                  <a:lnTo>
                    <a:pt x="897851" y="1150708"/>
                  </a:lnTo>
                  <a:lnTo>
                    <a:pt x="897661" y="1143469"/>
                  </a:lnTo>
                  <a:lnTo>
                    <a:pt x="897572" y="1143292"/>
                  </a:lnTo>
                  <a:lnTo>
                    <a:pt x="897572" y="1136713"/>
                  </a:lnTo>
                  <a:lnTo>
                    <a:pt x="949159" y="1136713"/>
                  </a:lnTo>
                  <a:lnTo>
                    <a:pt x="949159" y="1143000"/>
                  </a:lnTo>
                  <a:lnTo>
                    <a:pt x="974064" y="1136713"/>
                  </a:lnTo>
                  <a:lnTo>
                    <a:pt x="982014" y="1136713"/>
                  </a:lnTo>
                  <a:lnTo>
                    <a:pt x="982014" y="1181862"/>
                  </a:lnTo>
                  <a:lnTo>
                    <a:pt x="989164" y="1181862"/>
                  </a:lnTo>
                  <a:lnTo>
                    <a:pt x="989164" y="1136713"/>
                  </a:lnTo>
                  <a:lnTo>
                    <a:pt x="1005166" y="1136713"/>
                  </a:lnTo>
                  <a:lnTo>
                    <a:pt x="1005166" y="1130998"/>
                  </a:lnTo>
                  <a:lnTo>
                    <a:pt x="989164" y="1130998"/>
                  </a:lnTo>
                  <a:lnTo>
                    <a:pt x="989164" y="1119568"/>
                  </a:lnTo>
                  <a:lnTo>
                    <a:pt x="989164" y="1083843"/>
                  </a:lnTo>
                  <a:lnTo>
                    <a:pt x="989164" y="1077417"/>
                  </a:lnTo>
                  <a:lnTo>
                    <a:pt x="1005166" y="1077417"/>
                  </a:lnTo>
                  <a:lnTo>
                    <a:pt x="1005166" y="1070267"/>
                  </a:lnTo>
                  <a:lnTo>
                    <a:pt x="989164" y="1070267"/>
                  </a:lnTo>
                  <a:lnTo>
                    <a:pt x="989164" y="1068412"/>
                  </a:lnTo>
                  <a:lnTo>
                    <a:pt x="989164" y="1060132"/>
                  </a:lnTo>
                  <a:lnTo>
                    <a:pt x="982014" y="1061935"/>
                  </a:lnTo>
                  <a:lnTo>
                    <a:pt x="982014" y="1083843"/>
                  </a:lnTo>
                  <a:lnTo>
                    <a:pt x="982014" y="1112710"/>
                  </a:lnTo>
                  <a:lnTo>
                    <a:pt x="956297" y="1119568"/>
                  </a:lnTo>
                  <a:lnTo>
                    <a:pt x="956297" y="1090422"/>
                  </a:lnTo>
                  <a:lnTo>
                    <a:pt x="982014" y="1083843"/>
                  </a:lnTo>
                  <a:lnTo>
                    <a:pt x="982014" y="1061935"/>
                  </a:lnTo>
                  <a:lnTo>
                    <a:pt x="956297" y="1068412"/>
                  </a:lnTo>
                  <a:lnTo>
                    <a:pt x="956297" y="1021270"/>
                  </a:lnTo>
                  <a:lnTo>
                    <a:pt x="949159" y="1021270"/>
                  </a:lnTo>
                  <a:lnTo>
                    <a:pt x="949159" y="1130998"/>
                  </a:lnTo>
                  <a:lnTo>
                    <a:pt x="897572" y="1130998"/>
                  </a:lnTo>
                  <a:lnTo>
                    <a:pt x="897572" y="959548"/>
                  </a:lnTo>
                  <a:lnTo>
                    <a:pt x="887564" y="959548"/>
                  </a:lnTo>
                  <a:lnTo>
                    <a:pt x="887564" y="1332992"/>
                  </a:lnTo>
                  <a:lnTo>
                    <a:pt x="885571" y="1331404"/>
                  </a:lnTo>
                  <a:lnTo>
                    <a:pt x="879094" y="1329690"/>
                  </a:lnTo>
                  <a:lnTo>
                    <a:pt x="870712" y="1329880"/>
                  </a:lnTo>
                  <a:lnTo>
                    <a:pt x="862787" y="1330845"/>
                  </a:lnTo>
                  <a:lnTo>
                    <a:pt x="828205" y="1353947"/>
                  </a:lnTo>
                  <a:lnTo>
                    <a:pt x="825512" y="1359598"/>
                  </a:lnTo>
                  <a:lnTo>
                    <a:pt x="696112" y="1359598"/>
                  </a:lnTo>
                  <a:lnTo>
                    <a:pt x="696112" y="1308163"/>
                  </a:lnTo>
                  <a:lnTo>
                    <a:pt x="887564" y="1308163"/>
                  </a:lnTo>
                  <a:lnTo>
                    <a:pt x="887564" y="1302448"/>
                  </a:lnTo>
                  <a:lnTo>
                    <a:pt x="696112" y="1302448"/>
                  </a:lnTo>
                  <a:lnTo>
                    <a:pt x="696112" y="1251013"/>
                  </a:lnTo>
                  <a:lnTo>
                    <a:pt x="887564" y="1251013"/>
                  </a:lnTo>
                  <a:lnTo>
                    <a:pt x="887564" y="1245298"/>
                  </a:lnTo>
                  <a:lnTo>
                    <a:pt x="696112" y="1245298"/>
                  </a:lnTo>
                  <a:lnTo>
                    <a:pt x="696112" y="1193863"/>
                  </a:lnTo>
                  <a:lnTo>
                    <a:pt x="887564" y="1193863"/>
                  </a:lnTo>
                  <a:lnTo>
                    <a:pt x="887564" y="1188148"/>
                  </a:lnTo>
                  <a:lnTo>
                    <a:pt x="857885" y="1188148"/>
                  </a:lnTo>
                  <a:lnTo>
                    <a:pt x="865492" y="1186078"/>
                  </a:lnTo>
                  <a:lnTo>
                    <a:pt x="873620" y="1182484"/>
                  </a:lnTo>
                  <a:lnTo>
                    <a:pt x="881570" y="1177569"/>
                  </a:lnTo>
                  <a:lnTo>
                    <a:pt x="887564" y="1172337"/>
                  </a:lnTo>
                  <a:lnTo>
                    <a:pt x="887564" y="1130998"/>
                  </a:lnTo>
                  <a:lnTo>
                    <a:pt x="884123" y="1130998"/>
                  </a:lnTo>
                  <a:lnTo>
                    <a:pt x="879094" y="1129665"/>
                  </a:lnTo>
                  <a:lnTo>
                    <a:pt x="870712" y="1129855"/>
                  </a:lnTo>
                  <a:lnTo>
                    <a:pt x="862787" y="1130820"/>
                  </a:lnTo>
                  <a:lnTo>
                    <a:pt x="862177" y="1130998"/>
                  </a:lnTo>
                  <a:lnTo>
                    <a:pt x="847559" y="1130998"/>
                  </a:lnTo>
                  <a:lnTo>
                    <a:pt x="847559" y="1136713"/>
                  </a:lnTo>
                  <a:lnTo>
                    <a:pt x="847356" y="1136815"/>
                  </a:lnTo>
                  <a:lnTo>
                    <a:pt x="839851" y="1141857"/>
                  </a:lnTo>
                  <a:lnTo>
                    <a:pt x="833158" y="1147660"/>
                  </a:lnTo>
                  <a:lnTo>
                    <a:pt x="828205" y="1153922"/>
                  </a:lnTo>
                  <a:lnTo>
                    <a:pt x="825004" y="1160665"/>
                  </a:lnTo>
                  <a:lnTo>
                    <a:pt x="823556" y="1167853"/>
                  </a:lnTo>
                  <a:lnTo>
                    <a:pt x="823747" y="1174330"/>
                  </a:lnTo>
                  <a:lnTo>
                    <a:pt x="826223" y="1179576"/>
                  </a:lnTo>
                  <a:lnTo>
                    <a:pt x="830986" y="1183576"/>
                  </a:lnTo>
                  <a:lnTo>
                    <a:pt x="835558" y="1187196"/>
                  </a:lnTo>
                  <a:lnTo>
                    <a:pt x="838504" y="1188148"/>
                  </a:lnTo>
                  <a:lnTo>
                    <a:pt x="696112" y="1188148"/>
                  </a:lnTo>
                  <a:lnTo>
                    <a:pt x="696112" y="1136713"/>
                  </a:lnTo>
                  <a:lnTo>
                    <a:pt x="847559" y="1136713"/>
                  </a:lnTo>
                  <a:lnTo>
                    <a:pt x="847559" y="1130998"/>
                  </a:lnTo>
                  <a:lnTo>
                    <a:pt x="696112" y="1130998"/>
                  </a:lnTo>
                  <a:lnTo>
                    <a:pt x="696112" y="0"/>
                  </a:lnTo>
                  <a:lnTo>
                    <a:pt x="687539" y="0"/>
                  </a:lnTo>
                  <a:lnTo>
                    <a:pt x="687539" y="1130998"/>
                  </a:lnTo>
                  <a:lnTo>
                    <a:pt x="683412" y="1130998"/>
                  </a:lnTo>
                  <a:lnTo>
                    <a:pt x="683412" y="1136713"/>
                  </a:lnTo>
                  <a:lnTo>
                    <a:pt x="687539" y="1136713"/>
                  </a:lnTo>
                  <a:lnTo>
                    <a:pt x="687539" y="1188148"/>
                  </a:lnTo>
                  <a:lnTo>
                    <a:pt x="683412" y="1188148"/>
                  </a:lnTo>
                  <a:lnTo>
                    <a:pt x="683412" y="1193863"/>
                  </a:lnTo>
                  <a:lnTo>
                    <a:pt x="687539" y="1193863"/>
                  </a:lnTo>
                  <a:lnTo>
                    <a:pt x="687539" y="1245298"/>
                  </a:lnTo>
                  <a:lnTo>
                    <a:pt x="683412" y="1245298"/>
                  </a:lnTo>
                  <a:lnTo>
                    <a:pt x="683412" y="1251013"/>
                  </a:lnTo>
                  <a:lnTo>
                    <a:pt x="687539" y="1251013"/>
                  </a:lnTo>
                  <a:lnTo>
                    <a:pt x="687539" y="1302448"/>
                  </a:lnTo>
                  <a:lnTo>
                    <a:pt x="683412" y="1302448"/>
                  </a:lnTo>
                  <a:lnTo>
                    <a:pt x="683412" y="1308163"/>
                  </a:lnTo>
                  <a:lnTo>
                    <a:pt x="687539" y="1308163"/>
                  </a:lnTo>
                  <a:lnTo>
                    <a:pt x="687539" y="1359598"/>
                  </a:lnTo>
                  <a:lnTo>
                    <a:pt x="683412" y="1359598"/>
                  </a:lnTo>
                  <a:lnTo>
                    <a:pt x="683412" y="1365313"/>
                  </a:lnTo>
                  <a:lnTo>
                    <a:pt x="687539" y="1365313"/>
                  </a:lnTo>
                  <a:lnTo>
                    <a:pt x="696112" y="1365313"/>
                  </a:lnTo>
                  <a:lnTo>
                    <a:pt x="824064" y="1365313"/>
                  </a:lnTo>
                  <a:lnTo>
                    <a:pt x="823556" y="1367878"/>
                  </a:lnTo>
                  <a:lnTo>
                    <a:pt x="848702" y="1389316"/>
                  </a:lnTo>
                  <a:lnTo>
                    <a:pt x="857186" y="1388364"/>
                  </a:lnTo>
                  <a:lnTo>
                    <a:pt x="893216" y="1365313"/>
                  </a:lnTo>
                  <a:lnTo>
                    <a:pt x="1186764" y="1365313"/>
                  </a:lnTo>
                  <a:lnTo>
                    <a:pt x="1186764" y="1502473"/>
                  </a:lnTo>
                  <a:lnTo>
                    <a:pt x="1196771" y="1502473"/>
                  </a:lnTo>
                  <a:lnTo>
                    <a:pt x="1196771" y="1365313"/>
                  </a:lnTo>
                  <a:lnTo>
                    <a:pt x="1565275" y="1365313"/>
                  </a:lnTo>
                  <a:lnTo>
                    <a:pt x="1565275" y="1359598"/>
                  </a:lnTo>
                  <a:lnTo>
                    <a:pt x="1196771" y="1359598"/>
                  </a:lnTo>
                  <a:lnTo>
                    <a:pt x="1196771" y="1308163"/>
                  </a:lnTo>
                  <a:lnTo>
                    <a:pt x="1565275" y="1308163"/>
                  </a:lnTo>
                  <a:lnTo>
                    <a:pt x="1565275" y="1302448"/>
                  </a:lnTo>
                  <a:lnTo>
                    <a:pt x="1196771" y="1302448"/>
                  </a:lnTo>
                  <a:lnTo>
                    <a:pt x="1196771" y="1251013"/>
                  </a:lnTo>
                  <a:lnTo>
                    <a:pt x="1565275" y="1251013"/>
                  </a:lnTo>
                  <a:lnTo>
                    <a:pt x="1565275" y="1245298"/>
                  </a:lnTo>
                  <a:lnTo>
                    <a:pt x="1196771" y="1245298"/>
                  </a:lnTo>
                  <a:lnTo>
                    <a:pt x="1196771" y="1193863"/>
                  </a:lnTo>
                  <a:lnTo>
                    <a:pt x="1565275" y="1193863"/>
                  </a:lnTo>
                  <a:lnTo>
                    <a:pt x="1565275" y="1188148"/>
                  </a:lnTo>
                  <a:lnTo>
                    <a:pt x="1196771" y="1188148"/>
                  </a:lnTo>
                  <a:lnTo>
                    <a:pt x="1196771" y="1136713"/>
                  </a:lnTo>
                  <a:lnTo>
                    <a:pt x="1565275" y="1136713"/>
                  </a:lnTo>
                  <a:lnTo>
                    <a:pt x="1565275" y="113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47812" y="3935730"/>
              <a:ext cx="130301" cy="160591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47812" y="4135754"/>
              <a:ext cx="130301" cy="160591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068898" y="2914468"/>
              <a:ext cx="1212215" cy="1365885"/>
            </a:xfrm>
            <a:custGeom>
              <a:avLst/>
              <a:gdLst/>
              <a:ahLst/>
              <a:cxnLst/>
              <a:rect l="l" t="t" r="r" b="b"/>
              <a:pathLst>
                <a:path w="1212215" h="1365885">
                  <a:moveTo>
                    <a:pt x="65100" y="891247"/>
                  </a:moveTo>
                  <a:lnTo>
                    <a:pt x="64338" y="884770"/>
                  </a:lnTo>
                  <a:lnTo>
                    <a:pt x="60718" y="881253"/>
                  </a:lnTo>
                  <a:lnTo>
                    <a:pt x="54241" y="880681"/>
                  </a:lnTo>
                  <a:lnTo>
                    <a:pt x="47574" y="881253"/>
                  </a:lnTo>
                  <a:lnTo>
                    <a:pt x="43954" y="884770"/>
                  </a:lnTo>
                  <a:lnTo>
                    <a:pt x="43383" y="891247"/>
                  </a:lnTo>
                  <a:lnTo>
                    <a:pt x="43954" y="897724"/>
                  </a:lnTo>
                  <a:lnTo>
                    <a:pt x="47574" y="901446"/>
                  </a:lnTo>
                  <a:lnTo>
                    <a:pt x="54241" y="902398"/>
                  </a:lnTo>
                  <a:lnTo>
                    <a:pt x="60718" y="901446"/>
                  </a:lnTo>
                  <a:lnTo>
                    <a:pt x="64338" y="897724"/>
                  </a:lnTo>
                  <a:lnTo>
                    <a:pt x="65100" y="891247"/>
                  </a:lnTo>
                  <a:close/>
                </a:path>
                <a:path w="1212215" h="1365885">
                  <a:moveTo>
                    <a:pt x="111137" y="955967"/>
                  </a:moveTo>
                  <a:lnTo>
                    <a:pt x="89801" y="955967"/>
                  </a:lnTo>
                  <a:lnTo>
                    <a:pt x="90817" y="950683"/>
                  </a:lnTo>
                  <a:lnTo>
                    <a:pt x="90627" y="943444"/>
                  </a:lnTo>
                  <a:lnTo>
                    <a:pt x="88049" y="938212"/>
                  </a:lnTo>
                  <a:lnTo>
                    <a:pt x="83096" y="934974"/>
                  </a:lnTo>
                  <a:lnTo>
                    <a:pt x="78524" y="931354"/>
                  </a:lnTo>
                  <a:lnTo>
                    <a:pt x="72047" y="929640"/>
                  </a:lnTo>
                  <a:lnTo>
                    <a:pt x="63665" y="929830"/>
                  </a:lnTo>
                  <a:lnTo>
                    <a:pt x="55740" y="930795"/>
                  </a:lnTo>
                  <a:lnTo>
                    <a:pt x="21158" y="953897"/>
                  </a:lnTo>
                  <a:lnTo>
                    <a:pt x="20167" y="955967"/>
                  </a:lnTo>
                  <a:lnTo>
                    <a:pt x="0" y="955967"/>
                  </a:lnTo>
                  <a:lnTo>
                    <a:pt x="0" y="963117"/>
                  </a:lnTo>
                  <a:lnTo>
                    <a:pt x="17462" y="963117"/>
                  </a:lnTo>
                  <a:lnTo>
                    <a:pt x="16522" y="967828"/>
                  </a:lnTo>
                  <a:lnTo>
                    <a:pt x="16611" y="970978"/>
                  </a:lnTo>
                  <a:lnTo>
                    <a:pt x="16522" y="1013117"/>
                  </a:lnTo>
                  <a:lnTo>
                    <a:pt x="0" y="1013117"/>
                  </a:lnTo>
                  <a:lnTo>
                    <a:pt x="0" y="1020267"/>
                  </a:lnTo>
                  <a:lnTo>
                    <a:pt x="16522" y="1020267"/>
                  </a:lnTo>
                  <a:lnTo>
                    <a:pt x="16522" y="1053553"/>
                  </a:lnTo>
                  <a:lnTo>
                    <a:pt x="16522" y="1070267"/>
                  </a:lnTo>
                  <a:lnTo>
                    <a:pt x="0" y="1070267"/>
                  </a:lnTo>
                  <a:lnTo>
                    <a:pt x="0" y="1077417"/>
                  </a:lnTo>
                  <a:lnTo>
                    <a:pt x="16522" y="1077417"/>
                  </a:lnTo>
                  <a:lnTo>
                    <a:pt x="16522" y="1110703"/>
                  </a:lnTo>
                  <a:lnTo>
                    <a:pt x="16522" y="1302448"/>
                  </a:lnTo>
                  <a:lnTo>
                    <a:pt x="26517" y="1302448"/>
                  </a:lnTo>
                  <a:lnTo>
                    <a:pt x="26517" y="1128458"/>
                  </a:lnTo>
                  <a:lnTo>
                    <a:pt x="28524" y="1130046"/>
                  </a:lnTo>
                  <a:lnTo>
                    <a:pt x="34429" y="1131951"/>
                  </a:lnTo>
                  <a:lnTo>
                    <a:pt x="41668" y="1132141"/>
                  </a:lnTo>
                  <a:lnTo>
                    <a:pt x="50152" y="1131189"/>
                  </a:lnTo>
                  <a:lnTo>
                    <a:pt x="86169" y="1108138"/>
                  </a:lnTo>
                  <a:lnTo>
                    <a:pt x="90817" y="1093558"/>
                  </a:lnTo>
                  <a:lnTo>
                    <a:pt x="90627" y="1086319"/>
                  </a:lnTo>
                  <a:lnTo>
                    <a:pt x="88049" y="1081087"/>
                  </a:lnTo>
                  <a:lnTo>
                    <a:pt x="83096" y="1077849"/>
                  </a:lnTo>
                  <a:lnTo>
                    <a:pt x="82550" y="1077417"/>
                  </a:lnTo>
                  <a:lnTo>
                    <a:pt x="111137" y="1077417"/>
                  </a:lnTo>
                  <a:lnTo>
                    <a:pt x="111137" y="1070267"/>
                  </a:lnTo>
                  <a:lnTo>
                    <a:pt x="61861" y="1070267"/>
                  </a:lnTo>
                  <a:lnTo>
                    <a:pt x="66573" y="1068184"/>
                  </a:lnTo>
                  <a:lnTo>
                    <a:pt x="90817" y="1036408"/>
                  </a:lnTo>
                  <a:lnTo>
                    <a:pt x="90627" y="1029169"/>
                  </a:lnTo>
                  <a:lnTo>
                    <a:pt x="88049" y="1023937"/>
                  </a:lnTo>
                  <a:lnTo>
                    <a:pt x="83096" y="1020699"/>
                  </a:lnTo>
                  <a:lnTo>
                    <a:pt x="82550" y="1020267"/>
                  </a:lnTo>
                  <a:lnTo>
                    <a:pt x="111137" y="1020267"/>
                  </a:lnTo>
                  <a:lnTo>
                    <a:pt x="111137" y="1013117"/>
                  </a:lnTo>
                  <a:lnTo>
                    <a:pt x="44970" y="1013117"/>
                  </a:lnTo>
                  <a:lnTo>
                    <a:pt x="44970" y="1020267"/>
                  </a:lnTo>
                  <a:lnTo>
                    <a:pt x="44970" y="1077417"/>
                  </a:lnTo>
                  <a:lnTo>
                    <a:pt x="40309" y="1079665"/>
                  </a:lnTo>
                  <a:lnTo>
                    <a:pt x="32804" y="1084707"/>
                  </a:lnTo>
                  <a:lnTo>
                    <a:pt x="26517" y="1090168"/>
                  </a:lnTo>
                  <a:lnTo>
                    <a:pt x="26517" y="1077417"/>
                  </a:lnTo>
                  <a:lnTo>
                    <a:pt x="44970" y="1077417"/>
                  </a:lnTo>
                  <a:lnTo>
                    <a:pt x="44970" y="1020267"/>
                  </a:lnTo>
                  <a:lnTo>
                    <a:pt x="40309" y="1022515"/>
                  </a:lnTo>
                  <a:lnTo>
                    <a:pt x="32804" y="1027557"/>
                  </a:lnTo>
                  <a:lnTo>
                    <a:pt x="26517" y="1033018"/>
                  </a:lnTo>
                  <a:lnTo>
                    <a:pt x="26517" y="1020267"/>
                  </a:lnTo>
                  <a:lnTo>
                    <a:pt x="44970" y="1020267"/>
                  </a:lnTo>
                  <a:lnTo>
                    <a:pt x="44970" y="1013117"/>
                  </a:lnTo>
                  <a:lnTo>
                    <a:pt x="26517" y="1013117"/>
                  </a:lnTo>
                  <a:lnTo>
                    <a:pt x="26517" y="985583"/>
                  </a:lnTo>
                  <a:lnTo>
                    <a:pt x="28524" y="987171"/>
                  </a:lnTo>
                  <a:lnTo>
                    <a:pt x="34429" y="989076"/>
                  </a:lnTo>
                  <a:lnTo>
                    <a:pt x="41668" y="989266"/>
                  </a:lnTo>
                  <a:lnTo>
                    <a:pt x="50152" y="988314"/>
                  </a:lnTo>
                  <a:lnTo>
                    <a:pt x="86169" y="965263"/>
                  </a:lnTo>
                  <a:lnTo>
                    <a:pt x="87147" y="963117"/>
                  </a:lnTo>
                  <a:lnTo>
                    <a:pt x="111137" y="963117"/>
                  </a:lnTo>
                  <a:lnTo>
                    <a:pt x="111137" y="955967"/>
                  </a:lnTo>
                  <a:close/>
                </a:path>
                <a:path w="1212215" h="1365885">
                  <a:moveTo>
                    <a:pt x="208114" y="0"/>
                  </a:moveTo>
                  <a:lnTo>
                    <a:pt x="198120" y="0"/>
                  </a:lnTo>
                  <a:lnTo>
                    <a:pt x="198120" y="1365313"/>
                  </a:lnTo>
                  <a:lnTo>
                    <a:pt x="208114" y="1365313"/>
                  </a:lnTo>
                  <a:lnTo>
                    <a:pt x="208114" y="0"/>
                  </a:lnTo>
                  <a:close/>
                </a:path>
                <a:path w="1212215" h="1365885">
                  <a:moveTo>
                    <a:pt x="471297" y="889825"/>
                  </a:moveTo>
                  <a:lnTo>
                    <a:pt x="434428" y="845248"/>
                  </a:lnTo>
                  <a:lnTo>
                    <a:pt x="424713" y="845248"/>
                  </a:lnTo>
                  <a:lnTo>
                    <a:pt x="429310" y="850976"/>
                  </a:lnTo>
                  <a:lnTo>
                    <a:pt x="433082" y="857034"/>
                  </a:lnTo>
                  <a:lnTo>
                    <a:pt x="436029" y="863409"/>
                  </a:lnTo>
                  <a:lnTo>
                    <a:pt x="438150" y="870102"/>
                  </a:lnTo>
                  <a:lnTo>
                    <a:pt x="438226" y="876719"/>
                  </a:lnTo>
                  <a:lnTo>
                    <a:pt x="437286" y="883107"/>
                  </a:lnTo>
                  <a:lnTo>
                    <a:pt x="415569" y="915543"/>
                  </a:lnTo>
                  <a:lnTo>
                    <a:pt x="451573" y="962406"/>
                  </a:lnTo>
                  <a:lnTo>
                    <a:pt x="451573" y="962977"/>
                  </a:lnTo>
                  <a:lnTo>
                    <a:pt x="444906" y="959358"/>
                  </a:lnTo>
                  <a:lnTo>
                    <a:pt x="439000" y="957541"/>
                  </a:lnTo>
                  <a:lnTo>
                    <a:pt x="433857" y="957541"/>
                  </a:lnTo>
                  <a:lnTo>
                    <a:pt x="424992" y="958888"/>
                  </a:lnTo>
                  <a:lnTo>
                    <a:pt x="418363" y="962621"/>
                  </a:lnTo>
                  <a:lnTo>
                    <a:pt x="413981" y="968743"/>
                  </a:lnTo>
                  <a:lnTo>
                    <a:pt x="411861" y="977265"/>
                  </a:lnTo>
                  <a:lnTo>
                    <a:pt x="413092" y="983767"/>
                  </a:lnTo>
                  <a:lnTo>
                    <a:pt x="415366" y="989838"/>
                  </a:lnTo>
                  <a:lnTo>
                    <a:pt x="418668" y="995476"/>
                  </a:lnTo>
                  <a:lnTo>
                    <a:pt x="422998" y="1000696"/>
                  </a:lnTo>
                  <a:lnTo>
                    <a:pt x="443572" y="1018692"/>
                  </a:lnTo>
                  <a:lnTo>
                    <a:pt x="446722" y="1014120"/>
                  </a:lnTo>
                  <a:lnTo>
                    <a:pt x="443103" y="1011262"/>
                  </a:lnTo>
                  <a:lnTo>
                    <a:pt x="439864" y="1006792"/>
                  </a:lnTo>
                  <a:lnTo>
                    <a:pt x="437007" y="1000696"/>
                  </a:lnTo>
                  <a:lnTo>
                    <a:pt x="433959" y="994600"/>
                  </a:lnTo>
                  <a:lnTo>
                    <a:pt x="434428" y="988021"/>
                  </a:lnTo>
                  <a:lnTo>
                    <a:pt x="438429" y="980973"/>
                  </a:lnTo>
                  <a:lnTo>
                    <a:pt x="441667" y="976210"/>
                  </a:lnTo>
                  <a:lnTo>
                    <a:pt x="445770" y="973924"/>
                  </a:lnTo>
                  <a:lnTo>
                    <a:pt x="450723" y="974115"/>
                  </a:lnTo>
                  <a:lnTo>
                    <a:pt x="455866" y="974496"/>
                  </a:lnTo>
                  <a:lnTo>
                    <a:pt x="461200" y="976210"/>
                  </a:lnTo>
                  <a:lnTo>
                    <a:pt x="466725" y="979258"/>
                  </a:lnTo>
                  <a:lnTo>
                    <a:pt x="470154" y="974686"/>
                  </a:lnTo>
                  <a:lnTo>
                    <a:pt x="455295" y="954976"/>
                  </a:lnTo>
                  <a:lnTo>
                    <a:pt x="450532" y="947737"/>
                  </a:lnTo>
                  <a:lnTo>
                    <a:pt x="448056" y="940117"/>
                  </a:lnTo>
                  <a:lnTo>
                    <a:pt x="447865" y="932116"/>
                  </a:lnTo>
                  <a:lnTo>
                    <a:pt x="450075" y="922286"/>
                  </a:lnTo>
                  <a:lnTo>
                    <a:pt x="454723" y="911961"/>
                  </a:lnTo>
                  <a:lnTo>
                    <a:pt x="461797" y="901141"/>
                  </a:lnTo>
                  <a:lnTo>
                    <a:pt x="471297" y="889825"/>
                  </a:lnTo>
                  <a:close/>
                </a:path>
                <a:path w="1212215" h="1365885">
                  <a:moveTo>
                    <a:pt x="529069" y="1070267"/>
                  </a:moveTo>
                  <a:lnTo>
                    <a:pt x="504736" y="1070267"/>
                  </a:lnTo>
                  <a:lnTo>
                    <a:pt x="503796" y="1066203"/>
                  </a:lnTo>
                  <a:lnTo>
                    <a:pt x="500151" y="1059840"/>
                  </a:lnTo>
                  <a:lnTo>
                    <a:pt x="494652" y="1054773"/>
                  </a:lnTo>
                  <a:lnTo>
                    <a:pt x="487299" y="1050988"/>
                  </a:lnTo>
                  <a:lnTo>
                    <a:pt x="481787" y="1049083"/>
                  </a:lnTo>
                  <a:lnTo>
                    <a:pt x="479437" y="1048270"/>
                  </a:lnTo>
                  <a:lnTo>
                    <a:pt x="477774" y="1047864"/>
                  </a:lnTo>
                  <a:lnTo>
                    <a:pt x="477774" y="1091184"/>
                  </a:lnTo>
                  <a:lnTo>
                    <a:pt x="473583" y="1097470"/>
                  </a:lnTo>
                  <a:lnTo>
                    <a:pt x="464439" y="1097851"/>
                  </a:lnTo>
                  <a:lnTo>
                    <a:pt x="458343" y="1098613"/>
                  </a:lnTo>
                  <a:lnTo>
                    <a:pt x="453009" y="1096327"/>
                  </a:lnTo>
                  <a:lnTo>
                    <a:pt x="448437" y="1090993"/>
                  </a:lnTo>
                  <a:lnTo>
                    <a:pt x="443865" y="1085278"/>
                  </a:lnTo>
                  <a:lnTo>
                    <a:pt x="441198" y="1077849"/>
                  </a:lnTo>
                  <a:lnTo>
                    <a:pt x="441159" y="1077417"/>
                  </a:lnTo>
                  <a:lnTo>
                    <a:pt x="476885" y="1077417"/>
                  </a:lnTo>
                  <a:lnTo>
                    <a:pt x="477012" y="1078992"/>
                  </a:lnTo>
                  <a:lnTo>
                    <a:pt x="477774" y="1091184"/>
                  </a:lnTo>
                  <a:lnTo>
                    <a:pt x="477774" y="1047864"/>
                  </a:lnTo>
                  <a:lnTo>
                    <a:pt x="476313" y="1047508"/>
                  </a:lnTo>
                  <a:lnTo>
                    <a:pt x="476313" y="1070267"/>
                  </a:lnTo>
                  <a:lnTo>
                    <a:pt x="440563" y="1070267"/>
                  </a:lnTo>
                  <a:lnTo>
                    <a:pt x="440436" y="1068705"/>
                  </a:lnTo>
                  <a:lnTo>
                    <a:pt x="440055" y="1062228"/>
                  </a:lnTo>
                  <a:lnTo>
                    <a:pt x="440080" y="1062037"/>
                  </a:lnTo>
                  <a:lnTo>
                    <a:pt x="459105" y="1049083"/>
                  </a:lnTo>
                  <a:lnTo>
                    <a:pt x="464439" y="1051369"/>
                  </a:lnTo>
                  <a:lnTo>
                    <a:pt x="473583" y="1062037"/>
                  </a:lnTo>
                  <a:lnTo>
                    <a:pt x="473646" y="1062228"/>
                  </a:lnTo>
                  <a:lnTo>
                    <a:pt x="476250" y="1069467"/>
                  </a:lnTo>
                  <a:lnTo>
                    <a:pt x="476313" y="1070267"/>
                  </a:lnTo>
                  <a:lnTo>
                    <a:pt x="476313" y="1047508"/>
                  </a:lnTo>
                  <a:lnTo>
                    <a:pt x="471868" y="1046416"/>
                  </a:lnTo>
                  <a:lnTo>
                    <a:pt x="464578" y="1045413"/>
                  </a:lnTo>
                  <a:lnTo>
                    <a:pt x="457581" y="1045273"/>
                  </a:lnTo>
                  <a:lnTo>
                    <a:pt x="450824" y="1045413"/>
                  </a:lnTo>
                  <a:lnTo>
                    <a:pt x="413321" y="1066203"/>
                  </a:lnTo>
                  <a:lnTo>
                    <a:pt x="412534" y="1070267"/>
                  </a:lnTo>
                  <a:lnTo>
                    <a:pt x="392188" y="1070267"/>
                  </a:lnTo>
                  <a:lnTo>
                    <a:pt x="392188" y="1077417"/>
                  </a:lnTo>
                  <a:lnTo>
                    <a:pt x="412673" y="1077417"/>
                  </a:lnTo>
                  <a:lnTo>
                    <a:pt x="413613" y="1081493"/>
                  </a:lnTo>
                  <a:lnTo>
                    <a:pt x="452297" y="1102271"/>
                  </a:lnTo>
                  <a:lnTo>
                    <a:pt x="459295" y="1102423"/>
                  </a:lnTo>
                  <a:lnTo>
                    <a:pt x="466255" y="1102271"/>
                  </a:lnTo>
                  <a:lnTo>
                    <a:pt x="504088" y="1081493"/>
                  </a:lnTo>
                  <a:lnTo>
                    <a:pt x="504875" y="1077417"/>
                  </a:lnTo>
                  <a:lnTo>
                    <a:pt x="529069" y="1077417"/>
                  </a:lnTo>
                  <a:lnTo>
                    <a:pt x="529069" y="1070267"/>
                  </a:lnTo>
                  <a:close/>
                </a:path>
                <a:path w="1212215" h="1365885">
                  <a:moveTo>
                    <a:pt x="688086" y="1070267"/>
                  </a:moveTo>
                  <a:lnTo>
                    <a:pt x="576948" y="1070267"/>
                  </a:lnTo>
                  <a:lnTo>
                    <a:pt x="576948" y="1077417"/>
                  </a:lnTo>
                  <a:lnTo>
                    <a:pt x="688086" y="1077417"/>
                  </a:lnTo>
                  <a:lnTo>
                    <a:pt x="688086" y="1070267"/>
                  </a:lnTo>
                  <a:close/>
                </a:path>
                <a:path w="1212215" h="1365885">
                  <a:moveTo>
                    <a:pt x="688086" y="955967"/>
                  </a:moveTo>
                  <a:lnTo>
                    <a:pt x="667473" y="955967"/>
                  </a:lnTo>
                  <a:lnTo>
                    <a:pt x="667473" y="954570"/>
                  </a:lnTo>
                  <a:lnTo>
                    <a:pt x="667753" y="953262"/>
                  </a:lnTo>
                  <a:lnTo>
                    <a:pt x="668515" y="944499"/>
                  </a:lnTo>
                  <a:lnTo>
                    <a:pt x="667473" y="941984"/>
                  </a:lnTo>
                  <a:lnTo>
                    <a:pt x="667473" y="788098"/>
                  </a:lnTo>
                  <a:lnTo>
                    <a:pt x="658888" y="788098"/>
                  </a:lnTo>
                  <a:lnTo>
                    <a:pt x="658888" y="1005268"/>
                  </a:lnTo>
                  <a:lnTo>
                    <a:pt x="658037" y="1007071"/>
                  </a:lnTo>
                  <a:lnTo>
                    <a:pt x="654037" y="1011834"/>
                  </a:lnTo>
                  <a:lnTo>
                    <a:pt x="652551" y="1013117"/>
                  </a:lnTo>
                  <a:lnTo>
                    <a:pt x="644321" y="1013117"/>
                  </a:lnTo>
                  <a:lnTo>
                    <a:pt x="644321" y="1020267"/>
                  </a:lnTo>
                  <a:lnTo>
                    <a:pt x="611174" y="1037742"/>
                  </a:lnTo>
                  <a:lnTo>
                    <a:pt x="607174" y="1037551"/>
                  </a:lnTo>
                  <a:lnTo>
                    <a:pt x="603173" y="1037170"/>
                  </a:lnTo>
                  <a:lnTo>
                    <a:pt x="601268" y="1035456"/>
                  </a:lnTo>
                  <a:lnTo>
                    <a:pt x="601459" y="1032408"/>
                  </a:lnTo>
                  <a:lnTo>
                    <a:pt x="601535" y="1032129"/>
                  </a:lnTo>
                  <a:lnTo>
                    <a:pt x="602678" y="1027341"/>
                  </a:lnTo>
                  <a:lnTo>
                    <a:pt x="605751" y="1022121"/>
                  </a:lnTo>
                  <a:lnTo>
                    <a:pt x="607453" y="1020267"/>
                  </a:lnTo>
                  <a:lnTo>
                    <a:pt x="644321" y="1020267"/>
                  </a:lnTo>
                  <a:lnTo>
                    <a:pt x="644321" y="1013117"/>
                  </a:lnTo>
                  <a:lnTo>
                    <a:pt x="615149" y="1013117"/>
                  </a:lnTo>
                  <a:lnTo>
                    <a:pt x="621652" y="1007833"/>
                  </a:lnTo>
                  <a:lnTo>
                    <a:pt x="627468" y="1004125"/>
                  </a:lnTo>
                  <a:lnTo>
                    <a:pt x="634898" y="1000125"/>
                  </a:lnTo>
                  <a:lnTo>
                    <a:pt x="642518" y="996315"/>
                  </a:lnTo>
                  <a:lnTo>
                    <a:pt x="649185" y="994689"/>
                  </a:lnTo>
                  <a:lnTo>
                    <a:pt x="654900" y="995260"/>
                  </a:lnTo>
                  <a:lnTo>
                    <a:pt x="657466" y="995603"/>
                  </a:lnTo>
                  <a:lnTo>
                    <a:pt x="657466" y="1005268"/>
                  </a:lnTo>
                  <a:lnTo>
                    <a:pt x="658888" y="1005268"/>
                  </a:lnTo>
                  <a:lnTo>
                    <a:pt x="658888" y="788098"/>
                  </a:lnTo>
                  <a:lnTo>
                    <a:pt x="657466" y="788098"/>
                  </a:lnTo>
                  <a:lnTo>
                    <a:pt x="657466" y="931037"/>
                  </a:lnTo>
                  <a:lnTo>
                    <a:pt x="657466" y="938453"/>
                  </a:lnTo>
                  <a:lnTo>
                    <a:pt x="657466" y="950607"/>
                  </a:lnTo>
                  <a:lnTo>
                    <a:pt x="657466" y="973772"/>
                  </a:lnTo>
                  <a:lnTo>
                    <a:pt x="657466" y="988187"/>
                  </a:lnTo>
                  <a:lnTo>
                    <a:pt x="653757" y="986116"/>
                  </a:lnTo>
                  <a:lnTo>
                    <a:pt x="647941" y="984973"/>
                  </a:lnTo>
                  <a:lnTo>
                    <a:pt x="641464" y="985545"/>
                  </a:lnTo>
                  <a:lnTo>
                    <a:pt x="638390" y="985901"/>
                  </a:lnTo>
                  <a:lnTo>
                    <a:pt x="643534" y="983640"/>
                  </a:lnTo>
                  <a:lnTo>
                    <a:pt x="648525" y="980592"/>
                  </a:lnTo>
                  <a:lnTo>
                    <a:pt x="651179" y="978979"/>
                  </a:lnTo>
                  <a:lnTo>
                    <a:pt x="657466" y="973772"/>
                  </a:lnTo>
                  <a:lnTo>
                    <a:pt x="657466" y="950607"/>
                  </a:lnTo>
                  <a:lnTo>
                    <a:pt x="654037" y="954684"/>
                  </a:lnTo>
                  <a:lnTo>
                    <a:pt x="652551" y="955967"/>
                  </a:lnTo>
                  <a:lnTo>
                    <a:pt x="644321" y="955967"/>
                  </a:lnTo>
                  <a:lnTo>
                    <a:pt x="644321" y="963117"/>
                  </a:lnTo>
                  <a:lnTo>
                    <a:pt x="638898" y="967828"/>
                  </a:lnTo>
                  <a:lnTo>
                    <a:pt x="633183" y="971829"/>
                  </a:lnTo>
                  <a:lnTo>
                    <a:pt x="627468" y="974979"/>
                  </a:lnTo>
                  <a:lnTo>
                    <a:pt x="616038" y="979551"/>
                  </a:lnTo>
                  <a:lnTo>
                    <a:pt x="611174" y="980592"/>
                  </a:lnTo>
                  <a:lnTo>
                    <a:pt x="607174" y="980401"/>
                  </a:lnTo>
                  <a:lnTo>
                    <a:pt x="603173" y="980020"/>
                  </a:lnTo>
                  <a:lnTo>
                    <a:pt x="601268" y="978306"/>
                  </a:lnTo>
                  <a:lnTo>
                    <a:pt x="601459" y="975258"/>
                  </a:lnTo>
                  <a:lnTo>
                    <a:pt x="601535" y="974979"/>
                  </a:lnTo>
                  <a:lnTo>
                    <a:pt x="602678" y="970191"/>
                  </a:lnTo>
                  <a:lnTo>
                    <a:pt x="605751" y="964971"/>
                  </a:lnTo>
                  <a:lnTo>
                    <a:pt x="607453" y="963117"/>
                  </a:lnTo>
                  <a:lnTo>
                    <a:pt x="644321" y="963117"/>
                  </a:lnTo>
                  <a:lnTo>
                    <a:pt x="644321" y="955967"/>
                  </a:lnTo>
                  <a:lnTo>
                    <a:pt x="615149" y="955967"/>
                  </a:lnTo>
                  <a:lnTo>
                    <a:pt x="621652" y="950683"/>
                  </a:lnTo>
                  <a:lnTo>
                    <a:pt x="627468" y="946975"/>
                  </a:lnTo>
                  <a:lnTo>
                    <a:pt x="634898" y="942975"/>
                  </a:lnTo>
                  <a:lnTo>
                    <a:pt x="642518" y="939165"/>
                  </a:lnTo>
                  <a:lnTo>
                    <a:pt x="649185" y="937539"/>
                  </a:lnTo>
                  <a:lnTo>
                    <a:pt x="654900" y="938110"/>
                  </a:lnTo>
                  <a:lnTo>
                    <a:pt x="657466" y="938453"/>
                  </a:lnTo>
                  <a:lnTo>
                    <a:pt x="657466" y="931037"/>
                  </a:lnTo>
                  <a:lnTo>
                    <a:pt x="653757" y="928966"/>
                  </a:lnTo>
                  <a:lnTo>
                    <a:pt x="647941" y="927823"/>
                  </a:lnTo>
                  <a:lnTo>
                    <a:pt x="641464" y="928395"/>
                  </a:lnTo>
                  <a:lnTo>
                    <a:pt x="603440" y="945007"/>
                  </a:lnTo>
                  <a:lnTo>
                    <a:pt x="596201" y="955967"/>
                  </a:lnTo>
                  <a:lnTo>
                    <a:pt x="576948" y="955967"/>
                  </a:lnTo>
                  <a:lnTo>
                    <a:pt x="576948" y="963117"/>
                  </a:lnTo>
                  <a:lnTo>
                    <a:pt x="594194" y="963117"/>
                  </a:lnTo>
                  <a:lnTo>
                    <a:pt x="593750" y="965263"/>
                  </a:lnTo>
                  <a:lnTo>
                    <a:pt x="613460" y="990688"/>
                  </a:lnTo>
                  <a:lnTo>
                    <a:pt x="619747" y="990117"/>
                  </a:lnTo>
                  <a:lnTo>
                    <a:pt x="622655" y="989799"/>
                  </a:lnTo>
                  <a:lnTo>
                    <a:pt x="617575" y="992035"/>
                  </a:lnTo>
                  <a:lnTo>
                    <a:pt x="610031" y="996696"/>
                  </a:lnTo>
                  <a:lnTo>
                    <a:pt x="603440" y="1002157"/>
                  </a:lnTo>
                  <a:lnTo>
                    <a:pt x="598538" y="1008265"/>
                  </a:lnTo>
                  <a:lnTo>
                    <a:pt x="596201" y="1013117"/>
                  </a:lnTo>
                  <a:lnTo>
                    <a:pt x="576948" y="1013117"/>
                  </a:lnTo>
                  <a:lnTo>
                    <a:pt x="576948" y="1020267"/>
                  </a:lnTo>
                  <a:lnTo>
                    <a:pt x="594194" y="1020267"/>
                  </a:lnTo>
                  <a:lnTo>
                    <a:pt x="593750" y="1022413"/>
                  </a:lnTo>
                  <a:lnTo>
                    <a:pt x="613460" y="1047838"/>
                  </a:lnTo>
                  <a:lnTo>
                    <a:pt x="619747" y="1047267"/>
                  </a:lnTo>
                  <a:lnTo>
                    <a:pt x="627824" y="1046365"/>
                  </a:lnTo>
                  <a:lnTo>
                    <a:pt x="635749" y="1044194"/>
                  </a:lnTo>
                  <a:lnTo>
                    <a:pt x="643534" y="1040790"/>
                  </a:lnTo>
                  <a:lnTo>
                    <a:pt x="648525" y="1037742"/>
                  </a:lnTo>
                  <a:lnTo>
                    <a:pt x="651179" y="1036129"/>
                  </a:lnTo>
                  <a:lnTo>
                    <a:pt x="657898" y="1030554"/>
                  </a:lnTo>
                  <a:lnTo>
                    <a:pt x="662901" y="1024407"/>
                  </a:lnTo>
                  <a:lnTo>
                    <a:pt x="664921" y="1020267"/>
                  </a:lnTo>
                  <a:lnTo>
                    <a:pt x="688086" y="1020267"/>
                  </a:lnTo>
                  <a:lnTo>
                    <a:pt x="688086" y="1013117"/>
                  </a:lnTo>
                  <a:lnTo>
                    <a:pt x="667169" y="1013117"/>
                  </a:lnTo>
                  <a:lnTo>
                    <a:pt x="667753" y="1010412"/>
                  </a:lnTo>
                  <a:lnTo>
                    <a:pt x="668515" y="1001649"/>
                  </a:lnTo>
                  <a:lnTo>
                    <a:pt x="667473" y="999134"/>
                  </a:lnTo>
                  <a:lnTo>
                    <a:pt x="667473" y="963117"/>
                  </a:lnTo>
                  <a:lnTo>
                    <a:pt x="688086" y="963117"/>
                  </a:lnTo>
                  <a:lnTo>
                    <a:pt x="688086" y="955967"/>
                  </a:lnTo>
                  <a:close/>
                </a:path>
                <a:path w="1212215" h="1365885">
                  <a:moveTo>
                    <a:pt x="999401" y="1070267"/>
                  </a:moveTo>
                  <a:lnTo>
                    <a:pt x="888263" y="1070267"/>
                  </a:lnTo>
                  <a:lnTo>
                    <a:pt x="888263" y="1077417"/>
                  </a:lnTo>
                  <a:lnTo>
                    <a:pt x="999401" y="1077417"/>
                  </a:lnTo>
                  <a:lnTo>
                    <a:pt x="999401" y="1070267"/>
                  </a:lnTo>
                  <a:close/>
                </a:path>
                <a:path w="1212215" h="1365885">
                  <a:moveTo>
                    <a:pt x="999401" y="955967"/>
                  </a:moveTo>
                  <a:lnTo>
                    <a:pt x="978789" y="955967"/>
                  </a:lnTo>
                  <a:lnTo>
                    <a:pt x="978789" y="952220"/>
                  </a:lnTo>
                  <a:lnTo>
                    <a:pt x="979081" y="950683"/>
                  </a:lnTo>
                  <a:lnTo>
                    <a:pt x="978890" y="943444"/>
                  </a:lnTo>
                  <a:lnTo>
                    <a:pt x="978789" y="943241"/>
                  </a:lnTo>
                  <a:lnTo>
                    <a:pt x="978789" y="788098"/>
                  </a:lnTo>
                  <a:lnTo>
                    <a:pt x="968794" y="788098"/>
                  </a:lnTo>
                  <a:lnTo>
                    <a:pt x="968794" y="932954"/>
                  </a:lnTo>
                  <a:lnTo>
                    <a:pt x="966787" y="931354"/>
                  </a:lnTo>
                  <a:lnTo>
                    <a:pt x="960310" y="929640"/>
                  </a:lnTo>
                  <a:lnTo>
                    <a:pt x="921067" y="941832"/>
                  </a:lnTo>
                  <a:lnTo>
                    <a:pt x="908431" y="955967"/>
                  </a:lnTo>
                  <a:lnTo>
                    <a:pt x="888263" y="955967"/>
                  </a:lnTo>
                  <a:lnTo>
                    <a:pt x="888263" y="963117"/>
                  </a:lnTo>
                  <a:lnTo>
                    <a:pt x="905725" y="963117"/>
                  </a:lnTo>
                  <a:lnTo>
                    <a:pt x="904786" y="967828"/>
                  </a:lnTo>
                  <a:lnTo>
                    <a:pt x="929932" y="989266"/>
                  </a:lnTo>
                  <a:lnTo>
                    <a:pt x="938415" y="988314"/>
                  </a:lnTo>
                  <a:lnTo>
                    <a:pt x="946708" y="986053"/>
                  </a:lnTo>
                  <a:lnTo>
                    <a:pt x="954836" y="982459"/>
                  </a:lnTo>
                  <a:lnTo>
                    <a:pt x="962787" y="977544"/>
                  </a:lnTo>
                  <a:lnTo>
                    <a:pt x="968794" y="972299"/>
                  </a:lnTo>
                  <a:lnTo>
                    <a:pt x="968794" y="990104"/>
                  </a:lnTo>
                  <a:lnTo>
                    <a:pt x="966787" y="988504"/>
                  </a:lnTo>
                  <a:lnTo>
                    <a:pt x="960310" y="986790"/>
                  </a:lnTo>
                  <a:lnTo>
                    <a:pt x="951928" y="986980"/>
                  </a:lnTo>
                  <a:lnTo>
                    <a:pt x="914374" y="1004785"/>
                  </a:lnTo>
                  <a:lnTo>
                    <a:pt x="908431" y="1013117"/>
                  </a:lnTo>
                  <a:lnTo>
                    <a:pt x="888263" y="1013117"/>
                  </a:lnTo>
                  <a:lnTo>
                    <a:pt x="888263" y="1020267"/>
                  </a:lnTo>
                  <a:lnTo>
                    <a:pt x="905725" y="1020267"/>
                  </a:lnTo>
                  <a:lnTo>
                    <a:pt x="904786" y="1024978"/>
                  </a:lnTo>
                  <a:lnTo>
                    <a:pt x="929932" y="1046416"/>
                  </a:lnTo>
                  <a:lnTo>
                    <a:pt x="938415" y="1045464"/>
                  </a:lnTo>
                  <a:lnTo>
                    <a:pt x="974432" y="1022413"/>
                  </a:lnTo>
                  <a:lnTo>
                    <a:pt x="975410" y="1020267"/>
                  </a:lnTo>
                  <a:lnTo>
                    <a:pt x="999401" y="1020267"/>
                  </a:lnTo>
                  <a:lnTo>
                    <a:pt x="999401" y="1013117"/>
                  </a:lnTo>
                  <a:lnTo>
                    <a:pt x="978065" y="1013117"/>
                  </a:lnTo>
                  <a:lnTo>
                    <a:pt x="979081" y="1007833"/>
                  </a:lnTo>
                  <a:lnTo>
                    <a:pt x="978890" y="1000594"/>
                  </a:lnTo>
                  <a:lnTo>
                    <a:pt x="978789" y="1000391"/>
                  </a:lnTo>
                  <a:lnTo>
                    <a:pt x="978789" y="963117"/>
                  </a:lnTo>
                  <a:lnTo>
                    <a:pt x="999401" y="963117"/>
                  </a:lnTo>
                  <a:lnTo>
                    <a:pt x="999401" y="955967"/>
                  </a:lnTo>
                  <a:close/>
                </a:path>
                <a:path w="1212215" h="1365885">
                  <a:moveTo>
                    <a:pt x="1198994" y="1130998"/>
                  </a:moveTo>
                  <a:lnTo>
                    <a:pt x="226123" y="1130998"/>
                  </a:lnTo>
                  <a:lnTo>
                    <a:pt x="226123" y="0"/>
                  </a:lnTo>
                  <a:lnTo>
                    <a:pt x="216115" y="0"/>
                  </a:lnTo>
                  <a:lnTo>
                    <a:pt x="216115" y="1130998"/>
                  </a:lnTo>
                  <a:lnTo>
                    <a:pt x="213423" y="1130998"/>
                  </a:lnTo>
                  <a:lnTo>
                    <a:pt x="213423" y="1136713"/>
                  </a:lnTo>
                  <a:lnTo>
                    <a:pt x="216115" y="1136713"/>
                  </a:lnTo>
                  <a:lnTo>
                    <a:pt x="216115" y="1188148"/>
                  </a:lnTo>
                  <a:lnTo>
                    <a:pt x="213423" y="1188148"/>
                  </a:lnTo>
                  <a:lnTo>
                    <a:pt x="213423" y="1193863"/>
                  </a:lnTo>
                  <a:lnTo>
                    <a:pt x="216115" y="1193863"/>
                  </a:lnTo>
                  <a:lnTo>
                    <a:pt x="216115" y="1245298"/>
                  </a:lnTo>
                  <a:lnTo>
                    <a:pt x="213423" y="1245298"/>
                  </a:lnTo>
                  <a:lnTo>
                    <a:pt x="213423" y="1251013"/>
                  </a:lnTo>
                  <a:lnTo>
                    <a:pt x="216115" y="1251013"/>
                  </a:lnTo>
                  <a:lnTo>
                    <a:pt x="216115" y="1302448"/>
                  </a:lnTo>
                  <a:lnTo>
                    <a:pt x="213423" y="1302448"/>
                  </a:lnTo>
                  <a:lnTo>
                    <a:pt x="213423" y="1308163"/>
                  </a:lnTo>
                  <a:lnTo>
                    <a:pt x="216115" y="1308163"/>
                  </a:lnTo>
                  <a:lnTo>
                    <a:pt x="216115" y="1359598"/>
                  </a:lnTo>
                  <a:lnTo>
                    <a:pt x="213423" y="1359598"/>
                  </a:lnTo>
                  <a:lnTo>
                    <a:pt x="213423" y="1365313"/>
                  </a:lnTo>
                  <a:lnTo>
                    <a:pt x="216115" y="1365313"/>
                  </a:lnTo>
                  <a:lnTo>
                    <a:pt x="226123" y="1365313"/>
                  </a:lnTo>
                  <a:lnTo>
                    <a:pt x="1198994" y="1365313"/>
                  </a:lnTo>
                  <a:lnTo>
                    <a:pt x="1198994" y="1359598"/>
                  </a:lnTo>
                  <a:lnTo>
                    <a:pt x="226123" y="1359598"/>
                  </a:lnTo>
                  <a:lnTo>
                    <a:pt x="226123" y="1308163"/>
                  </a:lnTo>
                  <a:lnTo>
                    <a:pt x="1198994" y="1308163"/>
                  </a:lnTo>
                  <a:lnTo>
                    <a:pt x="1198994" y="1302448"/>
                  </a:lnTo>
                  <a:lnTo>
                    <a:pt x="226123" y="1302448"/>
                  </a:lnTo>
                  <a:lnTo>
                    <a:pt x="226123" y="1251013"/>
                  </a:lnTo>
                  <a:lnTo>
                    <a:pt x="1198994" y="1251013"/>
                  </a:lnTo>
                  <a:lnTo>
                    <a:pt x="1198994" y="1245298"/>
                  </a:lnTo>
                  <a:lnTo>
                    <a:pt x="226123" y="1245298"/>
                  </a:lnTo>
                  <a:lnTo>
                    <a:pt x="226123" y="1193863"/>
                  </a:lnTo>
                  <a:lnTo>
                    <a:pt x="1198994" y="1193863"/>
                  </a:lnTo>
                  <a:lnTo>
                    <a:pt x="1198994" y="1188148"/>
                  </a:lnTo>
                  <a:lnTo>
                    <a:pt x="226123" y="1188148"/>
                  </a:lnTo>
                  <a:lnTo>
                    <a:pt x="226123" y="1136713"/>
                  </a:lnTo>
                  <a:lnTo>
                    <a:pt x="1198994" y="1136713"/>
                  </a:lnTo>
                  <a:lnTo>
                    <a:pt x="1198994" y="1130998"/>
                  </a:lnTo>
                  <a:close/>
                </a:path>
                <a:path w="1212215" h="1365885">
                  <a:moveTo>
                    <a:pt x="1211694" y="0"/>
                  </a:moveTo>
                  <a:lnTo>
                    <a:pt x="1203121" y="0"/>
                  </a:lnTo>
                  <a:lnTo>
                    <a:pt x="1203121" y="1365313"/>
                  </a:lnTo>
                  <a:lnTo>
                    <a:pt x="1211694" y="1365313"/>
                  </a:lnTo>
                  <a:lnTo>
                    <a:pt x="12116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1248267" y="2568384"/>
            <a:ext cx="16700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spc="-20" dirty="0">
                <a:latin typeface="Bauer Bodoni Std Bold Cond" panose="02070903080706020303" pitchFamily="18" charset="77"/>
                <a:cs typeface="Source Serif 4"/>
              </a:rPr>
              <a:t>rit.</a:t>
            </a:r>
            <a:endParaRPr sz="80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1452794" y="2685859"/>
            <a:ext cx="1016000" cy="0"/>
          </a:xfrm>
          <a:custGeom>
            <a:avLst/>
            <a:gdLst/>
            <a:ahLst/>
            <a:cxnLst/>
            <a:rect l="l" t="t" r="r" b="b"/>
            <a:pathLst>
              <a:path w="1016000">
                <a:moveTo>
                  <a:pt x="0" y="0"/>
                </a:moveTo>
                <a:lnTo>
                  <a:pt x="38100" y="0"/>
                </a:lnTo>
              </a:path>
              <a:path w="1016000">
                <a:moveTo>
                  <a:pt x="88900" y="0"/>
                </a:moveTo>
                <a:lnTo>
                  <a:pt x="127000" y="0"/>
                </a:lnTo>
              </a:path>
              <a:path w="1016000">
                <a:moveTo>
                  <a:pt x="177800" y="0"/>
                </a:moveTo>
                <a:lnTo>
                  <a:pt x="215900" y="0"/>
                </a:lnTo>
              </a:path>
              <a:path w="1016000">
                <a:moveTo>
                  <a:pt x="266700" y="0"/>
                </a:moveTo>
                <a:lnTo>
                  <a:pt x="304800" y="0"/>
                </a:lnTo>
              </a:path>
              <a:path w="1016000">
                <a:moveTo>
                  <a:pt x="355600" y="0"/>
                </a:moveTo>
                <a:lnTo>
                  <a:pt x="393700" y="0"/>
                </a:lnTo>
              </a:path>
              <a:path w="1016000">
                <a:moveTo>
                  <a:pt x="444500" y="0"/>
                </a:moveTo>
                <a:lnTo>
                  <a:pt x="482600" y="0"/>
                </a:lnTo>
              </a:path>
              <a:path w="1016000">
                <a:moveTo>
                  <a:pt x="533400" y="0"/>
                </a:moveTo>
                <a:lnTo>
                  <a:pt x="571500" y="0"/>
                </a:lnTo>
              </a:path>
              <a:path w="1016000">
                <a:moveTo>
                  <a:pt x="622300" y="0"/>
                </a:moveTo>
                <a:lnTo>
                  <a:pt x="660400" y="0"/>
                </a:lnTo>
              </a:path>
              <a:path w="1016000">
                <a:moveTo>
                  <a:pt x="711200" y="0"/>
                </a:moveTo>
                <a:lnTo>
                  <a:pt x="749300" y="0"/>
                </a:lnTo>
              </a:path>
              <a:path w="1016000">
                <a:moveTo>
                  <a:pt x="800100" y="0"/>
                </a:moveTo>
                <a:lnTo>
                  <a:pt x="838200" y="0"/>
                </a:lnTo>
              </a:path>
              <a:path w="1016000">
                <a:moveTo>
                  <a:pt x="889000" y="0"/>
                </a:moveTo>
                <a:lnTo>
                  <a:pt x="927100" y="0"/>
                </a:lnTo>
              </a:path>
              <a:path w="1016000">
                <a:moveTo>
                  <a:pt x="977900" y="0"/>
                </a:moveTo>
                <a:lnTo>
                  <a:pt x="10160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4087129" y="2454084"/>
            <a:ext cx="16700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spc="-20" dirty="0">
                <a:latin typeface="Bauer Bodoni Std Bold Cond" panose="02070903080706020303" pitchFamily="18" charset="77"/>
                <a:cs typeface="Source Serif 4"/>
              </a:rPr>
              <a:t>rit.</a:t>
            </a:r>
            <a:endParaRPr sz="80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4291656" y="2571559"/>
            <a:ext cx="1016000" cy="0"/>
          </a:xfrm>
          <a:custGeom>
            <a:avLst/>
            <a:gdLst/>
            <a:ahLst/>
            <a:cxnLst/>
            <a:rect l="l" t="t" r="r" b="b"/>
            <a:pathLst>
              <a:path w="1016000">
                <a:moveTo>
                  <a:pt x="0" y="0"/>
                </a:moveTo>
                <a:lnTo>
                  <a:pt x="38100" y="0"/>
                </a:lnTo>
              </a:path>
              <a:path w="1016000">
                <a:moveTo>
                  <a:pt x="88900" y="0"/>
                </a:moveTo>
                <a:lnTo>
                  <a:pt x="127000" y="0"/>
                </a:lnTo>
              </a:path>
              <a:path w="1016000">
                <a:moveTo>
                  <a:pt x="177800" y="0"/>
                </a:moveTo>
                <a:lnTo>
                  <a:pt x="215900" y="0"/>
                </a:lnTo>
              </a:path>
              <a:path w="1016000">
                <a:moveTo>
                  <a:pt x="266700" y="0"/>
                </a:moveTo>
                <a:lnTo>
                  <a:pt x="304800" y="0"/>
                </a:lnTo>
              </a:path>
              <a:path w="1016000">
                <a:moveTo>
                  <a:pt x="355600" y="0"/>
                </a:moveTo>
                <a:lnTo>
                  <a:pt x="393700" y="0"/>
                </a:lnTo>
              </a:path>
              <a:path w="1016000">
                <a:moveTo>
                  <a:pt x="444500" y="0"/>
                </a:moveTo>
                <a:lnTo>
                  <a:pt x="482600" y="0"/>
                </a:lnTo>
              </a:path>
              <a:path w="1016000">
                <a:moveTo>
                  <a:pt x="533400" y="0"/>
                </a:moveTo>
                <a:lnTo>
                  <a:pt x="571500" y="0"/>
                </a:lnTo>
              </a:path>
              <a:path w="1016000">
                <a:moveTo>
                  <a:pt x="622300" y="0"/>
                </a:moveTo>
                <a:lnTo>
                  <a:pt x="660400" y="0"/>
                </a:lnTo>
              </a:path>
              <a:path w="1016000">
                <a:moveTo>
                  <a:pt x="711200" y="0"/>
                </a:moveTo>
                <a:lnTo>
                  <a:pt x="749300" y="0"/>
                </a:lnTo>
              </a:path>
              <a:path w="1016000">
                <a:moveTo>
                  <a:pt x="800100" y="0"/>
                </a:moveTo>
                <a:lnTo>
                  <a:pt x="838200" y="0"/>
                </a:lnTo>
              </a:path>
              <a:path w="1016000">
                <a:moveTo>
                  <a:pt x="889000" y="0"/>
                </a:moveTo>
                <a:lnTo>
                  <a:pt x="927100" y="0"/>
                </a:lnTo>
              </a:path>
              <a:path w="1016000">
                <a:moveTo>
                  <a:pt x="977900" y="0"/>
                </a:moveTo>
                <a:lnTo>
                  <a:pt x="10160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6" name="object 96"/>
          <p:cNvGrpSpPr/>
          <p:nvPr/>
        </p:nvGrpSpPr>
        <p:grpSpPr>
          <a:xfrm>
            <a:off x="179387" y="4929053"/>
            <a:ext cx="7101840" cy="1991995"/>
            <a:chOff x="179387" y="4929053"/>
            <a:chExt cx="7101840" cy="1991995"/>
          </a:xfrm>
        </p:grpSpPr>
        <p:sp>
          <p:nvSpPr>
            <p:cNvPr id="97" name="object 97"/>
            <p:cNvSpPr/>
            <p:nvPr/>
          </p:nvSpPr>
          <p:spPr>
            <a:xfrm>
              <a:off x="179387" y="5426020"/>
              <a:ext cx="520065" cy="1435735"/>
            </a:xfrm>
            <a:custGeom>
              <a:avLst/>
              <a:gdLst/>
              <a:ahLst/>
              <a:cxnLst/>
              <a:rect l="l" t="t" r="r" b="b"/>
              <a:pathLst>
                <a:path w="520065" h="1435734">
                  <a:moveTo>
                    <a:pt x="68859" y="76327"/>
                  </a:moveTo>
                  <a:lnTo>
                    <a:pt x="53428" y="112077"/>
                  </a:lnTo>
                  <a:lnTo>
                    <a:pt x="34315" y="165328"/>
                  </a:lnTo>
                  <a:lnTo>
                    <a:pt x="20281" y="218465"/>
                  </a:lnTo>
                  <a:lnTo>
                    <a:pt x="9639" y="283387"/>
                  </a:lnTo>
                  <a:lnTo>
                    <a:pt x="6286" y="342366"/>
                  </a:lnTo>
                  <a:lnTo>
                    <a:pt x="7175" y="370738"/>
                  </a:lnTo>
                  <a:lnTo>
                    <a:pt x="8991" y="399008"/>
                  </a:lnTo>
                  <a:lnTo>
                    <a:pt x="11747" y="427164"/>
                  </a:lnTo>
                  <a:lnTo>
                    <a:pt x="15430" y="455218"/>
                  </a:lnTo>
                  <a:lnTo>
                    <a:pt x="35039" y="577215"/>
                  </a:lnTo>
                  <a:lnTo>
                    <a:pt x="37287" y="593115"/>
                  </a:lnTo>
                  <a:lnTo>
                    <a:pt x="39039" y="608190"/>
                  </a:lnTo>
                  <a:lnTo>
                    <a:pt x="40284" y="622401"/>
                  </a:lnTo>
                  <a:lnTo>
                    <a:pt x="41148" y="643191"/>
                  </a:lnTo>
                  <a:lnTo>
                    <a:pt x="40284" y="660158"/>
                  </a:lnTo>
                  <a:lnTo>
                    <a:pt x="29425" y="706831"/>
                  </a:lnTo>
                  <a:lnTo>
                    <a:pt x="8686" y="743432"/>
                  </a:lnTo>
                  <a:lnTo>
                    <a:pt x="0" y="753503"/>
                  </a:lnTo>
                  <a:lnTo>
                    <a:pt x="0" y="758596"/>
                  </a:lnTo>
                  <a:lnTo>
                    <a:pt x="23406" y="794245"/>
                  </a:lnTo>
                  <a:lnTo>
                    <a:pt x="37465" y="835583"/>
                  </a:lnTo>
                  <a:lnTo>
                    <a:pt x="41148" y="872312"/>
                  </a:lnTo>
                  <a:lnTo>
                    <a:pt x="40474" y="890206"/>
                  </a:lnTo>
                  <a:lnTo>
                    <a:pt x="38785" y="909967"/>
                  </a:lnTo>
                  <a:lnTo>
                    <a:pt x="36055" y="931583"/>
                  </a:lnTo>
                  <a:lnTo>
                    <a:pt x="15430" y="1059853"/>
                  </a:lnTo>
                  <a:lnTo>
                    <a:pt x="11747" y="1088059"/>
                  </a:lnTo>
                  <a:lnTo>
                    <a:pt x="8991" y="1116279"/>
                  </a:lnTo>
                  <a:lnTo>
                    <a:pt x="7175" y="1144498"/>
                  </a:lnTo>
                  <a:lnTo>
                    <a:pt x="6286" y="1172718"/>
                  </a:lnTo>
                  <a:lnTo>
                    <a:pt x="7048" y="1201432"/>
                  </a:lnTo>
                  <a:lnTo>
                    <a:pt x="14046" y="1263167"/>
                  </a:lnTo>
                  <a:lnTo>
                    <a:pt x="28676" y="1330185"/>
                  </a:lnTo>
                  <a:lnTo>
                    <a:pt x="52959" y="1399768"/>
                  </a:lnTo>
                  <a:lnTo>
                    <a:pt x="68859" y="1435354"/>
                  </a:lnTo>
                  <a:lnTo>
                    <a:pt x="68859" y="1430680"/>
                  </a:lnTo>
                  <a:lnTo>
                    <a:pt x="60032" y="1407617"/>
                  </a:lnTo>
                  <a:lnTo>
                    <a:pt x="52146" y="1384655"/>
                  </a:lnTo>
                  <a:lnTo>
                    <a:pt x="39141" y="1339037"/>
                  </a:lnTo>
                  <a:lnTo>
                    <a:pt x="31140" y="1291412"/>
                  </a:lnTo>
                  <a:lnTo>
                    <a:pt x="29425" y="1239329"/>
                  </a:lnTo>
                  <a:lnTo>
                    <a:pt x="30886" y="1213523"/>
                  </a:lnTo>
                  <a:lnTo>
                    <a:pt x="33286" y="1187462"/>
                  </a:lnTo>
                  <a:lnTo>
                    <a:pt x="36601" y="1161122"/>
                  </a:lnTo>
                  <a:lnTo>
                    <a:pt x="40855" y="1134529"/>
                  </a:lnTo>
                  <a:lnTo>
                    <a:pt x="59143" y="1031849"/>
                  </a:lnTo>
                  <a:lnTo>
                    <a:pt x="63068" y="1007719"/>
                  </a:lnTo>
                  <a:lnTo>
                    <a:pt x="66001" y="984961"/>
                  </a:lnTo>
                  <a:lnTo>
                    <a:pt x="67932" y="963587"/>
                  </a:lnTo>
                  <a:lnTo>
                    <a:pt x="68859" y="943597"/>
                  </a:lnTo>
                  <a:lnTo>
                    <a:pt x="67983" y="910577"/>
                  </a:lnTo>
                  <a:lnTo>
                    <a:pt x="60121" y="855205"/>
                  </a:lnTo>
                  <a:lnTo>
                    <a:pt x="43878" y="812723"/>
                  </a:lnTo>
                  <a:lnTo>
                    <a:pt x="13335" y="768413"/>
                  </a:lnTo>
                  <a:lnTo>
                    <a:pt x="2286" y="756056"/>
                  </a:lnTo>
                  <a:lnTo>
                    <a:pt x="13335" y="744461"/>
                  </a:lnTo>
                  <a:lnTo>
                    <a:pt x="40284" y="708101"/>
                  </a:lnTo>
                  <a:lnTo>
                    <a:pt x="60121" y="659650"/>
                  </a:lnTo>
                  <a:lnTo>
                    <a:pt x="67983" y="604710"/>
                  </a:lnTo>
                  <a:lnTo>
                    <a:pt x="68859" y="571906"/>
                  </a:lnTo>
                  <a:lnTo>
                    <a:pt x="67932" y="551726"/>
                  </a:lnTo>
                  <a:lnTo>
                    <a:pt x="66001" y="530225"/>
                  </a:lnTo>
                  <a:lnTo>
                    <a:pt x="63068" y="507390"/>
                  </a:lnTo>
                  <a:lnTo>
                    <a:pt x="59143" y="483222"/>
                  </a:lnTo>
                  <a:lnTo>
                    <a:pt x="40284" y="377583"/>
                  </a:lnTo>
                  <a:lnTo>
                    <a:pt x="36283" y="351675"/>
                  </a:lnTo>
                  <a:lnTo>
                    <a:pt x="33147" y="326136"/>
                  </a:lnTo>
                  <a:lnTo>
                    <a:pt x="30848" y="300964"/>
                  </a:lnTo>
                  <a:lnTo>
                    <a:pt x="29425" y="276174"/>
                  </a:lnTo>
                  <a:lnTo>
                    <a:pt x="29502" y="249542"/>
                  </a:lnTo>
                  <a:lnTo>
                    <a:pt x="34353" y="199478"/>
                  </a:lnTo>
                  <a:lnTo>
                    <a:pt x="46139" y="149364"/>
                  </a:lnTo>
                  <a:lnTo>
                    <a:pt x="60426" y="104381"/>
                  </a:lnTo>
                  <a:lnTo>
                    <a:pt x="68859" y="81419"/>
                  </a:lnTo>
                  <a:lnTo>
                    <a:pt x="68859" y="76327"/>
                  </a:lnTo>
                  <a:close/>
                </a:path>
                <a:path w="520065" h="1435734">
                  <a:moveTo>
                    <a:pt x="5199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434084"/>
                  </a:lnTo>
                  <a:lnTo>
                    <a:pt x="94449" y="1434084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19938" y="309372"/>
                  </a:lnTo>
                  <a:lnTo>
                    <a:pt x="5199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19938" y="252222"/>
                  </a:lnTo>
                  <a:lnTo>
                    <a:pt x="5199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19938" y="195072"/>
                  </a:lnTo>
                  <a:lnTo>
                    <a:pt x="5199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19938" y="137922"/>
                  </a:lnTo>
                  <a:lnTo>
                    <a:pt x="5199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19938" y="80772"/>
                  </a:lnTo>
                  <a:lnTo>
                    <a:pt x="5199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05142" y="5415343"/>
              <a:ext cx="159448" cy="267461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699325" y="5383196"/>
              <a:ext cx="1042669" cy="434340"/>
            </a:xfrm>
            <a:custGeom>
              <a:avLst/>
              <a:gdLst/>
              <a:ahLst/>
              <a:cxnLst/>
              <a:rect l="l" t="t" r="r" b="b"/>
              <a:pathLst>
                <a:path w="1042669" h="434339">
                  <a:moveTo>
                    <a:pt x="234759" y="57150"/>
                  </a:moveTo>
                  <a:lnTo>
                    <a:pt x="123621" y="57150"/>
                  </a:lnTo>
                  <a:lnTo>
                    <a:pt x="123621" y="64300"/>
                  </a:lnTo>
                  <a:lnTo>
                    <a:pt x="234759" y="64300"/>
                  </a:lnTo>
                  <a:lnTo>
                    <a:pt x="234759" y="57150"/>
                  </a:lnTo>
                  <a:close/>
                </a:path>
                <a:path w="1042669" h="434339">
                  <a:moveTo>
                    <a:pt x="234759" y="0"/>
                  </a:moveTo>
                  <a:lnTo>
                    <a:pt x="123621" y="0"/>
                  </a:lnTo>
                  <a:lnTo>
                    <a:pt x="123621" y="7150"/>
                  </a:lnTo>
                  <a:lnTo>
                    <a:pt x="234759" y="7150"/>
                  </a:lnTo>
                  <a:lnTo>
                    <a:pt x="234759" y="0"/>
                  </a:lnTo>
                  <a:close/>
                </a:path>
                <a:path w="1042669" h="434339">
                  <a:moveTo>
                    <a:pt x="1042644" y="289331"/>
                  </a:moveTo>
                  <a:lnTo>
                    <a:pt x="186334" y="289331"/>
                  </a:lnTo>
                  <a:lnTo>
                    <a:pt x="162712" y="260756"/>
                  </a:lnTo>
                  <a:lnTo>
                    <a:pt x="152996" y="260756"/>
                  </a:lnTo>
                  <a:lnTo>
                    <a:pt x="166458" y="289331"/>
                  </a:lnTo>
                  <a:lnTo>
                    <a:pt x="0" y="289331"/>
                  </a:lnTo>
                  <a:lnTo>
                    <a:pt x="0" y="295046"/>
                  </a:lnTo>
                  <a:lnTo>
                    <a:pt x="166077" y="295046"/>
                  </a:lnTo>
                  <a:lnTo>
                    <a:pt x="165569" y="298615"/>
                  </a:lnTo>
                  <a:lnTo>
                    <a:pt x="143852" y="331050"/>
                  </a:lnTo>
                  <a:lnTo>
                    <a:pt x="155702" y="346481"/>
                  </a:lnTo>
                  <a:lnTo>
                    <a:pt x="0" y="346481"/>
                  </a:lnTo>
                  <a:lnTo>
                    <a:pt x="0" y="352196"/>
                  </a:lnTo>
                  <a:lnTo>
                    <a:pt x="160096" y="352196"/>
                  </a:lnTo>
                  <a:lnTo>
                    <a:pt x="179857" y="377913"/>
                  </a:lnTo>
                  <a:lnTo>
                    <a:pt x="179857" y="378485"/>
                  </a:lnTo>
                  <a:lnTo>
                    <a:pt x="173189" y="374865"/>
                  </a:lnTo>
                  <a:lnTo>
                    <a:pt x="167284" y="373049"/>
                  </a:lnTo>
                  <a:lnTo>
                    <a:pt x="162140" y="373049"/>
                  </a:lnTo>
                  <a:lnTo>
                    <a:pt x="153263" y="374396"/>
                  </a:lnTo>
                  <a:lnTo>
                    <a:pt x="146634" y="378129"/>
                  </a:lnTo>
                  <a:lnTo>
                    <a:pt x="142265" y="384251"/>
                  </a:lnTo>
                  <a:lnTo>
                    <a:pt x="140144" y="392772"/>
                  </a:lnTo>
                  <a:lnTo>
                    <a:pt x="141376" y="399275"/>
                  </a:lnTo>
                  <a:lnTo>
                    <a:pt x="143637" y="405345"/>
                  </a:lnTo>
                  <a:lnTo>
                    <a:pt x="146939" y="410984"/>
                  </a:lnTo>
                  <a:lnTo>
                    <a:pt x="151282" y="416204"/>
                  </a:lnTo>
                  <a:lnTo>
                    <a:pt x="171856" y="434200"/>
                  </a:lnTo>
                  <a:lnTo>
                    <a:pt x="175006" y="429628"/>
                  </a:lnTo>
                  <a:lnTo>
                    <a:pt x="171386" y="426770"/>
                  </a:lnTo>
                  <a:lnTo>
                    <a:pt x="168148" y="422300"/>
                  </a:lnTo>
                  <a:lnTo>
                    <a:pt x="165290" y="416204"/>
                  </a:lnTo>
                  <a:lnTo>
                    <a:pt x="162242" y="410108"/>
                  </a:lnTo>
                  <a:lnTo>
                    <a:pt x="162712" y="403529"/>
                  </a:lnTo>
                  <a:lnTo>
                    <a:pt x="166712" y="396481"/>
                  </a:lnTo>
                  <a:lnTo>
                    <a:pt x="169951" y="391718"/>
                  </a:lnTo>
                  <a:lnTo>
                    <a:pt x="174040" y="389432"/>
                  </a:lnTo>
                  <a:lnTo>
                    <a:pt x="179006" y="389623"/>
                  </a:lnTo>
                  <a:lnTo>
                    <a:pt x="184150" y="390004"/>
                  </a:lnTo>
                  <a:lnTo>
                    <a:pt x="189471" y="391718"/>
                  </a:lnTo>
                  <a:lnTo>
                    <a:pt x="195008" y="394766"/>
                  </a:lnTo>
                  <a:lnTo>
                    <a:pt x="198437" y="390194"/>
                  </a:lnTo>
                  <a:lnTo>
                    <a:pt x="183578" y="370484"/>
                  </a:lnTo>
                  <a:lnTo>
                    <a:pt x="178816" y="363245"/>
                  </a:lnTo>
                  <a:lnTo>
                    <a:pt x="176326" y="355625"/>
                  </a:lnTo>
                  <a:lnTo>
                    <a:pt x="176250" y="352196"/>
                  </a:lnTo>
                  <a:lnTo>
                    <a:pt x="1042644" y="352196"/>
                  </a:lnTo>
                  <a:lnTo>
                    <a:pt x="1042644" y="346481"/>
                  </a:lnTo>
                  <a:lnTo>
                    <a:pt x="176403" y="346481"/>
                  </a:lnTo>
                  <a:lnTo>
                    <a:pt x="178358" y="337794"/>
                  </a:lnTo>
                  <a:lnTo>
                    <a:pt x="182994" y="327469"/>
                  </a:lnTo>
                  <a:lnTo>
                    <a:pt x="190068" y="316649"/>
                  </a:lnTo>
                  <a:lnTo>
                    <a:pt x="199580" y="305333"/>
                  </a:lnTo>
                  <a:lnTo>
                    <a:pt x="191071" y="295046"/>
                  </a:lnTo>
                  <a:lnTo>
                    <a:pt x="1042644" y="295046"/>
                  </a:lnTo>
                  <a:lnTo>
                    <a:pt x="1042644" y="289331"/>
                  </a:lnTo>
                  <a:close/>
                </a:path>
                <a:path w="1042669" h="434339">
                  <a:moveTo>
                    <a:pt x="1042644" y="232181"/>
                  </a:moveTo>
                  <a:lnTo>
                    <a:pt x="0" y="232181"/>
                  </a:lnTo>
                  <a:lnTo>
                    <a:pt x="0" y="237896"/>
                  </a:lnTo>
                  <a:lnTo>
                    <a:pt x="1042644" y="237896"/>
                  </a:lnTo>
                  <a:lnTo>
                    <a:pt x="1042644" y="232181"/>
                  </a:lnTo>
                  <a:close/>
                </a:path>
                <a:path w="1042669" h="434339">
                  <a:moveTo>
                    <a:pt x="1042644" y="175031"/>
                  </a:moveTo>
                  <a:lnTo>
                    <a:pt x="0" y="175031"/>
                  </a:lnTo>
                  <a:lnTo>
                    <a:pt x="0" y="180746"/>
                  </a:lnTo>
                  <a:lnTo>
                    <a:pt x="1042644" y="180746"/>
                  </a:lnTo>
                  <a:lnTo>
                    <a:pt x="1042644" y="175031"/>
                  </a:lnTo>
                  <a:close/>
                </a:path>
                <a:path w="1042669" h="434339">
                  <a:moveTo>
                    <a:pt x="1042644" y="117881"/>
                  </a:moveTo>
                  <a:lnTo>
                    <a:pt x="0" y="117881"/>
                  </a:lnTo>
                  <a:lnTo>
                    <a:pt x="0" y="123596"/>
                  </a:lnTo>
                  <a:lnTo>
                    <a:pt x="1042644" y="123596"/>
                  </a:lnTo>
                  <a:lnTo>
                    <a:pt x="1042644" y="1178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98714" y="5326475"/>
              <a:ext cx="150629" cy="288893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1407198" y="5015302"/>
              <a:ext cx="1858645" cy="802640"/>
            </a:xfrm>
            <a:custGeom>
              <a:avLst/>
              <a:gdLst/>
              <a:ahLst/>
              <a:cxnLst/>
              <a:rect l="l" t="t" r="r" b="b"/>
              <a:pathLst>
                <a:path w="1858645" h="802639">
                  <a:moveTo>
                    <a:pt x="111137" y="310743"/>
                  </a:moveTo>
                  <a:lnTo>
                    <a:pt x="0" y="310743"/>
                  </a:lnTo>
                  <a:lnTo>
                    <a:pt x="0" y="317893"/>
                  </a:lnTo>
                  <a:lnTo>
                    <a:pt x="44970" y="317893"/>
                  </a:lnTo>
                  <a:lnTo>
                    <a:pt x="44970" y="375043"/>
                  </a:lnTo>
                  <a:lnTo>
                    <a:pt x="40309" y="377291"/>
                  </a:lnTo>
                  <a:lnTo>
                    <a:pt x="32804" y="382333"/>
                  </a:lnTo>
                  <a:lnTo>
                    <a:pt x="26517" y="387794"/>
                  </a:lnTo>
                  <a:lnTo>
                    <a:pt x="26517" y="375043"/>
                  </a:lnTo>
                  <a:lnTo>
                    <a:pt x="44970" y="375043"/>
                  </a:lnTo>
                  <a:lnTo>
                    <a:pt x="44970" y="317893"/>
                  </a:lnTo>
                  <a:lnTo>
                    <a:pt x="16522" y="351180"/>
                  </a:lnTo>
                  <a:lnTo>
                    <a:pt x="16611" y="354330"/>
                  </a:lnTo>
                  <a:lnTo>
                    <a:pt x="16522" y="367893"/>
                  </a:lnTo>
                  <a:lnTo>
                    <a:pt x="0" y="367893"/>
                  </a:lnTo>
                  <a:lnTo>
                    <a:pt x="0" y="375043"/>
                  </a:lnTo>
                  <a:lnTo>
                    <a:pt x="16522" y="375043"/>
                  </a:lnTo>
                  <a:lnTo>
                    <a:pt x="16522" y="408330"/>
                  </a:lnTo>
                  <a:lnTo>
                    <a:pt x="16522" y="425043"/>
                  </a:lnTo>
                  <a:lnTo>
                    <a:pt x="0" y="425043"/>
                  </a:lnTo>
                  <a:lnTo>
                    <a:pt x="0" y="432193"/>
                  </a:lnTo>
                  <a:lnTo>
                    <a:pt x="16522" y="432193"/>
                  </a:lnTo>
                  <a:lnTo>
                    <a:pt x="16522" y="600075"/>
                  </a:lnTo>
                  <a:lnTo>
                    <a:pt x="26517" y="600075"/>
                  </a:lnTo>
                  <a:lnTo>
                    <a:pt x="26517" y="432193"/>
                  </a:lnTo>
                  <a:lnTo>
                    <a:pt x="111137" y="432193"/>
                  </a:lnTo>
                  <a:lnTo>
                    <a:pt x="111137" y="425043"/>
                  </a:lnTo>
                  <a:lnTo>
                    <a:pt x="61874" y="425043"/>
                  </a:lnTo>
                  <a:lnTo>
                    <a:pt x="66586" y="422960"/>
                  </a:lnTo>
                  <a:lnTo>
                    <a:pt x="90817" y="391185"/>
                  </a:lnTo>
                  <a:lnTo>
                    <a:pt x="90627" y="383946"/>
                  </a:lnTo>
                  <a:lnTo>
                    <a:pt x="88049" y="378714"/>
                  </a:lnTo>
                  <a:lnTo>
                    <a:pt x="83096" y="375475"/>
                  </a:lnTo>
                  <a:lnTo>
                    <a:pt x="82550" y="375043"/>
                  </a:lnTo>
                  <a:lnTo>
                    <a:pt x="111137" y="375043"/>
                  </a:lnTo>
                  <a:lnTo>
                    <a:pt x="111137" y="367893"/>
                  </a:lnTo>
                  <a:lnTo>
                    <a:pt x="61874" y="367893"/>
                  </a:lnTo>
                  <a:lnTo>
                    <a:pt x="66586" y="365810"/>
                  </a:lnTo>
                  <a:lnTo>
                    <a:pt x="90817" y="334035"/>
                  </a:lnTo>
                  <a:lnTo>
                    <a:pt x="90627" y="326796"/>
                  </a:lnTo>
                  <a:lnTo>
                    <a:pt x="88049" y="321564"/>
                  </a:lnTo>
                  <a:lnTo>
                    <a:pt x="83096" y="318325"/>
                  </a:lnTo>
                  <a:lnTo>
                    <a:pt x="82550" y="317893"/>
                  </a:lnTo>
                  <a:lnTo>
                    <a:pt x="111137" y="317893"/>
                  </a:lnTo>
                  <a:lnTo>
                    <a:pt x="111137" y="310743"/>
                  </a:lnTo>
                  <a:close/>
                </a:path>
                <a:path w="1858645" h="802639">
                  <a:moveTo>
                    <a:pt x="279730" y="425043"/>
                  </a:moveTo>
                  <a:lnTo>
                    <a:pt x="168592" y="425043"/>
                  </a:lnTo>
                  <a:lnTo>
                    <a:pt x="168592" y="432193"/>
                  </a:lnTo>
                  <a:lnTo>
                    <a:pt x="279730" y="432193"/>
                  </a:lnTo>
                  <a:lnTo>
                    <a:pt x="279730" y="425043"/>
                  </a:lnTo>
                  <a:close/>
                </a:path>
                <a:path w="1858645" h="802639">
                  <a:moveTo>
                    <a:pt x="279730" y="367893"/>
                  </a:moveTo>
                  <a:lnTo>
                    <a:pt x="168592" y="367893"/>
                  </a:lnTo>
                  <a:lnTo>
                    <a:pt x="168592" y="375043"/>
                  </a:lnTo>
                  <a:lnTo>
                    <a:pt x="279730" y="375043"/>
                  </a:lnTo>
                  <a:lnTo>
                    <a:pt x="279730" y="367893"/>
                  </a:lnTo>
                  <a:close/>
                </a:path>
                <a:path w="1858645" h="802639">
                  <a:moveTo>
                    <a:pt x="279730" y="310743"/>
                  </a:moveTo>
                  <a:lnTo>
                    <a:pt x="168592" y="310743"/>
                  </a:lnTo>
                  <a:lnTo>
                    <a:pt x="168592" y="317893"/>
                  </a:lnTo>
                  <a:lnTo>
                    <a:pt x="279730" y="317893"/>
                  </a:lnTo>
                  <a:lnTo>
                    <a:pt x="279730" y="310743"/>
                  </a:lnTo>
                  <a:close/>
                </a:path>
                <a:path w="1858645" h="802639">
                  <a:moveTo>
                    <a:pt x="279730" y="196443"/>
                  </a:moveTo>
                  <a:lnTo>
                    <a:pt x="258394" y="196443"/>
                  </a:lnTo>
                  <a:lnTo>
                    <a:pt x="259410" y="191160"/>
                  </a:lnTo>
                  <a:lnTo>
                    <a:pt x="259219" y="183921"/>
                  </a:lnTo>
                  <a:lnTo>
                    <a:pt x="259118" y="183718"/>
                  </a:lnTo>
                  <a:lnTo>
                    <a:pt x="259118" y="86131"/>
                  </a:lnTo>
                  <a:lnTo>
                    <a:pt x="259118" y="57150"/>
                  </a:lnTo>
                  <a:lnTo>
                    <a:pt x="249123" y="57150"/>
                  </a:lnTo>
                  <a:lnTo>
                    <a:pt x="249123" y="58851"/>
                  </a:lnTo>
                  <a:lnTo>
                    <a:pt x="90525" y="85725"/>
                  </a:lnTo>
                  <a:lnTo>
                    <a:pt x="80530" y="85725"/>
                  </a:lnTo>
                  <a:lnTo>
                    <a:pt x="80530" y="230581"/>
                  </a:lnTo>
                  <a:lnTo>
                    <a:pt x="78524" y="228981"/>
                  </a:lnTo>
                  <a:lnTo>
                    <a:pt x="72047" y="227266"/>
                  </a:lnTo>
                  <a:lnTo>
                    <a:pt x="63665" y="227457"/>
                  </a:lnTo>
                  <a:lnTo>
                    <a:pt x="55740" y="228422"/>
                  </a:lnTo>
                  <a:lnTo>
                    <a:pt x="21158" y="251523"/>
                  </a:lnTo>
                  <a:lnTo>
                    <a:pt x="20167" y="253593"/>
                  </a:lnTo>
                  <a:lnTo>
                    <a:pt x="0" y="253593"/>
                  </a:lnTo>
                  <a:lnTo>
                    <a:pt x="0" y="260743"/>
                  </a:lnTo>
                  <a:lnTo>
                    <a:pt x="17462" y="260743"/>
                  </a:lnTo>
                  <a:lnTo>
                    <a:pt x="16522" y="265455"/>
                  </a:lnTo>
                  <a:lnTo>
                    <a:pt x="41668" y="286893"/>
                  </a:lnTo>
                  <a:lnTo>
                    <a:pt x="50152" y="285940"/>
                  </a:lnTo>
                  <a:lnTo>
                    <a:pt x="86169" y="262890"/>
                  </a:lnTo>
                  <a:lnTo>
                    <a:pt x="87147" y="260743"/>
                  </a:lnTo>
                  <a:lnTo>
                    <a:pt x="111137" y="260743"/>
                  </a:lnTo>
                  <a:lnTo>
                    <a:pt x="111137" y="253593"/>
                  </a:lnTo>
                  <a:lnTo>
                    <a:pt x="89801" y="253593"/>
                  </a:lnTo>
                  <a:lnTo>
                    <a:pt x="90817" y="248310"/>
                  </a:lnTo>
                  <a:lnTo>
                    <a:pt x="90627" y="241071"/>
                  </a:lnTo>
                  <a:lnTo>
                    <a:pt x="90525" y="240868"/>
                  </a:lnTo>
                  <a:lnTo>
                    <a:pt x="90525" y="114706"/>
                  </a:lnTo>
                  <a:lnTo>
                    <a:pt x="249123" y="87833"/>
                  </a:lnTo>
                  <a:lnTo>
                    <a:pt x="249123" y="173431"/>
                  </a:lnTo>
                  <a:lnTo>
                    <a:pt x="247116" y="171831"/>
                  </a:lnTo>
                  <a:lnTo>
                    <a:pt x="240639" y="170116"/>
                  </a:lnTo>
                  <a:lnTo>
                    <a:pt x="201396" y="182308"/>
                  </a:lnTo>
                  <a:lnTo>
                    <a:pt x="188760" y="196443"/>
                  </a:lnTo>
                  <a:lnTo>
                    <a:pt x="169113" y="196443"/>
                  </a:lnTo>
                  <a:lnTo>
                    <a:pt x="169113" y="181444"/>
                  </a:lnTo>
                  <a:lnTo>
                    <a:pt x="169113" y="166014"/>
                  </a:lnTo>
                  <a:lnTo>
                    <a:pt x="169113" y="157734"/>
                  </a:lnTo>
                  <a:lnTo>
                    <a:pt x="161963" y="159537"/>
                  </a:lnTo>
                  <a:lnTo>
                    <a:pt x="161963" y="181444"/>
                  </a:lnTo>
                  <a:lnTo>
                    <a:pt x="161963" y="210312"/>
                  </a:lnTo>
                  <a:lnTo>
                    <a:pt x="136245" y="217170"/>
                  </a:lnTo>
                  <a:lnTo>
                    <a:pt x="136245" y="188023"/>
                  </a:lnTo>
                  <a:lnTo>
                    <a:pt x="161963" y="181444"/>
                  </a:lnTo>
                  <a:lnTo>
                    <a:pt x="161963" y="159537"/>
                  </a:lnTo>
                  <a:lnTo>
                    <a:pt x="136245" y="166014"/>
                  </a:lnTo>
                  <a:lnTo>
                    <a:pt x="136245" y="118872"/>
                  </a:lnTo>
                  <a:lnTo>
                    <a:pt x="129108" y="118872"/>
                  </a:lnTo>
                  <a:lnTo>
                    <a:pt x="129108" y="240601"/>
                  </a:lnTo>
                  <a:lnTo>
                    <a:pt x="161963" y="232308"/>
                  </a:lnTo>
                  <a:lnTo>
                    <a:pt x="161963" y="279463"/>
                  </a:lnTo>
                  <a:lnTo>
                    <a:pt x="169113" y="279463"/>
                  </a:lnTo>
                  <a:lnTo>
                    <a:pt x="169113" y="260743"/>
                  </a:lnTo>
                  <a:lnTo>
                    <a:pt x="279730" y="260743"/>
                  </a:lnTo>
                  <a:lnTo>
                    <a:pt x="279730" y="253593"/>
                  </a:lnTo>
                  <a:lnTo>
                    <a:pt x="169113" y="253593"/>
                  </a:lnTo>
                  <a:lnTo>
                    <a:pt x="169113" y="232308"/>
                  </a:lnTo>
                  <a:lnTo>
                    <a:pt x="169113" y="217170"/>
                  </a:lnTo>
                  <a:lnTo>
                    <a:pt x="169113" y="203593"/>
                  </a:lnTo>
                  <a:lnTo>
                    <a:pt x="186055" y="203593"/>
                  </a:lnTo>
                  <a:lnTo>
                    <a:pt x="185115" y="208305"/>
                  </a:lnTo>
                  <a:lnTo>
                    <a:pt x="185305" y="214782"/>
                  </a:lnTo>
                  <a:lnTo>
                    <a:pt x="187782" y="220027"/>
                  </a:lnTo>
                  <a:lnTo>
                    <a:pt x="192544" y="224028"/>
                  </a:lnTo>
                  <a:lnTo>
                    <a:pt x="197116" y="227647"/>
                  </a:lnTo>
                  <a:lnTo>
                    <a:pt x="203022" y="229552"/>
                  </a:lnTo>
                  <a:lnTo>
                    <a:pt x="210261" y="229743"/>
                  </a:lnTo>
                  <a:lnTo>
                    <a:pt x="218744" y="228790"/>
                  </a:lnTo>
                  <a:lnTo>
                    <a:pt x="254762" y="205740"/>
                  </a:lnTo>
                  <a:lnTo>
                    <a:pt x="255739" y="203593"/>
                  </a:lnTo>
                  <a:lnTo>
                    <a:pt x="279730" y="203593"/>
                  </a:lnTo>
                  <a:lnTo>
                    <a:pt x="279730" y="196443"/>
                  </a:lnTo>
                  <a:close/>
                </a:path>
                <a:path w="1858645" h="802639">
                  <a:moveTo>
                    <a:pt x="491769" y="147447"/>
                  </a:moveTo>
                  <a:lnTo>
                    <a:pt x="491007" y="143827"/>
                  </a:lnTo>
                  <a:lnTo>
                    <a:pt x="489292" y="140398"/>
                  </a:lnTo>
                  <a:lnTo>
                    <a:pt x="486625" y="137160"/>
                  </a:lnTo>
                  <a:lnTo>
                    <a:pt x="478624" y="128587"/>
                  </a:lnTo>
                  <a:lnTo>
                    <a:pt x="474624" y="128587"/>
                  </a:lnTo>
                  <a:lnTo>
                    <a:pt x="477481" y="131445"/>
                  </a:lnTo>
                  <a:lnTo>
                    <a:pt x="479298" y="135064"/>
                  </a:lnTo>
                  <a:lnTo>
                    <a:pt x="465670" y="156400"/>
                  </a:lnTo>
                  <a:lnTo>
                    <a:pt x="462534" y="161163"/>
                  </a:lnTo>
                  <a:lnTo>
                    <a:pt x="461772" y="166878"/>
                  </a:lnTo>
                  <a:lnTo>
                    <a:pt x="462534" y="170497"/>
                  </a:lnTo>
                  <a:lnTo>
                    <a:pt x="464248" y="173926"/>
                  </a:lnTo>
                  <a:lnTo>
                    <a:pt x="466915" y="177165"/>
                  </a:lnTo>
                  <a:lnTo>
                    <a:pt x="474624" y="185737"/>
                  </a:lnTo>
                  <a:lnTo>
                    <a:pt x="477481" y="188595"/>
                  </a:lnTo>
                  <a:lnTo>
                    <a:pt x="479298" y="192214"/>
                  </a:lnTo>
                  <a:lnTo>
                    <a:pt x="465670" y="213550"/>
                  </a:lnTo>
                  <a:lnTo>
                    <a:pt x="462534" y="218313"/>
                  </a:lnTo>
                  <a:lnTo>
                    <a:pt x="461772" y="224028"/>
                  </a:lnTo>
                  <a:lnTo>
                    <a:pt x="462534" y="227647"/>
                  </a:lnTo>
                  <a:lnTo>
                    <a:pt x="464248" y="231076"/>
                  </a:lnTo>
                  <a:lnTo>
                    <a:pt x="466915" y="234315"/>
                  </a:lnTo>
                  <a:lnTo>
                    <a:pt x="474624" y="242887"/>
                  </a:lnTo>
                  <a:lnTo>
                    <a:pt x="477481" y="245745"/>
                  </a:lnTo>
                  <a:lnTo>
                    <a:pt x="479298" y="249364"/>
                  </a:lnTo>
                  <a:lnTo>
                    <a:pt x="465670" y="270700"/>
                  </a:lnTo>
                  <a:lnTo>
                    <a:pt x="462534" y="275463"/>
                  </a:lnTo>
                  <a:lnTo>
                    <a:pt x="461772" y="281178"/>
                  </a:lnTo>
                  <a:lnTo>
                    <a:pt x="462534" y="284797"/>
                  </a:lnTo>
                  <a:lnTo>
                    <a:pt x="464248" y="288226"/>
                  </a:lnTo>
                  <a:lnTo>
                    <a:pt x="466915" y="291465"/>
                  </a:lnTo>
                  <a:lnTo>
                    <a:pt x="474624" y="300037"/>
                  </a:lnTo>
                  <a:lnTo>
                    <a:pt x="477481" y="302895"/>
                  </a:lnTo>
                  <a:lnTo>
                    <a:pt x="479298" y="306514"/>
                  </a:lnTo>
                  <a:lnTo>
                    <a:pt x="465670" y="327850"/>
                  </a:lnTo>
                  <a:lnTo>
                    <a:pt x="462534" y="332613"/>
                  </a:lnTo>
                  <a:lnTo>
                    <a:pt x="461772" y="338328"/>
                  </a:lnTo>
                  <a:lnTo>
                    <a:pt x="462534" y="341947"/>
                  </a:lnTo>
                  <a:lnTo>
                    <a:pt x="464248" y="345376"/>
                  </a:lnTo>
                  <a:lnTo>
                    <a:pt x="466915" y="348615"/>
                  </a:lnTo>
                  <a:lnTo>
                    <a:pt x="474624" y="357187"/>
                  </a:lnTo>
                  <a:lnTo>
                    <a:pt x="477481" y="360045"/>
                  </a:lnTo>
                  <a:lnTo>
                    <a:pt x="479298" y="363664"/>
                  </a:lnTo>
                  <a:lnTo>
                    <a:pt x="465670" y="385000"/>
                  </a:lnTo>
                  <a:lnTo>
                    <a:pt x="462534" y="389763"/>
                  </a:lnTo>
                  <a:lnTo>
                    <a:pt x="461772" y="395478"/>
                  </a:lnTo>
                  <a:lnTo>
                    <a:pt x="462534" y="399097"/>
                  </a:lnTo>
                  <a:lnTo>
                    <a:pt x="464248" y="402526"/>
                  </a:lnTo>
                  <a:lnTo>
                    <a:pt x="466915" y="405765"/>
                  </a:lnTo>
                  <a:lnTo>
                    <a:pt x="474624" y="414337"/>
                  </a:lnTo>
                  <a:lnTo>
                    <a:pt x="478624" y="414337"/>
                  </a:lnTo>
                  <a:lnTo>
                    <a:pt x="475576" y="410337"/>
                  </a:lnTo>
                  <a:lnTo>
                    <a:pt x="473862" y="406806"/>
                  </a:lnTo>
                  <a:lnTo>
                    <a:pt x="473481" y="403758"/>
                  </a:lnTo>
                  <a:lnTo>
                    <a:pt x="474433" y="398614"/>
                  </a:lnTo>
                  <a:lnTo>
                    <a:pt x="477393" y="394233"/>
                  </a:lnTo>
                  <a:lnTo>
                    <a:pt x="482346" y="390613"/>
                  </a:lnTo>
                  <a:lnTo>
                    <a:pt x="487870" y="386422"/>
                  </a:lnTo>
                  <a:lnTo>
                    <a:pt x="491007" y="381571"/>
                  </a:lnTo>
                  <a:lnTo>
                    <a:pt x="491769" y="376047"/>
                  </a:lnTo>
                  <a:lnTo>
                    <a:pt x="491007" y="372427"/>
                  </a:lnTo>
                  <a:lnTo>
                    <a:pt x="489292" y="368998"/>
                  </a:lnTo>
                  <a:lnTo>
                    <a:pt x="486625" y="365760"/>
                  </a:lnTo>
                  <a:lnTo>
                    <a:pt x="478624" y="357187"/>
                  </a:lnTo>
                  <a:lnTo>
                    <a:pt x="475576" y="353187"/>
                  </a:lnTo>
                  <a:lnTo>
                    <a:pt x="473862" y="349656"/>
                  </a:lnTo>
                  <a:lnTo>
                    <a:pt x="473481" y="346608"/>
                  </a:lnTo>
                  <a:lnTo>
                    <a:pt x="474433" y="341464"/>
                  </a:lnTo>
                  <a:lnTo>
                    <a:pt x="477393" y="337083"/>
                  </a:lnTo>
                  <a:lnTo>
                    <a:pt x="482346" y="333463"/>
                  </a:lnTo>
                  <a:lnTo>
                    <a:pt x="487870" y="329272"/>
                  </a:lnTo>
                  <a:lnTo>
                    <a:pt x="491007" y="324421"/>
                  </a:lnTo>
                  <a:lnTo>
                    <a:pt x="491769" y="318897"/>
                  </a:lnTo>
                  <a:lnTo>
                    <a:pt x="491007" y="315277"/>
                  </a:lnTo>
                  <a:lnTo>
                    <a:pt x="489292" y="311848"/>
                  </a:lnTo>
                  <a:lnTo>
                    <a:pt x="486625" y="308610"/>
                  </a:lnTo>
                  <a:lnTo>
                    <a:pt x="478624" y="300037"/>
                  </a:lnTo>
                  <a:lnTo>
                    <a:pt x="475576" y="296037"/>
                  </a:lnTo>
                  <a:lnTo>
                    <a:pt x="473862" y="292506"/>
                  </a:lnTo>
                  <a:lnTo>
                    <a:pt x="473481" y="289458"/>
                  </a:lnTo>
                  <a:lnTo>
                    <a:pt x="474433" y="284314"/>
                  </a:lnTo>
                  <a:lnTo>
                    <a:pt x="477393" y="279933"/>
                  </a:lnTo>
                  <a:lnTo>
                    <a:pt x="482346" y="276313"/>
                  </a:lnTo>
                  <a:lnTo>
                    <a:pt x="487870" y="272122"/>
                  </a:lnTo>
                  <a:lnTo>
                    <a:pt x="491007" y="267271"/>
                  </a:lnTo>
                  <a:lnTo>
                    <a:pt x="491769" y="261747"/>
                  </a:lnTo>
                  <a:lnTo>
                    <a:pt x="491007" y="258127"/>
                  </a:lnTo>
                  <a:lnTo>
                    <a:pt x="489292" y="254698"/>
                  </a:lnTo>
                  <a:lnTo>
                    <a:pt x="486625" y="251460"/>
                  </a:lnTo>
                  <a:lnTo>
                    <a:pt x="478624" y="242887"/>
                  </a:lnTo>
                  <a:lnTo>
                    <a:pt x="475576" y="238887"/>
                  </a:lnTo>
                  <a:lnTo>
                    <a:pt x="473862" y="235356"/>
                  </a:lnTo>
                  <a:lnTo>
                    <a:pt x="473481" y="232308"/>
                  </a:lnTo>
                  <a:lnTo>
                    <a:pt x="474433" y="227164"/>
                  </a:lnTo>
                  <a:lnTo>
                    <a:pt x="477393" y="222783"/>
                  </a:lnTo>
                  <a:lnTo>
                    <a:pt x="482346" y="219163"/>
                  </a:lnTo>
                  <a:lnTo>
                    <a:pt x="487870" y="214972"/>
                  </a:lnTo>
                  <a:lnTo>
                    <a:pt x="491007" y="210121"/>
                  </a:lnTo>
                  <a:lnTo>
                    <a:pt x="491769" y="204597"/>
                  </a:lnTo>
                  <a:lnTo>
                    <a:pt x="491007" y="200977"/>
                  </a:lnTo>
                  <a:lnTo>
                    <a:pt x="489292" y="197548"/>
                  </a:lnTo>
                  <a:lnTo>
                    <a:pt x="486625" y="194310"/>
                  </a:lnTo>
                  <a:lnTo>
                    <a:pt x="478624" y="185737"/>
                  </a:lnTo>
                  <a:lnTo>
                    <a:pt x="475576" y="181737"/>
                  </a:lnTo>
                  <a:lnTo>
                    <a:pt x="473862" y="178206"/>
                  </a:lnTo>
                  <a:lnTo>
                    <a:pt x="473481" y="175158"/>
                  </a:lnTo>
                  <a:lnTo>
                    <a:pt x="474433" y="170014"/>
                  </a:lnTo>
                  <a:lnTo>
                    <a:pt x="477393" y="165633"/>
                  </a:lnTo>
                  <a:lnTo>
                    <a:pt x="482346" y="162013"/>
                  </a:lnTo>
                  <a:lnTo>
                    <a:pt x="487870" y="157822"/>
                  </a:lnTo>
                  <a:lnTo>
                    <a:pt x="491007" y="152971"/>
                  </a:lnTo>
                  <a:lnTo>
                    <a:pt x="491769" y="147447"/>
                  </a:lnTo>
                  <a:close/>
                </a:path>
                <a:path w="1858645" h="802639">
                  <a:moveTo>
                    <a:pt x="627837" y="425043"/>
                  </a:moveTo>
                  <a:lnTo>
                    <a:pt x="516686" y="425043"/>
                  </a:lnTo>
                  <a:lnTo>
                    <a:pt x="516686" y="432193"/>
                  </a:lnTo>
                  <a:lnTo>
                    <a:pt x="627837" y="432193"/>
                  </a:lnTo>
                  <a:lnTo>
                    <a:pt x="627837" y="425043"/>
                  </a:lnTo>
                  <a:close/>
                </a:path>
                <a:path w="1858645" h="802639">
                  <a:moveTo>
                    <a:pt x="627837" y="196443"/>
                  </a:moveTo>
                  <a:lnTo>
                    <a:pt x="607212" y="196443"/>
                  </a:lnTo>
                  <a:lnTo>
                    <a:pt x="607212" y="166522"/>
                  </a:lnTo>
                  <a:lnTo>
                    <a:pt x="607504" y="165163"/>
                  </a:lnTo>
                  <a:lnTo>
                    <a:pt x="608266" y="156400"/>
                  </a:lnTo>
                  <a:lnTo>
                    <a:pt x="607212" y="153847"/>
                  </a:lnTo>
                  <a:lnTo>
                    <a:pt x="607212" y="0"/>
                  </a:lnTo>
                  <a:lnTo>
                    <a:pt x="598639" y="0"/>
                  </a:lnTo>
                  <a:lnTo>
                    <a:pt x="598639" y="360045"/>
                  </a:lnTo>
                  <a:lnTo>
                    <a:pt x="597789" y="361848"/>
                  </a:lnTo>
                  <a:lnTo>
                    <a:pt x="593788" y="366610"/>
                  </a:lnTo>
                  <a:lnTo>
                    <a:pt x="592302" y="367893"/>
                  </a:lnTo>
                  <a:lnTo>
                    <a:pt x="584060" y="367893"/>
                  </a:lnTo>
                  <a:lnTo>
                    <a:pt x="584060" y="375043"/>
                  </a:lnTo>
                  <a:lnTo>
                    <a:pt x="550926" y="392518"/>
                  </a:lnTo>
                  <a:lnTo>
                    <a:pt x="546925" y="392328"/>
                  </a:lnTo>
                  <a:lnTo>
                    <a:pt x="542925" y="391947"/>
                  </a:lnTo>
                  <a:lnTo>
                    <a:pt x="541020" y="390232"/>
                  </a:lnTo>
                  <a:lnTo>
                    <a:pt x="541210" y="387184"/>
                  </a:lnTo>
                  <a:lnTo>
                    <a:pt x="541274" y="386905"/>
                  </a:lnTo>
                  <a:lnTo>
                    <a:pt x="542429" y="382117"/>
                  </a:lnTo>
                  <a:lnTo>
                    <a:pt x="545490" y="376897"/>
                  </a:lnTo>
                  <a:lnTo>
                    <a:pt x="547192" y="375043"/>
                  </a:lnTo>
                  <a:lnTo>
                    <a:pt x="584060" y="375043"/>
                  </a:lnTo>
                  <a:lnTo>
                    <a:pt x="584060" y="367893"/>
                  </a:lnTo>
                  <a:lnTo>
                    <a:pt x="554901" y="367893"/>
                  </a:lnTo>
                  <a:lnTo>
                    <a:pt x="561403" y="362610"/>
                  </a:lnTo>
                  <a:lnTo>
                    <a:pt x="567207" y="358902"/>
                  </a:lnTo>
                  <a:lnTo>
                    <a:pt x="574636" y="354901"/>
                  </a:lnTo>
                  <a:lnTo>
                    <a:pt x="582256" y="351091"/>
                  </a:lnTo>
                  <a:lnTo>
                    <a:pt x="588924" y="349465"/>
                  </a:lnTo>
                  <a:lnTo>
                    <a:pt x="594639" y="350037"/>
                  </a:lnTo>
                  <a:lnTo>
                    <a:pt x="597217" y="350393"/>
                  </a:lnTo>
                  <a:lnTo>
                    <a:pt x="597217" y="360045"/>
                  </a:lnTo>
                  <a:lnTo>
                    <a:pt x="598639" y="360045"/>
                  </a:lnTo>
                  <a:lnTo>
                    <a:pt x="598639" y="0"/>
                  </a:lnTo>
                  <a:lnTo>
                    <a:pt x="597217" y="0"/>
                  </a:lnTo>
                  <a:lnTo>
                    <a:pt x="597217" y="142938"/>
                  </a:lnTo>
                  <a:lnTo>
                    <a:pt x="597217" y="150368"/>
                  </a:lnTo>
                  <a:lnTo>
                    <a:pt x="597217" y="162509"/>
                  </a:lnTo>
                  <a:lnTo>
                    <a:pt x="597217" y="185674"/>
                  </a:lnTo>
                  <a:lnTo>
                    <a:pt x="597217" y="196443"/>
                  </a:lnTo>
                  <a:lnTo>
                    <a:pt x="581215" y="196443"/>
                  </a:lnTo>
                  <a:lnTo>
                    <a:pt x="583285" y="195541"/>
                  </a:lnTo>
                  <a:lnTo>
                    <a:pt x="588276" y="192493"/>
                  </a:lnTo>
                  <a:lnTo>
                    <a:pt x="590931" y="190881"/>
                  </a:lnTo>
                  <a:lnTo>
                    <a:pt x="597217" y="185674"/>
                  </a:lnTo>
                  <a:lnTo>
                    <a:pt x="597217" y="162509"/>
                  </a:lnTo>
                  <a:lnTo>
                    <a:pt x="593788" y="166585"/>
                  </a:lnTo>
                  <a:lnTo>
                    <a:pt x="578637" y="179730"/>
                  </a:lnTo>
                  <a:lnTo>
                    <a:pt x="572922" y="183730"/>
                  </a:lnTo>
                  <a:lnTo>
                    <a:pt x="567207" y="186880"/>
                  </a:lnTo>
                  <a:lnTo>
                    <a:pt x="555777" y="191452"/>
                  </a:lnTo>
                  <a:lnTo>
                    <a:pt x="550926" y="192493"/>
                  </a:lnTo>
                  <a:lnTo>
                    <a:pt x="546925" y="192303"/>
                  </a:lnTo>
                  <a:lnTo>
                    <a:pt x="542925" y="191922"/>
                  </a:lnTo>
                  <a:lnTo>
                    <a:pt x="541020" y="190207"/>
                  </a:lnTo>
                  <a:lnTo>
                    <a:pt x="541210" y="187159"/>
                  </a:lnTo>
                  <a:lnTo>
                    <a:pt x="567207" y="158877"/>
                  </a:lnTo>
                  <a:lnTo>
                    <a:pt x="588924" y="149440"/>
                  </a:lnTo>
                  <a:lnTo>
                    <a:pt x="594639" y="150012"/>
                  </a:lnTo>
                  <a:lnTo>
                    <a:pt x="597217" y="150368"/>
                  </a:lnTo>
                  <a:lnTo>
                    <a:pt x="597217" y="142938"/>
                  </a:lnTo>
                  <a:lnTo>
                    <a:pt x="593496" y="140868"/>
                  </a:lnTo>
                  <a:lnTo>
                    <a:pt x="587692" y="139725"/>
                  </a:lnTo>
                  <a:lnTo>
                    <a:pt x="581215" y="140296"/>
                  </a:lnTo>
                  <a:lnTo>
                    <a:pt x="543191" y="156908"/>
                  </a:lnTo>
                  <a:lnTo>
                    <a:pt x="532536" y="185928"/>
                  </a:lnTo>
                  <a:lnTo>
                    <a:pt x="535495" y="193065"/>
                  </a:lnTo>
                  <a:lnTo>
                    <a:pt x="539686" y="196443"/>
                  </a:lnTo>
                  <a:lnTo>
                    <a:pt x="516686" y="196443"/>
                  </a:lnTo>
                  <a:lnTo>
                    <a:pt x="516686" y="203593"/>
                  </a:lnTo>
                  <a:lnTo>
                    <a:pt x="597217" y="203593"/>
                  </a:lnTo>
                  <a:lnTo>
                    <a:pt x="597217" y="228663"/>
                  </a:lnTo>
                  <a:lnTo>
                    <a:pt x="597217" y="342963"/>
                  </a:lnTo>
                  <a:lnTo>
                    <a:pt x="593496" y="340893"/>
                  </a:lnTo>
                  <a:lnTo>
                    <a:pt x="587692" y="339750"/>
                  </a:lnTo>
                  <a:lnTo>
                    <a:pt x="581215" y="340321"/>
                  </a:lnTo>
                  <a:lnTo>
                    <a:pt x="578142" y="340677"/>
                  </a:lnTo>
                  <a:lnTo>
                    <a:pt x="583285" y="338416"/>
                  </a:lnTo>
                  <a:lnTo>
                    <a:pt x="588276" y="335368"/>
                  </a:lnTo>
                  <a:lnTo>
                    <a:pt x="590931" y="333756"/>
                  </a:lnTo>
                  <a:lnTo>
                    <a:pt x="597217" y="328549"/>
                  </a:lnTo>
                  <a:lnTo>
                    <a:pt x="597217" y="305384"/>
                  </a:lnTo>
                  <a:lnTo>
                    <a:pt x="593788" y="309460"/>
                  </a:lnTo>
                  <a:lnTo>
                    <a:pt x="592302" y="310743"/>
                  </a:lnTo>
                  <a:lnTo>
                    <a:pt x="584060" y="310743"/>
                  </a:lnTo>
                  <a:lnTo>
                    <a:pt x="584060" y="317893"/>
                  </a:lnTo>
                  <a:lnTo>
                    <a:pt x="578637" y="322605"/>
                  </a:lnTo>
                  <a:lnTo>
                    <a:pt x="572922" y="326605"/>
                  </a:lnTo>
                  <a:lnTo>
                    <a:pt x="567207" y="329755"/>
                  </a:lnTo>
                  <a:lnTo>
                    <a:pt x="555777" y="334327"/>
                  </a:lnTo>
                  <a:lnTo>
                    <a:pt x="550926" y="335368"/>
                  </a:lnTo>
                  <a:lnTo>
                    <a:pt x="546925" y="335178"/>
                  </a:lnTo>
                  <a:lnTo>
                    <a:pt x="542925" y="334797"/>
                  </a:lnTo>
                  <a:lnTo>
                    <a:pt x="541020" y="333082"/>
                  </a:lnTo>
                  <a:lnTo>
                    <a:pt x="541210" y="330034"/>
                  </a:lnTo>
                  <a:lnTo>
                    <a:pt x="541274" y="329755"/>
                  </a:lnTo>
                  <a:lnTo>
                    <a:pt x="542429" y="324967"/>
                  </a:lnTo>
                  <a:lnTo>
                    <a:pt x="545490" y="319747"/>
                  </a:lnTo>
                  <a:lnTo>
                    <a:pt x="547192" y="317893"/>
                  </a:lnTo>
                  <a:lnTo>
                    <a:pt x="584060" y="317893"/>
                  </a:lnTo>
                  <a:lnTo>
                    <a:pt x="584060" y="310743"/>
                  </a:lnTo>
                  <a:lnTo>
                    <a:pt x="554901" y="310743"/>
                  </a:lnTo>
                  <a:lnTo>
                    <a:pt x="561403" y="305460"/>
                  </a:lnTo>
                  <a:lnTo>
                    <a:pt x="567207" y="301752"/>
                  </a:lnTo>
                  <a:lnTo>
                    <a:pt x="574636" y="297751"/>
                  </a:lnTo>
                  <a:lnTo>
                    <a:pt x="582256" y="293941"/>
                  </a:lnTo>
                  <a:lnTo>
                    <a:pt x="588924" y="292315"/>
                  </a:lnTo>
                  <a:lnTo>
                    <a:pt x="594639" y="292887"/>
                  </a:lnTo>
                  <a:lnTo>
                    <a:pt x="597217" y="293243"/>
                  </a:lnTo>
                  <a:lnTo>
                    <a:pt x="597217" y="285813"/>
                  </a:lnTo>
                  <a:lnTo>
                    <a:pt x="593496" y="283743"/>
                  </a:lnTo>
                  <a:lnTo>
                    <a:pt x="587692" y="282600"/>
                  </a:lnTo>
                  <a:lnTo>
                    <a:pt x="581215" y="283171"/>
                  </a:lnTo>
                  <a:lnTo>
                    <a:pt x="578142" y="283527"/>
                  </a:lnTo>
                  <a:lnTo>
                    <a:pt x="583285" y="281266"/>
                  </a:lnTo>
                  <a:lnTo>
                    <a:pt x="588276" y="278218"/>
                  </a:lnTo>
                  <a:lnTo>
                    <a:pt x="590931" y="276606"/>
                  </a:lnTo>
                  <a:lnTo>
                    <a:pt x="597217" y="271399"/>
                  </a:lnTo>
                  <a:lnTo>
                    <a:pt x="597217" y="248234"/>
                  </a:lnTo>
                  <a:lnTo>
                    <a:pt x="593788" y="252310"/>
                  </a:lnTo>
                  <a:lnTo>
                    <a:pt x="592302" y="253593"/>
                  </a:lnTo>
                  <a:lnTo>
                    <a:pt x="584060" y="253593"/>
                  </a:lnTo>
                  <a:lnTo>
                    <a:pt x="584060" y="260743"/>
                  </a:lnTo>
                  <a:lnTo>
                    <a:pt x="578637" y="265455"/>
                  </a:lnTo>
                  <a:lnTo>
                    <a:pt x="572922" y="269455"/>
                  </a:lnTo>
                  <a:lnTo>
                    <a:pt x="567207" y="272605"/>
                  </a:lnTo>
                  <a:lnTo>
                    <a:pt x="555777" y="277177"/>
                  </a:lnTo>
                  <a:lnTo>
                    <a:pt x="550926" y="278218"/>
                  </a:lnTo>
                  <a:lnTo>
                    <a:pt x="546925" y="278028"/>
                  </a:lnTo>
                  <a:lnTo>
                    <a:pt x="542925" y="277647"/>
                  </a:lnTo>
                  <a:lnTo>
                    <a:pt x="541020" y="275932"/>
                  </a:lnTo>
                  <a:lnTo>
                    <a:pt x="541210" y="272884"/>
                  </a:lnTo>
                  <a:lnTo>
                    <a:pt x="541274" y="272605"/>
                  </a:lnTo>
                  <a:lnTo>
                    <a:pt x="542429" y="267817"/>
                  </a:lnTo>
                  <a:lnTo>
                    <a:pt x="545490" y="262597"/>
                  </a:lnTo>
                  <a:lnTo>
                    <a:pt x="547192" y="260743"/>
                  </a:lnTo>
                  <a:lnTo>
                    <a:pt x="584060" y="260743"/>
                  </a:lnTo>
                  <a:lnTo>
                    <a:pt x="584060" y="253593"/>
                  </a:lnTo>
                  <a:lnTo>
                    <a:pt x="554901" y="253593"/>
                  </a:lnTo>
                  <a:lnTo>
                    <a:pt x="561403" y="248310"/>
                  </a:lnTo>
                  <a:lnTo>
                    <a:pt x="567207" y="244602"/>
                  </a:lnTo>
                  <a:lnTo>
                    <a:pt x="574636" y="240601"/>
                  </a:lnTo>
                  <a:lnTo>
                    <a:pt x="582256" y="236791"/>
                  </a:lnTo>
                  <a:lnTo>
                    <a:pt x="588924" y="235165"/>
                  </a:lnTo>
                  <a:lnTo>
                    <a:pt x="594639" y="235737"/>
                  </a:lnTo>
                  <a:lnTo>
                    <a:pt x="597217" y="236093"/>
                  </a:lnTo>
                  <a:lnTo>
                    <a:pt x="597217" y="228663"/>
                  </a:lnTo>
                  <a:lnTo>
                    <a:pt x="593496" y="226593"/>
                  </a:lnTo>
                  <a:lnTo>
                    <a:pt x="587692" y="225450"/>
                  </a:lnTo>
                  <a:lnTo>
                    <a:pt x="581215" y="226021"/>
                  </a:lnTo>
                  <a:lnTo>
                    <a:pt x="543191" y="242633"/>
                  </a:lnTo>
                  <a:lnTo>
                    <a:pt x="535952" y="253593"/>
                  </a:lnTo>
                  <a:lnTo>
                    <a:pt x="516686" y="253593"/>
                  </a:lnTo>
                  <a:lnTo>
                    <a:pt x="516686" y="260743"/>
                  </a:lnTo>
                  <a:lnTo>
                    <a:pt x="533933" y="260743"/>
                  </a:lnTo>
                  <a:lnTo>
                    <a:pt x="533488" y="262890"/>
                  </a:lnTo>
                  <a:lnTo>
                    <a:pt x="553212" y="288315"/>
                  </a:lnTo>
                  <a:lnTo>
                    <a:pt x="559498" y="287743"/>
                  </a:lnTo>
                  <a:lnTo>
                    <a:pt x="562406" y="287426"/>
                  </a:lnTo>
                  <a:lnTo>
                    <a:pt x="557314" y="289661"/>
                  </a:lnTo>
                  <a:lnTo>
                    <a:pt x="549783" y="294322"/>
                  </a:lnTo>
                  <a:lnTo>
                    <a:pt x="543191" y="299783"/>
                  </a:lnTo>
                  <a:lnTo>
                    <a:pt x="538276" y="305892"/>
                  </a:lnTo>
                  <a:lnTo>
                    <a:pt x="535952" y="310743"/>
                  </a:lnTo>
                  <a:lnTo>
                    <a:pt x="516686" y="310743"/>
                  </a:lnTo>
                  <a:lnTo>
                    <a:pt x="516686" y="317893"/>
                  </a:lnTo>
                  <a:lnTo>
                    <a:pt x="533933" y="317893"/>
                  </a:lnTo>
                  <a:lnTo>
                    <a:pt x="533488" y="320040"/>
                  </a:lnTo>
                  <a:lnTo>
                    <a:pt x="553212" y="345465"/>
                  </a:lnTo>
                  <a:lnTo>
                    <a:pt x="559498" y="344893"/>
                  </a:lnTo>
                  <a:lnTo>
                    <a:pt x="562406" y="344576"/>
                  </a:lnTo>
                  <a:lnTo>
                    <a:pt x="557314" y="346811"/>
                  </a:lnTo>
                  <a:lnTo>
                    <a:pt x="549783" y="351472"/>
                  </a:lnTo>
                  <a:lnTo>
                    <a:pt x="543191" y="356933"/>
                  </a:lnTo>
                  <a:lnTo>
                    <a:pt x="538276" y="363042"/>
                  </a:lnTo>
                  <a:lnTo>
                    <a:pt x="535952" y="367893"/>
                  </a:lnTo>
                  <a:lnTo>
                    <a:pt x="516686" y="367893"/>
                  </a:lnTo>
                  <a:lnTo>
                    <a:pt x="516686" y="375043"/>
                  </a:lnTo>
                  <a:lnTo>
                    <a:pt x="533933" y="375043"/>
                  </a:lnTo>
                  <a:lnTo>
                    <a:pt x="533488" y="377190"/>
                  </a:lnTo>
                  <a:lnTo>
                    <a:pt x="553212" y="402615"/>
                  </a:lnTo>
                  <a:lnTo>
                    <a:pt x="559498" y="402043"/>
                  </a:lnTo>
                  <a:lnTo>
                    <a:pt x="567575" y="401142"/>
                  </a:lnTo>
                  <a:lnTo>
                    <a:pt x="575500" y="398970"/>
                  </a:lnTo>
                  <a:lnTo>
                    <a:pt x="583285" y="395566"/>
                  </a:lnTo>
                  <a:lnTo>
                    <a:pt x="588276" y="392518"/>
                  </a:lnTo>
                  <a:lnTo>
                    <a:pt x="590931" y="390906"/>
                  </a:lnTo>
                  <a:lnTo>
                    <a:pt x="597649" y="385330"/>
                  </a:lnTo>
                  <a:lnTo>
                    <a:pt x="602640" y="379183"/>
                  </a:lnTo>
                  <a:lnTo>
                    <a:pt x="604659" y="375043"/>
                  </a:lnTo>
                  <a:lnTo>
                    <a:pt x="627837" y="375043"/>
                  </a:lnTo>
                  <a:lnTo>
                    <a:pt x="627837" y="367893"/>
                  </a:lnTo>
                  <a:lnTo>
                    <a:pt x="606907" y="367893"/>
                  </a:lnTo>
                  <a:lnTo>
                    <a:pt x="607504" y="365188"/>
                  </a:lnTo>
                  <a:lnTo>
                    <a:pt x="608266" y="356425"/>
                  </a:lnTo>
                  <a:lnTo>
                    <a:pt x="607212" y="353872"/>
                  </a:lnTo>
                  <a:lnTo>
                    <a:pt x="607212" y="317893"/>
                  </a:lnTo>
                  <a:lnTo>
                    <a:pt x="627837" y="317893"/>
                  </a:lnTo>
                  <a:lnTo>
                    <a:pt x="627837" y="310743"/>
                  </a:lnTo>
                  <a:lnTo>
                    <a:pt x="607212" y="310743"/>
                  </a:lnTo>
                  <a:lnTo>
                    <a:pt x="607212" y="309397"/>
                  </a:lnTo>
                  <a:lnTo>
                    <a:pt x="607504" y="308038"/>
                  </a:lnTo>
                  <a:lnTo>
                    <a:pt x="608266" y="299275"/>
                  </a:lnTo>
                  <a:lnTo>
                    <a:pt x="607212" y="296722"/>
                  </a:lnTo>
                  <a:lnTo>
                    <a:pt x="607212" y="260743"/>
                  </a:lnTo>
                  <a:lnTo>
                    <a:pt x="627837" y="260743"/>
                  </a:lnTo>
                  <a:lnTo>
                    <a:pt x="627837" y="253593"/>
                  </a:lnTo>
                  <a:lnTo>
                    <a:pt x="607212" y="253593"/>
                  </a:lnTo>
                  <a:lnTo>
                    <a:pt x="607212" y="252247"/>
                  </a:lnTo>
                  <a:lnTo>
                    <a:pt x="607504" y="250888"/>
                  </a:lnTo>
                  <a:lnTo>
                    <a:pt x="608266" y="242125"/>
                  </a:lnTo>
                  <a:lnTo>
                    <a:pt x="607212" y="239572"/>
                  </a:lnTo>
                  <a:lnTo>
                    <a:pt x="607212" y="203593"/>
                  </a:lnTo>
                  <a:lnTo>
                    <a:pt x="627837" y="203593"/>
                  </a:lnTo>
                  <a:lnTo>
                    <a:pt x="627837" y="196443"/>
                  </a:lnTo>
                  <a:close/>
                </a:path>
                <a:path w="1858645" h="802639">
                  <a:moveTo>
                    <a:pt x="1058329" y="425043"/>
                  </a:moveTo>
                  <a:lnTo>
                    <a:pt x="947191" y="425043"/>
                  </a:lnTo>
                  <a:lnTo>
                    <a:pt x="947191" y="432193"/>
                  </a:lnTo>
                  <a:lnTo>
                    <a:pt x="1058329" y="432193"/>
                  </a:lnTo>
                  <a:lnTo>
                    <a:pt x="1058329" y="425043"/>
                  </a:lnTo>
                  <a:close/>
                </a:path>
                <a:path w="1858645" h="802639">
                  <a:moveTo>
                    <a:pt x="1058329" y="196443"/>
                  </a:moveTo>
                  <a:lnTo>
                    <a:pt x="1037717" y="196443"/>
                  </a:lnTo>
                  <a:lnTo>
                    <a:pt x="1037717" y="164122"/>
                  </a:lnTo>
                  <a:lnTo>
                    <a:pt x="1038009" y="162585"/>
                  </a:lnTo>
                  <a:lnTo>
                    <a:pt x="1037818" y="155346"/>
                  </a:lnTo>
                  <a:lnTo>
                    <a:pt x="1037717" y="155143"/>
                  </a:lnTo>
                  <a:lnTo>
                    <a:pt x="1037717" y="14287"/>
                  </a:lnTo>
                  <a:lnTo>
                    <a:pt x="1027722" y="14287"/>
                  </a:lnTo>
                  <a:lnTo>
                    <a:pt x="1027722" y="144856"/>
                  </a:lnTo>
                  <a:lnTo>
                    <a:pt x="1027722" y="184213"/>
                  </a:lnTo>
                  <a:lnTo>
                    <a:pt x="1027722" y="196443"/>
                  </a:lnTo>
                  <a:lnTo>
                    <a:pt x="1009065" y="196443"/>
                  </a:lnTo>
                  <a:lnTo>
                    <a:pt x="1013777" y="194360"/>
                  </a:lnTo>
                  <a:lnTo>
                    <a:pt x="1021715" y="189445"/>
                  </a:lnTo>
                  <a:lnTo>
                    <a:pt x="1027722" y="184213"/>
                  </a:lnTo>
                  <a:lnTo>
                    <a:pt x="1027722" y="144856"/>
                  </a:lnTo>
                  <a:lnTo>
                    <a:pt x="1025715" y="143256"/>
                  </a:lnTo>
                  <a:lnTo>
                    <a:pt x="1019238" y="141541"/>
                  </a:lnTo>
                  <a:lnTo>
                    <a:pt x="1010856" y="141732"/>
                  </a:lnTo>
                  <a:lnTo>
                    <a:pt x="973302" y="159537"/>
                  </a:lnTo>
                  <a:lnTo>
                    <a:pt x="963714" y="179730"/>
                  </a:lnTo>
                  <a:lnTo>
                    <a:pt x="963904" y="186207"/>
                  </a:lnTo>
                  <a:lnTo>
                    <a:pt x="966381" y="191452"/>
                  </a:lnTo>
                  <a:lnTo>
                    <a:pt x="971143" y="195453"/>
                  </a:lnTo>
                  <a:lnTo>
                    <a:pt x="972388" y="196443"/>
                  </a:lnTo>
                  <a:lnTo>
                    <a:pt x="947191" y="196443"/>
                  </a:lnTo>
                  <a:lnTo>
                    <a:pt x="947191" y="203593"/>
                  </a:lnTo>
                  <a:lnTo>
                    <a:pt x="1027722" y="203593"/>
                  </a:lnTo>
                  <a:lnTo>
                    <a:pt x="1027722" y="253593"/>
                  </a:lnTo>
                  <a:lnTo>
                    <a:pt x="947191" y="253593"/>
                  </a:lnTo>
                  <a:lnTo>
                    <a:pt x="947191" y="260743"/>
                  </a:lnTo>
                  <a:lnTo>
                    <a:pt x="1027722" y="260743"/>
                  </a:lnTo>
                  <a:lnTo>
                    <a:pt x="1027722" y="310743"/>
                  </a:lnTo>
                  <a:lnTo>
                    <a:pt x="947191" y="310743"/>
                  </a:lnTo>
                  <a:lnTo>
                    <a:pt x="947191" y="317893"/>
                  </a:lnTo>
                  <a:lnTo>
                    <a:pt x="1027722" y="317893"/>
                  </a:lnTo>
                  <a:lnTo>
                    <a:pt x="1027722" y="344881"/>
                  </a:lnTo>
                  <a:lnTo>
                    <a:pt x="1025715" y="343281"/>
                  </a:lnTo>
                  <a:lnTo>
                    <a:pt x="1019238" y="341566"/>
                  </a:lnTo>
                  <a:lnTo>
                    <a:pt x="1010856" y="341757"/>
                  </a:lnTo>
                  <a:lnTo>
                    <a:pt x="973302" y="359562"/>
                  </a:lnTo>
                  <a:lnTo>
                    <a:pt x="967359" y="367893"/>
                  </a:lnTo>
                  <a:lnTo>
                    <a:pt x="947191" y="367893"/>
                  </a:lnTo>
                  <a:lnTo>
                    <a:pt x="947191" y="375043"/>
                  </a:lnTo>
                  <a:lnTo>
                    <a:pt x="964653" y="375043"/>
                  </a:lnTo>
                  <a:lnTo>
                    <a:pt x="963714" y="379755"/>
                  </a:lnTo>
                  <a:lnTo>
                    <a:pt x="988860" y="401193"/>
                  </a:lnTo>
                  <a:lnTo>
                    <a:pt x="997343" y="400240"/>
                  </a:lnTo>
                  <a:lnTo>
                    <a:pt x="1033360" y="377190"/>
                  </a:lnTo>
                  <a:lnTo>
                    <a:pt x="1034338" y="375043"/>
                  </a:lnTo>
                  <a:lnTo>
                    <a:pt x="1058329" y="375043"/>
                  </a:lnTo>
                  <a:lnTo>
                    <a:pt x="1058329" y="367893"/>
                  </a:lnTo>
                  <a:lnTo>
                    <a:pt x="1036993" y="367893"/>
                  </a:lnTo>
                  <a:lnTo>
                    <a:pt x="1038009" y="362610"/>
                  </a:lnTo>
                  <a:lnTo>
                    <a:pt x="1037818" y="355371"/>
                  </a:lnTo>
                  <a:lnTo>
                    <a:pt x="1037717" y="355168"/>
                  </a:lnTo>
                  <a:lnTo>
                    <a:pt x="1037717" y="317893"/>
                  </a:lnTo>
                  <a:lnTo>
                    <a:pt x="1058329" y="317893"/>
                  </a:lnTo>
                  <a:lnTo>
                    <a:pt x="1058329" y="310743"/>
                  </a:lnTo>
                  <a:lnTo>
                    <a:pt x="1037717" y="310743"/>
                  </a:lnTo>
                  <a:lnTo>
                    <a:pt x="1037717" y="260743"/>
                  </a:lnTo>
                  <a:lnTo>
                    <a:pt x="1058329" y="260743"/>
                  </a:lnTo>
                  <a:lnTo>
                    <a:pt x="1058329" y="253593"/>
                  </a:lnTo>
                  <a:lnTo>
                    <a:pt x="1037717" y="253593"/>
                  </a:lnTo>
                  <a:lnTo>
                    <a:pt x="1037717" y="203593"/>
                  </a:lnTo>
                  <a:lnTo>
                    <a:pt x="1058329" y="203593"/>
                  </a:lnTo>
                  <a:lnTo>
                    <a:pt x="1058329" y="196443"/>
                  </a:lnTo>
                  <a:close/>
                </a:path>
                <a:path w="1858645" h="802639">
                  <a:moveTo>
                    <a:pt x="1193774" y="425043"/>
                  </a:moveTo>
                  <a:lnTo>
                    <a:pt x="1082636" y="425043"/>
                  </a:lnTo>
                  <a:lnTo>
                    <a:pt x="1082636" y="432193"/>
                  </a:lnTo>
                  <a:lnTo>
                    <a:pt x="1193774" y="432193"/>
                  </a:lnTo>
                  <a:lnTo>
                    <a:pt x="1193774" y="425043"/>
                  </a:lnTo>
                  <a:close/>
                </a:path>
                <a:path w="1858645" h="802639">
                  <a:moveTo>
                    <a:pt x="1193774" y="196443"/>
                  </a:moveTo>
                  <a:lnTo>
                    <a:pt x="1173162" y="196443"/>
                  </a:lnTo>
                  <a:lnTo>
                    <a:pt x="1173162" y="164071"/>
                  </a:lnTo>
                  <a:lnTo>
                    <a:pt x="1173441" y="162585"/>
                  </a:lnTo>
                  <a:lnTo>
                    <a:pt x="1173251" y="155346"/>
                  </a:lnTo>
                  <a:lnTo>
                    <a:pt x="1173162" y="155168"/>
                  </a:lnTo>
                  <a:lnTo>
                    <a:pt x="1173162" y="7137"/>
                  </a:lnTo>
                  <a:lnTo>
                    <a:pt x="1163154" y="7137"/>
                  </a:lnTo>
                  <a:lnTo>
                    <a:pt x="1163154" y="144843"/>
                  </a:lnTo>
                  <a:lnTo>
                    <a:pt x="1163154" y="184213"/>
                  </a:lnTo>
                  <a:lnTo>
                    <a:pt x="1163154" y="196443"/>
                  </a:lnTo>
                  <a:lnTo>
                    <a:pt x="1144498" y="196443"/>
                  </a:lnTo>
                  <a:lnTo>
                    <a:pt x="1149210" y="194360"/>
                  </a:lnTo>
                  <a:lnTo>
                    <a:pt x="1157160" y="189445"/>
                  </a:lnTo>
                  <a:lnTo>
                    <a:pt x="1163154" y="184213"/>
                  </a:lnTo>
                  <a:lnTo>
                    <a:pt x="1163154" y="144843"/>
                  </a:lnTo>
                  <a:lnTo>
                    <a:pt x="1161161" y="143256"/>
                  </a:lnTo>
                  <a:lnTo>
                    <a:pt x="1154684" y="141541"/>
                  </a:lnTo>
                  <a:lnTo>
                    <a:pt x="1146302" y="141732"/>
                  </a:lnTo>
                  <a:lnTo>
                    <a:pt x="1108748" y="159537"/>
                  </a:lnTo>
                  <a:lnTo>
                    <a:pt x="1099146" y="179730"/>
                  </a:lnTo>
                  <a:lnTo>
                    <a:pt x="1099337" y="186207"/>
                  </a:lnTo>
                  <a:lnTo>
                    <a:pt x="1101813" y="191452"/>
                  </a:lnTo>
                  <a:lnTo>
                    <a:pt x="1106576" y="195453"/>
                  </a:lnTo>
                  <a:lnTo>
                    <a:pt x="1107821" y="196443"/>
                  </a:lnTo>
                  <a:lnTo>
                    <a:pt x="1082636" y="196443"/>
                  </a:lnTo>
                  <a:lnTo>
                    <a:pt x="1082636" y="203593"/>
                  </a:lnTo>
                  <a:lnTo>
                    <a:pt x="1163154" y="203593"/>
                  </a:lnTo>
                  <a:lnTo>
                    <a:pt x="1163154" y="253593"/>
                  </a:lnTo>
                  <a:lnTo>
                    <a:pt x="1082636" y="253593"/>
                  </a:lnTo>
                  <a:lnTo>
                    <a:pt x="1082636" y="260743"/>
                  </a:lnTo>
                  <a:lnTo>
                    <a:pt x="1163154" y="260743"/>
                  </a:lnTo>
                  <a:lnTo>
                    <a:pt x="1163154" y="310743"/>
                  </a:lnTo>
                  <a:lnTo>
                    <a:pt x="1082636" y="310743"/>
                  </a:lnTo>
                  <a:lnTo>
                    <a:pt x="1082636" y="317893"/>
                  </a:lnTo>
                  <a:lnTo>
                    <a:pt x="1163154" y="317893"/>
                  </a:lnTo>
                  <a:lnTo>
                    <a:pt x="1163154" y="344868"/>
                  </a:lnTo>
                  <a:lnTo>
                    <a:pt x="1161161" y="343281"/>
                  </a:lnTo>
                  <a:lnTo>
                    <a:pt x="1154684" y="341566"/>
                  </a:lnTo>
                  <a:lnTo>
                    <a:pt x="1146302" y="341757"/>
                  </a:lnTo>
                  <a:lnTo>
                    <a:pt x="1108748" y="359562"/>
                  </a:lnTo>
                  <a:lnTo>
                    <a:pt x="1102804" y="367893"/>
                  </a:lnTo>
                  <a:lnTo>
                    <a:pt x="1082636" y="367893"/>
                  </a:lnTo>
                  <a:lnTo>
                    <a:pt x="1082636" y="375043"/>
                  </a:lnTo>
                  <a:lnTo>
                    <a:pt x="1100086" y="375043"/>
                  </a:lnTo>
                  <a:lnTo>
                    <a:pt x="1099146" y="379755"/>
                  </a:lnTo>
                  <a:lnTo>
                    <a:pt x="1124292" y="401193"/>
                  </a:lnTo>
                  <a:lnTo>
                    <a:pt x="1132776" y="400240"/>
                  </a:lnTo>
                  <a:lnTo>
                    <a:pt x="1168806" y="377190"/>
                  </a:lnTo>
                  <a:lnTo>
                    <a:pt x="1169784" y="375043"/>
                  </a:lnTo>
                  <a:lnTo>
                    <a:pt x="1193774" y="375043"/>
                  </a:lnTo>
                  <a:lnTo>
                    <a:pt x="1193774" y="367893"/>
                  </a:lnTo>
                  <a:lnTo>
                    <a:pt x="1172438" y="367893"/>
                  </a:lnTo>
                  <a:lnTo>
                    <a:pt x="1173441" y="362610"/>
                  </a:lnTo>
                  <a:lnTo>
                    <a:pt x="1173251" y="355371"/>
                  </a:lnTo>
                  <a:lnTo>
                    <a:pt x="1173162" y="355193"/>
                  </a:lnTo>
                  <a:lnTo>
                    <a:pt x="1173162" y="317893"/>
                  </a:lnTo>
                  <a:lnTo>
                    <a:pt x="1193774" y="317893"/>
                  </a:lnTo>
                  <a:lnTo>
                    <a:pt x="1193774" y="310743"/>
                  </a:lnTo>
                  <a:lnTo>
                    <a:pt x="1173162" y="310743"/>
                  </a:lnTo>
                  <a:lnTo>
                    <a:pt x="1173162" y="260743"/>
                  </a:lnTo>
                  <a:lnTo>
                    <a:pt x="1193774" y="260743"/>
                  </a:lnTo>
                  <a:lnTo>
                    <a:pt x="1193774" y="253593"/>
                  </a:lnTo>
                  <a:lnTo>
                    <a:pt x="1173162" y="253593"/>
                  </a:lnTo>
                  <a:lnTo>
                    <a:pt x="1173162" y="203593"/>
                  </a:lnTo>
                  <a:lnTo>
                    <a:pt x="1193774" y="203593"/>
                  </a:lnTo>
                  <a:lnTo>
                    <a:pt x="1193774" y="196443"/>
                  </a:lnTo>
                  <a:close/>
                </a:path>
                <a:path w="1858645" h="802639">
                  <a:moveTo>
                    <a:pt x="1329220" y="425043"/>
                  </a:moveTo>
                  <a:lnTo>
                    <a:pt x="1218069" y="425043"/>
                  </a:lnTo>
                  <a:lnTo>
                    <a:pt x="1218069" y="432193"/>
                  </a:lnTo>
                  <a:lnTo>
                    <a:pt x="1329220" y="432193"/>
                  </a:lnTo>
                  <a:lnTo>
                    <a:pt x="1329220" y="425043"/>
                  </a:lnTo>
                  <a:close/>
                </a:path>
                <a:path w="1858645" h="802639">
                  <a:moveTo>
                    <a:pt x="1329220" y="367893"/>
                  </a:moveTo>
                  <a:lnTo>
                    <a:pt x="1218069" y="367893"/>
                  </a:lnTo>
                  <a:lnTo>
                    <a:pt x="1218069" y="375043"/>
                  </a:lnTo>
                  <a:lnTo>
                    <a:pt x="1329220" y="375043"/>
                  </a:lnTo>
                  <a:lnTo>
                    <a:pt x="1329220" y="367893"/>
                  </a:lnTo>
                  <a:close/>
                </a:path>
                <a:path w="1858645" h="802639">
                  <a:moveTo>
                    <a:pt x="1329220" y="139293"/>
                  </a:moveTo>
                  <a:lnTo>
                    <a:pt x="1308608" y="139293"/>
                  </a:lnTo>
                  <a:lnTo>
                    <a:pt x="1308608" y="0"/>
                  </a:lnTo>
                  <a:lnTo>
                    <a:pt x="1298600" y="0"/>
                  </a:lnTo>
                  <a:lnTo>
                    <a:pt x="1298600" y="139293"/>
                  </a:lnTo>
                  <a:lnTo>
                    <a:pt x="1218069" y="139293"/>
                  </a:lnTo>
                  <a:lnTo>
                    <a:pt x="1218069" y="146443"/>
                  </a:lnTo>
                  <a:lnTo>
                    <a:pt x="1298600" y="146443"/>
                  </a:lnTo>
                  <a:lnTo>
                    <a:pt x="1298600" y="196443"/>
                  </a:lnTo>
                  <a:lnTo>
                    <a:pt x="1218069" y="196443"/>
                  </a:lnTo>
                  <a:lnTo>
                    <a:pt x="1218069" y="203593"/>
                  </a:lnTo>
                  <a:lnTo>
                    <a:pt x="1298600" y="203593"/>
                  </a:lnTo>
                  <a:lnTo>
                    <a:pt x="1298600" y="253593"/>
                  </a:lnTo>
                  <a:lnTo>
                    <a:pt x="1218069" y="253593"/>
                  </a:lnTo>
                  <a:lnTo>
                    <a:pt x="1218069" y="260743"/>
                  </a:lnTo>
                  <a:lnTo>
                    <a:pt x="1298600" y="260743"/>
                  </a:lnTo>
                  <a:lnTo>
                    <a:pt x="1298600" y="310743"/>
                  </a:lnTo>
                  <a:lnTo>
                    <a:pt x="1218069" y="310743"/>
                  </a:lnTo>
                  <a:lnTo>
                    <a:pt x="1218069" y="317893"/>
                  </a:lnTo>
                  <a:lnTo>
                    <a:pt x="1298600" y="317893"/>
                  </a:lnTo>
                  <a:lnTo>
                    <a:pt x="1298600" y="331470"/>
                  </a:lnTo>
                  <a:lnTo>
                    <a:pt x="1308608" y="331470"/>
                  </a:lnTo>
                  <a:lnTo>
                    <a:pt x="1308608" y="317893"/>
                  </a:lnTo>
                  <a:lnTo>
                    <a:pt x="1329220" y="317893"/>
                  </a:lnTo>
                  <a:lnTo>
                    <a:pt x="1329220" y="310743"/>
                  </a:lnTo>
                  <a:lnTo>
                    <a:pt x="1308608" y="310743"/>
                  </a:lnTo>
                  <a:lnTo>
                    <a:pt x="1308608" y="260743"/>
                  </a:lnTo>
                  <a:lnTo>
                    <a:pt x="1329220" y="260743"/>
                  </a:lnTo>
                  <a:lnTo>
                    <a:pt x="1329220" y="253593"/>
                  </a:lnTo>
                  <a:lnTo>
                    <a:pt x="1308608" y="253593"/>
                  </a:lnTo>
                  <a:lnTo>
                    <a:pt x="1308608" y="203593"/>
                  </a:lnTo>
                  <a:lnTo>
                    <a:pt x="1329220" y="203593"/>
                  </a:lnTo>
                  <a:lnTo>
                    <a:pt x="1329220" y="196443"/>
                  </a:lnTo>
                  <a:lnTo>
                    <a:pt x="1308608" y="196443"/>
                  </a:lnTo>
                  <a:lnTo>
                    <a:pt x="1308608" y="146443"/>
                  </a:lnTo>
                  <a:lnTo>
                    <a:pt x="1329220" y="146443"/>
                  </a:lnTo>
                  <a:lnTo>
                    <a:pt x="1329220" y="139293"/>
                  </a:lnTo>
                  <a:close/>
                </a:path>
                <a:path w="1858645" h="802639">
                  <a:moveTo>
                    <a:pt x="1858568" y="485775"/>
                  </a:moveTo>
                  <a:lnTo>
                    <a:pt x="758456" y="485775"/>
                  </a:lnTo>
                  <a:lnTo>
                    <a:pt x="758456" y="432193"/>
                  </a:lnTo>
                  <a:lnTo>
                    <a:pt x="843076" y="432193"/>
                  </a:lnTo>
                  <a:lnTo>
                    <a:pt x="843076" y="425043"/>
                  </a:lnTo>
                  <a:lnTo>
                    <a:pt x="758456" y="425043"/>
                  </a:lnTo>
                  <a:lnTo>
                    <a:pt x="758456" y="399097"/>
                  </a:lnTo>
                  <a:lnTo>
                    <a:pt x="762749" y="401472"/>
                  </a:lnTo>
                  <a:lnTo>
                    <a:pt x="768464" y="402615"/>
                  </a:lnTo>
                  <a:lnTo>
                    <a:pt x="803529" y="392518"/>
                  </a:lnTo>
                  <a:lnTo>
                    <a:pt x="806183" y="390906"/>
                  </a:lnTo>
                  <a:lnTo>
                    <a:pt x="812901" y="385330"/>
                  </a:lnTo>
                  <a:lnTo>
                    <a:pt x="817892" y="379183"/>
                  </a:lnTo>
                  <a:lnTo>
                    <a:pt x="819912" y="375043"/>
                  </a:lnTo>
                  <a:lnTo>
                    <a:pt x="843076" y="375043"/>
                  </a:lnTo>
                  <a:lnTo>
                    <a:pt x="843076" y="367893"/>
                  </a:lnTo>
                  <a:lnTo>
                    <a:pt x="822159" y="367893"/>
                  </a:lnTo>
                  <a:lnTo>
                    <a:pt x="822756" y="365188"/>
                  </a:lnTo>
                  <a:lnTo>
                    <a:pt x="823518" y="356425"/>
                  </a:lnTo>
                  <a:lnTo>
                    <a:pt x="820648" y="349465"/>
                  </a:lnTo>
                  <a:lnTo>
                    <a:pt x="820559" y="349275"/>
                  </a:lnTo>
                  <a:lnTo>
                    <a:pt x="815035" y="344703"/>
                  </a:lnTo>
                  <a:lnTo>
                    <a:pt x="815035" y="354037"/>
                  </a:lnTo>
                  <a:lnTo>
                    <a:pt x="815035" y="357657"/>
                  </a:lnTo>
                  <a:lnTo>
                    <a:pt x="813041" y="361848"/>
                  </a:lnTo>
                  <a:lnTo>
                    <a:pt x="809040" y="366610"/>
                  </a:lnTo>
                  <a:lnTo>
                    <a:pt x="807554" y="367893"/>
                  </a:lnTo>
                  <a:lnTo>
                    <a:pt x="799312" y="367893"/>
                  </a:lnTo>
                  <a:lnTo>
                    <a:pt x="799312" y="375043"/>
                  </a:lnTo>
                  <a:lnTo>
                    <a:pt x="766178" y="392518"/>
                  </a:lnTo>
                  <a:lnTo>
                    <a:pt x="762177" y="392328"/>
                  </a:lnTo>
                  <a:lnTo>
                    <a:pt x="758456" y="391985"/>
                  </a:lnTo>
                  <a:lnTo>
                    <a:pt x="758456" y="380784"/>
                  </a:lnTo>
                  <a:lnTo>
                    <a:pt x="760742" y="376897"/>
                  </a:lnTo>
                  <a:lnTo>
                    <a:pt x="762444" y="375043"/>
                  </a:lnTo>
                  <a:lnTo>
                    <a:pt x="799312" y="375043"/>
                  </a:lnTo>
                  <a:lnTo>
                    <a:pt x="799312" y="367893"/>
                  </a:lnTo>
                  <a:lnTo>
                    <a:pt x="770153" y="367893"/>
                  </a:lnTo>
                  <a:lnTo>
                    <a:pt x="776655" y="362610"/>
                  </a:lnTo>
                  <a:lnTo>
                    <a:pt x="782459" y="358902"/>
                  </a:lnTo>
                  <a:lnTo>
                    <a:pt x="789889" y="354901"/>
                  </a:lnTo>
                  <a:lnTo>
                    <a:pt x="797509" y="351091"/>
                  </a:lnTo>
                  <a:lnTo>
                    <a:pt x="804176" y="349465"/>
                  </a:lnTo>
                  <a:lnTo>
                    <a:pt x="809891" y="350037"/>
                  </a:lnTo>
                  <a:lnTo>
                    <a:pt x="812749" y="350418"/>
                  </a:lnTo>
                  <a:lnTo>
                    <a:pt x="814463" y="351751"/>
                  </a:lnTo>
                  <a:lnTo>
                    <a:pt x="815035" y="354037"/>
                  </a:lnTo>
                  <a:lnTo>
                    <a:pt x="815035" y="344703"/>
                  </a:lnTo>
                  <a:lnTo>
                    <a:pt x="813892" y="343750"/>
                  </a:lnTo>
                  <a:lnTo>
                    <a:pt x="808748" y="340893"/>
                  </a:lnTo>
                  <a:lnTo>
                    <a:pt x="802944" y="339750"/>
                  </a:lnTo>
                  <a:lnTo>
                    <a:pt x="796467" y="340321"/>
                  </a:lnTo>
                  <a:lnTo>
                    <a:pt x="793394" y="340677"/>
                  </a:lnTo>
                  <a:lnTo>
                    <a:pt x="798537" y="338416"/>
                  </a:lnTo>
                  <a:lnTo>
                    <a:pt x="803529" y="335368"/>
                  </a:lnTo>
                  <a:lnTo>
                    <a:pt x="806183" y="333756"/>
                  </a:lnTo>
                  <a:lnTo>
                    <a:pt x="812901" y="328180"/>
                  </a:lnTo>
                  <a:lnTo>
                    <a:pt x="817892" y="322033"/>
                  </a:lnTo>
                  <a:lnTo>
                    <a:pt x="819912" y="317893"/>
                  </a:lnTo>
                  <a:lnTo>
                    <a:pt x="843076" y="317893"/>
                  </a:lnTo>
                  <a:lnTo>
                    <a:pt x="843076" y="310743"/>
                  </a:lnTo>
                  <a:lnTo>
                    <a:pt x="822159" y="310743"/>
                  </a:lnTo>
                  <a:lnTo>
                    <a:pt x="822756" y="308038"/>
                  </a:lnTo>
                  <a:lnTo>
                    <a:pt x="823518" y="299275"/>
                  </a:lnTo>
                  <a:lnTo>
                    <a:pt x="820648" y="292315"/>
                  </a:lnTo>
                  <a:lnTo>
                    <a:pt x="820559" y="292125"/>
                  </a:lnTo>
                  <a:lnTo>
                    <a:pt x="815035" y="287553"/>
                  </a:lnTo>
                  <a:lnTo>
                    <a:pt x="815035" y="296887"/>
                  </a:lnTo>
                  <a:lnTo>
                    <a:pt x="815035" y="300507"/>
                  </a:lnTo>
                  <a:lnTo>
                    <a:pt x="813041" y="304698"/>
                  </a:lnTo>
                  <a:lnTo>
                    <a:pt x="809040" y="309460"/>
                  </a:lnTo>
                  <a:lnTo>
                    <a:pt x="807554" y="310743"/>
                  </a:lnTo>
                  <a:lnTo>
                    <a:pt x="799312" y="310743"/>
                  </a:lnTo>
                  <a:lnTo>
                    <a:pt x="799312" y="317893"/>
                  </a:lnTo>
                  <a:lnTo>
                    <a:pt x="793889" y="322605"/>
                  </a:lnTo>
                  <a:lnTo>
                    <a:pt x="788174" y="326605"/>
                  </a:lnTo>
                  <a:lnTo>
                    <a:pt x="782459" y="329755"/>
                  </a:lnTo>
                  <a:lnTo>
                    <a:pt x="777659" y="331685"/>
                  </a:lnTo>
                  <a:lnTo>
                    <a:pt x="777659" y="344576"/>
                  </a:lnTo>
                  <a:lnTo>
                    <a:pt x="772566" y="346811"/>
                  </a:lnTo>
                  <a:lnTo>
                    <a:pt x="765035" y="351472"/>
                  </a:lnTo>
                  <a:lnTo>
                    <a:pt x="758456" y="356933"/>
                  </a:lnTo>
                  <a:lnTo>
                    <a:pt x="758456" y="341947"/>
                  </a:lnTo>
                  <a:lnTo>
                    <a:pt x="762749" y="344322"/>
                  </a:lnTo>
                  <a:lnTo>
                    <a:pt x="768464" y="345465"/>
                  </a:lnTo>
                  <a:lnTo>
                    <a:pt x="774750" y="344893"/>
                  </a:lnTo>
                  <a:lnTo>
                    <a:pt x="777659" y="344576"/>
                  </a:lnTo>
                  <a:lnTo>
                    <a:pt x="777659" y="331685"/>
                  </a:lnTo>
                  <a:lnTo>
                    <a:pt x="771029" y="334327"/>
                  </a:lnTo>
                  <a:lnTo>
                    <a:pt x="766178" y="335368"/>
                  </a:lnTo>
                  <a:lnTo>
                    <a:pt x="762177" y="335178"/>
                  </a:lnTo>
                  <a:lnTo>
                    <a:pt x="758456" y="334835"/>
                  </a:lnTo>
                  <a:lnTo>
                    <a:pt x="758456" y="325755"/>
                  </a:lnTo>
                  <a:lnTo>
                    <a:pt x="757478" y="325755"/>
                  </a:lnTo>
                  <a:lnTo>
                    <a:pt x="757669" y="324967"/>
                  </a:lnTo>
                  <a:lnTo>
                    <a:pt x="760742" y="319747"/>
                  </a:lnTo>
                  <a:lnTo>
                    <a:pt x="762444" y="317893"/>
                  </a:lnTo>
                  <a:lnTo>
                    <a:pt x="799312" y="317893"/>
                  </a:lnTo>
                  <a:lnTo>
                    <a:pt x="799312" y="310743"/>
                  </a:lnTo>
                  <a:lnTo>
                    <a:pt x="770153" y="310743"/>
                  </a:lnTo>
                  <a:lnTo>
                    <a:pt x="776655" y="305460"/>
                  </a:lnTo>
                  <a:lnTo>
                    <a:pt x="782459" y="301752"/>
                  </a:lnTo>
                  <a:lnTo>
                    <a:pt x="789889" y="297751"/>
                  </a:lnTo>
                  <a:lnTo>
                    <a:pt x="797509" y="293941"/>
                  </a:lnTo>
                  <a:lnTo>
                    <a:pt x="804176" y="292315"/>
                  </a:lnTo>
                  <a:lnTo>
                    <a:pt x="809891" y="292887"/>
                  </a:lnTo>
                  <a:lnTo>
                    <a:pt x="812749" y="293268"/>
                  </a:lnTo>
                  <a:lnTo>
                    <a:pt x="814463" y="294601"/>
                  </a:lnTo>
                  <a:lnTo>
                    <a:pt x="815035" y="296887"/>
                  </a:lnTo>
                  <a:lnTo>
                    <a:pt x="815035" y="287553"/>
                  </a:lnTo>
                  <a:lnTo>
                    <a:pt x="813892" y="286600"/>
                  </a:lnTo>
                  <a:lnTo>
                    <a:pt x="808748" y="283743"/>
                  </a:lnTo>
                  <a:lnTo>
                    <a:pt x="802944" y="282600"/>
                  </a:lnTo>
                  <a:lnTo>
                    <a:pt x="796467" y="283171"/>
                  </a:lnTo>
                  <a:lnTo>
                    <a:pt x="758444" y="299783"/>
                  </a:lnTo>
                  <a:lnTo>
                    <a:pt x="751205" y="310743"/>
                  </a:lnTo>
                  <a:lnTo>
                    <a:pt x="731939" y="310743"/>
                  </a:lnTo>
                  <a:lnTo>
                    <a:pt x="731939" y="317893"/>
                  </a:lnTo>
                  <a:lnTo>
                    <a:pt x="749185" y="317893"/>
                  </a:lnTo>
                  <a:lnTo>
                    <a:pt x="748741" y="320040"/>
                  </a:lnTo>
                  <a:lnTo>
                    <a:pt x="747788" y="328803"/>
                  </a:lnTo>
                  <a:lnTo>
                    <a:pt x="748461" y="330428"/>
                  </a:lnTo>
                  <a:lnTo>
                    <a:pt x="748461" y="367893"/>
                  </a:lnTo>
                  <a:lnTo>
                    <a:pt x="731939" y="367893"/>
                  </a:lnTo>
                  <a:lnTo>
                    <a:pt x="731939" y="375043"/>
                  </a:lnTo>
                  <a:lnTo>
                    <a:pt x="748461" y="375043"/>
                  </a:lnTo>
                  <a:lnTo>
                    <a:pt x="748461" y="379768"/>
                  </a:lnTo>
                  <a:lnTo>
                    <a:pt x="747788" y="385953"/>
                  </a:lnTo>
                  <a:lnTo>
                    <a:pt x="748461" y="387578"/>
                  </a:lnTo>
                  <a:lnTo>
                    <a:pt x="748461" y="425043"/>
                  </a:lnTo>
                  <a:lnTo>
                    <a:pt x="731939" y="425043"/>
                  </a:lnTo>
                  <a:lnTo>
                    <a:pt x="731939" y="432193"/>
                  </a:lnTo>
                  <a:lnTo>
                    <a:pt x="748461" y="432193"/>
                  </a:lnTo>
                  <a:lnTo>
                    <a:pt x="748461" y="485775"/>
                  </a:lnTo>
                  <a:lnTo>
                    <a:pt x="748461" y="491490"/>
                  </a:lnTo>
                  <a:lnTo>
                    <a:pt x="748461" y="542925"/>
                  </a:lnTo>
                  <a:lnTo>
                    <a:pt x="748461" y="548640"/>
                  </a:lnTo>
                  <a:lnTo>
                    <a:pt x="748461" y="600075"/>
                  </a:lnTo>
                  <a:lnTo>
                    <a:pt x="347472" y="600075"/>
                  </a:lnTo>
                  <a:lnTo>
                    <a:pt x="347472" y="548640"/>
                  </a:lnTo>
                  <a:lnTo>
                    <a:pt x="748461" y="548640"/>
                  </a:lnTo>
                  <a:lnTo>
                    <a:pt x="748461" y="542925"/>
                  </a:lnTo>
                  <a:lnTo>
                    <a:pt x="347472" y="542925"/>
                  </a:lnTo>
                  <a:lnTo>
                    <a:pt x="347472" y="491490"/>
                  </a:lnTo>
                  <a:lnTo>
                    <a:pt x="748461" y="491490"/>
                  </a:lnTo>
                  <a:lnTo>
                    <a:pt x="748461" y="485775"/>
                  </a:lnTo>
                  <a:lnTo>
                    <a:pt x="334772" y="485775"/>
                  </a:lnTo>
                  <a:lnTo>
                    <a:pt x="334772" y="491490"/>
                  </a:lnTo>
                  <a:lnTo>
                    <a:pt x="338899" y="491490"/>
                  </a:lnTo>
                  <a:lnTo>
                    <a:pt x="338899" y="542925"/>
                  </a:lnTo>
                  <a:lnTo>
                    <a:pt x="334772" y="542925"/>
                  </a:lnTo>
                  <a:lnTo>
                    <a:pt x="334772" y="548640"/>
                  </a:lnTo>
                  <a:lnTo>
                    <a:pt x="338899" y="548640"/>
                  </a:lnTo>
                  <a:lnTo>
                    <a:pt x="338899" y="600075"/>
                  </a:lnTo>
                  <a:lnTo>
                    <a:pt x="334772" y="600075"/>
                  </a:lnTo>
                  <a:lnTo>
                    <a:pt x="334772" y="605790"/>
                  </a:lnTo>
                  <a:lnTo>
                    <a:pt x="338899" y="605790"/>
                  </a:lnTo>
                  <a:lnTo>
                    <a:pt x="338899" y="657225"/>
                  </a:lnTo>
                  <a:lnTo>
                    <a:pt x="334772" y="657225"/>
                  </a:lnTo>
                  <a:lnTo>
                    <a:pt x="334772" y="662940"/>
                  </a:lnTo>
                  <a:lnTo>
                    <a:pt x="338899" y="662940"/>
                  </a:lnTo>
                  <a:lnTo>
                    <a:pt x="338899" y="714375"/>
                  </a:lnTo>
                  <a:lnTo>
                    <a:pt x="334772" y="714375"/>
                  </a:lnTo>
                  <a:lnTo>
                    <a:pt x="334772" y="720090"/>
                  </a:lnTo>
                  <a:lnTo>
                    <a:pt x="338899" y="720090"/>
                  </a:lnTo>
                  <a:lnTo>
                    <a:pt x="347472" y="720090"/>
                  </a:lnTo>
                  <a:lnTo>
                    <a:pt x="553161" y="720090"/>
                  </a:lnTo>
                  <a:lnTo>
                    <a:pt x="572922" y="745807"/>
                  </a:lnTo>
                  <a:lnTo>
                    <a:pt x="572922" y="746379"/>
                  </a:lnTo>
                  <a:lnTo>
                    <a:pt x="566254" y="742759"/>
                  </a:lnTo>
                  <a:lnTo>
                    <a:pt x="560349" y="740943"/>
                  </a:lnTo>
                  <a:lnTo>
                    <a:pt x="555205" y="740943"/>
                  </a:lnTo>
                  <a:lnTo>
                    <a:pt x="546328" y="742289"/>
                  </a:lnTo>
                  <a:lnTo>
                    <a:pt x="539711" y="746023"/>
                  </a:lnTo>
                  <a:lnTo>
                    <a:pt x="535330" y="752144"/>
                  </a:lnTo>
                  <a:lnTo>
                    <a:pt x="533209" y="760666"/>
                  </a:lnTo>
                  <a:lnTo>
                    <a:pt x="534441" y="767168"/>
                  </a:lnTo>
                  <a:lnTo>
                    <a:pt x="536714" y="773239"/>
                  </a:lnTo>
                  <a:lnTo>
                    <a:pt x="540016" y="778878"/>
                  </a:lnTo>
                  <a:lnTo>
                    <a:pt x="544347" y="784098"/>
                  </a:lnTo>
                  <a:lnTo>
                    <a:pt x="564921" y="802093"/>
                  </a:lnTo>
                  <a:lnTo>
                    <a:pt x="568071" y="797521"/>
                  </a:lnTo>
                  <a:lnTo>
                    <a:pt x="564451" y="794664"/>
                  </a:lnTo>
                  <a:lnTo>
                    <a:pt x="561213" y="790194"/>
                  </a:lnTo>
                  <a:lnTo>
                    <a:pt x="558355" y="784098"/>
                  </a:lnTo>
                  <a:lnTo>
                    <a:pt x="555307" y="778002"/>
                  </a:lnTo>
                  <a:lnTo>
                    <a:pt x="555777" y="771423"/>
                  </a:lnTo>
                  <a:lnTo>
                    <a:pt x="559777" y="764374"/>
                  </a:lnTo>
                  <a:lnTo>
                    <a:pt x="563016" y="759612"/>
                  </a:lnTo>
                  <a:lnTo>
                    <a:pt x="567118" y="757326"/>
                  </a:lnTo>
                  <a:lnTo>
                    <a:pt x="572071" y="757516"/>
                  </a:lnTo>
                  <a:lnTo>
                    <a:pt x="577215" y="757897"/>
                  </a:lnTo>
                  <a:lnTo>
                    <a:pt x="582549" y="759612"/>
                  </a:lnTo>
                  <a:lnTo>
                    <a:pt x="588073" y="762660"/>
                  </a:lnTo>
                  <a:lnTo>
                    <a:pt x="591502" y="758088"/>
                  </a:lnTo>
                  <a:lnTo>
                    <a:pt x="576643" y="738378"/>
                  </a:lnTo>
                  <a:lnTo>
                    <a:pt x="571881" y="731139"/>
                  </a:lnTo>
                  <a:lnTo>
                    <a:pt x="569404" y="723519"/>
                  </a:lnTo>
                  <a:lnTo>
                    <a:pt x="569315" y="720090"/>
                  </a:lnTo>
                  <a:lnTo>
                    <a:pt x="1858568" y="720090"/>
                  </a:lnTo>
                  <a:lnTo>
                    <a:pt x="1858568" y="714375"/>
                  </a:lnTo>
                  <a:lnTo>
                    <a:pt x="569468" y="714375"/>
                  </a:lnTo>
                  <a:lnTo>
                    <a:pt x="571423" y="705688"/>
                  </a:lnTo>
                  <a:lnTo>
                    <a:pt x="576072" y="695363"/>
                  </a:lnTo>
                  <a:lnTo>
                    <a:pt x="583145" y="684542"/>
                  </a:lnTo>
                  <a:lnTo>
                    <a:pt x="592645" y="673227"/>
                  </a:lnTo>
                  <a:lnTo>
                    <a:pt x="584136" y="662940"/>
                  </a:lnTo>
                  <a:lnTo>
                    <a:pt x="1858568" y="662940"/>
                  </a:lnTo>
                  <a:lnTo>
                    <a:pt x="1858568" y="657225"/>
                  </a:lnTo>
                  <a:lnTo>
                    <a:pt x="579399" y="657225"/>
                  </a:lnTo>
                  <a:lnTo>
                    <a:pt x="555777" y="628650"/>
                  </a:lnTo>
                  <a:lnTo>
                    <a:pt x="546061" y="628650"/>
                  </a:lnTo>
                  <a:lnTo>
                    <a:pt x="550659" y="634377"/>
                  </a:lnTo>
                  <a:lnTo>
                    <a:pt x="554431" y="640435"/>
                  </a:lnTo>
                  <a:lnTo>
                    <a:pt x="557377" y="646811"/>
                  </a:lnTo>
                  <a:lnTo>
                    <a:pt x="559498" y="653503"/>
                  </a:lnTo>
                  <a:lnTo>
                    <a:pt x="559536" y="657225"/>
                  </a:lnTo>
                  <a:lnTo>
                    <a:pt x="559155" y="657225"/>
                  </a:lnTo>
                  <a:lnTo>
                    <a:pt x="559155" y="662940"/>
                  </a:lnTo>
                  <a:lnTo>
                    <a:pt x="536917" y="698944"/>
                  </a:lnTo>
                  <a:lnTo>
                    <a:pt x="548767" y="714375"/>
                  </a:lnTo>
                  <a:lnTo>
                    <a:pt x="347472" y="714375"/>
                  </a:lnTo>
                  <a:lnTo>
                    <a:pt x="347472" y="662940"/>
                  </a:lnTo>
                  <a:lnTo>
                    <a:pt x="559155" y="662940"/>
                  </a:lnTo>
                  <a:lnTo>
                    <a:pt x="559155" y="657225"/>
                  </a:lnTo>
                  <a:lnTo>
                    <a:pt x="347472" y="657225"/>
                  </a:lnTo>
                  <a:lnTo>
                    <a:pt x="347472" y="605790"/>
                  </a:lnTo>
                  <a:lnTo>
                    <a:pt x="1858568" y="605790"/>
                  </a:lnTo>
                  <a:lnTo>
                    <a:pt x="1858568" y="600075"/>
                  </a:lnTo>
                  <a:lnTo>
                    <a:pt x="758456" y="600075"/>
                  </a:lnTo>
                  <a:lnTo>
                    <a:pt x="758456" y="548640"/>
                  </a:lnTo>
                  <a:lnTo>
                    <a:pt x="1858568" y="548640"/>
                  </a:lnTo>
                  <a:lnTo>
                    <a:pt x="1858568" y="542925"/>
                  </a:lnTo>
                  <a:lnTo>
                    <a:pt x="758456" y="542925"/>
                  </a:lnTo>
                  <a:lnTo>
                    <a:pt x="758456" y="491490"/>
                  </a:lnTo>
                  <a:lnTo>
                    <a:pt x="1858568" y="491490"/>
                  </a:lnTo>
                  <a:lnTo>
                    <a:pt x="1858568" y="4857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625267" y="5036334"/>
              <a:ext cx="603885" cy="579120"/>
            </a:xfrm>
            <a:custGeom>
              <a:avLst/>
              <a:gdLst/>
              <a:ahLst/>
              <a:cxnLst/>
              <a:rect l="l" t="t" r="r" b="b"/>
              <a:pathLst>
                <a:path w="603885" h="579120">
                  <a:moveTo>
                    <a:pt x="90817" y="313004"/>
                  </a:moveTo>
                  <a:lnTo>
                    <a:pt x="90627" y="305765"/>
                  </a:lnTo>
                  <a:lnTo>
                    <a:pt x="88061" y="300532"/>
                  </a:lnTo>
                  <a:lnTo>
                    <a:pt x="83108" y="297294"/>
                  </a:lnTo>
                  <a:lnTo>
                    <a:pt x="78536" y="293674"/>
                  </a:lnTo>
                  <a:lnTo>
                    <a:pt x="72059" y="291960"/>
                  </a:lnTo>
                  <a:lnTo>
                    <a:pt x="63677" y="292150"/>
                  </a:lnTo>
                  <a:lnTo>
                    <a:pt x="55740" y="293116"/>
                  </a:lnTo>
                  <a:lnTo>
                    <a:pt x="21170" y="316217"/>
                  </a:lnTo>
                  <a:lnTo>
                    <a:pt x="16522" y="330149"/>
                  </a:lnTo>
                  <a:lnTo>
                    <a:pt x="16713" y="336626"/>
                  </a:lnTo>
                  <a:lnTo>
                    <a:pt x="41668" y="351586"/>
                  </a:lnTo>
                  <a:lnTo>
                    <a:pt x="50152" y="350634"/>
                  </a:lnTo>
                  <a:lnTo>
                    <a:pt x="86169" y="327583"/>
                  </a:lnTo>
                  <a:lnTo>
                    <a:pt x="89369" y="320573"/>
                  </a:lnTo>
                  <a:lnTo>
                    <a:pt x="90817" y="313004"/>
                  </a:lnTo>
                  <a:close/>
                </a:path>
                <a:path w="603885" h="579120">
                  <a:moveTo>
                    <a:pt x="90817" y="112979"/>
                  </a:moveTo>
                  <a:lnTo>
                    <a:pt x="90627" y="105740"/>
                  </a:lnTo>
                  <a:lnTo>
                    <a:pt x="88061" y="100507"/>
                  </a:lnTo>
                  <a:lnTo>
                    <a:pt x="83108" y="97269"/>
                  </a:lnTo>
                  <a:lnTo>
                    <a:pt x="78536" y="93649"/>
                  </a:lnTo>
                  <a:lnTo>
                    <a:pt x="72059" y="91935"/>
                  </a:lnTo>
                  <a:lnTo>
                    <a:pt x="63677" y="92125"/>
                  </a:lnTo>
                  <a:lnTo>
                    <a:pt x="55740" y="93091"/>
                  </a:lnTo>
                  <a:lnTo>
                    <a:pt x="21170" y="116192"/>
                  </a:lnTo>
                  <a:lnTo>
                    <a:pt x="16522" y="130124"/>
                  </a:lnTo>
                  <a:lnTo>
                    <a:pt x="16713" y="136601"/>
                  </a:lnTo>
                  <a:lnTo>
                    <a:pt x="41668" y="151561"/>
                  </a:lnTo>
                  <a:lnTo>
                    <a:pt x="50152" y="150609"/>
                  </a:lnTo>
                  <a:lnTo>
                    <a:pt x="86169" y="127558"/>
                  </a:lnTo>
                  <a:lnTo>
                    <a:pt x="89369" y="120548"/>
                  </a:lnTo>
                  <a:lnTo>
                    <a:pt x="90817" y="112979"/>
                  </a:lnTo>
                  <a:close/>
                </a:path>
                <a:path w="603885" h="579120">
                  <a:moveTo>
                    <a:pt x="111150" y="404012"/>
                  </a:moveTo>
                  <a:lnTo>
                    <a:pt x="0" y="404012"/>
                  </a:lnTo>
                  <a:lnTo>
                    <a:pt x="0" y="411162"/>
                  </a:lnTo>
                  <a:lnTo>
                    <a:pt x="111150" y="411162"/>
                  </a:lnTo>
                  <a:lnTo>
                    <a:pt x="111150" y="404012"/>
                  </a:lnTo>
                  <a:close/>
                </a:path>
                <a:path w="603885" h="579120">
                  <a:moveTo>
                    <a:pt x="435178" y="175412"/>
                  </a:moveTo>
                  <a:lnTo>
                    <a:pt x="414566" y="175412"/>
                  </a:lnTo>
                  <a:lnTo>
                    <a:pt x="414566" y="143090"/>
                  </a:lnTo>
                  <a:lnTo>
                    <a:pt x="414858" y="141554"/>
                  </a:lnTo>
                  <a:lnTo>
                    <a:pt x="414667" y="134315"/>
                  </a:lnTo>
                  <a:lnTo>
                    <a:pt x="414566" y="134112"/>
                  </a:lnTo>
                  <a:lnTo>
                    <a:pt x="414566" y="7543"/>
                  </a:lnTo>
                  <a:lnTo>
                    <a:pt x="404571" y="7543"/>
                  </a:lnTo>
                  <a:lnTo>
                    <a:pt x="404571" y="123825"/>
                  </a:lnTo>
                  <a:lnTo>
                    <a:pt x="404571" y="163182"/>
                  </a:lnTo>
                  <a:lnTo>
                    <a:pt x="404571" y="175412"/>
                  </a:lnTo>
                  <a:lnTo>
                    <a:pt x="385902" y="175412"/>
                  </a:lnTo>
                  <a:lnTo>
                    <a:pt x="390613" y="173329"/>
                  </a:lnTo>
                  <a:lnTo>
                    <a:pt x="398564" y="168414"/>
                  </a:lnTo>
                  <a:lnTo>
                    <a:pt x="404571" y="163182"/>
                  </a:lnTo>
                  <a:lnTo>
                    <a:pt x="404571" y="123825"/>
                  </a:lnTo>
                  <a:lnTo>
                    <a:pt x="402564" y="122224"/>
                  </a:lnTo>
                  <a:lnTo>
                    <a:pt x="396087" y="120510"/>
                  </a:lnTo>
                  <a:lnTo>
                    <a:pt x="387705" y="120700"/>
                  </a:lnTo>
                  <a:lnTo>
                    <a:pt x="350151" y="138506"/>
                  </a:lnTo>
                  <a:lnTo>
                    <a:pt x="340563" y="158699"/>
                  </a:lnTo>
                  <a:lnTo>
                    <a:pt x="340753" y="165176"/>
                  </a:lnTo>
                  <a:lnTo>
                    <a:pt x="343230" y="170421"/>
                  </a:lnTo>
                  <a:lnTo>
                    <a:pt x="347992" y="174421"/>
                  </a:lnTo>
                  <a:lnTo>
                    <a:pt x="349237" y="175412"/>
                  </a:lnTo>
                  <a:lnTo>
                    <a:pt x="324040" y="175412"/>
                  </a:lnTo>
                  <a:lnTo>
                    <a:pt x="324040" y="182562"/>
                  </a:lnTo>
                  <a:lnTo>
                    <a:pt x="404571" y="182562"/>
                  </a:lnTo>
                  <a:lnTo>
                    <a:pt x="404571" y="232562"/>
                  </a:lnTo>
                  <a:lnTo>
                    <a:pt x="324040" y="232562"/>
                  </a:lnTo>
                  <a:lnTo>
                    <a:pt x="324040" y="239712"/>
                  </a:lnTo>
                  <a:lnTo>
                    <a:pt x="404571" y="239712"/>
                  </a:lnTo>
                  <a:lnTo>
                    <a:pt x="404571" y="289712"/>
                  </a:lnTo>
                  <a:lnTo>
                    <a:pt x="404571" y="296862"/>
                  </a:lnTo>
                  <a:lnTo>
                    <a:pt x="404571" y="323850"/>
                  </a:lnTo>
                  <a:lnTo>
                    <a:pt x="402564" y="322249"/>
                  </a:lnTo>
                  <a:lnTo>
                    <a:pt x="396087" y="320535"/>
                  </a:lnTo>
                  <a:lnTo>
                    <a:pt x="387705" y="320725"/>
                  </a:lnTo>
                  <a:lnTo>
                    <a:pt x="379780" y="321691"/>
                  </a:lnTo>
                  <a:lnTo>
                    <a:pt x="345198" y="344792"/>
                  </a:lnTo>
                  <a:lnTo>
                    <a:pt x="344208" y="346862"/>
                  </a:lnTo>
                  <a:lnTo>
                    <a:pt x="332308" y="346862"/>
                  </a:lnTo>
                  <a:lnTo>
                    <a:pt x="324040" y="346862"/>
                  </a:lnTo>
                  <a:lnTo>
                    <a:pt x="310972" y="346862"/>
                  </a:lnTo>
                  <a:lnTo>
                    <a:pt x="311988" y="341579"/>
                  </a:lnTo>
                  <a:lnTo>
                    <a:pt x="311797" y="334340"/>
                  </a:lnTo>
                  <a:lnTo>
                    <a:pt x="309219" y="329107"/>
                  </a:lnTo>
                  <a:lnTo>
                    <a:pt x="304266" y="325869"/>
                  </a:lnTo>
                  <a:lnTo>
                    <a:pt x="299694" y="322249"/>
                  </a:lnTo>
                  <a:lnTo>
                    <a:pt x="293217" y="320535"/>
                  </a:lnTo>
                  <a:lnTo>
                    <a:pt x="284835" y="320725"/>
                  </a:lnTo>
                  <a:lnTo>
                    <a:pt x="276910" y="321691"/>
                  </a:lnTo>
                  <a:lnTo>
                    <a:pt x="269125" y="324002"/>
                  </a:lnTo>
                  <a:lnTo>
                    <a:pt x="261480" y="327685"/>
                  </a:lnTo>
                  <a:lnTo>
                    <a:pt x="253974" y="332727"/>
                  </a:lnTo>
                  <a:lnTo>
                    <a:pt x="247688" y="338188"/>
                  </a:lnTo>
                  <a:lnTo>
                    <a:pt x="247688" y="319328"/>
                  </a:lnTo>
                  <a:lnTo>
                    <a:pt x="249694" y="320916"/>
                  </a:lnTo>
                  <a:lnTo>
                    <a:pt x="255600" y="322821"/>
                  </a:lnTo>
                  <a:lnTo>
                    <a:pt x="262839" y="323011"/>
                  </a:lnTo>
                  <a:lnTo>
                    <a:pt x="271322" y="322059"/>
                  </a:lnTo>
                  <a:lnTo>
                    <a:pt x="307340" y="299008"/>
                  </a:lnTo>
                  <a:lnTo>
                    <a:pt x="308317" y="296862"/>
                  </a:lnTo>
                  <a:lnTo>
                    <a:pt x="324040" y="296862"/>
                  </a:lnTo>
                  <a:lnTo>
                    <a:pt x="332308" y="296862"/>
                  </a:lnTo>
                  <a:lnTo>
                    <a:pt x="404571" y="296862"/>
                  </a:lnTo>
                  <a:lnTo>
                    <a:pt x="404571" y="289712"/>
                  </a:lnTo>
                  <a:lnTo>
                    <a:pt x="332308" y="289712"/>
                  </a:lnTo>
                  <a:lnTo>
                    <a:pt x="324040" y="289712"/>
                  </a:lnTo>
                  <a:lnTo>
                    <a:pt x="310972" y="289712"/>
                  </a:lnTo>
                  <a:lnTo>
                    <a:pt x="311988" y="284429"/>
                  </a:lnTo>
                  <a:lnTo>
                    <a:pt x="311797" y="277190"/>
                  </a:lnTo>
                  <a:lnTo>
                    <a:pt x="309219" y="271957"/>
                  </a:lnTo>
                  <a:lnTo>
                    <a:pt x="304266" y="268719"/>
                  </a:lnTo>
                  <a:lnTo>
                    <a:pt x="299694" y="265099"/>
                  </a:lnTo>
                  <a:lnTo>
                    <a:pt x="293217" y="263385"/>
                  </a:lnTo>
                  <a:lnTo>
                    <a:pt x="284835" y="263575"/>
                  </a:lnTo>
                  <a:lnTo>
                    <a:pt x="276910" y="264541"/>
                  </a:lnTo>
                  <a:lnTo>
                    <a:pt x="242328" y="287642"/>
                  </a:lnTo>
                  <a:lnTo>
                    <a:pt x="241338" y="289712"/>
                  </a:lnTo>
                  <a:lnTo>
                    <a:pt x="238633" y="289712"/>
                  </a:lnTo>
                  <a:lnTo>
                    <a:pt x="238633" y="296862"/>
                  </a:lnTo>
                  <a:lnTo>
                    <a:pt x="237693" y="301574"/>
                  </a:lnTo>
                  <a:lnTo>
                    <a:pt x="237782" y="304723"/>
                  </a:lnTo>
                  <a:lnTo>
                    <a:pt x="237693" y="346862"/>
                  </a:lnTo>
                  <a:lnTo>
                    <a:pt x="225247" y="346862"/>
                  </a:lnTo>
                  <a:lnTo>
                    <a:pt x="226263" y="341579"/>
                  </a:lnTo>
                  <a:lnTo>
                    <a:pt x="226072" y="334340"/>
                  </a:lnTo>
                  <a:lnTo>
                    <a:pt x="225971" y="334137"/>
                  </a:lnTo>
                  <a:lnTo>
                    <a:pt x="225971" y="296862"/>
                  </a:lnTo>
                  <a:lnTo>
                    <a:pt x="238633" y="296862"/>
                  </a:lnTo>
                  <a:lnTo>
                    <a:pt x="238633" y="289712"/>
                  </a:lnTo>
                  <a:lnTo>
                    <a:pt x="225971" y="289712"/>
                  </a:lnTo>
                  <a:lnTo>
                    <a:pt x="225971" y="239712"/>
                  </a:lnTo>
                  <a:lnTo>
                    <a:pt x="246583" y="239712"/>
                  </a:lnTo>
                  <a:lnTo>
                    <a:pt x="246583" y="232562"/>
                  </a:lnTo>
                  <a:lnTo>
                    <a:pt x="225971" y="232562"/>
                  </a:lnTo>
                  <a:lnTo>
                    <a:pt x="225971" y="182562"/>
                  </a:lnTo>
                  <a:lnTo>
                    <a:pt x="246583" y="182562"/>
                  </a:lnTo>
                  <a:lnTo>
                    <a:pt x="246583" y="175412"/>
                  </a:lnTo>
                  <a:lnTo>
                    <a:pt x="225971" y="175412"/>
                  </a:lnTo>
                  <a:lnTo>
                    <a:pt x="225971" y="143090"/>
                  </a:lnTo>
                  <a:lnTo>
                    <a:pt x="226263" y="141554"/>
                  </a:lnTo>
                  <a:lnTo>
                    <a:pt x="226072" y="134315"/>
                  </a:lnTo>
                  <a:lnTo>
                    <a:pt x="225971" y="134112"/>
                  </a:lnTo>
                  <a:lnTo>
                    <a:pt x="225971" y="0"/>
                  </a:lnTo>
                  <a:lnTo>
                    <a:pt x="215976" y="0"/>
                  </a:lnTo>
                  <a:lnTo>
                    <a:pt x="215976" y="123825"/>
                  </a:lnTo>
                  <a:lnTo>
                    <a:pt x="215976" y="163182"/>
                  </a:lnTo>
                  <a:lnTo>
                    <a:pt x="215976" y="175412"/>
                  </a:lnTo>
                  <a:lnTo>
                    <a:pt x="197307" y="175412"/>
                  </a:lnTo>
                  <a:lnTo>
                    <a:pt x="202018" y="173329"/>
                  </a:lnTo>
                  <a:lnTo>
                    <a:pt x="209969" y="168414"/>
                  </a:lnTo>
                  <a:lnTo>
                    <a:pt x="215976" y="163182"/>
                  </a:lnTo>
                  <a:lnTo>
                    <a:pt x="215976" y="123825"/>
                  </a:lnTo>
                  <a:lnTo>
                    <a:pt x="213969" y="122224"/>
                  </a:lnTo>
                  <a:lnTo>
                    <a:pt x="207492" y="120510"/>
                  </a:lnTo>
                  <a:lnTo>
                    <a:pt x="199110" y="120700"/>
                  </a:lnTo>
                  <a:lnTo>
                    <a:pt x="161556" y="138506"/>
                  </a:lnTo>
                  <a:lnTo>
                    <a:pt x="151968" y="158699"/>
                  </a:lnTo>
                  <a:lnTo>
                    <a:pt x="152158" y="165176"/>
                  </a:lnTo>
                  <a:lnTo>
                    <a:pt x="154635" y="170421"/>
                  </a:lnTo>
                  <a:lnTo>
                    <a:pt x="159397" y="174421"/>
                  </a:lnTo>
                  <a:lnTo>
                    <a:pt x="160642" y="175412"/>
                  </a:lnTo>
                  <a:lnTo>
                    <a:pt x="135445" y="175412"/>
                  </a:lnTo>
                  <a:lnTo>
                    <a:pt x="135445" y="182562"/>
                  </a:lnTo>
                  <a:lnTo>
                    <a:pt x="215976" y="182562"/>
                  </a:lnTo>
                  <a:lnTo>
                    <a:pt x="215976" y="232562"/>
                  </a:lnTo>
                  <a:lnTo>
                    <a:pt x="135445" y="232562"/>
                  </a:lnTo>
                  <a:lnTo>
                    <a:pt x="135445" y="239712"/>
                  </a:lnTo>
                  <a:lnTo>
                    <a:pt x="215976" y="239712"/>
                  </a:lnTo>
                  <a:lnTo>
                    <a:pt x="215976" y="289712"/>
                  </a:lnTo>
                  <a:lnTo>
                    <a:pt x="135445" y="289712"/>
                  </a:lnTo>
                  <a:lnTo>
                    <a:pt x="135445" y="296862"/>
                  </a:lnTo>
                  <a:lnTo>
                    <a:pt x="215976" y="296862"/>
                  </a:lnTo>
                  <a:lnTo>
                    <a:pt x="215976" y="323850"/>
                  </a:lnTo>
                  <a:lnTo>
                    <a:pt x="213969" y="322249"/>
                  </a:lnTo>
                  <a:lnTo>
                    <a:pt x="207492" y="320535"/>
                  </a:lnTo>
                  <a:lnTo>
                    <a:pt x="199110" y="320725"/>
                  </a:lnTo>
                  <a:lnTo>
                    <a:pt x="161556" y="338531"/>
                  </a:lnTo>
                  <a:lnTo>
                    <a:pt x="155613" y="346862"/>
                  </a:lnTo>
                  <a:lnTo>
                    <a:pt x="135445" y="346862"/>
                  </a:lnTo>
                  <a:lnTo>
                    <a:pt x="135445" y="354012"/>
                  </a:lnTo>
                  <a:lnTo>
                    <a:pt x="152908" y="354012"/>
                  </a:lnTo>
                  <a:lnTo>
                    <a:pt x="151968" y="358724"/>
                  </a:lnTo>
                  <a:lnTo>
                    <a:pt x="177114" y="380161"/>
                  </a:lnTo>
                  <a:lnTo>
                    <a:pt x="185597" y="379209"/>
                  </a:lnTo>
                  <a:lnTo>
                    <a:pt x="221615" y="356158"/>
                  </a:lnTo>
                  <a:lnTo>
                    <a:pt x="222592" y="354012"/>
                  </a:lnTo>
                  <a:lnTo>
                    <a:pt x="237693" y="354012"/>
                  </a:lnTo>
                  <a:lnTo>
                    <a:pt x="237693" y="358724"/>
                  </a:lnTo>
                  <a:lnTo>
                    <a:pt x="237693" y="404012"/>
                  </a:lnTo>
                  <a:lnTo>
                    <a:pt x="221170" y="404012"/>
                  </a:lnTo>
                  <a:lnTo>
                    <a:pt x="135445" y="404012"/>
                  </a:lnTo>
                  <a:lnTo>
                    <a:pt x="135445" y="411162"/>
                  </a:lnTo>
                  <a:lnTo>
                    <a:pt x="221170" y="411162"/>
                  </a:lnTo>
                  <a:lnTo>
                    <a:pt x="237693" y="411162"/>
                  </a:lnTo>
                  <a:lnTo>
                    <a:pt x="237693" y="579043"/>
                  </a:lnTo>
                  <a:lnTo>
                    <a:pt x="247688" y="579043"/>
                  </a:lnTo>
                  <a:lnTo>
                    <a:pt x="247688" y="411162"/>
                  </a:lnTo>
                  <a:lnTo>
                    <a:pt x="324040" y="411162"/>
                  </a:lnTo>
                  <a:lnTo>
                    <a:pt x="332308" y="411162"/>
                  </a:lnTo>
                  <a:lnTo>
                    <a:pt x="435178" y="411162"/>
                  </a:lnTo>
                  <a:lnTo>
                    <a:pt x="435178" y="404012"/>
                  </a:lnTo>
                  <a:lnTo>
                    <a:pt x="332308" y="404012"/>
                  </a:lnTo>
                  <a:lnTo>
                    <a:pt x="324040" y="404012"/>
                  </a:lnTo>
                  <a:lnTo>
                    <a:pt x="247688" y="404012"/>
                  </a:lnTo>
                  <a:lnTo>
                    <a:pt x="247688" y="376478"/>
                  </a:lnTo>
                  <a:lnTo>
                    <a:pt x="249694" y="378066"/>
                  </a:lnTo>
                  <a:lnTo>
                    <a:pt x="255600" y="379971"/>
                  </a:lnTo>
                  <a:lnTo>
                    <a:pt x="262839" y="380161"/>
                  </a:lnTo>
                  <a:lnTo>
                    <a:pt x="271322" y="379209"/>
                  </a:lnTo>
                  <a:lnTo>
                    <a:pt x="307340" y="356158"/>
                  </a:lnTo>
                  <a:lnTo>
                    <a:pt x="308317" y="354012"/>
                  </a:lnTo>
                  <a:lnTo>
                    <a:pt x="324040" y="354012"/>
                  </a:lnTo>
                  <a:lnTo>
                    <a:pt x="332308" y="354012"/>
                  </a:lnTo>
                  <a:lnTo>
                    <a:pt x="341503" y="354012"/>
                  </a:lnTo>
                  <a:lnTo>
                    <a:pt x="340563" y="358724"/>
                  </a:lnTo>
                  <a:lnTo>
                    <a:pt x="365709" y="380161"/>
                  </a:lnTo>
                  <a:lnTo>
                    <a:pt x="374192" y="379209"/>
                  </a:lnTo>
                  <a:lnTo>
                    <a:pt x="410210" y="356158"/>
                  </a:lnTo>
                  <a:lnTo>
                    <a:pt x="411187" y="354012"/>
                  </a:lnTo>
                  <a:lnTo>
                    <a:pt x="435178" y="354012"/>
                  </a:lnTo>
                  <a:lnTo>
                    <a:pt x="435178" y="346862"/>
                  </a:lnTo>
                  <a:lnTo>
                    <a:pt x="413842" y="346862"/>
                  </a:lnTo>
                  <a:lnTo>
                    <a:pt x="414858" y="341579"/>
                  </a:lnTo>
                  <a:lnTo>
                    <a:pt x="414667" y="334340"/>
                  </a:lnTo>
                  <a:lnTo>
                    <a:pt x="414566" y="334137"/>
                  </a:lnTo>
                  <a:lnTo>
                    <a:pt x="414566" y="296862"/>
                  </a:lnTo>
                  <a:lnTo>
                    <a:pt x="435178" y="296862"/>
                  </a:lnTo>
                  <a:lnTo>
                    <a:pt x="435178" y="289712"/>
                  </a:lnTo>
                  <a:lnTo>
                    <a:pt x="414566" y="289712"/>
                  </a:lnTo>
                  <a:lnTo>
                    <a:pt x="414566" y="239712"/>
                  </a:lnTo>
                  <a:lnTo>
                    <a:pt x="435178" y="239712"/>
                  </a:lnTo>
                  <a:lnTo>
                    <a:pt x="435178" y="232562"/>
                  </a:lnTo>
                  <a:lnTo>
                    <a:pt x="414566" y="232562"/>
                  </a:lnTo>
                  <a:lnTo>
                    <a:pt x="414566" y="182562"/>
                  </a:lnTo>
                  <a:lnTo>
                    <a:pt x="435178" y="182562"/>
                  </a:lnTo>
                  <a:lnTo>
                    <a:pt x="435178" y="175412"/>
                  </a:lnTo>
                  <a:close/>
                </a:path>
                <a:path w="603885" h="579120">
                  <a:moveTo>
                    <a:pt x="603770" y="175412"/>
                  </a:moveTo>
                  <a:lnTo>
                    <a:pt x="583158" y="175412"/>
                  </a:lnTo>
                  <a:lnTo>
                    <a:pt x="583158" y="14287"/>
                  </a:lnTo>
                  <a:lnTo>
                    <a:pt x="573163" y="14287"/>
                  </a:lnTo>
                  <a:lnTo>
                    <a:pt x="573163" y="175412"/>
                  </a:lnTo>
                  <a:lnTo>
                    <a:pt x="492633" y="175412"/>
                  </a:lnTo>
                  <a:lnTo>
                    <a:pt x="492633" y="182562"/>
                  </a:lnTo>
                  <a:lnTo>
                    <a:pt x="573163" y="182562"/>
                  </a:lnTo>
                  <a:lnTo>
                    <a:pt x="573163" y="232562"/>
                  </a:lnTo>
                  <a:lnTo>
                    <a:pt x="492633" y="232562"/>
                  </a:lnTo>
                  <a:lnTo>
                    <a:pt x="492633" y="239712"/>
                  </a:lnTo>
                  <a:lnTo>
                    <a:pt x="573163" y="239712"/>
                  </a:lnTo>
                  <a:lnTo>
                    <a:pt x="573163" y="367588"/>
                  </a:lnTo>
                  <a:lnTo>
                    <a:pt x="583158" y="367588"/>
                  </a:lnTo>
                  <a:lnTo>
                    <a:pt x="583158" y="239712"/>
                  </a:lnTo>
                  <a:lnTo>
                    <a:pt x="603770" y="239712"/>
                  </a:lnTo>
                  <a:lnTo>
                    <a:pt x="603770" y="232562"/>
                  </a:lnTo>
                  <a:lnTo>
                    <a:pt x="583158" y="232562"/>
                  </a:lnTo>
                  <a:lnTo>
                    <a:pt x="583158" y="182562"/>
                  </a:lnTo>
                  <a:lnTo>
                    <a:pt x="603770" y="182562"/>
                  </a:lnTo>
                  <a:lnTo>
                    <a:pt x="603770" y="1754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078418" y="5326046"/>
              <a:ext cx="150629" cy="168735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2444915" y="4929057"/>
              <a:ext cx="1974850" cy="806450"/>
            </a:xfrm>
            <a:custGeom>
              <a:avLst/>
              <a:gdLst/>
              <a:ahLst/>
              <a:cxnLst/>
              <a:rect l="l" t="t" r="r" b="b"/>
              <a:pathLst>
                <a:path w="1974850" h="806450">
                  <a:moveTo>
                    <a:pt x="156997" y="20955"/>
                  </a:moveTo>
                  <a:lnTo>
                    <a:pt x="136525" y="0"/>
                  </a:lnTo>
                  <a:lnTo>
                    <a:pt x="132524" y="0"/>
                  </a:lnTo>
                  <a:lnTo>
                    <a:pt x="128612" y="1524"/>
                  </a:lnTo>
                  <a:lnTo>
                    <a:pt x="124802" y="4572"/>
                  </a:lnTo>
                  <a:lnTo>
                    <a:pt x="120992" y="7429"/>
                  </a:lnTo>
                  <a:lnTo>
                    <a:pt x="118808" y="11150"/>
                  </a:lnTo>
                  <a:lnTo>
                    <a:pt x="118237" y="15722"/>
                  </a:lnTo>
                  <a:lnTo>
                    <a:pt x="118999" y="19723"/>
                  </a:lnTo>
                  <a:lnTo>
                    <a:pt x="121856" y="21717"/>
                  </a:lnTo>
                  <a:lnTo>
                    <a:pt x="126809" y="21717"/>
                  </a:lnTo>
                  <a:lnTo>
                    <a:pt x="130619" y="20193"/>
                  </a:lnTo>
                  <a:lnTo>
                    <a:pt x="132041" y="17526"/>
                  </a:lnTo>
                  <a:lnTo>
                    <a:pt x="131089" y="13716"/>
                  </a:lnTo>
                  <a:lnTo>
                    <a:pt x="129095" y="8572"/>
                  </a:lnTo>
                  <a:lnTo>
                    <a:pt x="129667" y="5524"/>
                  </a:lnTo>
                  <a:lnTo>
                    <a:pt x="131953" y="4102"/>
                  </a:lnTo>
                  <a:lnTo>
                    <a:pt x="135953" y="4292"/>
                  </a:lnTo>
                  <a:lnTo>
                    <a:pt x="141859" y="5626"/>
                  </a:lnTo>
                  <a:lnTo>
                    <a:pt x="144614" y="8483"/>
                  </a:lnTo>
                  <a:lnTo>
                    <a:pt x="144233" y="12865"/>
                  </a:lnTo>
                  <a:lnTo>
                    <a:pt x="144043" y="20675"/>
                  </a:lnTo>
                  <a:lnTo>
                    <a:pt x="141859" y="25717"/>
                  </a:lnTo>
                  <a:lnTo>
                    <a:pt x="133477" y="30289"/>
                  </a:lnTo>
                  <a:lnTo>
                    <a:pt x="127952" y="31343"/>
                  </a:lnTo>
                  <a:lnTo>
                    <a:pt x="121094" y="31153"/>
                  </a:lnTo>
                  <a:lnTo>
                    <a:pt x="119951" y="36576"/>
                  </a:lnTo>
                  <a:lnTo>
                    <a:pt x="133858" y="48679"/>
                  </a:lnTo>
                  <a:lnTo>
                    <a:pt x="132613" y="53632"/>
                  </a:lnTo>
                  <a:lnTo>
                    <a:pt x="127279" y="63728"/>
                  </a:lnTo>
                  <a:lnTo>
                    <a:pt x="123380" y="66484"/>
                  </a:lnTo>
                  <a:lnTo>
                    <a:pt x="118237" y="66865"/>
                  </a:lnTo>
                  <a:lnTo>
                    <a:pt x="115760" y="66675"/>
                  </a:lnTo>
                  <a:lnTo>
                    <a:pt x="113665" y="65722"/>
                  </a:lnTo>
                  <a:lnTo>
                    <a:pt x="111950" y="64008"/>
                  </a:lnTo>
                  <a:lnTo>
                    <a:pt x="112141" y="61912"/>
                  </a:lnTo>
                  <a:lnTo>
                    <a:pt x="113093" y="60388"/>
                  </a:lnTo>
                  <a:lnTo>
                    <a:pt x="114808" y="59436"/>
                  </a:lnTo>
                  <a:lnTo>
                    <a:pt x="117373" y="54864"/>
                  </a:lnTo>
                  <a:lnTo>
                    <a:pt x="116611" y="50863"/>
                  </a:lnTo>
                  <a:lnTo>
                    <a:pt x="114046" y="48679"/>
                  </a:lnTo>
                  <a:lnTo>
                    <a:pt x="109664" y="48298"/>
                  </a:lnTo>
                  <a:lnTo>
                    <a:pt x="104140" y="49060"/>
                  </a:lnTo>
                  <a:lnTo>
                    <a:pt x="101371" y="52578"/>
                  </a:lnTo>
                  <a:lnTo>
                    <a:pt x="101371" y="58864"/>
                  </a:lnTo>
                  <a:lnTo>
                    <a:pt x="101752" y="63436"/>
                  </a:lnTo>
                  <a:lnTo>
                    <a:pt x="104330" y="66675"/>
                  </a:lnTo>
                  <a:lnTo>
                    <a:pt x="109093" y="68580"/>
                  </a:lnTo>
                  <a:lnTo>
                    <a:pt x="122237" y="71437"/>
                  </a:lnTo>
                  <a:lnTo>
                    <a:pt x="128143" y="71247"/>
                  </a:lnTo>
                  <a:lnTo>
                    <a:pt x="133667" y="69062"/>
                  </a:lnTo>
                  <a:lnTo>
                    <a:pt x="138811" y="64871"/>
                  </a:lnTo>
                  <a:lnTo>
                    <a:pt x="143954" y="60871"/>
                  </a:lnTo>
                  <a:lnTo>
                    <a:pt x="146900" y="55727"/>
                  </a:lnTo>
                  <a:lnTo>
                    <a:pt x="147662" y="49441"/>
                  </a:lnTo>
                  <a:lnTo>
                    <a:pt x="148043" y="44678"/>
                  </a:lnTo>
                  <a:lnTo>
                    <a:pt x="145097" y="40297"/>
                  </a:lnTo>
                  <a:lnTo>
                    <a:pt x="138811" y="36296"/>
                  </a:lnTo>
                  <a:lnTo>
                    <a:pt x="138811" y="35725"/>
                  </a:lnTo>
                  <a:lnTo>
                    <a:pt x="143192" y="34010"/>
                  </a:lnTo>
                  <a:lnTo>
                    <a:pt x="147281" y="31534"/>
                  </a:lnTo>
                  <a:lnTo>
                    <a:pt x="151091" y="28295"/>
                  </a:lnTo>
                  <a:lnTo>
                    <a:pt x="155092" y="25057"/>
                  </a:lnTo>
                  <a:lnTo>
                    <a:pt x="156997" y="20955"/>
                  </a:lnTo>
                  <a:close/>
                </a:path>
                <a:path w="1974850" h="806450">
                  <a:moveTo>
                    <a:pt x="270891" y="86245"/>
                  </a:moveTo>
                  <a:lnTo>
                    <a:pt x="0" y="100533"/>
                  </a:lnTo>
                  <a:lnTo>
                    <a:pt x="0" y="129146"/>
                  </a:lnTo>
                  <a:lnTo>
                    <a:pt x="270891" y="114858"/>
                  </a:lnTo>
                  <a:lnTo>
                    <a:pt x="270891" y="86245"/>
                  </a:lnTo>
                  <a:close/>
                </a:path>
                <a:path w="1974850" h="806450">
                  <a:moveTo>
                    <a:pt x="606475" y="45402"/>
                  </a:moveTo>
                  <a:lnTo>
                    <a:pt x="586003" y="24447"/>
                  </a:lnTo>
                  <a:lnTo>
                    <a:pt x="582002" y="24447"/>
                  </a:lnTo>
                  <a:lnTo>
                    <a:pt x="578091" y="25971"/>
                  </a:lnTo>
                  <a:lnTo>
                    <a:pt x="574281" y="29019"/>
                  </a:lnTo>
                  <a:lnTo>
                    <a:pt x="570471" y="31877"/>
                  </a:lnTo>
                  <a:lnTo>
                    <a:pt x="568286" y="35598"/>
                  </a:lnTo>
                  <a:lnTo>
                    <a:pt x="567715" y="40170"/>
                  </a:lnTo>
                  <a:lnTo>
                    <a:pt x="568477" y="44170"/>
                  </a:lnTo>
                  <a:lnTo>
                    <a:pt x="571334" y="46164"/>
                  </a:lnTo>
                  <a:lnTo>
                    <a:pt x="576287" y="46164"/>
                  </a:lnTo>
                  <a:lnTo>
                    <a:pt x="580097" y="44640"/>
                  </a:lnTo>
                  <a:lnTo>
                    <a:pt x="581520" y="41973"/>
                  </a:lnTo>
                  <a:lnTo>
                    <a:pt x="580567" y="38163"/>
                  </a:lnTo>
                  <a:lnTo>
                    <a:pt x="578573" y="33020"/>
                  </a:lnTo>
                  <a:lnTo>
                    <a:pt x="579145" y="29972"/>
                  </a:lnTo>
                  <a:lnTo>
                    <a:pt x="581431" y="28549"/>
                  </a:lnTo>
                  <a:lnTo>
                    <a:pt x="585431" y="28740"/>
                  </a:lnTo>
                  <a:lnTo>
                    <a:pt x="591337" y="30073"/>
                  </a:lnTo>
                  <a:lnTo>
                    <a:pt x="594093" y="32931"/>
                  </a:lnTo>
                  <a:lnTo>
                    <a:pt x="593712" y="37312"/>
                  </a:lnTo>
                  <a:lnTo>
                    <a:pt x="593521" y="45123"/>
                  </a:lnTo>
                  <a:lnTo>
                    <a:pt x="591337" y="50165"/>
                  </a:lnTo>
                  <a:lnTo>
                    <a:pt x="582955" y="54737"/>
                  </a:lnTo>
                  <a:lnTo>
                    <a:pt x="577430" y="55791"/>
                  </a:lnTo>
                  <a:lnTo>
                    <a:pt x="570572" y="55600"/>
                  </a:lnTo>
                  <a:lnTo>
                    <a:pt x="569429" y="61023"/>
                  </a:lnTo>
                  <a:lnTo>
                    <a:pt x="583336" y="73126"/>
                  </a:lnTo>
                  <a:lnTo>
                    <a:pt x="582091" y="78079"/>
                  </a:lnTo>
                  <a:lnTo>
                    <a:pt x="576757" y="88176"/>
                  </a:lnTo>
                  <a:lnTo>
                    <a:pt x="572858" y="90932"/>
                  </a:lnTo>
                  <a:lnTo>
                    <a:pt x="567715" y="91313"/>
                  </a:lnTo>
                  <a:lnTo>
                    <a:pt x="565238" y="91122"/>
                  </a:lnTo>
                  <a:lnTo>
                    <a:pt x="563143" y="90170"/>
                  </a:lnTo>
                  <a:lnTo>
                    <a:pt x="561428" y="88455"/>
                  </a:lnTo>
                  <a:lnTo>
                    <a:pt x="561619" y="86360"/>
                  </a:lnTo>
                  <a:lnTo>
                    <a:pt x="562571" y="84836"/>
                  </a:lnTo>
                  <a:lnTo>
                    <a:pt x="564286" y="83883"/>
                  </a:lnTo>
                  <a:lnTo>
                    <a:pt x="566851" y="79311"/>
                  </a:lnTo>
                  <a:lnTo>
                    <a:pt x="566089" y="75311"/>
                  </a:lnTo>
                  <a:lnTo>
                    <a:pt x="563524" y="73126"/>
                  </a:lnTo>
                  <a:lnTo>
                    <a:pt x="559142" y="72745"/>
                  </a:lnTo>
                  <a:lnTo>
                    <a:pt x="553618" y="73507"/>
                  </a:lnTo>
                  <a:lnTo>
                    <a:pt x="550849" y="77025"/>
                  </a:lnTo>
                  <a:lnTo>
                    <a:pt x="550849" y="83312"/>
                  </a:lnTo>
                  <a:lnTo>
                    <a:pt x="551230" y="87884"/>
                  </a:lnTo>
                  <a:lnTo>
                    <a:pt x="553808" y="91122"/>
                  </a:lnTo>
                  <a:lnTo>
                    <a:pt x="558571" y="93027"/>
                  </a:lnTo>
                  <a:lnTo>
                    <a:pt x="571715" y="95885"/>
                  </a:lnTo>
                  <a:lnTo>
                    <a:pt x="577621" y="95694"/>
                  </a:lnTo>
                  <a:lnTo>
                    <a:pt x="583145" y="93510"/>
                  </a:lnTo>
                  <a:lnTo>
                    <a:pt x="588289" y="89319"/>
                  </a:lnTo>
                  <a:lnTo>
                    <a:pt x="593432" y="85318"/>
                  </a:lnTo>
                  <a:lnTo>
                    <a:pt x="596379" y="80175"/>
                  </a:lnTo>
                  <a:lnTo>
                    <a:pt x="597141" y="73888"/>
                  </a:lnTo>
                  <a:lnTo>
                    <a:pt x="597522" y="69126"/>
                  </a:lnTo>
                  <a:lnTo>
                    <a:pt x="594575" y="64744"/>
                  </a:lnTo>
                  <a:lnTo>
                    <a:pt x="588289" y="60744"/>
                  </a:lnTo>
                  <a:lnTo>
                    <a:pt x="588289" y="60172"/>
                  </a:lnTo>
                  <a:lnTo>
                    <a:pt x="592670" y="58458"/>
                  </a:lnTo>
                  <a:lnTo>
                    <a:pt x="596760" y="55981"/>
                  </a:lnTo>
                  <a:lnTo>
                    <a:pt x="600570" y="52743"/>
                  </a:lnTo>
                  <a:lnTo>
                    <a:pt x="604570" y="49504"/>
                  </a:lnTo>
                  <a:lnTo>
                    <a:pt x="606475" y="45402"/>
                  </a:lnTo>
                  <a:close/>
                </a:path>
                <a:path w="1974850" h="806450">
                  <a:moveTo>
                    <a:pt x="673506" y="243979"/>
                  </a:moveTo>
                  <a:lnTo>
                    <a:pt x="666356" y="245783"/>
                  </a:lnTo>
                  <a:lnTo>
                    <a:pt x="666356" y="267690"/>
                  </a:lnTo>
                  <a:lnTo>
                    <a:pt x="666356" y="296557"/>
                  </a:lnTo>
                  <a:lnTo>
                    <a:pt x="640638" y="303415"/>
                  </a:lnTo>
                  <a:lnTo>
                    <a:pt x="640638" y="274269"/>
                  </a:lnTo>
                  <a:lnTo>
                    <a:pt x="666356" y="267690"/>
                  </a:lnTo>
                  <a:lnTo>
                    <a:pt x="666356" y="245783"/>
                  </a:lnTo>
                  <a:lnTo>
                    <a:pt x="640638" y="252260"/>
                  </a:lnTo>
                  <a:lnTo>
                    <a:pt x="640638" y="205117"/>
                  </a:lnTo>
                  <a:lnTo>
                    <a:pt x="633501" y="205117"/>
                  </a:lnTo>
                  <a:lnTo>
                    <a:pt x="633501" y="326847"/>
                  </a:lnTo>
                  <a:lnTo>
                    <a:pt x="666356" y="318554"/>
                  </a:lnTo>
                  <a:lnTo>
                    <a:pt x="666356" y="365709"/>
                  </a:lnTo>
                  <a:lnTo>
                    <a:pt x="673506" y="365709"/>
                  </a:lnTo>
                  <a:lnTo>
                    <a:pt x="673506" y="318554"/>
                  </a:lnTo>
                  <a:lnTo>
                    <a:pt x="673506" y="303415"/>
                  </a:lnTo>
                  <a:lnTo>
                    <a:pt x="673506" y="267690"/>
                  </a:lnTo>
                  <a:lnTo>
                    <a:pt x="673506" y="252260"/>
                  </a:lnTo>
                  <a:lnTo>
                    <a:pt x="673506" y="243979"/>
                  </a:lnTo>
                  <a:close/>
                </a:path>
                <a:path w="1974850" h="806450">
                  <a:moveTo>
                    <a:pt x="763511" y="121564"/>
                  </a:moveTo>
                  <a:lnTo>
                    <a:pt x="406323" y="107276"/>
                  </a:lnTo>
                  <a:lnTo>
                    <a:pt x="406323" y="135877"/>
                  </a:lnTo>
                  <a:lnTo>
                    <a:pt x="763511" y="150164"/>
                  </a:lnTo>
                  <a:lnTo>
                    <a:pt x="763511" y="121564"/>
                  </a:lnTo>
                  <a:close/>
                </a:path>
                <a:path w="1974850" h="806450">
                  <a:moveTo>
                    <a:pt x="763803" y="277406"/>
                  </a:moveTo>
                  <a:lnTo>
                    <a:pt x="763612" y="270167"/>
                  </a:lnTo>
                  <a:lnTo>
                    <a:pt x="761034" y="264934"/>
                  </a:lnTo>
                  <a:lnTo>
                    <a:pt x="756081" y="261696"/>
                  </a:lnTo>
                  <a:lnTo>
                    <a:pt x="751509" y="258076"/>
                  </a:lnTo>
                  <a:lnTo>
                    <a:pt x="745032" y="256362"/>
                  </a:lnTo>
                  <a:lnTo>
                    <a:pt x="736650" y="256552"/>
                  </a:lnTo>
                  <a:lnTo>
                    <a:pt x="728726" y="257517"/>
                  </a:lnTo>
                  <a:lnTo>
                    <a:pt x="694143" y="280619"/>
                  </a:lnTo>
                  <a:lnTo>
                    <a:pt x="689508" y="294551"/>
                  </a:lnTo>
                  <a:lnTo>
                    <a:pt x="689698" y="301028"/>
                  </a:lnTo>
                  <a:lnTo>
                    <a:pt x="714654" y="315988"/>
                  </a:lnTo>
                  <a:lnTo>
                    <a:pt x="723138" y="315036"/>
                  </a:lnTo>
                  <a:lnTo>
                    <a:pt x="759155" y="291985"/>
                  </a:lnTo>
                  <a:lnTo>
                    <a:pt x="762355" y="284975"/>
                  </a:lnTo>
                  <a:lnTo>
                    <a:pt x="763803" y="277406"/>
                  </a:lnTo>
                  <a:close/>
                </a:path>
                <a:path w="1974850" h="806450">
                  <a:moveTo>
                    <a:pt x="977849" y="448005"/>
                  </a:moveTo>
                  <a:lnTo>
                    <a:pt x="977087" y="444385"/>
                  </a:lnTo>
                  <a:lnTo>
                    <a:pt x="975372" y="440956"/>
                  </a:lnTo>
                  <a:lnTo>
                    <a:pt x="972705" y="437718"/>
                  </a:lnTo>
                  <a:lnTo>
                    <a:pt x="964704" y="429145"/>
                  </a:lnTo>
                  <a:lnTo>
                    <a:pt x="960704" y="429145"/>
                  </a:lnTo>
                  <a:lnTo>
                    <a:pt x="963561" y="432003"/>
                  </a:lnTo>
                  <a:lnTo>
                    <a:pt x="965377" y="435622"/>
                  </a:lnTo>
                  <a:lnTo>
                    <a:pt x="951750" y="456958"/>
                  </a:lnTo>
                  <a:lnTo>
                    <a:pt x="948613" y="461721"/>
                  </a:lnTo>
                  <a:lnTo>
                    <a:pt x="947851" y="467436"/>
                  </a:lnTo>
                  <a:lnTo>
                    <a:pt x="948613" y="471055"/>
                  </a:lnTo>
                  <a:lnTo>
                    <a:pt x="950328" y="474484"/>
                  </a:lnTo>
                  <a:lnTo>
                    <a:pt x="952995" y="477723"/>
                  </a:lnTo>
                  <a:lnTo>
                    <a:pt x="960704" y="486295"/>
                  </a:lnTo>
                  <a:lnTo>
                    <a:pt x="963561" y="489153"/>
                  </a:lnTo>
                  <a:lnTo>
                    <a:pt x="965377" y="492772"/>
                  </a:lnTo>
                  <a:lnTo>
                    <a:pt x="951750" y="514108"/>
                  </a:lnTo>
                  <a:lnTo>
                    <a:pt x="948613" y="518871"/>
                  </a:lnTo>
                  <a:lnTo>
                    <a:pt x="947851" y="524586"/>
                  </a:lnTo>
                  <a:lnTo>
                    <a:pt x="948613" y="528205"/>
                  </a:lnTo>
                  <a:lnTo>
                    <a:pt x="950328" y="531634"/>
                  </a:lnTo>
                  <a:lnTo>
                    <a:pt x="952995" y="534873"/>
                  </a:lnTo>
                  <a:lnTo>
                    <a:pt x="960704" y="543445"/>
                  </a:lnTo>
                  <a:lnTo>
                    <a:pt x="964704" y="543445"/>
                  </a:lnTo>
                  <a:lnTo>
                    <a:pt x="961656" y="539445"/>
                  </a:lnTo>
                  <a:lnTo>
                    <a:pt x="959942" y="535914"/>
                  </a:lnTo>
                  <a:lnTo>
                    <a:pt x="959561" y="532866"/>
                  </a:lnTo>
                  <a:lnTo>
                    <a:pt x="960513" y="527723"/>
                  </a:lnTo>
                  <a:lnTo>
                    <a:pt x="963472" y="523341"/>
                  </a:lnTo>
                  <a:lnTo>
                    <a:pt x="968425" y="519722"/>
                  </a:lnTo>
                  <a:lnTo>
                    <a:pt x="973950" y="515531"/>
                  </a:lnTo>
                  <a:lnTo>
                    <a:pt x="977087" y="510679"/>
                  </a:lnTo>
                  <a:lnTo>
                    <a:pt x="977849" y="505155"/>
                  </a:lnTo>
                  <a:lnTo>
                    <a:pt x="977087" y="501535"/>
                  </a:lnTo>
                  <a:lnTo>
                    <a:pt x="975372" y="498106"/>
                  </a:lnTo>
                  <a:lnTo>
                    <a:pt x="972705" y="494868"/>
                  </a:lnTo>
                  <a:lnTo>
                    <a:pt x="964704" y="486295"/>
                  </a:lnTo>
                  <a:lnTo>
                    <a:pt x="961656" y="482295"/>
                  </a:lnTo>
                  <a:lnTo>
                    <a:pt x="959942" y="478764"/>
                  </a:lnTo>
                  <a:lnTo>
                    <a:pt x="959561" y="475716"/>
                  </a:lnTo>
                  <a:lnTo>
                    <a:pt x="960513" y="470573"/>
                  </a:lnTo>
                  <a:lnTo>
                    <a:pt x="963472" y="466191"/>
                  </a:lnTo>
                  <a:lnTo>
                    <a:pt x="968425" y="462572"/>
                  </a:lnTo>
                  <a:lnTo>
                    <a:pt x="973950" y="458381"/>
                  </a:lnTo>
                  <a:lnTo>
                    <a:pt x="977087" y="453529"/>
                  </a:lnTo>
                  <a:lnTo>
                    <a:pt x="977849" y="448005"/>
                  </a:lnTo>
                  <a:close/>
                </a:path>
                <a:path w="1974850" h="806450">
                  <a:moveTo>
                    <a:pt x="1045286" y="333705"/>
                  </a:moveTo>
                  <a:lnTo>
                    <a:pt x="1044524" y="330085"/>
                  </a:lnTo>
                  <a:lnTo>
                    <a:pt x="1042809" y="326656"/>
                  </a:lnTo>
                  <a:lnTo>
                    <a:pt x="1040142" y="323418"/>
                  </a:lnTo>
                  <a:lnTo>
                    <a:pt x="1032141" y="314845"/>
                  </a:lnTo>
                  <a:lnTo>
                    <a:pt x="1028141" y="314845"/>
                  </a:lnTo>
                  <a:lnTo>
                    <a:pt x="1030998" y="317703"/>
                  </a:lnTo>
                  <a:lnTo>
                    <a:pt x="1032814" y="321322"/>
                  </a:lnTo>
                  <a:lnTo>
                    <a:pt x="1019187" y="342658"/>
                  </a:lnTo>
                  <a:lnTo>
                    <a:pt x="1016050" y="347421"/>
                  </a:lnTo>
                  <a:lnTo>
                    <a:pt x="1015288" y="353136"/>
                  </a:lnTo>
                  <a:lnTo>
                    <a:pt x="1016050" y="356755"/>
                  </a:lnTo>
                  <a:lnTo>
                    <a:pt x="1017765" y="360184"/>
                  </a:lnTo>
                  <a:lnTo>
                    <a:pt x="1020432" y="363423"/>
                  </a:lnTo>
                  <a:lnTo>
                    <a:pt x="1028141" y="371995"/>
                  </a:lnTo>
                  <a:lnTo>
                    <a:pt x="1032141" y="371995"/>
                  </a:lnTo>
                  <a:lnTo>
                    <a:pt x="1029093" y="367995"/>
                  </a:lnTo>
                  <a:lnTo>
                    <a:pt x="1027379" y="364464"/>
                  </a:lnTo>
                  <a:lnTo>
                    <a:pt x="1026998" y="361416"/>
                  </a:lnTo>
                  <a:lnTo>
                    <a:pt x="1027950" y="356273"/>
                  </a:lnTo>
                  <a:lnTo>
                    <a:pt x="1030909" y="351891"/>
                  </a:lnTo>
                  <a:lnTo>
                    <a:pt x="1035862" y="348272"/>
                  </a:lnTo>
                  <a:lnTo>
                    <a:pt x="1041387" y="344081"/>
                  </a:lnTo>
                  <a:lnTo>
                    <a:pt x="1044524" y="339229"/>
                  </a:lnTo>
                  <a:lnTo>
                    <a:pt x="1045286" y="333705"/>
                  </a:lnTo>
                  <a:close/>
                </a:path>
                <a:path w="1974850" h="806450">
                  <a:moveTo>
                    <a:pt x="1181354" y="396989"/>
                  </a:moveTo>
                  <a:lnTo>
                    <a:pt x="1070203" y="396989"/>
                  </a:lnTo>
                  <a:lnTo>
                    <a:pt x="1070203" y="404139"/>
                  </a:lnTo>
                  <a:lnTo>
                    <a:pt x="1181354" y="404139"/>
                  </a:lnTo>
                  <a:lnTo>
                    <a:pt x="1181354" y="396989"/>
                  </a:lnTo>
                  <a:close/>
                </a:path>
                <a:path w="1974850" h="806450">
                  <a:moveTo>
                    <a:pt x="1181354" y="339839"/>
                  </a:moveTo>
                  <a:lnTo>
                    <a:pt x="1160424" y="339839"/>
                  </a:lnTo>
                  <a:lnTo>
                    <a:pt x="1161021" y="337134"/>
                  </a:lnTo>
                  <a:lnTo>
                    <a:pt x="1161783" y="328371"/>
                  </a:lnTo>
                  <a:lnTo>
                    <a:pt x="1160729" y="325818"/>
                  </a:lnTo>
                  <a:lnTo>
                    <a:pt x="1160729" y="171970"/>
                  </a:lnTo>
                  <a:lnTo>
                    <a:pt x="1152156" y="171970"/>
                  </a:lnTo>
                  <a:lnTo>
                    <a:pt x="1152156" y="331990"/>
                  </a:lnTo>
                  <a:lnTo>
                    <a:pt x="1151305" y="333794"/>
                  </a:lnTo>
                  <a:lnTo>
                    <a:pt x="1147305" y="338556"/>
                  </a:lnTo>
                  <a:lnTo>
                    <a:pt x="1145819" y="339839"/>
                  </a:lnTo>
                  <a:lnTo>
                    <a:pt x="1137577" y="339839"/>
                  </a:lnTo>
                  <a:lnTo>
                    <a:pt x="1137577" y="346989"/>
                  </a:lnTo>
                  <a:lnTo>
                    <a:pt x="1104442" y="364464"/>
                  </a:lnTo>
                  <a:lnTo>
                    <a:pt x="1100442" y="364274"/>
                  </a:lnTo>
                  <a:lnTo>
                    <a:pt x="1096441" y="363893"/>
                  </a:lnTo>
                  <a:lnTo>
                    <a:pt x="1094536" y="362178"/>
                  </a:lnTo>
                  <a:lnTo>
                    <a:pt x="1094727" y="359130"/>
                  </a:lnTo>
                  <a:lnTo>
                    <a:pt x="1094790" y="358851"/>
                  </a:lnTo>
                  <a:lnTo>
                    <a:pt x="1095946" y="354063"/>
                  </a:lnTo>
                  <a:lnTo>
                    <a:pt x="1099007" y="348843"/>
                  </a:lnTo>
                  <a:lnTo>
                    <a:pt x="1100709" y="346989"/>
                  </a:lnTo>
                  <a:lnTo>
                    <a:pt x="1137577" y="346989"/>
                  </a:lnTo>
                  <a:lnTo>
                    <a:pt x="1137577" y="339839"/>
                  </a:lnTo>
                  <a:lnTo>
                    <a:pt x="1108417" y="339839"/>
                  </a:lnTo>
                  <a:lnTo>
                    <a:pt x="1114920" y="334556"/>
                  </a:lnTo>
                  <a:lnTo>
                    <a:pt x="1120724" y="330847"/>
                  </a:lnTo>
                  <a:lnTo>
                    <a:pt x="1128153" y="326847"/>
                  </a:lnTo>
                  <a:lnTo>
                    <a:pt x="1135773" y="323037"/>
                  </a:lnTo>
                  <a:lnTo>
                    <a:pt x="1142441" y="321411"/>
                  </a:lnTo>
                  <a:lnTo>
                    <a:pt x="1148156" y="321983"/>
                  </a:lnTo>
                  <a:lnTo>
                    <a:pt x="1150734" y="322338"/>
                  </a:lnTo>
                  <a:lnTo>
                    <a:pt x="1150734" y="331990"/>
                  </a:lnTo>
                  <a:lnTo>
                    <a:pt x="1152156" y="331990"/>
                  </a:lnTo>
                  <a:lnTo>
                    <a:pt x="1152156" y="171970"/>
                  </a:lnTo>
                  <a:lnTo>
                    <a:pt x="1150734" y="171970"/>
                  </a:lnTo>
                  <a:lnTo>
                    <a:pt x="1150734" y="314909"/>
                  </a:lnTo>
                  <a:lnTo>
                    <a:pt x="1147013" y="312839"/>
                  </a:lnTo>
                  <a:lnTo>
                    <a:pt x="1141209" y="311696"/>
                  </a:lnTo>
                  <a:lnTo>
                    <a:pt x="1134732" y="312267"/>
                  </a:lnTo>
                  <a:lnTo>
                    <a:pt x="1126553" y="313182"/>
                  </a:lnTo>
                  <a:lnTo>
                    <a:pt x="1091793" y="334987"/>
                  </a:lnTo>
                  <a:lnTo>
                    <a:pt x="1089469" y="339839"/>
                  </a:lnTo>
                  <a:lnTo>
                    <a:pt x="1070203" y="339839"/>
                  </a:lnTo>
                  <a:lnTo>
                    <a:pt x="1070203" y="346989"/>
                  </a:lnTo>
                  <a:lnTo>
                    <a:pt x="1087450" y="346989"/>
                  </a:lnTo>
                  <a:lnTo>
                    <a:pt x="1087005" y="349135"/>
                  </a:lnTo>
                  <a:lnTo>
                    <a:pt x="1106728" y="374561"/>
                  </a:lnTo>
                  <a:lnTo>
                    <a:pt x="1113015" y="373989"/>
                  </a:lnTo>
                  <a:lnTo>
                    <a:pt x="1121092" y="373087"/>
                  </a:lnTo>
                  <a:lnTo>
                    <a:pt x="1129017" y="370916"/>
                  </a:lnTo>
                  <a:lnTo>
                    <a:pt x="1136802" y="367512"/>
                  </a:lnTo>
                  <a:lnTo>
                    <a:pt x="1141793" y="364464"/>
                  </a:lnTo>
                  <a:lnTo>
                    <a:pt x="1144447" y="362851"/>
                  </a:lnTo>
                  <a:lnTo>
                    <a:pt x="1151166" y="357276"/>
                  </a:lnTo>
                  <a:lnTo>
                    <a:pt x="1156157" y="351129"/>
                  </a:lnTo>
                  <a:lnTo>
                    <a:pt x="1158176" y="346989"/>
                  </a:lnTo>
                  <a:lnTo>
                    <a:pt x="1181354" y="346989"/>
                  </a:lnTo>
                  <a:lnTo>
                    <a:pt x="1181354" y="339839"/>
                  </a:lnTo>
                  <a:close/>
                </a:path>
                <a:path w="1974850" h="806450">
                  <a:moveTo>
                    <a:pt x="1197025" y="313982"/>
                  </a:moveTo>
                  <a:lnTo>
                    <a:pt x="1196263" y="307505"/>
                  </a:lnTo>
                  <a:lnTo>
                    <a:pt x="1192644" y="303987"/>
                  </a:lnTo>
                  <a:lnTo>
                    <a:pt x="1186167" y="303415"/>
                  </a:lnTo>
                  <a:lnTo>
                    <a:pt x="1179499" y="303987"/>
                  </a:lnTo>
                  <a:lnTo>
                    <a:pt x="1175880" y="307505"/>
                  </a:lnTo>
                  <a:lnTo>
                    <a:pt x="1175308" y="313982"/>
                  </a:lnTo>
                  <a:lnTo>
                    <a:pt x="1175880" y="320459"/>
                  </a:lnTo>
                  <a:lnTo>
                    <a:pt x="1179499" y="324180"/>
                  </a:lnTo>
                  <a:lnTo>
                    <a:pt x="1186167" y="325132"/>
                  </a:lnTo>
                  <a:lnTo>
                    <a:pt x="1192644" y="324180"/>
                  </a:lnTo>
                  <a:lnTo>
                    <a:pt x="1196263" y="320459"/>
                  </a:lnTo>
                  <a:lnTo>
                    <a:pt x="1197025" y="313982"/>
                  </a:lnTo>
                  <a:close/>
                </a:path>
                <a:path w="1974850" h="806450">
                  <a:moveTo>
                    <a:pt x="1974392" y="572020"/>
                  </a:moveTo>
                  <a:lnTo>
                    <a:pt x="1096721" y="572020"/>
                  </a:lnTo>
                  <a:lnTo>
                    <a:pt x="1096721" y="540905"/>
                  </a:lnTo>
                  <a:lnTo>
                    <a:pt x="1098727" y="542493"/>
                  </a:lnTo>
                  <a:lnTo>
                    <a:pt x="1104633" y="544398"/>
                  </a:lnTo>
                  <a:lnTo>
                    <a:pt x="1144727" y="532866"/>
                  </a:lnTo>
                  <a:lnTo>
                    <a:pt x="1157351" y="518439"/>
                  </a:lnTo>
                  <a:lnTo>
                    <a:pt x="1181354" y="518439"/>
                  </a:lnTo>
                  <a:lnTo>
                    <a:pt x="1181354" y="511289"/>
                  </a:lnTo>
                  <a:lnTo>
                    <a:pt x="1160005" y="511289"/>
                  </a:lnTo>
                  <a:lnTo>
                    <a:pt x="1161021" y="506006"/>
                  </a:lnTo>
                  <a:lnTo>
                    <a:pt x="1160830" y="498767"/>
                  </a:lnTo>
                  <a:lnTo>
                    <a:pt x="1158252" y="493534"/>
                  </a:lnTo>
                  <a:lnTo>
                    <a:pt x="1153299" y="490296"/>
                  </a:lnTo>
                  <a:lnTo>
                    <a:pt x="1148727" y="486676"/>
                  </a:lnTo>
                  <a:lnTo>
                    <a:pt x="1142250" y="484962"/>
                  </a:lnTo>
                  <a:lnTo>
                    <a:pt x="1133868" y="485152"/>
                  </a:lnTo>
                  <a:lnTo>
                    <a:pt x="1125943" y="486117"/>
                  </a:lnTo>
                  <a:lnTo>
                    <a:pt x="1118158" y="488429"/>
                  </a:lnTo>
                  <a:lnTo>
                    <a:pt x="1110513" y="492112"/>
                  </a:lnTo>
                  <a:lnTo>
                    <a:pt x="1103007" y="497154"/>
                  </a:lnTo>
                  <a:lnTo>
                    <a:pt x="1096721" y="502615"/>
                  </a:lnTo>
                  <a:lnTo>
                    <a:pt x="1096721" y="483755"/>
                  </a:lnTo>
                  <a:lnTo>
                    <a:pt x="1098727" y="485343"/>
                  </a:lnTo>
                  <a:lnTo>
                    <a:pt x="1104633" y="487248"/>
                  </a:lnTo>
                  <a:lnTo>
                    <a:pt x="1111872" y="487438"/>
                  </a:lnTo>
                  <a:lnTo>
                    <a:pt x="1120355" y="486486"/>
                  </a:lnTo>
                  <a:lnTo>
                    <a:pt x="1156373" y="463435"/>
                  </a:lnTo>
                  <a:lnTo>
                    <a:pt x="1157351" y="461289"/>
                  </a:lnTo>
                  <a:lnTo>
                    <a:pt x="1181354" y="461289"/>
                  </a:lnTo>
                  <a:lnTo>
                    <a:pt x="1181354" y="454139"/>
                  </a:lnTo>
                  <a:lnTo>
                    <a:pt x="1160005" y="454139"/>
                  </a:lnTo>
                  <a:lnTo>
                    <a:pt x="1161021" y="448856"/>
                  </a:lnTo>
                  <a:lnTo>
                    <a:pt x="1160830" y="441617"/>
                  </a:lnTo>
                  <a:lnTo>
                    <a:pt x="1158252" y="436384"/>
                  </a:lnTo>
                  <a:lnTo>
                    <a:pt x="1153299" y="433146"/>
                  </a:lnTo>
                  <a:lnTo>
                    <a:pt x="1148727" y="429526"/>
                  </a:lnTo>
                  <a:lnTo>
                    <a:pt x="1142250" y="427812"/>
                  </a:lnTo>
                  <a:lnTo>
                    <a:pt x="1133868" y="428002"/>
                  </a:lnTo>
                  <a:lnTo>
                    <a:pt x="1125943" y="428967"/>
                  </a:lnTo>
                  <a:lnTo>
                    <a:pt x="1091374" y="452069"/>
                  </a:lnTo>
                  <a:lnTo>
                    <a:pt x="1090383" y="454139"/>
                  </a:lnTo>
                  <a:lnTo>
                    <a:pt x="1070203" y="454139"/>
                  </a:lnTo>
                  <a:lnTo>
                    <a:pt x="1070203" y="461289"/>
                  </a:lnTo>
                  <a:lnTo>
                    <a:pt x="1087666" y="461289"/>
                  </a:lnTo>
                  <a:lnTo>
                    <a:pt x="1086726" y="466001"/>
                  </a:lnTo>
                  <a:lnTo>
                    <a:pt x="1086815" y="469150"/>
                  </a:lnTo>
                  <a:lnTo>
                    <a:pt x="1086726" y="511289"/>
                  </a:lnTo>
                  <a:lnTo>
                    <a:pt x="1086726" y="686320"/>
                  </a:lnTo>
                  <a:lnTo>
                    <a:pt x="833551" y="686320"/>
                  </a:lnTo>
                  <a:lnTo>
                    <a:pt x="833551" y="634885"/>
                  </a:lnTo>
                  <a:lnTo>
                    <a:pt x="1086726" y="634885"/>
                  </a:lnTo>
                  <a:lnTo>
                    <a:pt x="1086726" y="629170"/>
                  </a:lnTo>
                  <a:lnTo>
                    <a:pt x="833551" y="629170"/>
                  </a:lnTo>
                  <a:lnTo>
                    <a:pt x="833551" y="577735"/>
                  </a:lnTo>
                  <a:lnTo>
                    <a:pt x="1063574" y="577735"/>
                  </a:lnTo>
                  <a:lnTo>
                    <a:pt x="1063574" y="594309"/>
                  </a:lnTo>
                  <a:lnTo>
                    <a:pt x="1070724" y="594309"/>
                  </a:lnTo>
                  <a:lnTo>
                    <a:pt x="1070724" y="577735"/>
                  </a:lnTo>
                  <a:lnTo>
                    <a:pt x="1086726" y="577735"/>
                  </a:lnTo>
                  <a:lnTo>
                    <a:pt x="1086726" y="572020"/>
                  </a:lnTo>
                  <a:lnTo>
                    <a:pt x="1070724" y="572020"/>
                  </a:lnTo>
                  <a:lnTo>
                    <a:pt x="1070724" y="547154"/>
                  </a:lnTo>
                  <a:lnTo>
                    <a:pt x="1070724" y="532015"/>
                  </a:lnTo>
                  <a:lnTo>
                    <a:pt x="1070724" y="518439"/>
                  </a:lnTo>
                  <a:lnTo>
                    <a:pt x="1086726" y="518439"/>
                  </a:lnTo>
                  <a:lnTo>
                    <a:pt x="1086726" y="511289"/>
                  </a:lnTo>
                  <a:lnTo>
                    <a:pt x="1070724" y="511289"/>
                  </a:lnTo>
                  <a:lnTo>
                    <a:pt x="1070724" y="496290"/>
                  </a:lnTo>
                  <a:lnTo>
                    <a:pt x="1070724" y="480860"/>
                  </a:lnTo>
                  <a:lnTo>
                    <a:pt x="1070724" y="472579"/>
                  </a:lnTo>
                  <a:lnTo>
                    <a:pt x="1063574" y="474383"/>
                  </a:lnTo>
                  <a:lnTo>
                    <a:pt x="1063574" y="496290"/>
                  </a:lnTo>
                  <a:lnTo>
                    <a:pt x="1063574" y="525157"/>
                  </a:lnTo>
                  <a:lnTo>
                    <a:pt x="1037856" y="532015"/>
                  </a:lnTo>
                  <a:lnTo>
                    <a:pt x="1037856" y="502869"/>
                  </a:lnTo>
                  <a:lnTo>
                    <a:pt x="1063574" y="496290"/>
                  </a:lnTo>
                  <a:lnTo>
                    <a:pt x="1063574" y="474383"/>
                  </a:lnTo>
                  <a:lnTo>
                    <a:pt x="1037856" y="480860"/>
                  </a:lnTo>
                  <a:lnTo>
                    <a:pt x="1037856" y="433717"/>
                  </a:lnTo>
                  <a:lnTo>
                    <a:pt x="1030719" y="433717"/>
                  </a:lnTo>
                  <a:lnTo>
                    <a:pt x="1030719" y="555447"/>
                  </a:lnTo>
                  <a:lnTo>
                    <a:pt x="1063574" y="547154"/>
                  </a:lnTo>
                  <a:lnTo>
                    <a:pt x="1063574" y="572020"/>
                  </a:lnTo>
                  <a:lnTo>
                    <a:pt x="820851" y="572020"/>
                  </a:lnTo>
                  <a:lnTo>
                    <a:pt x="820851" y="577735"/>
                  </a:lnTo>
                  <a:lnTo>
                    <a:pt x="824979" y="577735"/>
                  </a:lnTo>
                  <a:lnTo>
                    <a:pt x="824979" y="629170"/>
                  </a:lnTo>
                  <a:lnTo>
                    <a:pt x="820851" y="629170"/>
                  </a:lnTo>
                  <a:lnTo>
                    <a:pt x="820851" y="634885"/>
                  </a:lnTo>
                  <a:lnTo>
                    <a:pt x="824979" y="634885"/>
                  </a:lnTo>
                  <a:lnTo>
                    <a:pt x="824979" y="686320"/>
                  </a:lnTo>
                  <a:lnTo>
                    <a:pt x="820851" y="686320"/>
                  </a:lnTo>
                  <a:lnTo>
                    <a:pt x="820851" y="692035"/>
                  </a:lnTo>
                  <a:lnTo>
                    <a:pt x="824979" y="692035"/>
                  </a:lnTo>
                  <a:lnTo>
                    <a:pt x="824979" y="743470"/>
                  </a:lnTo>
                  <a:lnTo>
                    <a:pt x="820851" y="743470"/>
                  </a:lnTo>
                  <a:lnTo>
                    <a:pt x="820851" y="749185"/>
                  </a:lnTo>
                  <a:lnTo>
                    <a:pt x="824979" y="749185"/>
                  </a:lnTo>
                  <a:lnTo>
                    <a:pt x="824979" y="800620"/>
                  </a:lnTo>
                  <a:lnTo>
                    <a:pt x="820851" y="800620"/>
                  </a:lnTo>
                  <a:lnTo>
                    <a:pt x="820851" y="806335"/>
                  </a:lnTo>
                  <a:lnTo>
                    <a:pt x="824979" y="806335"/>
                  </a:lnTo>
                  <a:lnTo>
                    <a:pt x="833551" y="806335"/>
                  </a:lnTo>
                  <a:lnTo>
                    <a:pt x="1974392" y="806335"/>
                  </a:lnTo>
                  <a:lnTo>
                    <a:pt x="1974392" y="800620"/>
                  </a:lnTo>
                  <a:lnTo>
                    <a:pt x="833551" y="800620"/>
                  </a:lnTo>
                  <a:lnTo>
                    <a:pt x="833551" y="749185"/>
                  </a:lnTo>
                  <a:lnTo>
                    <a:pt x="1974392" y="749185"/>
                  </a:lnTo>
                  <a:lnTo>
                    <a:pt x="1974392" y="743470"/>
                  </a:lnTo>
                  <a:lnTo>
                    <a:pt x="833551" y="743470"/>
                  </a:lnTo>
                  <a:lnTo>
                    <a:pt x="833551" y="692035"/>
                  </a:lnTo>
                  <a:lnTo>
                    <a:pt x="1086726" y="692035"/>
                  </a:lnTo>
                  <a:lnTo>
                    <a:pt x="1086726" y="714895"/>
                  </a:lnTo>
                  <a:lnTo>
                    <a:pt x="1096721" y="714895"/>
                  </a:lnTo>
                  <a:lnTo>
                    <a:pt x="1096721" y="692035"/>
                  </a:lnTo>
                  <a:lnTo>
                    <a:pt x="1974392" y="692035"/>
                  </a:lnTo>
                  <a:lnTo>
                    <a:pt x="1974392" y="686320"/>
                  </a:lnTo>
                  <a:lnTo>
                    <a:pt x="1096721" y="686320"/>
                  </a:lnTo>
                  <a:lnTo>
                    <a:pt x="1096721" y="634885"/>
                  </a:lnTo>
                  <a:lnTo>
                    <a:pt x="1974392" y="634885"/>
                  </a:lnTo>
                  <a:lnTo>
                    <a:pt x="1974392" y="629170"/>
                  </a:lnTo>
                  <a:lnTo>
                    <a:pt x="1096721" y="629170"/>
                  </a:lnTo>
                  <a:lnTo>
                    <a:pt x="1096721" y="577735"/>
                  </a:lnTo>
                  <a:lnTo>
                    <a:pt x="1974392" y="577735"/>
                  </a:lnTo>
                  <a:lnTo>
                    <a:pt x="1974392" y="572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730381" y="5355050"/>
              <a:ext cx="126817" cy="288893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4115892" y="5272477"/>
              <a:ext cx="316230" cy="462915"/>
            </a:xfrm>
            <a:custGeom>
              <a:avLst/>
              <a:gdLst/>
              <a:ahLst/>
              <a:cxnLst/>
              <a:rect l="l" t="t" r="r" b="b"/>
              <a:pathLst>
                <a:path w="316229" h="462914">
                  <a:moveTo>
                    <a:pt x="74295" y="191160"/>
                  </a:moveTo>
                  <a:lnTo>
                    <a:pt x="74104" y="183921"/>
                  </a:lnTo>
                  <a:lnTo>
                    <a:pt x="74015" y="183743"/>
                  </a:lnTo>
                  <a:lnTo>
                    <a:pt x="74015" y="28575"/>
                  </a:lnTo>
                  <a:lnTo>
                    <a:pt x="64008" y="28575"/>
                  </a:lnTo>
                  <a:lnTo>
                    <a:pt x="64008" y="173418"/>
                  </a:lnTo>
                  <a:lnTo>
                    <a:pt x="62014" y="171831"/>
                  </a:lnTo>
                  <a:lnTo>
                    <a:pt x="55537" y="170116"/>
                  </a:lnTo>
                  <a:lnTo>
                    <a:pt x="47155" y="170307"/>
                  </a:lnTo>
                  <a:lnTo>
                    <a:pt x="39217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41935" y="226529"/>
                  </a:lnTo>
                  <a:lnTo>
                    <a:pt x="50063" y="222935"/>
                  </a:lnTo>
                  <a:lnTo>
                    <a:pt x="58013" y="218020"/>
                  </a:lnTo>
                  <a:lnTo>
                    <a:pt x="64008" y="212788"/>
                  </a:lnTo>
                  <a:lnTo>
                    <a:pt x="64008" y="373443"/>
                  </a:lnTo>
                  <a:lnTo>
                    <a:pt x="62014" y="371856"/>
                  </a:lnTo>
                  <a:lnTo>
                    <a:pt x="55537" y="370141"/>
                  </a:lnTo>
                  <a:lnTo>
                    <a:pt x="47155" y="370332"/>
                  </a:lnTo>
                  <a:lnTo>
                    <a:pt x="9588" y="388137"/>
                  </a:lnTo>
                  <a:lnTo>
                    <a:pt x="0" y="408330"/>
                  </a:lnTo>
                  <a:lnTo>
                    <a:pt x="190" y="414807"/>
                  </a:lnTo>
                  <a:lnTo>
                    <a:pt x="25146" y="429768"/>
                  </a:lnTo>
                  <a:lnTo>
                    <a:pt x="33629" y="428815"/>
                  </a:lnTo>
                  <a:lnTo>
                    <a:pt x="69659" y="405765"/>
                  </a:lnTo>
                  <a:lnTo>
                    <a:pt x="74295" y="391185"/>
                  </a:lnTo>
                  <a:lnTo>
                    <a:pt x="74104" y="383946"/>
                  </a:lnTo>
                  <a:lnTo>
                    <a:pt x="74015" y="383768"/>
                  </a:lnTo>
                  <a:lnTo>
                    <a:pt x="74015" y="192633"/>
                  </a:lnTo>
                  <a:lnTo>
                    <a:pt x="74295" y="191160"/>
                  </a:lnTo>
                  <a:close/>
                </a:path>
                <a:path w="316229" h="462914">
                  <a:moveTo>
                    <a:pt x="248373" y="167868"/>
                  </a:moveTo>
                  <a:lnTo>
                    <a:pt x="227761" y="167868"/>
                  </a:lnTo>
                  <a:lnTo>
                    <a:pt x="227761" y="135547"/>
                  </a:lnTo>
                  <a:lnTo>
                    <a:pt x="228053" y="134010"/>
                  </a:lnTo>
                  <a:lnTo>
                    <a:pt x="227863" y="126771"/>
                  </a:lnTo>
                  <a:lnTo>
                    <a:pt x="227761" y="126568"/>
                  </a:lnTo>
                  <a:lnTo>
                    <a:pt x="227761" y="0"/>
                  </a:lnTo>
                  <a:lnTo>
                    <a:pt x="217766" y="0"/>
                  </a:lnTo>
                  <a:lnTo>
                    <a:pt x="217766" y="116281"/>
                  </a:lnTo>
                  <a:lnTo>
                    <a:pt x="217766" y="155638"/>
                  </a:lnTo>
                  <a:lnTo>
                    <a:pt x="217766" y="167868"/>
                  </a:lnTo>
                  <a:lnTo>
                    <a:pt x="199097" y="167868"/>
                  </a:lnTo>
                  <a:lnTo>
                    <a:pt x="203809" y="165785"/>
                  </a:lnTo>
                  <a:lnTo>
                    <a:pt x="211759" y="160870"/>
                  </a:lnTo>
                  <a:lnTo>
                    <a:pt x="217766" y="155638"/>
                  </a:lnTo>
                  <a:lnTo>
                    <a:pt x="217766" y="116281"/>
                  </a:lnTo>
                  <a:lnTo>
                    <a:pt x="215760" y="114681"/>
                  </a:lnTo>
                  <a:lnTo>
                    <a:pt x="209283" y="112966"/>
                  </a:lnTo>
                  <a:lnTo>
                    <a:pt x="200901" y="113157"/>
                  </a:lnTo>
                  <a:lnTo>
                    <a:pt x="163347" y="130962"/>
                  </a:lnTo>
                  <a:lnTo>
                    <a:pt x="153758" y="151155"/>
                  </a:lnTo>
                  <a:lnTo>
                    <a:pt x="153949" y="157632"/>
                  </a:lnTo>
                  <a:lnTo>
                    <a:pt x="156425" y="162877"/>
                  </a:lnTo>
                  <a:lnTo>
                    <a:pt x="161188" y="166878"/>
                  </a:lnTo>
                  <a:lnTo>
                    <a:pt x="162433" y="167868"/>
                  </a:lnTo>
                  <a:lnTo>
                    <a:pt x="137236" y="167868"/>
                  </a:lnTo>
                  <a:lnTo>
                    <a:pt x="137236" y="175018"/>
                  </a:lnTo>
                  <a:lnTo>
                    <a:pt x="217766" y="175018"/>
                  </a:lnTo>
                  <a:lnTo>
                    <a:pt x="217766" y="316306"/>
                  </a:lnTo>
                  <a:lnTo>
                    <a:pt x="215760" y="314706"/>
                  </a:lnTo>
                  <a:lnTo>
                    <a:pt x="209283" y="312991"/>
                  </a:lnTo>
                  <a:lnTo>
                    <a:pt x="200901" y="313182"/>
                  </a:lnTo>
                  <a:lnTo>
                    <a:pt x="163347" y="330987"/>
                  </a:lnTo>
                  <a:lnTo>
                    <a:pt x="153758" y="351180"/>
                  </a:lnTo>
                  <a:lnTo>
                    <a:pt x="153949" y="357657"/>
                  </a:lnTo>
                  <a:lnTo>
                    <a:pt x="178904" y="372618"/>
                  </a:lnTo>
                  <a:lnTo>
                    <a:pt x="187388" y="371665"/>
                  </a:lnTo>
                  <a:lnTo>
                    <a:pt x="223405" y="348615"/>
                  </a:lnTo>
                  <a:lnTo>
                    <a:pt x="228053" y="334035"/>
                  </a:lnTo>
                  <a:lnTo>
                    <a:pt x="227863" y="326796"/>
                  </a:lnTo>
                  <a:lnTo>
                    <a:pt x="227761" y="326593"/>
                  </a:lnTo>
                  <a:lnTo>
                    <a:pt x="227761" y="175018"/>
                  </a:lnTo>
                  <a:lnTo>
                    <a:pt x="248373" y="175018"/>
                  </a:lnTo>
                  <a:lnTo>
                    <a:pt x="248373" y="167868"/>
                  </a:lnTo>
                  <a:close/>
                </a:path>
                <a:path w="316229" h="462914">
                  <a:moveTo>
                    <a:pt x="316115" y="230886"/>
                  </a:moveTo>
                  <a:lnTo>
                    <a:pt x="307543" y="230886"/>
                  </a:lnTo>
                  <a:lnTo>
                    <a:pt x="307543" y="462915"/>
                  </a:lnTo>
                  <a:lnTo>
                    <a:pt x="316115" y="462915"/>
                  </a:lnTo>
                  <a:lnTo>
                    <a:pt x="316115" y="2308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081612" y="6114859"/>
              <a:ext cx="118586" cy="133921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4189907" y="5272477"/>
              <a:ext cx="1636395" cy="571500"/>
            </a:xfrm>
            <a:custGeom>
              <a:avLst/>
              <a:gdLst/>
              <a:ahLst/>
              <a:cxnLst/>
              <a:rect l="l" t="t" r="r" b="b"/>
              <a:pathLst>
                <a:path w="1636395" h="571500">
                  <a:moveTo>
                    <a:pt x="153746" y="0"/>
                  </a:moveTo>
                  <a:lnTo>
                    <a:pt x="0" y="28575"/>
                  </a:lnTo>
                  <a:lnTo>
                    <a:pt x="0" y="57632"/>
                  </a:lnTo>
                  <a:lnTo>
                    <a:pt x="153746" y="29057"/>
                  </a:lnTo>
                  <a:lnTo>
                    <a:pt x="153746" y="0"/>
                  </a:lnTo>
                  <a:close/>
                </a:path>
                <a:path w="1636395" h="571500">
                  <a:moveTo>
                    <a:pt x="1636141" y="228600"/>
                  </a:moveTo>
                  <a:lnTo>
                    <a:pt x="437832" y="228600"/>
                  </a:lnTo>
                  <a:lnTo>
                    <a:pt x="437832" y="182880"/>
                  </a:lnTo>
                  <a:lnTo>
                    <a:pt x="427837" y="182880"/>
                  </a:lnTo>
                  <a:lnTo>
                    <a:pt x="427837" y="400050"/>
                  </a:lnTo>
                  <a:lnTo>
                    <a:pt x="368795" y="400050"/>
                  </a:lnTo>
                  <a:lnTo>
                    <a:pt x="369062" y="398614"/>
                  </a:lnTo>
                  <a:lnTo>
                    <a:pt x="372021" y="394233"/>
                  </a:lnTo>
                  <a:lnTo>
                    <a:pt x="376974" y="390613"/>
                  </a:lnTo>
                  <a:lnTo>
                    <a:pt x="382498" y="386422"/>
                  </a:lnTo>
                  <a:lnTo>
                    <a:pt x="385635" y="381571"/>
                  </a:lnTo>
                  <a:lnTo>
                    <a:pt x="386397" y="376047"/>
                  </a:lnTo>
                  <a:lnTo>
                    <a:pt x="385635" y="372427"/>
                  </a:lnTo>
                  <a:lnTo>
                    <a:pt x="383921" y="368998"/>
                  </a:lnTo>
                  <a:lnTo>
                    <a:pt x="381254" y="365760"/>
                  </a:lnTo>
                  <a:lnTo>
                    <a:pt x="373253" y="357187"/>
                  </a:lnTo>
                  <a:lnTo>
                    <a:pt x="370205" y="353187"/>
                  </a:lnTo>
                  <a:lnTo>
                    <a:pt x="368490" y="349656"/>
                  </a:lnTo>
                  <a:lnTo>
                    <a:pt x="368350" y="348615"/>
                  </a:lnTo>
                  <a:lnTo>
                    <a:pt x="427837" y="348615"/>
                  </a:lnTo>
                  <a:lnTo>
                    <a:pt x="427837" y="342900"/>
                  </a:lnTo>
                  <a:lnTo>
                    <a:pt x="368795" y="342900"/>
                  </a:lnTo>
                  <a:lnTo>
                    <a:pt x="369062" y="341464"/>
                  </a:lnTo>
                  <a:lnTo>
                    <a:pt x="372021" y="337083"/>
                  </a:lnTo>
                  <a:lnTo>
                    <a:pt x="376974" y="333463"/>
                  </a:lnTo>
                  <a:lnTo>
                    <a:pt x="382498" y="329272"/>
                  </a:lnTo>
                  <a:lnTo>
                    <a:pt x="385635" y="324421"/>
                  </a:lnTo>
                  <a:lnTo>
                    <a:pt x="386397" y="318897"/>
                  </a:lnTo>
                  <a:lnTo>
                    <a:pt x="385635" y="315277"/>
                  </a:lnTo>
                  <a:lnTo>
                    <a:pt x="383921" y="311848"/>
                  </a:lnTo>
                  <a:lnTo>
                    <a:pt x="381254" y="308610"/>
                  </a:lnTo>
                  <a:lnTo>
                    <a:pt x="373253" y="300037"/>
                  </a:lnTo>
                  <a:lnTo>
                    <a:pt x="370205" y="296037"/>
                  </a:lnTo>
                  <a:lnTo>
                    <a:pt x="368490" y="292506"/>
                  </a:lnTo>
                  <a:lnTo>
                    <a:pt x="368350" y="291465"/>
                  </a:lnTo>
                  <a:lnTo>
                    <a:pt x="427837" y="291465"/>
                  </a:lnTo>
                  <a:lnTo>
                    <a:pt x="427837" y="285750"/>
                  </a:lnTo>
                  <a:lnTo>
                    <a:pt x="368795" y="285750"/>
                  </a:lnTo>
                  <a:lnTo>
                    <a:pt x="369062" y="284314"/>
                  </a:lnTo>
                  <a:lnTo>
                    <a:pt x="372021" y="279933"/>
                  </a:lnTo>
                  <a:lnTo>
                    <a:pt x="376974" y="276313"/>
                  </a:lnTo>
                  <a:lnTo>
                    <a:pt x="382498" y="272122"/>
                  </a:lnTo>
                  <a:lnTo>
                    <a:pt x="385635" y="267271"/>
                  </a:lnTo>
                  <a:lnTo>
                    <a:pt x="386397" y="261747"/>
                  </a:lnTo>
                  <a:lnTo>
                    <a:pt x="385635" y="258127"/>
                  </a:lnTo>
                  <a:lnTo>
                    <a:pt x="383921" y="254698"/>
                  </a:lnTo>
                  <a:lnTo>
                    <a:pt x="381254" y="251460"/>
                  </a:lnTo>
                  <a:lnTo>
                    <a:pt x="373253" y="242887"/>
                  </a:lnTo>
                  <a:lnTo>
                    <a:pt x="370205" y="238887"/>
                  </a:lnTo>
                  <a:lnTo>
                    <a:pt x="368490" y="235356"/>
                  </a:lnTo>
                  <a:lnTo>
                    <a:pt x="368350" y="234315"/>
                  </a:lnTo>
                  <a:lnTo>
                    <a:pt x="427837" y="234315"/>
                  </a:lnTo>
                  <a:lnTo>
                    <a:pt x="427837" y="228600"/>
                  </a:lnTo>
                  <a:lnTo>
                    <a:pt x="368795" y="228600"/>
                  </a:lnTo>
                  <a:lnTo>
                    <a:pt x="369062" y="227164"/>
                  </a:lnTo>
                  <a:lnTo>
                    <a:pt x="372021" y="222783"/>
                  </a:lnTo>
                  <a:lnTo>
                    <a:pt x="376974" y="219163"/>
                  </a:lnTo>
                  <a:lnTo>
                    <a:pt x="382498" y="214972"/>
                  </a:lnTo>
                  <a:lnTo>
                    <a:pt x="385635" y="210121"/>
                  </a:lnTo>
                  <a:lnTo>
                    <a:pt x="386397" y="204597"/>
                  </a:lnTo>
                  <a:lnTo>
                    <a:pt x="385635" y="200977"/>
                  </a:lnTo>
                  <a:lnTo>
                    <a:pt x="383921" y="197548"/>
                  </a:lnTo>
                  <a:lnTo>
                    <a:pt x="381254" y="194310"/>
                  </a:lnTo>
                  <a:lnTo>
                    <a:pt x="373253" y="185737"/>
                  </a:lnTo>
                  <a:lnTo>
                    <a:pt x="370205" y="181737"/>
                  </a:lnTo>
                  <a:lnTo>
                    <a:pt x="368490" y="178206"/>
                  </a:lnTo>
                  <a:lnTo>
                    <a:pt x="368109" y="175158"/>
                  </a:lnTo>
                  <a:lnTo>
                    <a:pt x="369062" y="170014"/>
                  </a:lnTo>
                  <a:lnTo>
                    <a:pt x="372021" y="165633"/>
                  </a:lnTo>
                  <a:lnTo>
                    <a:pt x="376974" y="162013"/>
                  </a:lnTo>
                  <a:lnTo>
                    <a:pt x="382498" y="157822"/>
                  </a:lnTo>
                  <a:lnTo>
                    <a:pt x="385635" y="152971"/>
                  </a:lnTo>
                  <a:lnTo>
                    <a:pt x="386397" y="147447"/>
                  </a:lnTo>
                  <a:lnTo>
                    <a:pt x="385635" y="143827"/>
                  </a:lnTo>
                  <a:lnTo>
                    <a:pt x="383921" y="140398"/>
                  </a:lnTo>
                  <a:lnTo>
                    <a:pt x="381254" y="137160"/>
                  </a:lnTo>
                  <a:lnTo>
                    <a:pt x="373253" y="128587"/>
                  </a:lnTo>
                  <a:lnTo>
                    <a:pt x="369252" y="128587"/>
                  </a:lnTo>
                  <a:lnTo>
                    <a:pt x="372110" y="131445"/>
                  </a:lnTo>
                  <a:lnTo>
                    <a:pt x="373926" y="135064"/>
                  </a:lnTo>
                  <a:lnTo>
                    <a:pt x="360299" y="156400"/>
                  </a:lnTo>
                  <a:lnTo>
                    <a:pt x="357162" y="161163"/>
                  </a:lnTo>
                  <a:lnTo>
                    <a:pt x="356400" y="166878"/>
                  </a:lnTo>
                  <a:lnTo>
                    <a:pt x="357162" y="170497"/>
                  </a:lnTo>
                  <a:lnTo>
                    <a:pt x="358876" y="173926"/>
                  </a:lnTo>
                  <a:lnTo>
                    <a:pt x="361543" y="177165"/>
                  </a:lnTo>
                  <a:lnTo>
                    <a:pt x="369252" y="185737"/>
                  </a:lnTo>
                  <a:lnTo>
                    <a:pt x="372110" y="188595"/>
                  </a:lnTo>
                  <a:lnTo>
                    <a:pt x="373926" y="192214"/>
                  </a:lnTo>
                  <a:lnTo>
                    <a:pt x="360299" y="213550"/>
                  </a:lnTo>
                  <a:lnTo>
                    <a:pt x="357162" y="218313"/>
                  </a:lnTo>
                  <a:lnTo>
                    <a:pt x="356400" y="224028"/>
                  </a:lnTo>
                  <a:lnTo>
                    <a:pt x="357162" y="227647"/>
                  </a:lnTo>
                  <a:lnTo>
                    <a:pt x="357632" y="228600"/>
                  </a:lnTo>
                  <a:lnTo>
                    <a:pt x="229400" y="228600"/>
                  </a:lnTo>
                  <a:lnTo>
                    <a:pt x="229400" y="234315"/>
                  </a:lnTo>
                  <a:lnTo>
                    <a:pt x="361543" y="234315"/>
                  </a:lnTo>
                  <a:lnTo>
                    <a:pt x="369252" y="242887"/>
                  </a:lnTo>
                  <a:lnTo>
                    <a:pt x="372110" y="245745"/>
                  </a:lnTo>
                  <a:lnTo>
                    <a:pt x="373926" y="249364"/>
                  </a:lnTo>
                  <a:lnTo>
                    <a:pt x="374688" y="253746"/>
                  </a:lnTo>
                  <a:lnTo>
                    <a:pt x="373735" y="258699"/>
                  </a:lnTo>
                  <a:lnTo>
                    <a:pt x="370776" y="263080"/>
                  </a:lnTo>
                  <a:lnTo>
                    <a:pt x="365823" y="266890"/>
                  </a:lnTo>
                  <a:lnTo>
                    <a:pt x="360299" y="270700"/>
                  </a:lnTo>
                  <a:lnTo>
                    <a:pt x="357162" y="275463"/>
                  </a:lnTo>
                  <a:lnTo>
                    <a:pt x="356400" y="281178"/>
                  </a:lnTo>
                  <a:lnTo>
                    <a:pt x="357162" y="284797"/>
                  </a:lnTo>
                  <a:lnTo>
                    <a:pt x="357632" y="285750"/>
                  </a:lnTo>
                  <a:lnTo>
                    <a:pt x="229400" y="285750"/>
                  </a:lnTo>
                  <a:lnTo>
                    <a:pt x="229400" y="291465"/>
                  </a:lnTo>
                  <a:lnTo>
                    <a:pt x="361543" y="291465"/>
                  </a:lnTo>
                  <a:lnTo>
                    <a:pt x="369252" y="300037"/>
                  </a:lnTo>
                  <a:lnTo>
                    <a:pt x="372110" y="302895"/>
                  </a:lnTo>
                  <a:lnTo>
                    <a:pt x="373926" y="306514"/>
                  </a:lnTo>
                  <a:lnTo>
                    <a:pt x="374688" y="310896"/>
                  </a:lnTo>
                  <a:lnTo>
                    <a:pt x="373735" y="315849"/>
                  </a:lnTo>
                  <a:lnTo>
                    <a:pt x="370776" y="320230"/>
                  </a:lnTo>
                  <a:lnTo>
                    <a:pt x="365823" y="324040"/>
                  </a:lnTo>
                  <a:lnTo>
                    <a:pt x="360299" y="327850"/>
                  </a:lnTo>
                  <a:lnTo>
                    <a:pt x="357162" y="332613"/>
                  </a:lnTo>
                  <a:lnTo>
                    <a:pt x="356400" y="338328"/>
                  </a:lnTo>
                  <a:lnTo>
                    <a:pt x="357162" y="341947"/>
                  </a:lnTo>
                  <a:lnTo>
                    <a:pt x="357632" y="342900"/>
                  </a:lnTo>
                  <a:lnTo>
                    <a:pt x="229400" y="342900"/>
                  </a:lnTo>
                  <a:lnTo>
                    <a:pt x="229400" y="348615"/>
                  </a:lnTo>
                  <a:lnTo>
                    <a:pt x="361543" y="348615"/>
                  </a:lnTo>
                  <a:lnTo>
                    <a:pt x="369252" y="357187"/>
                  </a:lnTo>
                  <a:lnTo>
                    <a:pt x="372110" y="360045"/>
                  </a:lnTo>
                  <a:lnTo>
                    <a:pt x="373926" y="363664"/>
                  </a:lnTo>
                  <a:lnTo>
                    <a:pt x="374688" y="368046"/>
                  </a:lnTo>
                  <a:lnTo>
                    <a:pt x="373735" y="372999"/>
                  </a:lnTo>
                  <a:lnTo>
                    <a:pt x="370776" y="377380"/>
                  </a:lnTo>
                  <a:lnTo>
                    <a:pt x="365823" y="381190"/>
                  </a:lnTo>
                  <a:lnTo>
                    <a:pt x="360299" y="385000"/>
                  </a:lnTo>
                  <a:lnTo>
                    <a:pt x="357162" y="389763"/>
                  </a:lnTo>
                  <a:lnTo>
                    <a:pt x="356400" y="395478"/>
                  </a:lnTo>
                  <a:lnTo>
                    <a:pt x="357162" y="399097"/>
                  </a:lnTo>
                  <a:lnTo>
                    <a:pt x="357632" y="400050"/>
                  </a:lnTo>
                  <a:lnTo>
                    <a:pt x="229400" y="400050"/>
                  </a:lnTo>
                  <a:lnTo>
                    <a:pt x="229400" y="405765"/>
                  </a:lnTo>
                  <a:lnTo>
                    <a:pt x="361543" y="405765"/>
                  </a:lnTo>
                  <a:lnTo>
                    <a:pt x="369252" y="414337"/>
                  </a:lnTo>
                  <a:lnTo>
                    <a:pt x="373253" y="414337"/>
                  </a:lnTo>
                  <a:lnTo>
                    <a:pt x="370205" y="410337"/>
                  </a:lnTo>
                  <a:lnTo>
                    <a:pt x="368490" y="406806"/>
                  </a:lnTo>
                  <a:lnTo>
                    <a:pt x="368350" y="405765"/>
                  </a:lnTo>
                  <a:lnTo>
                    <a:pt x="427837" y="405765"/>
                  </a:lnTo>
                  <a:lnTo>
                    <a:pt x="427837" y="457200"/>
                  </a:lnTo>
                  <a:lnTo>
                    <a:pt x="229400" y="457200"/>
                  </a:lnTo>
                  <a:lnTo>
                    <a:pt x="229400" y="462915"/>
                  </a:lnTo>
                  <a:lnTo>
                    <a:pt x="427837" y="462915"/>
                  </a:lnTo>
                  <a:lnTo>
                    <a:pt x="427837" y="571500"/>
                  </a:lnTo>
                  <a:lnTo>
                    <a:pt x="437832" y="571500"/>
                  </a:lnTo>
                  <a:lnTo>
                    <a:pt x="437832" y="462915"/>
                  </a:lnTo>
                  <a:lnTo>
                    <a:pt x="1636141" y="462915"/>
                  </a:lnTo>
                  <a:lnTo>
                    <a:pt x="1636141" y="457200"/>
                  </a:lnTo>
                  <a:lnTo>
                    <a:pt x="437832" y="457200"/>
                  </a:lnTo>
                  <a:lnTo>
                    <a:pt x="437832" y="405765"/>
                  </a:lnTo>
                  <a:lnTo>
                    <a:pt x="1636141" y="405765"/>
                  </a:lnTo>
                  <a:lnTo>
                    <a:pt x="1636141" y="400050"/>
                  </a:lnTo>
                  <a:lnTo>
                    <a:pt x="437832" y="400050"/>
                  </a:lnTo>
                  <a:lnTo>
                    <a:pt x="437832" y="348615"/>
                  </a:lnTo>
                  <a:lnTo>
                    <a:pt x="1636141" y="348615"/>
                  </a:lnTo>
                  <a:lnTo>
                    <a:pt x="1636141" y="342900"/>
                  </a:lnTo>
                  <a:lnTo>
                    <a:pt x="437832" y="342900"/>
                  </a:lnTo>
                  <a:lnTo>
                    <a:pt x="437832" y="291465"/>
                  </a:lnTo>
                  <a:lnTo>
                    <a:pt x="1636141" y="291465"/>
                  </a:lnTo>
                  <a:lnTo>
                    <a:pt x="1636141" y="285750"/>
                  </a:lnTo>
                  <a:lnTo>
                    <a:pt x="437832" y="285750"/>
                  </a:lnTo>
                  <a:lnTo>
                    <a:pt x="437832" y="234315"/>
                  </a:lnTo>
                  <a:lnTo>
                    <a:pt x="1636141" y="234315"/>
                  </a:lnTo>
                  <a:lnTo>
                    <a:pt x="1636141" y="228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601230" y="5412200"/>
              <a:ext cx="111140" cy="120014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617082" y="5555075"/>
              <a:ext cx="75723" cy="120014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5000980" y="5356869"/>
              <a:ext cx="2266950" cy="571500"/>
            </a:xfrm>
            <a:custGeom>
              <a:avLst/>
              <a:gdLst/>
              <a:ahLst/>
              <a:cxnLst/>
              <a:rect l="l" t="t" r="r" b="b"/>
              <a:pathLst>
                <a:path w="2266950" h="571500">
                  <a:moveTo>
                    <a:pt x="173520" y="520547"/>
                  </a:moveTo>
                  <a:lnTo>
                    <a:pt x="153035" y="499592"/>
                  </a:lnTo>
                  <a:lnTo>
                    <a:pt x="149034" y="499592"/>
                  </a:lnTo>
                  <a:lnTo>
                    <a:pt x="145135" y="501116"/>
                  </a:lnTo>
                  <a:lnTo>
                    <a:pt x="141325" y="504164"/>
                  </a:lnTo>
                  <a:lnTo>
                    <a:pt x="137515" y="507022"/>
                  </a:lnTo>
                  <a:lnTo>
                    <a:pt x="135318" y="510743"/>
                  </a:lnTo>
                  <a:lnTo>
                    <a:pt x="134747" y="515315"/>
                  </a:lnTo>
                  <a:lnTo>
                    <a:pt x="135509" y="519315"/>
                  </a:lnTo>
                  <a:lnTo>
                    <a:pt x="138366" y="521309"/>
                  </a:lnTo>
                  <a:lnTo>
                    <a:pt x="143319" y="521309"/>
                  </a:lnTo>
                  <a:lnTo>
                    <a:pt x="147129" y="519785"/>
                  </a:lnTo>
                  <a:lnTo>
                    <a:pt x="148564" y="517118"/>
                  </a:lnTo>
                  <a:lnTo>
                    <a:pt x="147612" y="513308"/>
                  </a:lnTo>
                  <a:lnTo>
                    <a:pt x="145605" y="508165"/>
                  </a:lnTo>
                  <a:lnTo>
                    <a:pt x="146177" y="505117"/>
                  </a:lnTo>
                  <a:lnTo>
                    <a:pt x="148463" y="503694"/>
                  </a:lnTo>
                  <a:lnTo>
                    <a:pt x="152463" y="503885"/>
                  </a:lnTo>
                  <a:lnTo>
                    <a:pt x="158369" y="505218"/>
                  </a:lnTo>
                  <a:lnTo>
                    <a:pt x="161137" y="508076"/>
                  </a:lnTo>
                  <a:lnTo>
                    <a:pt x="160756" y="512457"/>
                  </a:lnTo>
                  <a:lnTo>
                    <a:pt x="160566" y="520268"/>
                  </a:lnTo>
                  <a:lnTo>
                    <a:pt x="158369" y="525310"/>
                  </a:lnTo>
                  <a:lnTo>
                    <a:pt x="149987" y="529882"/>
                  </a:lnTo>
                  <a:lnTo>
                    <a:pt x="144462" y="530936"/>
                  </a:lnTo>
                  <a:lnTo>
                    <a:pt x="137604" y="530745"/>
                  </a:lnTo>
                  <a:lnTo>
                    <a:pt x="136461" y="536168"/>
                  </a:lnTo>
                  <a:lnTo>
                    <a:pt x="150368" y="548271"/>
                  </a:lnTo>
                  <a:lnTo>
                    <a:pt x="149136" y="553224"/>
                  </a:lnTo>
                  <a:lnTo>
                    <a:pt x="143802" y="563321"/>
                  </a:lnTo>
                  <a:lnTo>
                    <a:pt x="139890" y="566077"/>
                  </a:lnTo>
                  <a:lnTo>
                    <a:pt x="134747" y="566458"/>
                  </a:lnTo>
                  <a:lnTo>
                    <a:pt x="132270" y="566267"/>
                  </a:lnTo>
                  <a:lnTo>
                    <a:pt x="130175" y="565315"/>
                  </a:lnTo>
                  <a:lnTo>
                    <a:pt x="128460" y="563600"/>
                  </a:lnTo>
                  <a:lnTo>
                    <a:pt x="128651" y="561505"/>
                  </a:lnTo>
                  <a:lnTo>
                    <a:pt x="129603" y="559981"/>
                  </a:lnTo>
                  <a:lnTo>
                    <a:pt x="131318" y="559028"/>
                  </a:lnTo>
                  <a:lnTo>
                    <a:pt x="133896" y="554456"/>
                  </a:lnTo>
                  <a:lnTo>
                    <a:pt x="133134" y="550456"/>
                  </a:lnTo>
                  <a:lnTo>
                    <a:pt x="130556" y="548271"/>
                  </a:lnTo>
                  <a:lnTo>
                    <a:pt x="126174" y="547890"/>
                  </a:lnTo>
                  <a:lnTo>
                    <a:pt x="120650" y="548652"/>
                  </a:lnTo>
                  <a:lnTo>
                    <a:pt x="117894" y="552170"/>
                  </a:lnTo>
                  <a:lnTo>
                    <a:pt x="117894" y="558457"/>
                  </a:lnTo>
                  <a:lnTo>
                    <a:pt x="118275" y="563029"/>
                  </a:lnTo>
                  <a:lnTo>
                    <a:pt x="120840" y="566267"/>
                  </a:lnTo>
                  <a:lnTo>
                    <a:pt x="125603" y="568172"/>
                  </a:lnTo>
                  <a:lnTo>
                    <a:pt x="138747" y="571030"/>
                  </a:lnTo>
                  <a:lnTo>
                    <a:pt x="144653" y="570839"/>
                  </a:lnTo>
                  <a:lnTo>
                    <a:pt x="150177" y="568655"/>
                  </a:lnTo>
                  <a:lnTo>
                    <a:pt x="155321" y="564464"/>
                  </a:lnTo>
                  <a:lnTo>
                    <a:pt x="160464" y="560463"/>
                  </a:lnTo>
                  <a:lnTo>
                    <a:pt x="163423" y="555320"/>
                  </a:lnTo>
                  <a:lnTo>
                    <a:pt x="164185" y="549033"/>
                  </a:lnTo>
                  <a:lnTo>
                    <a:pt x="164566" y="544271"/>
                  </a:lnTo>
                  <a:lnTo>
                    <a:pt x="161607" y="539889"/>
                  </a:lnTo>
                  <a:lnTo>
                    <a:pt x="155321" y="535889"/>
                  </a:lnTo>
                  <a:lnTo>
                    <a:pt x="155321" y="535317"/>
                  </a:lnTo>
                  <a:lnTo>
                    <a:pt x="159702" y="533603"/>
                  </a:lnTo>
                  <a:lnTo>
                    <a:pt x="163804" y="531126"/>
                  </a:lnTo>
                  <a:lnTo>
                    <a:pt x="167614" y="527888"/>
                  </a:lnTo>
                  <a:lnTo>
                    <a:pt x="171615" y="524649"/>
                  </a:lnTo>
                  <a:lnTo>
                    <a:pt x="173520" y="520547"/>
                  </a:lnTo>
                  <a:close/>
                </a:path>
                <a:path w="2266950" h="571500">
                  <a:moveTo>
                    <a:pt x="382016" y="26327"/>
                  </a:moveTo>
                  <a:lnTo>
                    <a:pt x="360680" y="26327"/>
                  </a:lnTo>
                  <a:lnTo>
                    <a:pt x="361696" y="21043"/>
                  </a:lnTo>
                  <a:lnTo>
                    <a:pt x="361505" y="13804"/>
                  </a:lnTo>
                  <a:lnTo>
                    <a:pt x="358927" y="8572"/>
                  </a:lnTo>
                  <a:lnTo>
                    <a:pt x="353974" y="5334"/>
                  </a:lnTo>
                  <a:lnTo>
                    <a:pt x="349402" y="1714"/>
                  </a:lnTo>
                  <a:lnTo>
                    <a:pt x="342925" y="0"/>
                  </a:lnTo>
                  <a:lnTo>
                    <a:pt x="334543" y="190"/>
                  </a:lnTo>
                  <a:lnTo>
                    <a:pt x="326618" y="1155"/>
                  </a:lnTo>
                  <a:lnTo>
                    <a:pt x="292036" y="24257"/>
                  </a:lnTo>
                  <a:lnTo>
                    <a:pt x="291045" y="26327"/>
                  </a:lnTo>
                  <a:lnTo>
                    <a:pt x="270878" y="26327"/>
                  </a:lnTo>
                  <a:lnTo>
                    <a:pt x="270878" y="33477"/>
                  </a:lnTo>
                  <a:lnTo>
                    <a:pt x="288340" y="33477"/>
                  </a:lnTo>
                  <a:lnTo>
                    <a:pt x="287401" y="38188"/>
                  </a:lnTo>
                  <a:lnTo>
                    <a:pt x="287489" y="41338"/>
                  </a:lnTo>
                  <a:lnTo>
                    <a:pt x="287401" y="83477"/>
                  </a:lnTo>
                  <a:lnTo>
                    <a:pt x="270878" y="83477"/>
                  </a:lnTo>
                  <a:lnTo>
                    <a:pt x="270878" y="90627"/>
                  </a:lnTo>
                  <a:lnTo>
                    <a:pt x="287401" y="90627"/>
                  </a:lnTo>
                  <a:lnTo>
                    <a:pt x="287401" y="238213"/>
                  </a:lnTo>
                  <a:lnTo>
                    <a:pt x="287401" y="429793"/>
                  </a:lnTo>
                  <a:lnTo>
                    <a:pt x="161963" y="443026"/>
                  </a:lnTo>
                  <a:lnTo>
                    <a:pt x="161963" y="284556"/>
                  </a:lnTo>
                  <a:lnTo>
                    <a:pt x="163957" y="286131"/>
                  </a:lnTo>
                  <a:lnTo>
                    <a:pt x="169862" y="288036"/>
                  </a:lnTo>
                  <a:lnTo>
                    <a:pt x="209969" y="276504"/>
                  </a:lnTo>
                  <a:lnTo>
                    <a:pt x="226250" y="249643"/>
                  </a:lnTo>
                  <a:lnTo>
                    <a:pt x="226060" y="242404"/>
                  </a:lnTo>
                  <a:lnTo>
                    <a:pt x="223494" y="237172"/>
                  </a:lnTo>
                  <a:lnTo>
                    <a:pt x="218541" y="233934"/>
                  </a:lnTo>
                  <a:lnTo>
                    <a:pt x="213969" y="230314"/>
                  </a:lnTo>
                  <a:lnTo>
                    <a:pt x="207492" y="228600"/>
                  </a:lnTo>
                  <a:lnTo>
                    <a:pt x="199110" y="228790"/>
                  </a:lnTo>
                  <a:lnTo>
                    <a:pt x="191173" y="229755"/>
                  </a:lnTo>
                  <a:lnTo>
                    <a:pt x="183388" y="232067"/>
                  </a:lnTo>
                  <a:lnTo>
                    <a:pt x="175742" y="235750"/>
                  </a:lnTo>
                  <a:lnTo>
                    <a:pt x="168249" y="240792"/>
                  </a:lnTo>
                  <a:lnTo>
                    <a:pt x="161963" y="246240"/>
                  </a:lnTo>
                  <a:lnTo>
                    <a:pt x="161963" y="90627"/>
                  </a:lnTo>
                  <a:lnTo>
                    <a:pt x="246583" y="90627"/>
                  </a:lnTo>
                  <a:lnTo>
                    <a:pt x="246583" y="83477"/>
                  </a:lnTo>
                  <a:lnTo>
                    <a:pt x="197307" y="83477"/>
                  </a:lnTo>
                  <a:lnTo>
                    <a:pt x="202018" y="81394"/>
                  </a:lnTo>
                  <a:lnTo>
                    <a:pt x="226250" y="49618"/>
                  </a:lnTo>
                  <a:lnTo>
                    <a:pt x="226060" y="42379"/>
                  </a:lnTo>
                  <a:lnTo>
                    <a:pt x="223494" y="37147"/>
                  </a:lnTo>
                  <a:lnTo>
                    <a:pt x="218541" y="33909"/>
                  </a:lnTo>
                  <a:lnTo>
                    <a:pt x="213969" y="30289"/>
                  </a:lnTo>
                  <a:lnTo>
                    <a:pt x="207492" y="28575"/>
                  </a:lnTo>
                  <a:lnTo>
                    <a:pt x="199110" y="28765"/>
                  </a:lnTo>
                  <a:lnTo>
                    <a:pt x="191173" y="29730"/>
                  </a:lnTo>
                  <a:lnTo>
                    <a:pt x="156603" y="52832"/>
                  </a:lnTo>
                  <a:lnTo>
                    <a:pt x="151955" y="66763"/>
                  </a:lnTo>
                  <a:lnTo>
                    <a:pt x="152044" y="69913"/>
                  </a:lnTo>
                  <a:lnTo>
                    <a:pt x="151955" y="83477"/>
                  </a:lnTo>
                  <a:lnTo>
                    <a:pt x="135432" y="83477"/>
                  </a:lnTo>
                  <a:lnTo>
                    <a:pt x="135432" y="90627"/>
                  </a:lnTo>
                  <a:lnTo>
                    <a:pt x="151955" y="90627"/>
                  </a:lnTo>
                  <a:lnTo>
                    <a:pt x="151955" y="266788"/>
                  </a:lnTo>
                  <a:lnTo>
                    <a:pt x="151955" y="444080"/>
                  </a:lnTo>
                  <a:lnTo>
                    <a:pt x="26517" y="457314"/>
                  </a:lnTo>
                  <a:lnTo>
                    <a:pt x="26517" y="313131"/>
                  </a:lnTo>
                  <a:lnTo>
                    <a:pt x="28511" y="314706"/>
                  </a:lnTo>
                  <a:lnTo>
                    <a:pt x="34417" y="316611"/>
                  </a:lnTo>
                  <a:lnTo>
                    <a:pt x="74523" y="305079"/>
                  </a:lnTo>
                  <a:lnTo>
                    <a:pt x="90805" y="278218"/>
                  </a:lnTo>
                  <a:lnTo>
                    <a:pt x="90614" y="270979"/>
                  </a:lnTo>
                  <a:lnTo>
                    <a:pt x="88049" y="265747"/>
                  </a:lnTo>
                  <a:lnTo>
                    <a:pt x="83096" y="262509"/>
                  </a:lnTo>
                  <a:lnTo>
                    <a:pt x="78524" y="258889"/>
                  </a:lnTo>
                  <a:lnTo>
                    <a:pt x="72047" y="257175"/>
                  </a:lnTo>
                  <a:lnTo>
                    <a:pt x="63665" y="257365"/>
                  </a:lnTo>
                  <a:lnTo>
                    <a:pt x="55740" y="258330"/>
                  </a:lnTo>
                  <a:lnTo>
                    <a:pt x="47942" y="260642"/>
                  </a:lnTo>
                  <a:lnTo>
                    <a:pt x="40309" y="264325"/>
                  </a:lnTo>
                  <a:lnTo>
                    <a:pt x="32804" y="269367"/>
                  </a:lnTo>
                  <a:lnTo>
                    <a:pt x="26517" y="274828"/>
                  </a:lnTo>
                  <a:lnTo>
                    <a:pt x="26517" y="113106"/>
                  </a:lnTo>
                  <a:lnTo>
                    <a:pt x="28511" y="114681"/>
                  </a:lnTo>
                  <a:lnTo>
                    <a:pt x="34417" y="116586"/>
                  </a:lnTo>
                  <a:lnTo>
                    <a:pt x="41656" y="116776"/>
                  </a:lnTo>
                  <a:lnTo>
                    <a:pt x="50139" y="115824"/>
                  </a:lnTo>
                  <a:lnTo>
                    <a:pt x="86169" y="92773"/>
                  </a:lnTo>
                  <a:lnTo>
                    <a:pt x="87134" y="90627"/>
                  </a:lnTo>
                  <a:lnTo>
                    <a:pt x="111137" y="90627"/>
                  </a:lnTo>
                  <a:lnTo>
                    <a:pt x="111137" y="83477"/>
                  </a:lnTo>
                  <a:lnTo>
                    <a:pt x="89789" y="83477"/>
                  </a:lnTo>
                  <a:lnTo>
                    <a:pt x="90805" y="78193"/>
                  </a:lnTo>
                  <a:lnTo>
                    <a:pt x="90614" y="70954"/>
                  </a:lnTo>
                  <a:lnTo>
                    <a:pt x="88049" y="65722"/>
                  </a:lnTo>
                  <a:lnTo>
                    <a:pt x="83096" y="62484"/>
                  </a:lnTo>
                  <a:lnTo>
                    <a:pt x="78524" y="58864"/>
                  </a:lnTo>
                  <a:lnTo>
                    <a:pt x="72047" y="57150"/>
                  </a:lnTo>
                  <a:lnTo>
                    <a:pt x="63665" y="57340"/>
                  </a:lnTo>
                  <a:lnTo>
                    <a:pt x="55740" y="58305"/>
                  </a:lnTo>
                  <a:lnTo>
                    <a:pt x="21158" y="81407"/>
                  </a:lnTo>
                  <a:lnTo>
                    <a:pt x="20167" y="83477"/>
                  </a:lnTo>
                  <a:lnTo>
                    <a:pt x="0" y="83477"/>
                  </a:lnTo>
                  <a:lnTo>
                    <a:pt x="0" y="90627"/>
                  </a:lnTo>
                  <a:lnTo>
                    <a:pt x="17449" y="90627"/>
                  </a:lnTo>
                  <a:lnTo>
                    <a:pt x="16510" y="95338"/>
                  </a:lnTo>
                  <a:lnTo>
                    <a:pt x="16598" y="98488"/>
                  </a:lnTo>
                  <a:lnTo>
                    <a:pt x="16510" y="295363"/>
                  </a:lnTo>
                  <a:lnTo>
                    <a:pt x="16510" y="458368"/>
                  </a:lnTo>
                  <a:lnTo>
                    <a:pt x="16510" y="487108"/>
                  </a:lnTo>
                  <a:lnTo>
                    <a:pt x="26517" y="487108"/>
                  </a:lnTo>
                  <a:lnTo>
                    <a:pt x="26517" y="486054"/>
                  </a:lnTo>
                  <a:lnTo>
                    <a:pt x="151955" y="472821"/>
                  </a:lnTo>
                  <a:lnTo>
                    <a:pt x="161963" y="472821"/>
                  </a:lnTo>
                  <a:lnTo>
                    <a:pt x="161963" y="471766"/>
                  </a:lnTo>
                  <a:lnTo>
                    <a:pt x="287401" y="458533"/>
                  </a:lnTo>
                  <a:lnTo>
                    <a:pt x="297395" y="458533"/>
                  </a:lnTo>
                  <a:lnTo>
                    <a:pt x="297395" y="255968"/>
                  </a:lnTo>
                  <a:lnTo>
                    <a:pt x="299402" y="257556"/>
                  </a:lnTo>
                  <a:lnTo>
                    <a:pt x="305308" y="259461"/>
                  </a:lnTo>
                  <a:lnTo>
                    <a:pt x="312547" y="259651"/>
                  </a:lnTo>
                  <a:lnTo>
                    <a:pt x="321030" y="258699"/>
                  </a:lnTo>
                  <a:lnTo>
                    <a:pt x="357047" y="235648"/>
                  </a:lnTo>
                  <a:lnTo>
                    <a:pt x="361696" y="221068"/>
                  </a:lnTo>
                  <a:lnTo>
                    <a:pt x="361505" y="213829"/>
                  </a:lnTo>
                  <a:lnTo>
                    <a:pt x="358927" y="208597"/>
                  </a:lnTo>
                  <a:lnTo>
                    <a:pt x="353974" y="205359"/>
                  </a:lnTo>
                  <a:lnTo>
                    <a:pt x="349402" y="201739"/>
                  </a:lnTo>
                  <a:lnTo>
                    <a:pt x="342925" y="200025"/>
                  </a:lnTo>
                  <a:lnTo>
                    <a:pt x="334543" y="200215"/>
                  </a:lnTo>
                  <a:lnTo>
                    <a:pt x="326618" y="201180"/>
                  </a:lnTo>
                  <a:lnTo>
                    <a:pt x="318833" y="203492"/>
                  </a:lnTo>
                  <a:lnTo>
                    <a:pt x="311188" y="207175"/>
                  </a:lnTo>
                  <a:lnTo>
                    <a:pt x="303682" y="212217"/>
                  </a:lnTo>
                  <a:lnTo>
                    <a:pt x="297395" y="217678"/>
                  </a:lnTo>
                  <a:lnTo>
                    <a:pt x="297395" y="90627"/>
                  </a:lnTo>
                  <a:lnTo>
                    <a:pt x="382016" y="90627"/>
                  </a:lnTo>
                  <a:lnTo>
                    <a:pt x="382016" y="83477"/>
                  </a:lnTo>
                  <a:lnTo>
                    <a:pt x="297395" y="83477"/>
                  </a:lnTo>
                  <a:lnTo>
                    <a:pt x="297395" y="55943"/>
                  </a:lnTo>
                  <a:lnTo>
                    <a:pt x="299402" y="57531"/>
                  </a:lnTo>
                  <a:lnTo>
                    <a:pt x="305308" y="59436"/>
                  </a:lnTo>
                  <a:lnTo>
                    <a:pt x="312547" y="59626"/>
                  </a:lnTo>
                  <a:lnTo>
                    <a:pt x="321030" y="58674"/>
                  </a:lnTo>
                  <a:lnTo>
                    <a:pt x="357047" y="35623"/>
                  </a:lnTo>
                  <a:lnTo>
                    <a:pt x="358025" y="33477"/>
                  </a:lnTo>
                  <a:lnTo>
                    <a:pt x="382016" y="33477"/>
                  </a:lnTo>
                  <a:lnTo>
                    <a:pt x="382016" y="26327"/>
                  </a:lnTo>
                  <a:close/>
                </a:path>
                <a:path w="2266950" h="571500">
                  <a:moveTo>
                    <a:pt x="579831" y="484136"/>
                  </a:moveTo>
                  <a:lnTo>
                    <a:pt x="559358" y="463181"/>
                  </a:lnTo>
                  <a:lnTo>
                    <a:pt x="555358" y="463181"/>
                  </a:lnTo>
                  <a:lnTo>
                    <a:pt x="551446" y="464705"/>
                  </a:lnTo>
                  <a:lnTo>
                    <a:pt x="547636" y="467753"/>
                  </a:lnTo>
                  <a:lnTo>
                    <a:pt x="543826" y="470611"/>
                  </a:lnTo>
                  <a:lnTo>
                    <a:pt x="541642" y="474332"/>
                  </a:lnTo>
                  <a:lnTo>
                    <a:pt x="541070" y="478904"/>
                  </a:lnTo>
                  <a:lnTo>
                    <a:pt x="541832" y="482904"/>
                  </a:lnTo>
                  <a:lnTo>
                    <a:pt x="544690" y="484898"/>
                  </a:lnTo>
                  <a:lnTo>
                    <a:pt x="549643" y="484898"/>
                  </a:lnTo>
                  <a:lnTo>
                    <a:pt x="553453" y="483374"/>
                  </a:lnTo>
                  <a:lnTo>
                    <a:pt x="554875" y="480707"/>
                  </a:lnTo>
                  <a:lnTo>
                    <a:pt x="553923" y="476897"/>
                  </a:lnTo>
                  <a:lnTo>
                    <a:pt x="551929" y="471754"/>
                  </a:lnTo>
                  <a:lnTo>
                    <a:pt x="552500" y="468706"/>
                  </a:lnTo>
                  <a:lnTo>
                    <a:pt x="554786" y="467283"/>
                  </a:lnTo>
                  <a:lnTo>
                    <a:pt x="558787" y="467474"/>
                  </a:lnTo>
                  <a:lnTo>
                    <a:pt x="564692" y="468807"/>
                  </a:lnTo>
                  <a:lnTo>
                    <a:pt x="567448" y="471665"/>
                  </a:lnTo>
                  <a:lnTo>
                    <a:pt x="567067" y="476046"/>
                  </a:lnTo>
                  <a:lnTo>
                    <a:pt x="566877" y="483857"/>
                  </a:lnTo>
                  <a:lnTo>
                    <a:pt x="564692" y="488899"/>
                  </a:lnTo>
                  <a:lnTo>
                    <a:pt x="556310" y="493471"/>
                  </a:lnTo>
                  <a:lnTo>
                    <a:pt x="550786" y="494525"/>
                  </a:lnTo>
                  <a:lnTo>
                    <a:pt x="543928" y="494334"/>
                  </a:lnTo>
                  <a:lnTo>
                    <a:pt x="542785" y="499757"/>
                  </a:lnTo>
                  <a:lnTo>
                    <a:pt x="556691" y="511860"/>
                  </a:lnTo>
                  <a:lnTo>
                    <a:pt x="555447" y="516813"/>
                  </a:lnTo>
                  <a:lnTo>
                    <a:pt x="550113" y="526910"/>
                  </a:lnTo>
                  <a:lnTo>
                    <a:pt x="546214" y="529666"/>
                  </a:lnTo>
                  <a:lnTo>
                    <a:pt x="541070" y="530047"/>
                  </a:lnTo>
                  <a:lnTo>
                    <a:pt x="538594" y="529856"/>
                  </a:lnTo>
                  <a:lnTo>
                    <a:pt x="536498" y="528904"/>
                  </a:lnTo>
                  <a:lnTo>
                    <a:pt x="534784" y="527189"/>
                  </a:lnTo>
                  <a:lnTo>
                    <a:pt x="534974" y="525094"/>
                  </a:lnTo>
                  <a:lnTo>
                    <a:pt x="535927" y="523570"/>
                  </a:lnTo>
                  <a:lnTo>
                    <a:pt x="537641" y="522617"/>
                  </a:lnTo>
                  <a:lnTo>
                    <a:pt x="540207" y="518045"/>
                  </a:lnTo>
                  <a:lnTo>
                    <a:pt x="539445" y="514045"/>
                  </a:lnTo>
                  <a:lnTo>
                    <a:pt x="536879" y="511860"/>
                  </a:lnTo>
                  <a:lnTo>
                    <a:pt x="532498" y="511479"/>
                  </a:lnTo>
                  <a:lnTo>
                    <a:pt x="526973" y="512241"/>
                  </a:lnTo>
                  <a:lnTo>
                    <a:pt x="524205" y="515759"/>
                  </a:lnTo>
                  <a:lnTo>
                    <a:pt x="524205" y="522046"/>
                  </a:lnTo>
                  <a:lnTo>
                    <a:pt x="524586" y="526618"/>
                  </a:lnTo>
                  <a:lnTo>
                    <a:pt x="527164" y="529856"/>
                  </a:lnTo>
                  <a:lnTo>
                    <a:pt x="531926" y="531761"/>
                  </a:lnTo>
                  <a:lnTo>
                    <a:pt x="545071" y="534619"/>
                  </a:lnTo>
                  <a:lnTo>
                    <a:pt x="550976" y="534428"/>
                  </a:lnTo>
                  <a:lnTo>
                    <a:pt x="556501" y="532244"/>
                  </a:lnTo>
                  <a:lnTo>
                    <a:pt x="561644" y="528053"/>
                  </a:lnTo>
                  <a:lnTo>
                    <a:pt x="566788" y="524052"/>
                  </a:lnTo>
                  <a:lnTo>
                    <a:pt x="569734" y="518909"/>
                  </a:lnTo>
                  <a:lnTo>
                    <a:pt x="570496" y="512622"/>
                  </a:lnTo>
                  <a:lnTo>
                    <a:pt x="570877" y="507860"/>
                  </a:lnTo>
                  <a:lnTo>
                    <a:pt x="567931" y="503478"/>
                  </a:lnTo>
                  <a:lnTo>
                    <a:pt x="561644" y="499478"/>
                  </a:lnTo>
                  <a:lnTo>
                    <a:pt x="561644" y="498906"/>
                  </a:lnTo>
                  <a:lnTo>
                    <a:pt x="566026" y="497192"/>
                  </a:lnTo>
                  <a:lnTo>
                    <a:pt x="570115" y="494715"/>
                  </a:lnTo>
                  <a:lnTo>
                    <a:pt x="573925" y="491477"/>
                  </a:lnTo>
                  <a:lnTo>
                    <a:pt x="577926" y="488238"/>
                  </a:lnTo>
                  <a:lnTo>
                    <a:pt x="579831" y="484136"/>
                  </a:lnTo>
                  <a:close/>
                </a:path>
                <a:path w="2266950" h="571500">
                  <a:moveTo>
                    <a:pt x="788339" y="83477"/>
                  </a:moveTo>
                  <a:lnTo>
                    <a:pt x="767003" y="83477"/>
                  </a:lnTo>
                  <a:lnTo>
                    <a:pt x="768019" y="78193"/>
                  </a:lnTo>
                  <a:lnTo>
                    <a:pt x="767829" y="70954"/>
                  </a:lnTo>
                  <a:lnTo>
                    <a:pt x="765251" y="65722"/>
                  </a:lnTo>
                  <a:lnTo>
                    <a:pt x="760298" y="62484"/>
                  </a:lnTo>
                  <a:lnTo>
                    <a:pt x="755726" y="58864"/>
                  </a:lnTo>
                  <a:lnTo>
                    <a:pt x="749249" y="57150"/>
                  </a:lnTo>
                  <a:lnTo>
                    <a:pt x="740867" y="57340"/>
                  </a:lnTo>
                  <a:lnTo>
                    <a:pt x="732942" y="58305"/>
                  </a:lnTo>
                  <a:lnTo>
                    <a:pt x="698360" y="81407"/>
                  </a:lnTo>
                  <a:lnTo>
                    <a:pt x="697369" y="83477"/>
                  </a:lnTo>
                  <a:lnTo>
                    <a:pt x="677202" y="83477"/>
                  </a:lnTo>
                  <a:lnTo>
                    <a:pt x="677202" y="90627"/>
                  </a:lnTo>
                  <a:lnTo>
                    <a:pt x="694664" y="90627"/>
                  </a:lnTo>
                  <a:lnTo>
                    <a:pt x="693724" y="95338"/>
                  </a:lnTo>
                  <a:lnTo>
                    <a:pt x="693813" y="98488"/>
                  </a:lnTo>
                  <a:lnTo>
                    <a:pt x="693724" y="295363"/>
                  </a:lnTo>
                  <a:lnTo>
                    <a:pt x="693724" y="429793"/>
                  </a:lnTo>
                  <a:lnTo>
                    <a:pt x="568274" y="416572"/>
                  </a:lnTo>
                  <a:lnTo>
                    <a:pt x="568274" y="284543"/>
                  </a:lnTo>
                  <a:lnTo>
                    <a:pt x="570280" y="286131"/>
                  </a:lnTo>
                  <a:lnTo>
                    <a:pt x="576186" y="288036"/>
                  </a:lnTo>
                  <a:lnTo>
                    <a:pt x="616280" y="276504"/>
                  </a:lnTo>
                  <a:lnTo>
                    <a:pt x="632574" y="249643"/>
                  </a:lnTo>
                  <a:lnTo>
                    <a:pt x="632383" y="242404"/>
                  </a:lnTo>
                  <a:lnTo>
                    <a:pt x="629805" y="237172"/>
                  </a:lnTo>
                  <a:lnTo>
                    <a:pt x="624852" y="233934"/>
                  </a:lnTo>
                  <a:lnTo>
                    <a:pt x="620280" y="230314"/>
                  </a:lnTo>
                  <a:lnTo>
                    <a:pt x="613803" y="228600"/>
                  </a:lnTo>
                  <a:lnTo>
                    <a:pt x="605421" y="228790"/>
                  </a:lnTo>
                  <a:lnTo>
                    <a:pt x="597496" y="229755"/>
                  </a:lnTo>
                  <a:lnTo>
                    <a:pt x="589711" y="232067"/>
                  </a:lnTo>
                  <a:lnTo>
                    <a:pt x="582066" y="235750"/>
                  </a:lnTo>
                  <a:lnTo>
                    <a:pt x="574560" y="240792"/>
                  </a:lnTo>
                  <a:lnTo>
                    <a:pt x="568274" y="246253"/>
                  </a:lnTo>
                  <a:lnTo>
                    <a:pt x="568274" y="90627"/>
                  </a:lnTo>
                  <a:lnTo>
                    <a:pt x="652907" y="90627"/>
                  </a:lnTo>
                  <a:lnTo>
                    <a:pt x="652907" y="83477"/>
                  </a:lnTo>
                  <a:lnTo>
                    <a:pt x="603631" y="83477"/>
                  </a:lnTo>
                  <a:lnTo>
                    <a:pt x="608342" y="81394"/>
                  </a:lnTo>
                  <a:lnTo>
                    <a:pt x="632574" y="49618"/>
                  </a:lnTo>
                  <a:lnTo>
                    <a:pt x="632383" y="42379"/>
                  </a:lnTo>
                  <a:lnTo>
                    <a:pt x="629805" y="37147"/>
                  </a:lnTo>
                  <a:lnTo>
                    <a:pt x="624852" y="33909"/>
                  </a:lnTo>
                  <a:lnTo>
                    <a:pt x="620280" y="30289"/>
                  </a:lnTo>
                  <a:lnTo>
                    <a:pt x="613803" y="28575"/>
                  </a:lnTo>
                  <a:lnTo>
                    <a:pt x="605421" y="28765"/>
                  </a:lnTo>
                  <a:lnTo>
                    <a:pt x="597496" y="29730"/>
                  </a:lnTo>
                  <a:lnTo>
                    <a:pt x="562927" y="52832"/>
                  </a:lnTo>
                  <a:lnTo>
                    <a:pt x="558279" y="66763"/>
                  </a:lnTo>
                  <a:lnTo>
                    <a:pt x="558368" y="69913"/>
                  </a:lnTo>
                  <a:lnTo>
                    <a:pt x="558279" y="83477"/>
                  </a:lnTo>
                  <a:lnTo>
                    <a:pt x="541756" y="83477"/>
                  </a:lnTo>
                  <a:lnTo>
                    <a:pt x="541756" y="90627"/>
                  </a:lnTo>
                  <a:lnTo>
                    <a:pt x="558279" y="90627"/>
                  </a:lnTo>
                  <a:lnTo>
                    <a:pt x="558279" y="266788"/>
                  </a:lnTo>
                  <a:lnTo>
                    <a:pt x="558279" y="415505"/>
                  </a:lnTo>
                  <a:lnTo>
                    <a:pt x="432841" y="402285"/>
                  </a:lnTo>
                  <a:lnTo>
                    <a:pt x="432841" y="255981"/>
                  </a:lnTo>
                  <a:lnTo>
                    <a:pt x="434835" y="257556"/>
                  </a:lnTo>
                  <a:lnTo>
                    <a:pt x="440740" y="259461"/>
                  </a:lnTo>
                  <a:lnTo>
                    <a:pt x="480847" y="247929"/>
                  </a:lnTo>
                  <a:lnTo>
                    <a:pt x="497128" y="221068"/>
                  </a:lnTo>
                  <a:lnTo>
                    <a:pt x="496938" y="213829"/>
                  </a:lnTo>
                  <a:lnTo>
                    <a:pt x="494372" y="208597"/>
                  </a:lnTo>
                  <a:lnTo>
                    <a:pt x="489419" y="205359"/>
                  </a:lnTo>
                  <a:lnTo>
                    <a:pt x="484847" y="201739"/>
                  </a:lnTo>
                  <a:lnTo>
                    <a:pt x="478370" y="200025"/>
                  </a:lnTo>
                  <a:lnTo>
                    <a:pt x="469988" y="200215"/>
                  </a:lnTo>
                  <a:lnTo>
                    <a:pt x="462051" y="201180"/>
                  </a:lnTo>
                  <a:lnTo>
                    <a:pt x="454266" y="203492"/>
                  </a:lnTo>
                  <a:lnTo>
                    <a:pt x="446620" y="207175"/>
                  </a:lnTo>
                  <a:lnTo>
                    <a:pt x="439127" y="212217"/>
                  </a:lnTo>
                  <a:lnTo>
                    <a:pt x="432841" y="217665"/>
                  </a:lnTo>
                  <a:lnTo>
                    <a:pt x="432841" y="90627"/>
                  </a:lnTo>
                  <a:lnTo>
                    <a:pt x="517461" y="90627"/>
                  </a:lnTo>
                  <a:lnTo>
                    <a:pt x="517461" y="83477"/>
                  </a:lnTo>
                  <a:lnTo>
                    <a:pt x="432841" y="83477"/>
                  </a:lnTo>
                  <a:lnTo>
                    <a:pt x="432841" y="55956"/>
                  </a:lnTo>
                  <a:lnTo>
                    <a:pt x="434835" y="57531"/>
                  </a:lnTo>
                  <a:lnTo>
                    <a:pt x="440740" y="59436"/>
                  </a:lnTo>
                  <a:lnTo>
                    <a:pt x="447979" y="59626"/>
                  </a:lnTo>
                  <a:lnTo>
                    <a:pt x="456463" y="58674"/>
                  </a:lnTo>
                  <a:lnTo>
                    <a:pt x="492493" y="35623"/>
                  </a:lnTo>
                  <a:lnTo>
                    <a:pt x="493458" y="33477"/>
                  </a:lnTo>
                  <a:lnTo>
                    <a:pt x="517461" y="33477"/>
                  </a:lnTo>
                  <a:lnTo>
                    <a:pt x="517461" y="26327"/>
                  </a:lnTo>
                  <a:lnTo>
                    <a:pt x="496112" y="26327"/>
                  </a:lnTo>
                  <a:lnTo>
                    <a:pt x="497128" y="21043"/>
                  </a:lnTo>
                  <a:lnTo>
                    <a:pt x="496938" y="13804"/>
                  </a:lnTo>
                  <a:lnTo>
                    <a:pt x="494372" y="8572"/>
                  </a:lnTo>
                  <a:lnTo>
                    <a:pt x="489419" y="5334"/>
                  </a:lnTo>
                  <a:lnTo>
                    <a:pt x="484847" y="1714"/>
                  </a:lnTo>
                  <a:lnTo>
                    <a:pt x="478370" y="0"/>
                  </a:lnTo>
                  <a:lnTo>
                    <a:pt x="469988" y="190"/>
                  </a:lnTo>
                  <a:lnTo>
                    <a:pt x="462051" y="1155"/>
                  </a:lnTo>
                  <a:lnTo>
                    <a:pt x="427482" y="24257"/>
                  </a:lnTo>
                  <a:lnTo>
                    <a:pt x="426491" y="26327"/>
                  </a:lnTo>
                  <a:lnTo>
                    <a:pt x="406323" y="26327"/>
                  </a:lnTo>
                  <a:lnTo>
                    <a:pt x="406323" y="33477"/>
                  </a:lnTo>
                  <a:lnTo>
                    <a:pt x="423773" y="33477"/>
                  </a:lnTo>
                  <a:lnTo>
                    <a:pt x="422833" y="38188"/>
                  </a:lnTo>
                  <a:lnTo>
                    <a:pt x="422922" y="41338"/>
                  </a:lnTo>
                  <a:lnTo>
                    <a:pt x="422833" y="83477"/>
                  </a:lnTo>
                  <a:lnTo>
                    <a:pt x="406323" y="83477"/>
                  </a:lnTo>
                  <a:lnTo>
                    <a:pt x="406323" y="90627"/>
                  </a:lnTo>
                  <a:lnTo>
                    <a:pt x="422833" y="90627"/>
                  </a:lnTo>
                  <a:lnTo>
                    <a:pt x="422833" y="238213"/>
                  </a:lnTo>
                  <a:lnTo>
                    <a:pt x="422833" y="401218"/>
                  </a:lnTo>
                  <a:lnTo>
                    <a:pt x="422833" y="429958"/>
                  </a:lnTo>
                  <a:lnTo>
                    <a:pt x="558279" y="444246"/>
                  </a:lnTo>
                  <a:lnTo>
                    <a:pt x="693724" y="458533"/>
                  </a:lnTo>
                  <a:lnTo>
                    <a:pt x="703719" y="458533"/>
                  </a:lnTo>
                  <a:lnTo>
                    <a:pt x="703719" y="313118"/>
                  </a:lnTo>
                  <a:lnTo>
                    <a:pt x="705726" y="314706"/>
                  </a:lnTo>
                  <a:lnTo>
                    <a:pt x="711631" y="316611"/>
                  </a:lnTo>
                  <a:lnTo>
                    <a:pt x="718870" y="316801"/>
                  </a:lnTo>
                  <a:lnTo>
                    <a:pt x="727341" y="315849"/>
                  </a:lnTo>
                  <a:lnTo>
                    <a:pt x="763371" y="292798"/>
                  </a:lnTo>
                  <a:lnTo>
                    <a:pt x="768019" y="278218"/>
                  </a:lnTo>
                  <a:lnTo>
                    <a:pt x="767829" y="270979"/>
                  </a:lnTo>
                  <a:lnTo>
                    <a:pt x="765251" y="265747"/>
                  </a:lnTo>
                  <a:lnTo>
                    <a:pt x="760298" y="262509"/>
                  </a:lnTo>
                  <a:lnTo>
                    <a:pt x="755726" y="258889"/>
                  </a:lnTo>
                  <a:lnTo>
                    <a:pt x="749249" y="257175"/>
                  </a:lnTo>
                  <a:lnTo>
                    <a:pt x="740867" y="257365"/>
                  </a:lnTo>
                  <a:lnTo>
                    <a:pt x="732942" y="258330"/>
                  </a:lnTo>
                  <a:lnTo>
                    <a:pt x="725157" y="260642"/>
                  </a:lnTo>
                  <a:lnTo>
                    <a:pt x="717511" y="264325"/>
                  </a:lnTo>
                  <a:lnTo>
                    <a:pt x="710006" y="269367"/>
                  </a:lnTo>
                  <a:lnTo>
                    <a:pt x="703719" y="274828"/>
                  </a:lnTo>
                  <a:lnTo>
                    <a:pt x="703719" y="113093"/>
                  </a:lnTo>
                  <a:lnTo>
                    <a:pt x="705726" y="114681"/>
                  </a:lnTo>
                  <a:lnTo>
                    <a:pt x="711631" y="116586"/>
                  </a:lnTo>
                  <a:lnTo>
                    <a:pt x="718870" y="116776"/>
                  </a:lnTo>
                  <a:lnTo>
                    <a:pt x="727341" y="115824"/>
                  </a:lnTo>
                  <a:lnTo>
                    <a:pt x="763371" y="92773"/>
                  </a:lnTo>
                  <a:lnTo>
                    <a:pt x="764349" y="90627"/>
                  </a:lnTo>
                  <a:lnTo>
                    <a:pt x="788339" y="90627"/>
                  </a:lnTo>
                  <a:lnTo>
                    <a:pt x="788339" y="83477"/>
                  </a:lnTo>
                  <a:close/>
                </a:path>
                <a:path w="2266950" h="571500">
                  <a:moveTo>
                    <a:pt x="2266912" y="144208"/>
                  </a:moveTo>
                  <a:lnTo>
                    <a:pt x="825068" y="144208"/>
                  </a:lnTo>
                  <a:lnTo>
                    <a:pt x="825068" y="149923"/>
                  </a:lnTo>
                  <a:lnTo>
                    <a:pt x="829195" y="149923"/>
                  </a:lnTo>
                  <a:lnTo>
                    <a:pt x="829195" y="201358"/>
                  </a:lnTo>
                  <a:lnTo>
                    <a:pt x="825068" y="201358"/>
                  </a:lnTo>
                  <a:lnTo>
                    <a:pt x="825068" y="207073"/>
                  </a:lnTo>
                  <a:lnTo>
                    <a:pt x="829195" y="207073"/>
                  </a:lnTo>
                  <a:lnTo>
                    <a:pt x="829195" y="258508"/>
                  </a:lnTo>
                  <a:lnTo>
                    <a:pt x="825068" y="258508"/>
                  </a:lnTo>
                  <a:lnTo>
                    <a:pt x="825068" y="264223"/>
                  </a:lnTo>
                  <a:lnTo>
                    <a:pt x="829195" y="264223"/>
                  </a:lnTo>
                  <a:lnTo>
                    <a:pt x="829195" y="315658"/>
                  </a:lnTo>
                  <a:lnTo>
                    <a:pt x="825068" y="315658"/>
                  </a:lnTo>
                  <a:lnTo>
                    <a:pt x="825068" y="321373"/>
                  </a:lnTo>
                  <a:lnTo>
                    <a:pt x="829195" y="321373"/>
                  </a:lnTo>
                  <a:lnTo>
                    <a:pt x="829195" y="372808"/>
                  </a:lnTo>
                  <a:lnTo>
                    <a:pt x="825068" y="372808"/>
                  </a:lnTo>
                  <a:lnTo>
                    <a:pt x="825068" y="378523"/>
                  </a:lnTo>
                  <a:lnTo>
                    <a:pt x="829195" y="378523"/>
                  </a:lnTo>
                  <a:lnTo>
                    <a:pt x="837768" y="378523"/>
                  </a:lnTo>
                  <a:lnTo>
                    <a:pt x="2266912" y="378523"/>
                  </a:lnTo>
                  <a:lnTo>
                    <a:pt x="2266912" y="372808"/>
                  </a:lnTo>
                  <a:lnTo>
                    <a:pt x="837768" y="372808"/>
                  </a:lnTo>
                  <a:lnTo>
                    <a:pt x="837768" y="321373"/>
                  </a:lnTo>
                  <a:lnTo>
                    <a:pt x="2266912" y="321373"/>
                  </a:lnTo>
                  <a:lnTo>
                    <a:pt x="2266912" y="315658"/>
                  </a:lnTo>
                  <a:lnTo>
                    <a:pt x="837768" y="315658"/>
                  </a:lnTo>
                  <a:lnTo>
                    <a:pt x="837768" y="264223"/>
                  </a:lnTo>
                  <a:lnTo>
                    <a:pt x="2266912" y="264223"/>
                  </a:lnTo>
                  <a:lnTo>
                    <a:pt x="2266912" y="258508"/>
                  </a:lnTo>
                  <a:lnTo>
                    <a:pt x="837768" y="258508"/>
                  </a:lnTo>
                  <a:lnTo>
                    <a:pt x="837768" y="207073"/>
                  </a:lnTo>
                  <a:lnTo>
                    <a:pt x="2266912" y="207073"/>
                  </a:lnTo>
                  <a:lnTo>
                    <a:pt x="2266912" y="201358"/>
                  </a:lnTo>
                  <a:lnTo>
                    <a:pt x="837768" y="201358"/>
                  </a:lnTo>
                  <a:lnTo>
                    <a:pt x="837768" y="149923"/>
                  </a:lnTo>
                  <a:lnTo>
                    <a:pt x="2266912" y="149923"/>
                  </a:lnTo>
                  <a:lnTo>
                    <a:pt x="2266912" y="144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909523" y="5301043"/>
              <a:ext cx="94392" cy="314324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5910186" y="5282002"/>
              <a:ext cx="474345" cy="419100"/>
            </a:xfrm>
            <a:custGeom>
              <a:avLst/>
              <a:gdLst/>
              <a:ahLst/>
              <a:cxnLst/>
              <a:rect l="l" t="t" r="r" b="b"/>
              <a:pathLst>
                <a:path w="474345" h="419100">
                  <a:moveTo>
                    <a:pt x="93726" y="390525"/>
                  </a:moveTo>
                  <a:lnTo>
                    <a:pt x="69926" y="365760"/>
                  </a:lnTo>
                  <a:lnTo>
                    <a:pt x="67576" y="364947"/>
                  </a:lnTo>
                  <a:lnTo>
                    <a:pt x="65913" y="364540"/>
                  </a:lnTo>
                  <a:lnTo>
                    <a:pt x="65913" y="407860"/>
                  </a:lnTo>
                  <a:lnTo>
                    <a:pt x="61722" y="414147"/>
                  </a:lnTo>
                  <a:lnTo>
                    <a:pt x="52578" y="414528"/>
                  </a:lnTo>
                  <a:lnTo>
                    <a:pt x="46482" y="415290"/>
                  </a:lnTo>
                  <a:lnTo>
                    <a:pt x="41148" y="413004"/>
                  </a:lnTo>
                  <a:lnTo>
                    <a:pt x="28194" y="378904"/>
                  </a:lnTo>
                  <a:lnTo>
                    <a:pt x="28219" y="378714"/>
                  </a:lnTo>
                  <a:lnTo>
                    <a:pt x="47244" y="365760"/>
                  </a:lnTo>
                  <a:lnTo>
                    <a:pt x="52578" y="368046"/>
                  </a:lnTo>
                  <a:lnTo>
                    <a:pt x="61722" y="378714"/>
                  </a:lnTo>
                  <a:lnTo>
                    <a:pt x="61785" y="378904"/>
                  </a:lnTo>
                  <a:lnTo>
                    <a:pt x="64389" y="386143"/>
                  </a:lnTo>
                  <a:lnTo>
                    <a:pt x="65151" y="395668"/>
                  </a:lnTo>
                  <a:lnTo>
                    <a:pt x="65913" y="407860"/>
                  </a:lnTo>
                  <a:lnTo>
                    <a:pt x="65913" y="364540"/>
                  </a:lnTo>
                  <a:lnTo>
                    <a:pt x="60007" y="363093"/>
                  </a:lnTo>
                  <a:lnTo>
                    <a:pt x="52717" y="362089"/>
                  </a:lnTo>
                  <a:lnTo>
                    <a:pt x="45720" y="361950"/>
                  </a:lnTo>
                  <a:lnTo>
                    <a:pt x="38963" y="362089"/>
                  </a:lnTo>
                  <a:lnTo>
                    <a:pt x="1460" y="382879"/>
                  </a:lnTo>
                  <a:lnTo>
                    <a:pt x="0" y="390525"/>
                  </a:lnTo>
                  <a:lnTo>
                    <a:pt x="1752" y="398170"/>
                  </a:lnTo>
                  <a:lnTo>
                    <a:pt x="40436" y="418947"/>
                  </a:lnTo>
                  <a:lnTo>
                    <a:pt x="47434" y="419100"/>
                  </a:lnTo>
                  <a:lnTo>
                    <a:pt x="54394" y="418947"/>
                  </a:lnTo>
                  <a:lnTo>
                    <a:pt x="92227" y="398170"/>
                  </a:lnTo>
                  <a:lnTo>
                    <a:pt x="93726" y="390525"/>
                  </a:lnTo>
                  <a:close/>
                </a:path>
                <a:path w="474345" h="419100">
                  <a:moveTo>
                    <a:pt x="474040" y="181635"/>
                  </a:moveTo>
                  <a:lnTo>
                    <a:pt x="473849" y="174396"/>
                  </a:lnTo>
                  <a:lnTo>
                    <a:pt x="473760" y="174218"/>
                  </a:lnTo>
                  <a:lnTo>
                    <a:pt x="473760" y="0"/>
                  </a:lnTo>
                  <a:lnTo>
                    <a:pt x="463753" y="0"/>
                  </a:lnTo>
                  <a:lnTo>
                    <a:pt x="463753" y="163893"/>
                  </a:lnTo>
                  <a:lnTo>
                    <a:pt x="461759" y="162306"/>
                  </a:lnTo>
                  <a:lnTo>
                    <a:pt x="455282" y="160591"/>
                  </a:lnTo>
                  <a:lnTo>
                    <a:pt x="446900" y="160782"/>
                  </a:lnTo>
                  <a:lnTo>
                    <a:pt x="438975" y="161747"/>
                  </a:lnTo>
                  <a:lnTo>
                    <a:pt x="404393" y="184848"/>
                  </a:lnTo>
                  <a:lnTo>
                    <a:pt x="399745" y="198780"/>
                  </a:lnTo>
                  <a:lnTo>
                    <a:pt x="399935" y="205257"/>
                  </a:lnTo>
                  <a:lnTo>
                    <a:pt x="424891" y="220218"/>
                  </a:lnTo>
                  <a:lnTo>
                    <a:pt x="433374" y="219265"/>
                  </a:lnTo>
                  <a:lnTo>
                    <a:pt x="469404" y="196215"/>
                  </a:lnTo>
                  <a:lnTo>
                    <a:pt x="472605" y="189204"/>
                  </a:lnTo>
                  <a:lnTo>
                    <a:pt x="474040" y="181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412736" y="5267706"/>
              <a:ext cx="349762" cy="205930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266700" y="5267715"/>
              <a:ext cx="7014209" cy="1598295"/>
            </a:xfrm>
            <a:custGeom>
              <a:avLst/>
              <a:gdLst/>
              <a:ahLst/>
              <a:cxnLst/>
              <a:rect l="l" t="t" r="r" b="b"/>
              <a:pathLst>
                <a:path w="7014209" h="1598295">
                  <a:moveTo>
                    <a:pt x="432625" y="1592389"/>
                  </a:moveTo>
                  <a:lnTo>
                    <a:pt x="0" y="1592389"/>
                  </a:lnTo>
                  <a:lnTo>
                    <a:pt x="0" y="1598104"/>
                  </a:lnTo>
                  <a:lnTo>
                    <a:pt x="432625" y="1598104"/>
                  </a:lnTo>
                  <a:lnTo>
                    <a:pt x="432625" y="1592389"/>
                  </a:lnTo>
                  <a:close/>
                </a:path>
                <a:path w="7014209" h="1598295">
                  <a:moveTo>
                    <a:pt x="432625" y="1535239"/>
                  </a:moveTo>
                  <a:lnTo>
                    <a:pt x="0" y="1535239"/>
                  </a:lnTo>
                  <a:lnTo>
                    <a:pt x="0" y="1540954"/>
                  </a:lnTo>
                  <a:lnTo>
                    <a:pt x="432625" y="1540954"/>
                  </a:lnTo>
                  <a:lnTo>
                    <a:pt x="432625" y="1535239"/>
                  </a:lnTo>
                  <a:close/>
                </a:path>
                <a:path w="7014209" h="1598295">
                  <a:moveTo>
                    <a:pt x="432625" y="1478089"/>
                  </a:moveTo>
                  <a:lnTo>
                    <a:pt x="0" y="1478089"/>
                  </a:lnTo>
                  <a:lnTo>
                    <a:pt x="0" y="1483804"/>
                  </a:lnTo>
                  <a:lnTo>
                    <a:pt x="432625" y="1483804"/>
                  </a:lnTo>
                  <a:lnTo>
                    <a:pt x="432625" y="1478089"/>
                  </a:lnTo>
                  <a:close/>
                </a:path>
                <a:path w="7014209" h="1598295">
                  <a:moveTo>
                    <a:pt x="432625" y="1420939"/>
                  </a:moveTo>
                  <a:lnTo>
                    <a:pt x="0" y="1420939"/>
                  </a:lnTo>
                  <a:lnTo>
                    <a:pt x="0" y="1426654"/>
                  </a:lnTo>
                  <a:lnTo>
                    <a:pt x="432625" y="1426654"/>
                  </a:lnTo>
                  <a:lnTo>
                    <a:pt x="432625" y="1420939"/>
                  </a:lnTo>
                  <a:close/>
                </a:path>
                <a:path w="7014209" h="1598295">
                  <a:moveTo>
                    <a:pt x="432625" y="1363789"/>
                  </a:moveTo>
                  <a:lnTo>
                    <a:pt x="0" y="1363789"/>
                  </a:lnTo>
                  <a:lnTo>
                    <a:pt x="0" y="1369504"/>
                  </a:lnTo>
                  <a:lnTo>
                    <a:pt x="432625" y="1369504"/>
                  </a:lnTo>
                  <a:lnTo>
                    <a:pt x="432625" y="1363789"/>
                  </a:lnTo>
                  <a:close/>
                </a:path>
                <a:path w="7014209" h="1598295">
                  <a:moveTo>
                    <a:pt x="6475184" y="42887"/>
                  </a:moveTo>
                  <a:lnTo>
                    <a:pt x="6117247" y="57175"/>
                  </a:lnTo>
                  <a:lnTo>
                    <a:pt x="6117247" y="85775"/>
                  </a:lnTo>
                  <a:lnTo>
                    <a:pt x="6475184" y="71488"/>
                  </a:lnTo>
                  <a:lnTo>
                    <a:pt x="6475184" y="42887"/>
                  </a:lnTo>
                  <a:close/>
                </a:path>
                <a:path w="7014209" h="1598295">
                  <a:moveTo>
                    <a:pt x="6475184" y="0"/>
                  </a:moveTo>
                  <a:lnTo>
                    <a:pt x="6117247" y="14287"/>
                  </a:lnTo>
                  <a:lnTo>
                    <a:pt x="6117247" y="42887"/>
                  </a:lnTo>
                  <a:lnTo>
                    <a:pt x="6475184" y="28600"/>
                  </a:lnTo>
                  <a:lnTo>
                    <a:pt x="6475184" y="0"/>
                  </a:lnTo>
                  <a:close/>
                </a:path>
                <a:path w="7014209" h="1598295">
                  <a:moveTo>
                    <a:pt x="6952704" y="281647"/>
                  </a:moveTo>
                  <a:lnTo>
                    <a:pt x="6952513" y="274408"/>
                  </a:lnTo>
                  <a:lnTo>
                    <a:pt x="6952424" y="274231"/>
                  </a:lnTo>
                  <a:lnTo>
                    <a:pt x="6952424" y="191401"/>
                  </a:lnTo>
                  <a:lnTo>
                    <a:pt x="6952424" y="162458"/>
                  </a:lnTo>
                  <a:lnTo>
                    <a:pt x="6952424" y="147993"/>
                  </a:lnTo>
                  <a:lnTo>
                    <a:pt x="6952424" y="119062"/>
                  </a:lnTo>
                  <a:lnTo>
                    <a:pt x="6942417" y="117475"/>
                  </a:lnTo>
                  <a:lnTo>
                    <a:pt x="6942417" y="146405"/>
                  </a:lnTo>
                  <a:lnTo>
                    <a:pt x="6942417" y="160870"/>
                  </a:lnTo>
                  <a:lnTo>
                    <a:pt x="6833108" y="143408"/>
                  </a:lnTo>
                  <a:lnTo>
                    <a:pt x="6833108" y="128943"/>
                  </a:lnTo>
                  <a:lnTo>
                    <a:pt x="6942417" y="146405"/>
                  </a:lnTo>
                  <a:lnTo>
                    <a:pt x="6942417" y="117475"/>
                  </a:lnTo>
                  <a:lnTo>
                    <a:pt x="6833108" y="100012"/>
                  </a:lnTo>
                  <a:lnTo>
                    <a:pt x="6823113" y="98425"/>
                  </a:lnTo>
                  <a:lnTo>
                    <a:pt x="6823113" y="127355"/>
                  </a:lnTo>
                  <a:lnTo>
                    <a:pt x="6823113" y="141820"/>
                  </a:lnTo>
                  <a:lnTo>
                    <a:pt x="6713804" y="124371"/>
                  </a:lnTo>
                  <a:lnTo>
                    <a:pt x="6713804" y="109905"/>
                  </a:lnTo>
                  <a:lnTo>
                    <a:pt x="6823113" y="127355"/>
                  </a:lnTo>
                  <a:lnTo>
                    <a:pt x="6823113" y="98425"/>
                  </a:lnTo>
                  <a:lnTo>
                    <a:pt x="6713804" y="80975"/>
                  </a:lnTo>
                  <a:lnTo>
                    <a:pt x="6703796" y="79375"/>
                  </a:lnTo>
                  <a:lnTo>
                    <a:pt x="6703796" y="108305"/>
                  </a:lnTo>
                  <a:lnTo>
                    <a:pt x="6703796" y="122770"/>
                  </a:lnTo>
                  <a:lnTo>
                    <a:pt x="6594488" y="105308"/>
                  </a:lnTo>
                  <a:lnTo>
                    <a:pt x="6594488" y="90843"/>
                  </a:lnTo>
                  <a:lnTo>
                    <a:pt x="6703796" y="108305"/>
                  </a:lnTo>
                  <a:lnTo>
                    <a:pt x="6703796" y="79375"/>
                  </a:lnTo>
                  <a:lnTo>
                    <a:pt x="6594488" y="61912"/>
                  </a:lnTo>
                  <a:lnTo>
                    <a:pt x="6584493" y="61912"/>
                  </a:lnTo>
                  <a:lnTo>
                    <a:pt x="6584493" y="178193"/>
                  </a:lnTo>
                  <a:lnTo>
                    <a:pt x="6582486" y="176593"/>
                  </a:lnTo>
                  <a:lnTo>
                    <a:pt x="6576009" y="174879"/>
                  </a:lnTo>
                  <a:lnTo>
                    <a:pt x="6567627" y="175069"/>
                  </a:lnTo>
                  <a:lnTo>
                    <a:pt x="6559702" y="176034"/>
                  </a:lnTo>
                  <a:lnTo>
                    <a:pt x="6525120" y="199136"/>
                  </a:lnTo>
                  <a:lnTo>
                    <a:pt x="6520485" y="213067"/>
                  </a:lnTo>
                  <a:lnTo>
                    <a:pt x="6520675" y="219544"/>
                  </a:lnTo>
                  <a:lnTo>
                    <a:pt x="6545631" y="234505"/>
                  </a:lnTo>
                  <a:lnTo>
                    <a:pt x="6554114" y="233553"/>
                  </a:lnTo>
                  <a:lnTo>
                    <a:pt x="6590131" y="210502"/>
                  </a:lnTo>
                  <a:lnTo>
                    <a:pt x="6594780" y="195922"/>
                  </a:lnTo>
                  <a:lnTo>
                    <a:pt x="6594589" y="188683"/>
                  </a:lnTo>
                  <a:lnTo>
                    <a:pt x="6594488" y="188480"/>
                  </a:lnTo>
                  <a:lnTo>
                    <a:pt x="6594488" y="134251"/>
                  </a:lnTo>
                  <a:lnTo>
                    <a:pt x="6703796" y="151714"/>
                  </a:lnTo>
                  <a:lnTo>
                    <a:pt x="6703796" y="206756"/>
                  </a:lnTo>
                  <a:lnTo>
                    <a:pt x="6701803" y="205168"/>
                  </a:lnTo>
                  <a:lnTo>
                    <a:pt x="6695326" y="203454"/>
                  </a:lnTo>
                  <a:lnTo>
                    <a:pt x="6656083" y="215646"/>
                  </a:lnTo>
                  <a:lnTo>
                    <a:pt x="6639788" y="241642"/>
                  </a:lnTo>
                  <a:lnTo>
                    <a:pt x="6639979" y="248119"/>
                  </a:lnTo>
                  <a:lnTo>
                    <a:pt x="6664934" y="263080"/>
                  </a:lnTo>
                  <a:lnTo>
                    <a:pt x="6673418" y="262128"/>
                  </a:lnTo>
                  <a:lnTo>
                    <a:pt x="6709448" y="239077"/>
                  </a:lnTo>
                  <a:lnTo>
                    <a:pt x="6714083" y="224497"/>
                  </a:lnTo>
                  <a:lnTo>
                    <a:pt x="6713893" y="217258"/>
                  </a:lnTo>
                  <a:lnTo>
                    <a:pt x="6713804" y="217081"/>
                  </a:lnTo>
                  <a:lnTo>
                    <a:pt x="6713804" y="153314"/>
                  </a:lnTo>
                  <a:lnTo>
                    <a:pt x="6823113" y="170764"/>
                  </a:lnTo>
                  <a:lnTo>
                    <a:pt x="6823113" y="235343"/>
                  </a:lnTo>
                  <a:lnTo>
                    <a:pt x="6821106" y="233743"/>
                  </a:lnTo>
                  <a:lnTo>
                    <a:pt x="6814629" y="232029"/>
                  </a:lnTo>
                  <a:lnTo>
                    <a:pt x="6775386" y="244221"/>
                  </a:lnTo>
                  <a:lnTo>
                    <a:pt x="6759105" y="270217"/>
                  </a:lnTo>
                  <a:lnTo>
                    <a:pt x="6759295" y="276694"/>
                  </a:lnTo>
                  <a:lnTo>
                    <a:pt x="6784251" y="291655"/>
                  </a:lnTo>
                  <a:lnTo>
                    <a:pt x="6792735" y="290703"/>
                  </a:lnTo>
                  <a:lnTo>
                    <a:pt x="6828752" y="267652"/>
                  </a:lnTo>
                  <a:lnTo>
                    <a:pt x="6833400" y="253072"/>
                  </a:lnTo>
                  <a:lnTo>
                    <a:pt x="6833209" y="245833"/>
                  </a:lnTo>
                  <a:lnTo>
                    <a:pt x="6833108" y="245630"/>
                  </a:lnTo>
                  <a:lnTo>
                    <a:pt x="6833108" y="172351"/>
                  </a:lnTo>
                  <a:lnTo>
                    <a:pt x="6942417" y="189814"/>
                  </a:lnTo>
                  <a:lnTo>
                    <a:pt x="6942417" y="263906"/>
                  </a:lnTo>
                  <a:lnTo>
                    <a:pt x="6940423" y="262318"/>
                  </a:lnTo>
                  <a:lnTo>
                    <a:pt x="6933946" y="260604"/>
                  </a:lnTo>
                  <a:lnTo>
                    <a:pt x="6894703" y="272796"/>
                  </a:lnTo>
                  <a:lnTo>
                    <a:pt x="6878409" y="298792"/>
                  </a:lnTo>
                  <a:lnTo>
                    <a:pt x="6878599" y="305269"/>
                  </a:lnTo>
                  <a:lnTo>
                    <a:pt x="6903555" y="320230"/>
                  </a:lnTo>
                  <a:lnTo>
                    <a:pt x="6912038" y="319278"/>
                  </a:lnTo>
                  <a:lnTo>
                    <a:pt x="6948068" y="296227"/>
                  </a:lnTo>
                  <a:lnTo>
                    <a:pt x="6951256" y="289217"/>
                  </a:lnTo>
                  <a:lnTo>
                    <a:pt x="6952704" y="281647"/>
                  </a:lnTo>
                  <a:close/>
                </a:path>
                <a:path w="7014209" h="1598295">
                  <a:moveTo>
                    <a:pt x="7013892" y="235648"/>
                  </a:moveTo>
                  <a:lnTo>
                    <a:pt x="7005320" y="235648"/>
                  </a:lnTo>
                  <a:lnTo>
                    <a:pt x="7005320" y="467677"/>
                  </a:lnTo>
                  <a:lnTo>
                    <a:pt x="7013892" y="467677"/>
                  </a:lnTo>
                  <a:lnTo>
                    <a:pt x="7013892" y="2356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07975" y="6631495"/>
              <a:ext cx="158876" cy="182879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002" y="6602920"/>
              <a:ext cx="159448" cy="267461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699325" y="6631505"/>
              <a:ext cx="1042669" cy="234315"/>
            </a:xfrm>
            <a:custGeom>
              <a:avLst/>
              <a:gdLst/>
              <a:ahLst/>
              <a:cxnLst/>
              <a:rect l="l" t="t" r="r" b="b"/>
              <a:pathLst>
                <a:path w="1042669" h="234315">
                  <a:moveTo>
                    <a:pt x="1042644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042644" y="234315"/>
                  </a:lnTo>
                  <a:lnTo>
                    <a:pt x="1042644" y="228600"/>
                  </a:lnTo>
                  <a:close/>
                </a:path>
                <a:path w="1042669" h="234315">
                  <a:moveTo>
                    <a:pt x="1042644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042644" y="177165"/>
                  </a:lnTo>
                  <a:lnTo>
                    <a:pt x="1042644" y="171450"/>
                  </a:lnTo>
                  <a:close/>
                </a:path>
                <a:path w="1042669" h="234315">
                  <a:moveTo>
                    <a:pt x="1042644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042644" y="120015"/>
                  </a:lnTo>
                  <a:lnTo>
                    <a:pt x="1042644" y="114300"/>
                  </a:lnTo>
                  <a:close/>
                </a:path>
                <a:path w="1042669" h="234315">
                  <a:moveTo>
                    <a:pt x="1042644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042644" y="62865"/>
                  </a:lnTo>
                  <a:lnTo>
                    <a:pt x="1042644" y="57150"/>
                  </a:lnTo>
                  <a:close/>
                </a:path>
                <a:path w="1042669" h="234315">
                  <a:moveTo>
                    <a:pt x="1042644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042644" y="5715"/>
                  </a:lnTo>
                  <a:lnTo>
                    <a:pt x="10426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83462" y="6345745"/>
              <a:ext cx="149732" cy="336613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1038199" y="5501077"/>
              <a:ext cx="3381375" cy="1365250"/>
            </a:xfrm>
            <a:custGeom>
              <a:avLst/>
              <a:gdLst/>
              <a:ahLst/>
              <a:cxnLst/>
              <a:rect l="l" t="t" r="r" b="b"/>
              <a:pathLst>
                <a:path w="3381375" h="1365250">
                  <a:moveTo>
                    <a:pt x="111137" y="1069695"/>
                  </a:moveTo>
                  <a:lnTo>
                    <a:pt x="0" y="1069695"/>
                  </a:lnTo>
                  <a:lnTo>
                    <a:pt x="0" y="1076845"/>
                  </a:lnTo>
                  <a:lnTo>
                    <a:pt x="111137" y="1076845"/>
                  </a:lnTo>
                  <a:lnTo>
                    <a:pt x="111137" y="1069695"/>
                  </a:lnTo>
                  <a:close/>
                </a:path>
                <a:path w="3381375" h="1365250">
                  <a:moveTo>
                    <a:pt x="111137" y="955395"/>
                  </a:moveTo>
                  <a:lnTo>
                    <a:pt x="90525" y="955395"/>
                  </a:lnTo>
                  <a:lnTo>
                    <a:pt x="90525" y="953998"/>
                  </a:lnTo>
                  <a:lnTo>
                    <a:pt x="90805" y="952690"/>
                  </a:lnTo>
                  <a:lnTo>
                    <a:pt x="91567" y="943927"/>
                  </a:lnTo>
                  <a:lnTo>
                    <a:pt x="90525" y="941412"/>
                  </a:lnTo>
                  <a:lnTo>
                    <a:pt x="90525" y="787527"/>
                  </a:lnTo>
                  <a:lnTo>
                    <a:pt x="81940" y="787527"/>
                  </a:lnTo>
                  <a:lnTo>
                    <a:pt x="81940" y="1004697"/>
                  </a:lnTo>
                  <a:lnTo>
                    <a:pt x="81089" y="1006500"/>
                  </a:lnTo>
                  <a:lnTo>
                    <a:pt x="77089" y="1011262"/>
                  </a:lnTo>
                  <a:lnTo>
                    <a:pt x="75603" y="1012545"/>
                  </a:lnTo>
                  <a:lnTo>
                    <a:pt x="67373" y="1012545"/>
                  </a:lnTo>
                  <a:lnTo>
                    <a:pt x="67373" y="1019695"/>
                  </a:lnTo>
                  <a:lnTo>
                    <a:pt x="34226" y="1037170"/>
                  </a:lnTo>
                  <a:lnTo>
                    <a:pt x="30226" y="1036980"/>
                  </a:lnTo>
                  <a:lnTo>
                    <a:pt x="26225" y="1036599"/>
                  </a:lnTo>
                  <a:lnTo>
                    <a:pt x="24320" y="1034884"/>
                  </a:lnTo>
                  <a:lnTo>
                    <a:pt x="24511" y="1031836"/>
                  </a:lnTo>
                  <a:lnTo>
                    <a:pt x="24587" y="1031557"/>
                  </a:lnTo>
                  <a:lnTo>
                    <a:pt x="25730" y="1026769"/>
                  </a:lnTo>
                  <a:lnTo>
                    <a:pt x="28803" y="1021549"/>
                  </a:lnTo>
                  <a:lnTo>
                    <a:pt x="30505" y="1019695"/>
                  </a:lnTo>
                  <a:lnTo>
                    <a:pt x="67373" y="1019695"/>
                  </a:lnTo>
                  <a:lnTo>
                    <a:pt x="67373" y="1012545"/>
                  </a:lnTo>
                  <a:lnTo>
                    <a:pt x="38201" y="1012545"/>
                  </a:lnTo>
                  <a:lnTo>
                    <a:pt x="44704" y="1007262"/>
                  </a:lnTo>
                  <a:lnTo>
                    <a:pt x="50520" y="1003554"/>
                  </a:lnTo>
                  <a:lnTo>
                    <a:pt x="57950" y="999553"/>
                  </a:lnTo>
                  <a:lnTo>
                    <a:pt x="65570" y="995743"/>
                  </a:lnTo>
                  <a:lnTo>
                    <a:pt x="72237" y="994117"/>
                  </a:lnTo>
                  <a:lnTo>
                    <a:pt x="77952" y="994689"/>
                  </a:lnTo>
                  <a:lnTo>
                    <a:pt x="80518" y="995032"/>
                  </a:lnTo>
                  <a:lnTo>
                    <a:pt x="80518" y="1004697"/>
                  </a:lnTo>
                  <a:lnTo>
                    <a:pt x="81940" y="1004697"/>
                  </a:lnTo>
                  <a:lnTo>
                    <a:pt x="81940" y="787527"/>
                  </a:lnTo>
                  <a:lnTo>
                    <a:pt x="80518" y="787527"/>
                  </a:lnTo>
                  <a:lnTo>
                    <a:pt x="80518" y="930465"/>
                  </a:lnTo>
                  <a:lnTo>
                    <a:pt x="80518" y="937882"/>
                  </a:lnTo>
                  <a:lnTo>
                    <a:pt x="80518" y="950036"/>
                  </a:lnTo>
                  <a:lnTo>
                    <a:pt x="80518" y="973201"/>
                  </a:lnTo>
                  <a:lnTo>
                    <a:pt x="80518" y="987615"/>
                  </a:lnTo>
                  <a:lnTo>
                    <a:pt x="76809" y="985545"/>
                  </a:lnTo>
                  <a:lnTo>
                    <a:pt x="70993" y="984402"/>
                  </a:lnTo>
                  <a:lnTo>
                    <a:pt x="64516" y="984973"/>
                  </a:lnTo>
                  <a:lnTo>
                    <a:pt x="61442" y="985329"/>
                  </a:lnTo>
                  <a:lnTo>
                    <a:pt x="66598" y="983068"/>
                  </a:lnTo>
                  <a:lnTo>
                    <a:pt x="71577" y="980020"/>
                  </a:lnTo>
                  <a:lnTo>
                    <a:pt x="74231" y="978408"/>
                  </a:lnTo>
                  <a:lnTo>
                    <a:pt x="80518" y="973201"/>
                  </a:lnTo>
                  <a:lnTo>
                    <a:pt x="80518" y="950036"/>
                  </a:lnTo>
                  <a:lnTo>
                    <a:pt x="77089" y="954112"/>
                  </a:lnTo>
                  <a:lnTo>
                    <a:pt x="75603" y="955395"/>
                  </a:lnTo>
                  <a:lnTo>
                    <a:pt x="67373" y="955395"/>
                  </a:lnTo>
                  <a:lnTo>
                    <a:pt x="67373" y="962545"/>
                  </a:lnTo>
                  <a:lnTo>
                    <a:pt x="61950" y="967257"/>
                  </a:lnTo>
                  <a:lnTo>
                    <a:pt x="56235" y="971257"/>
                  </a:lnTo>
                  <a:lnTo>
                    <a:pt x="50520" y="974407"/>
                  </a:lnTo>
                  <a:lnTo>
                    <a:pt x="39090" y="978979"/>
                  </a:lnTo>
                  <a:lnTo>
                    <a:pt x="34226" y="980020"/>
                  </a:lnTo>
                  <a:lnTo>
                    <a:pt x="30226" y="979830"/>
                  </a:lnTo>
                  <a:lnTo>
                    <a:pt x="26225" y="979449"/>
                  </a:lnTo>
                  <a:lnTo>
                    <a:pt x="24320" y="977734"/>
                  </a:lnTo>
                  <a:lnTo>
                    <a:pt x="24511" y="974686"/>
                  </a:lnTo>
                  <a:lnTo>
                    <a:pt x="24587" y="974407"/>
                  </a:lnTo>
                  <a:lnTo>
                    <a:pt x="25730" y="969619"/>
                  </a:lnTo>
                  <a:lnTo>
                    <a:pt x="28803" y="964399"/>
                  </a:lnTo>
                  <a:lnTo>
                    <a:pt x="30505" y="962545"/>
                  </a:lnTo>
                  <a:lnTo>
                    <a:pt x="67373" y="962545"/>
                  </a:lnTo>
                  <a:lnTo>
                    <a:pt x="67373" y="955395"/>
                  </a:lnTo>
                  <a:lnTo>
                    <a:pt x="38201" y="955395"/>
                  </a:lnTo>
                  <a:lnTo>
                    <a:pt x="44704" y="950112"/>
                  </a:lnTo>
                  <a:lnTo>
                    <a:pt x="50520" y="946404"/>
                  </a:lnTo>
                  <a:lnTo>
                    <a:pt x="57950" y="942403"/>
                  </a:lnTo>
                  <a:lnTo>
                    <a:pt x="65570" y="938593"/>
                  </a:lnTo>
                  <a:lnTo>
                    <a:pt x="72237" y="936967"/>
                  </a:lnTo>
                  <a:lnTo>
                    <a:pt x="77952" y="937539"/>
                  </a:lnTo>
                  <a:lnTo>
                    <a:pt x="80518" y="937882"/>
                  </a:lnTo>
                  <a:lnTo>
                    <a:pt x="80518" y="930465"/>
                  </a:lnTo>
                  <a:lnTo>
                    <a:pt x="76809" y="928395"/>
                  </a:lnTo>
                  <a:lnTo>
                    <a:pt x="70993" y="927252"/>
                  </a:lnTo>
                  <a:lnTo>
                    <a:pt x="64516" y="927823"/>
                  </a:lnTo>
                  <a:lnTo>
                    <a:pt x="26504" y="944435"/>
                  </a:lnTo>
                  <a:lnTo>
                    <a:pt x="19253" y="955395"/>
                  </a:lnTo>
                  <a:lnTo>
                    <a:pt x="0" y="955395"/>
                  </a:lnTo>
                  <a:lnTo>
                    <a:pt x="0" y="962545"/>
                  </a:lnTo>
                  <a:lnTo>
                    <a:pt x="17246" y="962545"/>
                  </a:lnTo>
                  <a:lnTo>
                    <a:pt x="16802" y="964692"/>
                  </a:lnTo>
                  <a:lnTo>
                    <a:pt x="36512" y="990117"/>
                  </a:lnTo>
                  <a:lnTo>
                    <a:pt x="42799" y="989545"/>
                  </a:lnTo>
                  <a:lnTo>
                    <a:pt x="45707" y="989228"/>
                  </a:lnTo>
                  <a:lnTo>
                    <a:pt x="40627" y="991463"/>
                  </a:lnTo>
                  <a:lnTo>
                    <a:pt x="33083" y="996124"/>
                  </a:lnTo>
                  <a:lnTo>
                    <a:pt x="26504" y="1001585"/>
                  </a:lnTo>
                  <a:lnTo>
                    <a:pt x="21590" y="1007694"/>
                  </a:lnTo>
                  <a:lnTo>
                    <a:pt x="19253" y="1012545"/>
                  </a:lnTo>
                  <a:lnTo>
                    <a:pt x="0" y="1012545"/>
                  </a:lnTo>
                  <a:lnTo>
                    <a:pt x="0" y="1019695"/>
                  </a:lnTo>
                  <a:lnTo>
                    <a:pt x="17246" y="1019695"/>
                  </a:lnTo>
                  <a:lnTo>
                    <a:pt x="16802" y="1021842"/>
                  </a:lnTo>
                  <a:lnTo>
                    <a:pt x="36512" y="1047267"/>
                  </a:lnTo>
                  <a:lnTo>
                    <a:pt x="42799" y="1046695"/>
                  </a:lnTo>
                  <a:lnTo>
                    <a:pt x="50876" y="1045794"/>
                  </a:lnTo>
                  <a:lnTo>
                    <a:pt x="58801" y="1043622"/>
                  </a:lnTo>
                  <a:lnTo>
                    <a:pt x="66598" y="1040218"/>
                  </a:lnTo>
                  <a:lnTo>
                    <a:pt x="71577" y="1037170"/>
                  </a:lnTo>
                  <a:lnTo>
                    <a:pt x="74231" y="1035558"/>
                  </a:lnTo>
                  <a:lnTo>
                    <a:pt x="80949" y="1029982"/>
                  </a:lnTo>
                  <a:lnTo>
                    <a:pt x="85953" y="1023835"/>
                  </a:lnTo>
                  <a:lnTo>
                    <a:pt x="87972" y="1019695"/>
                  </a:lnTo>
                  <a:lnTo>
                    <a:pt x="111137" y="1019695"/>
                  </a:lnTo>
                  <a:lnTo>
                    <a:pt x="111137" y="1012545"/>
                  </a:lnTo>
                  <a:lnTo>
                    <a:pt x="90220" y="1012545"/>
                  </a:lnTo>
                  <a:lnTo>
                    <a:pt x="90805" y="1009840"/>
                  </a:lnTo>
                  <a:lnTo>
                    <a:pt x="91567" y="1001077"/>
                  </a:lnTo>
                  <a:lnTo>
                    <a:pt x="90525" y="998562"/>
                  </a:lnTo>
                  <a:lnTo>
                    <a:pt x="90525" y="962545"/>
                  </a:lnTo>
                  <a:lnTo>
                    <a:pt x="111137" y="962545"/>
                  </a:lnTo>
                  <a:lnTo>
                    <a:pt x="111137" y="955395"/>
                  </a:lnTo>
                  <a:close/>
                </a:path>
                <a:path w="3381375" h="1365250">
                  <a:moveTo>
                    <a:pt x="480136" y="1069695"/>
                  </a:moveTo>
                  <a:lnTo>
                    <a:pt x="368998" y="1069695"/>
                  </a:lnTo>
                  <a:lnTo>
                    <a:pt x="368998" y="1076845"/>
                  </a:lnTo>
                  <a:lnTo>
                    <a:pt x="480136" y="1076845"/>
                  </a:lnTo>
                  <a:lnTo>
                    <a:pt x="480136" y="1069695"/>
                  </a:lnTo>
                  <a:close/>
                </a:path>
                <a:path w="3381375" h="1365250">
                  <a:moveTo>
                    <a:pt x="480136" y="955395"/>
                  </a:moveTo>
                  <a:lnTo>
                    <a:pt x="459524" y="955395"/>
                  </a:lnTo>
                  <a:lnTo>
                    <a:pt x="459524" y="951649"/>
                  </a:lnTo>
                  <a:lnTo>
                    <a:pt x="459816" y="950112"/>
                  </a:lnTo>
                  <a:lnTo>
                    <a:pt x="459625" y="942873"/>
                  </a:lnTo>
                  <a:lnTo>
                    <a:pt x="459524" y="942670"/>
                  </a:lnTo>
                  <a:lnTo>
                    <a:pt x="459524" y="787527"/>
                  </a:lnTo>
                  <a:lnTo>
                    <a:pt x="449529" y="787527"/>
                  </a:lnTo>
                  <a:lnTo>
                    <a:pt x="449529" y="932383"/>
                  </a:lnTo>
                  <a:lnTo>
                    <a:pt x="447522" y="930783"/>
                  </a:lnTo>
                  <a:lnTo>
                    <a:pt x="441045" y="929068"/>
                  </a:lnTo>
                  <a:lnTo>
                    <a:pt x="401802" y="941260"/>
                  </a:lnTo>
                  <a:lnTo>
                    <a:pt x="389166" y="955395"/>
                  </a:lnTo>
                  <a:lnTo>
                    <a:pt x="368998" y="955395"/>
                  </a:lnTo>
                  <a:lnTo>
                    <a:pt x="368998" y="962545"/>
                  </a:lnTo>
                  <a:lnTo>
                    <a:pt x="386461" y="962545"/>
                  </a:lnTo>
                  <a:lnTo>
                    <a:pt x="385521" y="967257"/>
                  </a:lnTo>
                  <a:lnTo>
                    <a:pt x="410667" y="988695"/>
                  </a:lnTo>
                  <a:lnTo>
                    <a:pt x="419150" y="987742"/>
                  </a:lnTo>
                  <a:lnTo>
                    <a:pt x="427456" y="985481"/>
                  </a:lnTo>
                  <a:lnTo>
                    <a:pt x="435584" y="981887"/>
                  </a:lnTo>
                  <a:lnTo>
                    <a:pt x="443522" y="976972"/>
                  </a:lnTo>
                  <a:lnTo>
                    <a:pt x="449529" y="971740"/>
                  </a:lnTo>
                  <a:lnTo>
                    <a:pt x="449529" y="989533"/>
                  </a:lnTo>
                  <a:lnTo>
                    <a:pt x="447522" y="987933"/>
                  </a:lnTo>
                  <a:lnTo>
                    <a:pt x="441045" y="986218"/>
                  </a:lnTo>
                  <a:lnTo>
                    <a:pt x="432663" y="986409"/>
                  </a:lnTo>
                  <a:lnTo>
                    <a:pt x="395109" y="1004214"/>
                  </a:lnTo>
                  <a:lnTo>
                    <a:pt x="389166" y="1012545"/>
                  </a:lnTo>
                  <a:lnTo>
                    <a:pt x="368998" y="1012545"/>
                  </a:lnTo>
                  <a:lnTo>
                    <a:pt x="368998" y="1019695"/>
                  </a:lnTo>
                  <a:lnTo>
                    <a:pt x="386461" y="1019695"/>
                  </a:lnTo>
                  <a:lnTo>
                    <a:pt x="385521" y="1024407"/>
                  </a:lnTo>
                  <a:lnTo>
                    <a:pt x="410667" y="1045845"/>
                  </a:lnTo>
                  <a:lnTo>
                    <a:pt x="419150" y="1044892"/>
                  </a:lnTo>
                  <a:lnTo>
                    <a:pt x="455168" y="1021842"/>
                  </a:lnTo>
                  <a:lnTo>
                    <a:pt x="456145" y="1019695"/>
                  </a:lnTo>
                  <a:lnTo>
                    <a:pt x="480136" y="1019695"/>
                  </a:lnTo>
                  <a:lnTo>
                    <a:pt x="480136" y="1012545"/>
                  </a:lnTo>
                  <a:lnTo>
                    <a:pt x="458800" y="1012545"/>
                  </a:lnTo>
                  <a:lnTo>
                    <a:pt x="459816" y="1007262"/>
                  </a:lnTo>
                  <a:lnTo>
                    <a:pt x="459625" y="1000023"/>
                  </a:lnTo>
                  <a:lnTo>
                    <a:pt x="459524" y="999820"/>
                  </a:lnTo>
                  <a:lnTo>
                    <a:pt x="459524" y="962545"/>
                  </a:lnTo>
                  <a:lnTo>
                    <a:pt x="480136" y="962545"/>
                  </a:lnTo>
                  <a:lnTo>
                    <a:pt x="480136" y="955395"/>
                  </a:lnTo>
                  <a:close/>
                </a:path>
                <a:path w="3381375" h="1365250">
                  <a:moveTo>
                    <a:pt x="961644" y="917829"/>
                  </a:moveTo>
                  <a:lnTo>
                    <a:pt x="924775" y="873252"/>
                  </a:lnTo>
                  <a:lnTo>
                    <a:pt x="915060" y="873252"/>
                  </a:lnTo>
                  <a:lnTo>
                    <a:pt x="919657" y="878979"/>
                  </a:lnTo>
                  <a:lnTo>
                    <a:pt x="923429" y="885037"/>
                  </a:lnTo>
                  <a:lnTo>
                    <a:pt x="926376" y="891413"/>
                  </a:lnTo>
                  <a:lnTo>
                    <a:pt x="928497" y="898105"/>
                  </a:lnTo>
                  <a:lnTo>
                    <a:pt x="928573" y="904722"/>
                  </a:lnTo>
                  <a:lnTo>
                    <a:pt x="927633" y="911110"/>
                  </a:lnTo>
                  <a:lnTo>
                    <a:pt x="905916" y="943546"/>
                  </a:lnTo>
                  <a:lnTo>
                    <a:pt x="941920" y="990409"/>
                  </a:lnTo>
                  <a:lnTo>
                    <a:pt x="941920" y="990981"/>
                  </a:lnTo>
                  <a:lnTo>
                    <a:pt x="935253" y="987361"/>
                  </a:lnTo>
                  <a:lnTo>
                    <a:pt x="929347" y="985545"/>
                  </a:lnTo>
                  <a:lnTo>
                    <a:pt x="924204" y="985545"/>
                  </a:lnTo>
                  <a:lnTo>
                    <a:pt x="915327" y="986891"/>
                  </a:lnTo>
                  <a:lnTo>
                    <a:pt x="908710" y="990625"/>
                  </a:lnTo>
                  <a:lnTo>
                    <a:pt x="904328" y="996746"/>
                  </a:lnTo>
                  <a:lnTo>
                    <a:pt x="902208" y="1005268"/>
                  </a:lnTo>
                  <a:lnTo>
                    <a:pt x="903439" y="1011770"/>
                  </a:lnTo>
                  <a:lnTo>
                    <a:pt x="905713" y="1017841"/>
                  </a:lnTo>
                  <a:lnTo>
                    <a:pt x="909015" y="1023480"/>
                  </a:lnTo>
                  <a:lnTo>
                    <a:pt x="913345" y="1028700"/>
                  </a:lnTo>
                  <a:lnTo>
                    <a:pt x="933919" y="1046695"/>
                  </a:lnTo>
                  <a:lnTo>
                    <a:pt x="937069" y="1042123"/>
                  </a:lnTo>
                  <a:lnTo>
                    <a:pt x="933450" y="1039266"/>
                  </a:lnTo>
                  <a:lnTo>
                    <a:pt x="930211" y="1034796"/>
                  </a:lnTo>
                  <a:lnTo>
                    <a:pt x="927354" y="1028700"/>
                  </a:lnTo>
                  <a:lnTo>
                    <a:pt x="924306" y="1022604"/>
                  </a:lnTo>
                  <a:lnTo>
                    <a:pt x="924775" y="1016025"/>
                  </a:lnTo>
                  <a:lnTo>
                    <a:pt x="928776" y="1008976"/>
                  </a:lnTo>
                  <a:lnTo>
                    <a:pt x="932014" y="1004214"/>
                  </a:lnTo>
                  <a:lnTo>
                    <a:pt x="936117" y="1001928"/>
                  </a:lnTo>
                  <a:lnTo>
                    <a:pt x="941070" y="1002118"/>
                  </a:lnTo>
                  <a:lnTo>
                    <a:pt x="946213" y="1002499"/>
                  </a:lnTo>
                  <a:lnTo>
                    <a:pt x="951547" y="1004214"/>
                  </a:lnTo>
                  <a:lnTo>
                    <a:pt x="957072" y="1007262"/>
                  </a:lnTo>
                  <a:lnTo>
                    <a:pt x="960501" y="1002690"/>
                  </a:lnTo>
                  <a:lnTo>
                    <a:pt x="945642" y="982980"/>
                  </a:lnTo>
                  <a:lnTo>
                    <a:pt x="940879" y="975741"/>
                  </a:lnTo>
                  <a:lnTo>
                    <a:pt x="938403" y="968121"/>
                  </a:lnTo>
                  <a:lnTo>
                    <a:pt x="938212" y="960120"/>
                  </a:lnTo>
                  <a:lnTo>
                    <a:pt x="940422" y="950290"/>
                  </a:lnTo>
                  <a:lnTo>
                    <a:pt x="945070" y="939965"/>
                  </a:lnTo>
                  <a:lnTo>
                    <a:pt x="952144" y="929144"/>
                  </a:lnTo>
                  <a:lnTo>
                    <a:pt x="961644" y="917829"/>
                  </a:lnTo>
                  <a:close/>
                </a:path>
                <a:path w="3381375" h="1365250">
                  <a:moveTo>
                    <a:pt x="995934" y="1101852"/>
                  </a:moveTo>
                  <a:lnTo>
                    <a:pt x="972134" y="1077087"/>
                  </a:lnTo>
                  <a:lnTo>
                    <a:pt x="969784" y="1076274"/>
                  </a:lnTo>
                  <a:lnTo>
                    <a:pt x="968121" y="1075867"/>
                  </a:lnTo>
                  <a:lnTo>
                    <a:pt x="968121" y="1119187"/>
                  </a:lnTo>
                  <a:lnTo>
                    <a:pt x="963930" y="1125474"/>
                  </a:lnTo>
                  <a:lnTo>
                    <a:pt x="954786" y="1125855"/>
                  </a:lnTo>
                  <a:lnTo>
                    <a:pt x="948690" y="1126617"/>
                  </a:lnTo>
                  <a:lnTo>
                    <a:pt x="943356" y="1124331"/>
                  </a:lnTo>
                  <a:lnTo>
                    <a:pt x="930402" y="1090231"/>
                  </a:lnTo>
                  <a:lnTo>
                    <a:pt x="930427" y="1090041"/>
                  </a:lnTo>
                  <a:lnTo>
                    <a:pt x="949452" y="1077087"/>
                  </a:lnTo>
                  <a:lnTo>
                    <a:pt x="954786" y="1079373"/>
                  </a:lnTo>
                  <a:lnTo>
                    <a:pt x="963930" y="1090041"/>
                  </a:lnTo>
                  <a:lnTo>
                    <a:pt x="963993" y="1090231"/>
                  </a:lnTo>
                  <a:lnTo>
                    <a:pt x="966597" y="1097470"/>
                  </a:lnTo>
                  <a:lnTo>
                    <a:pt x="967359" y="1106995"/>
                  </a:lnTo>
                  <a:lnTo>
                    <a:pt x="968121" y="1119187"/>
                  </a:lnTo>
                  <a:lnTo>
                    <a:pt x="968121" y="1075867"/>
                  </a:lnTo>
                  <a:lnTo>
                    <a:pt x="962215" y="1074420"/>
                  </a:lnTo>
                  <a:lnTo>
                    <a:pt x="954925" y="1073416"/>
                  </a:lnTo>
                  <a:lnTo>
                    <a:pt x="947928" y="1073277"/>
                  </a:lnTo>
                  <a:lnTo>
                    <a:pt x="941171" y="1073416"/>
                  </a:lnTo>
                  <a:lnTo>
                    <a:pt x="903668" y="1094206"/>
                  </a:lnTo>
                  <a:lnTo>
                    <a:pt x="902208" y="1101852"/>
                  </a:lnTo>
                  <a:lnTo>
                    <a:pt x="903960" y="1109497"/>
                  </a:lnTo>
                  <a:lnTo>
                    <a:pt x="942644" y="1130274"/>
                  </a:lnTo>
                  <a:lnTo>
                    <a:pt x="949642" y="1130427"/>
                  </a:lnTo>
                  <a:lnTo>
                    <a:pt x="956602" y="1130274"/>
                  </a:lnTo>
                  <a:lnTo>
                    <a:pt x="994435" y="1109497"/>
                  </a:lnTo>
                  <a:lnTo>
                    <a:pt x="995934" y="1101852"/>
                  </a:lnTo>
                  <a:close/>
                </a:path>
                <a:path w="3381375" h="1365250">
                  <a:moveTo>
                    <a:pt x="1212075" y="1069695"/>
                  </a:moveTo>
                  <a:lnTo>
                    <a:pt x="1100937" y="1069695"/>
                  </a:lnTo>
                  <a:lnTo>
                    <a:pt x="1100937" y="1076845"/>
                  </a:lnTo>
                  <a:lnTo>
                    <a:pt x="1212075" y="1076845"/>
                  </a:lnTo>
                  <a:lnTo>
                    <a:pt x="1212075" y="1069695"/>
                  </a:lnTo>
                  <a:close/>
                </a:path>
                <a:path w="3381375" h="1365250">
                  <a:moveTo>
                    <a:pt x="1212075" y="955395"/>
                  </a:moveTo>
                  <a:lnTo>
                    <a:pt x="1191463" y="955395"/>
                  </a:lnTo>
                  <a:lnTo>
                    <a:pt x="1191463" y="954049"/>
                  </a:lnTo>
                  <a:lnTo>
                    <a:pt x="1191755" y="952690"/>
                  </a:lnTo>
                  <a:lnTo>
                    <a:pt x="1192517" y="943927"/>
                  </a:lnTo>
                  <a:lnTo>
                    <a:pt x="1191463" y="941374"/>
                  </a:lnTo>
                  <a:lnTo>
                    <a:pt x="1191463" y="787527"/>
                  </a:lnTo>
                  <a:lnTo>
                    <a:pt x="1182890" y="787527"/>
                  </a:lnTo>
                  <a:lnTo>
                    <a:pt x="1182890" y="1004697"/>
                  </a:lnTo>
                  <a:lnTo>
                    <a:pt x="1182039" y="1006500"/>
                  </a:lnTo>
                  <a:lnTo>
                    <a:pt x="1178039" y="1011262"/>
                  </a:lnTo>
                  <a:lnTo>
                    <a:pt x="1176553" y="1012545"/>
                  </a:lnTo>
                  <a:lnTo>
                    <a:pt x="1168311" y="1012545"/>
                  </a:lnTo>
                  <a:lnTo>
                    <a:pt x="1168311" y="1019695"/>
                  </a:lnTo>
                  <a:lnTo>
                    <a:pt x="1135176" y="1037170"/>
                  </a:lnTo>
                  <a:lnTo>
                    <a:pt x="1131176" y="1036980"/>
                  </a:lnTo>
                  <a:lnTo>
                    <a:pt x="1127175" y="1036599"/>
                  </a:lnTo>
                  <a:lnTo>
                    <a:pt x="1125270" y="1034884"/>
                  </a:lnTo>
                  <a:lnTo>
                    <a:pt x="1125461" y="1031836"/>
                  </a:lnTo>
                  <a:lnTo>
                    <a:pt x="1125524" y="1031557"/>
                  </a:lnTo>
                  <a:lnTo>
                    <a:pt x="1126667" y="1026769"/>
                  </a:lnTo>
                  <a:lnTo>
                    <a:pt x="1129741" y="1021549"/>
                  </a:lnTo>
                  <a:lnTo>
                    <a:pt x="1131443" y="1019695"/>
                  </a:lnTo>
                  <a:lnTo>
                    <a:pt x="1168311" y="1019695"/>
                  </a:lnTo>
                  <a:lnTo>
                    <a:pt x="1168311" y="1012545"/>
                  </a:lnTo>
                  <a:lnTo>
                    <a:pt x="1139151" y="1012545"/>
                  </a:lnTo>
                  <a:lnTo>
                    <a:pt x="1145654" y="1007262"/>
                  </a:lnTo>
                  <a:lnTo>
                    <a:pt x="1151458" y="1003554"/>
                  </a:lnTo>
                  <a:lnTo>
                    <a:pt x="1158887" y="999553"/>
                  </a:lnTo>
                  <a:lnTo>
                    <a:pt x="1166507" y="995743"/>
                  </a:lnTo>
                  <a:lnTo>
                    <a:pt x="1173175" y="994117"/>
                  </a:lnTo>
                  <a:lnTo>
                    <a:pt x="1178890" y="994689"/>
                  </a:lnTo>
                  <a:lnTo>
                    <a:pt x="1181468" y="995045"/>
                  </a:lnTo>
                  <a:lnTo>
                    <a:pt x="1181468" y="1004697"/>
                  </a:lnTo>
                  <a:lnTo>
                    <a:pt x="1182890" y="1004697"/>
                  </a:lnTo>
                  <a:lnTo>
                    <a:pt x="1182890" y="787527"/>
                  </a:lnTo>
                  <a:lnTo>
                    <a:pt x="1181468" y="787527"/>
                  </a:lnTo>
                  <a:lnTo>
                    <a:pt x="1181468" y="930465"/>
                  </a:lnTo>
                  <a:lnTo>
                    <a:pt x="1181468" y="937895"/>
                  </a:lnTo>
                  <a:lnTo>
                    <a:pt x="1181468" y="950036"/>
                  </a:lnTo>
                  <a:lnTo>
                    <a:pt x="1181468" y="973201"/>
                  </a:lnTo>
                  <a:lnTo>
                    <a:pt x="1181468" y="987615"/>
                  </a:lnTo>
                  <a:lnTo>
                    <a:pt x="1177747" y="985545"/>
                  </a:lnTo>
                  <a:lnTo>
                    <a:pt x="1171943" y="984402"/>
                  </a:lnTo>
                  <a:lnTo>
                    <a:pt x="1165466" y="984973"/>
                  </a:lnTo>
                  <a:lnTo>
                    <a:pt x="1162392" y="985329"/>
                  </a:lnTo>
                  <a:lnTo>
                    <a:pt x="1167536" y="983068"/>
                  </a:lnTo>
                  <a:lnTo>
                    <a:pt x="1172527" y="980020"/>
                  </a:lnTo>
                  <a:lnTo>
                    <a:pt x="1175181" y="978408"/>
                  </a:lnTo>
                  <a:lnTo>
                    <a:pt x="1181468" y="973201"/>
                  </a:lnTo>
                  <a:lnTo>
                    <a:pt x="1181468" y="950036"/>
                  </a:lnTo>
                  <a:lnTo>
                    <a:pt x="1178039" y="954112"/>
                  </a:lnTo>
                  <a:lnTo>
                    <a:pt x="1176553" y="955395"/>
                  </a:lnTo>
                  <a:lnTo>
                    <a:pt x="1168311" y="955395"/>
                  </a:lnTo>
                  <a:lnTo>
                    <a:pt x="1168311" y="962545"/>
                  </a:lnTo>
                  <a:lnTo>
                    <a:pt x="1162888" y="967257"/>
                  </a:lnTo>
                  <a:lnTo>
                    <a:pt x="1157173" y="971257"/>
                  </a:lnTo>
                  <a:lnTo>
                    <a:pt x="1151458" y="974407"/>
                  </a:lnTo>
                  <a:lnTo>
                    <a:pt x="1140028" y="978979"/>
                  </a:lnTo>
                  <a:lnTo>
                    <a:pt x="1135176" y="980020"/>
                  </a:lnTo>
                  <a:lnTo>
                    <a:pt x="1131176" y="979830"/>
                  </a:lnTo>
                  <a:lnTo>
                    <a:pt x="1127175" y="979449"/>
                  </a:lnTo>
                  <a:lnTo>
                    <a:pt x="1125270" y="977734"/>
                  </a:lnTo>
                  <a:lnTo>
                    <a:pt x="1125461" y="974686"/>
                  </a:lnTo>
                  <a:lnTo>
                    <a:pt x="1125524" y="974407"/>
                  </a:lnTo>
                  <a:lnTo>
                    <a:pt x="1126667" y="969619"/>
                  </a:lnTo>
                  <a:lnTo>
                    <a:pt x="1129741" y="964399"/>
                  </a:lnTo>
                  <a:lnTo>
                    <a:pt x="1131443" y="962545"/>
                  </a:lnTo>
                  <a:lnTo>
                    <a:pt x="1168311" y="962545"/>
                  </a:lnTo>
                  <a:lnTo>
                    <a:pt x="1168311" y="955395"/>
                  </a:lnTo>
                  <a:lnTo>
                    <a:pt x="1139151" y="955395"/>
                  </a:lnTo>
                  <a:lnTo>
                    <a:pt x="1145654" y="950112"/>
                  </a:lnTo>
                  <a:lnTo>
                    <a:pt x="1151458" y="946404"/>
                  </a:lnTo>
                  <a:lnTo>
                    <a:pt x="1158887" y="942403"/>
                  </a:lnTo>
                  <a:lnTo>
                    <a:pt x="1166507" y="938593"/>
                  </a:lnTo>
                  <a:lnTo>
                    <a:pt x="1173175" y="936967"/>
                  </a:lnTo>
                  <a:lnTo>
                    <a:pt x="1178890" y="937539"/>
                  </a:lnTo>
                  <a:lnTo>
                    <a:pt x="1181468" y="937895"/>
                  </a:lnTo>
                  <a:lnTo>
                    <a:pt x="1181468" y="930465"/>
                  </a:lnTo>
                  <a:lnTo>
                    <a:pt x="1177747" y="928395"/>
                  </a:lnTo>
                  <a:lnTo>
                    <a:pt x="1171943" y="927252"/>
                  </a:lnTo>
                  <a:lnTo>
                    <a:pt x="1165466" y="927823"/>
                  </a:lnTo>
                  <a:lnTo>
                    <a:pt x="1127442" y="944435"/>
                  </a:lnTo>
                  <a:lnTo>
                    <a:pt x="1120203" y="955395"/>
                  </a:lnTo>
                  <a:lnTo>
                    <a:pt x="1100937" y="955395"/>
                  </a:lnTo>
                  <a:lnTo>
                    <a:pt x="1100937" y="962545"/>
                  </a:lnTo>
                  <a:lnTo>
                    <a:pt x="1118184" y="962545"/>
                  </a:lnTo>
                  <a:lnTo>
                    <a:pt x="1117739" y="964692"/>
                  </a:lnTo>
                  <a:lnTo>
                    <a:pt x="1137462" y="990117"/>
                  </a:lnTo>
                  <a:lnTo>
                    <a:pt x="1143749" y="989545"/>
                  </a:lnTo>
                  <a:lnTo>
                    <a:pt x="1146657" y="989228"/>
                  </a:lnTo>
                  <a:lnTo>
                    <a:pt x="1141564" y="991463"/>
                  </a:lnTo>
                  <a:lnTo>
                    <a:pt x="1134033" y="996124"/>
                  </a:lnTo>
                  <a:lnTo>
                    <a:pt x="1127442" y="1001585"/>
                  </a:lnTo>
                  <a:lnTo>
                    <a:pt x="1122527" y="1007694"/>
                  </a:lnTo>
                  <a:lnTo>
                    <a:pt x="1120203" y="1012545"/>
                  </a:lnTo>
                  <a:lnTo>
                    <a:pt x="1100937" y="1012545"/>
                  </a:lnTo>
                  <a:lnTo>
                    <a:pt x="1100937" y="1019695"/>
                  </a:lnTo>
                  <a:lnTo>
                    <a:pt x="1118184" y="1019695"/>
                  </a:lnTo>
                  <a:lnTo>
                    <a:pt x="1117739" y="1021842"/>
                  </a:lnTo>
                  <a:lnTo>
                    <a:pt x="1137462" y="1047267"/>
                  </a:lnTo>
                  <a:lnTo>
                    <a:pt x="1143749" y="1046695"/>
                  </a:lnTo>
                  <a:lnTo>
                    <a:pt x="1151813" y="1045794"/>
                  </a:lnTo>
                  <a:lnTo>
                    <a:pt x="1159751" y="1043622"/>
                  </a:lnTo>
                  <a:lnTo>
                    <a:pt x="1167536" y="1040218"/>
                  </a:lnTo>
                  <a:lnTo>
                    <a:pt x="1172527" y="1037170"/>
                  </a:lnTo>
                  <a:lnTo>
                    <a:pt x="1175181" y="1035558"/>
                  </a:lnTo>
                  <a:lnTo>
                    <a:pt x="1181900" y="1029982"/>
                  </a:lnTo>
                  <a:lnTo>
                    <a:pt x="1186891" y="1023835"/>
                  </a:lnTo>
                  <a:lnTo>
                    <a:pt x="1188910" y="1019695"/>
                  </a:lnTo>
                  <a:lnTo>
                    <a:pt x="1212075" y="1019695"/>
                  </a:lnTo>
                  <a:lnTo>
                    <a:pt x="1212075" y="1012545"/>
                  </a:lnTo>
                  <a:lnTo>
                    <a:pt x="1191158" y="1012545"/>
                  </a:lnTo>
                  <a:lnTo>
                    <a:pt x="1191755" y="1009840"/>
                  </a:lnTo>
                  <a:lnTo>
                    <a:pt x="1192517" y="1001077"/>
                  </a:lnTo>
                  <a:lnTo>
                    <a:pt x="1191463" y="998524"/>
                  </a:lnTo>
                  <a:lnTo>
                    <a:pt x="1191463" y="962545"/>
                  </a:lnTo>
                  <a:lnTo>
                    <a:pt x="1212075" y="962545"/>
                  </a:lnTo>
                  <a:lnTo>
                    <a:pt x="1212075" y="955395"/>
                  </a:lnTo>
                  <a:close/>
                </a:path>
                <a:path w="3381375" h="1365250">
                  <a:moveTo>
                    <a:pt x="1833651" y="1069695"/>
                  </a:moveTo>
                  <a:lnTo>
                    <a:pt x="1722513" y="1069695"/>
                  </a:lnTo>
                  <a:lnTo>
                    <a:pt x="1722513" y="1076845"/>
                  </a:lnTo>
                  <a:lnTo>
                    <a:pt x="1833651" y="1076845"/>
                  </a:lnTo>
                  <a:lnTo>
                    <a:pt x="1833651" y="1069695"/>
                  </a:lnTo>
                  <a:close/>
                </a:path>
                <a:path w="3381375" h="1365250">
                  <a:moveTo>
                    <a:pt x="1833651" y="955395"/>
                  </a:moveTo>
                  <a:lnTo>
                    <a:pt x="1813039" y="955395"/>
                  </a:lnTo>
                  <a:lnTo>
                    <a:pt x="1813039" y="951649"/>
                  </a:lnTo>
                  <a:lnTo>
                    <a:pt x="1813331" y="950112"/>
                  </a:lnTo>
                  <a:lnTo>
                    <a:pt x="1813140" y="942873"/>
                  </a:lnTo>
                  <a:lnTo>
                    <a:pt x="1813039" y="942670"/>
                  </a:lnTo>
                  <a:lnTo>
                    <a:pt x="1813039" y="787527"/>
                  </a:lnTo>
                  <a:lnTo>
                    <a:pt x="1803044" y="787527"/>
                  </a:lnTo>
                  <a:lnTo>
                    <a:pt x="1803044" y="932383"/>
                  </a:lnTo>
                  <a:lnTo>
                    <a:pt x="1801037" y="930783"/>
                  </a:lnTo>
                  <a:lnTo>
                    <a:pt x="1794560" y="929068"/>
                  </a:lnTo>
                  <a:lnTo>
                    <a:pt x="1755317" y="941260"/>
                  </a:lnTo>
                  <a:lnTo>
                    <a:pt x="1742681" y="955395"/>
                  </a:lnTo>
                  <a:lnTo>
                    <a:pt x="1722513" y="955395"/>
                  </a:lnTo>
                  <a:lnTo>
                    <a:pt x="1722513" y="962545"/>
                  </a:lnTo>
                  <a:lnTo>
                    <a:pt x="1739976" y="962545"/>
                  </a:lnTo>
                  <a:lnTo>
                    <a:pt x="1739036" y="967257"/>
                  </a:lnTo>
                  <a:lnTo>
                    <a:pt x="1764182" y="988695"/>
                  </a:lnTo>
                  <a:lnTo>
                    <a:pt x="1772666" y="987742"/>
                  </a:lnTo>
                  <a:lnTo>
                    <a:pt x="1780971" y="985481"/>
                  </a:lnTo>
                  <a:lnTo>
                    <a:pt x="1789087" y="981887"/>
                  </a:lnTo>
                  <a:lnTo>
                    <a:pt x="1797037" y="976972"/>
                  </a:lnTo>
                  <a:lnTo>
                    <a:pt x="1803044" y="971740"/>
                  </a:lnTo>
                  <a:lnTo>
                    <a:pt x="1803044" y="989533"/>
                  </a:lnTo>
                  <a:lnTo>
                    <a:pt x="1801037" y="987933"/>
                  </a:lnTo>
                  <a:lnTo>
                    <a:pt x="1794560" y="986218"/>
                  </a:lnTo>
                  <a:lnTo>
                    <a:pt x="1786178" y="986409"/>
                  </a:lnTo>
                  <a:lnTo>
                    <a:pt x="1748624" y="1004214"/>
                  </a:lnTo>
                  <a:lnTo>
                    <a:pt x="1742681" y="1012545"/>
                  </a:lnTo>
                  <a:lnTo>
                    <a:pt x="1722513" y="1012545"/>
                  </a:lnTo>
                  <a:lnTo>
                    <a:pt x="1722513" y="1019695"/>
                  </a:lnTo>
                  <a:lnTo>
                    <a:pt x="1739976" y="1019695"/>
                  </a:lnTo>
                  <a:lnTo>
                    <a:pt x="1739036" y="1024407"/>
                  </a:lnTo>
                  <a:lnTo>
                    <a:pt x="1764182" y="1045845"/>
                  </a:lnTo>
                  <a:lnTo>
                    <a:pt x="1772666" y="1044892"/>
                  </a:lnTo>
                  <a:lnTo>
                    <a:pt x="1808683" y="1021842"/>
                  </a:lnTo>
                  <a:lnTo>
                    <a:pt x="1809661" y="1019695"/>
                  </a:lnTo>
                  <a:lnTo>
                    <a:pt x="1833651" y="1019695"/>
                  </a:lnTo>
                  <a:lnTo>
                    <a:pt x="1833651" y="1012545"/>
                  </a:lnTo>
                  <a:lnTo>
                    <a:pt x="1812315" y="1012545"/>
                  </a:lnTo>
                  <a:lnTo>
                    <a:pt x="1813331" y="1007262"/>
                  </a:lnTo>
                  <a:lnTo>
                    <a:pt x="1813140" y="1000023"/>
                  </a:lnTo>
                  <a:lnTo>
                    <a:pt x="1813039" y="999820"/>
                  </a:lnTo>
                  <a:lnTo>
                    <a:pt x="1813039" y="962545"/>
                  </a:lnTo>
                  <a:lnTo>
                    <a:pt x="1833651" y="962545"/>
                  </a:lnTo>
                  <a:lnTo>
                    <a:pt x="1833651" y="955395"/>
                  </a:lnTo>
                  <a:close/>
                </a:path>
                <a:path w="3381375" h="1365250">
                  <a:moveTo>
                    <a:pt x="3381108" y="1130427"/>
                  </a:moveTo>
                  <a:lnTo>
                    <a:pt x="2240267" y="1130427"/>
                  </a:lnTo>
                  <a:lnTo>
                    <a:pt x="2240267" y="0"/>
                  </a:lnTo>
                  <a:lnTo>
                    <a:pt x="2231694" y="0"/>
                  </a:lnTo>
                  <a:lnTo>
                    <a:pt x="2231694" y="1359027"/>
                  </a:lnTo>
                  <a:lnTo>
                    <a:pt x="2227567" y="1359027"/>
                  </a:lnTo>
                  <a:lnTo>
                    <a:pt x="716470" y="1359027"/>
                  </a:lnTo>
                  <a:lnTo>
                    <a:pt x="716470" y="1307592"/>
                  </a:lnTo>
                  <a:lnTo>
                    <a:pt x="2227567" y="1307592"/>
                  </a:lnTo>
                  <a:lnTo>
                    <a:pt x="2231694" y="1307592"/>
                  </a:lnTo>
                  <a:lnTo>
                    <a:pt x="2231694" y="1301877"/>
                  </a:lnTo>
                  <a:lnTo>
                    <a:pt x="2227567" y="1301877"/>
                  </a:lnTo>
                  <a:lnTo>
                    <a:pt x="716470" y="1301877"/>
                  </a:lnTo>
                  <a:lnTo>
                    <a:pt x="716470" y="1250442"/>
                  </a:lnTo>
                  <a:lnTo>
                    <a:pt x="2227567" y="1250442"/>
                  </a:lnTo>
                  <a:lnTo>
                    <a:pt x="2231694" y="1250442"/>
                  </a:lnTo>
                  <a:lnTo>
                    <a:pt x="2231694" y="1244727"/>
                  </a:lnTo>
                  <a:lnTo>
                    <a:pt x="2227567" y="1244727"/>
                  </a:lnTo>
                  <a:lnTo>
                    <a:pt x="716470" y="1244727"/>
                  </a:lnTo>
                  <a:lnTo>
                    <a:pt x="716470" y="1193292"/>
                  </a:lnTo>
                  <a:lnTo>
                    <a:pt x="2227567" y="1193292"/>
                  </a:lnTo>
                  <a:lnTo>
                    <a:pt x="2231694" y="1193292"/>
                  </a:lnTo>
                  <a:lnTo>
                    <a:pt x="2231694" y="1187577"/>
                  </a:lnTo>
                  <a:lnTo>
                    <a:pt x="2227567" y="1187577"/>
                  </a:lnTo>
                  <a:lnTo>
                    <a:pt x="716470" y="1187577"/>
                  </a:lnTo>
                  <a:lnTo>
                    <a:pt x="716470" y="1136142"/>
                  </a:lnTo>
                  <a:lnTo>
                    <a:pt x="2227567" y="1136142"/>
                  </a:lnTo>
                  <a:lnTo>
                    <a:pt x="2231694" y="1136142"/>
                  </a:lnTo>
                  <a:lnTo>
                    <a:pt x="2231694" y="1130427"/>
                  </a:lnTo>
                  <a:lnTo>
                    <a:pt x="2227567" y="1130427"/>
                  </a:lnTo>
                  <a:lnTo>
                    <a:pt x="949642" y="1130427"/>
                  </a:lnTo>
                  <a:lnTo>
                    <a:pt x="716470" y="1130427"/>
                  </a:lnTo>
                  <a:lnTo>
                    <a:pt x="716470" y="0"/>
                  </a:lnTo>
                  <a:lnTo>
                    <a:pt x="707898" y="0"/>
                  </a:lnTo>
                  <a:lnTo>
                    <a:pt x="707898" y="1130427"/>
                  </a:lnTo>
                  <a:lnTo>
                    <a:pt x="703770" y="1130427"/>
                  </a:lnTo>
                  <a:lnTo>
                    <a:pt x="703770" y="1136142"/>
                  </a:lnTo>
                  <a:lnTo>
                    <a:pt x="707898" y="1136142"/>
                  </a:lnTo>
                  <a:lnTo>
                    <a:pt x="707898" y="1187577"/>
                  </a:lnTo>
                  <a:lnTo>
                    <a:pt x="703770" y="1187577"/>
                  </a:lnTo>
                  <a:lnTo>
                    <a:pt x="703770" y="1193292"/>
                  </a:lnTo>
                  <a:lnTo>
                    <a:pt x="707898" y="1193292"/>
                  </a:lnTo>
                  <a:lnTo>
                    <a:pt x="707898" y="1244727"/>
                  </a:lnTo>
                  <a:lnTo>
                    <a:pt x="703770" y="1244727"/>
                  </a:lnTo>
                  <a:lnTo>
                    <a:pt x="703770" y="1250442"/>
                  </a:lnTo>
                  <a:lnTo>
                    <a:pt x="707898" y="1250442"/>
                  </a:lnTo>
                  <a:lnTo>
                    <a:pt x="707898" y="1301877"/>
                  </a:lnTo>
                  <a:lnTo>
                    <a:pt x="703770" y="1301877"/>
                  </a:lnTo>
                  <a:lnTo>
                    <a:pt x="703770" y="1307592"/>
                  </a:lnTo>
                  <a:lnTo>
                    <a:pt x="707898" y="1307592"/>
                  </a:lnTo>
                  <a:lnTo>
                    <a:pt x="707898" y="1359027"/>
                  </a:lnTo>
                  <a:lnTo>
                    <a:pt x="703770" y="1359027"/>
                  </a:lnTo>
                  <a:lnTo>
                    <a:pt x="703770" y="1364742"/>
                  </a:lnTo>
                  <a:lnTo>
                    <a:pt x="3381108" y="1364742"/>
                  </a:lnTo>
                  <a:lnTo>
                    <a:pt x="3381108" y="1359027"/>
                  </a:lnTo>
                  <a:lnTo>
                    <a:pt x="2240267" y="1359027"/>
                  </a:lnTo>
                  <a:lnTo>
                    <a:pt x="2240267" y="1307592"/>
                  </a:lnTo>
                  <a:lnTo>
                    <a:pt x="3381108" y="1307592"/>
                  </a:lnTo>
                  <a:lnTo>
                    <a:pt x="3381108" y="1301877"/>
                  </a:lnTo>
                  <a:lnTo>
                    <a:pt x="2240267" y="1301877"/>
                  </a:lnTo>
                  <a:lnTo>
                    <a:pt x="2240267" y="1250442"/>
                  </a:lnTo>
                  <a:lnTo>
                    <a:pt x="3381108" y="1250442"/>
                  </a:lnTo>
                  <a:lnTo>
                    <a:pt x="3381108" y="1244727"/>
                  </a:lnTo>
                  <a:lnTo>
                    <a:pt x="2240267" y="1244727"/>
                  </a:lnTo>
                  <a:lnTo>
                    <a:pt x="2240267" y="1193292"/>
                  </a:lnTo>
                  <a:lnTo>
                    <a:pt x="3381108" y="1193292"/>
                  </a:lnTo>
                  <a:lnTo>
                    <a:pt x="3381108" y="1187577"/>
                  </a:lnTo>
                  <a:lnTo>
                    <a:pt x="2240267" y="1187577"/>
                  </a:lnTo>
                  <a:lnTo>
                    <a:pt x="2240267" y="1136142"/>
                  </a:lnTo>
                  <a:lnTo>
                    <a:pt x="3381108" y="1136142"/>
                  </a:lnTo>
                  <a:lnTo>
                    <a:pt x="3381108" y="1130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475640" y="6402895"/>
              <a:ext cx="149732" cy="308038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3730371" y="5501077"/>
              <a:ext cx="2096135" cy="1419860"/>
            </a:xfrm>
            <a:custGeom>
              <a:avLst/>
              <a:gdLst/>
              <a:ahLst/>
              <a:cxnLst/>
              <a:rect l="l" t="t" r="r" b="b"/>
              <a:pathLst>
                <a:path w="2096135" h="1419859">
                  <a:moveTo>
                    <a:pt x="111150" y="1069695"/>
                  </a:moveTo>
                  <a:lnTo>
                    <a:pt x="0" y="1069695"/>
                  </a:lnTo>
                  <a:lnTo>
                    <a:pt x="0" y="1076845"/>
                  </a:lnTo>
                  <a:lnTo>
                    <a:pt x="111150" y="1076845"/>
                  </a:lnTo>
                  <a:lnTo>
                    <a:pt x="111150" y="1069695"/>
                  </a:lnTo>
                  <a:close/>
                </a:path>
                <a:path w="2096135" h="1419859">
                  <a:moveTo>
                    <a:pt x="111150" y="955395"/>
                  </a:moveTo>
                  <a:lnTo>
                    <a:pt x="90525" y="955395"/>
                  </a:lnTo>
                  <a:lnTo>
                    <a:pt x="90525" y="954049"/>
                  </a:lnTo>
                  <a:lnTo>
                    <a:pt x="90817" y="952690"/>
                  </a:lnTo>
                  <a:lnTo>
                    <a:pt x="91579" y="943927"/>
                  </a:lnTo>
                  <a:lnTo>
                    <a:pt x="90525" y="941374"/>
                  </a:lnTo>
                  <a:lnTo>
                    <a:pt x="90525" y="787527"/>
                  </a:lnTo>
                  <a:lnTo>
                    <a:pt x="81953" y="787527"/>
                  </a:lnTo>
                  <a:lnTo>
                    <a:pt x="81953" y="1004697"/>
                  </a:lnTo>
                  <a:lnTo>
                    <a:pt x="81102" y="1006500"/>
                  </a:lnTo>
                  <a:lnTo>
                    <a:pt x="77101" y="1011262"/>
                  </a:lnTo>
                  <a:lnTo>
                    <a:pt x="75615" y="1012545"/>
                  </a:lnTo>
                  <a:lnTo>
                    <a:pt x="67373" y="1012545"/>
                  </a:lnTo>
                  <a:lnTo>
                    <a:pt x="67373" y="1019695"/>
                  </a:lnTo>
                  <a:lnTo>
                    <a:pt x="34239" y="1037170"/>
                  </a:lnTo>
                  <a:lnTo>
                    <a:pt x="30238" y="1036980"/>
                  </a:lnTo>
                  <a:lnTo>
                    <a:pt x="26238" y="1036599"/>
                  </a:lnTo>
                  <a:lnTo>
                    <a:pt x="24333" y="1034884"/>
                  </a:lnTo>
                  <a:lnTo>
                    <a:pt x="24523" y="1031836"/>
                  </a:lnTo>
                  <a:lnTo>
                    <a:pt x="24587" y="1031557"/>
                  </a:lnTo>
                  <a:lnTo>
                    <a:pt x="25742" y="1026769"/>
                  </a:lnTo>
                  <a:lnTo>
                    <a:pt x="28803" y="1021549"/>
                  </a:lnTo>
                  <a:lnTo>
                    <a:pt x="30505" y="1019695"/>
                  </a:lnTo>
                  <a:lnTo>
                    <a:pt x="67373" y="1019695"/>
                  </a:lnTo>
                  <a:lnTo>
                    <a:pt x="67373" y="1012545"/>
                  </a:lnTo>
                  <a:lnTo>
                    <a:pt x="38214" y="1012545"/>
                  </a:lnTo>
                  <a:lnTo>
                    <a:pt x="44716" y="1007262"/>
                  </a:lnTo>
                  <a:lnTo>
                    <a:pt x="50520" y="1003554"/>
                  </a:lnTo>
                  <a:lnTo>
                    <a:pt x="57950" y="999553"/>
                  </a:lnTo>
                  <a:lnTo>
                    <a:pt x="65570" y="995743"/>
                  </a:lnTo>
                  <a:lnTo>
                    <a:pt x="72237" y="994117"/>
                  </a:lnTo>
                  <a:lnTo>
                    <a:pt x="77952" y="994689"/>
                  </a:lnTo>
                  <a:lnTo>
                    <a:pt x="80530" y="995045"/>
                  </a:lnTo>
                  <a:lnTo>
                    <a:pt x="80530" y="1004697"/>
                  </a:lnTo>
                  <a:lnTo>
                    <a:pt x="81953" y="1004697"/>
                  </a:lnTo>
                  <a:lnTo>
                    <a:pt x="81953" y="787527"/>
                  </a:lnTo>
                  <a:lnTo>
                    <a:pt x="80530" y="787527"/>
                  </a:lnTo>
                  <a:lnTo>
                    <a:pt x="80530" y="930465"/>
                  </a:lnTo>
                  <a:lnTo>
                    <a:pt x="80530" y="937895"/>
                  </a:lnTo>
                  <a:lnTo>
                    <a:pt x="80530" y="950036"/>
                  </a:lnTo>
                  <a:lnTo>
                    <a:pt x="80530" y="973201"/>
                  </a:lnTo>
                  <a:lnTo>
                    <a:pt x="80530" y="987615"/>
                  </a:lnTo>
                  <a:lnTo>
                    <a:pt x="76809" y="985545"/>
                  </a:lnTo>
                  <a:lnTo>
                    <a:pt x="71005" y="984402"/>
                  </a:lnTo>
                  <a:lnTo>
                    <a:pt x="64528" y="984973"/>
                  </a:lnTo>
                  <a:lnTo>
                    <a:pt x="61455" y="985329"/>
                  </a:lnTo>
                  <a:lnTo>
                    <a:pt x="66598" y="983068"/>
                  </a:lnTo>
                  <a:lnTo>
                    <a:pt x="71589" y="980020"/>
                  </a:lnTo>
                  <a:lnTo>
                    <a:pt x="74244" y="978408"/>
                  </a:lnTo>
                  <a:lnTo>
                    <a:pt x="80530" y="973201"/>
                  </a:lnTo>
                  <a:lnTo>
                    <a:pt x="80530" y="950036"/>
                  </a:lnTo>
                  <a:lnTo>
                    <a:pt x="77101" y="954112"/>
                  </a:lnTo>
                  <a:lnTo>
                    <a:pt x="75615" y="955395"/>
                  </a:lnTo>
                  <a:lnTo>
                    <a:pt x="67373" y="955395"/>
                  </a:lnTo>
                  <a:lnTo>
                    <a:pt x="67373" y="962545"/>
                  </a:lnTo>
                  <a:lnTo>
                    <a:pt x="61950" y="967257"/>
                  </a:lnTo>
                  <a:lnTo>
                    <a:pt x="56235" y="971257"/>
                  </a:lnTo>
                  <a:lnTo>
                    <a:pt x="50520" y="974407"/>
                  </a:lnTo>
                  <a:lnTo>
                    <a:pt x="39090" y="978979"/>
                  </a:lnTo>
                  <a:lnTo>
                    <a:pt x="34239" y="980020"/>
                  </a:lnTo>
                  <a:lnTo>
                    <a:pt x="30238" y="979830"/>
                  </a:lnTo>
                  <a:lnTo>
                    <a:pt x="26238" y="979449"/>
                  </a:lnTo>
                  <a:lnTo>
                    <a:pt x="24333" y="977734"/>
                  </a:lnTo>
                  <a:lnTo>
                    <a:pt x="24523" y="974686"/>
                  </a:lnTo>
                  <a:lnTo>
                    <a:pt x="24587" y="974407"/>
                  </a:lnTo>
                  <a:lnTo>
                    <a:pt x="25742" y="969619"/>
                  </a:lnTo>
                  <a:lnTo>
                    <a:pt x="28803" y="964399"/>
                  </a:lnTo>
                  <a:lnTo>
                    <a:pt x="30505" y="962545"/>
                  </a:lnTo>
                  <a:lnTo>
                    <a:pt x="67373" y="962545"/>
                  </a:lnTo>
                  <a:lnTo>
                    <a:pt x="67373" y="955395"/>
                  </a:lnTo>
                  <a:lnTo>
                    <a:pt x="38214" y="955395"/>
                  </a:lnTo>
                  <a:lnTo>
                    <a:pt x="44716" y="950112"/>
                  </a:lnTo>
                  <a:lnTo>
                    <a:pt x="50520" y="946404"/>
                  </a:lnTo>
                  <a:lnTo>
                    <a:pt x="57950" y="942403"/>
                  </a:lnTo>
                  <a:lnTo>
                    <a:pt x="65570" y="938593"/>
                  </a:lnTo>
                  <a:lnTo>
                    <a:pt x="72237" y="936967"/>
                  </a:lnTo>
                  <a:lnTo>
                    <a:pt x="77952" y="937539"/>
                  </a:lnTo>
                  <a:lnTo>
                    <a:pt x="80530" y="937895"/>
                  </a:lnTo>
                  <a:lnTo>
                    <a:pt x="80530" y="930465"/>
                  </a:lnTo>
                  <a:lnTo>
                    <a:pt x="76809" y="928395"/>
                  </a:lnTo>
                  <a:lnTo>
                    <a:pt x="71005" y="927252"/>
                  </a:lnTo>
                  <a:lnTo>
                    <a:pt x="64528" y="927823"/>
                  </a:lnTo>
                  <a:lnTo>
                    <a:pt x="26504" y="944435"/>
                  </a:lnTo>
                  <a:lnTo>
                    <a:pt x="19265" y="955395"/>
                  </a:lnTo>
                  <a:lnTo>
                    <a:pt x="0" y="955395"/>
                  </a:lnTo>
                  <a:lnTo>
                    <a:pt x="0" y="962545"/>
                  </a:lnTo>
                  <a:lnTo>
                    <a:pt x="17246" y="962545"/>
                  </a:lnTo>
                  <a:lnTo>
                    <a:pt x="16802" y="964692"/>
                  </a:lnTo>
                  <a:lnTo>
                    <a:pt x="36525" y="990117"/>
                  </a:lnTo>
                  <a:lnTo>
                    <a:pt x="42811" y="989545"/>
                  </a:lnTo>
                  <a:lnTo>
                    <a:pt x="45720" y="989228"/>
                  </a:lnTo>
                  <a:lnTo>
                    <a:pt x="40627" y="991463"/>
                  </a:lnTo>
                  <a:lnTo>
                    <a:pt x="33096" y="996124"/>
                  </a:lnTo>
                  <a:lnTo>
                    <a:pt x="26504" y="1001585"/>
                  </a:lnTo>
                  <a:lnTo>
                    <a:pt x="21590" y="1007694"/>
                  </a:lnTo>
                  <a:lnTo>
                    <a:pt x="19265" y="1012545"/>
                  </a:lnTo>
                  <a:lnTo>
                    <a:pt x="0" y="1012545"/>
                  </a:lnTo>
                  <a:lnTo>
                    <a:pt x="0" y="1019695"/>
                  </a:lnTo>
                  <a:lnTo>
                    <a:pt x="17246" y="1019695"/>
                  </a:lnTo>
                  <a:lnTo>
                    <a:pt x="16802" y="1021842"/>
                  </a:lnTo>
                  <a:lnTo>
                    <a:pt x="36525" y="1047267"/>
                  </a:lnTo>
                  <a:lnTo>
                    <a:pt x="42811" y="1046695"/>
                  </a:lnTo>
                  <a:lnTo>
                    <a:pt x="50888" y="1045794"/>
                  </a:lnTo>
                  <a:lnTo>
                    <a:pt x="58813" y="1043622"/>
                  </a:lnTo>
                  <a:lnTo>
                    <a:pt x="66598" y="1040218"/>
                  </a:lnTo>
                  <a:lnTo>
                    <a:pt x="71589" y="1037170"/>
                  </a:lnTo>
                  <a:lnTo>
                    <a:pt x="74244" y="1035558"/>
                  </a:lnTo>
                  <a:lnTo>
                    <a:pt x="80962" y="1029982"/>
                  </a:lnTo>
                  <a:lnTo>
                    <a:pt x="85953" y="1023835"/>
                  </a:lnTo>
                  <a:lnTo>
                    <a:pt x="87972" y="1019695"/>
                  </a:lnTo>
                  <a:lnTo>
                    <a:pt x="111150" y="1019695"/>
                  </a:lnTo>
                  <a:lnTo>
                    <a:pt x="111150" y="1012545"/>
                  </a:lnTo>
                  <a:lnTo>
                    <a:pt x="90220" y="1012545"/>
                  </a:lnTo>
                  <a:lnTo>
                    <a:pt x="90817" y="1009840"/>
                  </a:lnTo>
                  <a:lnTo>
                    <a:pt x="91579" y="1001077"/>
                  </a:lnTo>
                  <a:lnTo>
                    <a:pt x="90525" y="998524"/>
                  </a:lnTo>
                  <a:lnTo>
                    <a:pt x="90525" y="962545"/>
                  </a:lnTo>
                  <a:lnTo>
                    <a:pt x="111150" y="962545"/>
                  </a:lnTo>
                  <a:lnTo>
                    <a:pt x="111150" y="955395"/>
                  </a:lnTo>
                  <a:close/>
                </a:path>
                <a:path w="2096135" h="1419859">
                  <a:moveTo>
                    <a:pt x="480148" y="1069695"/>
                  </a:moveTo>
                  <a:lnTo>
                    <a:pt x="369011" y="1069695"/>
                  </a:lnTo>
                  <a:lnTo>
                    <a:pt x="369011" y="1076845"/>
                  </a:lnTo>
                  <a:lnTo>
                    <a:pt x="480148" y="1076845"/>
                  </a:lnTo>
                  <a:lnTo>
                    <a:pt x="480148" y="1069695"/>
                  </a:lnTo>
                  <a:close/>
                </a:path>
                <a:path w="2096135" h="1419859">
                  <a:moveTo>
                    <a:pt x="480148" y="955395"/>
                  </a:moveTo>
                  <a:lnTo>
                    <a:pt x="459536" y="955395"/>
                  </a:lnTo>
                  <a:lnTo>
                    <a:pt x="459536" y="951585"/>
                  </a:lnTo>
                  <a:lnTo>
                    <a:pt x="459816" y="950112"/>
                  </a:lnTo>
                  <a:lnTo>
                    <a:pt x="459625" y="942873"/>
                  </a:lnTo>
                  <a:lnTo>
                    <a:pt x="459536" y="942695"/>
                  </a:lnTo>
                  <a:lnTo>
                    <a:pt x="459536" y="787527"/>
                  </a:lnTo>
                  <a:lnTo>
                    <a:pt x="449529" y="787527"/>
                  </a:lnTo>
                  <a:lnTo>
                    <a:pt x="449529" y="932370"/>
                  </a:lnTo>
                  <a:lnTo>
                    <a:pt x="447535" y="930783"/>
                  </a:lnTo>
                  <a:lnTo>
                    <a:pt x="441058" y="929068"/>
                  </a:lnTo>
                  <a:lnTo>
                    <a:pt x="401815" y="941260"/>
                  </a:lnTo>
                  <a:lnTo>
                    <a:pt x="389178" y="955395"/>
                  </a:lnTo>
                  <a:lnTo>
                    <a:pt x="369011" y="955395"/>
                  </a:lnTo>
                  <a:lnTo>
                    <a:pt x="369011" y="962545"/>
                  </a:lnTo>
                  <a:lnTo>
                    <a:pt x="386461" y="962545"/>
                  </a:lnTo>
                  <a:lnTo>
                    <a:pt x="385521" y="967257"/>
                  </a:lnTo>
                  <a:lnTo>
                    <a:pt x="410667" y="988695"/>
                  </a:lnTo>
                  <a:lnTo>
                    <a:pt x="419150" y="987742"/>
                  </a:lnTo>
                  <a:lnTo>
                    <a:pt x="427456" y="985481"/>
                  </a:lnTo>
                  <a:lnTo>
                    <a:pt x="435584" y="981887"/>
                  </a:lnTo>
                  <a:lnTo>
                    <a:pt x="443534" y="976972"/>
                  </a:lnTo>
                  <a:lnTo>
                    <a:pt x="449529" y="971740"/>
                  </a:lnTo>
                  <a:lnTo>
                    <a:pt x="449529" y="989520"/>
                  </a:lnTo>
                  <a:lnTo>
                    <a:pt x="447535" y="987933"/>
                  </a:lnTo>
                  <a:lnTo>
                    <a:pt x="441058" y="986218"/>
                  </a:lnTo>
                  <a:lnTo>
                    <a:pt x="432676" y="986409"/>
                  </a:lnTo>
                  <a:lnTo>
                    <a:pt x="395109" y="1004214"/>
                  </a:lnTo>
                  <a:lnTo>
                    <a:pt x="389178" y="1012545"/>
                  </a:lnTo>
                  <a:lnTo>
                    <a:pt x="369011" y="1012545"/>
                  </a:lnTo>
                  <a:lnTo>
                    <a:pt x="369011" y="1019695"/>
                  </a:lnTo>
                  <a:lnTo>
                    <a:pt x="386461" y="1019695"/>
                  </a:lnTo>
                  <a:lnTo>
                    <a:pt x="385521" y="1024407"/>
                  </a:lnTo>
                  <a:lnTo>
                    <a:pt x="410667" y="1045845"/>
                  </a:lnTo>
                  <a:lnTo>
                    <a:pt x="419150" y="1044892"/>
                  </a:lnTo>
                  <a:lnTo>
                    <a:pt x="455180" y="1021842"/>
                  </a:lnTo>
                  <a:lnTo>
                    <a:pt x="456145" y="1019695"/>
                  </a:lnTo>
                  <a:lnTo>
                    <a:pt x="480148" y="1019695"/>
                  </a:lnTo>
                  <a:lnTo>
                    <a:pt x="480148" y="1012545"/>
                  </a:lnTo>
                  <a:lnTo>
                    <a:pt x="458800" y="1012545"/>
                  </a:lnTo>
                  <a:lnTo>
                    <a:pt x="459816" y="1007262"/>
                  </a:lnTo>
                  <a:lnTo>
                    <a:pt x="459625" y="1000023"/>
                  </a:lnTo>
                  <a:lnTo>
                    <a:pt x="459536" y="999845"/>
                  </a:lnTo>
                  <a:lnTo>
                    <a:pt x="459536" y="962545"/>
                  </a:lnTo>
                  <a:lnTo>
                    <a:pt x="480148" y="962545"/>
                  </a:lnTo>
                  <a:lnTo>
                    <a:pt x="480148" y="955395"/>
                  </a:lnTo>
                  <a:close/>
                </a:path>
                <a:path w="2096135" h="1419859">
                  <a:moveTo>
                    <a:pt x="946810" y="946404"/>
                  </a:moveTo>
                  <a:lnTo>
                    <a:pt x="909942" y="901827"/>
                  </a:lnTo>
                  <a:lnTo>
                    <a:pt x="900226" y="901827"/>
                  </a:lnTo>
                  <a:lnTo>
                    <a:pt x="904824" y="907554"/>
                  </a:lnTo>
                  <a:lnTo>
                    <a:pt x="908583" y="913612"/>
                  </a:lnTo>
                  <a:lnTo>
                    <a:pt x="911529" y="919988"/>
                  </a:lnTo>
                  <a:lnTo>
                    <a:pt x="913663" y="926680"/>
                  </a:lnTo>
                  <a:lnTo>
                    <a:pt x="913726" y="933297"/>
                  </a:lnTo>
                  <a:lnTo>
                    <a:pt x="912799" y="939685"/>
                  </a:lnTo>
                  <a:lnTo>
                    <a:pt x="891082" y="972121"/>
                  </a:lnTo>
                  <a:lnTo>
                    <a:pt x="927087" y="1018984"/>
                  </a:lnTo>
                  <a:lnTo>
                    <a:pt x="927087" y="1019556"/>
                  </a:lnTo>
                  <a:lnTo>
                    <a:pt x="920419" y="1015936"/>
                  </a:lnTo>
                  <a:lnTo>
                    <a:pt x="914514" y="1014120"/>
                  </a:lnTo>
                  <a:lnTo>
                    <a:pt x="909370" y="1014120"/>
                  </a:lnTo>
                  <a:lnTo>
                    <a:pt x="900493" y="1015466"/>
                  </a:lnTo>
                  <a:lnTo>
                    <a:pt x="893876" y="1019200"/>
                  </a:lnTo>
                  <a:lnTo>
                    <a:pt x="889495" y="1025321"/>
                  </a:lnTo>
                  <a:lnTo>
                    <a:pt x="887374" y="1033843"/>
                  </a:lnTo>
                  <a:lnTo>
                    <a:pt x="888606" y="1040345"/>
                  </a:lnTo>
                  <a:lnTo>
                    <a:pt x="890866" y="1046416"/>
                  </a:lnTo>
                  <a:lnTo>
                    <a:pt x="894181" y="1052055"/>
                  </a:lnTo>
                  <a:lnTo>
                    <a:pt x="898512" y="1057275"/>
                  </a:lnTo>
                  <a:lnTo>
                    <a:pt x="919086" y="1075270"/>
                  </a:lnTo>
                  <a:lnTo>
                    <a:pt x="922235" y="1070698"/>
                  </a:lnTo>
                  <a:lnTo>
                    <a:pt x="918616" y="1067841"/>
                  </a:lnTo>
                  <a:lnTo>
                    <a:pt x="915377" y="1063371"/>
                  </a:lnTo>
                  <a:lnTo>
                    <a:pt x="912520" y="1057275"/>
                  </a:lnTo>
                  <a:lnTo>
                    <a:pt x="909472" y="1051179"/>
                  </a:lnTo>
                  <a:lnTo>
                    <a:pt x="909942" y="1044600"/>
                  </a:lnTo>
                  <a:lnTo>
                    <a:pt x="913942" y="1037551"/>
                  </a:lnTo>
                  <a:lnTo>
                    <a:pt x="917181" y="1032789"/>
                  </a:lnTo>
                  <a:lnTo>
                    <a:pt x="921283" y="1030503"/>
                  </a:lnTo>
                  <a:lnTo>
                    <a:pt x="926236" y="1030693"/>
                  </a:lnTo>
                  <a:lnTo>
                    <a:pt x="931379" y="1031074"/>
                  </a:lnTo>
                  <a:lnTo>
                    <a:pt x="936713" y="1032789"/>
                  </a:lnTo>
                  <a:lnTo>
                    <a:pt x="942238" y="1035837"/>
                  </a:lnTo>
                  <a:lnTo>
                    <a:pt x="945667" y="1031265"/>
                  </a:lnTo>
                  <a:lnTo>
                    <a:pt x="930808" y="1011555"/>
                  </a:lnTo>
                  <a:lnTo>
                    <a:pt x="926045" y="1004316"/>
                  </a:lnTo>
                  <a:lnTo>
                    <a:pt x="923569" y="996696"/>
                  </a:lnTo>
                  <a:lnTo>
                    <a:pt x="923378" y="988695"/>
                  </a:lnTo>
                  <a:lnTo>
                    <a:pt x="925588" y="978865"/>
                  </a:lnTo>
                  <a:lnTo>
                    <a:pt x="930236" y="968540"/>
                  </a:lnTo>
                  <a:lnTo>
                    <a:pt x="937310" y="957719"/>
                  </a:lnTo>
                  <a:lnTo>
                    <a:pt x="946810" y="946404"/>
                  </a:lnTo>
                  <a:close/>
                </a:path>
                <a:path w="2096135" h="1419859">
                  <a:moveTo>
                    <a:pt x="1004582" y="1412595"/>
                  </a:moveTo>
                  <a:lnTo>
                    <a:pt x="867702" y="1412595"/>
                  </a:lnTo>
                  <a:lnTo>
                    <a:pt x="867702" y="1419745"/>
                  </a:lnTo>
                  <a:lnTo>
                    <a:pt x="1004582" y="1419745"/>
                  </a:lnTo>
                  <a:lnTo>
                    <a:pt x="1004582" y="1412595"/>
                  </a:lnTo>
                  <a:close/>
                </a:path>
                <a:path w="2096135" h="1419859">
                  <a:moveTo>
                    <a:pt x="2095677" y="1130427"/>
                  </a:moveTo>
                  <a:lnTo>
                    <a:pt x="701636" y="1130427"/>
                  </a:lnTo>
                  <a:lnTo>
                    <a:pt x="701636" y="0"/>
                  </a:lnTo>
                  <a:lnTo>
                    <a:pt x="693064" y="0"/>
                  </a:lnTo>
                  <a:lnTo>
                    <a:pt x="693064" y="1130427"/>
                  </a:lnTo>
                  <a:lnTo>
                    <a:pt x="688936" y="1130427"/>
                  </a:lnTo>
                  <a:lnTo>
                    <a:pt x="688936" y="1136142"/>
                  </a:lnTo>
                  <a:lnTo>
                    <a:pt x="693064" y="1136142"/>
                  </a:lnTo>
                  <a:lnTo>
                    <a:pt x="693064" y="1187577"/>
                  </a:lnTo>
                  <a:lnTo>
                    <a:pt x="688936" y="1187577"/>
                  </a:lnTo>
                  <a:lnTo>
                    <a:pt x="688936" y="1193292"/>
                  </a:lnTo>
                  <a:lnTo>
                    <a:pt x="693064" y="1193292"/>
                  </a:lnTo>
                  <a:lnTo>
                    <a:pt x="693064" y="1244727"/>
                  </a:lnTo>
                  <a:lnTo>
                    <a:pt x="688936" y="1244727"/>
                  </a:lnTo>
                  <a:lnTo>
                    <a:pt x="688936" y="1250442"/>
                  </a:lnTo>
                  <a:lnTo>
                    <a:pt x="693064" y="1250442"/>
                  </a:lnTo>
                  <a:lnTo>
                    <a:pt x="693064" y="1301877"/>
                  </a:lnTo>
                  <a:lnTo>
                    <a:pt x="688936" y="1301877"/>
                  </a:lnTo>
                  <a:lnTo>
                    <a:pt x="688936" y="1307592"/>
                  </a:lnTo>
                  <a:lnTo>
                    <a:pt x="693064" y="1307592"/>
                  </a:lnTo>
                  <a:lnTo>
                    <a:pt x="693064" y="1359027"/>
                  </a:lnTo>
                  <a:lnTo>
                    <a:pt x="688936" y="1359027"/>
                  </a:lnTo>
                  <a:lnTo>
                    <a:pt x="688936" y="1364742"/>
                  </a:lnTo>
                  <a:lnTo>
                    <a:pt x="693064" y="1364742"/>
                  </a:lnTo>
                  <a:lnTo>
                    <a:pt x="701636" y="1364742"/>
                  </a:lnTo>
                  <a:lnTo>
                    <a:pt x="2095677" y="1364742"/>
                  </a:lnTo>
                  <a:lnTo>
                    <a:pt x="2095677" y="1359027"/>
                  </a:lnTo>
                  <a:lnTo>
                    <a:pt x="934808" y="1359027"/>
                  </a:lnTo>
                  <a:lnTo>
                    <a:pt x="701636" y="1359027"/>
                  </a:lnTo>
                  <a:lnTo>
                    <a:pt x="701636" y="1307592"/>
                  </a:lnTo>
                  <a:lnTo>
                    <a:pt x="903947" y="1307592"/>
                  </a:lnTo>
                  <a:lnTo>
                    <a:pt x="897128" y="1311376"/>
                  </a:lnTo>
                  <a:lnTo>
                    <a:pt x="892086" y="1316443"/>
                  </a:lnTo>
                  <a:lnTo>
                    <a:pt x="888834" y="1322806"/>
                  </a:lnTo>
                  <a:lnTo>
                    <a:pt x="887374" y="1330452"/>
                  </a:lnTo>
                  <a:lnTo>
                    <a:pt x="889127" y="1338097"/>
                  </a:lnTo>
                  <a:lnTo>
                    <a:pt x="927811" y="1358874"/>
                  </a:lnTo>
                  <a:lnTo>
                    <a:pt x="934808" y="1359027"/>
                  </a:lnTo>
                  <a:lnTo>
                    <a:pt x="941768" y="1358874"/>
                  </a:lnTo>
                  <a:lnTo>
                    <a:pt x="979601" y="1338097"/>
                  </a:lnTo>
                  <a:lnTo>
                    <a:pt x="981100" y="1330452"/>
                  </a:lnTo>
                  <a:lnTo>
                    <a:pt x="979309" y="1322806"/>
                  </a:lnTo>
                  <a:lnTo>
                    <a:pt x="975664" y="1316443"/>
                  </a:lnTo>
                  <a:lnTo>
                    <a:pt x="970165" y="1311376"/>
                  </a:lnTo>
                  <a:lnTo>
                    <a:pt x="962812" y="1307592"/>
                  </a:lnTo>
                  <a:lnTo>
                    <a:pt x="2095677" y="1307592"/>
                  </a:lnTo>
                  <a:lnTo>
                    <a:pt x="2095677" y="1301877"/>
                  </a:lnTo>
                  <a:lnTo>
                    <a:pt x="953287" y="1301877"/>
                  </a:lnTo>
                  <a:lnTo>
                    <a:pt x="953287" y="1347787"/>
                  </a:lnTo>
                  <a:lnTo>
                    <a:pt x="949096" y="1354074"/>
                  </a:lnTo>
                  <a:lnTo>
                    <a:pt x="939952" y="1354455"/>
                  </a:lnTo>
                  <a:lnTo>
                    <a:pt x="933856" y="1355217"/>
                  </a:lnTo>
                  <a:lnTo>
                    <a:pt x="928522" y="1352931"/>
                  </a:lnTo>
                  <a:lnTo>
                    <a:pt x="915568" y="1318831"/>
                  </a:lnTo>
                  <a:lnTo>
                    <a:pt x="915593" y="1318641"/>
                  </a:lnTo>
                  <a:lnTo>
                    <a:pt x="916330" y="1314259"/>
                  </a:lnTo>
                  <a:lnTo>
                    <a:pt x="918235" y="1311592"/>
                  </a:lnTo>
                  <a:lnTo>
                    <a:pt x="920521" y="1308925"/>
                  </a:lnTo>
                  <a:lnTo>
                    <a:pt x="923188" y="1307592"/>
                  </a:lnTo>
                  <a:lnTo>
                    <a:pt x="939063" y="1307592"/>
                  </a:lnTo>
                  <a:lnTo>
                    <a:pt x="939952" y="1307973"/>
                  </a:lnTo>
                  <a:lnTo>
                    <a:pt x="949096" y="1318641"/>
                  </a:lnTo>
                  <a:lnTo>
                    <a:pt x="949159" y="1318831"/>
                  </a:lnTo>
                  <a:lnTo>
                    <a:pt x="951763" y="1326070"/>
                  </a:lnTo>
                  <a:lnTo>
                    <a:pt x="952525" y="1335595"/>
                  </a:lnTo>
                  <a:lnTo>
                    <a:pt x="953287" y="1347787"/>
                  </a:lnTo>
                  <a:lnTo>
                    <a:pt x="953287" y="1301877"/>
                  </a:lnTo>
                  <a:lnTo>
                    <a:pt x="933094" y="1301877"/>
                  </a:lnTo>
                  <a:lnTo>
                    <a:pt x="701636" y="1301877"/>
                  </a:lnTo>
                  <a:lnTo>
                    <a:pt x="701636" y="1250442"/>
                  </a:lnTo>
                  <a:lnTo>
                    <a:pt x="2095677" y="1250442"/>
                  </a:lnTo>
                  <a:lnTo>
                    <a:pt x="2095677" y="1244727"/>
                  </a:lnTo>
                  <a:lnTo>
                    <a:pt x="701636" y="1244727"/>
                  </a:lnTo>
                  <a:lnTo>
                    <a:pt x="701636" y="1193292"/>
                  </a:lnTo>
                  <a:lnTo>
                    <a:pt x="2095677" y="1193292"/>
                  </a:lnTo>
                  <a:lnTo>
                    <a:pt x="2095677" y="1187577"/>
                  </a:lnTo>
                  <a:lnTo>
                    <a:pt x="701636" y="1187577"/>
                  </a:lnTo>
                  <a:lnTo>
                    <a:pt x="701636" y="1136142"/>
                  </a:lnTo>
                  <a:lnTo>
                    <a:pt x="2095677" y="1136142"/>
                  </a:lnTo>
                  <a:lnTo>
                    <a:pt x="2095677" y="1130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832333" y="6517195"/>
              <a:ext cx="75723" cy="288321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423823" y="6517195"/>
              <a:ext cx="74294" cy="286892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5826049" y="5501077"/>
              <a:ext cx="1442085" cy="1419860"/>
            </a:xfrm>
            <a:custGeom>
              <a:avLst/>
              <a:gdLst/>
              <a:ahLst/>
              <a:cxnLst/>
              <a:rect l="l" t="t" r="r" b="b"/>
              <a:pathLst>
                <a:path w="1442084" h="1419859">
                  <a:moveTo>
                    <a:pt x="201345" y="1412595"/>
                  </a:moveTo>
                  <a:lnTo>
                    <a:pt x="64465" y="1412595"/>
                  </a:lnTo>
                  <a:lnTo>
                    <a:pt x="64465" y="1419745"/>
                  </a:lnTo>
                  <a:lnTo>
                    <a:pt x="201345" y="1419745"/>
                  </a:lnTo>
                  <a:lnTo>
                    <a:pt x="201345" y="1412595"/>
                  </a:lnTo>
                  <a:close/>
                </a:path>
                <a:path w="1442084" h="1419859">
                  <a:moveTo>
                    <a:pt x="1441843" y="1130427"/>
                  </a:moveTo>
                  <a:lnTo>
                    <a:pt x="120396" y="1130427"/>
                  </a:lnTo>
                  <a:lnTo>
                    <a:pt x="122351" y="1121740"/>
                  </a:lnTo>
                  <a:lnTo>
                    <a:pt x="127000" y="1111415"/>
                  </a:lnTo>
                  <a:lnTo>
                    <a:pt x="134073" y="1100594"/>
                  </a:lnTo>
                  <a:lnTo>
                    <a:pt x="143573" y="1089279"/>
                  </a:lnTo>
                  <a:lnTo>
                    <a:pt x="106705" y="1044702"/>
                  </a:lnTo>
                  <a:lnTo>
                    <a:pt x="96989" y="1044702"/>
                  </a:lnTo>
                  <a:lnTo>
                    <a:pt x="101587" y="1050429"/>
                  </a:lnTo>
                  <a:lnTo>
                    <a:pt x="105346" y="1056487"/>
                  </a:lnTo>
                  <a:lnTo>
                    <a:pt x="108292" y="1062863"/>
                  </a:lnTo>
                  <a:lnTo>
                    <a:pt x="110426" y="1069555"/>
                  </a:lnTo>
                  <a:lnTo>
                    <a:pt x="110490" y="1076172"/>
                  </a:lnTo>
                  <a:lnTo>
                    <a:pt x="109562" y="1082560"/>
                  </a:lnTo>
                  <a:lnTo>
                    <a:pt x="87845" y="1114996"/>
                  </a:lnTo>
                  <a:lnTo>
                    <a:pt x="99695" y="1130427"/>
                  </a:lnTo>
                  <a:lnTo>
                    <a:pt x="12700" y="1130427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130427"/>
                  </a:lnTo>
                  <a:lnTo>
                    <a:pt x="0" y="1130427"/>
                  </a:lnTo>
                  <a:lnTo>
                    <a:pt x="0" y="1136142"/>
                  </a:lnTo>
                  <a:lnTo>
                    <a:pt x="4127" y="1136142"/>
                  </a:lnTo>
                  <a:lnTo>
                    <a:pt x="4127" y="1187577"/>
                  </a:lnTo>
                  <a:lnTo>
                    <a:pt x="0" y="1187577"/>
                  </a:lnTo>
                  <a:lnTo>
                    <a:pt x="0" y="1193292"/>
                  </a:lnTo>
                  <a:lnTo>
                    <a:pt x="4127" y="1193292"/>
                  </a:lnTo>
                  <a:lnTo>
                    <a:pt x="4127" y="1244727"/>
                  </a:lnTo>
                  <a:lnTo>
                    <a:pt x="0" y="1244727"/>
                  </a:lnTo>
                  <a:lnTo>
                    <a:pt x="0" y="1250442"/>
                  </a:lnTo>
                  <a:lnTo>
                    <a:pt x="4127" y="1250442"/>
                  </a:lnTo>
                  <a:lnTo>
                    <a:pt x="4127" y="1301877"/>
                  </a:lnTo>
                  <a:lnTo>
                    <a:pt x="0" y="1301877"/>
                  </a:lnTo>
                  <a:lnTo>
                    <a:pt x="0" y="1307592"/>
                  </a:lnTo>
                  <a:lnTo>
                    <a:pt x="4127" y="1307592"/>
                  </a:lnTo>
                  <a:lnTo>
                    <a:pt x="4127" y="1359027"/>
                  </a:lnTo>
                  <a:lnTo>
                    <a:pt x="0" y="1359027"/>
                  </a:lnTo>
                  <a:lnTo>
                    <a:pt x="0" y="1364742"/>
                  </a:lnTo>
                  <a:lnTo>
                    <a:pt x="4127" y="1364742"/>
                  </a:lnTo>
                  <a:lnTo>
                    <a:pt x="12700" y="1364742"/>
                  </a:lnTo>
                  <a:lnTo>
                    <a:pt x="85445" y="1364742"/>
                  </a:lnTo>
                  <a:lnTo>
                    <a:pt x="85890" y="1366672"/>
                  </a:lnTo>
                  <a:lnTo>
                    <a:pt x="124574" y="1387449"/>
                  </a:lnTo>
                  <a:lnTo>
                    <a:pt x="131572" y="1387602"/>
                  </a:lnTo>
                  <a:lnTo>
                    <a:pt x="138531" y="1387449"/>
                  </a:lnTo>
                  <a:lnTo>
                    <a:pt x="176364" y="1366672"/>
                  </a:lnTo>
                  <a:lnTo>
                    <a:pt x="176733" y="1364742"/>
                  </a:lnTo>
                  <a:lnTo>
                    <a:pt x="1441843" y="1364742"/>
                  </a:lnTo>
                  <a:lnTo>
                    <a:pt x="1441843" y="1359027"/>
                  </a:lnTo>
                  <a:lnTo>
                    <a:pt x="177863" y="1359027"/>
                  </a:lnTo>
                  <a:lnTo>
                    <a:pt x="176072" y="1351381"/>
                  </a:lnTo>
                  <a:lnTo>
                    <a:pt x="172427" y="1345018"/>
                  </a:lnTo>
                  <a:lnTo>
                    <a:pt x="166928" y="1339951"/>
                  </a:lnTo>
                  <a:lnTo>
                    <a:pt x="159575" y="1336167"/>
                  </a:lnTo>
                  <a:lnTo>
                    <a:pt x="154063" y="1334262"/>
                  </a:lnTo>
                  <a:lnTo>
                    <a:pt x="151714" y="1333449"/>
                  </a:lnTo>
                  <a:lnTo>
                    <a:pt x="150050" y="1333042"/>
                  </a:lnTo>
                  <a:lnTo>
                    <a:pt x="150050" y="1376362"/>
                  </a:lnTo>
                  <a:lnTo>
                    <a:pt x="145859" y="1382649"/>
                  </a:lnTo>
                  <a:lnTo>
                    <a:pt x="136715" y="1383030"/>
                  </a:lnTo>
                  <a:lnTo>
                    <a:pt x="130619" y="1383792"/>
                  </a:lnTo>
                  <a:lnTo>
                    <a:pt x="125285" y="1381506"/>
                  </a:lnTo>
                  <a:lnTo>
                    <a:pt x="120713" y="1376172"/>
                  </a:lnTo>
                  <a:lnTo>
                    <a:pt x="116141" y="1370457"/>
                  </a:lnTo>
                  <a:lnTo>
                    <a:pt x="114084" y="1364742"/>
                  </a:lnTo>
                  <a:lnTo>
                    <a:pt x="149313" y="1364742"/>
                  </a:lnTo>
                  <a:lnTo>
                    <a:pt x="150050" y="1376362"/>
                  </a:lnTo>
                  <a:lnTo>
                    <a:pt x="150050" y="1333042"/>
                  </a:lnTo>
                  <a:lnTo>
                    <a:pt x="148869" y="1332763"/>
                  </a:lnTo>
                  <a:lnTo>
                    <a:pt x="148869" y="1359027"/>
                  </a:lnTo>
                  <a:lnTo>
                    <a:pt x="113131" y="1359027"/>
                  </a:lnTo>
                  <a:lnTo>
                    <a:pt x="112712" y="1353883"/>
                  </a:lnTo>
                  <a:lnTo>
                    <a:pt x="112331" y="1347406"/>
                  </a:lnTo>
                  <a:lnTo>
                    <a:pt x="112356" y="1347216"/>
                  </a:lnTo>
                  <a:lnTo>
                    <a:pt x="131381" y="1334262"/>
                  </a:lnTo>
                  <a:lnTo>
                    <a:pt x="136715" y="1336548"/>
                  </a:lnTo>
                  <a:lnTo>
                    <a:pt x="145859" y="1347216"/>
                  </a:lnTo>
                  <a:lnTo>
                    <a:pt x="145923" y="1347406"/>
                  </a:lnTo>
                  <a:lnTo>
                    <a:pt x="148526" y="1354645"/>
                  </a:lnTo>
                  <a:lnTo>
                    <a:pt x="148869" y="1359027"/>
                  </a:lnTo>
                  <a:lnTo>
                    <a:pt x="148869" y="1332763"/>
                  </a:lnTo>
                  <a:lnTo>
                    <a:pt x="144145" y="1331595"/>
                  </a:lnTo>
                  <a:lnTo>
                    <a:pt x="136855" y="1330591"/>
                  </a:lnTo>
                  <a:lnTo>
                    <a:pt x="129857" y="1330452"/>
                  </a:lnTo>
                  <a:lnTo>
                    <a:pt x="123101" y="1330591"/>
                  </a:lnTo>
                  <a:lnTo>
                    <a:pt x="85598" y="1351381"/>
                  </a:lnTo>
                  <a:lnTo>
                    <a:pt x="84137" y="1359027"/>
                  </a:lnTo>
                  <a:lnTo>
                    <a:pt x="12700" y="1359027"/>
                  </a:lnTo>
                  <a:lnTo>
                    <a:pt x="12700" y="1307592"/>
                  </a:lnTo>
                  <a:lnTo>
                    <a:pt x="1441843" y="1307592"/>
                  </a:lnTo>
                  <a:lnTo>
                    <a:pt x="1441843" y="1301877"/>
                  </a:lnTo>
                  <a:lnTo>
                    <a:pt x="12700" y="1301877"/>
                  </a:lnTo>
                  <a:lnTo>
                    <a:pt x="12700" y="1250442"/>
                  </a:lnTo>
                  <a:lnTo>
                    <a:pt x="1441843" y="1250442"/>
                  </a:lnTo>
                  <a:lnTo>
                    <a:pt x="1441843" y="1244727"/>
                  </a:lnTo>
                  <a:lnTo>
                    <a:pt x="12700" y="1244727"/>
                  </a:lnTo>
                  <a:lnTo>
                    <a:pt x="12700" y="1193292"/>
                  </a:lnTo>
                  <a:lnTo>
                    <a:pt x="89979" y="1193292"/>
                  </a:lnTo>
                  <a:lnTo>
                    <a:pt x="90944" y="1194930"/>
                  </a:lnTo>
                  <a:lnTo>
                    <a:pt x="95275" y="1200150"/>
                  </a:lnTo>
                  <a:lnTo>
                    <a:pt x="115849" y="1218145"/>
                  </a:lnTo>
                  <a:lnTo>
                    <a:pt x="118999" y="1213573"/>
                  </a:lnTo>
                  <a:lnTo>
                    <a:pt x="115379" y="1210716"/>
                  </a:lnTo>
                  <a:lnTo>
                    <a:pt x="112141" y="1206246"/>
                  </a:lnTo>
                  <a:lnTo>
                    <a:pt x="109283" y="1200150"/>
                  </a:lnTo>
                  <a:lnTo>
                    <a:pt x="106235" y="1194054"/>
                  </a:lnTo>
                  <a:lnTo>
                    <a:pt x="106286" y="1193292"/>
                  </a:lnTo>
                  <a:lnTo>
                    <a:pt x="1441843" y="1193292"/>
                  </a:lnTo>
                  <a:lnTo>
                    <a:pt x="1441843" y="1187577"/>
                  </a:lnTo>
                  <a:lnTo>
                    <a:pt x="106692" y="1187577"/>
                  </a:lnTo>
                  <a:lnTo>
                    <a:pt x="110705" y="1180426"/>
                  </a:lnTo>
                  <a:lnTo>
                    <a:pt x="113944" y="1175664"/>
                  </a:lnTo>
                  <a:lnTo>
                    <a:pt x="118046" y="1173378"/>
                  </a:lnTo>
                  <a:lnTo>
                    <a:pt x="122999" y="1173568"/>
                  </a:lnTo>
                  <a:lnTo>
                    <a:pt x="128143" y="1173949"/>
                  </a:lnTo>
                  <a:lnTo>
                    <a:pt x="133477" y="1175664"/>
                  </a:lnTo>
                  <a:lnTo>
                    <a:pt x="139001" y="1178712"/>
                  </a:lnTo>
                  <a:lnTo>
                    <a:pt x="142430" y="1174140"/>
                  </a:lnTo>
                  <a:lnTo>
                    <a:pt x="127571" y="1154430"/>
                  </a:lnTo>
                  <a:lnTo>
                    <a:pt x="123850" y="1148778"/>
                  </a:lnTo>
                  <a:lnTo>
                    <a:pt x="123850" y="1161859"/>
                  </a:lnTo>
                  <a:lnTo>
                    <a:pt x="123850" y="1162431"/>
                  </a:lnTo>
                  <a:lnTo>
                    <a:pt x="117182" y="1158811"/>
                  </a:lnTo>
                  <a:lnTo>
                    <a:pt x="111277" y="1156995"/>
                  </a:lnTo>
                  <a:lnTo>
                    <a:pt x="106133" y="1156995"/>
                  </a:lnTo>
                  <a:lnTo>
                    <a:pt x="97256" y="1158341"/>
                  </a:lnTo>
                  <a:lnTo>
                    <a:pt x="90639" y="1162075"/>
                  </a:lnTo>
                  <a:lnTo>
                    <a:pt x="86258" y="1168196"/>
                  </a:lnTo>
                  <a:lnTo>
                    <a:pt x="84137" y="1176718"/>
                  </a:lnTo>
                  <a:lnTo>
                    <a:pt x="85369" y="1183220"/>
                  </a:lnTo>
                  <a:lnTo>
                    <a:pt x="86982" y="1187577"/>
                  </a:lnTo>
                  <a:lnTo>
                    <a:pt x="12700" y="1187577"/>
                  </a:lnTo>
                  <a:lnTo>
                    <a:pt x="12700" y="1136142"/>
                  </a:lnTo>
                  <a:lnTo>
                    <a:pt x="104089" y="1136142"/>
                  </a:lnTo>
                  <a:lnTo>
                    <a:pt x="123850" y="1161859"/>
                  </a:lnTo>
                  <a:lnTo>
                    <a:pt x="123850" y="1148778"/>
                  </a:lnTo>
                  <a:lnTo>
                    <a:pt x="122809" y="1147191"/>
                  </a:lnTo>
                  <a:lnTo>
                    <a:pt x="120332" y="1139571"/>
                  </a:lnTo>
                  <a:lnTo>
                    <a:pt x="120243" y="1136142"/>
                  </a:lnTo>
                  <a:lnTo>
                    <a:pt x="1441843" y="1136142"/>
                  </a:lnTo>
                  <a:lnTo>
                    <a:pt x="1441843" y="1130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124775" y="6545770"/>
              <a:ext cx="75723" cy="259746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787187" y="6545770"/>
              <a:ext cx="74294" cy="258317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7272027" y="5501068"/>
              <a:ext cx="8890" cy="1365250"/>
            </a:xfrm>
            <a:custGeom>
              <a:avLst/>
              <a:gdLst/>
              <a:ahLst/>
              <a:cxnLst/>
              <a:rect l="l" t="t" r="r" b="b"/>
              <a:pathLst>
                <a:path w="8890" h="1365250">
                  <a:moveTo>
                    <a:pt x="8572" y="1364741"/>
                  </a:moveTo>
                  <a:lnTo>
                    <a:pt x="0" y="1364741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13647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910190" y="5266753"/>
              <a:ext cx="391477" cy="88201"/>
            </a:xfrm>
            <a:prstGeom prst="rect">
              <a:avLst/>
            </a:prstGeom>
          </p:spPr>
        </p:pic>
      </p:grpSp>
      <p:sp>
        <p:nvSpPr>
          <p:cNvPr id="130" name="object 130"/>
          <p:cNvSpPr txBox="1"/>
          <p:nvPr/>
        </p:nvSpPr>
        <p:spPr>
          <a:xfrm>
            <a:off x="266700" y="5221668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127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822947" y="5101028"/>
            <a:ext cx="127000" cy="232410"/>
          </a:xfrm>
          <a:custGeom>
            <a:avLst/>
            <a:gdLst/>
            <a:ahLst/>
            <a:cxnLst/>
            <a:rect l="l" t="t" r="r" b="b"/>
            <a:pathLst>
              <a:path w="127000" h="232410">
                <a:moveTo>
                  <a:pt x="111137" y="225018"/>
                </a:moveTo>
                <a:lnTo>
                  <a:pt x="0" y="225018"/>
                </a:lnTo>
                <a:lnTo>
                  <a:pt x="0" y="232168"/>
                </a:lnTo>
                <a:lnTo>
                  <a:pt x="111137" y="232168"/>
                </a:lnTo>
                <a:lnTo>
                  <a:pt x="111137" y="225018"/>
                </a:lnTo>
                <a:close/>
              </a:path>
              <a:path w="127000" h="232410">
                <a:moveTo>
                  <a:pt x="111137" y="167868"/>
                </a:moveTo>
                <a:lnTo>
                  <a:pt x="90220" y="167868"/>
                </a:lnTo>
                <a:lnTo>
                  <a:pt x="90817" y="165163"/>
                </a:lnTo>
                <a:lnTo>
                  <a:pt x="91567" y="156400"/>
                </a:lnTo>
                <a:lnTo>
                  <a:pt x="90525" y="153885"/>
                </a:lnTo>
                <a:lnTo>
                  <a:pt x="90525" y="0"/>
                </a:lnTo>
                <a:lnTo>
                  <a:pt x="81953" y="0"/>
                </a:lnTo>
                <a:lnTo>
                  <a:pt x="81953" y="160020"/>
                </a:lnTo>
                <a:lnTo>
                  <a:pt x="81102" y="161823"/>
                </a:lnTo>
                <a:lnTo>
                  <a:pt x="77101" y="166585"/>
                </a:lnTo>
                <a:lnTo>
                  <a:pt x="75615" y="167868"/>
                </a:lnTo>
                <a:lnTo>
                  <a:pt x="67373" y="167868"/>
                </a:lnTo>
                <a:lnTo>
                  <a:pt x="67373" y="175018"/>
                </a:lnTo>
                <a:lnTo>
                  <a:pt x="34239" y="192493"/>
                </a:lnTo>
                <a:lnTo>
                  <a:pt x="30238" y="192303"/>
                </a:lnTo>
                <a:lnTo>
                  <a:pt x="26238" y="191922"/>
                </a:lnTo>
                <a:lnTo>
                  <a:pt x="24333" y="190207"/>
                </a:lnTo>
                <a:lnTo>
                  <a:pt x="24523" y="187159"/>
                </a:lnTo>
                <a:lnTo>
                  <a:pt x="24587" y="186880"/>
                </a:lnTo>
                <a:lnTo>
                  <a:pt x="25730" y="182092"/>
                </a:lnTo>
                <a:lnTo>
                  <a:pt x="28803" y="176872"/>
                </a:lnTo>
                <a:lnTo>
                  <a:pt x="30505" y="175018"/>
                </a:lnTo>
                <a:lnTo>
                  <a:pt x="67373" y="175018"/>
                </a:lnTo>
                <a:lnTo>
                  <a:pt x="67373" y="167868"/>
                </a:lnTo>
                <a:lnTo>
                  <a:pt x="38201" y="167868"/>
                </a:lnTo>
                <a:lnTo>
                  <a:pt x="44704" y="162585"/>
                </a:lnTo>
                <a:lnTo>
                  <a:pt x="50520" y="158877"/>
                </a:lnTo>
                <a:lnTo>
                  <a:pt x="57950" y="154876"/>
                </a:lnTo>
                <a:lnTo>
                  <a:pt x="65570" y="151066"/>
                </a:lnTo>
                <a:lnTo>
                  <a:pt x="72237" y="149440"/>
                </a:lnTo>
                <a:lnTo>
                  <a:pt x="77952" y="150012"/>
                </a:lnTo>
                <a:lnTo>
                  <a:pt x="80530" y="150368"/>
                </a:lnTo>
                <a:lnTo>
                  <a:pt x="80530" y="160020"/>
                </a:lnTo>
                <a:lnTo>
                  <a:pt x="81953" y="160020"/>
                </a:lnTo>
                <a:lnTo>
                  <a:pt x="81953" y="0"/>
                </a:lnTo>
                <a:lnTo>
                  <a:pt x="80530" y="0"/>
                </a:lnTo>
                <a:lnTo>
                  <a:pt x="80530" y="142938"/>
                </a:lnTo>
                <a:lnTo>
                  <a:pt x="76809" y="140868"/>
                </a:lnTo>
                <a:lnTo>
                  <a:pt x="70993" y="139725"/>
                </a:lnTo>
                <a:lnTo>
                  <a:pt x="64528" y="140296"/>
                </a:lnTo>
                <a:lnTo>
                  <a:pt x="56337" y="141211"/>
                </a:lnTo>
                <a:lnTo>
                  <a:pt x="21590" y="163017"/>
                </a:lnTo>
                <a:lnTo>
                  <a:pt x="19253" y="167868"/>
                </a:lnTo>
                <a:lnTo>
                  <a:pt x="0" y="167868"/>
                </a:lnTo>
                <a:lnTo>
                  <a:pt x="0" y="175018"/>
                </a:lnTo>
                <a:lnTo>
                  <a:pt x="17246" y="175018"/>
                </a:lnTo>
                <a:lnTo>
                  <a:pt x="16802" y="177165"/>
                </a:lnTo>
                <a:lnTo>
                  <a:pt x="36525" y="202590"/>
                </a:lnTo>
                <a:lnTo>
                  <a:pt x="42811" y="202018"/>
                </a:lnTo>
                <a:lnTo>
                  <a:pt x="50876" y="201117"/>
                </a:lnTo>
                <a:lnTo>
                  <a:pt x="58813" y="198945"/>
                </a:lnTo>
                <a:lnTo>
                  <a:pt x="66598" y="195541"/>
                </a:lnTo>
                <a:lnTo>
                  <a:pt x="71577" y="192493"/>
                </a:lnTo>
                <a:lnTo>
                  <a:pt x="74244" y="190881"/>
                </a:lnTo>
                <a:lnTo>
                  <a:pt x="80949" y="185305"/>
                </a:lnTo>
                <a:lnTo>
                  <a:pt x="85953" y="179158"/>
                </a:lnTo>
                <a:lnTo>
                  <a:pt x="87972" y="175018"/>
                </a:lnTo>
                <a:lnTo>
                  <a:pt x="111137" y="175018"/>
                </a:lnTo>
                <a:lnTo>
                  <a:pt x="111137" y="167868"/>
                </a:lnTo>
                <a:close/>
              </a:path>
              <a:path w="127000" h="232410">
                <a:moveTo>
                  <a:pt x="126809" y="142011"/>
                </a:moveTo>
                <a:lnTo>
                  <a:pt x="126060" y="135534"/>
                </a:lnTo>
                <a:lnTo>
                  <a:pt x="122428" y="132016"/>
                </a:lnTo>
                <a:lnTo>
                  <a:pt x="115951" y="131445"/>
                </a:lnTo>
                <a:lnTo>
                  <a:pt x="109283" y="132016"/>
                </a:lnTo>
                <a:lnTo>
                  <a:pt x="105664" y="135534"/>
                </a:lnTo>
                <a:lnTo>
                  <a:pt x="105092" y="142011"/>
                </a:lnTo>
                <a:lnTo>
                  <a:pt x="105664" y="148488"/>
                </a:lnTo>
                <a:lnTo>
                  <a:pt x="109283" y="152209"/>
                </a:lnTo>
                <a:lnTo>
                  <a:pt x="115951" y="153162"/>
                </a:lnTo>
                <a:lnTo>
                  <a:pt x="122428" y="152209"/>
                </a:lnTo>
                <a:lnTo>
                  <a:pt x="126060" y="148488"/>
                </a:lnTo>
                <a:lnTo>
                  <a:pt x="126809" y="1420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4598073" y="6970823"/>
            <a:ext cx="137160" cy="89535"/>
          </a:xfrm>
          <a:custGeom>
            <a:avLst/>
            <a:gdLst/>
            <a:ahLst/>
            <a:cxnLst/>
            <a:rect l="l" t="t" r="r" b="b"/>
            <a:pathLst>
              <a:path w="137160" h="89534">
                <a:moveTo>
                  <a:pt x="136880" y="57150"/>
                </a:moveTo>
                <a:lnTo>
                  <a:pt x="112547" y="57150"/>
                </a:lnTo>
                <a:lnTo>
                  <a:pt x="111607" y="53086"/>
                </a:lnTo>
                <a:lnTo>
                  <a:pt x="107962" y="46723"/>
                </a:lnTo>
                <a:lnTo>
                  <a:pt x="102463" y="41656"/>
                </a:lnTo>
                <a:lnTo>
                  <a:pt x="95110" y="37871"/>
                </a:lnTo>
                <a:lnTo>
                  <a:pt x="89598" y="35966"/>
                </a:lnTo>
                <a:lnTo>
                  <a:pt x="87249" y="35153"/>
                </a:lnTo>
                <a:lnTo>
                  <a:pt x="85585" y="34747"/>
                </a:lnTo>
                <a:lnTo>
                  <a:pt x="85585" y="78066"/>
                </a:lnTo>
                <a:lnTo>
                  <a:pt x="81394" y="84353"/>
                </a:lnTo>
                <a:lnTo>
                  <a:pt x="72250" y="84734"/>
                </a:lnTo>
                <a:lnTo>
                  <a:pt x="66154" y="85496"/>
                </a:lnTo>
                <a:lnTo>
                  <a:pt x="60820" y="83210"/>
                </a:lnTo>
                <a:lnTo>
                  <a:pt x="56248" y="77876"/>
                </a:lnTo>
                <a:lnTo>
                  <a:pt x="51676" y="72161"/>
                </a:lnTo>
                <a:lnTo>
                  <a:pt x="49009" y="64731"/>
                </a:lnTo>
                <a:lnTo>
                  <a:pt x="48971" y="64300"/>
                </a:lnTo>
                <a:lnTo>
                  <a:pt x="84696" y="64300"/>
                </a:lnTo>
                <a:lnTo>
                  <a:pt x="84823" y="65874"/>
                </a:lnTo>
                <a:lnTo>
                  <a:pt x="85585" y="78066"/>
                </a:lnTo>
                <a:lnTo>
                  <a:pt x="85585" y="34747"/>
                </a:lnTo>
                <a:lnTo>
                  <a:pt x="84124" y="34391"/>
                </a:lnTo>
                <a:lnTo>
                  <a:pt x="84124" y="57150"/>
                </a:lnTo>
                <a:lnTo>
                  <a:pt x="48374" y="57150"/>
                </a:lnTo>
                <a:lnTo>
                  <a:pt x="48247" y="55587"/>
                </a:lnTo>
                <a:lnTo>
                  <a:pt x="47866" y="49110"/>
                </a:lnTo>
                <a:lnTo>
                  <a:pt x="47891" y="48920"/>
                </a:lnTo>
                <a:lnTo>
                  <a:pt x="66916" y="35966"/>
                </a:lnTo>
                <a:lnTo>
                  <a:pt x="72250" y="38252"/>
                </a:lnTo>
                <a:lnTo>
                  <a:pt x="81394" y="48920"/>
                </a:lnTo>
                <a:lnTo>
                  <a:pt x="81457" y="49110"/>
                </a:lnTo>
                <a:lnTo>
                  <a:pt x="84061" y="56349"/>
                </a:lnTo>
                <a:lnTo>
                  <a:pt x="84124" y="57150"/>
                </a:lnTo>
                <a:lnTo>
                  <a:pt x="84124" y="34391"/>
                </a:lnTo>
                <a:lnTo>
                  <a:pt x="79679" y="33299"/>
                </a:lnTo>
                <a:lnTo>
                  <a:pt x="72390" y="32296"/>
                </a:lnTo>
                <a:lnTo>
                  <a:pt x="65392" y="32156"/>
                </a:lnTo>
                <a:lnTo>
                  <a:pt x="58635" y="32296"/>
                </a:lnTo>
                <a:lnTo>
                  <a:pt x="21132" y="53086"/>
                </a:lnTo>
                <a:lnTo>
                  <a:pt x="20345" y="57150"/>
                </a:lnTo>
                <a:lnTo>
                  <a:pt x="0" y="57150"/>
                </a:lnTo>
                <a:lnTo>
                  <a:pt x="0" y="64300"/>
                </a:lnTo>
                <a:lnTo>
                  <a:pt x="20485" y="64300"/>
                </a:lnTo>
                <a:lnTo>
                  <a:pt x="21424" y="68376"/>
                </a:lnTo>
                <a:lnTo>
                  <a:pt x="60109" y="89154"/>
                </a:lnTo>
                <a:lnTo>
                  <a:pt x="67106" y="89306"/>
                </a:lnTo>
                <a:lnTo>
                  <a:pt x="74066" y="89154"/>
                </a:lnTo>
                <a:lnTo>
                  <a:pt x="111899" y="68376"/>
                </a:lnTo>
                <a:lnTo>
                  <a:pt x="112687" y="64300"/>
                </a:lnTo>
                <a:lnTo>
                  <a:pt x="136880" y="64300"/>
                </a:lnTo>
                <a:lnTo>
                  <a:pt x="136880" y="57150"/>
                </a:lnTo>
                <a:close/>
              </a:path>
              <a:path w="137160" h="89534">
                <a:moveTo>
                  <a:pt x="136880" y="0"/>
                </a:moveTo>
                <a:lnTo>
                  <a:pt x="0" y="0"/>
                </a:lnTo>
                <a:lnTo>
                  <a:pt x="0" y="7150"/>
                </a:lnTo>
                <a:lnTo>
                  <a:pt x="136880" y="7150"/>
                </a:lnTo>
                <a:lnTo>
                  <a:pt x="1368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890514" y="7027973"/>
            <a:ext cx="137160" cy="60960"/>
          </a:xfrm>
          <a:custGeom>
            <a:avLst/>
            <a:gdLst/>
            <a:ahLst/>
            <a:cxnLst/>
            <a:rect l="l" t="t" r="r" b="b"/>
            <a:pathLst>
              <a:path w="137160" h="60959">
                <a:moveTo>
                  <a:pt x="136880" y="0"/>
                </a:moveTo>
                <a:lnTo>
                  <a:pt x="85585" y="0"/>
                </a:lnTo>
                <a:lnTo>
                  <a:pt x="85585" y="49491"/>
                </a:lnTo>
                <a:lnTo>
                  <a:pt x="81394" y="55778"/>
                </a:lnTo>
                <a:lnTo>
                  <a:pt x="72250" y="56159"/>
                </a:lnTo>
                <a:lnTo>
                  <a:pt x="66154" y="56921"/>
                </a:lnTo>
                <a:lnTo>
                  <a:pt x="60820" y="54635"/>
                </a:lnTo>
                <a:lnTo>
                  <a:pt x="47866" y="20535"/>
                </a:lnTo>
                <a:lnTo>
                  <a:pt x="47891" y="20345"/>
                </a:lnTo>
                <a:lnTo>
                  <a:pt x="66916" y="7391"/>
                </a:lnTo>
                <a:lnTo>
                  <a:pt x="72250" y="9677"/>
                </a:lnTo>
                <a:lnTo>
                  <a:pt x="81394" y="20345"/>
                </a:lnTo>
                <a:lnTo>
                  <a:pt x="81457" y="20535"/>
                </a:lnTo>
                <a:lnTo>
                  <a:pt x="84061" y="27774"/>
                </a:lnTo>
                <a:lnTo>
                  <a:pt x="84823" y="37299"/>
                </a:lnTo>
                <a:lnTo>
                  <a:pt x="85585" y="49491"/>
                </a:lnTo>
                <a:lnTo>
                  <a:pt x="85585" y="0"/>
                </a:lnTo>
                <a:lnTo>
                  <a:pt x="0" y="0"/>
                </a:lnTo>
                <a:lnTo>
                  <a:pt x="0" y="7150"/>
                </a:lnTo>
                <a:lnTo>
                  <a:pt x="42418" y="7150"/>
                </a:lnTo>
                <a:lnTo>
                  <a:pt x="36245" y="9296"/>
                </a:lnTo>
                <a:lnTo>
                  <a:pt x="29425" y="13081"/>
                </a:lnTo>
                <a:lnTo>
                  <a:pt x="24384" y="18148"/>
                </a:lnTo>
                <a:lnTo>
                  <a:pt x="21132" y="24511"/>
                </a:lnTo>
                <a:lnTo>
                  <a:pt x="19672" y="32156"/>
                </a:lnTo>
                <a:lnTo>
                  <a:pt x="21424" y="39801"/>
                </a:lnTo>
                <a:lnTo>
                  <a:pt x="60109" y="60579"/>
                </a:lnTo>
                <a:lnTo>
                  <a:pt x="67106" y="60731"/>
                </a:lnTo>
                <a:lnTo>
                  <a:pt x="74066" y="60579"/>
                </a:lnTo>
                <a:lnTo>
                  <a:pt x="111899" y="39801"/>
                </a:lnTo>
                <a:lnTo>
                  <a:pt x="113398" y="32156"/>
                </a:lnTo>
                <a:lnTo>
                  <a:pt x="111607" y="24511"/>
                </a:lnTo>
                <a:lnTo>
                  <a:pt x="88900" y="7150"/>
                </a:lnTo>
                <a:lnTo>
                  <a:pt x="136880" y="7150"/>
                </a:lnTo>
                <a:lnTo>
                  <a:pt x="1368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90515" y="6970823"/>
            <a:ext cx="137160" cy="7620"/>
          </a:xfrm>
          <a:custGeom>
            <a:avLst/>
            <a:gdLst/>
            <a:ahLst/>
            <a:cxnLst/>
            <a:rect l="l" t="t" r="r" b="b"/>
            <a:pathLst>
              <a:path w="137160" h="7620">
                <a:moveTo>
                  <a:pt x="136886" y="7143"/>
                </a:moveTo>
                <a:lnTo>
                  <a:pt x="0" y="7143"/>
                </a:lnTo>
                <a:lnTo>
                  <a:pt x="0" y="0"/>
                </a:lnTo>
                <a:lnTo>
                  <a:pt x="136886" y="0"/>
                </a:lnTo>
                <a:lnTo>
                  <a:pt x="136886" y="7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5" name="object 135"/>
          <p:cNvGrpSpPr/>
          <p:nvPr/>
        </p:nvGrpSpPr>
        <p:grpSpPr>
          <a:xfrm>
            <a:off x="179387" y="7430261"/>
            <a:ext cx="7101840" cy="1588135"/>
            <a:chOff x="179387" y="7430261"/>
            <a:chExt cx="7101840" cy="1588135"/>
          </a:xfrm>
        </p:grpSpPr>
        <p:sp>
          <p:nvSpPr>
            <p:cNvPr id="136" name="object 136"/>
            <p:cNvSpPr/>
            <p:nvPr/>
          </p:nvSpPr>
          <p:spPr>
            <a:xfrm>
              <a:off x="179387" y="7527998"/>
              <a:ext cx="520065" cy="1176655"/>
            </a:xfrm>
            <a:custGeom>
              <a:avLst/>
              <a:gdLst/>
              <a:ahLst/>
              <a:cxnLst/>
              <a:rect l="l" t="t" r="r" b="b"/>
              <a:pathLst>
                <a:path w="520065" h="1176654">
                  <a:moveTo>
                    <a:pt x="68859" y="76085"/>
                  </a:moveTo>
                  <a:lnTo>
                    <a:pt x="46570" y="119291"/>
                  </a:lnTo>
                  <a:lnTo>
                    <a:pt x="28994" y="162636"/>
                  </a:lnTo>
                  <a:lnTo>
                    <a:pt x="14046" y="218020"/>
                  </a:lnTo>
                  <a:lnTo>
                    <a:pt x="7048" y="268173"/>
                  </a:lnTo>
                  <a:lnTo>
                    <a:pt x="6286" y="291439"/>
                  </a:lnTo>
                  <a:lnTo>
                    <a:pt x="7175" y="314413"/>
                  </a:lnTo>
                  <a:lnTo>
                    <a:pt x="8991" y="337299"/>
                  </a:lnTo>
                  <a:lnTo>
                    <a:pt x="11747" y="360095"/>
                  </a:lnTo>
                  <a:lnTo>
                    <a:pt x="15430" y="382803"/>
                  </a:lnTo>
                  <a:lnTo>
                    <a:pt x="35039" y="481545"/>
                  </a:lnTo>
                  <a:lnTo>
                    <a:pt x="37287" y="494436"/>
                  </a:lnTo>
                  <a:lnTo>
                    <a:pt x="39039" y="506628"/>
                  </a:lnTo>
                  <a:lnTo>
                    <a:pt x="40284" y="518134"/>
                  </a:lnTo>
                  <a:lnTo>
                    <a:pt x="41148" y="534962"/>
                  </a:lnTo>
                  <a:lnTo>
                    <a:pt x="40284" y="548703"/>
                  </a:lnTo>
                  <a:lnTo>
                    <a:pt x="29425" y="586486"/>
                  </a:lnTo>
                  <a:lnTo>
                    <a:pt x="0" y="624268"/>
                  </a:lnTo>
                  <a:lnTo>
                    <a:pt x="0" y="628383"/>
                  </a:lnTo>
                  <a:lnTo>
                    <a:pt x="29425" y="668223"/>
                  </a:lnTo>
                  <a:lnTo>
                    <a:pt x="40284" y="705662"/>
                  </a:lnTo>
                  <a:lnTo>
                    <a:pt x="41148" y="720432"/>
                  </a:lnTo>
                  <a:lnTo>
                    <a:pt x="40474" y="734923"/>
                  </a:lnTo>
                  <a:lnTo>
                    <a:pt x="38785" y="750912"/>
                  </a:lnTo>
                  <a:lnTo>
                    <a:pt x="36055" y="768413"/>
                  </a:lnTo>
                  <a:lnTo>
                    <a:pt x="15430" y="872248"/>
                  </a:lnTo>
                  <a:lnTo>
                    <a:pt x="11747" y="895096"/>
                  </a:lnTo>
                  <a:lnTo>
                    <a:pt x="8991" y="917930"/>
                  </a:lnTo>
                  <a:lnTo>
                    <a:pt x="7175" y="940777"/>
                  </a:lnTo>
                  <a:lnTo>
                    <a:pt x="6286" y="963612"/>
                  </a:lnTo>
                  <a:lnTo>
                    <a:pt x="7048" y="986866"/>
                  </a:lnTo>
                  <a:lnTo>
                    <a:pt x="14046" y="1036840"/>
                  </a:lnTo>
                  <a:lnTo>
                    <a:pt x="28676" y="1091082"/>
                  </a:lnTo>
                  <a:lnTo>
                    <a:pt x="52959" y="1147406"/>
                  </a:lnTo>
                  <a:lnTo>
                    <a:pt x="68859" y="1176223"/>
                  </a:lnTo>
                  <a:lnTo>
                    <a:pt x="68859" y="1172438"/>
                  </a:lnTo>
                  <a:lnTo>
                    <a:pt x="60032" y="1153769"/>
                  </a:lnTo>
                  <a:lnTo>
                    <a:pt x="52146" y="1135176"/>
                  </a:lnTo>
                  <a:lnTo>
                    <a:pt x="39141" y="1098257"/>
                  </a:lnTo>
                  <a:lnTo>
                    <a:pt x="31140" y="1059700"/>
                  </a:lnTo>
                  <a:lnTo>
                    <a:pt x="29425" y="1017536"/>
                  </a:lnTo>
                  <a:lnTo>
                    <a:pt x="30886" y="996645"/>
                  </a:lnTo>
                  <a:lnTo>
                    <a:pt x="33286" y="975550"/>
                  </a:lnTo>
                  <a:lnTo>
                    <a:pt x="36601" y="954227"/>
                  </a:lnTo>
                  <a:lnTo>
                    <a:pt x="40855" y="932700"/>
                  </a:lnTo>
                  <a:lnTo>
                    <a:pt x="59143" y="849579"/>
                  </a:lnTo>
                  <a:lnTo>
                    <a:pt x="63068" y="830046"/>
                  </a:lnTo>
                  <a:lnTo>
                    <a:pt x="66001" y="811631"/>
                  </a:lnTo>
                  <a:lnTo>
                    <a:pt x="67932" y="794321"/>
                  </a:lnTo>
                  <a:lnTo>
                    <a:pt x="68859" y="778141"/>
                  </a:lnTo>
                  <a:lnTo>
                    <a:pt x="67983" y="751408"/>
                  </a:lnTo>
                  <a:lnTo>
                    <a:pt x="60121" y="706589"/>
                  </a:lnTo>
                  <a:lnTo>
                    <a:pt x="40284" y="666851"/>
                  </a:lnTo>
                  <a:lnTo>
                    <a:pt x="13335" y="636333"/>
                  </a:lnTo>
                  <a:lnTo>
                    <a:pt x="2286" y="626325"/>
                  </a:lnTo>
                  <a:lnTo>
                    <a:pt x="13335" y="616940"/>
                  </a:lnTo>
                  <a:lnTo>
                    <a:pt x="40284" y="587514"/>
                  </a:lnTo>
                  <a:lnTo>
                    <a:pt x="60121" y="548297"/>
                  </a:lnTo>
                  <a:lnTo>
                    <a:pt x="67983" y="503809"/>
                  </a:lnTo>
                  <a:lnTo>
                    <a:pt x="68859" y="477253"/>
                  </a:lnTo>
                  <a:lnTo>
                    <a:pt x="67932" y="460921"/>
                  </a:lnTo>
                  <a:lnTo>
                    <a:pt x="66001" y="443509"/>
                  </a:lnTo>
                  <a:lnTo>
                    <a:pt x="63068" y="425030"/>
                  </a:lnTo>
                  <a:lnTo>
                    <a:pt x="59143" y="405472"/>
                  </a:lnTo>
                  <a:lnTo>
                    <a:pt x="40284" y="319951"/>
                  </a:lnTo>
                  <a:lnTo>
                    <a:pt x="36283" y="298970"/>
                  </a:lnTo>
                  <a:lnTo>
                    <a:pt x="33147" y="278307"/>
                  </a:lnTo>
                  <a:lnTo>
                    <a:pt x="30848" y="257924"/>
                  </a:lnTo>
                  <a:lnTo>
                    <a:pt x="29425" y="237858"/>
                  </a:lnTo>
                  <a:lnTo>
                    <a:pt x="29502" y="216306"/>
                  </a:lnTo>
                  <a:lnTo>
                    <a:pt x="34353" y="175780"/>
                  </a:lnTo>
                  <a:lnTo>
                    <a:pt x="46139" y="135204"/>
                  </a:lnTo>
                  <a:lnTo>
                    <a:pt x="60426" y="98793"/>
                  </a:lnTo>
                  <a:lnTo>
                    <a:pt x="68859" y="80200"/>
                  </a:lnTo>
                  <a:lnTo>
                    <a:pt x="68859" y="76085"/>
                  </a:lnTo>
                  <a:close/>
                </a:path>
                <a:path w="520065" h="1176654">
                  <a:moveTo>
                    <a:pt x="5199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175194"/>
                  </a:lnTo>
                  <a:lnTo>
                    <a:pt x="94449" y="1175194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19938" y="309372"/>
                  </a:lnTo>
                  <a:lnTo>
                    <a:pt x="5199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19938" y="252222"/>
                  </a:lnTo>
                  <a:lnTo>
                    <a:pt x="5199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19938" y="195072"/>
                  </a:lnTo>
                  <a:lnTo>
                    <a:pt x="5199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19938" y="137922"/>
                  </a:lnTo>
                  <a:lnTo>
                    <a:pt x="5199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19938" y="80772"/>
                  </a:lnTo>
                  <a:lnTo>
                    <a:pt x="5199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142" y="7517320"/>
              <a:ext cx="159448" cy="267461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699325" y="7603055"/>
              <a:ext cx="2258695" cy="274955"/>
            </a:xfrm>
            <a:custGeom>
              <a:avLst/>
              <a:gdLst/>
              <a:ahLst/>
              <a:cxnLst/>
              <a:rect l="l" t="t" r="r" b="b"/>
              <a:pathLst>
                <a:path w="2258695" h="274954">
                  <a:moveTo>
                    <a:pt x="2258136" y="57150"/>
                  </a:moveTo>
                  <a:lnTo>
                    <a:pt x="161569" y="57150"/>
                  </a:lnTo>
                  <a:lnTo>
                    <a:pt x="161569" y="11430"/>
                  </a:lnTo>
                  <a:lnTo>
                    <a:pt x="151574" y="11430"/>
                  </a:lnTo>
                  <a:lnTo>
                    <a:pt x="151574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151574" y="62865"/>
                  </a:lnTo>
                  <a:lnTo>
                    <a:pt x="151574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151574" y="120015"/>
                  </a:lnTo>
                  <a:lnTo>
                    <a:pt x="151574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151574" y="177165"/>
                  </a:lnTo>
                  <a:lnTo>
                    <a:pt x="151574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151574" y="234315"/>
                  </a:lnTo>
                  <a:lnTo>
                    <a:pt x="151574" y="274802"/>
                  </a:lnTo>
                  <a:lnTo>
                    <a:pt x="161569" y="274802"/>
                  </a:lnTo>
                  <a:lnTo>
                    <a:pt x="161569" y="234315"/>
                  </a:lnTo>
                  <a:lnTo>
                    <a:pt x="2258136" y="234315"/>
                  </a:lnTo>
                  <a:lnTo>
                    <a:pt x="2258136" y="228600"/>
                  </a:lnTo>
                  <a:lnTo>
                    <a:pt x="161569" y="228600"/>
                  </a:lnTo>
                  <a:lnTo>
                    <a:pt x="161569" y="177165"/>
                  </a:lnTo>
                  <a:lnTo>
                    <a:pt x="2258136" y="177165"/>
                  </a:lnTo>
                  <a:lnTo>
                    <a:pt x="2258136" y="171450"/>
                  </a:lnTo>
                  <a:lnTo>
                    <a:pt x="161569" y="171450"/>
                  </a:lnTo>
                  <a:lnTo>
                    <a:pt x="161569" y="120015"/>
                  </a:lnTo>
                  <a:lnTo>
                    <a:pt x="2258136" y="120015"/>
                  </a:lnTo>
                  <a:lnTo>
                    <a:pt x="2258136" y="114300"/>
                  </a:lnTo>
                  <a:lnTo>
                    <a:pt x="161569" y="114300"/>
                  </a:lnTo>
                  <a:lnTo>
                    <a:pt x="161569" y="62865"/>
                  </a:lnTo>
                  <a:lnTo>
                    <a:pt x="2258136" y="62865"/>
                  </a:lnTo>
                  <a:lnTo>
                    <a:pt x="2258136" y="57150"/>
                  </a:lnTo>
                  <a:close/>
                </a:path>
                <a:path w="2258695" h="274954">
                  <a:moveTo>
                    <a:pt x="2258136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2258136" y="5715"/>
                  </a:lnTo>
                  <a:lnTo>
                    <a:pt x="22581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83462" y="7517320"/>
              <a:ext cx="141731" cy="172021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978954" y="7658871"/>
              <a:ext cx="74295" cy="236854"/>
            </a:xfrm>
            <a:custGeom>
              <a:avLst/>
              <a:gdLst/>
              <a:ahLst/>
              <a:cxnLst/>
              <a:rect l="l" t="t" r="r" b="b"/>
              <a:pathLst>
                <a:path w="74294" h="236854">
                  <a:moveTo>
                    <a:pt x="74295" y="21043"/>
                  </a:moveTo>
                  <a:lnTo>
                    <a:pt x="74104" y="13804"/>
                  </a:lnTo>
                  <a:lnTo>
                    <a:pt x="71539" y="8572"/>
                  </a:lnTo>
                  <a:lnTo>
                    <a:pt x="66586" y="5334"/>
                  </a:lnTo>
                  <a:lnTo>
                    <a:pt x="62014" y="1714"/>
                  </a:lnTo>
                  <a:lnTo>
                    <a:pt x="55537" y="0"/>
                  </a:lnTo>
                  <a:lnTo>
                    <a:pt x="47155" y="190"/>
                  </a:lnTo>
                  <a:lnTo>
                    <a:pt x="39217" y="1155"/>
                  </a:lnTo>
                  <a:lnTo>
                    <a:pt x="4648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36626"/>
                  </a:lnTo>
                  <a:lnTo>
                    <a:pt x="10007" y="236626"/>
                  </a:lnTo>
                  <a:lnTo>
                    <a:pt x="10007" y="55956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59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081834" y="7664767"/>
              <a:ext cx="130301" cy="252602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1265897" y="7544571"/>
              <a:ext cx="330835" cy="390525"/>
            </a:xfrm>
            <a:custGeom>
              <a:avLst/>
              <a:gdLst/>
              <a:ahLst/>
              <a:cxnLst/>
              <a:rect l="l" t="t" r="r" b="b"/>
              <a:pathLst>
                <a:path w="330834" h="390525">
                  <a:moveTo>
                    <a:pt x="74295" y="135343"/>
                  </a:moveTo>
                  <a:lnTo>
                    <a:pt x="74104" y="128104"/>
                  </a:lnTo>
                  <a:lnTo>
                    <a:pt x="71539" y="122872"/>
                  </a:lnTo>
                  <a:lnTo>
                    <a:pt x="66586" y="119634"/>
                  </a:lnTo>
                  <a:lnTo>
                    <a:pt x="62014" y="116014"/>
                  </a:lnTo>
                  <a:lnTo>
                    <a:pt x="55537" y="114300"/>
                  </a:lnTo>
                  <a:lnTo>
                    <a:pt x="47155" y="114490"/>
                  </a:lnTo>
                  <a:lnTo>
                    <a:pt x="39217" y="115455"/>
                  </a:lnTo>
                  <a:lnTo>
                    <a:pt x="4648" y="138557"/>
                  </a:lnTo>
                  <a:lnTo>
                    <a:pt x="0" y="152488"/>
                  </a:lnTo>
                  <a:lnTo>
                    <a:pt x="88" y="155638"/>
                  </a:lnTo>
                  <a:lnTo>
                    <a:pt x="0" y="390436"/>
                  </a:lnTo>
                  <a:lnTo>
                    <a:pt x="10007" y="390436"/>
                  </a:lnTo>
                  <a:lnTo>
                    <a:pt x="10007" y="170256"/>
                  </a:lnTo>
                  <a:lnTo>
                    <a:pt x="12001" y="171831"/>
                  </a:lnTo>
                  <a:lnTo>
                    <a:pt x="17907" y="173736"/>
                  </a:lnTo>
                  <a:lnTo>
                    <a:pt x="25146" y="173926"/>
                  </a:lnTo>
                  <a:lnTo>
                    <a:pt x="33629" y="172974"/>
                  </a:lnTo>
                  <a:lnTo>
                    <a:pt x="69659" y="149923"/>
                  </a:lnTo>
                  <a:lnTo>
                    <a:pt x="72847" y="142913"/>
                  </a:lnTo>
                  <a:lnTo>
                    <a:pt x="74295" y="135343"/>
                  </a:lnTo>
                  <a:close/>
                </a:path>
                <a:path w="330834" h="390525">
                  <a:moveTo>
                    <a:pt x="202361" y="49618"/>
                  </a:moveTo>
                  <a:lnTo>
                    <a:pt x="202171" y="42379"/>
                  </a:lnTo>
                  <a:lnTo>
                    <a:pt x="199605" y="37147"/>
                  </a:lnTo>
                  <a:lnTo>
                    <a:pt x="194652" y="33909"/>
                  </a:lnTo>
                  <a:lnTo>
                    <a:pt x="190080" y="30289"/>
                  </a:lnTo>
                  <a:lnTo>
                    <a:pt x="183603" y="28575"/>
                  </a:lnTo>
                  <a:lnTo>
                    <a:pt x="175221" y="28765"/>
                  </a:lnTo>
                  <a:lnTo>
                    <a:pt x="167284" y="29730"/>
                  </a:lnTo>
                  <a:lnTo>
                    <a:pt x="132715" y="52832"/>
                  </a:lnTo>
                  <a:lnTo>
                    <a:pt x="128066" y="66763"/>
                  </a:lnTo>
                  <a:lnTo>
                    <a:pt x="128155" y="69913"/>
                  </a:lnTo>
                  <a:lnTo>
                    <a:pt x="128066" y="258508"/>
                  </a:lnTo>
                  <a:lnTo>
                    <a:pt x="138074" y="258508"/>
                  </a:lnTo>
                  <a:lnTo>
                    <a:pt x="138074" y="84531"/>
                  </a:lnTo>
                  <a:lnTo>
                    <a:pt x="140068" y="86106"/>
                  </a:lnTo>
                  <a:lnTo>
                    <a:pt x="145973" y="88011"/>
                  </a:lnTo>
                  <a:lnTo>
                    <a:pt x="153212" y="88201"/>
                  </a:lnTo>
                  <a:lnTo>
                    <a:pt x="161696" y="87249"/>
                  </a:lnTo>
                  <a:lnTo>
                    <a:pt x="197713" y="64198"/>
                  </a:lnTo>
                  <a:lnTo>
                    <a:pt x="200914" y="57188"/>
                  </a:lnTo>
                  <a:lnTo>
                    <a:pt x="202361" y="49618"/>
                  </a:lnTo>
                  <a:close/>
                </a:path>
                <a:path w="330834" h="390525">
                  <a:moveTo>
                    <a:pt x="330428" y="21043"/>
                  </a:moveTo>
                  <a:lnTo>
                    <a:pt x="330238" y="13804"/>
                  </a:lnTo>
                  <a:lnTo>
                    <a:pt x="327660" y="8572"/>
                  </a:lnTo>
                  <a:lnTo>
                    <a:pt x="322707" y="5334"/>
                  </a:lnTo>
                  <a:lnTo>
                    <a:pt x="318135" y="1714"/>
                  </a:lnTo>
                  <a:lnTo>
                    <a:pt x="311658" y="0"/>
                  </a:lnTo>
                  <a:lnTo>
                    <a:pt x="303276" y="190"/>
                  </a:lnTo>
                  <a:lnTo>
                    <a:pt x="295351" y="1155"/>
                  </a:lnTo>
                  <a:lnTo>
                    <a:pt x="260769" y="24257"/>
                  </a:lnTo>
                  <a:lnTo>
                    <a:pt x="256133" y="38188"/>
                  </a:lnTo>
                  <a:lnTo>
                    <a:pt x="256222" y="41338"/>
                  </a:lnTo>
                  <a:lnTo>
                    <a:pt x="256133" y="258508"/>
                  </a:lnTo>
                  <a:lnTo>
                    <a:pt x="266128" y="258508"/>
                  </a:lnTo>
                  <a:lnTo>
                    <a:pt x="266128" y="55943"/>
                  </a:lnTo>
                  <a:lnTo>
                    <a:pt x="268135" y="57531"/>
                  </a:lnTo>
                  <a:lnTo>
                    <a:pt x="274040" y="59436"/>
                  </a:lnTo>
                  <a:lnTo>
                    <a:pt x="281279" y="59626"/>
                  </a:lnTo>
                  <a:lnTo>
                    <a:pt x="289763" y="58674"/>
                  </a:lnTo>
                  <a:lnTo>
                    <a:pt x="325780" y="35623"/>
                  </a:lnTo>
                  <a:lnTo>
                    <a:pt x="328980" y="28613"/>
                  </a:lnTo>
                  <a:lnTo>
                    <a:pt x="330428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624906" y="7464742"/>
              <a:ext cx="150629" cy="338327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1808975" y="7573146"/>
              <a:ext cx="74295" cy="230504"/>
            </a:xfrm>
            <a:custGeom>
              <a:avLst/>
              <a:gdLst/>
              <a:ahLst/>
              <a:cxnLst/>
              <a:rect l="l" t="t" r="r" b="b"/>
              <a:pathLst>
                <a:path w="74294" h="230504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55"/>
                  </a:lnTo>
                  <a:lnTo>
                    <a:pt x="4635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29933"/>
                  </a:lnTo>
                  <a:lnTo>
                    <a:pt x="9994" y="229933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920524" y="7430261"/>
              <a:ext cx="495335" cy="301370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850900" y="7544571"/>
              <a:ext cx="4607560" cy="390525"/>
            </a:xfrm>
            <a:custGeom>
              <a:avLst/>
              <a:gdLst/>
              <a:ahLst/>
              <a:cxnLst/>
              <a:rect l="l" t="t" r="r" b="b"/>
              <a:pathLst>
                <a:path w="4607560" h="390525">
                  <a:moveTo>
                    <a:pt x="414997" y="361594"/>
                  </a:moveTo>
                  <a:lnTo>
                    <a:pt x="0" y="304444"/>
                  </a:lnTo>
                  <a:lnTo>
                    <a:pt x="0" y="333286"/>
                  </a:lnTo>
                  <a:lnTo>
                    <a:pt x="414997" y="390436"/>
                  </a:lnTo>
                  <a:lnTo>
                    <a:pt x="414997" y="361594"/>
                  </a:lnTo>
                  <a:close/>
                </a:path>
                <a:path w="4607560" h="390525">
                  <a:moveTo>
                    <a:pt x="414997" y="318325"/>
                  </a:moveTo>
                  <a:lnTo>
                    <a:pt x="0" y="261175"/>
                  </a:lnTo>
                  <a:lnTo>
                    <a:pt x="0" y="290029"/>
                  </a:lnTo>
                  <a:lnTo>
                    <a:pt x="414997" y="347179"/>
                  </a:lnTo>
                  <a:lnTo>
                    <a:pt x="414997" y="318325"/>
                  </a:lnTo>
                  <a:close/>
                </a:path>
                <a:path w="4607560" h="390525">
                  <a:moveTo>
                    <a:pt x="958075" y="229933"/>
                  </a:moveTo>
                  <a:lnTo>
                    <a:pt x="543064" y="229933"/>
                  </a:lnTo>
                  <a:lnTo>
                    <a:pt x="543064" y="258508"/>
                  </a:lnTo>
                  <a:lnTo>
                    <a:pt x="958075" y="258508"/>
                  </a:lnTo>
                  <a:lnTo>
                    <a:pt x="958075" y="229933"/>
                  </a:lnTo>
                  <a:close/>
                </a:path>
                <a:path w="4607560" h="390525">
                  <a:moveTo>
                    <a:pt x="958075" y="187071"/>
                  </a:moveTo>
                  <a:lnTo>
                    <a:pt x="543064" y="187071"/>
                  </a:lnTo>
                  <a:lnTo>
                    <a:pt x="543064" y="215646"/>
                  </a:lnTo>
                  <a:lnTo>
                    <a:pt x="958075" y="215646"/>
                  </a:lnTo>
                  <a:lnTo>
                    <a:pt x="958075" y="187071"/>
                  </a:lnTo>
                  <a:close/>
                </a:path>
                <a:path w="4607560" h="390525">
                  <a:moveTo>
                    <a:pt x="1470329" y="158470"/>
                  </a:moveTo>
                  <a:lnTo>
                    <a:pt x="1086142" y="144183"/>
                  </a:lnTo>
                  <a:lnTo>
                    <a:pt x="1086142" y="172783"/>
                  </a:lnTo>
                  <a:lnTo>
                    <a:pt x="1470329" y="187071"/>
                  </a:lnTo>
                  <a:lnTo>
                    <a:pt x="1470329" y="158470"/>
                  </a:lnTo>
                  <a:close/>
                </a:path>
                <a:path w="4607560" h="390525">
                  <a:moveTo>
                    <a:pt x="1470329" y="115582"/>
                  </a:moveTo>
                  <a:lnTo>
                    <a:pt x="1086142" y="101295"/>
                  </a:lnTo>
                  <a:lnTo>
                    <a:pt x="1086142" y="129882"/>
                  </a:lnTo>
                  <a:lnTo>
                    <a:pt x="1470329" y="144170"/>
                  </a:lnTo>
                  <a:lnTo>
                    <a:pt x="1470329" y="115582"/>
                  </a:lnTo>
                  <a:close/>
                </a:path>
                <a:path w="4607560" h="390525">
                  <a:moveTo>
                    <a:pt x="2056879" y="106768"/>
                  </a:moveTo>
                  <a:lnTo>
                    <a:pt x="2056688" y="99529"/>
                  </a:lnTo>
                  <a:lnTo>
                    <a:pt x="2054123" y="94297"/>
                  </a:lnTo>
                  <a:lnTo>
                    <a:pt x="2049170" y="91059"/>
                  </a:lnTo>
                  <a:lnTo>
                    <a:pt x="2044598" y="87439"/>
                  </a:lnTo>
                  <a:lnTo>
                    <a:pt x="2038121" y="85725"/>
                  </a:lnTo>
                  <a:lnTo>
                    <a:pt x="2029739" y="85915"/>
                  </a:lnTo>
                  <a:lnTo>
                    <a:pt x="2021814" y="86880"/>
                  </a:lnTo>
                  <a:lnTo>
                    <a:pt x="1987232" y="109982"/>
                  </a:lnTo>
                  <a:lnTo>
                    <a:pt x="1982584" y="123913"/>
                  </a:lnTo>
                  <a:lnTo>
                    <a:pt x="1982673" y="127063"/>
                  </a:lnTo>
                  <a:lnTo>
                    <a:pt x="1982584" y="214858"/>
                  </a:lnTo>
                  <a:lnTo>
                    <a:pt x="1982584" y="243751"/>
                  </a:lnTo>
                  <a:lnTo>
                    <a:pt x="1982584" y="258191"/>
                  </a:lnTo>
                  <a:lnTo>
                    <a:pt x="1864525" y="240639"/>
                  </a:lnTo>
                  <a:lnTo>
                    <a:pt x="1864525" y="226199"/>
                  </a:lnTo>
                  <a:lnTo>
                    <a:pt x="1982584" y="243751"/>
                  </a:lnTo>
                  <a:lnTo>
                    <a:pt x="1982584" y="214858"/>
                  </a:lnTo>
                  <a:lnTo>
                    <a:pt x="1864525" y="197307"/>
                  </a:lnTo>
                  <a:lnTo>
                    <a:pt x="1864525" y="113093"/>
                  </a:lnTo>
                  <a:lnTo>
                    <a:pt x="1866531" y="114681"/>
                  </a:lnTo>
                  <a:lnTo>
                    <a:pt x="1872437" y="116586"/>
                  </a:lnTo>
                  <a:lnTo>
                    <a:pt x="1912531" y="105054"/>
                  </a:lnTo>
                  <a:lnTo>
                    <a:pt x="1928825" y="78193"/>
                  </a:lnTo>
                  <a:lnTo>
                    <a:pt x="1928634" y="70954"/>
                  </a:lnTo>
                  <a:lnTo>
                    <a:pt x="1926056" y="65722"/>
                  </a:lnTo>
                  <a:lnTo>
                    <a:pt x="1921103" y="62484"/>
                  </a:lnTo>
                  <a:lnTo>
                    <a:pt x="1916531" y="58864"/>
                  </a:lnTo>
                  <a:lnTo>
                    <a:pt x="1910054" y="57150"/>
                  </a:lnTo>
                  <a:lnTo>
                    <a:pt x="1901672" y="57340"/>
                  </a:lnTo>
                  <a:lnTo>
                    <a:pt x="1893747" y="58305"/>
                  </a:lnTo>
                  <a:lnTo>
                    <a:pt x="1859165" y="81407"/>
                  </a:lnTo>
                  <a:lnTo>
                    <a:pt x="1854530" y="95338"/>
                  </a:lnTo>
                  <a:lnTo>
                    <a:pt x="1854619" y="98488"/>
                  </a:lnTo>
                  <a:lnTo>
                    <a:pt x="1854530" y="195821"/>
                  </a:lnTo>
                  <a:lnTo>
                    <a:pt x="1854530" y="224713"/>
                  </a:lnTo>
                  <a:lnTo>
                    <a:pt x="1854530" y="239153"/>
                  </a:lnTo>
                  <a:lnTo>
                    <a:pt x="1736458" y="221589"/>
                  </a:lnTo>
                  <a:lnTo>
                    <a:pt x="1736458" y="207149"/>
                  </a:lnTo>
                  <a:lnTo>
                    <a:pt x="1854530" y="224713"/>
                  </a:lnTo>
                  <a:lnTo>
                    <a:pt x="1854530" y="195821"/>
                  </a:lnTo>
                  <a:lnTo>
                    <a:pt x="1736458" y="178257"/>
                  </a:lnTo>
                  <a:lnTo>
                    <a:pt x="1736458" y="84518"/>
                  </a:lnTo>
                  <a:lnTo>
                    <a:pt x="1738464" y="86106"/>
                  </a:lnTo>
                  <a:lnTo>
                    <a:pt x="1744370" y="88011"/>
                  </a:lnTo>
                  <a:lnTo>
                    <a:pt x="1784464" y="76479"/>
                  </a:lnTo>
                  <a:lnTo>
                    <a:pt x="1800758" y="49618"/>
                  </a:lnTo>
                  <a:lnTo>
                    <a:pt x="1800567" y="42379"/>
                  </a:lnTo>
                  <a:lnTo>
                    <a:pt x="1797989" y="37147"/>
                  </a:lnTo>
                  <a:lnTo>
                    <a:pt x="1793036" y="33909"/>
                  </a:lnTo>
                  <a:lnTo>
                    <a:pt x="1788464" y="30289"/>
                  </a:lnTo>
                  <a:lnTo>
                    <a:pt x="1781987" y="28575"/>
                  </a:lnTo>
                  <a:lnTo>
                    <a:pt x="1773605" y="28765"/>
                  </a:lnTo>
                  <a:lnTo>
                    <a:pt x="1765681" y="29730"/>
                  </a:lnTo>
                  <a:lnTo>
                    <a:pt x="1731098" y="52832"/>
                  </a:lnTo>
                  <a:lnTo>
                    <a:pt x="1726463" y="66763"/>
                  </a:lnTo>
                  <a:lnTo>
                    <a:pt x="1726552" y="69913"/>
                  </a:lnTo>
                  <a:lnTo>
                    <a:pt x="1726463" y="176771"/>
                  </a:lnTo>
                  <a:lnTo>
                    <a:pt x="1726463" y="205663"/>
                  </a:lnTo>
                  <a:lnTo>
                    <a:pt x="1726463" y="220103"/>
                  </a:lnTo>
                  <a:lnTo>
                    <a:pt x="1608391" y="202539"/>
                  </a:lnTo>
                  <a:lnTo>
                    <a:pt x="1608391" y="188099"/>
                  </a:lnTo>
                  <a:lnTo>
                    <a:pt x="1726463" y="205663"/>
                  </a:lnTo>
                  <a:lnTo>
                    <a:pt x="1726463" y="176771"/>
                  </a:lnTo>
                  <a:lnTo>
                    <a:pt x="1608391" y="159207"/>
                  </a:lnTo>
                  <a:lnTo>
                    <a:pt x="1608391" y="55943"/>
                  </a:lnTo>
                  <a:lnTo>
                    <a:pt x="1610398" y="57531"/>
                  </a:lnTo>
                  <a:lnTo>
                    <a:pt x="1616303" y="59436"/>
                  </a:lnTo>
                  <a:lnTo>
                    <a:pt x="1656397" y="47904"/>
                  </a:lnTo>
                  <a:lnTo>
                    <a:pt x="1672691" y="21043"/>
                  </a:lnTo>
                  <a:lnTo>
                    <a:pt x="1672501" y="13804"/>
                  </a:lnTo>
                  <a:lnTo>
                    <a:pt x="1669923" y="8572"/>
                  </a:lnTo>
                  <a:lnTo>
                    <a:pt x="1664970" y="5334"/>
                  </a:lnTo>
                  <a:lnTo>
                    <a:pt x="1660398" y="1714"/>
                  </a:lnTo>
                  <a:lnTo>
                    <a:pt x="1653921" y="0"/>
                  </a:lnTo>
                  <a:lnTo>
                    <a:pt x="1645539" y="190"/>
                  </a:lnTo>
                  <a:lnTo>
                    <a:pt x="1637614" y="1155"/>
                  </a:lnTo>
                  <a:lnTo>
                    <a:pt x="1603044" y="24257"/>
                  </a:lnTo>
                  <a:lnTo>
                    <a:pt x="1598396" y="38188"/>
                  </a:lnTo>
                  <a:lnTo>
                    <a:pt x="1598485" y="41338"/>
                  </a:lnTo>
                  <a:lnTo>
                    <a:pt x="1598396" y="157708"/>
                  </a:lnTo>
                  <a:lnTo>
                    <a:pt x="1598396" y="186601"/>
                  </a:lnTo>
                  <a:lnTo>
                    <a:pt x="1598396" y="201041"/>
                  </a:lnTo>
                  <a:lnTo>
                    <a:pt x="1598396" y="229933"/>
                  </a:lnTo>
                  <a:lnTo>
                    <a:pt x="1982584" y="287083"/>
                  </a:lnTo>
                  <a:lnTo>
                    <a:pt x="1992591" y="287083"/>
                  </a:lnTo>
                  <a:lnTo>
                    <a:pt x="1992591" y="141681"/>
                  </a:lnTo>
                  <a:lnTo>
                    <a:pt x="1994585" y="143256"/>
                  </a:lnTo>
                  <a:lnTo>
                    <a:pt x="2000491" y="145161"/>
                  </a:lnTo>
                  <a:lnTo>
                    <a:pt x="2007730" y="145351"/>
                  </a:lnTo>
                  <a:lnTo>
                    <a:pt x="2016213" y="144399"/>
                  </a:lnTo>
                  <a:lnTo>
                    <a:pt x="2052243" y="121348"/>
                  </a:lnTo>
                  <a:lnTo>
                    <a:pt x="2055444" y="114338"/>
                  </a:lnTo>
                  <a:lnTo>
                    <a:pt x="2056879" y="106768"/>
                  </a:lnTo>
                  <a:close/>
                </a:path>
                <a:path w="4607560" h="390525">
                  <a:moveTo>
                    <a:pt x="4607445" y="58483"/>
                  </a:moveTo>
                  <a:lnTo>
                    <a:pt x="2106561" y="58483"/>
                  </a:lnTo>
                  <a:lnTo>
                    <a:pt x="2106561" y="64198"/>
                  </a:lnTo>
                  <a:lnTo>
                    <a:pt x="2110689" y="64198"/>
                  </a:lnTo>
                  <a:lnTo>
                    <a:pt x="2110689" y="115633"/>
                  </a:lnTo>
                  <a:lnTo>
                    <a:pt x="2106561" y="115633"/>
                  </a:lnTo>
                  <a:lnTo>
                    <a:pt x="2106561" y="121348"/>
                  </a:lnTo>
                  <a:lnTo>
                    <a:pt x="2110689" y="121348"/>
                  </a:lnTo>
                  <a:lnTo>
                    <a:pt x="2110689" y="172783"/>
                  </a:lnTo>
                  <a:lnTo>
                    <a:pt x="2106561" y="172783"/>
                  </a:lnTo>
                  <a:lnTo>
                    <a:pt x="2106561" y="178498"/>
                  </a:lnTo>
                  <a:lnTo>
                    <a:pt x="2110689" y="178498"/>
                  </a:lnTo>
                  <a:lnTo>
                    <a:pt x="2110689" y="229933"/>
                  </a:lnTo>
                  <a:lnTo>
                    <a:pt x="2106561" y="229933"/>
                  </a:lnTo>
                  <a:lnTo>
                    <a:pt x="2106561" y="235648"/>
                  </a:lnTo>
                  <a:lnTo>
                    <a:pt x="2110689" y="235648"/>
                  </a:lnTo>
                  <a:lnTo>
                    <a:pt x="2110689" y="287083"/>
                  </a:lnTo>
                  <a:lnTo>
                    <a:pt x="2106561" y="287083"/>
                  </a:lnTo>
                  <a:lnTo>
                    <a:pt x="2106561" y="292798"/>
                  </a:lnTo>
                  <a:lnTo>
                    <a:pt x="2110689" y="292798"/>
                  </a:lnTo>
                  <a:lnTo>
                    <a:pt x="2119261" y="292798"/>
                  </a:lnTo>
                  <a:lnTo>
                    <a:pt x="4607445" y="292798"/>
                  </a:lnTo>
                  <a:lnTo>
                    <a:pt x="4607445" y="287083"/>
                  </a:lnTo>
                  <a:lnTo>
                    <a:pt x="2119261" y="287083"/>
                  </a:lnTo>
                  <a:lnTo>
                    <a:pt x="2119261" y="235648"/>
                  </a:lnTo>
                  <a:lnTo>
                    <a:pt x="4607445" y="235648"/>
                  </a:lnTo>
                  <a:lnTo>
                    <a:pt x="4607445" y="229933"/>
                  </a:lnTo>
                  <a:lnTo>
                    <a:pt x="2119261" y="229933"/>
                  </a:lnTo>
                  <a:lnTo>
                    <a:pt x="2119261" y="178498"/>
                  </a:lnTo>
                  <a:lnTo>
                    <a:pt x="4607445" y="178498"/>
                  </a:lnTo>
                  <a:lnTo>
                    <a:pt x="4607445" y="172783"/>
                  </a:lnTo>
                  <a:lnTo>
                    <a:pt x="2119261" y="172783"/>
                  </a:lnTo>
                  <a:lnTo>
                    <a:pt x="2119261" y="121348"/>
                  </a:lnTo>
                  <a:lnTo>
                    <a:pt x="4607445" y="121348"/>
                  </a:lnTo>
                  <a:lnTo>
                    <a:pt x="4607445" y="115633"/>
                  </a:lnTo>
                  <a:lnTo>
                    <a:pt x="2119261" y="115633"/>
                  </a:lnTo>
                  <a:lnTo>
                    <a:pt x="2119261" y="64198"/>
                  </a:lnTo>
                  <a:lnTo>
                    <a:pt x="4607445" y="64198"/>
                  </a:lnTo>
                  <a:lnTo>
                    <a:pt x="4607445" y="584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7" name="object 147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041605" y="7430261"/>
              <a:ext cx="2358582" cy="575307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443050" y="7431595"/>
              <a:ext cx="1824849" cy="542925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266700" y="7605341"/>
              <a:ext cx="7014209" cy="1103630"/>
            </a:xfrm>
            <a:custGeom>
              <a:avLst/>
              <a:gdLst/>
              <a:ahLst/>
              <a:cxnLst/>
              <a:rect l="l" t="t" r="r" b="b"/>
              <a:pathLst>
                <a:path w="7014209" h="1103629">
                  <a:moveTo>
                    <a:pt x="432625" y="1097851"/>
                  </a:moveTo>
                  <a:lnTo>
                    <a:pt x="0" y="1097851"/>
                  </a:lnTo>
                  <a:lnTo>
                    <a:pt x="0" y="1103566"/>
                  </a:lnTo>
                  <a:lnTo>
                    <a:pt x="432625" y="1103566"/>
                  </a:lnTo>
                  <a:lnTo>
                    <a:pt x="432625" y="1097851"/>
                  </a:lnTo>
                  <a:close/>
                </a:path>
                <a:path w="7014209" h="1103629">
                  <a:moveTo>
                    <a:pt x="432625" y="1040701"/>
                  </a:moveTo>
                  <a:lnTo>
                    <a:pt x="0" y="1040701"/>
                  </a:lnTo>
                  <a:lnTo>
                    <a:pt x="0" y="1046416"/>
                  </a:lnTo>
                  <a:lnTo>
                    <a:pt x="432625" y="1046416"/>
                  </a:lnTo>
                  <a:lnTo>
                    <a:pt x="432625" y="1040701"/>
                  </a:lnTo>
                  <a:close/>
                </a:path>
                <a:path w="7014209" h="1103629">
                  <a:moveTo>
                    <a:pt x="432625" y="983551"/>
                  </a:moveTo>
                  <a:lnTo>
                    <a:pt x="0" y="983551"/>
                  </a:lnTo>
                  <a:lnTo>
                    <a:pt x="0" y="989266"/>
                  </a:lnTo>
                  <a:lnTo>
                    <a:pt x="432625" y="989266"/>
                  </a:lnTo>
                  <a:lnTo>
                    <a:pt x="432625" y="983551"/>
                  </a:lnTo>
                  <a:close/>
                </a:path>
                <a:path w="7014209" h="1103629">
                  <a:moveTo>
                    <a:pt x="432625" y="926401"/>
                  </a:moveTo>
                  <a:lnTo>
                    <a:pt x="0" y="926401"/>
                  </a:lnTo>
                  <a:lnTo>
                    <a:pt x="0" y="932116"/>
                  </a:lnTo>
                  <a:lnTo>
                    <a:pt x="432625" y="932116"/>
                  </a:lnTo>
                  <a:lnTo>
                    <a:pt x="432625" y="926401"/>
                  </a:lnTo>
                  <a:close/>
                </a:path>
                <a:path w="7014209" h="1103629">
                  <a:moveTo>
                    <a:pt x="432625" y="869251"/>
                  </a:moveTo>
                  <a:lnTo>
                    <a:pt x="0" y="869251"/>
                  </a:lnTo>
                  <a:lnTo>
                    <a:pt x="0" y="874966"/>
                  </a:lnTo>
                  <a:lnTo>
                    <a:pt x="432625" y="874966"/>
                  </a:lnTo>
                  <a:lnTo>
                    <a:pt x="432625" y="869251"/>
                  </a:lnTo>
                  <a:close/>
                </a:path>
                <a:path w="7014209" h="1103629">
                  <a:moveTo>
                    <a:pt x="7013892" y="0"/>
                  </a:moveTo>
                  <a:lnTo>
                    <a:pt x="7005320" y="0"/>
                  </a:lnTo>
                  <a:lnTo>
                    <a:pt x="7005320" y="232029"/>
                  </a:lnTo>
                  <a:lnTo>
                    <a:pt x="7013892" y="232029"/>
                  </a:lnTo>
                  <a:lnTo>
                    <a:pt x="7013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07975" y="8474583"/>
              <a:ext cx="158876" cy="182879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002" y="8446008"/>
              <a:ext cx="159448" cy="267461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699325" y="8388867"/>
              <a:ext cx="2258695" cy="320040"/>
            </a:xfrm>
            <a:custGeom>
              <a:avLst/>
              <a:gdLst/>
              <a:ahLst/>
              <a:cxnLst/>
              <a:rect l="l" t="t" r="r" b="b"/>
              <a:pathLst>
                <a:path w="2258695" h="320040">
                  <a:moveTo>
                    <a:pt x="2258136" y="314325"/>
                  </a:moveTo>
                  <a:lnTo>
                    <a:pt x="0" y="314325"/>
                  </a:lnTo>
                  <a:lnTo>
                    <a:pt x="0" y="320040"/>
                  </a:lnTo>
                  <a:lnTo>
                    <a:pt x="2258136" y="320040"/>
                  </a:lnTo>
                  <a:lnTo>
                    <a:pt x="2258136" y="314325"/>
                  </a:lnTo>
                  <a:close/>
                </a:path>
                <a:path w="2258695" h="320040">
                  <a:moveTo>
                    <a:pt x="2258136" y="257175"/>
                  </a:moveTo>
                  <a:lnTo>
                    <a:pt x="0" y="257175"/>
                  </a:lnTo>
                  <a:lnTo>
                    <a:pt x="0" y="262890"/>
                  </a:lnTo>
                  <a:lnTo>
                    <a:pt x="2258136" y="262890"/>
                  </a:lnTo>
                  <a:lnTo>
                    <a:pt x="2258136" y="257175"/>
                  </a:lnTo>
                  <a:close/>
                </a:path>
                <a:path w="2258695" h="320040">
                  <a:moveTo>
                    <a:pt x="2258136" y="200025"/>
                  </a:moveTo>
                  <a:lnTo>
                    <a:pt x="0" y="200025"/>
                  </a:lnTo>
                  <a:lnTo>
                    <a:pt x="0" y="205740"/>
                  </a:lnTo>
                  <a:lnTo>
                    <a:pt x="2258136" y="205740"/>
                  </a:lnTo>
                  <a:lnTo>
                    <a:pt x="2258136" y="200025"/>
                  </a:lnTo>
                  <a:close/>
                </a:path>
                <a:path w="2258695" h="320040">
                  <a:moveTo>
                    <a:pt x="2258136" y="85725"/>
                  </a:moveTo>
                  <a:lnTo>
                    <a:pt x="187833" y="85725"/>
                  </a:lnTo>
                  <a:lnTo>
                    <a:pt x="189788" y="77038"/>
                  </a:lnTo>
                  <a:lnTo>
                    <a:pt x="194424" y="66713"/>
                  </a:lnTo>
                  <a:lnTo>
                    <a:pt x="201498" y="55892"/>
                  </a:lnTo>
                  <a:lnTo>
                    <a:pt x="211010" y="44577"/>
                  </a:lnTo>
                  <a:lnTo>
                    <a:pt x="174142" y="0"/>
                  </a:lnTo>
                  <a:lnTo>
                    <a:pt x="164426" y="0"/>
                  </a:lnTo>
                  <a:lnTo>
                    <a:pt x="169011" y="5727"/>
                  </a:lnTo>
                  <a:lnTo>
                    <a:pt x="172783" y="11785"/>
                  </a:lnTo>
                  <a:lnTo>
                    <a:pt x="175729" y="18161"/>
                  </a:lnTo>
                  <a:lnTo>
                    <a:pt x="177863" y="24853"/>
                  </a:lnTo>
                  <a:lnTo>
                    <a:pt x="177927" y="31470"/>
                  </a:lnTo>
                  <a:lnTo>
                    <a:pt x="176999" y="37858"/>
                  </a:lnTo>
                  <a:lnTo>
                    <a:pt x="155282" y="70294"/>
                  </a:lnTo>
                  <a:lnTo>
                    <a:pt x="167132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171526" y="91440"/>
                  </a:lnTo>
                  <a:lnTo>
                    <a:pt x="191287" y="117157"/>
                  </a:lnTo>
                  <a:lnTo>
                    <a:pt x="191287" y="117729"/>
                  </a:lnTo>
                  <a:lnTo>
                    <a:pt x="184619" y="114109"/>
                  </a:lnTo>
                  <a:lnTo>
                    <a:pt x="178714" y="112293"/>
                  </a:lnTo>
                  <a:lnTo>
                    <a:pt x="173570" y="112293"/>
                  </a:lnTo>
                  <a:lnTo>
                    <a:pt x="164693" y="113639"/>
                  </a:lnTo>
                  <a:lnTo>
                    <a:pt x="158064" y="117373"/>
                  </a:lnTo>
                  <a:lnTo>
                    <a:pt x="153695" y="123494"/>
                  </a:lnTo>
                  <a:lnTo>
                    <a:pt x="151574" y="132016"/>
                  </a:lnTo>
                  <a:lnTo>
                    <a:pt x="152806" y="138518"/>
                  </a:lnTo>
                  <a:lnTo>
                    <a:pt x="154419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157403" y="148590"/>
                  </a:lnTo>
                  <a:lnTo>
                    <a:pt x="158369" y="150228"/>
                  </a:lnTo>
                  <a:lnTo>
                    <a:pt x="162712" y="155448"/>
                  </a:lnTo>
                  <a:lnTo>
                    <a:pt x="183286" y="173443"/>
                  </a:lnTo>
                  <a:lnTo>
                    <a:pt x="186436" y="168871"/>
                  </a:lnTo>
                  <a:lnTo>
                    <a:pt x="182816" y="166014"/>
                  </a:lnTo>
                  <a:lnTo>
                    <a:pt x="179578" y="161544"/>
                  </a:lnTo>
                  <a:lnTo>
                    <a:pt x="176720" y="155448"/>
                  </a:lnTo>
                  <a:lnTo>
                    <a:pt x="173672" y="149352"/>
                  </a:lnTo>
                  <a:lnTo>
                    <a:pt x="173723" y="148590"/>
                  </a:lnTo>
                  <a:lnTo>
                    <a:pt x="2258136" y="148590"/>
                  </a:lnTo>
                  <a:lnTo>
                    <a:pt x="2258136" y="142875"/>
                  </a:lnTo>
                  <a:lnTo>
                    <a:pt x="174129" y="142875"/>
                  </a:lnTo>
                  <a:lnTo>
                    <a:pt x="178142" y="135724"/>
                  </a:lnTo>
                  <a:lnTo>
                    <a:pt x="181381" y="130962"/>
                  </a:lnTo>
                  <a:lnTo>
                    <a:pt x="185470" y="128676"/>
                  </a:lnTo>
                  <a:lnTo>
                    <a:pt x="190436" y="128866"/>
                  </a:lnTo>
                  <a:lnTo>
                    <a:pt x="195580" y="129247"/>
                  </a:lnTo>
                  <a:lnTo>
                    <a:pt x="200901" y="130962"/>
                  </a:lnTo>
                  <a:lnTo>
                    <a:pt x="206438" y="134010"/>
                  </a:lnTo>
                  <a:lnTo>
                    <a:pt x="209867" y="129438"/>
                  </a:lnTo>
                  <a:lnTo>
                    <a:pt x="195008" y="109728"/>
                  </a:lnTo>
                  <a:lnTo>
                    <a:pt x="190246" y="102489"/>
                  </a:lnTo>
                  <a:lnTo>
                    <a:pt x="187756" y="94869"/>
                  </a:lnTo>
                  <a:lnTo>
                    <a:pt x="187680" y="91440"/>
                  </a:lnTo>
                  <a:lnTo>
                    <a:pt x="2258136" y="91440"/>
                  </a:lnTo>
                  <a:lnTo>
                    <a:pt x="2258136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3" name="object 153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31224" y="8756761"/>
              <a:ext cx="136886" cy="64293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1457979" y="8245983"/>
              <a:ext cx="10160" cy="274320"/>
            </a:xfrm>
            <a:custGeom>
              <a:avLst/>
              <a:gdLst/>
              <a:ahLst/>
              <a:cxnLst/>
              <a:rect l="l" t="t" r="r" b="b"/>
              <a:pathLst>
                <a:path w="10159" h="274320">
                  <a:moveTo>
                    <a:pt x="10001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5" name="object 155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326534" y="8385714"/>
              <a:ext cx="162059" cy="232314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2432773" y="7603055"/>
              <a:ext cx="3025775" cy="1218565"/>
            </a:xfrm>
            <a:custGeom>
              <a:avLst/>
              <a:gdLst/>
              <a:ahLst/>
              <a:cxnLst/>
              <a:rect l="l" t="t" r="r" b="b"/>
              <a:pathLst>
                <a:path w="3025775" h="1218565">
                  <a:moveTo>
                    <a:pt x="111150" y="810806"/>
                  </a:moveTo>
                  <a:lnTo>
                    <a:pt x="90525" y="810806"/>
                  </a:lnTo>
                  <a:lnTo>
                    <a:pt x="90525" y="807059"/>
                  </a:lnTo>
                  <a:lnTo>
                    <a:pt x="90817" y="805522"/>
                  </a:lnTo>
                  <a:lnTo>
                    <a:pt x="90627" y="798283"/>
                  </a:lnTo>
                  <a:lnTo>
                    <a:pt x="90525" y="798080"/>
                  </a:lnTo>
                  <a:lnTo>
                    <a:pt x="90525" y="642937"/>
                  </a:lnTo>
                  <a:lnTo>
                    <a:pt x="80530" y="642937"/>
                  </a:lnTo>
                  <a:lnTo>
                    <a:pt x="80530" y="787793"/>
                  </a:lnTo>
                  <a:lnTo>
                    <a:pt x="78524" y="786193"/>
                  </a:lnTo>
                  <a:lnTo>
                    <a:pt x="72047" y="784479"/>
                  </a:lnTo>
                  <a:lnTo>
                    <a:pt x="32804" y="796671"/>
                  </a:lnTo>
                  <a:lnTo>
                    <a:pt x="20180" y="810806"/>
                  </a:lnTo>
                  <a:lnTo>
                    <a:pt x="0" y="810806"/>
                  </a:lnTo>
                  <a:lnTo>
                    <a:pt x="0" y="817956"/>
                  </a:lnTo>
                  <a:lnTo>
                    <a:pt x="17462" y="817956"/>
                  </a:lnTo>
                  <a:lnTo>
                    <a:pt x="16522" y="822667"/>
                  </a:lnTo>
                  <a:lnTo>
                    <a:pt x="41668" y="844105"/>
                  </a:lnTo>
                  <a:lnTo>
                    <a:pt x="50152" y="843153"/>
                  </a:lnTo>
                  <a:lnTo>
                    <a:pt x="58458" y="840892"/>
                  </a:lnTo>
                  <a:lnTo>
                    <a:pt x="66586" y="837298"/>
                  </a:lnTo>
                  <a:lnTo>
                    <a:pt x="74523" y="832383"/>
                  </a:lnTo>
                  <a:lnTo>
                    <a:pt x="80530" y="827151"/>
                  </a:lnTo>
                  <a:lnTo>
                    <a:pt x="80530" y="902093"/>
                  </a:lnTo>
                  <a:lnTo>
                    <a:pt x="78524" y="900493"/>
                  </a:lnTo>
                  <a:lnTo>
                    <a:pt x="72047" y="898779"/>
                  </a:lnTo>
                  <a:lnTo>
                    <a:pt x="63665" y="898969"/>
                  </a:lnTo>
                  <a:lnTo>
                    <a:pt x="26111" y="916774"/>
                  </a:lnTo>
                  <a:lnTo>
                    <a:pt x="16522" y="936967"/>
                  </a:lnTo>
                  <a:lnTo>
                    <a:pt x="16713" y="943444"/>
                  </a:lnTo>
                  <a:lnTo>
                    <a:pt x="41668" y="958405"/>
                  </a:lnTo>
                  <a:lnTo>
                    <a:pt x="50152" y="957453"/>
                  </a:lnTo>
                  <a:lnTo>
                    <a:pt x="86169" y="934402"/>
                  </a:lnTo>
                  <a:lnTo>
                    <a:pt x="90817" y="919822"/>
                  </a:lnTo>
                  <a:lnTo>
                    <a:pt x="90627" y="912583"/>
                  </a:lnTo>
                  <a:lnTo>
                    <a:pt x="90525" y="912380"/>
                  </a:lnTo>
                  <a:lnTo>
                    <a:pt x="90525" y="817956"/>
                  </a:lnTo>
                  <a:lnTo>
                    <a:pt x="111150" y="817956"/>
                  </a:lnTo>
                  <a:lnTo>
                    <a:pt x="111150" y="810806"/>
                  </a:lnTo>
                  <a:close/>
                </a:path>
                <a:path w="3025775" h="1218565">
                  <a:moveTo>
                    <a:pt x="726033" y="1210856"/>
                  </a:moveTo>
                  <a:lnTo>
                    <a:pt x="589153" y="1210856"/>
                  </a:lnTo>
                  <a:lnTo>
                    <a:pt x="589153" y="1218006"/>
                  </a:lnTo>
                  <a:lnTo>
                    <a:pt x="726033" y="1218006"/>
                  </a:lnTo>
                  <a:lnTo>
                    <a:pt x="726033" y="1210856"/>
                  </a:lnTo>
                  <a:close/>
                </a:path>
                <a:path w="3025775" h="1218565">
                  <a:moveTo>
                    <a:pt x="726033" y="1153706"/>
                  </a:moveTo>
                  <a:lnTo>
                    <a:pt x="589153" y="1153706"/>
                  </a:lnTo>
                  <a:lnTo>
                    <a:pt x="589153" y="1160856"/>
                  </a:lnTo>
                  <a:lnTo>
                    <a:pt x="726033" y="1160856"/>
                  </a:lnTo>
                  <a:lnTo>
                    <a:pt x="726033" y="1153706"/>
                  </a:lnTo>
                  <a:close/>
                </a:path>
                <a:path w="3025775" h="1218565">
                  <a:moveTo>
                    <a:pt x="3025571" y="871537"/>
                  </a:moveTo>
                  <a:lnTo>
                    <a:pt x="1256715" y="871537"/>
                  </a:lnTo>
                  <a:lnTo>
                    <a:pt x="1256715" y="557212"/>
                  </a:lnTo>
                  <a:lnTo>
                    <a:pt x="1246720" y="557212"/>
                  </a:lnTo>
                  <a:lnTo>
                    <a:pt x="1246720" y="871537"/>
                  </a:lnTo>
                  <a:lnTo>
                    <a:pt x="645083" y="871537"/>
                  </a:lnTo>
                  <a:lnTo>
                    <a:pt x="647039" y="862850"/>
                  </a:lnTo>
                  <a:lnTo>
                    <a:pt x="651687" y="852525"/>
                  </a:lnTo>
                  <a:lnTo>
                    <a:pt x="658761" y="841705"/>
                  </a:lnTo>
                  <a:lnTo>
                    <a:pt x="668261" y="830389"/>
                  </a:lnTo>
                  <a:lnTo>
                    <a:pt x="631393" y="785812"/>
                  </a:lnTo>
                  <a:lnTo>
                    <a:pt x="621677" y="785812"/>
                  </a:lnTo>
                  <a:lnTo>
                    <a:pt x="626275" y="791540"/>
                  </a:lnTo>
                  <a:lnTo>
                    <a:pt x="630047" y="797598"/>
                  </a:lnTo>
                  <a:lnTo>
                    <a:pt x="632993" y="803973"/>
                  </a:lnTo>
                  <a:lnTo>
                    <a:pt x="635114" y="810666"/>
                  </a:lnTo>
                  <a:lnTo>
                    <a:pt x="635190" y="817283"/>
                  </a:lnTo>
                  <a:lnTo>
                    <a:pt x="634250" y="823671"/>
                  </a:lnTo>
                  <a:lnTo>
                    <a:pt x="612533" y="856107"/>
                  </a:lnTo>
                  <a:lnTo>
                    <a:pt x="624382" y="871537"/>
                  </a:lnTo>
                  <a:lnTo>
                    <a:pt x="537387" y="871537"/>
                  </a:lnTo>
                  <a:lnTo>
                    <a:pt x="537387" y="0"/>
                  </a:lnTo>
                  <a:lnTo>
                    <a:pt x="528815" y="0"/>
                  </a:lnTo>
                  <a:lnTo>
                    <a:pt x="528815" y="871537"/>
                  </a:lnTo>
                  <a:lnTo>
                    <a:pt x="524687" y="871537"/>
                  </a:lnTo>
                  <a:lnTo>
                    <a:pt x="524687" y="877252"/>
                  </a:lnTo>
                  <a:lnTo>
                    <a:pt x="528815" y="877252"/>
                  </a:lnTo>
                  <a:lnTo>
                    <a:pt x="528815" y="928687"/>
                  </a:lnTo>
                  <a:lnTo>
                    <a:pt x="524687" y="928687"/>
                  </a:lnTo>
                  <a:lnTo>
                    <a:pt x="524687" y="934402"/>
                  </a:lnTo>
                  <a:lnTo>
                    <a:pt x="528815" y="934402"/>
                  </a:lnTo>
                  <a:lnTo>
                    <a:pt x="528815" y="985837"/>
                  </a:lnTo>
                  <a:lnTo>
                    <a:pt x="524687" y="985837"/>
                  </a:lnTo>
                  <a:lnTo>
                    <a:pt x="524687" y="991552"/>
                  </a:lnTo>
                  <a:lnTo>
                    <a:pt x="528815" y="991552"/>
                  </a:lnTo>
                  <a:lnTo>
                    <a:pt x="528815" y="1042987"/>
                  </a:lnTo>
                  <a:lnTo>
                    <a:pt x="524687" y="1042987"/>
                  </a:lnTo>
                  <a:lnTo>
                    <a:pt x="524687" y="1048702"/>
                  </a:lnTo>
                  <a:lnTo>
                    <a:pt x="528815" y="1048702"/>
                  </a:lnTo>
                  <a:lnTo>
                    <a:pt x="528815" y="1100137"/>
                  </a:lnTo>
                  <a:lnTo>
                    <a:pt x="524687" y="1100137"/>
                  </a:lnTo>
                  <a:lnTo>
                    <a:pt x="524687" y="1105852"/>
                  </a:lnTo>
                  <a:lnTo>
                    <a:pt x="528815" y="1105852"/>
                  </a:lnTo>
                  <a:lnTo>
                    <a:pt x="537387" y="1105852"/>
                  </a:lnTo>
                  <a:lnTo>
                    <a:pt x="610133" y="1105852"/>
                  </a:lnTo>
                  <a:lnTo>
                    <a:pt x="610577" y="1107782"/>
                  </a:lnTo>
                  <a:lnTo>
                    <a:pt x="649262" y="1128560"/>
                  </a:lnTo>
                  <a:lnTo>
                    <a:pt x="656259" y="1128712"/>
                  </a:lnTo>
                  <a:lnTo>
                    <a:pt x="663219" y="1128560"/>
                  </a:lnTo>
                  <a:lnTo>
                    <a:pt x="701052" y="1107782"/>
                  </a:lnTo>
                  <a:lnTo>
                    <a:pt x="701421" y="1105852"/>
                  </a:lnTo>
                  <a:lnTo>
                    <a:pt x="3025571" y="1105852"/>
                  </a:lnTo>
                  <a:lnTo>
                    <a:pt x="3025571" y="1100137"/>
                  </a:lnTo>
                  <a:lnTo>
                    <a:pt x="702551" y="1100137"/>
                  </a:lnTo>
                  <a:lnTo>
                    <a:pt x="700760" y="1092492"/>
                  </a:lnTo>
                  <a:lnTo>
                    <a:pt x="697115" y="1086129"/>
                  </a:lnTo>
                  <a:lnTo>
                    <a:pt x="691616" y="1081062"/>
                  </a:lnTo>
                  <a:lnTo>
                    <a:pt x="684263" y="1077277"/>
                  </a:lnTo>
                  <a:lnTo>
                    <a:pt x="678751" y="1075372"/>
                  </a:lnTo>
                  <a:lnTo>
                    <a:pt x="676402" y="1074559"/>
                  </a:lnTo>
                  <a:lnTo>
                    <a:pt x="674738" y="1074153"/>
                  </a:lnTo>
                  <a:lnTo>
                    <a:pt x="674738" y="1117473"/>
                  </a:lnTo>
                  <a:lnTo>
                    <a:pt x="670547" y="1123759"/>
                  </a:lnTo>
                  <a:lnTo>
                    <a:pt x="661403" y="1124140"/>
                  </a:lnTo>
                  <a:lnTo>
                    <a:pt x="655307" y="1124902"/>
                  </a:lnTo>
                  <a:lnTo>
                    <a:pt x="649973" y="1122616"/>
                  </a:lnTo>
                  <a:lnTo>
                    <a:pt x="645401" y="1117282"/>
                  </a:lnTo>
                  <a:lnTo>
                    <a:pt x="640829" y="1111567"/>
                  </a:lnTo>
                  <a:lnTo>
                    <a:pt x="638771" y="1105852"/>
                  </a:lnTo>
                  <a:lnTo>
                    <a:pt x="674001" y="1105852"/>
                  </a:lnTo>
                  <a:lnTo>
                    <a:pt x="674738" y="1117473"/>
                  </a:lnTo>
                  <a:lnTo>
                    <a:pt x="674738" y="1074153"/>
                  </a:lnTo>
                  <a:lnTo>
                    <a:pt x="673557" y="1073873"/>
                  </a:lnTo>
                  <a:lnTo>
                    <a:pt x="673557" y="1100137"/>
                  </a:lnTo>
                  <a:lnTo>
                    <a:pt x="637819" y="1100137"/>
                  </a:lnTo>
                  <a:lnTo>
                    <a:pt x="637400" y="1094994"/>
                  </a:lnTo>
                  <a:lnTo>
                    <a:pt x="637019" y="1088517"/>
                  </a:lnTo>
                  <a:lnTo>
                    <a:pt x="637044" y="1088326"/>
                  </a:lnTo>
                  <a:lnTo>
                    <a:pt x="656069" y="1075372"/>
                  </a:lnTo>
                  <a:lnTo>
                    <a:pt x="661403" y="1077658"/>
                  </a:lnTo>
                  <a:lnTo>
                    <a:pt x="670547" y="1088326"/>
                  </a:lnTo>
                  <a:lnTo>
                    <a:pt x="670610" y="1088517"/>
                  </a:lnTo>
                  <a:lnTo>
                    <a:pt x="673214" y="1095756"/>
                  </a:lnTo>
                  <a:lnTo>
                    <a:pt x="673557" y="1100137"/>
                  </a:lnTo>
                  <a:lnTo>
                    <a:pt x="673557" y="1073873"/>
                  </a:lnTo>
                  <a:lnTo>
                    <a:pt x="668832" y="1072705"/>
                  </a:lnTo>
                  <a:lnTo>
                    <a:pt x="661543" y="1071702"/>
                  </a:lnTo>
                  <a:lnTo>
                    <a:pt x="654545" y="1071562"/>
                  </a:lnTo>
                  <a:lnTo>
                    <a:pt x="647788" y="1071702"/>
                  </a:lnTo>
                  <a:lnTo>
                    <a:pt x="610285" y="1092492"/>
                  </a:lnTo>
                  <a:lnTo>
                    <a:pt x="608825" y="1100137"/>
                  </a:lnTo>
                  <a:lnTo>
                    <a:pt x="537387" y="1100137"/>
                  </a:lnTo>
                  <a:lnTo>
                    <a:pt x="537387" y="1048702"/>
                  </a:lnTo>
                  <a:lnTo>
                    <a:pt x="3025571" y="1048702"/>
                  </a:lnTo>
                  <a:lnTo>
                    <a:pt x="3025571" y="1042987"/>
                  </a:lnTo>
                  <a:lnTo>
                    <a:pt x="537387" y="1042987"/>
                  </a:lnTo>
                  <a:lnTo>
                    <a:pt x="537387" y="991552"/>
                  </a:lnTo>
                  <a:lnTo>
                    <a:pt x="3025571" y="991552"/>
                  </a:lnTo>
                  <a:lnTo>
                    <a:pt x="3025571" y="985837"/>
                  </a:lnTo>
                  <a:lnTo>
                    <a:pt x="537387" y="985837"/>
                  </a:lnTo>
                  <a:lnTo>
                    <a:pt x="537387" y="934402"/>
                  </a:lnTo>
                  <a:lnTo>
                    <a:pt x="614667" y="934402"/>
                  </a:lnTo>
                  <a:lnTo>
                    <a:pt x="615632" y="936040"/>
                  </a:lnTo>
                  <a:lnTo>
                    <a:pt x="619963" y="941260"/>
                  </a:lnTo>
                  <a:lnTo>
                    <a:pt x="640537" y="959256"/>
                  </a:lnTo>
                  <a:lnTo>
                    <a:pt x="643686" y="954684"/>
                  </a:lnTo>
                  <a:lnTo>
                    <a:pt x="640067" y="951826"/>
                  </a:lnTo>
                  <a:lnTo>
                    <a:pt x="636828" y="947356"/>
                  </a:lnTo>
                  <a:lnTo>
                    <a:pt x="633971" y="941260"/>
                  </a:lnTo>
                  <a:lnTo>
                    <a:pt x="630923" y="935164"/>
                  </a:lnTo>
                  <a:lnTo>
                    <a:pt x="630974" y="934402"/>
                  </a:lnTo>
                  <a:lnTo>
                    <a:pt x="3025571" y="934402"/>
                  </a:lnTo>
                  <a:lnTo>
                    <a:pt x="3025571" y="928687"/>
                  </a:lnTo>
                  <a:lnTo>
                    <a:pt x="631380" y="928687"/>
                  </a:lnTo>
                  <a:lnTo>
                    <a:pt x="635393" y="921537"/>
                  </a:lnTo>
                  <a:lnTo>
                    <a:pt x="638632" y="916774"/>
                  </a:lnTo>
                  <a:lnTo>
                    <a:pt x="642734" y="914488"/>
                  </a:lnTo>
                  <a:lnTo>
                    <a:pt x="647687" y="914679"/>
                  </a:lnTo>
                  <a:lnTo>
                    <a:pt x="652830" y="915060"/>
                  </a:lnTo>
                  <a:lnTo>
                    <a:pt x="658164" y="916774"/>
                  </a:lnTo>
                  <a:lnTo>
                    <a:pt x="663689" y="919822"/>
                  </a:lnTo>
                  <a:lnTo>
                    <a:pt x="667118" y="915250"/>
                  </a:lnTo>
                  <a:lnTo>
                    <a:pt x="652259" y="895540"/>
                  </a:lnTo>
                  <a:lnTo>
                    <a:pt x="648538" y="889889"/>
                  </a:lnTo>
                  <a:lnTo>
                    <a:pt x="648538" y="902970"/>
                  </a:lnTo>
                  <a:lnTo>
                    <a:pt x="648538" y="903541"/>
                  </a:lnTo>
                  <a:lnTo>
                    <a:pt x="641870" y="899922"/>
                  </a:lnTo>
                  <a:lnTo>
                    <a:pt x="635965" y="898105"/>
                  </a:lnTo>
                  <a:lnTo>
                    <a:pt x="630821" y="898105"/>
                  </a:lnTo>
                  <a:lnTo>
                    <a:pt x="621957" y="899452"/>
                  </a:lnTo>
                  <a:lnTo>
                    <a:pt x="615327" y="903185"/>
                  </a:lnTo>
                  <a:lnTo>
                    <a:pt x="610946" y="909307"/>
                  </a:lnTo>
                  <a:lnTo>
                    <a:pt x="608825" y="917829"/>
                  </a:lnTo>
                  <a:lnTo>
                    <a:pt x="610057" y="924331"/>
                  </a:lnTo>
                  <a:lnTo>
                    <a:pt x="611682" y="928687"/>
                  </a:lnTo>
                  <a:lnTo>
                    <a:pt x="537387" y="928687"/>
                  </a:lnTo>
                  <a:lnTo>
                    <a:pt x="537387" y="877252"/>
                  </a:lnTo>
                  <a:lnTo>
                    <a:pt x="628777" y="877252"/>
                  </a:lnTo>
                  <a:lnTo>
                    <a:pt x="648538" y="902970"/>
                  </a:lnTo>
                  <a:lnTo>
                    <a:pt x="648538" y="889889"/>
                  </a:lnTo>
                  <a:lnTo>
                    <a:pt x="647496" y="888301"/>
                  </a:lnTo>
                  <a:lnTo>
                    <a:pt x="645020" y="880681"/>
                  </a:lnTo>
                  <a:lnTo>
                    <a:pt x="644931" y="877252"/>
                  </a:lnTo>
                  <a:lnTo>
                    <a:pt x="1246720" y="877252"/>
                  </a:lnTo>
                  <a:lnTo>
                    <a:pt x="1246720" y="888682"/>
                  </a:lnTo>
                  <a:lnTo>
                    <a:pt x="1256715" y="888682"/>
                  </a:lnTo>
                  <a:lnTo>
                    <a:pt x="1256715" y="877252"/>
                  </a:lnTo>
                  <a:lnTo>
                    <a:pt x="3025571" y="877252"/>
                  </a:lnTo>
                  <a:lnTo>
                    <a:pt x="3025571" y="8715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7" name="object 15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559481" y="8299989"/>
              <a:ext cx="166306" cy="234314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5443042" y="7603055"/>
              <a:ext cx="1837689" cy="1415415"/>
            </a:xfrm>
            <a:custGeom>
              <a:avLst/>
              <a:gdLst/>
              <a:ahLst/>
              <a:cxnLst/>
              <a:rect l="l" t="t" r="r" b="b"/>
              <a:pathLst>
                <a:path w="1837690" h="1415415">
                  <a:moveTo>
                    <a:pt x="10007" y="0"/>
                  </a:moveTo>
                  <a:lnTo>
                    <a:pt x="0" y="0"/>
                  </a:lnTo>
                  <a:lnTo>
                    <a:pt x="0" y="1105852"/>
                  </a:lnTo>
                  <a:lnTo>
                    <a:pt x="10007" y="1105852"/>
                  </a:lnTo>
                  <a:lnTo>
                    <a:pt x="10007" y="0"/>
                  </a:lnTo>
                  <a:close/>
                </a:path>
                <a:path w="1837690" h="1415415">
                  <a:moveTo>
                    <a:pt x="1038148" y="1283017"/>
                  </a:moveTo>
                  <a:lnTo>
                    <a:pt x="1027290" y="1285875"/>
                  </a:lnTo>
                  <a:lnTo>
                    <a:pt x="1027290" y="1243012"/>
                  </a:lnTo>
                  <a:lnTo>
                    <a:pt x="1020152" y="1243012"/>
                  </a:lnTo>
                  <a:lnTo>
                    <a:pt x="1020152" y="1287297"/>
                  </a:lnTo>
                  <a:lnTo>
                    <a:pt x="1020152" y="1310449"/>
                  </a:lnTo>
                  <a:lnTo>
                    <a:pt x="1020152" y="1343025"/>
                  </a:lnTo>
                  <a:lnTo>
                    <a:pt x="1005001" y="1347025"/>
                  </a:lnTo>
                  <a:lnTo>
                    <a:pt x="1005001" y="1316164"/>
                  </a:lnTo>
                  <a:lnTo>
                    <a:pt x="1005001" y="1314450"/>
                  </a:lnTo>
                  <a:lnTo>
                    <a:pt x="1020152" y="1310449"/>
                  </a:lnTo>
                  <a:lnTo>
                    <a:pt x="1020152" y="1287297"/>
                  </a:lnTo>
                  <a:lnTo>
                    <a:pt x="1005001" y="1291297"/>
                  </a:lnTo>
                  <a:lnTo>
                    <a:pt x="1005001" y="1248435"/>
                  </a:lnTo>
                  <a:lnTo>
                    <a:pt x="997864" y="1248435"/>
                  </a:lnTo>
                  <a:lnTo>
                    <a:pt x="997864" y="1293012"/>
                  </a:lnTo>
                  <a:lnTo>
                    <a:pt x="986713" y="1295869"/>
                  </a:lnTo>
                  <a:lnTo>
                    <a:pt x="986713" y="1319022"/>
                  </a:lnTo>
                  <a:lnTo>
                    <a:pt x="997864" y="1316164"/>
                  </a:lnTo>
                  <a:lnTo>
                    <a:pt x="997864" y="1348740"/>
                  </a:lnTo>
                  <a:lnTo>
                    <a:pt x="986713" y="1351597"/>
                  </a:lnTo>
                  <a:lnTo>
                    <a:pt x="986713" y="1375029"/>
                  </a:lnTo>
                  <a:lnTo>
                    <a:pt x="997864" y="1372450"/>
                  </a:lnTo>
                  <a:lnTo>
                    <a:pt x="997864" y="1415034"/>
                  </a:lnTo>
                  <a:lnTo>
                    <a:pt x="1005001" y="1415034"/>
                  </a:lnTo>
                  <a:lnTo>
                    <a:pt x="1005001" y="1372450"/>
                  </a:lnTo>
                  <a:lnTo>
                    <a:pt x="1005001" y="1370736"/>
                  </a:lnTo>
                  <a:lnTo>
                    <a:pt x="1020152" y="1367028"/>
                  </a:lnTo>
                  <a:lnTo>
                    <a:pt x="1020152" y="1407604"/>
                  </a:lnTo>
                  <a:lnTo>
                    <a:pt x="1027290" y="1407604"/>
                  </a:lnTo>
                  <a:lnTo>
                    <a:pt x="1027290" y="1367028"/>
                  </a:lnTo>
                  <a:lnTo>
                    <a:pt x="1027290" y="1365313"/>
                  </a:lnTo>
                  <a:lnTo>
                    <a:pt x="1038148" y="1362456"/>
                  </a:lnTo>
                  <a:lnTo>
                    <a:pt x="1038148" y="1347025"/>
                  </a:lnTo>
                  <a:lnTo>
                    <a:pt x="1038148" y="1341589"/>
                  </a:lnTo>
                  <a:lnTo>
                    <a:pt x="1038148" y="1338732"/>
                  </a:lnTo>
                  <a:lnTo>
                    <a:pt x="1027290" y="1341589"/>
                  </a:lnTo>
                  <a:lnTo>
                    <a:pt x="1027290" y="1310449"/>
                  </a:lnTo>
                  <a:lnTo>
                    <a:pt x="1027290" y="1308735"/>
                  </a:lnTo>
                  <a:lnTo>
                    <a:pt x="1038148" y="1306156"/>
                  </a:lnTo>
                  <a:lnTo>
                    <a:pt x="1038148" y="1291297"/>
                  </a:lnTo>
                  <a:lnTo>
                    <a:pt x="1038148" y="1285875"/>
                  </a:lnTo>
                  <a:lnTo>
                    <a:pt x="1038148" y="1283017"/>
                  </a:lnTo>
                  <a:close/>
                </a:path>
                <a:path w="1837690" h="1415415">
                  <a:moveTo>
                    <a:pt x="1164450" y="1299298"/>
                  </a:moveTo>
                  <a:lnTo>
                    <a:pt x="1163688" y="1292821"/>
                  </a:lnTo>
                  <a:lnTo>
                    <a:pt x="1160068" y="1289304"/>
                  </a:lnTo>
                  <a:lnTo>
                    <a:pt x="1153591" y="1288732"/>
                  </a:lnTo>
                  <a:lnTo>
                    <a:pt x="1146924" y="1289304"/>
                  </a:lnTo>
                  <a:lnTo>
                    <a:pt x="1143304" y="1292821"/>
                  </a:lnTo>
                  <a:lnTo>
                    <a:pt x="1142733" y="1299298"/>
                  </a:lnTo>
                  <a:lnTo>
                    <a:pt x="1143304" y="1305775"/>
                  </a:lnTo>
                  <a:lnTo>
                    <a:pt x="1146924" y="1309497"/>
                  </a:lnTo>
                  <a:lnTo>
                    <a:pt x="1153591" y="1310449"/>
                  </a:lnTo>
                  <a:lnTo>
                    <a:pt x="1160068" y="1309497"/>
                  </a:lnTo>
                  <a:lnTo>
                    <a:pt x="1163688" y="1305775"/>
                  </a:lnTo>
                  <a:lnTo>
                    <a:pt x="1164450" y="1299298"/>
                  </a:lnTo>
                  <a:close/>
                </a:path>
                <a:path w="1837690" h="1415415">
                  <a:moveTo>
                    <a:pt x="1164450" y="1127848"/>
                  </a:moveTo>
                  <a:lnTo>
                    <a:pt x="1163688" y="1121371"/>
                  </a:lnTo>
                  <a:lnTo>
                    <a:pt x="1160068" y="1117854"/>
                  </a:lnTo>
                  <a:lnTo>
                    <a:pt x="1153591" y="1117282"/>
                  </a:lnTo>
                  <a:lnTo>
                    <a:pt x="1146924" y="1117854"/>
                  </a:lnTo>
                  <a:lnTo>
                    <a:pt x="1143304" y="1121371"/>
                  </a:lnTo>
                  <a:lnTo>
                    <a:pt x="1142733" y="1127848"/>
                  </a:lnTo>
                  <a:lnTo>
                    <a:pt x="1143304" y="1134325"/>
                  </a:lnTo>
                  <a:lnTo>
                    <a:pt x="1146924" y="1138047"/>
                  </a:lnTo>
                  <a:lnTo>
                    <a:pt x="1153591" y="1138999"/>
                  </a:lnTo>
                  <a:lnTo>
                    <a:pt x="1160068" y="1138047"/>
                  </a:lnTo>
                  <a:lnTo>
                    <a:pt x="1163688" y="1134325"/>
                  </a:lnTo>
                  <a:lnTo>
                    <a:pt x="1164450" y="1127848"/>
                  </a:lnTo>
                  <a:close/>
                </a:path>
                <a:path w="1837690" h="1415415">
                  <a:moveTo>
                    <a:pt x="1659686" y="1357591"/>
                  </a:moveTo>
                  <a:lnTo>
                    <a:pt x="1564246" y="1328737"/>
                  </a:lnTo>
                  <a:lnTo>
                    <a:pt x="1564246" y="1336167"/>
                  </a:lnTo>
                  <a:lnTo>
                    <a:pt x="1635112" y="1357312"/>
                  </a:lnTo>
                  <a:lnTo>
                    <a:pt x="1635112" y="1357591"/>
                  </a:lnTo>
                  <a:lnTo>
                    <a:pt x="1564246" y="1378737"/>
                  </a:lnTo>
                  <a:lnTo>
                    <a:pt x="1564246" y="1386459"/>
                  </a:lnTo>
                  <a:lnTo>
                    <a:pt x="1659686" y="1357591"/>
                  </a:lnTo>
                  <a:close/>
                </a:path>
                <a:path w="1837690" h="1415415">
                  <a:moveTo>
                    <a:pt x="1787753" y="1386166"/>
                  </a:moveTo>
                  <a:lnTo>
                    <a:pt x="1692313" y="1357312"/>
                  </a:lnTo>
                  <a:lnTo>
                    <a:pt x="1692313" y="1364742"/>
                  </a:lnTo>
                  <a:lnTo>
                    <a:pt x="1763179" y="1385887"/>
                  </a:lnTo>
                  <a:lnTo>
                    <a:pt x="1763179" y="1386166"/>
                  </a:lnTo>
                  <a:lnTo>
                    <a:pt x="1692313" y="1407312"/>
                  </a:lnTo>
                  <a:lnTo>
                    <a:pt x="1692313" y="1415034"/>
                  </a:lnTo>
                  <a:lnTo>
                    <a:pt x="1787753" y="1386166"/>
                  </a:lnTo>
                  <a:close/>
                </a:path>
                <a:path w="1837690" h="1415415">
                  <a:moveTo>
                    <a:pt x="1824850" y="871537"/>
                  </a:moveTo>
                  <a:lnTo>
                    <a:pt x="1646821" y="871537"/>
                  </a:lnTo>
                  <a:lnTo>
                    <a:pt x="1636826" y="871537"/>
                  </a:lnTo>
                  <a:lnTo>
                    <a:pt x="1636826" y="877252"/>
                  </a:lnTo>
                  <a:lnTo>
                    <a:pt x="1636826" y="1100137"/>
                  </a:lnTo>
                  <a:lnTo>
                    <a:pt x="1607146" y="1100137"/>
                  </a:lnTo>
                  <a:lnTo>
                    <a:pt x="1614754" y="1098067"/>
                  </a:lnTo>
                  <a:lnTo>
                    <a:pt x="1622869" y="1094473"/>
                  </a:lnTo>
                  <a:lnTo>
                    <a:pt x="1630819" y="1089558"/>
                  </a:lnTo>
                  <a:lnTo>
                    <a:pt x="1636826" y="1084326"/>
                  </a:lnTo>
                  <a:lnTo>
                    <a:pt x="1636826" y="1042987"/>
                  </a:lnTo>
                  <a:lnTo>
                    <a:pt x="1633372" y="1042987"/>
                  </a:lnTo>
                  <a:lnTo>
                    <a:pt x="1628343" y="1041654"/>
                  </a:lnTo>
                  <a:lnTo>
                    <a:pt x="1619961" y="1041844"/>
                  </a:lnTo>
                  <a:lnTo>
                    <a:pt x="1612036" y="1042809"/>
                  </a:lnTo>
                  <a:lnTo>
                    <a:pt x="1611426" y="1042987"/>
                  </a:lnTo>
                  <a:lnTo>
                    <a:pt x="1596809" y="1042987"/>
                  </a:lnTo>
                  <a:lnTo>
                    <a:pt x="1596809" y="1048702"/>
                  </a:lnTo>
                  <a:lnTo>
                    <a:pt x="1596605" y="1048804"/>
                  </a:lnTo>
                  <a:lnTo>
                    <a:pt x="1589100" y="1053846"/>
                  </a:lnTo>
                  <a:lnTo>
                    <a:pt x="1582407" y="1059649"/>
                  </a:lnTo>
                  <a:lnTo>
                    <a:pt x="1577454" y="1065911"/>
                  </a:lnTo>
                  <a:lnTo>
                    <a:pt x="1574266" y="1072654"/>
                  </a:lnTo>
                  <a:lnTo>
                    <a:pt x="1572818" y="1079842"/>
                  </a:lnTo>
                  <a:lnTo>
                    <a:pt x="1573009" y="1086319"/>
                  </a:lnTo>
                  <a:lnTo>
                    <a:pt x="1575485" y="1091565"/>
                  </a:lnTo>
                  <a:lnTo>
                    <a:pt x="1580248" y="1095565"/>
                  </a:lnTo>
                  <a:lnTo>
                    <a:pt x="1584820" y="1099185"/>
                  </a:lnTo>
                  <a:lnTo>
                    <a:pt x="1587766" y="1100137"/>
                  </a:lnTo>
                  <a:lnTo>
                    <a:pt x="1128166" y="1100137"/>
                  </a:lnTo>
                  <a:lnTo>
                    <a:pt x="1128166" y="1048702"/>
                  </a:lnTo>
                  <a:lnTo>
                    <a:pt x="1596809" y="1048702"/>
                  </a:lnTo>
                  <a:lnTo>
                    <a:pt x="1596809" y="1042987"/>
                  </a:lnTo>
                  <a:lnTo>
                    <a:pt x="1128166" y="1042987"/>
                  </a:lnTo>
                  <a:lnTo>
                    <a:pt x="1128166" y="991552"/>
                  </a:lnTo>
                  <a:lnTo>
                    <a:pt x="1636826" y="991552"/>
                  </a:lnTo>
                  <a:lnTo>
                    <a:pt x="1636826" y="985837"/>
                  </a:lnTo>
                  <a:lnTo>
                    <a:pt x="1128166" y="985837"/>
                  </a:lnTo>
                  <a:lnTo>
                    <a:pt x="1128166" y="934402"/>
                  </a:lnTo>
                  <a:lnTo>
                    <a:pt x="1636826" y="934402"/>
                  </a:lnTo>
                  <a:lnTo>
                    <a:pt x="1636826" y="928687"/>
                  </a:lnTo>
                  <a:lnTo>
                    <a:pt x="1128166" y="928687"/>
                  </a:lnTo>
                  <a:lnTo>
                    <a:pt x="1118158" y="928687"/>
                  </a:lnTo>
                  <a:lnTo>
                    <a:pt x="1118158" y="934402"/>
                  </a:lnTo>
                  <a:lnTo>
                    <a:pt x="1118158" y="1153706"/>
                  </a:lnTo>
                  <a:lnTo>
                    <a:pt x="1099502" y="1153706"/>
                  </a:lnTo>
                  <a:lnTo>
                    <a:pt x="1104214" y="1151623"/>
                  </a:lnTo>
                  <a:lnTo>
                    <a:pt x="1112164" y="1146708"/>
                  </a:lnTo>
                  <a:lnTo>
                    <a:pt x="1118158" y="1141476"/>
                  </a:lnTo>
                  <a:lnTo>
                    <a:pt x="1118158" y="1100137"/>
                  </a:lnTo>
                  <a:lnTo>
                    <a:pt x="1114717" y="1100137"/>
                  </a:lnTo>
                  <a:lnTo>
                    <a:pt x="1109687" y="1098804"/>
                  </a:lnTo>
                  <a:lnTo>
                    <a:pt x="1101305" y="1098994"/>
                  </a:lnTo>
                  <a:lnTo>
                    <a:pt x="1093381" y="1099959"/>
                  </a:lnTo>
                  <a:lnTo>
                    <a:pt x="1092771" y="1100137"/>
                  </a:lnTo>
                  <a:lnTo>
                    <a:pt x="1078153" y="1100137"/>
                  </a:lnTo>
                  <a:lnTo>
                    <a:pt x="1078153" y="1105852"/>
                  </a:lnTo>
                  <a:lnTo>
                    <a:pt x="1077950" y="1105954"/>
                  </a:lnTo>
                  <a:lnTo>
                    <a:pt x="1070444" y="1110996"/>
                  </a:lnTo>
                  <a:lnTo>
                    <a:pt x="1063752" y="1116799"/>
                  </a:lnTo>
                  <a:lnTo>
                    <a:pt x="1058799" y="1123061"/>
                  </a:lnTo>
                  <a:lnTo>
                    <a:pt x="1055598" y="1129804"/>
                  </a:lnTo>
                  <a:lnTo>
                    <a:pt x="1054150" y="1136992"/>
                  </a:lnTo>
                  <a:lnTo>
                    <a:pt x="1054341" y="1143469"/>
                  </a:lnTo>
                  <a:lnTo>
                    <a:pt x="1056817" y="1148715"/>
                  </a:lnTo>
                  <a:lnTo>
                    <a:pt x="1061580" y="1152715"/>
                  </a:lnTo>
                  <a:lnTo>
                    <a:pt x="1062824" y="1153706"/>
                  </a:lnTo>
                  <a:lnTo>
                    <a:pt x="1038148" y="1153706"/>
                  </a:lnTo>
                  <a:lnTo>
                    <a:pt x="1038148" y="1147000"/>
                  </a:lnTo>
                  <a:lnTo>
                    <a:pt x="1038148" y="1141564"/>
                  </a:lnTo>
                  <a:lnTo>
                    <a:pt x="1038148" y="1138707"/>
                  </a:lnTo>
                  <a:lnTo>
                    <a:pt x="1027290" y="1141564"/>
                  </a:lnTo>
                  <a:lnTo>
                    <a:pt x="1027290" y="1110424"/>
                  </a:lnTo>
                  <a:lnTo>
                    <a:pt x="1027290" y="1108710"/>
                  </a:lnTo>
                  <a:lnTo>
                    <a:pt x="1038148" y="1106131"/>
                  </a:lnTo>
                  <a:lnTo>
                    <a:pt x="1038148" y="1105852"/>
                  </a:lnTo>
                  <a:lnTo>
                    <a:pt x="1078153" y="1105852"/>
                  </a:lnTo>
                  <a:lnTo>
                    <a:pt x="1078153" y="1100137"/>
                  </a:lnTo>
                  <a:lnTo>
                    <a:pt x="1038148" y="1100137"/>
                  </a:lnTo>
                  <a:lnTo>
                    <a:pt x="1038148" y="1091272"/>
                  </a:lnTo>
                  <a:lnTo>
                    <a:pt x="1038148" y="1085850"/>
                  </a:lnTo>
                  <a:lnTo>
                    <a:pt x="1038148" y="1082992"/>
                  </a:lnTo>
                  <a:lnTo>
                    <a:pt x="1027290" y="1085850"/>
                  </a:lnTo>
                  <a:lnTo>
                    <a:pt x="1027290" y="1048702"/>
                  </a:lnTo>
                  <a:lnTo>
                    <a:pt x="1118158" y="1048702"/>
                  </a:lnTo>
                  <a:lnTo>
                    <a:pt x="1118158" y="1042987"/>
                  </a:lnTo>
                  <a:lnTo>
                    <a:pt x="1027290" y="1042987"/>
                  </a:lnTo>
                  <a:lnTo>
                    <a:pt x="1020152" y="1042987"/>
                  </a:lnTo>
                  <a:lnTo>
                    <a:pt x="1020152" y="1048702"/>
                  </a:lnTo>
                  <a:lnTo>
                    <a:pt x="1020152" y="1087272"/>
                  </a:lnTo>
                  <a:lnTo>
                    <a:pt x="1020152" y="1110424"/>
                  </a:lnTo>
                  <a:lnTo>
                    <a:pt x="1020152" y="1143000"/>
                  </a:lnTo>
                  <a:lnTo>
                    <a:pt x="1005001" y="1147000"/>
                  </a:lnTo>
                  <a:lnTo>
                    <a:pt x="1005001" y="1116139"/>
                  </a:lnTo>
                  <a:lnTo>
                    <a:pt x="1005001" y="1114425"/>
                  </a:lnTo>
                  <a:lnTo>
                    <a:pt x="1020152" y="1110424"/>
                  </a:lnTo>
                  <a:lnTo>
                    <a:pt x="1020152" y="1087272"/>
                  </a:lnTo>
                  <a:lnTo>
                    <a:pt x="1005001" y="1091272"/>
                  </a:lnTo>
                  <a:lnTo>
                    <a:pt x="1005001" y="1048702"/>
                  </a:lnTo>
                  <a:lnTo>
                    <a:pt x="1020152" y="1048702"/>
                  </a:lnTo>
                  <a:lnTo>
                    <a:pt x="1020152" y="1042987"/>
                  </a:lnTo>
                  <a:lnTo>
                    <a:pt x="997864" y="1042987"/>
                  </a:lnTo>
                  <a:lnTo>
                    <a:pt x="997864" y="1048702"/>
                  </a:lnTo>
                  <a:lnTo>
                    <a:pt x="997864" y="1092987"/>
                  </a:lnTo>
                  <a:lnTo>
                    <a:pt x="986713" y="1095844"/>
                  </a:lnTo>
                  <a:lnTo>
                    <a:pt x="986713" y="1100137"/>
                  </a:lnTo>
                  <a:lnTo>
                    <a:pt x="429488" y="1100137"/>
                  </a:lnTo>
                  <a:lnTo>
                    <a:pt x="429488" y="1095146"/>
                  </a:lnTo>
                  <a:lnTo>
                    <a:pt x="429768" y="1093851"/>
                  </a:lnTo>
                  <a:lnTo>
                    <a:pt x="430530" y="1085088"/>
                  </a:lnTo>
                  <a:lnTo>
                    <a:pt x="429488" y="1082573"/>
                  </a:lnTo>
                  <a:lnTo>
                    <a:pt x="429488" y="1048702"/>
                  </a:lnTo>
                  <a:lnTo>
                    <a:pt x="997864" y="1048702"/>
                  </a:lnTo>
                  <a:lnTo>
                    <a:pt x="997864" y="1042987"/>
                  </a:lnTo>
                  <a:lnTo>
                    <a:pt x="429488" y="1042987"/>
                  </a:lnTo>
                  <a:lnTo>
                    <a:pt x="429488" y="991552"/>
                  </a:lnTo>
                  <a:lnTo>
                    <a:pt x="1118158" y="991552"/>
                  </a:lnTo>
                  <a:lnTo>
                    <a:pt x="1118158" y="985837"/>
                  </a:lnTo>
                  <a:lnTo>
                    <a:pt x="429488" y="985837"/>
                  </a:lnTo>
                  <a:lnTo>
                    <a:pt x="429488" y="934402"/>
                  </a:lnTo>
                  <a:lnTo>
                    <a:pt x="1118158" y="934402"/>
                  </a:lnTo>
                  <a:lnTo>
                    <a:pt x="1118158" y="928687"/>
                  </a:lnTo>
                  <a:lnTo>
                    <a:pt x="429488" y="928687"/>
                  </a:lnTo>
                  <a:lnTo>
                    <a:pt x="429488" y="900112"/>
                  </a:lnTo>
                  <a:lnTo>
                    <a:pt x="420903" y="900112"/>
                  </a:lnTo>
                  <a:lnTo>
                    <a:pt x="420903" y="1288732"/>
                  </a:lnTo>
                  <a:lnTo>
                    <a:pt x="420052" y="1290535"/>
                  </a:lnTo>
                  <a:lnTo>
                    <a:pt x="389483" y="1315593"/>
                  </a:lnTo>
                  <a:lnTo>
                    <a:pt x="373189" y="1321206"/>
                  </a:lnTo>
                  <a:lnTo>
                    <a:pt x="369189" y="1321015"/>
                  </a:lnTo>
                  <a:lnTo>
                    <a:pt x="365188" y="1320634"/>
                  </a:lnTo>
                  <a:lnTo>
                    <a:pt x="363283" y="1318920"/>
                  </a:lnTo>
                  <a:lnTo>
                    <a:pt x="363474" y="1315872"/>
                  </a:lnTo>
                  <a:lnTo>
                    <a:pt x="363550" y="1315593"/>
                  </a:lnTo>
                  <a:lnTo>
                    <a:pt x="364693" y="1310805"/>
                  </a:lnTo>
                  <a:lnTo>
                    <a:pt x="396913" y="1283589"/>
                  </a:lnTo>
                  <a:lnTo>
                    <a:pt x="411200" y="1278153"/>
                  </a:lnTo>
                  <a:lnTo>
                    <a:pt x="416915" y="1278724"/>
                  </a:lnTo>
                  <a:lnTo>
                    <a:pt x="419481" y="1279067"/>
                  </a:lnTo>
                  <a:lnTo>
                    <a:pt x="419481" y="1288732"/>
                  </a:lnTo>
                  <a:lnTo>
                    <a:pt x="420903" y="1288732"/>
                  </a:lnTo>
                  <a:lnTo>
                    <a:pt x="420903" y="900112"/>
                  </a:lnTo>
                  <a:lnTo>
                    <a:pt x="419481" y="900112"/>
                  </a:lnTo>
                  <a:lnTo>
                    <a:pt x="419481" y="928687"/>
                  </a:lnTo>
                  <a:lnTo>
                    <a:pt x="419481" y="934402"/>
                  </a:lnTo>
                  <a:lnTo>
                    <a:pt x="419481" y="1091196"/>
                  </a:lnTo>
                  <a:lnTo>
                    <a:pt x="416052" y="1095273"/>
                  </a:lnTo>
                  <a:lnTo>
                    <a:pt x="410438" y="1100137"/>
                  </a:lnTo>
                  <a:lnTo>
                    <a:pt x="403860" y="1100137"/>
                  </a:lnTo>
                  <a:lnTo>
                    <a:pt x="403860" y="1105852"/>
                  </a:lnTo>
                  <a:lnTo>
                    <a:pt x="373189" y="1121181"/>
                  </a:lnTo>
                  <a:lnTo>
                    <a:pt x="369189" y="1120990"/>
                  </a:lnTo>
                  <a:lnTo>
                    <a:pt x="365188" y="1120609"/>
                  </a:lnTo>
                  <a:lnTo>
                    <a:pt x="363283" y="1118895"/>
                  </a:lnTo>
                  <a:lnTo>
                    <a:pt x="363474" y="1115847"/>
                  </a:lnTo>
                  <a:lnTo>
                    <a:pt x="363550" y="1115568"/>
                  </a:lnTo>
                  <a:lnTo>
                    <a:pt x="364693" y="1110780"/>
                  </a:lnTo>
                  <a:lnTo>
                    <a:pt x="367588" y="1105852"/>
                  </a:lnTo>
                  <a:lnTo>
                    <a:pt x="403860" y="1105852"/>
                  </a:lnTo>
                  <a:lnTo>
                    <a:pt x="403860" y="1100137"/>
                  </a:lnTo>
                  <a:lnTo>
                    <a:pt x="372770" y="1100137"/>
                  </a:lnTo>
                  <a:lnTo>
                    <a:pt x="383667" y="1091272"/>
                  </a:lnTo>
                  <a:lnTo>
                    <a:pt x="389483" y="1087564"/>
                  </a:lnTo>
                  <a:lnTo>
                    <a:pt x="396913" y="1083564"/>
                  </a:lnTo>
                  <a:lnTo>
                    <a:pt x="404533" y="1079754"/>
                  </a:lnTo>
                  <a:lnTo>
                    <a:pt x="411200" y="1078128"/>
                  </a:lnTo>
                  <a:lnTo>
                    <a:pt x="416915" y="1078699"/>
                  </a:lnTo>
                  <a:lnTo>
                    <a:pt x="419481" y="1079042"/>
                  </a:lnTo>
                  <a:lnTo>
                    <a:pt x="419481" y="1071626"/>
                  </a:lnTo>
                  <a:lnTo>
                    <a:pt x="415772" y="1069555"/>
                  </a:lnTo>
                  <a:lnTo>
                    <a:pt x="409956" y="1068412"/>
                  </a:lnTo>
                  <a:lnTo>
                    <a:pt x="403479" y="1068984"/>
                  </a:lnTo>
                  <a:lnTo>
                    <a:pt x="365455" y="1085596"/>
                  </a:lnTo>
                  <a:lnTo>
                    <a:pt x="356958" y="1100137"/>
                  </a:lnTo>
                  <a:lnTo>
                    <a:pt x="28003" y="1100137"/>
                  </a:lnTo>
                  <a:lnTo>
                    <a:pt x="28003" y="1048702"/>
                  </a:lnTo>
                  <a:lnTo>
                    <a:pt x="419481" y="1048702"/>
                  </a:lnTo>
                  <a:lnTo>
                    <a:pt x="419481" y="1042987"/>
                  </a:lnTo>
                  <a:lnTo>
                    <a:pt x="28003" y="1042987"/>
                  </a:lnTo>
                  <a:lnTo>
                    <a:pt x="28003" y="991552"/>
                  </a:lnTo>
                  <a:lnTo>
                    <a:pt x="419481" y="991552"/>
                  </a:lnTo>
                  <a:lnTo>
                    <a:pt x="419481" y="985837"/>
                  </a:lnTo>
                  <a:lnTo>
                    <a:pt x="28003" y="985837"/>
                  </a:lnTo>
                  <a:lnTo>
                    <a:pt x="28003" y="934402"/>
                  </a:lnTo>
                  <a:lnTo>
                    <a:pt x="419481" y="934402"/>
                  </a:lnTo>
                  <a:lnTo>
                    <a:pt x="419481" y="928687"/>
                  </a:lnTo>
                  <a:lnTo>
                    <a:pt x="28003" y="928687"/>
                  </a:lnTo>
                  <a:lnTo>
                    <a:pt x="28003" y="877252"/>
                  </a:lnTo>
                  <a:lnTo>
                    <a:pt x="1636826" y="877252"/>
                  </a:lnTo>
                  <a:lnTo>
                    <a:pt x="1636826" y="871537"/>
                  </a:lnTo>
                  <a:lnTo>
                    <a:pt x="28003" y="871537"/>
                  </a:lnTo>
                  <a:lnTo>
                    <a:pt x="28003" y="0"/>
                  </a:lnTo>
                  <a:lnTo>
                    <a:pt x="18008" y="0"/>
                  </a:lnTo>
                  <a:lnTo>
                    <a:pt x="18008" y="871537"/>
                  </a:lnTo>
                  <a:lnTo>
                    <a:pt x="15303" y="871537"/>
                  </a:lnTo>
                  <a:lnTo>
                    <a:pt x="15303" y="877252"/>
                  </a:lnTo>
                  <a:lnTo>
                    <a:pt x="18008" y="877252"/>
                  </a:lnTo>
                  <a:lnTo>
                    <a:pt x="18008" y="928687"/>
                  </a:lnTo>
                  <a:lnTo>
                    <a:pt x="15303" y="928687"/>
                  </a:lnTo>
                  <a:lnTo>
                    <a:pt x="15303" y="934402"/>
                  </a:lnTo>
                  <a:lnTo>
                    <a:pt x="18008" y="934402"/>
                  </a:lnTo>
                  <a:lnTo>
                    <a:pt x="18008" y="985837"/>
                  </a:lnTo>
                  <a:lnTo>
                    <a:pt x="15303" y="985837"/>
                  </a:lnTo>
                  <a:lnTo>
                    <a:pt x="15303" y="991552"/>
                  </a:lnTo>
                  <a:lnTo>
                    <a:pt x="18008" y="991552"/>
                  </a:lnTo>
                  <a:lnTo>
                    <a:pt x="18008" y="1042987"/>
                  </a:lnTo>
                  <a:lnTo>
                    <a:pt x="15303" y="1042987"/>
                  </a:lnTo>
                  <a:lnTo>
                    <a:pt x="15303" y="1048702"/>
                  </a:lnTo>
                  <a:lnTo>
                    <a:pt x="18008" y="1048702"/>
                  </a:lnTo>
                  <a:lnTo>
                    <a:pt x="18008" y="1100137"/>
                  </a:lnTo>
                  <a:lnTo>
                    <a:pt x="15303" y="1100137"/>
                  </a:lnTo>
                  <a:lnTo>
                    <a:pt x="15303" y="1105852"/>
                  </a:lnTo>
                  <a:lnTo>
                    <a:pt x="18008" y="1105852"/>
                  </a:lnTo>
                  <a:lnTo>
                    <a:pt x="28003" y="1105852"/>
                  </a:lnTo>
                  <a:lnTo>
                    <a:pt x="355765" y="1105852"/>
                  </a:lnTo>
                  <a:lnTo>
                    <a:pt x="354812" y="1114615"/>
                  </a:lnTo>
                  <a:lnTo>
                    <a:pt x="357759" y="1121752"/>
                  </a:lnTo>
                  <a:lnTo>
                    <a:pt x="364617" y="1127277"/>
                  </a:lnTo>
                  <a:lnTo>
                    <a:pt x="369760" y="1130134"/>
                  </a:lnTo>
                  <a:lnTo>
                    <a:pt x="375475" y="1131277"/>
                  </a:lnTo>
                  <a:lnTo>
                    <a:pt x="381762" y="1130706"/>
                  </a:lnTo>
                  <a:lnTo>
                    <a:pt x="389839" y="1129804"/>
                  </a:lnTo>
                  <a:lnTo>
                    <a:pt x="397764" y="1127633"/>
                  </a:lnTo>
                  <a:lnTo>
                    <a:pt x="405549" y="1124229"/>
                  </a:lnTo>
                  <a:lnTo>
                    <a:pt x="410540" y="1121181"/>
                  </a:lnTo>
                  <a:lnTo>
                    <a:pt x="413194" y="1119568"/>
                  </a:lnTo>
                  <a:lnTo>
                    <a:pt x="419481" y="1114361"/>
                  </a:lnTo>
                  <a:lnTo>
                    <a:pt x="419481" y="1153706"/>
                  </a:lnTo>
                  <a:lnTo>
                    <a:pt x="338963" y="1153706"/>
                  </a:lnTo>
                  <a:lnTo>
                    <a:pt x="338963" y="1160856"/>
                  </a:lnTo>
                  <a:lnTo>
                    <a:pt x="419481" y="1160856"/>
                  </a:lnTo>
                  <a:lnTo>
                    <a:pt x="419481" y="1210856"/>
                  </a:lnTo>
                  <a:lnTo>
                    <a:pt x="338963" y="1210856"/>
                  </a:lnTo>
                  <a:lnTo>
                    <a:pt x="338963" y="1218006"/>
                  </a:lnTo>
                  <a:lnTo>
                    <a:pt x="419481" y="1218006"/>
                  </a:lnTo>
                  <a:lnTo>
                    <a:pt x="419481" y="1268006"/>
                  </a:lnTo>
                  <a:lnTo>
                    <a:pt x="338963" y="1268006"/>
                  </a:lnTo>
                  <a:lnTo>
                    <a:pt x="338963" y="1275156"/>
                  </a:lnTo>
                  <a:lnTo>
                    <a:pt x="380365" y="1275156"/>
                  </a:lnTo>
                  <a:lnTo>
                    <a:pt x="379590" y="1275499"/>
                  </a:lnTo>
                  <a:lnTo>
                    <a:pt x="372046" y="1280160"/>
                  </a:lnTo>
                  <a:lnTo>
                    <a:pt x="354812" y="1314640"/>
                  </a:lnTo>
                  <a:lnTo>
                    <a:pt x="357759" y="1321777"/>
                  </a:lnTo>
                  <a:lnTo>
                    <a:pt x="364617" y="1327302"/>
                  </a:lnTo>
                  <a:lnTo>
                    <a:pt x="369760" y="1330159"/>
                  </a:lnTo>
                  <a:lnTo>
                    <a:pt x="375475" y="1331302"/>
                  </a:lnTo>
                  <a:lnTo>
                    <a:pt x="381762" y="1330731"/>
                  </a:lnTo>
                  <a:lnTo>
                    <a:pt x="389839" y="1329829"/>
                  </a:lnTo>
                  <a:lnTo>
                    <a:pt x="397764" y="1327658"/>
                  </a:lnTo>
                  <a:lnTo>
                    <a:pt x="405549" y="1324254"/>
                  </a:lnTo>
                  <a:lnTo>
                    <a:pt x="410540" y="1321206"/>
                  </a:lnTo>
                  <a:lnTo>
                    <a:pt x="413194" y="1319593"/>
                  </a:lnTo>
                  <a:lnTo>
                    <a:pt x="430530" y="1285113"/>
                  </a:lnTo>
                  <a:lnTo>
                    <a:pt x="429488" y="1282598"/>
                  </a:lnTo>
                  <a:lnTo>
                    <a:pt x="429488" y="1275156"/>
                  </a:lnTo>
                  <a:lnTo>
                    <a:pt x="450100" y="1275156"/>
                  </a:lnTo>
                  <a:lnTo>
                    <a:pt x="450100" y="1268006"/>
                  </a:lnTo>
                  <a:lnTo>
                    <a:pt x="429488" y="1268006"/>
                  </a:lnTo>
                  <a:lnTo>
                    <a:pt x="429488" y="1218006"/>
                  </a:lnTo>
                  <a:lnTo>
                    <a:pt x="450100" y="1218006"/>
                  </a:lnTo>
                  <a:lnTo>
                    <a:pt x="450100" y="1210856"/>
                  </a:lnTo>
                  <a:lnTo>
                    <a:pt x="429488" y="1210856"/>
                  </a:lnTo>
                  <a:lnTo>
                    <a:pt x="429488" y="1160856"/>
                  </a:lnTo>
                  <a:lnTo>
                    <a:pt x="450100" y="1160856"/>
                  </a:lnTo>
                  <a:lnTo>
                    <a:pt x="450100" y="1153706"/>
                  </a:lnTo>
                  <a:lnTo>
                    <a:pt x="429488" y="1153706"/>
                  </a:lnTo>
                  <a:lnTo>
                    <a:pt x="429488" y="1105852"/>
                  </a:lnTo>
                  <a:lnTo>
                    <a:pt x="986713" y="1105852"/>
                  </a:lnTo>
                  <a:lnTo>
                    <a:pt x="986713" y="1118997"/>
                  </a:lnTo>
                  <a:lnTo>
                    <a:pt x="997864" y="1116139"/>
                  </a:lnTo>
                  <a:lnTo>
                    <a:pt x="997864" y="1148715"/>
                  </a:lnTo>
                  <a:lnTo>
                    <a:pt x="986713" y="1151572"/>
                  </a:lnTo>
                  <a:lnTo>
                    <a:pt x="986713" y="1175004"/>
                  </a:lnTo>
                  <a:lnTo>
                    <a:pt x="997864" y="1172425"/>
                  </a:lnTo>
                  <a:lnTo>
                    <a:pt x="997864" y="1215009"/>
                  </a:lnTo>
                  <a:lnTo>
                    <a:pt x="1005001" y="1215009"/>
                  </a:lnTo>
                  <a:lnTo>
                    <a:pt x="1005001" y="1172425"/>
                  </a:lnTo>
                  <a:lnTo>
                    <a:pt x="1005001" y="1170711"/>
                  </a:lnTo>
                  <a:lnTo>
                    <a:pt x="1020152" y="1167003"/>
                  </a:lnTo>
                  <a:lnTo>
                    <a:pt x="1020152" y="1207579"/>
                  </a:lnTo>
                  <a:lnTo>
                    <a:pt x="1027290" y="1207579"/>
                  </a:lnTo>
                  <a:lnTo>
                    <a:pt x="1027290" y="1167003"/>
                  </a:lnTo>
                  <a:lnTo>
                    <a:pt x="1027290" y="1165288"/>
                  </a:lnTo>
                  <a:lnTo>
                    <a:pt x="1038148" y="1162431"/>
                  </a:lnTo>
                  <a:lnTo>
                    <a:pt x="1038148" y="1160856"/>
                  </a:lnTo>
                  <a:lnTo>
                    <a:pt x="1118158" y="1160856"/>
                  </a:lnTo>
                  <a:lnTo>
                    <a:pt x="1118158" y="1210856"/>
                  </a:lnTo>
                  <a:lnTo>
                    <a:pt x="1037640" y="1210856"/>
                  </a:lnTo>
                  <a:lnTo>
                    <a:pt x="1037640" y="1218006"/>
                  </a:lnTo>
                  <a:lnTo>
                    <a:pt x="1118158" y="1218006"/>
                  </a:lnTo>
                  <a:lnTo>
                    <a:pt x="1118158" y="1268006"/>
                  </a:lnTo>
                  <a:lnTo>
                    <a:pt x="1037640" y="1268006"/>
                  </a:lnTo>
                  <a:lnTo>
                    <a:pt x="1037640" y="1275156"/>
                  </a:lnTo>
                  <a:lnTo>
                    <a:pt x="1118158" y="1275156"/>
                  </a:lnTo>
                  <a:lnTo>
                    <a:pt x="1118158" y="1302131"/>
                  </a:lnTo>
                  <a:lnTo>
                    <a:pt x="1116164" y="1300543"/>
                  </a:lnTo>
                  <a:lnTo>
                    <a:pt x="1109687" y="1298829"/>
                  </a:lnTo>
                  <a:lnTo>
                    <a:pt x="1070444" y="1311021"/>
                  </a:lnTo>
                  <a:lnTo>
                    <a:pt x="1057808" y="1325156"/>
                  </a:lnTo>
                  <a:lnTo>
                    <a:pt x="1037640" y="1325156"/>
                  </a:lnTo>
                  <a:lnTo>
                    <a:pt x="1037640" y="1332306"/>
                  </a:lnTo>
                  <a:lnTo>
                    <a:pt x="1055090" y="1332306"/>
                  </a:lnTo>
                  <a:lnTo>
                    <a:pt x="1054150" y="1337017"/>
                  </a:lnTo>
                  <a:lnTo>
                    <a:pt x="1079296" y="1358455"/>
                  </a:lnTo>
                  <a:lnTo>
                    <a:pt x="1087780" y="1357503"/>
                  </a:lnTo>
                  <a:lnTo>
                    <a:pt x="1123810" y="1334452"/>
                  </a:lnTo>
                  <a:lnTo>
                    <a:pt x="1124788" y="1332306"/>
                  </a:lnTo>
                  <a:lnTo>
                    <a:pt x="1148778" y="1332306"/>
                  </a:lnTo>
                  <a:lnTo>
                    <a:pt x="1148778" y="1325156"/>
                  </a:lnTo>
                  <a:lnTo>
                    <a:pt x="1127442" y="1325156"/>
                  </a:lnTo>
                  <a:lnTo>
                    <a:pt x="1128445" y="1319872"/>
                  </a:lnTo>
                  <a:lnTo>
                    <a:pt x="1128255" y="1312633"/>
                  </a:lnTo>
                  <a:lnTo>
                    <a:pt x="1128166" y="1312456"/>
                  </a:lnTo>
                  <a:lnTo>
                    <a:pt x="1128166" y="1275156"/>
                  </a:lnTo>
                  <a:lnTo>
                    <a:pt x="1148778" y="1275156"/>
                  </a:lnTo>
                  <a:lnTo>
                    <a:pt x="1148778" y="1268006"/>
                  </a:lnTo>
                  <a:lnTo>
                    <a:pt x="1128166" y="1268006"/>
                  </a:lnTo>
                  <a:lnTo>
                    <a:pt x="1128166" y="1218006"/>
                  </a:lnTo>
                  <a:lnTo>
                    <a:pt x="1148778" y="1218006"/>
                  </a:lnTo>
                  <a:lnTo>
                    <a:pt x="1148778" y="1210856"/>
                  </a:lnTo>
                  <a:lnTo>
                    <a:pt x="1128166" y="1210856"/>
                  </a:lnTo>
                  <a:lnTo>
                    <a:pt x="1128166" y="1160856"/>
                  </a:lnTo>
                  <a:lnTo>
                    <a:pt x="1148778" y="1160856"/>
                  </a:lnTo>
                  <a:lnTo>
                    <a:pt x="1148778" y="1153706"/>
                  </a:lnTo>
                  <a:lnTo>
                    <a:pt x="1128166" y="1153706"/>
                  </a:lnTo>
                  <a:lnTo>
                    <a:pt x="1128166" y="1121333"/>
                  </a:lnTo>
                  <a:lnTo>
                    <a:pt x="1128445" y="1119847"/>
                  </a:lnTo>
                  <a:lnTo>
                    <a:pt x="1128255" y="1112608"/>
                  </a:lnTo>
                  <a:lnTo>
                    <a:pt x="1128166" y="1112431"/>
                  </a:lnTo>
                  <a:lnTo>
                    <a:pt x="1128166" y="1105852"/>
                  </a:lnTo>
                  <a:lnTo>
                    <a:pt x="1636826" y="1105852"/>
                  </a:lnTo>
                  <a:lnTo>
                    <a:pt x="1636826" y="1153706"/>
                  </a:lnTo>
                  <a:lnTo>
                    <a:pt x="1556296" y="1153706"/>
                  </a:lnTo>
                  <a:lnTo>
                    <a:pt x="1556296" y="1160856"/>
                  </a:lnTo>
                  <a:lnTo>
                    <a:pt x="1636826" y="1160856"/>
                  </a:lnTo>
                  <a:lnTo>
                    <a:pt x="1636826" y="1210856"/>
                  </a:lnTo>
                  <a:lnTo>
                    <a:pt x="1556296" y="1210856"/>
                  </a:lnTo>
                  <a:lnTo>
                    <a:pt x="1556296" y="1218006"/>
                  </a:lnTo>
                  <a:lnTo>
                    <a:pt x="1636826" y="1218006"/>
                  </a:lnTo>
                  <a:lnTo>
                    <a:pt x="1636826" y="1244993"/>
                  </a:lnTo>
                  <a:lnTo>
                    <a:pt x="1634820" y="1243393"/>
                  </a:lnTo>
                  <a:lnTo>
                    <a:pt x="1628343" y="1241679"/>
                  </a:lnTo>
                  <a:lnTo>
                    <a:pt x="1589100" y="1253871"/>
                  </a:lnTo>
                  <a:lnTo>
                    <a:pt x="1576463" y="1268006"/>
                  </a:lnTo>
                  <a:lnTo>
                    <a:pt x="1556296" y="1268006"/>
                  </a:lnTo>
                  <a:lnTo>
                    <a:pt x="1556296" y="1275156"/>
                  </a:lnTo>
                  <a:lnTo>
                    <a:pt x="1573758" y="1275156"/>
                  </a:lnTo>
                  <a:lnTo>
                    <a:pt x="1572818" y="1279867"/>
                  </a:lnTo>
                  <a:lnTo>
                    <a:pt x="1597964" y="1301305"/>
                  </a:lnTo>
                  <a:lnTo>
                    <a:pt x="1606448" y="1300353"/>
                  </a:lnTo>
                  <a:lnTo>
                    <a:pt x="1642465" y="1277302"/>
                  </a:lnTo>
                  <a:lnTo>
                    <a:pt x="1643443" y="1275156"/>
                  </a:lnTo>
                  <a:lnTo>
                    <a:pt x="1667433" y="1275156"/>
                  </a:lnTo>
                  <a:lnTo>
                    <a:pt x="1667433" y="1268006"/>
                  </a:lnTo>
                  <a:lnTo>
                    <a:pt x="1646097" y="1268006"/>
                  </a:lnTo>
                  <a:lnTo>
                    <a:pt x="1647113" y="1262722"/>
                  </a:lnTo>
                  <a:lnTo>
                    <a:pt x="1646923" y="1255483"/>
                  </a:lnTo>
                  <a:lnTo>
                    <a:pt x="1646821" y="1255280"/>
                  </a:lnTo>
                  <a:lnTo>
                    <a:pt x="1646821" y="1218006"/>
                  </a:lnTo>
                  <a:lnTo>
                    <a:pt x="1667433" y="1218006"/>
                  </a:lnTo>
                  <a:lnTo>
                    <a:pt x="1667433" y="1210856"/>
                  </a:lnTo>
                  <a:lnTo>
                    <a:pt x="1646821" y="1210856"/>
                  </a:lnTo>
                  <a:lnTo>
                    <a:pt x="1646821" y="1160856"/>
                  </a:lnTo>
                  <a:lnTo>
                    <a:pt x="1667433" y="1160856"/>
                  </a:lnTo>
                  <a:lnTo>
                    <a:pt x="1667433" y="1153706"/>
                  </a:lnTo>
                  <a:lnTo>
                    <a:pt x="1646821" y="1153706"/>
                  </a:lnTo>
                  <a:lnTo>
                    <a:pt x="1646821" y="1105852"/>
                  </a:lnTo>
                  <a:lnTo>
                    <a:pt x="1701393" y="1105852"/>
                  </a:lnTo>
                  <a:lnTo>
                    <a:pt x="1700885" y="1108417"/>
                  </a:lnTo>
                  <a:lnTo>
                    <a:pt x="1701076" y="1114894"/>
                  </a:lnTo>
                  <a:lnTo>
                    <a:pt x="1726031" y="1129855"/>
                  </a:lnTo>
                  <a:lnTo>
                    <a:pt x="1734515" y="1128903"/>
                  </a:lnTo>
                  <a:lnTo>
                    <a:pt x="1742808" y="1126642"/>
                  </a:lnTo>
                  <a:lnTo>
                    <a:pt x="1750936" y="1123048"/>
                  </a:lnTo>
                  <a:lnTo>
                    <a:pt x="1758886" y="1118133"/>
                  </a:lnTo>
                  <a:lnTo>
                    <a:pt x="1764893" y="1112888"/>
                  </a:lnTo>
                  <a:lnTo>
                    <a:pt x="1764893" y="1153706"/>
                  </a:lnTo>
                  <a:lnTo>
                    <a:pt x="1684362" y="1153706"/>
                  </a:lnTo>
                  <a:lnTo>
                    <a:pt x="1684362" y="1160856"/>
                  </a:lnTo>
                  <a:lnTo>
                    <a:pt x="1764893" y="1160856"/>
                  </a:lnTo>
                  <a:lnTo>
                    <a:pt x="1764893" y="1210856"/>
                  </a:lnTo>
                  <a:lnTo>
                    <a:pt x="1684362" y="1210856"/>
                  </a:lnTo>
                  <a:lnTo>
                    <a:pt x="1684362" y="1218006"/>
                  </a:lnTo>
                  <a:lnTo>
                    <a:pt x="1764893" y="1218006"/>
                  </a:lnTo>
                  <a:lnTo>
                    <a:pt x="1764893" y="1268006"/>
                  </a:lnTo>
                  <a:lnTo>
                    <a:pt x="1684362" y="1268006"/>
                  </a:lnTo>
                  <a:lnTo>
                    <a:pt x="1684362" y="1275156"/>
                  </a:lnTo>
                  <a:lnTo>
                    <a:pt x="1729333" y="1275156"/>
                  </a:lnTo>
                  <a:lnTo>
                    <a:pt x="1724672" y="1277404"/>
                  </a:lnTo>
                  <a:lnTo>
                    <a:pt x="1700885" y="1308442"/>
                  </a:lnTo>
                  <a:lnTo>
                    <a:pt x="1701076" y="1314919"/>
                  </a:lnTo>
                  <a:lnTo>
                    <a:pt x="1726031" y="1329880"/>
                  </a:lnTo>
                  <a:lnTo>
                    <a:pt x="1734515" y="1328928"/>
                  </a:lnTo>
                  <a:lnTo>
                    <a:pt x="1770532" y="1305877"/>
                  </a:lnTo>
                  <a:lnTo>
                    <a:pt x="1775180" y="1291297"/>
                  </a:lnTo>
                  <a:lnTo>
                    <a:pt x="1774990" y="1284058"/>
                  </a:lnTo>
                  <a:lnTo>
                    <a:pt x="1774888" y="1283855"/>
                  </a:lnTo>
                  <a:lnTo>
                    <a:pt x="1774888" y="1275156"/>
                  </a:lnTo>
                  <a:lnTo>
                    <a:pt x="1795500" y="1275156"/>
                  </a:lnTo>
                  <a:lnTo>
                    <a:pt x="1795500" y="1268006"/>
                  </a:lnTo>
                  <a:lnTo>
                    <a:pt x="1774888" y="1268006"/>
                  </a:lnTo>
                  <a:lnTo>
                    <a:pt x="1774888" y="1218006"/>
                  </a:lnTo>
                  <a:lnTo>
                    <a:pt x="1795500" y="1218006"/>
                  </a:lnTo>
                  <a:lnTo>
                    <a:pt x="1795500" y="1210856"/>
                  </a:lnTo>
                  <a:lnTo>
                    <a:pt x="1774888" y="1210856"/>
                  </a:lnTo>
                  <a:lnTo>
                    <a:pt x="1774888" y="1160856"/>
                  </a:lnTo>
                  <a:lnTo>
                    <a:pt x="1795500" y="1160856"/>
                  </a:lnTo>
                  <a:lnTo>
                    <a:pt x="1795500" y="1153706"/>
                  </a:lnTo>
                  <a:lnTo>
                    <a:pt x="1774888" y="1153706"/>
                  </a:lnTo>
                  <a:lnTo>
                    <a:pt x="1774888" y="1105852"/>
                  </a:lnTo>
                  <a:lnTo>
                    <a:pt x="1824850" y="1105852"/>
                  </a:lnTo>
                  <a:lnTo>
                    <a:pt x="1824850" y="1100137"/>
                  </a:lnTo>
                  <a:lnTo>
                    <a:pt x="1774888" y="1100137"/>
                  </a:lnTo>
                  <a:lnTo>
                    <a:pt x="1774888" y="1092809"/>
                  </a:lnTo>
                  <a:lnTo>
                    <a:pt x="1775180" y="1091272"/>
                  </a:lnTo>
                  <a:lnTo>
                    <a:pt x="1774990" y="1084033"/>
                  </a:lnTo>
                  <a:lnTo>
                    <a:pt x="1774888" y="1083830"/>
                  </a:lnTo>
                  <a:lnTo>
                    <a:pt x="1774888" y="1048702"/>
                  </a:lnTo>
                  <a:lnTo>
                    <a:pt x="1824850" y="1048702"/>
                  </a:lnTo>
                  <a:lnTo>
                    <a:pt x="1824850" y="1042987"/>
                  </a:lnTo>
                  <a:lnTo>
                    <a:pt x="1774888" y="1042987"/>
                  </a:lnTo>
                  <a:lnTo>
                    <a:pt x="1774888" y="991552"/>
                  </a:lnTo>
                  <a:lnTo>
                    <a:pt x="1824850" y="991552"/>
                  </a:lnTo>
                  <a:lnTo>
                    <a:pt x="1824850" y="985837"/>
                  </a:lnTo>
                  <a:lnTo>
                    <a:pt x="1774888" y="985837"/>
                  </a:lnTo>
                  <a:lnTo>
                    <a:pt x="1774888" y="934402"/>
                  </a:lnTo>
                  <a:lnTo>
                    <a:pt x="1824850" y="934402"/>
                  </a:lnTo>
                  <a:lnTo>
                    <a:pt x="1824850" y="928687"/>
                  </a:lnTo>
                  <a:lnTo>
                    <a:pt x="1774888" y="928687"/>
                  </a:lnTo>
                  <a:lnTo>
                    <a:pt x="1774888" y="885825"/>
                  </a:lnTo>
                  <a:lnTo>
                    <a:pt x="1764893" y="885825"/>
                  </a:lnTo>
                  <a:lnTo>
                    <a:pt x="1764893" y="928687"/>
                  </a:lnTo>
                  <a:lnTo>
                    <a:pt x="1764893" y="934402"/>
                  </a:lnTo>
                  <a:lnTo>
                    <a:pt x="1764893" y="1073543"/>
                  </a:lnTo>
                  <a:lnTo>
                    <a:pt x="1762887" y="1071943"/>
                  </a:lnTo>
                  <a:lnTo>
                    <a:pt x="1756410" y="1070229"/>
                  </a:lnTo>
                  <a:lnTo>
                    <a:pt x="1748028" y="1070419"/>
                  </a:lnTo>
                  <a:lnTo>
                    <a:pt x="1740103" y="1071384"/>
                  </a:lnTo>
                  <a:lnTo>
                    <a:pt x="1705521" y="1094486"/>
                  </a:lnTo>
                  <a:lnTo>
                    <a:pt x="1702828" y="1100137"/>
                  </a:lnTo>
                  <a:lnTo>
                    <a:pt x="1646821" y="1100137"/>
                  </a:lnTo>
                  <a:lnTo>
                    <a:pt x="1646821" y="1064234"/>
                  </a:lnTo>
                  <a:lnTo>
                    <a:pt x="1647113" y="1062697"/>
                  </a:lnTo>
                  <a:lnTo>
                    <a:pt x="1646923" y="1055458"/>
                  </a:lnTo>
                  <a:lnTo>
                    <a:pt x="1646821" y="1055255"/>
                  </a:lnTo>
                  <a:lnTo>
                    <a:pt x="1646821" y="1048702"/>
                  </a:lnTo>
                  <a:lnTo>
                    <a:pt x="1764893" y="1048702"/>
                  </a:lnTo>
                  <a:lnTo>
                    <a:pt x="1764893" y="1042987"/>
                  </a:lnTo>
                  <a:lnTo>
                    <a:pt x="1646821" y="1042987"/>
                  </a:lnTo>
                  <a:lnTo>
                    <a:pt x="1646821" y="991552"/>
                  </a:lnTo>
                  <a:lnTo>
                    <a:pt x="1764893" y="991552"/>
                  </a:lnTo>
                  <a:lnTo>
                    <a:pt x="1764893" y="985837"/>
                  </a:lnTo>
                  <a:lnTo>
                    <a:pt x="1646821" y="985837"/>
                  </a:lnTo>
                  <a:lnTo>
                    <a:pt x="1646821" y="934402"/>
                  </a:lnTo>
                  <a:lnTo>
                    <a:pt x="1764893" y="934402"/>
                  </a:lnTo>
                  <a:lnTo>
                    <a:pt x="1764893" y="928687"/>
                  </a:lnTo>
                  <a:lnTo>
                    <a:pt x="1646821" y="928687"/>
                  </a:lnTo>
                  <a:lnTo>
                    <a:pt x="1646821" y="877252"/>
                  </a:lnTo>
                  <a:lnTo>
                    <a:pt x="1824850" y="877252"/>
                  </a:lnTo>
                  <a:lnTo>
                    <a:pt x="1824850" y="871537"/>
                  </a:lnTo>
                  <a:close/>
                </a:path>
                <a:path w="1837690" h="1415415">
                  <a:moveTo>
                    <a:pt x="1837550" y="0"/>
                  </a:moveTo>
                  <a:lnTo>
                    <a:pt x="1828977" y="0"/>
                  </a:lnTo>
                  <a:lnTo>
                    <a:pt x="1828977" y="1105852"/>
                  </a:lnTo>
                  <a:lnTo>
                    <a:pt x="1837550" y="1105852"/>
                  </a:lnTo>
                  <a:lnTo>
                    <a:pt x="18375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089872" y="8474583"/>
              <a:ext cx="128064" cy="86168"/>
            </a:xfrm>
            <a:prstGeom prst="rect">
              <a:avLst/>
            </a:prstGeom>
          </p:spPr>
        </p:pic>
      </p:grpSp>
      <p:sp>
        <p:nvSpPr>
          <p:cNvPr id="160" name="object 160"/>
          <p:cNvSpPr txBox="1"/>
          <p:nvPr/>
        </p:nvSpPr>
        <p:spPr>
          <a:xfrm>
            <a:off x="266700" y="7323645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132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161" name="object 161"/>
          <p:cNvSpPr/>
          <p:nvPr/>
        </p:nvSpPr>
        <p:spPr>
          <a:xfrm>
            <a:off x="831224" y="8871060"/>
            <a:ext cx="137160" cy="7620"/>
          </a:xfrm>
          <a:custGeom>
            <a:avLst/>
            <a:gdLst/>
            <a:ahLst/>
            <a:cxnLst/>
            <a:rect l="l" t="t" r="r" b="b"/>
            <a:pathLst>
              <a:path w="137159" h="7620">
                <a:moveTo>
                  <a:pt x="136886" y="7143"/>
                </a:moveTo>
                <a:lnTo>
                  <a:pt x="0" y="7143"/>
                </a:lnTo>
                <a:lnTo>
                  <a:pt x="0" y="0"/>
                </a:lnTo>
                <a:lnTo>
                  <a:pt x="136886" y="0"/>
                </a:lnTo>
                <a:lnTo>
                  <a:pt x="136886" y="7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831215" y="8928211"/>
            <a:ext cx="137160" cy="89535"/>
          </a:xfrm>
          <a:custGeom>
            <a:avLst/>
            <a:gdLst/>
            <a:ahLst/>
            <a:cxnLst/>
            <a:rect l="l" t="t" r="r" b="b"/>
            <a:pathLst>
              <a:path w="137159" h="89534">
                <a:moveTo>
                  <a:pt x="136893" y="57150"/>
                </a:moveTo>
                <a:lnTo>
                  <a:pt x="112560" y="57150"/>
                </a:lnTo>
                <a:lnTo>
                  <a:pt x="111620" y="53086"/>
                </a:lnTo>
                <a:lnTo>
                  <a:pt x="107975" y="46723"/>
                </a:lnTo>
                <a:lnTo>
                  <a:pt x="102476" y="41656"/>
                </a:lnTo>
                <a:lnTo>
                  <a:pt x="95123" y="37871"/>
                </a:lnTo>
                <a:lnTo>
                  <a:pt x="89598" y="35966"/>
                </a:lnTo>
                <a:lnTo>
                  <a:pt x="87261" y="35153"/>
                </a:lnTo>
                <a:lnTo>
                  <a:pt x="85585" y="34747"/>
                </a:lnTo>
                <a:lnTo>
                  <a:pt x="85585" y="78066"/>
                </a:lnTo>
                <a:lnTo>
                  <a:pt x="81407" y="84353"/>
                </a:lnTo>
                <a:lnTo>
                  <a:pt x="72263" y="84734"/>
                </a:lnTo>
                <a:lnTo>
                  <a:pt x="66154" y="85496"/>
                </a:lnTo>
                <a:lnTo>
                  <a:pt x="60833" y="83210"/>
                </a:lnTo>
                <a:lnTo>
                  <a:pt x="56261" y="77876"/>
                </a:lnTo>
                <a:lnTo>
                  <a:pt x="51689" y="72161"/>
                </a:lnTo>
                <a:lnTo>
                  <a:pt x="49009" y="64731"/>
                </a:lnTo>
                <a:lnTo>
                  <a:pt x="48971" y="64300"/>
                </a:lnTo>
                <a:lnTo>
                  <a:pt x="84709" y="64300"/>
                </a:lnTo>
                <a:lnTo>
                  <a:pt x="84836" y="65874"/>
                </a:lnTo>
                <a:lnTo>
                  <a:pt x="85585" y="78066"/>
                </a:lnTo>
                <a:lnTo>
                  <a:pt x="85585" y="34747"/>
                </a:lnTo>
                <a:lnTo>
                  <a:pt x="84137" y="34391"/>
                </a:lnTo>
                <a:lnTo>
                  <a:pt x="84137" y="57150"/>
                </a:lnTo>
                <a:lnTo>
                  <a:pt x="48387" y="57150"/>
                </a:lnTo>
                <a:lnTo>
                  <a:pt x="48260" y="55587"/>
                </a:lnTo>
                <a:lnTo>
                  <a:pt x="47866" y="49110"/>
                </a:lnTo>
                <a:lnTo>
                  <a:pt x="47904" y="48920"/>
                </a:lnTo>
                <a:lnTo>
                  <a:pt x="48641" y="44538"/>
                </a:lnTo>
                <a:lnTo>
                  <a:pt x="66929" y="35966"/>
                </a:lnTo>
                <a:lnTo>
                  <a:pt x="72263" y="38252"/>
                </a:lnTo>
                <a:lnTo>
                  <a:pt x="81407" y="48920"/>
                </a:lnTo>
                <a:lnTo>
                  <a:pt x="81470" y="49110"/>
                </a:lnTo>
                <a:lnTo>
                  <a:pt x="84074" y="56349"/>
                </a:lnTo>
                <a:lnTo>
                  <a:pt x="84137" y="57150"/>
                </a:lnTo>
                <a:lnTo>
                  <a:pt x="84137" y="34391"/>
                </a:lnTo>
                <a:lnTo>
                  <a:pt x="79692" y="33299"/>
                </a:lnTo>
                <a:lnTo>
                  <a:pt x="72402" y="32296"/>
                </a:lnTo>
                <a:lnTo>
                  <a:pt x="65405" y="32156"/>
                </a:lnTo>
                <a:lnTo>
                  <a:pt x="58648" y="32296"/>
                </a:lnTo>
                <a:lnTo>
                  <a:pt x="21145" y="53086"/>
                </a:lnTo>
                <a:lnTo>
                  <a:pt x="20358" y="57150"/>
                </a:lnTo>
                <a:lnTo>
                  <a:pt x="0" y="57150"/>
                </a:lnTo>
                <a:lnTo>
                  <a:pt x="0" y="64300"/>
                </a:lnTo>
                <a:lnTo>
                  <a:pt x="20485" y="64300"/>
                </a:lnTo>
                <a:lnTo>
                  <a:pt x="21424" y="68376"/>
                </a:lnTo>
                <a:lnTo>
                  <a:pt x="60109" y="89154"/>
                </a:lnTo>
                <a:lnTo>
                  <a:pt x="67119" y="89306"/>
                </a:lnTo>
                <a:lnTo>
                  <a:pt x="74079" y="89154"/>
                </a:lnTo>
                <a:lnTo>
                  <a:pt x="111899" y="68376"/>
                </a:lnTo>
                <a:lnTo>
                  <a:pt x="112699" y="64300"/>
                </a:lnTo>
                <a:lnTo>
                  <a:pt x="136893" y="64300"/>
                </a:lnTo>
                <a:lnTo>
                  <a:pt x="136893" y="57150"/>
                </a:lnTo>
                <a:close/>
              </a:path>
              <a:path w="137159" h="89534">
                <a:moveTo>
                  <a:pt x="136893" y="0"/>
                </a:moveTo>
                <a:lnTo>
                  <a:pt x="0" y="0"/>
                </a:lnTo>
                <a:lnTo>
                  <a:pt x="0" y="7150"/>
                </a:lnTo>
                <a:lnTo>
                  <a:pt x="136893" y="7150"/>
                </a:lnTo>
                <a:lnTo>
                  <a:pt x="1368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3021926" y="8871061"/>
            <a:ext cx="137160" cy="60960"/>
          </a:xfrm>
          <a:custGeom>
            <a:avLst/>
            <a:gdLst/>
            <a:ahLst/>
            <a:cxnLst/>
            <a:rect l="l" t="t" r="r" b="b"/>
            <a:pathLst>
              <a:path w="137160" h="60959">
                <a:moveTo>
                  <a:pt x="136880" y="0"/>
                </a:moveTo>
                <a:lnTo>
                  <a:pt x="85585" y="0"/>
                </a:lnTo>
                <a:lnTo>
                  <a:pt x="85585" y="49491"/>
                </a:lnTo>
                <a:lnTo>
                  <a:pt x="81394" y="55778"/>
                </a:lnTo>
                <a:lnTo>
                  <a:pt x="72250" y="56159"/>
                </a:lnTo>
                <a:lnTo>
                  <a:pt x="66154" y="56921"/>
                </a:lnTo>
                <a:lnTo>
                  <a:pt x="60820" y="54635"/>
                </a:lnTo>
                <a:lnTo>
                  <a:pt x="47866" y="20535"/>
                </a:lnTo>
                <a:lnTo>
                  <a:pt x="47891" y="20345"/>
                </a:lnTo>
                <a:lnTo>
                  <a:pt x="66916" y="7391"/>
                </a:lnTo>
                <a:lnTo>
                  <a:pt x="72250" y="9677"/>
                </a:lnTo>
                <a:lnTo>
                  <a:pt x="81394" y="20345"/>
                </a:lnTo>
                <a:lnTo>
                  <a:pt x="81457" y="20535"/>
                </a:lnTo>
                <a:lnTo>
                  <a:pt x="84061" y="27774"/>
                </a:lnTo>
                <a:lnTo>
                  <a:pt x="84823" y="37299"/>
                </a:lnTo>
                <a:lnTo>
                  <a:pt x="85585" y="49491"/>
                </a:lnTo>
                <a:lnTo>
                  <a:pt x="85585" y="0"/>
                </a:lnTo>
                <a:lnTo>
                  <a:pt x="0" y="0"/>
                </a:lnTo>
                <a:lnTo>
                  <a:pt x="0" y="7150"/>
                </a:lnTo>
                <a:lnTo>
                  <a:pt x="42418" y="7150"/>
                </a:lnTo>
                <a:lnTo>
                  <a:pt x="36245" y="9296"/>
                </a:lnTo>
                <a:lnTo>
                  <a:pt x="29425" y="13081"/>
                </a:lnTo>
                <a:lnTo>
                  <a:pt x="24384" y="18148"/>
                </a:lnTo>
                <a:lnTo>
                  <a:pt x="21132" y="24511"/>
                </a:lnTo>
                <a:lnTo>
                  <a:pt x="19672" y="32156"/>
                </a:lnTo>
                <a:lnTo>
                  <a:pt x="21424" y="39801"/>
                </a:lnTo>
                <a:lnTo>
                  <a:pt x="60109" y="60579"/>
                </a:lnTo>
                <a:lnTo>
                  <a:pt x="67106" y="60731"/>
                </a:lnTo>
                <a:lnTo>
                  <a:pt x="74066" y="60579"/>
                </a:lnTo>
                <a:lnTo>
                  <a:pt x="111899" y="39801"/>
                </a:lnTo>
                <a:lnTo>
                  <a:pt x="113398" y="32156"/>
                </a:lnTo>
                <a:lnTo>
                  <a:pt x="111607" y="24511"/>
                </a:lnTo>
                <a:lnTo>
                  <a:pt x="88900" y="7150"/>
                </a:lnTo>
                <a:lnTo>
                  <a:pt x="136880" y="7150"/>
                </a:lnTo>
                <a:lnTo>
                  <a:pt x="1368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 txBox="1"/>
          <p:nvPr/>
        </p:nvSpPr>
        <p:spPr>
          <a:xfrm>
            <a:off x="3028905" y="7285545"/>
            <a:ext cx="23234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10130" algn="l"/>
              </a:tabLst>
            </a:pPr>
            <a:r>
              <a:rPr sz="800" b="1" dirty="0">
                <a:latin typeface="Bauer Bodoni Std Bold Cond" panose="02070903080706020303" pitchFamily="18" charset="77"/>
                <a:cs typeface="Source Serif 4"/>
              </a:rPr>
              <a:t>rit.</a:t>
            </a:r>
            <a:r>
              <a:rPr sz="800" b="1" spc="210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800" b="1" u="dash" dirty="0">
                <a:uFill>
                  <a:solidFill>
                    <a:srgbClr val="000000"/>
                  </a:solidFill>
                </a:uFill>
                <a:latin typeface="Bauer Bodoni Std Bold Cond" panose="02070903080706020303" pitchFamily="18" charset="77"/>
                <a:cs typeface="Times New Roman"/>
              </a:rPr>
              <a:t>	</a:t>
            </a:r>
            <a:endParaRPr sz="800" b="1" dirty="0">
              <a:latin typeface="Bauer Bodoni Std Bold Cond" panose="02070903080706020303" pitchFamily="18" charset="77"/>
              <a:cs typeface="Times New Roman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7003163" y="7985633"/>
            <a:ext cx="16700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spc="-20" dirty="0">
                <a:latin typeface="Bauer Bodoni Std Bold Cond" panose="02070903080706020303" pitchFamily="18" charset="77"/>
                <a:cs typeface="Source Serif 4"/>
              </a:rPr>
              <a:t>rit.</a:t>
            </a:r>
            <a:endParaRPr sz="80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166" name="object 6">
            <a:extLst>
              <a:ext uri="{FF2B5EF4-FFF2-40B4-BE49-F238E27FC236}">
                <a16:creationId xmlns:a16="http://schemas.microsoft.com/office/drawing/2014/main" id="{33A06D03-3D5E-C96A-86F3-C9AE390C818D}"/>
              </a:ext>
            </a:extLst>
          </p:cNvPr>
          <p:cNvSpPr txBox="1"/>
          <p:nvPr/>
        </p:nvSpPr>
        <p:spPr>
          <a:xfrm>
            <a:off x="2535336" y="10145900"/>
            <a:ext cx="2489835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Bauer Bodoni Std" panose="02070603080706020303" pitchFamily="18" charset="77"/>
                <a:cs typeface="Georgia"/>
              </a:rPr>
              <a:t>Composed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by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Martin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He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spc="-40" dirty="0">
                <a:latin typeface="Bauer Bodoni Std" panose="02070603080706020303" pitchFamily="18" charset="77"/>
                <a:cs typeface="Georgia"/>
              </a:rPr>
              <a:t>(2026)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for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Giuseppe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Bruni.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spc="-10" dirty="0">
                <a:latin typeface="Bauer Bodoni Std" panose="02070603080706020303" pitchFamily="18" charset="77"/>
                <a:cs typeface="Georgia"/>
                <a:hlinkClick r:id="rId59"/>
              </a:rPr>
              <a:t>www.martinhe.co.uk</a:t>
            </a:r>
            <a:endParaRPr sz="600" dirty="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167" name="object 5">
            <a:extLst>
              <a:ext uri="{FF2B5EF4-FFF2-40B4-BE49-F238E27FC236}">
                <a16:creationId xmlns:a16="http://schemas.microsoft.com/office/drawing/2014/main" id="{FE4212E7-4E1E-D7D9-5FE6-7E96794483B1}"/>
              </a:ext>
            </a:extLst>
          </p:cNvPr>
          <p:cNvSpPr txBox="1"/>
          <p:nvPr/>
        </p:nvSpPr>
        <p:spPr>
          <a:xfrm>
            <a:off x="6292850" y="2146300"/>
            <a:ext cx="99059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000" b="1" dirty="0">
                <a:latin typeface="Bauer Bodoni Std" panose="02070603080706020303" pitchFamily="18" charset="77"/>
                <a:cs typeface="Georgia"/>
              </a:rPr>
              <a:t>Thema V Var. I</a:t>
            </a:r>
            <a:endParaRPr sz="1000" b="1" dirty="0">
              <a:latin typeface="Bauer Bodoni Std" panose="02070603080706020303" pitchFamily="18" charset="77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3899" y="215900"/>
            <a:ext cx="101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Bauer Bodoni Std Black" panose="02070903080706020303" pitchFamily="18" charset="77"/>
                <a:cs typeface="Source Serif 4"/>
              </a:rPr>
              <a:t>6</a:t>
            </a:r>
            <a:endParaRPr sz="1200" b="1">
              <a:latin typeface="Bauer Bodoni Std Black" panose="02070903080706020303" pitchFamily="18" charset="77"/>
              <a:cs typeface="Source Serif 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9387" y="632460"/>
            <a:ext cx="3914140" cy="1397635"/>
            <a:chOff x="179387" y="632460"/>
            <a:chExt cx="3914140" cy="1397635"/>
          </a:xfrm>
        </p:grpSpPr>
        <p:sp>
          <p:nvSpPr>
            <p:cNvPr id="4" name="object 4"/>
            <p:cNvSpPr/>
            <p:nvPr/>
          </p:nvSpPr>
          <p:spPr>
            <a:xfrm>
              <a:off x="179387" y="677427"/>
              <a:ext cx="520065" cy="1352550"/>
            </a:xfrm>
            <a:custGeom>
              <a:avLst/>
              <a:gdLst/>
              <a:ahLst/>
              <a:cxnLst/>
              <a:rect l="l" t="t" r="r" b="b"/>
              <a:pathLst>
                <a:path w="520065" h="1352550">
                  <a:moveTo>
                    <a:pt x="68859" y="76250"/>
                  </a:moveTo>
                  <a:lnTo>
                    <a:pt x="46570" y="126365"/>
                  </a:lnTo>
                  <a:lnTo>
                    <a:pt x="28994" y="176631"/>
                  </a:lnTo>
                  <a:lnTo>
                    <a:pt x="14046" y="240855"/>
                  </a:lnTo>
                  <a:lnTo>
                    <a:pt x="7048" y="299008"/>
                  </a:lnTo>
                  <a:lnTo>
                    <a:pt x="6286" y="325996"/>
                  </a:lnTo>
                  <a:lnTo>
                    <a:pt x="7175" y="352640"/>
                  </a:lnTo>
                  <a:lnTo>
                    <a:pt x="8991" y="379171"/>
                  </a:lnTo>
                  <a:lnTo>
                    <a:pt x="11747" y="405612"/>
                  </a:lnTo>
                  <a:lnTo>
                    <a:pt x="15430" y="431952"/>
                  </a:lnTo>
                  <a:lnTo>
                    <a:pt x="35039" y="546468"/>
                  </a:lnTo>
                  <a:lnTo>
                    <a:pt x="37287" y="561416"/>
                  </a:lnTo>
                  <a:lnTo>
                    <a:pt x="39039" y="575551"/>
                  </a:lnTo>
                  <a:lnTo>
                    <a:pt x="40284" y="588899"/>
                  </a:lnTo>
                  <a:lnTo>
                    <a:pt x="41148" y="608418"/>
                  </a:lnTo>
                  <a:lnTo>
                    <a:pt x="40284" y="624344"/>
                  </a:lnTo>
                  <a:lnTo>
                    <a:pt x="29425" y="668159"/>
                  </a:lnTo>
                  <a:lnTo>
                    <a:pt x="8686" y="702513"/>
                  </a:lnTo>
                  <a:lnTo>
                    <a:pt x="0" y="711974"/>
                  </a:lnTo>
                  <a:lnTo>
                    <a:pt x="0" y="716762"/>
                  </a:lnTo>
                  <a:lnTo>
                    <a:pt x="23406" y="750214"/>
                  </a:lnTo>
                  <a:lnTo>
                    <a:pt x="37465" y="789025"/>
                  </a:lnTo>
                  <a:lnTo>
                    <a:pt x="41148" y="823506"/>
                  </a:lnTo>
                  <a:lnTo>
                    <a:pt x="40474" y="840320"/>
                  </a:lnTo>
                  <a:lnTo>
                    <a:pt x="38785" y="858862"/>
                  </a:lnTo>
                  <a:lnTo>
                    <a:pt x="36055" y="879157"/>
                  </a:lnTo>
                  <a:lnTo>
                    <a:pt x="15430" y="999566"/>
                  </a:lnTo>
                  <a:lnTo>
                    <a:pt x="11747" y="1026058"/>
                  </a:lnTo>
                  <a:lnTo>
                    <a:pt x="8991" y="1052550"/>
                  </a:lnTo>
                  <a:lnTo>
                    <a:pt x="7175" y="1079042"/>
                  </a:lnTo>
                  <a:lnTo>
                    <a:pt x="6286" y="1105522"/>
                  </a:lnTo>
                  <a:lnTo>
                    <a:pt x="7048" y="1132484"/>
                  </a:lnTo>
                  <a:lnTo>
                    <a:pt x="14046" y="1190447"/>
                  </a:lnTo>
                  <a:lnTo>
                    <a:pt x="28676" y="1253350"/>
                  </a:lnTo>
                  <a:lnTo>
                    <a:pt x="52959" y="1318679"/>
                  </a:lnTo>
                  <a:lnTo>
                    <a:pt x="68859" y="1352092"/>
                  </a:lnTo>
                  <a:lnTo>
                    <a:pt x="68859" y="1347711"/>
                  </a:lnTo>
                  <a:lnTo>
                    <a:pt x="60032" y="1326045"/>
                  </a:lnTo>
                  <a:lnTo>
                    <a:pt x="52146" y="1304493"/>
                  </a:lnTo>
                  <a:lnTo>
                    <a:pt x="39141" y="1261668"/>
                  </a:lnTo>
                  <a:lnTo>
                    <a:pt x="31140" y="1216952"/>
                  </a:lnTo>
                  <a:lnTo>
                    <a:pt x="29425" y="1168069"/>
                  </a:lnTo>
                  <a:lnTo>
                    <a:pt x="30886" y="1143838"/>
                  </a:lnTo>
                  <a:lnTo>
                    <a:pt x="33286" y="1119365"/>
                  </a:lnTo>
                  <a:lnTo>
                    <a:pt x="36601" y="1094651"/>
                  </a:lnTo>
                  <a:lnTo>
                    <a:pt x="40855" y="1069682"/>
                  </a:lnTo>
                  <a:lnTo>
                    <a:pt x="59143" y="973277"/>
                  </a:lnTo>
                  <a:lnTo>
                    <a:pt x="63068" y="950620"/>
                  </a:lnTo>
                  <a:lnTo>
                    <a:pt x="66001" y="929271"/>
                  </a:lnTo>
                  <a:lnTo>
                    <a:pt x="67932" y="909205"/>
                  </a:lnTo>
                  <a:lnTo>
                    <a:pt x="68859" y="890435"/>
                  </a:lnTo>
                  <a:lnTo>
                    <a:pt x="67983" y="859434"/>
                  </a:lnTo>
                  <a:lnTo>
                    <a:pt x="60121" y="807453"/>
                  </a:lnTo>
                  <a:lnTo>
                    <a:pt x="43878" y="767575"/>
                  </a:lnTo>
                  <a:lnTo>
                    <a:pt x="13335" y="725970"/>
                  </a:lnTo>
                  <a:lnTo>
                    <a:pt x="2286" y="714375"/>
                  </a:lnTo>
                  <a:lnTo>
                    <a:pt x="13335" y="703491"/>
                  </a:lnTo>
                  <a:lnTo>
                    <a:pt x="40284" y="669353"/>
                  </a:lnTo>
                  <a:lnTo>
                    <a:pt x="60121" y="623874"/>
                  </a:lnTo>
                  <a:lnTo>
                    <a:pt x="67983" y="572287"/>
                  </a:lnTo>
                  <a:lnTo>
                    <a:pt x="68859" y="541489"/>
                  </a:lnTo>
                  <a:lnTo>
                    <a:pt x="67932" y="522554"/>
                  </a:lnTo>
                  <a:lnTo>
                    <a:pt x="66001" y="502361"/>
                  </a:lnTo>
                  <a:lnTo>
                    <a:pt x="63068" y="480923"/>
                  </a:lnTo>
                  <a:lnTo>
                    <a:pt x="59143" y="458241"/>
                  </a:lnTo>
                  <a:lnTo>
                    <a:pt x="40284" y="359067"/>
                  </a:lnTo>
                  <a:lnTo>
                    <a:pt x="36283" y="334733"/>
                  </a:lnTo>
                  <a:lnTo>
                    <a:pt x="33147" y="310769"/>
                  </a:lnTo>
                  <a:lnTo>
                    <a:pt x="30848" y="287134"/>
                  </a:lnTo>
                  <a:lnTo>
                    <a:pt x="29425" y="263855"/>
                  </a:lnTo>
                  <a:lnTo>
                    <a:pt x="29502" y="238861"/>
                  </a:lnTo>
                  <a:lnTo>
                    <a:pt x="34353" y="191858"/>
                  </a:lnTo>
                  <a:lnTo>
                    <a:pt x="46139" y="144805"/>
                  </a:lnTo>
                  <a:lnTo>
                    <a:pt x="60426" y="102590"/>
                  </a:lnTo>
                  <a:lnTo>
                    <a:pt x="68859" y="81026"/>
                  </a:lnTo>
                  <a:lnTo>
                    <a:pt x="68859" y="76250"/>
                  </a:lnTo>
                  <a:close/>
                </a:path>
                <a:path w="520065" h="1352550">
                  <a:moveTo>
                    <a:pt x="5199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350899"/>
                  </a:lnTo>
                  <a:lnTo>
                    <a:pt x="94449" y="1350899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19938" y="309372"/>
                  </a:lnTo>
                  <a:lnTo>
                    <a:pt x="5199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19938" y="252222"/>
                  </a:lnTo>
                  <a:lnTo>
                    <a:pt x="5199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19938" y="195072"/>
                  </a:lnTo>
                  <a:lnTo>
                    <a:pt x="5199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19938" y="137922"/>
                  </a:lnTo>
                  <a:lnTo>
                    <a:pt x="5199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19938" y="80772"/>
                  </a:lnTo>
                  <a:lnTo>
                    <a:pt x="5199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142" y="666750"/>
              <a:ext cx="159448" cy="2674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99325" y="709621"/>
              <a:ext cx="1189355" cy="443230"/>
            </a:xfrm>
            <a:custGeom>
              <a:avLst/>
              <a:gdLst/>
              <a:ahLst/>
              <a:cxnLst/>
              <a:rect l="l" t="t" r="r" b="b"/>
              <a:pathLst>
                <a:path w="1189355" h="443230">
                  <a:moveTo>
                    <a:pt x="1188796" y="42862"/>
                  </a:moveTo>
                  <a:lnTo>
                    <a:pt x="270687" y="42862"/>
                  </a:lnTo>
                  <a:lnTo>
                    <a:pt x="271284" y="41567"/>
                  </a:lnTo>
                  <a:lnTo>
                    <a:pt x="272732" y="33997"/>
                  </a:lnTo>
                  <a:lnTo>
                    <a:pt x="272542" y="26758"/>
                  </a:lnTo>
                  <a:lnTo>
                    <a:pt x="269963" y="21526"/>
                  </a:lnTo>
                  <a:lnTo>
                    <a:pt x="265010" y="18288"/>
                  </a:lnTo>
                  <a:lnTo>
                    <a:pt x="260438" y="14668"/>
                  </a:lnTo>
                  <a:lnTo>
                    <a:pt x="253961" y="12954"/>
                  </a:lnTo>
                  <a:lnTo>
                    <a:pt x="245579" y="13144"/>
                  </a:lnTo>
                  <a:lnTo>
                    <a:pt x="237655" y="14109"/>
                  </a:lnTo>
                  <a:lnTo>
                    <a:pt x="203073" y="37211"/>
                  </a:lnTo>
                  <a:lnTo>
                    <a:pt x="200380" y="42862"/>
                  </a:lnTo>
                  <a:lnTo>
                    <a:pt x="198945" y="42862"/>
                  </a:lnTo>
                  <a:lnTo>
                    <a:pt x="198945" y="48577"/>
                  </a:lnTo>
                  <a:lnTo>
                    <a:pt x="198437" y="51142"/>
                  </a:lnTo>
                  <a:lnTo>
                    <a:pt x="198513" y="54292"/>
                  </a:lnTo>
                  <a:lnTo>
                    <a:pt x="198437" y="100012"/>
                  </a:lnTo>
                  <a:lnTo>
                    <a:pt x="198437" y="105727"/>
                  </a:lnTo>
                  <a:lnTo>
                    <a:pt x="198437" y="271462"/>
                  </a:lnTo>
                  <a:lnTo>
                    <a:pt x="139395" y="271462"/>
                  </a:lnTo>
                  <a:lnTo>
                    <a:pt x="139661" y="270027"/>
                  </a:lnTo>
                  <a:lnTo>
                    <a:pt x="142608" y="265645"/>
                  </a:lnTo>
                  <a:lnTo>
                    <a:pt x="147574" y="262026"/>
                  </a:lnTo>
                  <a:lnTo>
                    <a:pt x="153098" y="257835"/>
                  </a:lnTo>
                  <a:lnTo>
                    <a:pt x="156235" y="252984"/>
                  </a:lnTo>
                  <a:lnTo>
                    <a:pt x="156997" y="247459"/>
                  </a:lnTo>
                  <a:lnTo>
                    <a:pt x="156235" y="243840"/>
                  </a:lnTo>
                  <a:lnTo>
                    <a:pt x="154520" y="240411"/>
                  </a:lnTo>
                  <a:lnTo>
                    <a:pt x="151853" y="237172"/>
                  </a:lnTo>
                  <a:lnTo>
                    <a:pt x="143852" y="228600"/>
                  </a:lnTo>
                  <a:lnTo>
                    <a:pt x="140804" y="224599"/>
                  </a:lnTo>
                  <a:lnTo>
                    <a:pt x="139090" y="221068"/>
                  </a:lnTo>
                  <a:lnTo>
                    <a:pt x="138950" y="220027"/>
                  </a:lnTo>
                  <a:lnTo>
                    <a:pt x="198437" y="220027"/>
                  </a:lnTo>
                  <a:lnTo>
                    <a:pt x="198437" y="214312"/>
                  </a:lnTo>
                  <a:lnTo>
                    <a:pt x="139395" y="214312"/>
                  </a:lnTo>
                  <a:lnTo>
                    <a:pt x="139661" y="212877"/>
                  </a:lnTo>
                  <a:lnTo>
                    <a:pt x="142608" y="208495"/>
                  </a:lnTo>
                  <a:lnTo>
                    <a:pt x="147574" y="204876"/>
                  </a:lnTo>
                  <a:lnTo>
                    <a:pt x="153098" y="200685"/>
                  </a:lnTo>
                  <a:lnTo>
                    <a:pt x="156235" y="195834"/>
                  </a:lnTo>
                  <a:lnTo>
                    <a:pt x="156997" y="190309"/>
                  </a:lnTo>
                  <a:lnTo>
                    <a:pt x="156235" y="186690"/>
                  </a:lnTo>
                  <a:lnTo>
                    <a:pt x="154520" y="183261"/>
                  </a:lnTo>
                  <a:lnTo>
                    <a:pt x="151853" y="180022"/>
                  </a:lnTo>
                  <a:lnTo>
                    <a:pt x="143852" y="171450"/>
                  </a:lnTo>
                  <a:lnTo>
                    <a:pt x="140804" y="167449"/>
                  </a:lnTo>
                  <a:lnTo>
                    <a:pt x="139090" y="163918"/>
                  </a:lnTo>
                  <a:lnTo>
                    <a:pt x="138950" y="162877"/>
                  </a:lnTo>
                  <a:lnTo>
                    <a:pt x="198437" y="162877"/>
                  </a:lnTo>
                  <a:lnTo>
                    <a:pt x="198437" y="157162"/>
                  </a:lnTo>
                  <a:lnTo>
                    <a:pt x="139395" y="157162"/>
                  </a:lnTo>
                  <a:lnTo>
                    <a:pt x="139661" y="155727"/>
                  </a:lnTo>
                  <a:lnTo>
                    <a:pt x="142608" y="151345"/>
                  </a:lnTo>
                  <a:lnTo>
                    <a:pt x="147574" y="147726"/>
                  </a:lnTo>
                  <a:lnTo>
                    <a:pt x="153098" y="143535"/>
                  </a:lnTo>
                  <a:lnTo>
                    <a:pt x="156235" y="138684"/>
                  </a:lnTo>
                  <a:lnTo>
                    <a:pt x="156997" y="133159"/>
                  </a:lnTo>
                  <a:lnTo>
                    <a:pt x="156235" y="129540"/>
                  </a:lnTo>
                  <a:lnTo>
                    <a:pt x="154520" y="126111"/>
                  </a:lnTo>
                  <a:lnTo>
                    <a:pt x="151853" y="122872"/>
                  </a:lnTo>
                  <a:lnTo>
                    <a:pt x="143852" y="114300"/>
                  </a:lnTo>
                  <a:lnTo>
                    <a:pt x="140804" y="110299"/>
                  </a:lnTo>
                  <a:lnTo>
                    <a:pt x="139090" y="106768"/>
                  </a:lnTo>
                  <a:lnTo>
                    <a:pt x="138950" y="105727"/>
                  </a:lnTo>
                  <a:lnTo>
                    <a:pt x="198437" y="105727"/>
                  </a:lnTo>
                  <a:lnTo>
                    <a:pt x="198437" y="100012"/>
                  </a:lnTo>
                  <a:lnTo>
                    <a:pt x="139395" y="100012"/>
                  </a:lnTo>
                  <a:lnTo>
                    <a:pt x="139661" y="98577"/>
                  </a:lnTo>
                  <a:lnTo>
                    <a:pt x="142608" y="94195"/>
                  </a:lnTo>
                  <a:lnTo>
                    <a:pt x="147574" y="90576"/>
                  </a:lnTo>
                  <a:lnTo>
                    <a:pt x="153098" y="86385"/>
                  </a:lnTo>
                  <a:lnTo>
                    <a:pt x="156235" y="81534"/>
                  </a:lnTo>
                  <a:lnTo>
                    <a:pt x="156997" y="76009"/>
                  </a:lnTo>
                  <a:lnTo>
                    <a:pt x="156235" y="72390"/>
                  </a:lnTo>
                  <a:lnTo>
                    <a:pt x="154520" y="68961"/>
                  </a:lnTo>
                  <a:lnTo>
                    <a:pt x="151853" y="65722"/>
                  </a:lnTo>
                  <a:lnTo>
                    <a:pt x="143852" y="57150"/>
                  </a:lnTo>
                  <a:lnTo>
                    <a:pt x="140804" y="53149"/>
                  </a:lnTo>
                  <a:lnTo>
                    <a:pt x="139090" y="49618"/>
                  </a:lnTo>
                  <a:lnTo>
                    <a:pt x="138950" y="48577"/>
                  </a:lnTo>
                  <a:lnTo>
                    <a:pt x="198945" y="48577"/>
                  </a:lnTo>
                  <a:lnTo>
                    <a:pt x="198945" y="42862"/>
                  </a:lnTo>
                  <a:lnTo>
                    <a:pt x="139395" y="42862"/>
                  </a:lnTo>
                  <a:lnTo>
                    <a:pt x="139661" y="41427"/>
                  </a:lnTo>
                  <a:lnTo>
                    <a:pt x="142608" y="37045"/>
                  </a:lnTo>
                  <a:lnTo>
                    <a:pt x="147574" y="33426"/>
                  </a:lnTo>
                  <a:lnTo>
                    <a:pt x="153098" y="29235"/>
                  </a:lnTo>
                  <a:lnTo>
                    <a:pt x="156235" y="24384"/>
                  </a:lnTo>
                  <a:lnTo>
                    <a:pt x="156997" y="18859"/>
                  </a:lnTo>
                  <a:lnTo>
                    <a:pt x="156235" y="15240"/>
                  </a:lnTo>
                  <a:lnTo>
                    <a:pt x="154520" y="11811"/>
                  </a:lnTo>
                  <a:lnTo>
                    <a:pt x="151853" y="8572"/>
                  </a:lnTo>
                  <a:lnTo>
                    <a:pt x="143852" y="0"/>
                  </a:lnTo>
                  <a:lnTo>
                    <a:pt x="139852" y="0"/>
                  </a:lnTo>
                  <a:lnTo>
                    <a:pt x="142709" y="2857"/>
                  </a:lnTo>
                  <a:lnTo>
                    <a:pt x="144526" y="6477"/>
                  </a:lnTo>
                  <a:lnTo>
                    <a:pt x="130898" y="27813"/>
                  </a:lnTo>
                  <a:lnTo>
                    <a:pt x="127749" y="32575"/>
                  </a:lnTo>
                  <a:lnTo>
                    <a:pt x="127000" y="38290"/>
                  </a:lnTo>
                  <a:lnTo>
                    <a:pt x="127749" y="41910"/>
                  </a:lnTo>
                  <a:lnTo>
                    <a:pt x="128219" y="42862"/>
                  </a:lnTo>
                  <a:lnTo>
                    <a:pt x="0" y="42862"/>
                  </a:lnTo>
                  <a:lnTo>
                    <a:pt x="0" y="48577"/>
                  </a:lnTo>
                  <a:lnTo>
                    <a:pt x="132143" y="48577"/>
                  </a:lnTo>
                  <a:lnTo>
                    <a:pt x="139852" y="57150"/>
                  </a:lnTo>
                  <a:lnTo>
                    <a:pt x="142709" y="60007"/>
                  </a:lnTo>
                  <a:lnTo>
                    <a:pt x="144526" y="63627"/>
                  </a:lnTo>
                  <a:lnTo>
                    <a:pt x="145288" y="68008"/>
                  </a:lnTo>
                  <a:lnTo>
                    <a:pt x="144322" y="72961"/>
                  </a:lnTo>
                  <a:lnTo>
                    <a:pt x="141376" y="77343"/>
                  </a:lnTo>
                  <a:lnTo>
                    <a:pt x="136423" y="81153"/>
                  </a:lnTo>
                  <a:lnTo>
                    <a:pt x="130898" y="84963"/>
                  </a:lnTo>
                  <a:lnTo>
                    <a:pt x="127749" y="89725"/>
                  </a:lnTo>
                  <a:lnTo>
                    <a:pt x="127000" y="95440"/>
                  </a:lnTo>
                  <a:lnTo>
                    <a:pt x="127749" y="99060"/>
                  </a:lnTo>
                  <a:lnTo>
                    <a:pt x="128219" y="100012"/>
                  </a:lnTo>
                  <a:lnTo>
                    <a:pt x="0" y="100012"/>
                  </a:lnTo>
                  <a:lnTo>
                    <a:pt x="0" y="105727"/>
                  </a:lnTo>
                  <a:lnTo>
                    <a:pt x="132143" y="105727"/>
                  </a:lnTo>
                  <a:lnTo>
                    <a:pt x="139852" y="114300"/>
                  </a:lnTo>
                  <a:lnTo>
                    <a:pt x="142709" y="117157"/>
                  </a:lnTo>
                  <a:lnTo>
                    <a:pt x="144526" y="120777"/>
                  </a:lnTo>
                  <a:lnTo>
                    <a:pt x="145288" y="125158"/>
                  </a:lnTo>
                  <a:lnTo>
                    <a:pt x="144322" y="130111"/>
                  </a:lnTo>
                  <a:lnTo>
                    <a:pt x="141376" y="134493"/>
                  </a:lnTo>
                  <a:lnTo>
                    <a:pt x="136423" y="138303"/>
                  </a:lnTo>
                  <a:lnTo>
                    <a:pt x="130898" y="142113"/>
                  </a:lnTo>
                  <a:lnTo>
                    <a:pt x="127749" y="146875"/>
                  </a:lnTo>
                  <a:lnTo>
                    <a:pt x="127000" y="152590"/>
                  </a:lnTo>
                  <a:lnTo>
                    <a:pt x="127749" y="156210"/>
                  </a:lnTo>
                  <a:lnTo>
                    <a:pt x="128219" y="157162"/>
                  </a:lnTo>
                  <a:lnTo>
                    <a:pt x="0" y="157162"/>
                  </a:lnTo>
                  <a:lnTo>
                    <a:pt x="0" y="162877"/>
                  </a:lnTo>
                  <a:lnTo>
                    <a:pt x="132143" y="162877"/>
                  </a:lnTo>
                  <a:lnTo>
                    <a:pt x="139852" y="171450"/>
                  </a:lnTo>
                  <a:lnTo>
                    <a:pt x="142709" y="174307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4322" y="187261"/>
                  </a:lnTo>
                  <a:lnTo>
                    <a:pt x="141376" y="191643"/>
                  </a:lnTo>
                  <a:lnTo>
                    <a:pt x="136423" y="195453"/>
                  </a:lnTo>
                  <a:lnTo>
                    <a:pt x="130898" y="199263"/>
                  </a:lnTo>
                  <a:lnTo>
                    <a:pt x="127749" y="204025"/>
                  </a:lnTo>
                  <a:lnTo>
                    <a:pt x="127000" y="209740"/>
                  </a:lnTo>
                  <a:lnTo>
                    <a:pt x="127749" y="213360"/>
                  </a:lnTo>
                  <a:lnTo>
                    <a:pt x="128219" y="214312"/>
                  </a:lnTo>
                  <a:lnTo>
                    <a:pt x="0" y="214312"/>
                  </a:lnTo>
                  <a:lnTo>
                    <a:pt x="0" y="220027"/>
                  </a:lnTo>
                  <a:lnTo>
                    <a:pt x="132143" y="220027"/>
                  </a:lnTo>
                  <a:lnTo>
                    <a:pt x="139852" y="228600"/>
                  </a:lnTo>
                  <a:lnTo>
                    <a:pt x="142709" y="231457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4322" y="244411"/>
                  </a:lnTo>
                  <a:lnTo>
                    <a:pt x="141376" y="248793"/>
                  </a:lnTo>
                  <a:lnTo>
                    <a:pt x="136423" y="252603"/>
                  </a:lnTo>
                  <a:lnTo>
                    <a:pt x="130898" y="256413"/>
                  </a:lnTo>
                  <a:lnTo>
                    <a:pt x="127749" y="261175"/>
                  </a:lnTo>
                  <a:lnTo>
                    <a:pt x="127000" y="266890"/>
                  </a:lnTo>
                  <a:lnTo>
                    <a:pt x="127749" y="270510"/>
                  </a:lnTo>
                  <a:lnTo>
                    <a:pt x="128219" y="271462"/>
                  </a:lnTo>
                  <a:lnTo>
                    <a:pt x="0" y="271462"/>
                  </a:lnTo>
                  <a:lnTo>
                    <a:pt x="0" y="277177"/>
                  </a:lnTo>
                  <a:lnTo>
                    <a:pt x="132143" y="277177"/>
                  </a:lnTo>
                  <a:lnTo>
                    <a:pt x="139852" y="285750"/>
                  </a:lnTo>
                  <a:lnTo>
                    <a:pt x="143852" y="285750"/>
                  </a:lnTo>
                  <a:lnTo>
                    <a:pt x="140804" y="281749"/>
                  </a:lnTo>
                  <a:lnTo>
                    <a:pt x="139090" y="278218"/>
                  </a:lnTo>
                  <a:lnTo>
                    <a:pt x="138950" y="277177"/>
                  </a:lnTo>
                  <a:lnTo>
                    <a:pt x="198437" y="277177"/>
                  </a:lnTo>
                  <a:lnTo>
                    <a:pt x="198437" y="442912"/>
                  </a:lnTo>
                  <a:lnTo>
                    <a:pt x="208432" y="442912"/>
                  </a:lnTo>
                  <a:lnTo>
                    <a:pt x="208432" y="277177"/>
                  </a:lnTo>
                  <a:lnTo>
                    <a:pt x="1188796" y="277177"/>
                  </a:lnTo>
                  <a:lnTo>
                    <a:pt x="1188796" y="271462"/>
                  </a:lnTo>
                  <a:lnTo>
                    <a:pt x="208432" y="271462"/>
                  </a:lnTo>
                  <a:lnTo>
                    <a:pt x="208432" y="220027"/>
                  </a:lnTo>
                  <a:lnTo>
                    <a:pt x="1188796" y="220027"/>
                  </a:lnTo>
                  <a:lnTo>
                    <a:pt x="1188796" y="214312"/>
                  </a:lnTo>
                  <a:lnTo>
                    <a:pt x="208432" y="214312"/>
                  </a:lnTo>
                  <a:lnTo>
                    <a:pt x="208432" y="162877"/>
                  </a:lnTo>
                  <a:lnTo>
                    <a:pt x="1188796" y="162877"/>
                  </a:lnTo>
                  <a:lnTo>
                    <a:pt x="1188796" y="157162"/>
                  </a:lnTo>
                  <a:lnTo>
                    <a:pt x="208432" y="157162"/>
                  </a:lnTo>
                  <a:lnTo>
                    <a:pt x="208432" y="105727"/>
                  </a:lnTo>
                  <a:lnTo>
                    <a:pt x="1188796" y="105727"/>
                  </a:lnTo>
                  <a:lnTo>
                    <a:pt x="1188796" y="100012"/>
                  </a:lnTo>
                  <a:lnTo>
                    <a:pt x="208432" y="100012"/>
                  </a:lnTo>
                  <a:lnTo>
                    <a:pt x="208432" y="68897"/>
                  </a:lnTo>
                  <a:lnTo>
                    <a:pt x="210439" y="70485"/>
                  </a:lnTo>
                  <a:lnTo>
                    <a:pt x="216331" y="72390"/>
                  </a:lnTo>
                  <a:lnTo>
                    <a:pt x="256438" y="60858"/>
                  </a:lnTo>
                  <a:lnTo>
                    <a:pt x="268084" y="48577"/>
                  </a:lnTo>
                  <a:lnTo>
                    <a:pt x="1188796" y="48577"/>
                  </a:lnTo>
                  <a:lnTo>
                    <a:pt x="1188796" y="428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762" y="808291"/>
              <a:ext cx="74294" cy="1739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50823" y="752484"/>
              <a:ext cx="1849120" cy="234315"/>
            </a:xfrm>
            <a:custGeom>
              <a:avLst/>
              <a:gdLst/>
              <a:ahLst/>
              <a:cxnLst/>
              <a:rect l="l" t="t" r="r" b="b"/>
              <a:pathLst>
                <a:path w="1849120" h="234315">
                  <a:moveTo>
                    <a:pt x="59436" y="73152"/>
                  </a:moveTo>
                  <a:lnTo>
                    <a:pt x="22580" y="28575"/>
                  </a:lnTo>
                  <a:lnTo>
                    <a:pt x="12865" y="28575"/>
                  </a:lnTo>
                  <a:lnTo>
                    <a:pt x="17449" y="34302"/>
                  </a:lnTo>
                  <a:lnTo>
                    <a:pt x="21221" y="40360"/>
                  </a:lnTo>
                  <a:lnTo>
                    <a:pt x="24168" y="46736"/>
                  </a:lnTo>
                  <a:lnTo>
                    <a:pt x="26289" y="53428"/>
                  </a:lnTo>
                  <a:lnTo>
                    <a:pt x="26365" y="60045"/>
                  </a:lnTo>
                  <a:lnTo>
                    <a:pt x="25438" y="66433"/>
                  </a:lnTo>
                  <a:lnTo>
                    <a:pt x="3721" y="98869"/>
                  </a:lnTo>
                  <a:lnTo>
                    <a:pt x="39725" y="145732"/>
                  </a:lnTo>
                  <a:lnTo>
                    <a:pt x="39725" y="146304"/>
                  </a:lnTo>
                  <a:lnTo>
                    <a:pt x="33058" y="142684"/>
                  </a:lnTo>
                  <a:lnTo>
                    <a:pt x="27152" y="140868"/>
                  </a:lnTo>
                  <a:lnTo>
                    <a:pt x="22009" y="140868"/>
                  </a:lnTo>
                  <a:lnTo>
                    <a:pt x="13131" y="142214"/>
                  </a:lnTo>
                  <a:lnTo>
                    <a:pt x="6502" y="145948"/>
                  </a:lnTo>
                  <a:lnTo>
                    <a:pt x="2120" y="152069"/>
                  </a:lnTo>
                  <a:lnTo>
                    <a:pt x="0" y="160591"/>
                  </a:lnTo>
                  <a:lnTo>
                    <a:pt x="1231" y="167093"/>
                  </a:lnTo>
                  <a:lnTo>
                    <a:pt x="3505" y="173164"/>
                  </a:lnTo>
                  <a:lnTo>
                    <a:pt x="6807" y="178803"/>
                  </a:lnTo>
                  <a:lnTo>
                    <a:pt x="11150" y="184023"/>
                  </a:lnTo>
                  <a:lnTo>
                    <a:pt x="31724" y="202018"/>
                  </a:lnTo>
                  <a:lnTo>
                    <a:pt x="34861" y="197446"/>
                  </a:lnTo>
                  <a:lnTo>
                    <a:pt x="31242" y="194589"/>
                  </a:lnTo>
                  <a:lnTo>
                    <a:pt x="28003" y="190119"/>
                  </a:lnTo>
                  <a:lnTo>
                    <a:pt x="25146" y="184023"/>
                  </a:lnTo>
                  <a:lnTo>
                    <a:pt x="22098" y="177927"/>
                  </a:lnTo>
                  <a:lnTo>
                    <a:pt x="22580" y="171348"/>
                  </a:lnTo>
                  <a:lnTo>
                    <a:pt x="26581" y="164299"/>
                  </a:lnTo>
                  <a:lnTo>
                    <a:pt x="29819" y="159537"/>
                  </a:lnTo>
                  <a:lnTo>
                    <a:pt x="33909" y="157251"/>
                  </a:lnTo>
                  <a:lnTo>
                    <a:pt x="38862" y="157441"/>
                  </a:lnTo>
                  <a:lnTo>
                    <a:pt x="44005" y="157822"/>
                  </a:lnTo>
                  <a:lnTo>
                    <a:pt x="49339" y="159537"/>
                  </a:lnTo>
                  <a:lnTo>
                    <a:pt x="54864" y="162585"/>
                  </a:lnTo>
                  <a:lnTo>
                    <a:pt x="58293" y="158013"/>
                  </a:lnTo>
                  <a:lnTo>
                    <a:pt x="43434" y="138303"/>
                  </a:lnTo>
                  <a:lnTo>
                    <a:pt x="38671" y="131064"/>
                  </a:lnTo>
                  <a:lnTo>
                    <a:pt x="36195" y="123444"/>
                  </a:lnTo>
                  <a:lnTo>
                    <a:pt x="36004" y="115443"/>
                  </a:lnTo>
                  <a:lnTo>
                    <a:pt x="38214" y="105613"/>
                  </a:lnTo>
                  <a:lnTo>
                    <a:pt x="42862" y="95288"/>
                  </a:lnTo>
                  <a:lnTo>
                    <a:pt x="49936" y="84467"/>
                  </a:lnTo>
                  <a:lnTo>
                    <a:pt x="59436" y="73152"/>
                  </a:lnTo>
                  <a:close/>
                </a:path>
                <a:path w="1849120" h="234315">
                  <a:moveTo>
                    <a:pt x="307416" y="85725"/>
                  </a:moveTo>
                  <a:lnTo>
                    <a:pt x="235127" y="85725"/>
                  </a:lnTo>
                  <a:lnTo>
                    <a:pt x="235127" y="114300"/>
                  </a:lnTo>
                  <a:lnTo>
                    <a:pt x="307416" y="114300"/>
                  </a:lnTo>
                  <a:lnTo>
                    <a:pt x="307416" y="85725"/>
                  </a:lnTo>
                  <a:close/>
                </a:path>
                <a:path w="1849120" h="234315">
                  <a:moveTo>
                    <a:pt x="1849005" y="0"/>
                  </a:moveTo>
                  <a:lnTo>
                    <a:pt x="737298" y="0"/>
                  </a:lnTo>
                  <a:lnTo>
                    <a:pt x="737298" y="5715"/>
                  </a:lnTo>
                  <a:lnTo>
                    <a:pt x="741426" y="5715"/>
                  </a:lnTo>
                  <a:lnTo>
                    <a:pt x="741426" y="57150"/>
                  </a:lnTo>
                  <a:lnTo>
                    <a:pt x="737298" y="57150"/>
                  </a:lnTo>
                  <a:lnTo>
                    <a:pt x="737298" y="62865"/>
                  </a:lnTo>
                  <a:lnTo>
                    <a:pt x="741426" y="62865"/>
                  </a:lnTo>
                  <a:lnTo>
                    <a:pt x="741426" y="114300"/>
                  </a:lnTo>
                  <a:lnTo>
                    <a:pt x="737298" y="114300"/>
                  </a:lnTo>
                  <a:lnTo>
                    <a:pt x="737298" y="120015"/>
                  </a:lnTo>
                  <a:lnTo>
                    <a:pt x="741426" y="120015"/>
                  </a:lnTo>
                  <a:lnTo>
                    <a:pt x="741426" y="171450"/>
                  </a:lnTo>
                  <a:lnTo>
                    <a:pt x="737298" y="171450"/>
                  </a:lnTo>
                  <a:lnTo>
                    <a:pt x="737298" y="177165"/>
                  </a:lnTo>
                  <a:lnTo>
                    <a:pt x="741426" y="177165"/>
                  </a:lnTo>
                  <a:lnTo>
                    <a:pt x="741426" y="228600"/>
                  </a:lnTo>
                  <a:lnTo>
                    <a:pt x="737298" y="228600"/>
                  </a:lnTo>
                  <a:lnTo>
                    <a:pt x="737298" y="234315"/>
                  </a:lnTo>
                  <a:lnTo>
                    <a:pt x="741426" y="234315"/>
                  </a:lnTo>
                  <a:lnTo>
                    <a:pt x="749998" y="234315"/>
                  </a:lnTo>
                  <a:lnTo>
                    <a:pt x="1849005" y="234315"/>
                  </a:lnTo>
                  <a:lnTo>
                    <a:pt x="1849005" y="228600"/>
                  </a:lnTo>
                  <a:lnTo>
                    <a:pt x="749998" y="228600"/>
                  </a:lnTo>
                  <a:lnTo>
                    <a:pt x="749998" y="177165"/>
                  </a:lnTo>
                  <a:lnTo>
                    <a:pt x="1333411" y="177165"/>
                  </a:lnTo>
                  <a:lnTo>
                    <a:pt x="1334376" y="178803"/>
                  </a:lnTo>
                  <a:lnTo>
                    <a:pt x="1338719" y="184023"/>
                  </a:lnTo>
                  <a:lnTo>
                    <a:pt x="1359293" y="202018"/>
                  </a:lnTo>
                  <a:lnTo>
                    <a:pt x="1362430" y="197446"/>
                  </a:lnTo>
                  <a:lnTo>
                    <a:pt x="1358811" y="194589"/>
                  </a:lnTo>
                  <a:lnTo>
                    <a:pt x="1355572" y="190119"/>
                  </a:lnTo>
                  <a:lnTo>
                    <a:pt x="1352715" y="184023"/>
                  </a:lnTo>
                  <a:lnTo>
                    <a:pt x="1349667" y="177927"/>
                  </a:lnTo>
                  <a:lnTo>
                    <a:pt x="1349717" y="177165"/>
                  </a:lnTo>
                  <a:lnTo>
                    <a:pt x="1849005" y="177165"/>
                  </a:lnTo>
                  <a:lnTo>
                    <a:pt x="1849005" y="171450"/>
                  </a:lnTo>
                  <a:lnTo>
                    <a:pt x="1350137" y="171450"/>
                  </a:lnTo>
                  <a:lnTo>
                    <a:pt x="1354150" y="164299"/>
                  </a:lnTo>
                  <a:lnTo>
                    <a:pt x="1357388" y="159537"/>
                  </a:lnTo>
                  <a:lnTo>
                    <a:pt x="1361478" y="157251"/>
                  </a:lnTo>
                  <a:lnTo>
                    <a:pt x="1366431" y="157441"/>
                  </a:lnTo>
                  <a:lnTo>
                    <a:pt x="1371574" y="157822"/>
                  </a:lnTo>
                  <a:lnTo>
                    <a:pt x="1376908" y="159537"/>
                  </a:lnTo>
                  <a:lnTo>
                    <a:pt x="1382433" y="162585"/>
                  </a:lnTo>
                  <a:lnTo>
                    <a:pt x="1385862" y="158013"/>
                  </a:lnTo>
                  <a:lnTo>
                    <a:pt x="1371003" y="138303"/>
                  </a:lnTo>
                  <a:lnTo>
                    <a:pt x="1367294" y="132676"/>
                  </a:lnTo>
                  <a:lnTo>
                    <a:pt x="1367294" y="145732"/>
                  </a:lnTo>
                  <a:lnTo>
                    <a:pt x="1367294" y="146304"/>
                  </a:lnTo>
                  <a:lnTo>
                    <a:pt x="1360627" y="142684"/>
                  </a:lnTo>
                  <a:lnTo>
                    <a:pt x="1354721" y="140868"/>
                  </a:lnTo>
                  <a:lnTo>
                    <a:pt x="1349578" y="140868"/>
                  </a:lnTo>
                  <a:lnTo>
                    <a:pt x="1340700" y="142214"/>
                  </a:lnTo>
                  <a:lnTo>
                    <a:pt x="1334071" y="145948"/>
                  </a:lnTo>
                  <a:lnTo>
                    <a:pt x="1329690" y="152069"/>
                  </a:lnTo>
                  <a:lnTo>
                    <a:pt x="1327569" y="160591"/>
                  </a:lnTo>
                  <a:lnTo>
                    <a:pt x="1328801" y="167093"/>
                  </a:lnTo>
                  <a:lnTo>
                    <a:pt x="1330426" y="171450"/>
                  </a:lnTo>
                  <a:lnTo>
                    <a:pt x="749998" y="171450"/>
                  </a:lnTo>
                  <a:lnTo>
                    <a:pt x="749998" y="120015"/>
                  </a:lnTo>
                  <a:lnTo>
                    <a:pt x="1347533" y="120015"/>
                  </a:lnTo>
                  <a:lnTo>
                    <a:pt x="1367294" y="145732"/>
                  </a:lnTo>
                  <a:lnTo>
                    <a:pt x="1367294" y="132676"/>
                  </a:lnTo>
                  <a:lnTo>
                    <a:pt x="1366240" y="131064"/>
                  </a:lnTo>
                  <a:lnTo>
                    <a:pt x="1363764" y="123444"/>
                  </a:lnTo>
                  <a:lnTo>
                    <a:pt x="1363675" y="120015"/>
                  </a:lnTo>
                  <a:lnTo>
                    <a:pt x="1849005" y="120015"/>
                  </a:lnTo>
                  <a:lnTo>
                    <a:pt x="1849005" y="114300"/>
                  </a:lnTo>
                  <a:lnTo>
                    <a:pt x="1363827" y="114300"/>
                  </a:lnTo>
                  <a:lnTo>
                    <a:pt x="1365783" y="105613"/>
                  </a:lnTo>
                  <a:lnTo>
                    <a:pt x="1370431" y="95288"/>
                  </a:lnTo>
                  <a:lnTo>
                    <a:pt x="1377505" y="84467"/>
                  </a:lnTo>
                  <a:lnTo>
                    <a:pt x="1387005" y="73152"/>
                  </a:lnTo>
                  <a:lnTo>
                    <a:pt x="1378496" y="62865"/>
                  </a:lnTo>
                  <a:lnTo>
                    <a:pt x="1849005" y="62865"/>
                  </a:lnTo>
                  <a:lnTo>
                    <a:pt x="1849005" y="57150"/>
                  </a:lnTo>
                  <a:lnTo>
                    <a:pt x="1373771" y="57150"/>
                  </a:lnTo>
                  <a:lnTo>
                    <a:pt x="1350149" y="28575"/>
                  </a:lnTo>
                  <a:lnTo>
                    <a:pt x="1340434" y="28575"/>
                  </a:lnTo>
                  <a:lnTo>
                    <a:pt x="1345018" y="34302"/>
                  </a:lnTo>
                  <a:lnTo>
                    <a:pt x="1348790" y="40360"/>
                  </a:lnTo>
                  <a:lnTo>
                    <a:pt x="1351737" y="46736"/>
                  </a:lnTo>
                  <a:lnTo>
                    <a:pt x="1353858" y="53428"/>
                  </a:lnTo>
                  <a:lnTo>
                    <a:pt x="1353896" y="57150"/>
                  </a:lnTo>
                  <a:lnTo>
                    <a:pt x="1353515" y="57150"/>
                  </a:lnTo>
                  <a:lnTo>
                    <a:pt x="1353515" y="62865"/>
                  </a:lnTo>
                  <a:lnTo>
                    <a:pt x="1331290" y="98869"/>
                  </a:lnTo>
                  <a:lnTo>
                    <a:pt x="1343139" y="114300"/>
                  </a:lnTo>
                  <a:lnTo>
                    <a:pt x="893597" y="114300"/>
                  </a:lnTo>
                  <a:lnTo>
                    <a:pt x="893597" y="85725"/>
                  </a:lnTo>
                  <a:lnTo>
                    <a:pt x="821309" y="85725"/>
                  </a:lnTo>
                  <a:lnTo>
                    <a:pt x="821309" y="114300"/>
                  </a:lnTo>
                  <a:lnTo>
                    <a:pt x="749998" y="114300"/>
                  </a:lnTo>
                  <a:lnTo>
                    <a:pt x="749998" y="62865"/>
                  </a:lnTo>
                  <a:lnTo>
                    <a:pt x="1353515" y="62865"/>
                  </a:lnTo>
                  <a:lnTo>
                    <a:pt x="1353515" y="57150"/>
                  </a:lnTo>
                  <a:lnTo>
                    <a:pt x="749998" y="57150"/>
                  </a:lnTo>
                  <a:lnTo>
                    <a:pt x="749998" y="5715"/>
                  </a:lnTo>
                  <a:lnTo>
                    <a:pt x="1849005" y="5715"/>
                  </a:lnTo>
                  <a:lnTo>
                    <a:pt x="18490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0594" y="838200"/>
              <a:ext cx="111140" cy="2868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99306" y="838200"/>
              <a:ext cx="111140" cy="28689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984525" y="754770"/>
              <a:ext cx="28575" cy="232410"/>
            </a:xfrm>
            <a:custGeom>
              <a:avLst/>
              <a:gdLst/>
              <a:ahLst/>
              <a:cxnLst/>
              <a:rect l="l" t="t" r="r" b="b"/>
              <a:pathLst>
                <a:path w="28575" h="232409">
                  <a:moveTo>
                    <a:pt x="10007" y="0"/>
                  </a:moveTo>
                  <a:lnTo>
                    <a:pt x="0" y="0"/>
                  </a:lnTo>
                  <a:lnTo>
                    <a:pt x="0" y="232029"/>
                  </a:lnTo>
                  <a:lnTo>
                    <a:pt x="10007" y="232029"/>
                  </a:lnTo>
                  <a:lnTo>
                    <a:pt x="10007" y="0"/>
                  </a:lnTo>
                  <a:close/>
                </a:path>
                <a:path w="28575" h="232409">
                  <a:moveTo>
                    <a:pt x="28003" y="0"/>
                  </a:moveTo>
                  <a:lnTo>
                    <a:pt x="18008" y="0"/>
                  </a:lnTo>
                  <a:lnTo>
                    <a:pt x="18008" y="232029"/>
                  </a:lnTo>
                  <a:lnTo>
                    <a:pt x="28003" y="232029"/>
                  </a:lnTo>
                  <a:lnTo>
                    <a:pt x="280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78400" y="666750"/>
              <a:ext cx="412115" cy="28575"/>
            </a:xfrm>
            <a:custGeom>
              <a:avLst/>
              <a:gdLst/>
              <a:ahLst/>
              <a:cxnLst/>
              <a:rect l="l" t="t" r="r" b="b"/>
              <a:pathLst>
                <a:path w="412114" h="28575">
                  <a:moveTo>
                    <a:pt x="0" y="28575"/>
                  </a:moveTo>
                  <a:lnTo>
                    <a:pt x="0" y="0"/>
                  </a:lnTo>
                  <a:lnTo>
                    <a:pt x="143216" y="0"/>
                  </a:lnTo>
                </a:path>
                <a:path w="412114" h="28575">
                  <a:moveTo>
                    <a:pt x="268502" y="0"/>
                  </a:moveTo>
                  <a:lnTo>
                    <a:pt x="411718" y="0"/>
                  </a:lnTo>
                  <a:lnTo>
                    <a:pt x="411718" y="285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50185" y="632469"/>
              <a:ext cx="1430655" cy="354330"/>
            </a:xfrm>
            <a:custGeom>
              <a:avLst/>
              <a:gdLst/>
              <a:ahLst/>
              <a:cxnLst/>
              <a:rect l="l" t="t" r="r" b="b"/>
              <a:pathLst>
                <a:path w="1430654" h="354330">
                  <a:moveTo>
                    <a:pt x="55626" y="20955"/>
                  </a:moveTo>
                  <a:lnTo>
                    <a:pt x="35153" y="0"/>
                  </a:lnTo>
                  <a:lnTo>
                    <a:pt x="31153" y="0"/>
                  </a:lnTo>
                  <a:lnTo>
                    <a:pt x="27241" y="1524"/>
                  </a:lnTo>
                  <a:lnTo>
                    <a:pt x="23431" y="4572"/>
                  </a:lnTo>
                  <a:lnTo>
                    <a:pt x="19621" y="7429"/>
                  </a:lnTo>
                  <a:lnTo>
                    <a:pt x="17437" y="11137"/>
                  </a:lnTo>
                  <a:lnTo>
                    <a:pt x="16865" y="15709"/>
                  </a:lnTo>
                  <a:lnTo>
                    <a:pt x="17627" y="19710"/>
                  </a:lnTo>
                  <a:lnTo>
                    <a:pt x="20485" y="21717"/>
                  </a:lnTo>
                  <a:lnTo>
                    <a:pt x="25438" y="21717"/>
                  </a:lnTo>
                  <a:lnTo>
                    <a:pt x="29248" y="20193"/>
                  </a:lnTo>
                  <a:lnTo>
                    <a:pt x="30670" y="17526"/>
                  </a:lnTo>
                  <a:lnTo>
                    <a:pt x="29718" y="13716"/>
                  </a:lnTo>
                  <a:lnTo>
                    <a:pt x="27724" y="8572"/>
                  </a:lnTo>
                  <a:lnTo>
                    <a:pt x="28295" y="5524"/>
                  </a:lnTo>
                  <a:lnTo>
                    <a:pt x="30581" y="4089"/>
                  </a:lnTo>
                  <a:lnTo>
                    <a:pt x="34582" y="4279"/>
                  </a:lnTo>
                  <a:lnTo>
                    <a:pt x="40487" y="5613"/>
                  </a:lnTo>
                  <a:lnTo>
                    <a:pt x="43243" y="8470"/>
                  </a:lnTo>
                  <a:lnTo>
                    <a:pt x="42862" y="12852"/>
                  </a:lnTo>
                  <a:lnTo>
                    <a:pt x="42672" y="20662"/>
                  </a:lnTo>
                  <a:lnTo>
                    <a:pt x="40487" y="25717"/>
                  </a:lnTo>
                  <a:lnTo>
                    <a:pt x="32105" y="30289"/>
                  </a:lnTo>
                  <a:lnTo>
                    <a:pt x="26581" y="31330"/>
                  </a:lnTo>
                  <a:lnTo>
                    <a:pt x="19723" y="31140"/>
                  </a:lnTo>
                  <a:lnTo>
                    <a:pt x="18580" y="36576"/>
                  </a:lnTo>
                  <a:lnTo>
                    <a:pt x="32486" y="48666"/>
                  </a:lnTo>
                  <a:lnTo>
                    <a:pt x="31242" y="53619"/>
                  </a:lnTo>
                  <a:lnTo>
                    <a:pt x="25908" y="63715"/>
                  </a:lnTo>
                  <a:lnTo>
                    <a:pt x="22009" y="66484"/>
                  </a:lnTo>
                  <a:lnTo>
                    <a:pt x="16865" y="66865"/>
                  </a:lnTo>
                  <a:lnTo>
                    <a:pt x="14389" y="66675"/>
                  </a:lnTo>
                  <a:lnTo>
                    <a:pt x="12293" y="65722"/>
                  </a:lnTo>
                  <a:lnTo>
                    <a:pt x="10579" y="64008"/>
                  </a:lnTo>
                  <a:lnTo>
                    <a:pt x="10769" y="61912"/>
                  </a:lnTo>
                  <a:lnTo>
                    <a:pt x="11722" y="60388"/>
                  </a:lnTo>
                  <a:lnTo>
                    <a:pt x="13436" y="59436"/>
                  </a:lnTo>
                  <a:lnTo>
                    <a:pt x="16002" y="54864"/>
                  </a:lnTo>
                  <a:lnTo>
                    <a:pt x="15240" y="50863"/>
                  </a:lnTo>
                  <a:lnTo>
                    <a:pt x="12674" y="48666"/>
                  </a:lnTo>
                  <a:lnTo>
                    <a:pt x="8293" y="48285"/>
                  </a:lnTo>
                  <a:lnTo>
                    <a:pt x="2768" y="49047"/>
                  </a:lnTo>
                  <a:lnTo>
                    <a:pt x="0" y="52578"/>
                  </a:lnTo>
                  <a:lnTo>
                    <a:pt x="0" y="58864"/>
                  </a:lnTo>
                  <a:lnTo>
                    <a:pt x="381" y="63436"/>
                  </a:lnTo>
                  <a:lnTo>
                    <a:pt x="2959" y="66675"/>
                  </a:lnTo>
                  <a:lnTo>
                    <a:pt x="7721" y="68580"/>
                  </a:lnTo>
                  <a:lnTo>
                    <a:pt x="20866" y="71437"/>
                  </a:lnTo>
                  <a:lnTo>
                    <a:pt x="26771" y="71247"/>
                  </a:lnTo>
                  <a:lnTo>
                    <a:pt x="32296" y="69049"/>
                  </a:lnTo>
                  <a:lnTo>
                    <a:pt x="37439" y="64858"/>
                  </a:lnTo>
                  <a:lnTo>
                    <a:pt x="42583" y="60858"/>
                  </a:lnTo>
                  <a:lnTo>
                    <a:pt x="45529" y="55714"/>
                  </a:lnTo>
                  <a:lnTo>
                    <a:pt x="46291" y="49428"/>
                  </a:lnTo>
                  <a:lnTo>
                    <a:pt x="46672" y="44665"/>
                  </a:lnTo>
                  <a:lnTo>
                    <a:pt x="43726" y="40284"/>
                  </a:lnTo>
                  <a:lnTo>
                    <a:pt x="37439" y="36283"/>
                  </a:lnTo>
                  <a:lnTo>
                    <a:pt x="37439" y="35712"/>
                  </a:lnTo>
                  <a:lnTo>
                    <a:pt x="41821" y="33997"/>
                  </a:lnTo>
                  <a:lnTo>
                    <a:pt x="45910" y="31521"/>
                  </a:lnTo>
                  <a:lnTo>
                    <a:pt x="49720" y="28282"/>
                  </a:lnTo>
                  <a:lnTo>
                    <a:pt x="53721" y="25044"/>
                  </a:lnTo>
                  <a:lnTo>
                    <a:pt x="55626" y="20955"/>
                  </a:lnTo>
                  <a:close/>
                </a:path>
                <a:path w="1430654" h="354330">
                  <a:moveTo>
                    <a:pt x="1430502" y="348615"/>
                  </a:moveTo>
                  <a:lnTo>
                    <a:pt x="349643" y="348615"/>
                  </a:lnTo>
                  <a:lnTo>
                    <a:pt x="349643" y="354330"/>
                  </a:lnTo>
                  <a:lnTo>
                    <a:pt x="1430502" y="354330"/>
                  </a:lnTo>
                  <a:lnTo>
                    <a:pt x="1430502" y="348615"/>
                  </a:lnTo>
                  <a:close/>
                </a:path>
                <a:path w="1430654" h="354330">
                  <a:moveTo>
                    <a:pt x="1430502" y="291465"/>
                  </a:moveTo>
                  <a:lnTo>
                    <a:pt x="349643" y="291465"/>
                  </a:lnTo>
                  <a:lnTo>
                    <a:pt x="349643" y="297180"/>
                  </a:lnTo>
                  <a:lnTo>
                    <a:pt x="1430502" y="297180"/>
                  </a:lnTo>
                  <a:lnTo>
                    <a:pt x="1430502" y="291465"/>
                  </a:lnTo>
                  <a:close/>
                </a:path>
                <a:path w="1430654" h="354330">
                  <a:moveTo>
                    <a:pt x="1430502" y="234315"/>
                  </a:moveTo>
                  <a:lnTo>
                    <a:pt x="349643" y="234315"/>
                  </a:lnTo>
                  <a:lnTo>
                    <a:pt x="349643" y="240030"/>
                  </a:lnTo>
                  <a:lnTo>
                    <a:pt x="1430502" y="240030"/>
                  </a:lnTo>
                  <a:lnTo>
                    <a:pt x="1430502" y="234315"/>
                  </a:lnTo>
                  <a:close/>
                </a:path>
                <a:path w="1430654" h="354330">
                  <a:moveTo>
                    <a:pt x="1430502" y="177165"/>
                  </a:moveTo>
                  <a:lnTo>
                    <a:pt x="349643" y="177165"/>
                  </a:lnTo>
                  <a:lnTo>
                    <a:pt x="349643" y="182880"/>
                  </a:lnTo>
                  <a:lnTo>
                    <a:pt x="1430502" y="182880"/>
                  </a:lnTo>
                  <a:lnTo>
                    <a:pt x="1430502" y="177165"/>
                  </a:lnTo>
                  <a:close/>
                </a:path>
                <a:path w="1430654" h="354330">
                  <a:moveTo>
                    <a:pt x="1430502" y="120015"/>
                  </a:moveTo>
                  <a:lnTo>
                    <a:pt x="349643" y="120015"/>
                  </a:lnTo>
                  <a:lnTo>
                    <a:pt x="349643" y="125730"/>
                  </a:lnTo>
                  <a:lnTo>
                    <a:pt x="1430502" y="125730"/>
                  </a:lnTo>
                  <a:lnTo>
                    <a:pt x="1430502" y="1200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9689" y="763524"/>
              <a:ext cx="75437" cy="21069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229254" y="681046"/>
              <a:ext cx="864235" cy="357505"/>
            </a:xfrm>
            <a:custGeom>
              <a:avLst/>
              <a:gdLst/>
              <a:ahLst/>
              <a:cxnLst/>
              <a:rect l="l" t="t" r="r" b="b"/>
              <a:pathLst>
                <a:path w="864235" h="357505">
                  <a:moveTo>
                    <a:pt x="74295" y="262597"/>
                  </a:moveTo>
                  <a:lnTo>
                    <a:pt x="74104" y="255358"/>
                  </a:lnTo>
                  <a:lnTo>
                    <a:pt x="74015" y="255181"/>
                  </a:lnTo>
                  <a:lnTo>
                    <a:pt x="74015" y="71437"/>
                  </a:lnTo>
                  <a:lnTo>
                    <a:pt x="64008" y="71437"/>
                  </a:lnTo>
                  <a:lnTo>
                    <a:pt x="64008" y="244856"/>
                  </a:lnTo>
                  <a:lnTo>
                    <a:pt x="62014" y="243268"/>
                  </a:lnTo>
                  <a:lnTo>
                    <a:pt x="55537" y="241554"/>
                  </a:lnTo>
                  <a:lnTo>
                    <a:pt x="47155" y="241744"/>
                  </a:lnTo>
                  <a:lnTo>
                    <a:pt x="39217" y="242709"/>
                  </a:lnTo>
                  <a:lnTo>
                    <a:pt x="4648" y="265811"/>
                  </a:lnTo>
                  <a:lnTo>
                    <a:pt x="0" y="279742"/>
                  </a:lnTo>
                  <a:lnTo>
                    <a:pt x="190" y="286219"/>
                  </a:lnTo>
                  <a:lnTo>
                    <a:pt x="25146" y="301180"/>
                  </a:lnTo>
                  <a:lnTo>
                    <a:pt x="33629" y="300228"/>
                  </a:lnTo>
                  <a:lnTo>
                    <a:pt x="69659" y="277177"/>
                  </a:lnTo>
                  <a:lnTo>
                    <a:pt x="72847" y="270167"/>
                  </a:lnTo>
                  <a:lnTo>
                    <a:pt x="74295" y="262597"/>
                  </a:lnTo>
                  <a:close/>
                </a:path>
                <a:path w="864235" h="357505">
                  <a:moveTo>
                    <a:pt x="216890" y="234022"/>
                  </a:moveTo>
                  <a:lnTo>
                    <a:pt x="216700" y="226783"/>
                  </a:lnTo>
                  <a:lnTo>
                    <a:pt x="216598" y="226580"/>
                  </a:lnTo>
                  <a:lnTo>
                    <a:pt x="216598" y="57150"/>
                  </a:lnTo>
                  <a:lnTo>
                    <a:pt x="206603" y="57150"/>
                  </a:lnTo>
                  <a:lnTo>
                    <a:pt x="206603" y="216293"/>
                  </a:lnTo>
                  <a:lnTo>
                    <a:pt x="204597" y="214693"/>
                  </a:lnTo>
                  <a:lnTo>
                    <a:pt x="198120" y="212979"/>
                  </a:lnTo>
                  <a:lnTo>
                    <a:pt x="189738" y="213169"/>
                  </a:lnTo>
                  <a:lnTo>
                    <a:pt x="181813" y="214134"/>
                  </a:lnTo>
                  <a:lnTo>
                    <a:pt x="147231" y="237236"/>
                  </a:lnTo>
                  <a:lnTo>
                    <a:pt x="142595" y="251167"/>
                  </a:lnTo>
                  <a:lnTo>
                    <a:pt x="142786" y="257644"/>
                  </a:lnTo>
                  <a:lnTo>
                    <a:pt x="167741" y="272605"/>
                  </a:lnTo>
                  <a:lnTo>
                    <a:pt x="176225" y="271653"/>
                  </a:lnTo>
                  <a:lnTo>
                    <a:pt x="212242" y="248602"/>
                  </a:lnTo>
                  <a:lnTo>
                    <a:pt x="215442" y="241592"/>
                  </a:lnTo>
                  <a:lnTo>
                    <a:pt x="216890" y="234022"/>
                  </a:lnTo>
                  <a:close/>
                </a:path>
                <a:path w="864235" h="357505">
                  <a:moveTo>
                    <a:pt x="359473" y="205447"/>
                  </a:moveTo>
                  <a:lnTo>
                    <a:pt x="359283" y="198208"/>
                  </a:lnTo>
                  <a:lnTo>
                    <a:pt x="359194" y="198031"/>
                  </a:lnTo>
                  <a:lnTo>
                    <a:pt x="359194" y="14287"/>
                  </a:lnTo>
                  <a:lnTo>
                    <a:pt x="349186" y="14287"/>
                  </a:lnTo>
                  <a:lnTo>
                    <a:pt x="349186" y="187706"/>
                  </a:lnTo>
                  <a:lnTo>
                    <a:pt x="347192" y="186118"/>
                  </a:lnTo>
                  <a:lnTo>
                    <a:pt x="340715" y="184404"/>
                  </a:lnTo>
                  <a:lnTo>
                    <a:pt x="332333" y="184594"/>
                  </a:lnTo>
                  <a:lnTo>
                    <a:pt x="324396" y="185559"/>
                  </a:lnTo>
                  <a:lnTo>
                    <a:pt x="289826" y="208661"/>
                  </a:lnTo>
                  <a:lnTo>
                    <a:pt x="285178" y="222592"/>
                  </a:lnTo>
                  <a:lnTo>
                    <a:pt x="285369" y="229069"/>
                  </a:lnTo>
                  <a:lnTo>
                    <a:pt x="310324" y="244030"/>
                  </a:lnTo>
                  <a:lnTo>
                    <a:pt x="318808" y="243078"/>
                  </a:lnTo>
                  <a:lnTo>
                    <a:pt x="354825" y="220027"/>
                  </a:lnTo>
                  <a:lnTo>
                    <a:pt x="358025" y="213017"/>
                  </a:lnTo>
                  <a:lnTo>
                    <a:pt x="359473" y="205447"/>
                  </a:lnTo>
                  <a:close/>
                </a:path>
                <a:path w="864235" h="357505">
                  <a:moveTo>
                    <a:pt x="502056" y="176872"/>
                  </a:moveTo>
                  <a:lnTo>
                    <a:pt x="501865" y="169633"/>
                  </a:lnTo>
                  <a:lnTo>
                    <a:pt x="501777" y="169456"/>
                  </a:lnTo>
                  <a:lnTo>
                    <a:pt x="501777" y="0"/>
                  </a:lnTo>
                  <a:lnTo>
                    <a:pt x="491769" y="0"/>
                  </a:lnTo>
                  <a:lnTo>
                    <a:pt x="491769" y="159131"/>
                  </a:lnTo>
                  <a:lnTo>
                    <a:pt x="489775" y="157543"/>
                  </a:lnTo>
                  <a:lnTo>
                    <a:pt x="483298" y="155829"/>
                  </a:lnTo>
                  <a:lnTo>
                    <a:pt x="474916" y="156019"/>
                  </a:lnTo>
                  <a:lnTo>
                    <a:pt x="466991" y="156984"/>
                  </a:lnTo>
                  <a:lnTo>
                    <a:pt x="432409" y="180086"/>
                  </a:lnTo>
                  <a:lnTo>
                    <a:pt x="427761" y="194017"/>
                  </a:lnTo>
                  <a:lnTo>
                    <a:pt x="427951" y="200494"/>
                  </a:lnTo>
                  <a:lnTo>
                    <a:pt x="452907" y="215455"/>
                  </a:lnTo>
                  <a:lnTo>
                    <a:pt x="461391" y="214503"/>
                  </a:lnTo>
                  <a:lnTo>
                    <a:pt x="497420" y="191452"/>
                  </a:lnTo>
                  <a:lnTo>
                    <a:pt x="500621" y="184442"/>
                  </a:lnTo>
                  <a:lnTo>
                    <a:pt x="502056" y="176872"/>
                  </a:lnTo>
                  <a:close/>
                </a:path>
                <a:path w="864235" h="357505">
                  <a:moveTo>
                    <a:pt x="644652" y="148297"/>
                  </a:moveTo>
                  <a:lnTo>
                    <a:pt x="644461" y="141058"/>
                  </a:lnTo>
                  <a:lnTo>
                    <a:pt x="641883" y="135826"/>
                  </a:lnTo>
                  <a:lnTo>
                    <a:pt x="636930" y="132588"/>
                  </a:lnTo>
                  <a:lnTo>
                    <a:pt x="632358" y="128968"/>
                  </a:lnTo>
                  <a:lnTo>
                    <a:pt x="625881" y="127254"/>
                  </a:lnTo>
                  <a:lnTo>
                    <a:pt x="617499" y="127444"/>
                  </a:lnTo>
                  <a:lnTo>
                    <a:pt x="609574" y="128409"/>
                  </a:lnTo>
                  <a:lnTo>
                    <a:pt x="574992" y="151511"/>
                  </a:lnTo>
                  <a:lnTo>
                    <a:pt x="570357" y="165442"/>
                  </a:lnTo>
                  <a:lnTo>
                    <a:pt x="570445" y="168592"/>
                  </a:lnTo>
                  <a:lnTo>
                    <a:pt x="570357" y="357187"/>
                  </a:lnTo>
                  <a:lnTo>
                    <a:pt x="580351" y="357187"/>
                  </a:lnTo>
                  <a:lnTo>
                    <a:pt x="580351" y="183197"/>
                  </a:lnTo>
                  <a:lnTo>
                    <a:pt x="582358" y="184785"/>
                  </a:lnTo>
                  <a:lnTo>
                    <a:pt x="588264" y="186690"/>
                  </a:lnTo>
                  <a:lnTo>
                    <a:pt x="595503" y="186880"/>
                  </a:lnTo>
                  <a:lnTo>
                    <a:pt x="603986" y="185928"/>
                  </a:lnTo>
                  <a:lnTo>
                    <a:pt x="640003" y="162877"/>
                  </a:lnTo>
                  <a:lnTo>
                    <a:pt x="643204" y="155867"/>
                  </a:lnTo>
                  <a:lnTo>
                    <a:pt x="644652" y="148297"/>
                  </a:lnTo>
                  <a:close/>
                </a:path>
                <a:path w="864235" h="357505">
                  <a:moveTo>
                    <a:pt x="787234" y="62572"/>
                  </a:moveTo>
                  <a:lnTo>
                    <a:pt x="787044" y="55333"/>
                  </a:lnTo>
                  <a:lnTo>
                    <a:pt x="784479" y="50101"/>
                  </a:lnTo>
                  <a:lnTo>
                    <a:pt x="779526" y="46863"/>
                  </a:lnTo>
                  <a:lnTo>
                    <a:pt x="774954" y="43243"/>
                  </a:lnTo>
                  <a:lnTo>
                    <a:pt x="768477" y="41529"/>
                  </a:lnTo>
                  <a:lnTo>
                    <a:pt x="760095" y="41719"/>
                  </a:lnTo>
                  <a:lnTo>
                    <a:pt x="752157" y="42684"/>
                  </a:lnTo>
                  <a:lnTo>
                    <a:pt x="717588" y="65786"/>
                  </a:lnTo>
                  <a:lnTo>
                    <a:pt x="712939" y="79717"/>
                  </a:lnTo>
                  <a:lnTo>
                    <a:pt x="713028" y="82867"/>
                  </a:lnTo>
                  <a:lnTo>
                    <a:pt x="712939" y="300037"/>
                  </a:lnTo>
                  <a:lnTo>
                    <a:pt x="722947" y="300037"/>
                  </a:lnTo>
                  <a:lnTo>
                    <a:pt x="722947" y="97485"/>
                  </a:lnTo>
                  <a:lnTo>
                    <a:pt x="724941" y="99060"/>
                  </a:lnTo>
                  <a:lnTo>
                    <a:pt x="730846" y="100965"/>
                  </a:lnTo>
                  <a:lnTo>
                    <a:pt x="738085" y="101155"/>
                  </a:lnTo>
                  <a:lnTo>
                    <a:pt x="746569" y="100203"/>
                  </a:lnTo>
                  <a:lnTo>
                    <a:pt x="782599" y="77152"/>
                  </a:lnTo>
                  <a:lnTo>
                    <a:pt x="785787" y="70142"/>
                  </a:lnTo>
                  <a:lnTo>
                    <a:pt x="787234" y="62572"/>
                  </a:lnTo>
                  <a:close/>
                </a:path>
                <a:path w="864235" h="357505">
                  <a:moveTo>
                    <a:pt x="864133" y="73723"/>
                  </a:moveTo>
                  <a:lnTo>
                    <a:pt x="855560" y="73723"/>
                  </a:lnTo>
                  <a:lnTo>
                    <a:pt x="855560" y="305752"/>
                  </a:lnTo>
                  <a:lnTo>
                    <a:pt x="864133" y="305752"/>
                  </a:lnTo>
                  <a:lnTo>
                    <a:pt x="864133" y="73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66700" y="473075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135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3462" y="479298"/>
            <a:ext cx="94059" cy="10715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83872" y="484505"/>
            <a:ext cx="150495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-25" dirty="0">
                <a:latin typeface="Bauer Bodoni Std" panose="02070603080706020303" pitchFamily="18" charset="77"/>
                <a:cs typeface="Calibri"/>
              </a:rPr>
              <a:t>120</a:t>
            </a:r>
            <a:endParaRPr sz="650">
              <a:latin typeface="Bauer Bodoni Std" panose="02070603080706020303" pitchFamily="18" charset="77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57815" y="479298"/>
            <a:ext cx="94059" cy="10715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158224" y="261793"/>
            <a:ext cx="494665" cy="3492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484"/>
              </a:spcBef>
            </a:pPr>
            <a:r>
              <a:rPr sz="900" b="1" dirty="0">
                <a:latin typeface="Bauer Bodoni Std Bold Cond" panose="02070903080706020303" pitchFamily="18" charset="77"/>
                <a:cs typeface="Source Serif 4"/>
              </a:rPr>
              <a:t>a</a:t>
            </a:r>
            <a:r>
              <a:rPr sz="900" b="1" spc="-5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900" b="1" spc="-10" dirty="0">
                <a:latin typeface="Bauer Bodoni Std Bold Cond" panose="02070903080706020303" pitchFamily="18" charset="77"/>
                <a:cs typeface="Source Serif 4"/>
              </a:rPr>
              <a:t>tempo</a:t>
            </a:r>
            <a:endParaRPr sz="900" b="1" dirty="0">
              <a:latin typeface="Bauer Bodoni Std Bold Cond" panose="02070903080706020303" pitchFamily="18" charset="77"/>
              <a:cs typeface="Source Serif 4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650" b="1" spc="-25" dirty="0">
                <a:latin typeface="Bauer Bodoni Std Bold Cond" panose="02070903080706020303" pitchFamily="18" charset="77"/>
                <a:cs typeface="Calibri"/>
              </a:rPr>
              <a:t>192</a:t>
            </a:r>
            <a:endParaRPr sz="650" b="1" dirty="0">
              <a:latin typeface="Bauer Bodoni Std Bold Cond" panose="02070903080706020303" pitchFamily="18" charset="77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03538" y="1354137"/>
            <a:ext cx="10814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425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Bauer Bodoni Std Bold Cond" panose="02070903080706020303" pitchFamily="18" charset="77"/>
                <a:cs typeface="Source Serif 4"/>
              </a:rPr>
              <a:t>vivace</a:t>
            </a:r>
            <a:r>
              <a:rPr sz="900" b="1" spc="-15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900" b="1" dirty="0">
                <a:latin typeface="Bauer Bodoni Std Bold Cond" panose="02070903080706020303" pitchFamily="18" charset="77"/>
                <a:cs typeface="Source Serif 4"/>
              </a:rPr>
              <a:t>e</a:t>
            </a:r>
            <a:r>
              <a:rPr sz="900" b="1" spc="-10" dirty="0">
                <a:latin typeface="Bauer Bodoni Std Bold Cond" panose="02070903080706020303" pitchFamily="18" charset="77"/>
                <a:cs typeface="Source Serif 4"/>
              </a:rPr>
              <a:t> sostenuto</a:t>
            </a:r>
            <a:endParaRPr sz="900" b="1" dirty="0">
              <a:latin typeface="Bauer Bodoni Std Bold Cond" panose="02070903080706020303" pitchFamily="18" charset="77"/>
              <a:cs typeface="Source Serif 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9387" y="681037"/>
            <a:ext cx="7101840" cy="3336925"/>
            <a:chOff x="179387" y="681037"/>
            <a:chExt cx="7101840" cy="3336925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94403" y="1257871"/>
              <a:ext cx="183641" cy="9982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03270" y="681046"/>
              <a:ext cx="1512570" cy="357505"/>
            </a:xfrm>
            <a:custGeom>
              <a:avLst/>
              <a:gdLst/>
              <a:ahLst/>
              <a:cxnLst/>
              <a:rect l="l" t="t" r="r" b="b"/>
              <a:pathLst>
                <a:path w="1512570" h="357505">
                  <a:moveTo>
                    <a:pt x="142582" y="57150"/>
                  </a:moveTo>
                  <a:lnTo>
                    <a:pt x="0" y="71437"/>
                  </a:lnTo>
                  <a:lnTo>
                    <a:pt x="0" y="100152"/>
                  </a:lnTo>
                  <a:lnTo>
                    <a:pt x="142582" y="85864"/>
                  </a:lnTo>
                  <a:lnTo>
                    <a:pt x="142582" y="57150"/>
                  </a:lnTo>
                  <a:close/>
                </a:path>
                <a:path w="1512570" h="357505">
                  <a:moveTo>
                    <a:pt x="427761" y="0"/>
                  </a:moveTo>
                  <a:lnTo>
                    <a:pt x="285178" y="14287"/>
                  </a:lnTo>
                  <a:lnTo>
                    <a:pt x="285178" y="43002"/>
                  </a:lnTo>
                  <a:lnTo>
                    <a:pt x="427761" y="28714"/>
                  </a:lnTo>
                  <a:lnTo>
                    <a:pt x="427761" y="0"/>
                  </a:lnTo>
                  <a:close/>
                </a:path>
                <a:path w="1512570" h="357505">
                  <a:moveTo>
                    <a:pt x="638924" y="269252"/>
                  </a:moveTo>
                  <a:lnTo>
                    <a:pt x="496341" y="326402"/>
                  </a:lnTo>
                  <a:lnTo>
                    <a:pt x="496341" y="357187"/>
                  </a:lnTo>
                  <a:lnTo>
                    <a:pt x="638924" y="300037"/>
                  </a:lnTo>
                  <a:lnTo>
                    <a:pt x="638924" y="269252"/>
                  </a:lnTo>
                  <a:close/>
                </a:path>
                <a:path w="1512570" h="357505">
                  <a:moveTo>
                    <a:pt x="1512341" y="300037"/>
                  </a:moveTo>
                  <a:lnTo>
                    <a:pt x="777417" y="300037"/>
                  </a:lnTo>
                  <a:lnTo>
                    <a:pt x="777417" y="305752"/>
                  </a:lnTo>
                  <a:lnTo>
                    <a:pt x="1512341" y="305752"/>
                  </a:lnTo>
                  <a:lnTo>
                    <a:pt x="1512341" y="300037"/>
                  </a:lnTo>
                  <a:close/>
                </a:path>
                <a:path w="1512570" h="357505">
                  <a:moveTo>
                    <a:pt x="1512341" y="242887"/>
                  </a:moveTo>
                  <a:lnTo>
                    <a:pt x="777417" y="242887"/>
                  </a:lnTo>
                  <a:lnTo>
                    <a:pt x="777417" y="248602"/>
                  </a:lnTo>
                  <a:lnTo>
                    <a:pt x="1512341" y="248602"/>
                  </a:lnTo>
                  <a:lnTo>
                    <a:pt x="1512341" y="242887"/>
                  </a:lnTo>
                  <a:close/>
                </a:path>
                <a:path w="1512570" h="357505">
                  <a:moveTo>
                    <a:pt x="1512341" y="185737"/>
                  </a:moveTo>
                  <a:lnTo>
                    <a:pt x="777417" y="185737"/>
                  </a:lnTo>
                  <a:lnTo>
                    <a:pt x="777417" y="191452"/>
                  </a:lnTo>
                  <a:lnTo>
                    <a:pt x="1512341" y="191452"/>
                  </a:lnTo>
                  <a:lnTo>
                    <a:pt x="1512341" y="185737"/>
                  </a:lnTo>
                  <a:close/>
                </a:path>
                <a:path w="1512570" h="357505">
                  <a:moveTo>
                    <a:pt x="1512341" y="128587"/>
                  </a:moveTo>
                  <a:lnTo>
                    <a:pt x="777417" y="128587"/>
                  </a:lnTo>
                  <a:lnTo>
                    <a:pt x="777417" y="134302"/>
                  </a:lnTo>
                  <a:lnTo>
                    <a:pt x="1512341" y="134302"/>
                  </a:lnTo>
                  <a:lnTo>
                    <a:pt x="1512341" y="128587"/>
                  </a:lnTo>
                  <a:close/>
                </a:path>
                <a:path w="1512570" h="357505">
                  <a:moveTo>
                    <a:pt x="1512341" y="71437"/>
                  </a:moveTo>
                  <a:lnTo>
                    <a:pt x="777417" y="71437"/>
                  </a:lnTo>
                  <a:lnTo>
                    <a:pt x="777417" y="77152"/>
                  </a:lnTo>
                  <a:lnTo>
                    <a:pt x="1512341" y="77152"/>
                  </a:lnTo>
                  <a:lnTo>
                    <a:pt x="1512341" y="71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64835" y="699897"/>
              <a:ext cx="131063" cy="28117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620082" y="722575"/>
              <a:ext cx="2647950" cy="353060"/>
            </a:xfrm>
            <a:custGeom>
              <a:avLst/>
              <a:gdLst/>
              <a:ahLst/>
              <a:cxnLst/>
              <a:rect l="l" t="t" r="r" b="b"/>
              <a:pathLst>
                <a:path w="2647950" h="353059">
                  <a:moveTo>
                    <a:pt x="74295" y="106768"/>
                  </a:moveTo>
                  <a:lnTo>
                    <a:pt x="74104" y="99529"/>
                  </a:lnTo>
                  <a:lnTo>
                    <a:pt x="71526" y="94297"/>
                  </a:lnTo>
                  <a:lnTo>
                    <a:pt x="66573" y="91059"/>
                  </a:lnTo>
                  <a:lnTo>
                    <a:pt x="62001" y="87439"/>
                  </a:lnTo>
                  <a:lnTo>
                    <a:pt x="55524" y="85725"/>
                  </a:lnTo>
                  <a:lnTo>
                    <a:pt x="47142" y="85915"/>
                  </a:lnTo>
                  <a:lnTo>
                    <a:pt x="39217" y="86880"/>
                  </a:lnTo>
                  <a:lnTo>
                    <a:pt x="4648" y="109982"/>
                  </a:lnTo>
                  <a:lnTo>
                    <a:pt x="0" y="123913"/>
                  </a:lnTo>
                  <a:lnTo>
                    <a:pt x="88" y="127063"/>
                  </a:lnTo>
                  <a:lnTo>
                    <a:pt x="0" y="315658"/>
                  </a:lnTo>
                  <a:lnTo>
                    <a:pt x="9994" y="315658"/>
                  </a:lnTo>
                  <a:lnTo>
                    <a:pt x="9994" y="141668"/>
                  </a:lnTo>
                  <a:lnTo>
                    <a:pt x="12001" y="143256"/>
                  </a:lnTo>
                  <a:lnTo>
                    <a:pt x="17907" y="145161"/>
                  </a:lnTo>
                  <a:lnTo>
                    <a:pt x="25146" y="145351"/>
                  </a:lnTo>
                  <a:lnTo>
                    <a:pt x="33629" y="144399"/>
                  </a:lnTo>
                  <a:lnTo>
                    <a:pt x="69646" y="121348"/>
                  </a:lnTo>
                  <a:lnTo>
                    <a:pt x="72847" y="114338"/>
                  </a:lnTo>
                  <a:lnTo>
                    <a:pt x="74295" y="106768"/>
                  </a:lnTo>
                  <a:close/>
                </a:path>
                <a:path w="2647950" h="353059">
                  <a:moveTo>
                    <a:pt x="826071" y="302323"/>
                  </a:moveTo>
                  <a:lnTo>
                    <a:pt x="805599" y="281368"/>
                  </a:lnTo>
                  <a:lnTo>
                    <a:pt x="801598" y="281368"/>
                  </a:lnTo>
                  <a:lnTo>
                    <a:pt x="797687" y="282892"/>
                  </a:lnTo>
                  <a:lnTo>
                    <a:pt x="793877" y="285940"/>
                  </a:lnTo>
                  <a:lnTo>
                    <a:pt x="790067" y="288798"/>
                  </a:lnTo>
                  <a:lnTo>
                    <a:pt x="787882" y="292506"/>
                  </a:lnTo>
                  <a:lnTo>
                    <a:pt x="787311" y="297078"/>
                  </a:lnTo>
                  <a:lnTo>
                    <a:pt x="788073" y="301078"/>
                  </a:lnTo>
                  <a:lnTo>
                    <a:pt x="790930" y="303085"/>
                  </a:lnTo>
                  <a:lnTo>
                    <a:pt x="795883" y="303085"/>
                  </a:lnTo>
                  <a:lnTo>
                    <a:pt x="799693" y="301561"/>
                  </a:lnTo>
                  <a:lnTo>
                    <a:pt x="801116" y="298894"/>
                  </a:lnTo>
                  <a:lnTo>
                    <a:pt x="800163" y="295084"/>
                  </a:lnTo>
                  <a:lnTo>
                    <a:pt x="798169" y="289941"/>
                  </a:lnTo>
                  <a:lnTo>
                    <a:pt x="798741" y="286893"/>
                  </a:lnTo>
                  <a:lnTo>
                    <a:pt x="801027" y="285457"/>
                  </a:lnTo>
                  <a:lnTo>
                    <a:pt x="805027" y="285648"/>
                  </a:lnTo>
                  <a:lnTo>
                    <a:pt x="810933" y="286981"/>
                  </a:lnTo>
                  <a:lnTo>
                    <a:pt x="813689" y="289839"/>
                  </a:lnTo>
                  <a:lnTo>
                    <a:pt x="813308" y="294220"/>
                  </a:lnTo>
                  <a:lnTo>
                    <a:pt x="813117" y="302031"/>
                  </a:lnTo>
                  <a:lnTo>
                    <a:pt x="810933" y="307086"/>
                  </a:lnTo>
                  <a:lnTo>
                    <a:pt x="802551" y="311658"/>
                  </a:lnTo>
                  <a:lnTo>
                    <a:pt x="797026" y="312699"/>
                  </a:lnTo>
                  <a:lnTo>
                    <a:pt x="790168" y="312508"/>
                  </a:lnTo>
                  <a:lnTo>
                    <a:pt x="789025" y="317944"/>
                  </a:lnTo>
                  <a:lnTo>
                    <a:pt x="802932" y="330034"/>
                  </a:lnTo>
                  <a:lnTo>
                    <a:pt x="801687" y="334987"/>
                  </a:lnTo>
                  <a:lnTo>
                    <a:pt x="796353" y="345084"/>
                  </a:lnTo>
                  <a:lnTo>
                    <a:pt x="792454" y="347853"/>
                  </a:lnTo>
                  <a:lnTo>
                    <a:pt x="787311" y="348234"/>
                  </a:lnTo>
                  <a:lnTo>
                    <a:pt x="784834" y="348043"/>
                  </a:lnTo>
                  <a:lnTo>
                    <a:pt x="782739" y="347091"/>
                  </a:lnTo>
                  <a:lnTo>
                    <a:pt x="781024" y="345376"/>
                  </a:lnTo>
                  <a:lnTo>
                    <a:pt x="781215" y="343281"/>
                  </a:lnTo>
                  <a:lnTo>
                    <a:pt x="782167" y="341757"/>
                  </a:lnTo>
                  <a:lnTo>
                    <a:pt x="783882" y="340804"/>
                  </a:lnTo>
                  <a:lnTo>
                    <a:pt x="786447" y="336232"/>
                  </a:lnTo>
                  <a:lnTo>
                    <a:pt x="785685" y="332232"/>
                  </a:lnTo>
                  <a:lnTo>
                    <a:pt x="783120" y="330034"/>
                  </a:lnTo>
                  <a:lnTo>
                    <a:pt x="778738" y="329653"/>
                  </a:lnTo>
                  <a:lnTo>
                    <a:pt x="773214" y="330415"/>
                  </a:lnTo>
                  <a:lnTo>
                    <a:pt x="770445" y="333946"/>
                  </a:lnTo>
                  <a:lnTo>
                    <a:pt x="770445" y="340233"/>
                  </a:lnTo>
                  <a:lnTo>
                    <a:pt x="770826" y="344805"/>
                  </a:lnTo>
                  <a:lnTo>
                    <a:pt x="773404" y="348043"/>
                  </a:lnTo>
                  <a:lnTo>
                    <a:pt x="778167" y="349948"/>
                  </a:lnTo>
                  <a:lnTo>
                    <a:pt x="791311" y="352806"/>
                  </a:lnTo>
                  <a:lnTo>
                    <a:pt x="797217" y="352615"/>
                  </a:lnTo>
                  <a:lnTo>
                    <a:pt x="802741" y="350418"/>
                  </a:lnTo>
                  <a:lnTo>
                    <a:pt x="807885" y="346227"/>
                  </a:lnTo>
                  <a:lnTo>
                    <a:pt x="813028" y="342226"/>
                  </a:lnTo>
                  <a:lnTo>
                    <a:pt x="815975" y="337083"/>
                  </a:lnTo>
                  <a:lnTo>
                    <a:pt x="816737" y="330796"/>
                  </a:lnTo>
                  <a:lnTo>
                    <a:pt x="817118" y="326034"/>
                  </a:lnTo>
                  <a:lnTo>
                    <a:pt x="814171" y="321652"/>
                  </a:lnTo>
                  <a:lnTo>
                    <a:pt x="807885" y="317652"/>
                  </a:lnTo>
                  <a:lnTo>
                    <a:pt x="807885" y="317080"/>
                  </a:lnTo>
                  <a:lnTo>
                    <a:pt x="812266" y="315366"/>
                  </a:lnTo>
                  <a:lnTo>
                    <a:pt x="816356" y="312889"/>
                  </a:lnTo>
                  <a:lnTo>
                    <a:pt x="820166" y="309651"/>
                  </a:lnTo>
                  <a:lnTo>
                    <a:pt x="824166" y="306412"/>
                  </a:lnTo>
                  <a:lnTo>
                    <a:pt x="826071" y="302323"/>
                  </a:lnTo>
                  <a:close/>
                </a:path>
                <a:path w="2647950" h="353059">
                  <a:moveTo>
                    <a:pt x="2647810" y="29908"/>
                  </a:moveTo>
                  <a:lnTo>
                    <a:pt x="1734680" y="29908"/>
                  </a:lnTo>
                  <a:lnTo>
                    <a:pt x="1734680" y="35623"/>
                  </a:lnTo>
                  <a:lnTo>
                    <a:pt x="1734680" y="87058"/>
                  </a:lnTo>
                  <a:lnTo>
                    <a:pt x="1734680" y="258508"/>
                  </a:lnTo>
                  <a:lnTo>
                    <a:pt x="1730552" y="258508"/>
                  </a:lnTo>
                  <a:lnTo>
                    <a:pt x="1545018" y="258508"/>
                  </a:lnTo>
                  <a:lnTo>
                    <a:pt x="1545018" y="207073"/>
                  </a:lnTo>
                  <a:lnTo>
                    <a:pt x="1730552" y="207073"/>
                  </a:lnTo>
                  <a:lnTo>
                    <a:pt x="1734680" y="207073"/>
                  </a:lnTo>
                  <a:lnTo>
                    <a:pt x="1734680" y="201358"/>
                  </a:lnTo>
                  <a:lnTo>
                    <a:pt x="1730552" y="201358"/>
                  </a:lnTo>
                  <a:lnTo>
                    <a:pt x="1545018" y="201358"/>
                  </a:lnTo>
                  <a:lnTo>
                    <a:pt x="1545018" y="170243"/>
                  </a:lnTo>
                  <a:lnTo>
                    <a:pt x="1547025" y="171831"/>
                  </a:lnTo>
                  <a:lnTo>
                    <a:pt x="1552930" y="173736"/>
                  </a:lnTo>
                  <a:lnTo>
                    <a:pt x="1593024" y="162204"/>
                  </a:lnTo>
                  <a:lnTo>
                    <a:pt x="1604670" y="149923"/>
                  </a:lnTo>
                  <a:lnTo>
                    <a:pt x="1730552" y="149923"/>
                  </a:lnTo>
                  <a:lnTo>
                    <a:pt x="1734680" y="149923"/>
                  </a:lnTo>
                  <a:lnTo>
                    <a:pt x="1734680" y="144208"/>
                  </a:lnTo>
                  <a:lnTo>
                    <a:pt x="1730552" y="144208"/>
                  </a:lnTo>
                  <a:lnTo>
                    <a:pt x="1607273" y="144208"/>
                  </a:lnTo>
                  <a:lnTo>
                    <a:pt x="1607870" y="142913"/>
                  </a:lnTo>
                  <a:lnTo>
                    <a:pt x="1609318" y="135343"/>
                  </a:lnTo>
                  <a:lnTo>
                    <a:pt x="1609128" y="128104"/>
                  </a:lnTo>
                  <a:lnTo>
                    <a:pt x="1606550" y="122872"/>
                  </a:lnTo>
                  <a:lnTo>
                    <a:pt x="1601597" y="119634"/>
                  </a:lnTo>
                  <a:lnTo>
                    <a:pt x="1597025" y="116014"/>
                  </a:lnTo>
                  <a:lnTo>
                    <a:pt x="1590548" y="114300"/>
                  </a:lnTo>
                  <a:lnTo>
                    <a:pt x="1582166" y="114490"/>
                  </a:lnTo>
                  <a:lnTo>
                    <a:pt x="1574241" y="115455"/>
                  </a:lnTo>
                  <a:lnTo>
                    <a:pt x="1539659" y="138557"/>
                  </a:lnTo>
                  <a:lnTo>
                    <a:pt x="1536979" y="144208"/>
                  </a:lnTo>
                  <a:lnTo>
                    <a:pt x="1535531" y="144208"/>
                  </a:lnTo>
                  <a:lnTo>
                    <a:pt x="1535531" y="149923"/>
                  </a:lnTo>
                  <a:lnTo>
                    <a:pt x="1535023" y="152488"/>
                  </a:lnTo>
                  <a:lnTo>
                    <a:pt x="1535112" y="155638"/>
                  </a:lnTo>
                  <a:lnTo>
                    <a:pt x="1535023" y="201358"/>
                  </a:lnTo>
                  <a:lnTo>
                    <a:pt x="1535023" y="207073"/>
                  </a:lnTo>
                  <a:lnTo>
                    <a:pt x="1535023" y="258508"/>
                  </a:lnTo>
                  <a:lnTo>
                    <a:pt x="1145781" y="258508"/>
                  </a:lnTo>
                  <a:lnTo>
                    <a:pt x="1145781" y="207073"/>
                  </a:lnTo>
                  <a:lnTo>
                    <a:pt x="1535023" y="207073"/>
                  </a:lnTo>
                  <a:lnTo>
                    <a:pt x="1535023" y="201358"/>
                  </a:lnTo>
                  <a:lnTo>
                    <a:pt x="1145781" y="201358"/>
                  </a:lnTo>
                  <a:lnTo>
                    <a:pt x="1145781" y="149923"/>
                  </a:lnTo>
                  <a:lnTo>
                    <a:pt x="1535531" y="149923"/>
                  </a:lnTo>
                  <a:lnTo>
                    <a:pt x="1535531" y="144208"/>
                  </a:lnTo>
                  <a:lnTo>
                    <a:pt x="1145781" y="144208"/>
                  </a:lnTo>
                  <a:lnTo>
                    <a:pt x="1145781" y="114681"/>
                  </a:lnTo>
                  <a:lnTo>
                    <a:pt x="1150061" y="117055"/>
                  </a:lnTo>
                  <a:lnTo>
                    <a:pt x="1155776" y="118198"/>
                  </a:lnTo>
                  <a:lnTo>
                    <a:pt x="1190840" y="108102"/>
                  </a:lnTo>
                  <a:lnTo>
                    <a:pt x="1193495" y="106489"/>
                  </a:lnTo>
                  <a:lnTo>
                    <a:pt x="1200213" y="100914"/>
                  </a:lnTo>
                  <a:lnTo>
                    <a:pt x="1205217" y="94767"/>
                  </a:lnTo>
                  <a:lnTo>
                    <a:pt x="1206182" y="92773"/>
                  </a:lnTo>
                  <a:lnTo>
                    <a:pt x="1730552" y="92773"/>
                  </a:lnTo>
                  <a:lnTo>
                    <a:pt x="1734680" y="92773"/>
                  </a:lnTo>
                  <a:lnTo>
                    <a:pt x="1734680" y="87058"/>
                  </a:lnTo>
                  <a:lnTo>
                    <a:pt x="1730552" y="87058"/>
                  </a:lnTo>
                  <a:lnTo>
                    <a:pt x="1208697" y="87058"/>
                  </a:lnTo>
                  <a:lnTo>
                    <a:pt x="1210068" y="80772"/>
                  </a:lnTo>
                  <a:lnTo>
                    <a:pt x="1210830" y="72009"/>
                  </a:lnTo>
                  <a:lnTo>
                    <a:pt x="1207960" y="65049"/>
                  </a:lnTo>
                  <a:lnTo>
                    <a:pt x="1207884" y="64858"/>
                  </a:lnTo>
                  <a:lnTo>
                    <a:pt x="1202359" y="60286"/>
                  </a:lnTo>
                  <a:lnTo>
                    <a:pt x="1202359" y="69621"/>
                  </a:lnTo>
                  <a:lnTo>
                    <a:pt x="1202359" y="73240"/>
                  </a:lnTo>
                  <a:lnTo>
                    <a:pt x="1200353" y="77431"/>
                  </a:lnTo>
                  <a:lnTo>
                    <a:pt x="1196352" y="82194"/>
                  </a:lnTo>
                  <a:lnTo>
                    <a:pt x="1190739" y="87058"/>
                  </a:lnTo>
                  <a:lnTo>
                    <a:pt x="1184160" y="87058"/>
                  </a:lnTo>
                  <a:lnTo>
                    <a:pt x="1184160" y="92773"/>
                  </a:lnTo>
                  <a:lnTo>
                    <a:pt x="1153490" y="108102"/>
                  </a:lnTo>
                  <a:lnTo>
                    <a:pt x="1149489" y="107911"/>
                  </a:lnTo>
                  <a:lnTo>
                    <a:pt x="1145781" y="107569"/>
                  </a:lnTo>
                  <a:lnTo>
                    <a:pt x="1145781" y="98488"/>
                  </a:lnTo>
                  <a:lnTo>
                    <a:pt x="1144803" y="98488"/>
                  </a:lnTo>
                  <a:lnTo>
                    <a:pt x="1144993" y="97701"/>
                  </a:lnTo>
                  <a:lnTo>
                    <a:pt x="1147889" y="92773"/>
                  </a:lnTo>
                  <a:lnTo>
                    <a:pt x="1184160" y="92773"/>
                  </a:lnTo>
                  <a:lnTo>
                    <a:pt x="1184160" y="87058"/>
                  </a:lnTo>
                  <a:lnTo>
                    <a:pt x="1153071" y="87058"/>
                  </a:lnTo>
                  <a:lnTo>
                    <a:pt x="1163967" y="78193"/>
                  </a:lnTo>
                  <a:lnTo>
                    <a:pt x="1169784" y="74485"/>
                  </a:lnTo>
                  <a:lnTo>
                    <a:pt x="1177213" y="70485"/>
                  </a:lnTo>
                  <a:lnTo>
                    <a:pt x="1184833" y="66675"/>
                  </a:lnTo>
                  <a:lnTo>
                    <a:pt x="1191501" y="65049"/>
                  </a:lnTo>
                  <a:lnTo>
                    <a:pt x="1197216" y="65620"/>
                  </a:lnTo>
                  <a:lnTo>
                    <a:pt x="1200073" y="66001"/>
                  </a:lnTo>
                  <a:lnTo>
                    <a:pt x="1201788" y="67335"/>
                  </a:lnTo>
                  <a:lnTo>
                    <a:pt x="1202359" y="69621"/>
                  </a:lnTo>
                  <a:lnTo>
                    <a:pt x="1202359" y="60286"/>
                  </a:lnTo>
                  <a:lnTo>
                    <a:pt x="1201216" y="59334"/>
                  </a:lnTo>
                  <a:lnTo>
                    <a:pt x="1196073" y="56476"/>
                  </a:lnTo>
                  <a:lnTo>
                    <a:pt x="1190256" y="55333"/>
                  </a:lnTo>
                  <a:lnTo>
                    <a:pt x="1183779" y="55905"/>
                  </a:lnTo>
                  <a:lnTo>
                    <a:pt x="1145755" y="72517"/>
                  </a:lnTo>
                  <a:lnTo>
                    <a:pt x="1137259" y="87058"/>
                  </a:lnTo>
                  <a:lnTo>
                    <a:pt x="1136065" y="87058"/>
                  </a:lnTo>
                  <a:lnTo>
                    <a:pt x="1136065" y="92773"/>
                  </a:lnTo>
                  <a:lnTo>
                    <a:pt x="1135113" y="101536"/>
                  </a:lnTo>
                  <a:lnTo>
                    <a:pt x="1135773" y="103136"/>
                  </a:lnTo>
                  <a:lnTo>
                    <a:pt x="1135773" y="258508"/>
                  </a:lnTo>
                  <a:lnTo>
                    <a:pt x="1064336" y="258508"/>
                  </a:lnTo>
                  <a:lnTo>
                    <a:pt x="1064336" y="207073"/>
                  </a:lnTo>
                  <a:lnTo>
                    <a:pt x="1135773" y="207073"/>
                  </a:lnTo>
                  <a:lnTo>
                    <a:pt x="1135773" y="201358"/>
                  </a:lnTo>
                  <a:lnTo>
                    <a:pt x="1064336" y="201358"/>
                  </a:lnTo>
                  <a:lnTo>
                    <a:pt x="1064336" y="149923"/>
                  </a:lnTo>
                  <a:lnTo>
                    <a:pt x="1135773" y="149923"/>
                  </a:lnTo>
                  <a:lnTo>
                    <a:pt x="1135773" y="144208"/>
                  </a:lnTo>
                  <a:lnTo>
                    <a:pt x="1064336" y="144208"/>
                  </a:lnTo>
                  <a:lnTo>
                    <a:pt x="1064336" y="92773"/>
                  </a:lnTo>
                  <a:lnTo>
                    <a:pt x="1136065" y="92773"/>
                  </a:lnTo>
                  <a:lnTo>
                    <a:pt x="1136065" y="87058"/>
                  </a:lnTo>
                  <a:lnTo>
                    <a:pt x="1064336" y="87058"/>
                  </a:lnTo>
                  <a:lnTo>
                    <a:pt x="1064336" y="35623"/>
                  </a:lnTo>
                  <a:lnTo>
                    <a:pt x="1730552" y="35623"/>
                  </a:lnTo>
                  <a:lnTo>
                    <a:pt x="1734680" y="35623"/>
                  </a:lnTo>
                  <a:lnTo>
                    <a:pt x="1734680" y="29908"/>
                  </a:lnTo>
                  <a:lnTo>
                    <a:pt x="1730552" y="29908"/>
                  </a:lnTo>
                  <a:lnTo>
                    <a:pt x="1055763" y="29908"/>
                  </a:lnTo>
                  <a:lnTo>
                    <a:pt x="1055763" y="258508"/>
                  </a:lnTo>
                  <a:lnTo>
                    <a:pt x="1051636" y="258508"/>
                  </a:lnTo>
                  <a:lnTo>
                    <a:pt x="940130" y="258508"/>
                  </a:lnTo>
                  <a:lnTo>
                    <a:pt x="940130" y="207073"/>
                  </a:lnTo>
                  <a:lnTo>
                    <a:pt x="1051636" y="207073"/>
                  </a:lnTo>
                  <a:lnTo>
                    <a:pt x="1055763" y="207073"/>
                  </a:lnTo>
                  <a:lnTo>
                    <a:pt x="1055763" y="201358"/>
                  </a:lnTo>
                  <a:lnTo>
                    <a:pt x="1051636" y="201358"/>
                  </a:lnTo>
                  <a:lnTo>
                    <a:pt x="940130" y="201358"/>
                  </a:lnTo>
                  <a:lnTo>
                    <a:pt x="940130" y="149923"/>
                  </a:lnTo>
                  <a:lnTo>
                    <a:pt x="1051636" y="149923"/>
                  </a:lnTo>
                  <a:lnTo>
                    <a:pt x="1055763" y="149923"/>
                  </a:lnTo>
                  <a:lnTo>
                    <a:pt x="1055763" y="144208"/>
                  </a:lnTo>
                  <a:lnTo>
                    <a:pt x="1051636" y="144208"/>
                  </a:lnTo>
                  <a:lnTo>
                    <a:pt x="940130" y="144208"/>
                  </a:lnTo>
                  <a:lnTo>
                    <a:pt x="940130" y="92773"/>
                  </a:lnTo>
                  <a:lnTo>
                    <a:pt x="1051636" y="92773"/>
                  </a:lnTo>
                  <a:lnTo>
                    <a:pt x="1055763" y="92773"/>
                  </a:lnTo>
                  <a:lnTo>
                    <a:pt x="1055763" y="87058"/>
                  </a:lnTo>
                  <a:lnTo>
                    <a:pt x="1051636" y="87058"/>
                  </a:lnTo>
                  <a:lnTo>
                    <a:pt x="964450" y="87058"/>
                  </a:lnTo>
                  <a:lnTo>
                    <a:pt x="999782" y="64198"/>
                  </a:lnTo>
                  <a:lnTo>
                    <a:pt x="1004417" y="49618"/>
                  </a:lnTo>
                  <a:lnTo>
                    <a:pt x="1004227" y="42379"/>
                  </a:lnTo>
                  <a:lnTo>
                    <a:pt x="1001661" y="37147"/>
                  </a:lnTo>
                  <a:lnTo>
                    <a:pt x="999324" y="35623"/>
                  </a:lnTo>
                  <a:lnTo>
                    <a:pt x="1051636" y="35623"/>
                  </a:lnTo>
                  <a:lnTo>
                    <a:pt x="1055763" y="35623"/>
                  </a:lnTo>
                  <a:lnTo>
                    <a:pt x="1055763" y="29908"/>
                  </a:lnTo>
                  <a:lnTo>
                    <a:pt x="1051636" y="29908"/>
                  </a:lnTo>
                  <a:lnTo>
                    <a:pt x="990688" y="29908"/>
                  </a:lnTo>
                  <a:lnTo>
                    <a:pt x="985659" y="28575"/>
                  </a:lnTo>
                  <a:lnTo>
                    <a:pt x="977277" y="28765"/>
                  </a:lnTo>
                  <a:lnTo>
                    <a:pt x="969340" y="29730"/>
                  </a:lnTo>
                  <a:lnTo>
                    <a:pt x="968730" y="29908"/>
                  </a:lnTo>
                  <a:lnTo>
                    <a:pt x="954112" y="29908"/>
                  </a:lnTo>
                  <a:lnTo>
                    <a:pt x="954112" y="35623"/>
                  </a:lnTo>
                  <a:lnTo>
                    <a:pt x="953909" y="35725"/>
                  </a:lnTo>
                  <a:lnTo>
                    <a:pt x="946416" y="40767"/>
                  </a:lnTo>
                  <a:lnTo>
                    <a:pt x="945070" y="41935"/>
                  </a:lnTo>
                  <a:lnTo>
                    <a:pt x="945070" y="87058"/>
                  </a:lnTo>
                  <a:lnTo>
                    <a:pt x="940130" y="87058"/>
                  </a:lnTo>
                  <a:lnTo>
                    <a:pt x="940130" y="84531"/>
                  </a:lnTo>
                  <a:lnTo>
                    <a:pt x="942124" y="86106"/>
                  </a:lnTo>
                  <a:lnTo>
                    <a:pt x="945070" y="87058"/>
                  </a:lnTo>
                  <a:lnTo>
                    <a:pt x="945070" y="41935"/>
                  </a:lnTo>
                  <a:lnTo>
                    <a:pt x="939711" y="46570"/>
                  </a:lnTo>
                  <a:lnTo>
                    <a:pt x="934770" y="52832"/>
                  </a:lnTo>
                  <a:lnTo>
                    <a:pt x="931570" y="59575"/>
                  </a:lnTo>
                  <a:lnTo>
                    <a:pt x="930122" y="66763"/>
                  </a:lnTo>
                  <a:lnTo>
                    <a:pt x="930211" y="69913"/>
                  </a:lnTo>
                  <a:lnTo>
                    <a:pt x="930122" y="69913"/>
                  </a:lnTo>
                  <a:lnTo>
                    <a:pt x="930122" y="229933"/>
                  </a:lnTo>
                  <a:lnTo>
                    <a:pt x="814514" y="229933"/>
                  </a:lnTo>
                  <a:lnTo>
                    <a:pt x="814514" y="207073"/>
                  </a:lnTo>
                  <a:lnTo>
                    <a:pt x="930122" y="207073"/>
                  </a:lnTo>
                  <a:lnTo>
                    <a:pt x="930122" y="201358"/>
                  </a:lnTo>
                  <a:lnTo>
                    <a:pt x="814514" y="201358"/>
                  </a:lnTo>
                  <a:lnTo>
                    <a:pt x="814514" y="149923"/>
                  </a:lnTo>
                  <a:lnTo>
                    <a:pt x="930122" y="149923"/>
                  </a:lnTo>
                  <a:lnTo>
                    <a:pt x="930122" y="144208"/>
                  </a:lnTo>
                  <a:lnTo>
                    <a:pt x="814514" y="144208"/>
                  </a:lnTo>
                  <a:lnTo>
                    <a:pt x="814514" y="92773"/>
                  </a:lnTo>
                  <a:lnTo>
                    <a:pt x="930122" y="92773"/>
                  </a:lnTo>
                  <a:lnTo>
                    <a:pt x="930122" y="87058"/>
                  </a:lnTo>
                  <a:lnTo>
                    <a:pt x="814514" y="87058"/>
                  </a:lnTo>
                  <a:lnTo>
                    <a:pt x="814514" y="55943"/>
                  </a:lnTo>
                  <a:lnTo>
                    <a:pt x="816521" y="57531"/>
                  </a:lnTo>
                  <a:lnTo>
                    <a:pt x="822426" y="59436"/>
                  </a:lnTo>
                  <a:lnTo>
                    <a:pt x="862520" y="47904"/>
                  </a:lnTo>
                  <a:lnTo>
                    <a:pt x="874166" y="35623"/>
                  </a:lnTo>
                  <a:lnTo>
                    <a:pt x="954112" y="35623"/>
                  </a:lnTo>
                  <a:lnTo>
                    <a:pt x="954112" y="29908"/>
                  </a:lnTo>
                  <a:lnTo>
                    <a:pt x="876769" y="29908"/>
                  </a:lnTo>
                  <a:lnTo>
                    <a:pt x="877366" y="28613"/>
                  </a:lnTo>
                  <a:lnTo>
                    <a:pt x="878814" y="21043"/>
                  </a:lnTo>
                  <a:lnTo>
                    <a:pt x="878624" y="13804"/>
                  </a:lnTo>
                  <a:lnTo>
                    <a:pt x="876046" y="8572"/>
                  </a:lnTo>
                  <a:lnTo>
                    <a:pt x="871093" y="5334"/>
                  </a:lnTo>
                  <a:lnTo>
                    <a:pt x="866521" y="1714"/>
                  </a:lnTo>
                  <a:lnTo>
                    <a:pt x="860044" y="0"/>
                  </a:lnTo>
                  <a:lnTo>
                    <a:pt x="851662" y="190"/>
                  </a:lnTo>
                  <a:lnTo>
                    <a:pt x="843737" y="1155"/>
                  </a:lnTo>
                  <a:lnTo>
                    <a:pt x="809167" y="24257"/>
                  </a:lnTo>
                  <a:lnTo>
                    <a:pt x="806475" y="29908"/>
                  </a:lnTo>
                  <a:lnTo>
                    <a:pt x="805027" y="29908"/>
                  </a:lnTo>
                  <a:lnTo>
                    <a:pt x="805027" y="35623"/>
                  </a:lnTo>
                  <a:lnTo>
                    <a:pt x="804519" y="38188"/>
                  </a:lnTo>
                  <a:lnTo>
                    <a:pt x="804608" y="41338"/>
                  </a:lnTo>
                  <a:lnTo>
                    <a:pt x="804519" y="87058"/>
                  </a:lnTo>
                  <a:lnTo>
                    <a:pt x="804519" y="92773"/>
                  </a:lnTo>
                  <a:lnTo>
                    <a:pt x="804519" y="229933"/>
                  </a:lnTo>
                  <a:lnTo>
                    <a:pt x="688911" y="229933"/>
                  </a:lnTo>
                  <a:lnTo>
                    <a:pt x="688911" y="207073"/>
                  </a:lnTo>
                  <a:lnTo>
                    <a:pt x="804519" y="207073"/>
                  </a:lnTo>
                  <a:lnTo>
                    <a:pt x="804519" y="201358"/>
                  </a:lnTo>
                  <a:lnTo>
                    <a:pt x="688911" y="201358"/>
                  </a:lnTo>
                  <a:lnTo>
                    <a:pt x="688911" y="149923"/>
                  </a:lnTo>
                  <a:lnTo>
                    <a:pt x="804519" y="149923"/>
                  </a:lnTo>
                  <a:lnTo>
                    <a:pt x="804519" y="144208"/>
                  </a:lnTo>
                  <a:lnTo>
                    <a:pt x="688911" y="144208"/>
                  </a:lnTo>
                  <a:lnTo>
                    <a:pt x="688911" y="92773"/>
                  </a:lnTo>
                  <a:lnTo>
                    <a:pt x="804519" y="92773"/>
                  </a:lnTo>
                  <a:lnTo>
                    <a:pt x="804519" y="87058"/>
                  </a:lnTo>
                  <a:lnTo>
                    <a:pt x="713244" y="87058"/>
                  </a:lnTo>
                  <a:lnTo>
                    <a:pt x="720839" y="84988"/>
                  </a:lnTo>
                  <a:lnTo>
                    <a:pt x="728967" y="81394"/>
                  </a:lnTo>
                  <a:lnTo>
                    <a:pt x="753211" y="49618"/>
                  </a:lnTo>
                  <a:lnTo>
                    <a:pt x="753021" y="42379"/>
                  </a:lnTo>
                  <a:lnTo>
                    <a:pt x="750443" y="37147"/>
                  </a:lnTo>
                  <a:lnTo>
                    <a:pt x="748106" y="35623"/>
                  </a:lnTo>
                  <a:lnTo>
                    <a:pt x="805027" y="35623"/>
                  </a:lnTo>
                  <a:lnTo>
                    <a:pt x="805027" y="29908"/>
                  </a:lnTo>
                  <a:lnTo>
                    <a:pt x="739470" y="29908"/>
                  </a:lnTo>
                  <a:lnTo>
                    <a:pt x="734441" y="28575"/>
                  </a:lnTo>
                  <a:lnTo>
                    <a:pt x="726059" y="28765"/>
                  </a:lnTo>
                  <a:lnTo>
                    <a:pt x="718134" y="29730"/>
                  </a:lnTo>
                  <a:lnTo>
                    <a:pt x="717524" y="29908"/>
                  </a:lnTo>
                  <a:lnTo>
                    <a:pt x="702906" y="29908"/>
                  </a:lnTo>
                  <a:lnTo>
                    <a:pt x="702906" y="35623"/>
                  </a:lnTo>
                  <a:lnTo>
                    <a:pt x="702703" y="35725"/>
                  </a:lnTo>
                  <a:lnTo>
                    <a:pt x="695198" y="40767"/>
                  </a:lnTo>
                  <a:lnTo>
                    <a:pt x="693864" y="41935"/>
                  </a:lnTo>
                  <a:lnTo>
                    <a:pt x="693864" y="87058"/>
                  </a:lnTo>
                  <a:lnTo>
                    <a:pt x="688911" y="87058"/>
                  </a:lnTo>
                  <a:lnTo>
                    <a:pt x="688911" y="84518"/>
                  </a:lnTo>
                  <a:lnTo>
                    <a:pt x="690918" y="86106"/>
                  </a:lnTo>
                  <a:lnTo>
                    <a:pt x="693864" y="87058"/>
                  </a:lnTo>
                  <a:lnTo>
                    <a:pt x="693864" y="41935"/>
                  </a:lnTo>
                  <a:lnTo>
                    <a:pt x="688505" y="46570"/>
                  </a:lnTo>
                  <a:lnTo>
                    <a:pt x="683552" y="52832"/>
                  </a:lnTo>
                  <a:lnTo>
                    <a:pt x="680364" y="59575"/>
                  </a:lnTo>
                  <a:lnTo>
                    <a:pt x="678916" y="66763"/>
                  </a:lnTo>
                  <a:lnTo>
                    <a:pt x="679005" y="69913"/>
                  </a:lnTo>
                  <a:lnTo>
                    <a:pt x="678916" y="69913"/>
                  </a:lnTo>
                  <a:lnTo>
                    <a:pt x="678916" y="258508"/>
                  </a:lnTo>
                  <a:lnTo>
                    <a:pt x="289661" y="258508"/>
                  </a:lnTo>
                  <a:lnTo>
                    <a:pt x="289661" y="207073"/>
                  </a:lnTo>
                  <a:lnTo>
                    <a:pt x="678916" y="207073"/>
                  </a:lnTo>
                  <a:lnTo>
                    <a:pt x="678916" y="201358"/>
                  </a:lnTo>
                  <a:lnTo>
                    <a:pt x="289661" y="201358"/>
                  </a:lnTo>
                  <a:lnTo>
                    <a:pt x="289661" y="149923"/>
                  </a:lnTo>
                  <a:lnTo>
                    <a:pt x="678916" y="149923"/>
                  </a:lnTo>
                  <a:lnTo>
                    <a:pt x="678916" y="144208"/>
                  </a:lnTo>
                  <a:lnTo>
                    <a:pt x="289661" y="144208"/>
                  </a:lnTo>
                  <a:lnTo>
                    <a:pt x="289661" y="92773"/>
                  </a:lnTo>
                  <a:lnTo>
                    <a:pt x="678916" y="92773"/>
                  </a:lnTo>
                  <a:lnTo>
                    <a:pt x="678916" y="87058"/>
                  </a:lnTo>
                  <a:lnTo>
                    <a:pt x="318008" y="87058"/>
                  </a:lnTo>
                  <a:lnTo>
                    <a:pt x="321957" y="85979"/>
                  </a:lnTo>
                  <a:lnTo>
                    <a:pt x="329742" y="82575"/>
                  </a:lnTo>
                  <a:lnTo>
                    <a:pt x="334733" y="79527"/>
                  </a:lnTo>
                  <a:lnTo>
                    <a:pt x="337388" y="77914"/>
                  </a:lnTo>
                  <a:lnTo>
                    <a:pt x="344106" y="72339"/>
                  </a:lnTo>
                  <a:lnTo>
                    <a:pt x="349097" y="66192"/>
                  </a:lnTo>
                  <a:lnTo>
                    <a:pt x="352386" y="59474"/>
                  </a:lnTo>
                  <a:lnTo>
                    <a:pt x="353961" y="52197"/>
                  </a:lnTo>
                  <a:lnTo>
                    <a:pt x="354723" y="43434"/>
                  </a:lnTo>
                  <a:lnTo>
                    <a:pt x="351853" y="36474"/>
                  </a:lnTo>
                  <a:lnTo>
                    <a:pt x="351764" y="36283"/>
                  </a:lnTo>
                  <a:lnTo>
                    <a:pt x="350964" y="35623"/>
                  </a:lnTo>
                  <a:lnTo>
                    <a:pt x="702906" y="35623"/>
                  </a:lnTo>
                  <a:lnTo>
                    <a:pt x="702906" y="29908"/>
                  </a:lnTo>
                  <a:lnTo>
                    <a:pt x="346240" y="29908"/>
                  </a:lnTo>
                  <a:lnTo>
                    <a:pt x="346240" y="41046"/>
                  </a:lnTo>
                  <a:lnTo>
                    <a:pt x="346240" y="44665"/>
                  </a:lnTo>
                  <a:lnTo>
                    <a:pt x="313664" y="73914"/>
                  </a:lnTo>
                  <a:lnTo>
                    <a:pt x="297383" y="79527"/>
                  </a:lnTo>
                  <a:lnTo>
                    <a:pt x="293382" y="79336"/>
                  </a:lnTo>
                  <a:lnTo>
                    <a:pt x="291388" y="79159"/>
                  </a:lnTo>
                  <a:lnTo>
                    <a:pt x="291388" y="87058"/>
                  </a:lnTo>
                  <a:lnTo>
                    <a:pt x="289661" y="87058"/>
                  </a:lnTo>
                  <a:lnTo>
                    <a:pt x="289661" y="86106"/>
                  </a:lnTo>
                  <a:lnTo>
                    <a:pt x="291388" y="87058"/>
                  </a:lnTo>
                  <a:lnTo>
                    <a:pt x="291388" y="79159"/>
                  </a:lnTo>
                  <a:lnTo>
                    <a:pt x="289661" y="78994"/>
                  </a:lnTo>
                  <a:lnTo>
                    <a:pt x="289661" y="69913"/>
                  </a:lnTo>
                  <a:lnTo>
                    <a:pt x="288696" y="69913"/>
                  </a:lnTo>
                  <a:lnTo>
                    <a:pt x="321094" y="41910"/>
                  </a:lnTo>
                  <a:lnTo>
                    <a:pt x="335381" y="36474"/>
                  </a:lnTo>
                  <a:lnTo>
                    <a:pt x="341096" y="37045"/>
                  </a:lnTo>
                  <a:lnTo>
                    <a:pt x="343954" y="37426"/>
                  </a:lnTo>
                  <a:lnTo>
                    <a:pt x="345668" y="38760"/>
                  </a:lnTo>
                  <a:lnTo>
                    <a:pt x="346240" y="41046"/>
                  </a:lnTo>
                  <a:lnTo>
                    <a:pt x="346240" y="29908"/>
                  </a:lnTo>
                  <a:lnTo>
                    <a:pt x="343560" y="29908"/>
                  </a:lnTo>
                  <a:lnTo>
                    <a:pt x="339953" y="27901"/>
                  </a:lnTo>
                  <a:lnTo>
                    <a:pt x="334149" y="26758"/>
                  </a:lnTo>
                  <a:lnTo>
                    <a:pt x="327672" y="27330"/>
                  </a:lnTo>
                  <a:lnTo>
                    <a:pt x="319493" y="28244"/>
                  </a:lnTo>
                  <a:lnTo>
                    <a:pt x="313347" y="29908"/>
                  </a:lnTo>
                  <a:lnTo>
                    <a:pt x="300850" y="29908"/>
                  </a:lnTo>
                  <a:lnTo>
                    <a:pt x="300850" y="35623"/>
                  </a:lnTo>
                  <a:lnTo>
                    <a:pt x="296240" y="38481"/>
                  </a:lnTo>
                  <a:lnTo>
                    <a:pt x="289648" y="43942"/>
                  </a:lnTo>
                  <a:lnTo>
                    <a:pt x="284734" y="50050"/>
                  </a:lnTo>
                  <a:lnTo>
                    <a:pt x="281508" y="56807"/>
                  </a:lnTo>
                  <a:lnTo>
                    <a:pt x="279946" y="64198"/>
                  </a:lnTo>
                  <a:lnTo>
                    <a:pt x="278993" y="72961"/>
                  </a:lnTo>
                  <a:lnTo>
                    <a:pt x="279666" y="74587"/>
                  </a:lnTo>
                  <a:lnTo>
                    <a:pt x="279666" y="87058"/>
                  </a:lnTo>
                  <a:lnTo>
                    <a:pt x="279666" y="258508"/>
                  </a:lnTo>
                  <a:lnTo>
                    <a:pt x="208229" y="258508"/>
                  </a:lnTo>
                  <a:lnTo>
                    <a:pt x="208229" y="207073"/>
                  </a:lnTo>
                  <a:lnTo>
                    <a:pt x="279666" y="207073"/>
                  </a:lnTo>
                  <a:lnTo>
                    <a:pt x="279666" y="201358"/>
                  </a:lnTo>
                  <a:lnTo>
                    <a:pt x="208229" y="201358"/>
                  </a:lnTo>
                  <a:lnTo>
                    <a:pt x="208229" y="149923"/>
                  </a:lnTo>
                  <a:lnTo>
                    <a:pt x="279666" y="149923"/>
                  </a:lnTo>
                  <a:lnTo>
                    <a:pt x="279666" y="144208"/>
                  </a:lnTo>
                  <a:lnTo>
                    <a:pt x="208229" y="144208"/>
                  </a:lnTo>
                  <a:lnTo>
                    <a:pt x="208229" y="92773"/>
                  </a:lnTo>
                  <a:lnTo>
                    <a:pt x="279666" y="92773"/>
                  </a:lnTo>
                  <a:lnTo>
                    <a:pt x="279666" y="87058"/>
                  </a:lnTo>
                  <a:lnTo>
                    <a:pt x="208229" y="87058"/>
                  </a:lnTo>
                  <a:lnTo>
                    <a:pt x="208229" y="35623"/>
                  </a:lnTo>
                  <a:lnTo>
                    <a:pt x="300850" y="35623"/>
                  </a:lnTo>
                  <a:lnTo>
                    <a:pt x="300850" y="29908"/>
                  </a:lnTo>
                  <a:lnTo>
                    <a:pt x="195529" y="29908"/>
                  </a:lnTo>
                  <a:lnTo>
                    <a:pt x="195529" y="35623"/>
                  </a:lnTo>
                  <a:lnTo>
                    <a:pt x="199656" y="35623"/>
                  </a:lnTo>
                  <a:lnTo>
                    <a:pt x="199656" y="87058"/>
                  </a:lnTo>
                  <a:lnTo>
                    <a:pt x="195529" y="87058"/>
                  </a:lnTo>
                  <a:lnTo>
                    <a:pt x="195529" y="92773"/>
                  </a:lnTo>
                  <a:lnTo>
                    <a:pt x="199656" y="92773"/>
                  </a:lnTo>
                  <a:lnTo>
                    <a:pt x="199656" y="144208"/>
                  </a:lnTo>
                  <a:lnTo>
                    <a:pt x="195529" y="144208"/>
                  </a:lnTo>
                  <a:lnTo>
                    <a:pt x="195529" y="149923"/>
                  </a:lnTo>
                  <a:lnTo>
                    <a:pt x="199656" y="149923"/>
                  </a:lnTo>
                  <a:lnTo>
                    <a:pt x="199656" y="201358"/>
                  </a:lnTo>
                  <a:lnTo>
                    <a:pt x="195529" y="201358"/>
                  </a:lnTo>
                  <a:lnTo>
                    <a:pt x="195529" y="207073"/>
                  </a:lnTo>
                  <a:lnTo>
                    <a:pt x="199656" y="207073"/>
                  </a:lnTo>
                  <a:lnTo>
                    <a:pt x="199656" y="258508"/>
                  </a:lnTo>
                  <a:lnTo>
                    <a:pt x="195529" y="258508"/>
                  </a:lnTo>
                  <a:lnTo>
                    <a:pt x="195529" y="264223"/>
                  </a:lnTo>
                  <a:lnTo>
                    <a:pt x="199656" y="264223"/>
                  </a:lnTo>
                  <a:lnTo>
                    <a:pt x="208229" y="264223"/>
                  </a:lnTo>
                  <a:lnTo>
                    <a:pt x="1051636" y="264223"/>
                  </a:lnTo>
                  <a:lnTo>
                    <a:pt x="1055763" y="264223"/>
                  </a:lnTo>
                  <a:lnTo>
                    <a:pt x="1064336" y="264223"/>
                  </a:lnTo>
                  <a:lnTo>
                    <a:pt x="1135773" y="264223"/>
                  </a:lnTo>
                  <a:lnTo>
                    <a:pt x="1135773" y="287083"/>
                  </a:lnTo>
                  <a:lnTo>
                    <a:pt x="1145781" y="287083"/>
                  </a:lnTo>
                  <a:lnTo>
                    <a:pt x="1145781" y="264223"/>
                  </a:lnTo>
                  <a:lnTo>
                    <a:pt x="1535023" y="264223"/>
                  </a:lnTo>
                  <a:lnTo>
                    <a:pt x="1535023" y="344233"/>
                  </a:lnTo>
                  <a:lnTo>
                    <a:pt x="1545018" y="344233"/>
                  </a:lnTo>
                  <a:lnTo>
                    <a:pt x="1545018" y="264223"/>
                  </a:lnTo>
                  <a:lnTo>
                    <a:pt x="1730552" y="264223"/>
                  </a:lnTo>
                  <a:lnTo>
                    <a:pt x="1734680" y="264223"/>
                  </a:lnTo>
                  <a:lnTo>
                    <a:pt x="1743252" y="264223"/>
                  </a:lnTo>
                  <a:lnTo>
                    <a:pt x="2647810" y="264223"/>
                  </a:lnTo>
                  <a:lnTo>
                    <a:pt x="2647810" y="258508"/>
                  </a:lnTo>
                  <a:lnTo>
                    <a:pt x="1743252" y="258508"/>
                  </a:lnTo>
                  <a:lnTo>
                    <a:pt x="1743252" y="207073"/>
                  </a:lnTo>
                  <a:lnTo>
                    <a:pt x="2647810" y="207073"/>
                  </a:lnTo>
                  <a:lnTo>
                    <a:pt x="2647810" y="201358"/>
                  </a:lnTo>
                  <a:lnTo>
                    <a:pt x="1743252" y="201358"/>
                  </a:lnTo>
                  <a:lnTo>
                    <a:pt x="1743252" y="149923"/>
                  </a:lnTo>
                  <a:lnTo>
                    <a:pt x="2647810" y="149923"/>
                  </a:lnTo>
                  <a:lnTo>
                    <a:pt x="2647810" y="144208"/>
                  </a:lnTo>
                  <a:lnTo>
                    <a:pt x="1743252" y="144208"/>
                  </a:lnTo>
                  <a:lnTo>
                    <a:pt x="1743252" y="92773"/>
                  </a:lnTo>
                  <a:lnTo>
                    <a:pt x="2647810" y="92773"/>
                  </a:lnTo>
                  <a:lnTo>
                    <a:pt x="2647810" y="87058"/>
                  </a:lnTo>
                  <a:lnTo>
                    <a:pt x="1743252" y="87058"/>
                  </a:lnTo>
                  <a:lnTo>
                    <a:pt x="1743252" y="35623"/>
                  </a:lnTo>
                  <a:lnTo>
                    <a:pt x="2647810" y="35623"/>
                  </a:lnTo>
                  <a:lnTo>
                    <a:pt x="2647810" y="29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4776" y="695325"/>
              <a:ext cx="136207" cy="31432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66700" y="751150"/>
              <a:ext cx="7014209" cy="1283335"/>
            </a:xfrm>
            <a:custGeom>
              <a:avLst/>
              <a:gdLst/>
              <a:ahLst/>
              <a:cxnLst/>
              <a:rect l="l" t="t" r="r" b="b"/>
              <a:pathLst>
                <a:path w="7014209" h="1283335">
                  <a:moveTo>
                    <a:pt x="432625" y="1277175"/>
                  </a:moveTo>
                  <a:lnTo>
                    <a:pt x="0" y="1277175"/>
                  </a:lnTo>
                  <a:lnTo>
                    <a:pt x="0" y="1282890"/>
                  </a:lnTo>
                  <a:lnTo>
                    <a:pt x="432625" y="1282890"/>
                  </a:lnTo>
                  <a:lnTo>
                    <a:pt x="432625" y="1277175"/>
                  </a:lnTo>
                  <a:close/>
                </a:path>
                <a:path w="7014209" h="1283335">
                  <a:moveTo>
                    <a:pt x="432625" y="1220025"/>
                  </a:moveTo>
                  <a:lnTo>
                    <a:pt x="0" y="1220025"/>
                  </a:lnTo>
                  <a:lnTo>
                    <a:pt x="0" y="1225740"/>
                  </a:lnTo>
                  <a:lnTo>
                    <a:pt x="432625" y="1225740"/>
                  </a:lnTo>
                  <a:lnTo>
                    <a:pt x="432625" y="1220025"/>
                  </a:lnTo>
                  <a:close/>
                </a:path>
                <a:path w="7014209" h="1283335">
                  <a:moveTo>
                    <a:pt x="432625" y="1162875"/>
                  </a:moveTo>
                  <a:lnTo>
                    <a:pt x="0" y="1162875"/>
                  </a:lnTo>
                  <a:lnTo>
                    <a:pt x="0" y="1168590"/>
                  </a:lnTo>
                  <a:lnTo>
                    <a:pt x="432625" y="1168590"/>
                  </a:lnTo>
                  <a:lnTo>
                    <a:pt x="432625" y="1162875"/>
                  </a:lnTo>
                  <a:close/>
                </a:path>
                <a:path w="7014209" h="1283335">
                  <a:moveTo>
                    <a:pt x="432625" y="1105725"/>
                  </a:moveTo>
                  <a:lnTo>
                    <a:pt x="0" y="1105725"/>
                  </a:lnTo>
                  <a:lnTo>
                    <a:pt x="0" y="1111440"/>
                  </a:lnTo>
                  <a:lnTo>
                    <a:pt x="432625" y="1111440"/>
                  </a:lnTo>
                  <a:lnTo>
                    <a:pt x="432625" y="1105725"/>
                  </a:lnTo>
                  <a:close/>
                </a:path>
                <a:path w="7014209" h="1283335">
                  <a:moveTo>
                    <a:pt x="432625" y="1048575"/>
                  </a:moveTo>
                  <a:lnTo>
                    <a:pt x="0" y="1048575"/>
                  </a:lnTo>
                  <a:lnTo>
                    <a:pt x="0" y="1054290"/>
                  </a:lnTo>
                  <a:lnTo>
                    <a:pt x="432625" y="1054290"/>
                  </a:lnTo>
                  <a:lnTo>
                    <a:pt x="432625" y="1048575"/>
                  </a:lnTo>
                  <a:close/>
                </a:path>
                <a:path w="7014209" h="1283335">
                  <a:moveTo>
                    <a:pt x="6775628" y="302323"/>
                  </a:moveTo>
                  <a:lnTo>
                    <a:pt x="6755155" y="281368"/>
                  </a:lnTo>
                  <a:lnTo>
                    <a:pt x="6751155" y="281368"/>
                  </a:lnTo>
                  <a:lnTo>
                    <a:pt x="6747243" y="282892"/>
                  </a:lnTo>
                  <a:lnTo>
                    <a:pt x="6743433" y="285940"/>
                  </a:lnTo>
                  <a:lnTo>
                    <a:pt x="6739623" y="288798"/>
                  </a:lnTo>
                  <a:lnTo>
                    <a:pt x="6737439" y="292506"/>
                  </a:lnTo>
                  <a:lnTo>
                    <a:pt x="6736867" y="297078"/>
                  </a:lnTo>
                  <a:lnTo>
                    <a:pt x="6737629" y="301078"/>
                  </a:lnTo>
                  <a:lnTo>
                    <a:pt x="6740487" y="303085"/>
                  </a:lnTo>
                  <a:lnTo>
                    <a:pt x="6745440" y="303085"/>
                  </a:lnTo>
                  <a:lnTo>
                    <a:pt x="6749250" y="301561"/>
                  </a:lnTo>
                  <a:lnTo>
                    <a:pt x="6750672" y="298894"/>
                  </a:lnTo>
                  <a:lnTo>
                    <a:pt x="6749720" y="295084"/>
                  </a:lnTo>
                  <a:lnTo>
                    <a:pt x="6747726" y="289941"/>
                  </a:lnTo>
                  <a:lnTo>
                    <a:pt x="6748297" y="286893"/>
                  </a:lnTo>
                  <a:lnTo>
                    <a:pt x="6750583" y="285457"/>
                  </a:lnTo>
                  <a:lnTo>
                    <a:pt x="6754584" y="285648"/>
                  </a:lnTo>
                  <a:lnTo>
                    <a:pt x="6760489" y="286981"/>
                  </a:lnTo>
                  <a:lnTo>
                    <a:pt x="6763245" y="289839"/>
                  </a:lnTo>
                  <a:lnTo>
                    <a:pt x="6762864" y="294220"/>
                  </a:lnTo>
                  <a:lnTo>
                    <a:pt x="6762674" y="302031"/>
                  </a:lnTo>
                  <a:lnTo>
                    <a:pt x="6760489" y="307086"/>
                  </a:lnTo>
                  <a:lnTo>
                    <a:pt x="6752107" y="311658"/>
                  </a:lnTo>
                  <a:lnTo>
                    <a:pt x="6746583" y="312699"/>
                  </a:lnTo>
                  <a:lnTo>
                    <a:pt x="6739725" y="312508"/>
                  </a:lnTo>
                  <a:lnTo>
                    <a:pt x="6738582" y="317944"/>
                  </a:lnTo>
                  <a:lnTo>
                    <a:pt x="6752488" y="330034"/>
                  </a:lnTo>
                  <a:lnTo>
                    <a:pt x="6751244" y="334987"/>
                  </a:lnTo>
                  <a:lnTo>
                    <a:pt x="6745910" y="345084"/>
                  </a:lnTo>
                  <a:lnTo>
                    <a:pt x="6742011" y="347853"/>
                  </a:lnTo>
                  <a:lnTo>
                    <a:pt x="6736867" y="348234"/>
                  </a:lnTo>
                  <a:lnTo>
                    <a:pt x="6734391" y="348043"/>
                  </a:lnTo>
                  <a:lnTo>
                    <a:pt x="6732295" y="347091"/>
                  </a:lnTo>
                  <a:lnTo>
                    <a:pt x="6730581" y="345376"/>
                  </a:lnTo>
                  <a:lnTo>
                    <a:pt x="6730771" y="343281"/>
                  </a:lnTo>
                  <a:lnTo>
                    <a:pt x="6731724" y="341757"/>
                  </a:lnTo>
                  <a:lnTo>
                    <a:pt x="6733438" y="340804"/>
                  </a:lnTo>
                  <a:lnTo>
                    <a:pt x="6736004" y="336232"/>
                  </a:lnTo>
                  <a:lnTo>
                    <a:pt x="6735242" y="332232"/>
                  </a:lnTo>
                  <a:lnTo>
                    <a:pt x="6732676" y="330034"/>
                  </a:lnTo>
                  <a:lnTo>
                    <a:pt x="6728295" y="329653"/>
                  </a:lnTo>
                  <a:lnTo>
                    <a:pt x="6722770" y="330415"/>
                  </a:lnTo>
                  <a:lnTo>
                    <a:pt x="6720002" y="333946"/>
                  </a:lnTo>
                  <a:lnTo>
                    <a:pt x="6720002" y="340233"/>
                  </a:lnTo>
                  <a:lnTo>
                    <a:pt x="6720383" y="344805"/>
                  </a:lnTo>
                  <a:lnTo>
                    <a:pt x="6722961" y="348043"/>
                  </a:lnTo>
                  <a:lnTo>
                    <a:pt x="6727723" y="349948"/>
                  </a:lnTo>
                  <a:lnTo>
                    <a:pt x="6740868" y="352806"/>
                  </a:lnTo>
                  <a:lnTo>
                    <a:pt x="6746773" y="352615"/>
                  </a:lnTo>
                  <a:lnTo>
                    <a:pt x="6752298" y="350418"/>
                  </a:lnTo>
                  <a:lnTo>
                    <a:pt x="6757441" y="346227"/>
                  </a:lnTo>
                  <a:lnTo>
                    <a:pt x="6762585" y="342226"/>
                  </a:lnTo>
                  <a:lnTo>
                    <a:pt x="6765531" y="337083"/>
                  </a:lnTo>
                  <a:lnTo>
                    <a:pt x="6766293" y="330796"/>
                  </a:lnTo>
                  <a:lnTo>
                    <a:pt x="6766674" y="326034"/>
                  </a:lnTo>
                  <a:lnTo>
                    <a:pt x="6763728" y="321652"/>
                  </a:lnTo>
                  <a:lnTo>
                    <a:pt x="6757441" y="317652"/>
                  </a:lnTo>
                  <a:lnTo>
                    <a:pt x="6757441" y="317080"/>
                  </a:lnTo>
                  <a:lnTo>
                    <a:pt x="6761823" y="315366"/>
                  </a:lnTo>
                  <a:lnTo>
                    <a:pt x="6765912" y="312889"/>
                  </a:lnTo>
                  <a:lnTo>
                    <a:pt x="6769722" y="309651"/>
                  </a:lnTo>
                  <a:lnTo>
                    <a:pt x="6773723" y="306412"/>
                  </a:lnTo>
                  <a:lnTo>
                    <a:pt x="6775628" y="302323"/>
                  </a:lnTo>
                  <a:close/>
                </a:path>
                <a:path w="7014209" h="1283335">
                  <a:moveTo>
                    <a:pt x="6953974" y="49618"/>
                  </a:moveTo>
                  <a:lnTo>
                    <a:pt x="6953783" y="42379"/>
                  </a:lnTo>
                  <a:lnTo>
                    <a:pt x="6951218" y="37147"/>
                  </a:lnTo>
                  <a:lnTo>
                    <a:pt x="6946265" y="33909"/>
                  </a:lnTo>
                  <a:lnTo>
                    <a:pt x="6941693" y="30289"/>
                  </a:lnTo>
                  <a:lnTo>
                    <a:pt x="6935216" y="28575"/>
                  </a:lnTo>
                  <a:lnTo>
                    <a:pt x="6926834" y="28765"/>
                  </a:lnTo>
                  <a:lnTo>
                    <a:pt x="6918896" y="29730"/>
                  </a:lnTo>
                  <a:lnTo>
                    <a:pt x="6884327" y="52832"/>
                  </a:lnTo>
                  <a:lnTo>
                    <a:pt x="6879679" y="66763"/>
                  </a:lnTo>
                  <a:lnTo>
                    <a:pt x="6879768" y="69913"/>
                  </a:lnTo>
                  <a:lnTo>
                    <a:pt x="6879679" y="229933"/>
                  </a:lnTo>
                  <a:lnTo>
                    <a:pt x="6764071" y="229933"/>
                  </a:lnTo>
                  <a:lnTo>
                    <a:pt x="6764071" y="55943"/>
                  </a:lnTo>
                  <a:lnTo>
                    <a:pt x="6766077" y="57531"/>
                  </a:lnTo>
                  <a:lnTo>
                    <a:pt x="6771983" y="59436"/>
                  </a:lnTo>
                  <a:lnTo>
                    <a:pt x="6812077" y="47904"/>
                  </a:lnTo>
                  <a:lnTo>
                    <a:pt x="6828371" y="21043"/>
                  </a:lnTo>
                  <a:lnTo>
                    <a:pt x="6828180" y="13804"/>
                  </a:lnTo>
                  <a:lnTo>
                    <a:pt x="6825602" y="8572"/>
                  </a:lnTo>
                  <a:lnTo>
                    <a:pt x="6820649" y="5334"/>
                  </a:lnTo>
                  <a:lnTo>
                    <a:pt x="6816077" y="1714"/>
                  </a:lnTo>
                  <a:lnTo>
                    <a:pt x="6809600" y="0"/>
                  </a:lnTo>
                  <a:lnTo>
                    <a:pt x="6801218" y="190"/>
                  </a:lnTo>
                  <a:lnTo>
                    <a:pt x="6793293" y="1155"/>
                  </a:lnTo>
                  <a:lnTo>
                    <a:pt x="6758711" y="24257"/>
                  </a:lnTo>
                  <a:lnTo>
                    <a:pt x="6754076" y="38188"/>
                  </a:lnTo>
                  <a:lnTo>
                    <a:pt x="6754165" y="41338"/>
                  </a:lnTo>
                  <a:lnTo>
                    <a:pt x="6754076" y="229933"/>
                  </a:lnTo>
                  <a:lnTo>
                    <a:pt x="6638468" y="229933"/>
                  </a:lnTo>
                  <a:lnTo>
                    <a:pt x="6638468" y="84518"/>
                  </a:lnTo>
                  <a:lnTo>
                    <a:pt x="6640474" y="86106"/>
                  </a:lnTo>
                  <a:lnTo>
                    <a:pt x="6646380" y="88011"/>
                  </a:lnTo>
                  <a:lnTo>
                    <a:pt x="6686474" y="76479"/>
                  </a:lnTo>
                  <a:lnTo>
                    <a:pt x="6702768" y="49618"/>
                  </a:lnTo>
                  <a:lnTo>
                    <a:pt x="6702577" y="42379"/>
                  </a:lnTo>
                  <a:lnTo>
                    <a:pt x="6699999" y="37147"/>
                  </a:lnTo>
                  <a:lnTo>
                    <a:pt x="6695046" y="33909"/>
                  </a:lnTo>
                  <a:lnTo>
                    <a:pt x="6690474" y="30289"/>
                  </a:lnTo>
                  <a:lnTo>
                    <a:pt x="6683997" y="28575"/>
                  </a:lnTo>
                  <a:lnTo>
                    <a:pt x="6675615" y="28765"/>
                  </a:lnTo>
                  <a:lnTo>
                    <a:pt x="6667690" y="29730"/>
                  </a:lnTo>
                  <a:lnTo>
                    <a:pt x="6633108" y="52832"/>
                  </a:lnTo>
                  <a:lnTo>
                    <a:pt x="6628473" y="66763"/>
                  </a:lnTo>
                  <a:lnTo>
                    <a:pt x="6628562" y="69913"/>
                  </a:lnTo>
                  <a:lnTo>
                    <a:pt x="6628473" y="229933"/>
                  </a:lnTo>
                  <a:lnTo>
                    <a:pt x="6628473" y="258508"/>
                  </a:lnTo>
                  <a:lnTo>
                    <a:pt x="6638468" y="258508"/>
                  </a:lnTo>
                  <a:lnTo>
                    <a:pt x="6754076" y="258508"/>
                  </a:lnTo>
                  <a:lnTo>
                    <a:pt x="6764071" y="258508"/>
                  </a:lnTo>
                  <a:lnTo>
                    <a:pt x="6879679" y="258508"/>
                  </a:lnTo>
                  <a:lnTo>
                    <a:pt x="6889686" y="258508"/>
                  </a:lnTo>
                  <a:lnTo>
                    <a:pt x="6889686" y="84531"/>
                  </a:lnTo>
                  <a:lnTo>
                    <a:pt x="6891680" y="86106"/>
                  </a:lnTo>
                  <a:lnTo>
                    <a:pt x="6897586" y="88011"/>
                  </a:lnTo>
                  <a:lnTo>
                    <a:pt x="6904825" y="88201"/>
                  </a:lnTo>
                  <a:lnTo>
                    <a:pt x="6913308" y="87249"/>
                  </a:lnTo>
                  <a:lnTo>
                    <a:pt x="6949326" y="64198"/>
                  </a:lnTo>
                  <a:lnTo>
                    <a:pt x="6952526" y="57188"/>
                  </a:lnTo>
                  <a:lnTo>
                    <a:pt x="6953974" y="49618"/>
                  </a:lnTo>
                  <a:close/>
                </a:path>
                <a:path w="7014209" h="1283335">
                  <a:moveTo>
                    <a:pt x="7013892" y="3619"/>
                  </a:moveTo>
                  <a:lnTo>
                    <a:pt x="7005320" y="3619"/>
                  </a:lnTo>
                  <a:lnTo>
                    <a:pt x="7005320" y="235648"/>
                  </a:lnTo>
                  <a:lnTo>
                    <a:pt x="7013892" y="235648"/>
                  </a:lnTo>
                  <a:lnTo>
                    <a:pt x="7013892" y="36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7975" y="1799717"/>
              <a:ext cx="158876" cy="18287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4002" y="1771142"/>
              <a:ext cx="159448" cy="2674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99325" y="752484"/>
              <a:ext cx="1202055" cy="1619885"/>
            </a:xfrm>
            <a:custGeom>
              <a:avLst/>
              <a:gdLst/>
              <a:ahLst/>
              <a:cxnLst/>
              <a:rect l="l" t="t" r="r" b="b"/>
              <a:pathLst>
                <a:path w="1202055" h="1619885">
                  <a:moveTo>
                    <a:pt x="415721" y="921791"/>
                  </a:moveTo>
                  <a:lnTo>
                    <a:pt x="414959" y="915314"/>
                  </a:lnTo>
                  <a:lnTo>
                    <a:pt x="411340" y="911796"/>
                  </a:lnTo>
                  <a:lnTo>
                    <a:pt x="404863" y="911225"/>
                  </a:lnTo>
                  <a:lnTo>
                    <a:pt x="398195" y="911796"/>
                  </a:lnTo>
                  <a:lnTo>
                    <a:pt x="394576" y="915314"/>
                  </a:lnTo>
                  <a:lnTo>
                    <a:pt x="394004" y="921791"/>
                  </a:lnTo>
                  <a:lnTo>
                    <a:pt x="394576" y="928268"/>
                  </a:lnTo>
                  <a:lnTo>
                    <a:pt x="398195" y="931989"/>
                  </a:lnTo>
                  <a:lnTo>
                    <a:pt x="404863" y="932942"/>
                  </a:lnTo>
                  <a:lnTo>
                    <a:pt x="411340" y="931989"/>
                  </a:lnTo>
                  <a:lnTo>
                    <a:pt x="414959" y="928268"/>
                  </a:lnTo>
                  <a:lnTo>
                    <a:pt x="415721" y="921791"/>
                  </a:lnTo>
                  <a:close/>
                </a:path>
                <a:path w="1202055" h="1619885">
                  <a:moveTo>
                    <a:pt x="566623" y="921791"/>
                  </a:moveTo>
                  <a:lnTo>
                    <a:pt x="565861" y="915314"/>
                  </a:lnTo>
                  <a:lnTo>
                    <a:pt x="562241" y="911796"/>
                  </a:lnTo>
                  <a:lnTo>
                    <a:pt x="555764" y="911225"/>
                  </a:lnTo>
                  <a:lnTo>
                    <a:pt x="549097" y="911796"/>
                  </a:lnTo>
                  <a:lnTo>
                    <a:pt x="545477" y="915314"/>
                  </a:lnTo>
                  <a:lnTo>
                    <a:pt x="544906" y="921791"/>
                  </a:lnTo>
                  <a:lnTo>
                    <a:pt x="545477" y="928268"/>
                  </a:lnTo>
                  <a:lnTo>
                    <a:pt x="549097" y="931989"/>
                  </a:lnTo>
                  <a:lnTo>
                    <a:pt x="555764" y="932942"/>
                  </a:lnTo>
                  <a:lnTo>
                    <a:pt x="562241" y="931989"/>
                  </a:lnTo>
                  <a:lnTo>
                    <a:pt x="565861" y="928268"/>
                  </a:lnTo>
                  <a:lnTo>
                    <a:pt x="566623" y="921791"/>
                  </a:lnTo>
                  <a:close/>
                </a:path>
                <a:path w="1202055" h="1619885">
                  <a:moveTo>
                    <a:pt x="904036" y="921791"/>
                  </a:moveTo>
                  <a:lnTo>
                    <a:pt x="903274" y="915314"/>
                  </a:lnTo>
                  <a:lnTo>
                    <a:pt x="899655" y="911796"/>
                  </a:lnTo>
                  <a:lnTo>
                    <a:pt x="893178" y="911225"/>
                  </a:lnTo>
                  <a:lnTo>
                    <a:pt x="886510" y="911796"/>
                  </a:lnTo>
                  <a:lnTo>
                    <a:pt x="882891" y="915314"/>
                  </a:lnTo>
                  <a:lnTo>
                    <a:pt x="882319" y="921791"/>
                  </a:lnTo>
                  <a:lnTo>
                    <a:pt x="882891" y="928268"/>
                  </a:lnTo>
                  <a:lnTo>
                    <a:pt x="886510" y="931989"/>
                  </a:lnTo>
                  <a:lnTo>
                    <a:pt x="893178" y="932942"/>
                  </a:lnTo>
                  <a:lnTo>
                    <a:pt x="899655" y="931989"/>
                  </a:lnTo>
                  <a:lnTo>
                    <a:pt x="903274" y="928268"/>
                  </a:lnTo>
                  <a:lnTo>
                    <a:pt x="904036" y="921791"/>
                  </a:lnTo>
                  <a:close/>
                </a:path>
                <a:path w="1202055" h="1619885">
                  <a:moveTo>
                    <a:pt x="1072756" y="921791"/>
                  </a:moveTo>
                  <a:lnTo>
                    <a:pt x="1071994" y="915314"/>
                  </a:lnTo>
                  <a:lnTo>
                    <a:pt x="1068374" y="911796"/>
                  </a:lnTo>
                  <a:lnTo>
                    <a:pt x="1061897" y="911225"/>
                  </a:lnTo>
                  <a:lnTo>
                    <a:pt x="1055230" y="911796"/>
                  </a:lnTo>
                  <a:lnTo>
                    <a:pt x="1051610" y="915314"/>
                  </a:lnTo>
                  <a:lnTo>
                    <a:pt x="1051039" y="921791"/>
                  </a:lnTo>
                  <a:lnTo>
                    <a:pt x="1051610" y="928268"/>
                  </a:lnTo>
                  <a:lnTo>
                    <a:pt x="1055230" y="931989"/>
                  </a:lnTo>
                  <a:lnTo>
                    <a:pt x="1061897" y="932942"/>
                  </a:lnTo>
                  <a:lnTo>
                    <a:pt x="1068374" y="931989"/>
                  </a:lnTo>
                  <a:lnTo>
                    <a:pt x="1071994" y="928268"/>
                  </a:lnTo>
                  <a:lnTo>
                    <a:pt x="1072756" y="921791"/>
                  </a:lnTo>
                  <a:close/>
                </a:path>
                <a:path w="1202055" h="1619885">
                  <a:moveTo>
                    <a:pt x="1188796" y="1047242"/>
                  </a:moveTo>
                  <a:lnTo>
                    <a:pt x="1096429" y="1047242"/>
                  </a:lnTo>
                  <a:lnTo>
                    <a:pt x="1097026" y="1045946"/>
                  </a:lnTo>
                  <a:lnTo>
                    <a:pt x="1098473" y="1038377"/>
                  </a:lnTo>
                  <a:lnTo>
                    <a:pt x="1098283" y="1031138"/>
                  </a:lnTo>
                  <a:lnTo>
                    <a:pt x="1095705" y="1025906"/>
                  </a:lnTo>
                  <a:lnTo>
                    <a:pt x="1090752" y="1022667"/>
                  </a:lnTo>
                  <a:lnTo>
                    <a:pt x="1086180" y="1019048"/>
                  </a:lnTo>
                  <a:lnTo>
                    <a:pt x="1079703" y="1017333"/>
                  </a:lnTo>
                  <a:lnTo>
                    <a:pt x="1071321" y="1017524"/>
                  </a:lnTo>
                  <a:lnTo>
                    <a:pt x="1063396" y="1018489"/>
                  </a:lnTo>
                  <a:lnTo>
                    <a:pt x="1055611" y="1020800"/>
                  </a:lnTo>
                  <a:lnTo>
                    <a:pt x="1047965" y="1024483"/>
                  </a:lnTo>
                  <a:lnTo>
                    <a:pt x="1040460" y="1029525"/>
                  </a:lnTo>
                  <a:lnTo>
                    <a:pt x="1034173" y="1034986"/>
                  </a:lnTo>
                  <a:lnTo>
                    <a:pt x="1034173" y="1016127"/>
                  </a:lnTo>
                  <a:lnTo>
                    <a:pt x="1036180" y="1017714"/>
                  </a:lnTo>
                  <a:lnTo>
                    <a:pt x="1042085" y="1019619"/>
                  </a:lnTo>
                  <a:lnTo>
                    <a:pt x="1049324" y="1019810"/>
                  </a:lnTo>
                  <a:lnTo>
                    <a:pt x="1057808" y="1018857"/>
                  </a:lnTo>
                  <a:lnTo>
                    <a:pt x="1093825" y="995807"/>
                  </a:lnTo>
                  <a:lnTo>
                    <a:pt x="1094803" y="993660"/>
                  </a:lnTo>
                  <a:lnTo>
                    <a:pt x="1118793" y="993660"/>
                  </a:lnTo>
                  <a:lnTo>
                    <a:pt x="1118793" y="986510"/>
                  </a:lnTo>
                  <a:lnTo>
                    <a:pt x="1097457" y="986510"/>
                  </a:lnTo>
                  <a:lnTo>
                    <a:pt x="1098473" y="981227"/>
                  </a:lnTo>
                  <a:lnTo>
                    <a:pt x="1098283" y="973988"/>
                  </a:lnTo>
                  <a:lnTo>
                    <a:pt x="1095705" y="968756"/>
                  </a:lnTo>
                  <a:lnTo>
                    <a:pt x="1090752" y="965517"/>
                  </a:lnTo>
                  <a:lnTo>
                    <a:pt x="1086180" y="961898"/>
                  </a:lnTo>
                  <a:lnTo>
                    <a:pt x="1079703" y="960183"/>
                  </a:lnTo>
                  <a:lnTo>
                    <a:pt x="1071321" y="960374"/>
                  </a:lnTo>
                  <a:lnTo>
                    <a:pt x="1063396" y="961339"/>
                  </a:lnTo>
                  <a:lnTo>
                    <a:pt x="1028814" y="984440"/>
                  </a:lnTo>
                  <a:lnTo>
                    <a:pt x="1027823" y="986510"/>
                  </a:lnTo>
                  <a:lnTo>
                    <a:pt x="1007656" y="986510"/>
                  </a:lnTo>
                  <a:lnTo>
                    <a:pt x="1007656" y="993660"/>
                  </a:lnTo>
                  <a:lnTo>
                    <a:pt x="1025118" y="993660"/>
                  </a:lnTo>
                  <a:lnTo>
                    <a:pt x="1024178" y="998372"/>
                  </a:lnTo>
                  <a:lnTo>
                    <a:pt x="1024267" y="1001522"/>
                  </a:lnTo>
                  <a:lnTo>
                    <a:pt x="1024178" y="1047242"/>
                  </a:lnTo>
                  <a:lnTo>
                    <a:pt x="1024178" y="1218692"/>
                  </a:lnTo>
                  <a:lnTo>
                    <a:pt x="865466" y="1218692"/>
                  </a:lnTo>
                  <a:lnTo>
                    <a:pt x="865466" y="1167257"/>
                  </a:lnTo>
                  <a:lnTo>
                    <a:pt x="1024178" y="1167257"/>
                  </a:lnTo>
                  <a:lnTo>
                    <a:pt x="1024178" y="1161542"/>
                  </a:lnTo>
                  <a:lnTo>
                    <a:pt x="865466" y="1161542"/>
                  </a:lnTo>
                  <a:lnTo>
                    <a:pt x="865466" y="1110107"/>
                  </a:lnTo>
                  <a:lnTo>
                    <a:pt x="1024178" y="1110107"/>
                  </a:lnTo>
                  <a:lnTo>
                    <a:pt x="1024178" y="1104392"/>
                  </a:lnTo>
                  <a:lnTo>
                    <a:pt x="865466" y="1104392"/>
                  </a:lnTo>
                  <a:lnTo>
                    <a:pt x="865466" y="1073289"/>
                  </a:lnTo>
                  <a:lnTo>
                    <a:pt x="867460" y="1074864"/>
                  </a:lnTo>
                  <a:lnTo>
                    <a:pt x="873366" y="1076769"/>
                  </a:lnTo>
                  <a:lnTo>
                    <a:pt x="913472" y="1065237"/>
                  </a:lnTo>
                  <a:lnTo>
                    <a:pt x="925118" y="1052957"/>
                  </a:lnTo>
                  <a:lnTo>
                    <a:pt x="1024178" y="1052957"/>
                  </a:lnTo>
                  <a:lnTo>
                    <a:pt x="1024178" y="1047242"/>
                  </a:lnTo>
                  <a:lnTo>
                    <a:pt x="927709" y="1047242"/>
                  </a:lnTo>
                  <a:lnTo>
                    <a:pt x="928306" y="1045946"/>
                  </a:lnTo>
                  <a:lnTo>
                    <a:pt x="929754" y="1038377"/>
                  </a:lnTo>
                  <a:lnTo>
                    <a:pt x="929563" y="1031138"/>
                  </a:lnTo>
                  <a:lnTo>
                    <a:pt x="926998" y="1025906"/>
                  </a:lnTo>
                  <a:lnTo>
                    <a:pt x="922045" y="1022667"/>
                  </a:lnTo>
                  <a:lnTo>
                    <a:pt x="917473" y="1019048"/>
                  </a:lnTo>
                  <a:lnTo>
                    <a:pt x="910996" y="1017333"/>
                  </a:lnTo>
                  <a:lnTo>
                    <a:pt x="902614" y="1017524"/>
                  </a:lnTo>
                  <a:lnTo>
                    <a:pt x="894676" y="1018489"/>
                  </a:lnTo>
                  <a:lnTo>
                    <a:pt x="886891" y="1020800"/>
                  </a:lnTo>
                  <a:lnTo>
                    <a:pt x="879246" y="1024483"/>
                  </a:lnTo>
                  <a:lnTo>
                    <a:pt x="871753" y="1029525"/>
                  </a:lnTo>
                  <a:lnTo>
                    <a:pt x="865466" y="1034986"/>
                  </a:lnTo>
                  <a:lnTo>
                    <a:pt x="865466" y="1016139"/>
                  </a:lnTo>
                  <a:lnTo>
                    <a:pt x="867460" y="1017714"/>
                  </a:lnTo>
                  <a:lnTo>
                    <a:pt x="873366" y="1019619"/>
                  </a:lnTo>
                  <a:lnTo>
                    <a:pt x="880605" y="1019810"/>
                  </a:lnTo>
                  <a:lnTo>
                    <a:pt x="889088" y="1018857"/>
                  </a:lnTo>
                  <a:lnTo>
                    <a:pt x="925118" y="995807"/>
                  </a:lnTo>
                  <a:lnTo>
                    <a:pt x="926084" y="993660"/>
                  </a:lnTo>
                  <a:lnTo>
                    <a:pt x="950087" y="993660"/>
                  </a:lnTo>
                  <a:lnTo>
                    <a:pt x="950087" y="986510"/>
                  </a:lnTo>
                  <a:lnTo>
                    <a:pt x="928738" y="986510"/>
                  </a:lnTo>
                  <a:lnTo>
                    <a:pt x="929754" y="981227"/>
                  </a:lnTo>
                  <a:lnTo>
                    <a:pt x="929563" y="973988"/>
                  </a:lnTo>
                  <a:lnTo>
                    <a:pt x="926998" y="968756"/>
                  </a:lnTo>
                  <a:lnTo>
                    <a:pt x="922045" y="965517"/>
                  </a:lnTo>
                  <a:lnTo>
                    <a:pt x="917473" y="961898"/>
                  </a:lnTo>
                  <a:lnTo>
                    <a:pt x="910996" y="960183"/>
                  </a:lnTo>
                  <a:lnTo>
                    <a:pt x="902614" y="960374"/>
                  </a:lnTo>
                  <a:lnTo>
                    <a:pt x="894676" y="961339"/>
                  </a:lnTo>
                  <a:lnTo>
                    <a:pt x="860107" y="984440"/>
                  </a:lnTo>
                  <a:lnTo>
                    <a:pt x="859116" y="986510"/>
                  </a:lnTo>
                  <a:lnTo>
                    <a:pt x="838949" y="986510"/>
                  </a:lnTo>
                  <a:lnTo>
                    <a:pt x="838949" y="993660"/>
                  </a:lnTo>
                  <a:lnTo>
                    <a:pt x="856399" y="993660"/>
                  </a:lnTo>
                  <a:lnTo>
                    <a:pt x="855459" y="998372"/>
                  </a:lnTo>
                  <a:lnTo>
                    <a:pt x="855548" y="1001522"/>
                  </a:lnTo>
                  <a:lnTo>
                    <a:pt x="855459" y="1047242"/>
                  </a:lnTo>
                  <a:lnTo>
                    <a:pt x="855459" y="1218692"/>
                  </a:lnTo>
                  <a:lnTo>
                    <a:pt x="760755" y="1218692"/>
                  </a:lnTo>
                  <a:lnTo>
                    <a:pt x="760755" y="1167257"/>
                  </a:lnTo>
                  <a:lnTo>
                    <a:pt x="855459" y="1167257"/>
                  </a:lnTo>
                  <a:lnTo>
                    <a:pt x="855459" y="1161542"/>
                  </a:lnTo>
                  <a:lnTo>
                    <a:pt x="760755" y="1161542"/>
                  </a:lnTo>
                  <a:lnTo>
                    <a:pt x="750760" y="1161542"/>
                  </a:lnTo>
                  <a:lnTo>
                    <a:pt x="750760" y="1167257"/>
                  </a:lnTo>
                  <a:lnTo>
                    <a:pt x="750760" y="1218692"/>
                  </a:lnTo>
                  <a:lnTo>
                    <a:pt x="750760" y="1224407"/>
                  </a:lnTo>
                  <a:lnTo>
                    <a:pt x="750760" y="1275842"/>
                  </a:lnTo>
                  <a:lnTo>
                    <a:pt x="272440" y="1275842"/>
                  </a:lnTo>
                  <a:lnTo>
                    <a:pt x="272440" y="1224407"/>
                  </a:lnTo>
                  <a:lnTo>
                    <a:pt x="367144" y="1224407"/>
                  </a:lnTo>
                  <a:lnTo>
                    <a:pt x="367144" y="1247267"/>
                  </a:lnTo>
                  <a:lnTo>
                    <a:pt x="377139" y="1247267"/>
                  </a:lnTo>
                  <a:lnTo>
                    <a:pt x="377139" y="1224407"/>
                  </a:lnTo>
                  <a:lnTo>
                    <a:pt x="518045" y="1224407"/>
                  </a:lnTo>
                  <a:lnTo>
                    <a:pt x="518045" y="1247267"/>
                  </a:lnTo>
                  <a:lnTo>
                    <a:pt x="528040" y="1247267"/>
                  </a:lnTo>
                  <a:lnTo>
                    <a:pt x="528040" y="1224407"/>
                  </a:lnTo>
                  <a:lnTo>
                    <a:pt x="750760" y="1224407"/>
                  </a:lnTo>
                  <a:lnTo>
                    <a:pt x="750760" y="1218692"/>
                  </a:lnTo>
                  <a:lnTo>
                    <a:pt x="528040" y="1218692"/>
                  </a:lnTo>
                  <a:lnTo>
                    <a:pt x="528040" y="1167257"/>
                  </a:lnTo>
                  <a:lnTo>
                    <a:pt x="750760" y="1167257"/>
                  </a:lnTo>
                  <a:lnTo>
                    <a:pt x="750760" y="1161542"/>
                  </a:lnTo>
                  <a:lnTo>
                    <a:pt x="528040" y="1161542"/>
                  </a:lnTo>
                  <a:lnTo>
                    <a:pt x="528040" y="1110107"/>
                  </a:lnTo>
                  <a:lnTo>
                    <a:pt x="855459" y="1110107"/>
                  </a:lnTo>
                  <a:lnTo>
                    <a:pt x="855459" y="1104392"/>
                  </a:lnTo>
                  <a:lnTo>
                    <a:pt x="528040" y="1104392"/>
                  </a:lnTo>
                  <a:lnTo>
                    <a:pt x="528040" y="1073277"/>
                  </a:lnTo>
                  <a:lnTo>
                    <a:pt x="530047" y="1074864"/>
                  </a:lnTo>
                  <a:lnTo>
                    <a:pt x="535952" y="1076769"/>
                  </a:lnTo>
                  <a:lnTo>
                    <a:pt x="576046" y="1065237"/>
                  </a:lnTo>
                  <a:lnTo>
                    <a:pt x="587692" y="1052957"/>
                  </a:lnTo>
                  <a:lnTo>
                    <a:pt x="855459" y="1052957"/>
                  </a:lnTo>
                  <a:lnTo>
                    <a:pt x="855459" y="1047242"/>
                  </a:lnTo>
                  <a:lnTo>
                    <a:pt x="590296" y="1047242"/>
                  </a:lnTo>
                  <a:lnTo>
                    <a:pt x="590892" y="1045946"/>
                  </a:lnTo>
                  <a:lnTo>
                    <a:pt x="592340" y="1038377"/>
                  </a:lnTo>
                  <a:lnTo>
                    <a:pt x="592150" y="1031138"/>
                  </a:lnTo>
                  <a:lnTo>
                    <a:pt x="589572" y="1025906"/>
                  </a:lnTo>
                  <a:lnTo>
                    <a:pt x="584619" y="1022667"/>
                  </a:lnTo>
                  <a:lnTo>
                    <a:pt x="580047" y="1019048"/>
                  </a:lnTo>
                  <a:lnTo>
                    <a:pt x="573570" y="1017333"/>
                  </a:lnTo>
                  <a:lnTo>
                    <a:pt x="565188" y="1017524"/>
                  </a:lnTo>
                  <a:lnTo>
                    <a:pt x="557263" y="1018489"/>
                  </a:lnTo>
                  <a:lnTo>
                    <a:pt x="549478" y="1020800"/>
                  </a:lnTo>
                  <a:lnTo>
                    <a:pt x="541832" y="1024483"/>
                  </a:lnTo>
                  <a:lnTo>
                    <a:pt x="534327" y="1029525"/>
                  </a:lnTo>
                  <a:lnTo>
                    <a:pt x="528040" y="1034986"/>
                  </a:lnTo>
                  <a:lnTo>
                    <a:pt x="528040" y="1016127"/>
                  </a:lnTo>
                  <a:lnTo>
                    <a:pt x="530047" y="1017714"/>
                  </a:lnTo>
                  <a:lnTo>
                    <a:pt x="535952" y="1019619"/>
                  </a:lnTo>
                  <a:lnTo>
                    <a:pt x="543191" y="1019810"/>
                  </a:lnTo>
                  <a:lnTo>
                    <a:pt x="551675" y="1018857"/>
                  </a:lnTo>
                  <a:lnTo>
                    <a:pt x="587692" y="995807"/>
                  </a:lnTo>
                  <a:lnTo>
                    <a:pt x="588670" y="993660"/>
                  </a:lnTo>
                  <a:lnTo>
                    <a:pt x="612660" y="993660"/>
                  </a:lnTo>
                  <a:lnTo>
                    <a:pt x="612660" y="986510"/>
                  </a:lnTo>
                  <a:lnTo>
                    <a:pt x="591324" y="986510"/>
                  </a:lnTo>
                  <a:lnTo>
                    <a:pt x="592340" y="981227"/>
                  </a:lnTo>
                  <a:lnTo>
                    <a:pt x="592150" y="973988"/>
                  </a:lnTo>
                  <a:lnTo>
                    <a:pt x="589572" y="968756"/>
                  </a:lnTo>
                  <a:lnTo>
                    <a:pt x="584619" y="965517"/>
                  </a:lnTo>
                  <a:lnTo>
                    <a:pt x="580047" y="961898"/>
                  </a:lnTo>
                  <a:lnTo>
                    <a:pt x="573570" y="960183"/>
                  </a:lnTo>
                  <a:lnTo>
                    <a:pt x="565188" y="960374"/>
                  </a:lnTo>
                  <a:lnTo>
                    <a:pt x="557263" y="961339"/>
                  </a:lnTo>
                  <a:lnTo>
                    <a:pt x="522681" y="984440"/>
                  </a:lnTo>
                  <a:lnTo>
                    <a:pt x="521690" y="986510"/>
                  </a:lnTo>
                  <a:lnTo>
                    <a:pt x="501523" y="986510"/>
                  </a:lnTo>
                  <a:lnTo>
                    <a:pt x="501523" y="993660"/>
                  </a:lnTo>
                  <a:lnTo>
                    <a:pt x="518985" y="993660"/>
                  </a:lnTo>
                  <a:lnTo>
                    <a:pt x="518045" y="998372"/>
                  </a:lnTo>
                  <a:lnTo>
                    <a:pt x="518134" y="1001522"/>
                  </a:lnTo>
                  <a:lnTo>
                    <a:pt x="518045" y="1047242"/>
                  </a:lnTo>
                  <a:lnTo>
                    <a:pt x="518045" y="1218692"/>
                  </a:lnTo>
                  <a:lnTo>
                    <a:pt x="377139" y="1218692"/>
                  </a:lnTo>
                  <a:lnTo>
                    <a:pt x="377139" y="1167257"/>
                  </a:lnTo>
                  <a:lnTo>
                    <a:pt x="518045" y="1167257"/>
                  </a:lnTo>
                  <a:lnTo>
                    <a:pt x="518045" y="1161542"/>
                  </a:lnTo>
                  <a:lnTo>
                    <a:pt x="377139" y="1161542"/>
                  </a:lnTo>
                  <a:lnTo>
                    <a:pt x="377139" y="1110107"/>
                  </a:lnTo>
                  <a:lnTo>
                    <a:pt x="518045" y="1110107"/>
                  </a:lnTo>
                  <a:lnTo>
                    <a:pt x="518045" y="1104392"/>
                  </a:lnTo>
                  <a:lnTo>
                    <a:pt x="377139" y="1104392"/>
                  </a:lnTo>
                  <a:lnTo>
                    <a:pt x="377139" y="1073277"/>
                  </a:lnTo>
                  <a:lnTo>
                    <a:pt x="379145" y="1074864"/>
                  </a:lnTo>
                  <a:lnTo>
                    <a:pt x="385051" y="1076769"/>
                  </a:lnTo>
                  <a:lnTo>
                    <a:pt x="425145" y="1065237"/>
                  </a:lnTo>
                  <a:lnTo>
                    <a:pt x="436791" y="1052957"/>
                  </a:lnTo>
                  <a:lnTo>
                    <a:pt x="518045" y="1052957"/>
                  </a:lnTo>
                  <a:lnTo>
                    <a:pt x="518045" y="1047242"/>
                  </a:lnTo>
                  <a:lnTo>
                    <a:pt x="439394" y="1047242"/>
                  </a:lnTo>
                  <a:lnTo>
                    <a:pt x="439991" y="1045946"/>
                  </a:lnTo>
                  <a:lnTo>
                    <a:pt x="441439" y="1038377"/>
                  </a:lnTo>
                  <a:lnTo>
                    <a:pt x="441248" y="1031138"/>
                  </a:lnTo>
                  <a:lnTo>
                    <a:pt x="438670" y="1025906"/>
                  </a:lnTo>
                  <a:lnTo>
                    <a:pt x="433717" y="1022667"/>
                  </a:lnTo>
                  <a:lnTo>
                    <a:pt x="429145" y="1019048"/>
                  </a:lnTo>
                  <a:lnTo>
                    <a:pt x="422668" y="1017333"/>
                  </a:lnTo>
                  <a:lnTo>
                    <a:pt x="414286" y="1017524"/>
                  </a:lnTo>
                  <a:lnTo>
                    <a:pt x="406361" y="1018489"/>
                  </a:lnTo>
                  <a:lnTo>
                    <a:pt x="398576" y="1020800"/>
                  </a:lnTo>
                  <a:lnTo>
                    <a:pt x="390931" y="1024483"/>
                  </a:lnTo>
                  <a:lnTo>
                    <a:pt x="383425" y="1029525"/>
                  </a:lnTo>
                  <a:lnTo>
                    <a:pt x="377139" y="1034986"/>
                  </a:lnTo>
                  <a:lnTo>
                    <a:pt x="377139" y="1016127"/>
                  </a:lnTo>
                  <a:lnTo>
                    <a:pt x="379145" y="1017714"/>
                  </a:lnTo>
                  <a:lnTo>
                    <a:pt x="385051" y="1019619"/>
                  </a:lnTo>
                  <a:lnTo>
                    <a:pt x="392290" y="1019810"/>
                  </a:lnTo>
                  <a:lnTo>
                    <a:pt x="400773" y="1018857"/>
                  </a:lnTo>
                  <a:lnTo>
                    <a:pt x="436791" y="995807"/>
                  </a:lnTo>
                  <a:lnTo>
                    <a:pt x="437769" y="993660"/>
                  </a:lnTo>
                  <a:lnTo>
                    <a:pt x="461772" y="993660"/>
                  </a:lnTo>
                  <a:lnTo>
                    <a:pt x="461772" y="986510"/>
                  </a:lnTo>
                  <a:lnTo>
                    <a:pt x="440423" y="986510"/>
                  </a:lnTo>
                  <a:lnTo>
                    <a:pt x="441439" y="981227"/>
                  </a:lnTo>
                  <a:lnTo>
                    <a:pt x="441248" y="973988"/>
                  </a:lnTo>
                  <a:lnTo>
                    <a:pt x="438670" y="968756"/>
                  </a:lnTo>
                  <a:lnTo>
                    <a:pt x="433717" y="965517"/>
                  </a:lnTo>
                  <a:lnTo>
                    <a:pt x="429145" y="961898"/>
                  </a:lnTo>
                  <a:lnTo>
                    <a:pt x="422668" y="960183"/>
                  </a:lnTo>
                  <a:lnTo>
                    <a:pt x="414286" y="960374"/>
                  </a:lnTo>
                  <a:lnTo>
                    <a:pt x="406361" y="961339"/>
                  </a:lnTo>
                  <a:lnTo>
                    <a:pt x="371792" y="984440"/>
                  </a:lnTo>
                  <a:lnTo>
                    <a:pt x="370801" y="986510"/>
                  </a:lnTo>
                  <a:lnTo>
                    <a:pt x="350621" y="986510"/>
                  </a:lnTo>
                  <a:lnTo>
                    <a:pt x="350621" y="993660"/>
                  </a:lnTo>
                  <a:lnTo>
                    <a:pt x="368084" y="993660"/>
                  </a:lnTo>
                  <a:lnTo>
                    <a:pt x="367144" y="998372"/>
                  </a:lnTo>
                  <a:lnTo>
                    <a:pt x="367233" y="1001522"/>
                  </a:lnTo>
                  <a:lnTo>
                    <a:pt x="367144" y="1047242"/>
                  </a:lnTo>
                  <a:lnTo>
                    <a:pt x="0" y="1047242"/>
                  </a:lnTo>
                  <a:lnTo>
                    <a:pt x="0" y="1052957"/>
                  </a:lnTo>
                  <a:lnTo>
                    <a:pt x="367144" y="1052957"/>
                  </a:lnTo>
                  <a:lnTo>
                    <a:pt x="367144" y="1055522"/>
                  </a:lnTo>
                  <a:lnTo>
                    <a:pt x="367144" y="1218692"/>
                  </a:lnTo>
                  <a:lnTo>
                    <a:pt x="272440" y="1218692"/>
                  </a:lnTo>
                  <a:lnTo>
                    <a:pt x="272440" y="1167257"/>
                  </a:lnTo>
                  <a:lnTo>
                    <a:pt x="367144" y="1167257"/>
                  </a:lnTo>
                  <a:lnTo>
                    <a:pt x="367144" y="1161542"/>
                  </a:lnTo>
                  <a:lnTo>
                    <a:pt x="272440" y="1161542"/>
                  </a:lnTo>
                  <a:lnTo>
                    <a:pt x="272440" y="1110107"/>
                  </a:lnTo>
                  <a:lnTo>
                    <a:pt x="367144" y="1110107"/>
                  </a:lnTo>
                  <a:lnTo>
                    <a:pt x="367144" y="1104392"/>
                  </a:lnTo>
                  <a:lnTo>
                    <a:pt x="272440" y="1104392"/>
                  </a:lnTo>
                  <a:lnTo>
                    <a:pt x="262445" y="1104392"/>
                  </a:lnTo>
                  <a:lnTo>
                    <a:pt x="0" y="1104392"/>
                  </a:lnTo>
                  <a:lnTo>
                    <a:pt x="0" y="1110107"/>
                  </a:lnTo>
                  <a:lnTo>
                    <a:pt x="262445" y="1110107"/>
                  </a:lnTo>
                  <a:lnTo>
                    <a:pt x="262445" y="1161542"/>
                  </a:lnTo>
                  <a:lnTo>
                    <a:pt x="0" y="1161542"/>
                  </a:lnTo>
                  <a:lnTo>
                    <a:pt x="0" y="1167257"/>
                  </a:lnTo>
                  <a:lnTo>
                    <a:pt x="262445" y="1167257"/>
                  </a:lnTo>
                  <a:lnTo>
                    <a:pt x="262445" y="1218692"/>
                  </a:lnTo>
                  <a:lnTo>
                    <a:pt x="0" y="1218692"/>
                  </a:lnTo>
                  <a:lnTo>
                    <a:pt x="0" y="1224407"/>
                  </a:lnTo>
                  <a:lnTo>
                    <a:pt x="262445" y="1224407"/>
                  </a:lnTo>
                  <a:lnTo>
                    <a:pt x="262445" y="1275842"/>
                  </a:lnTo>
                  <a:lnTo>
                    <a:pt x="262445" y="1317167"/>
                  </a:lnTo>
                  <a:lnTo>
                    <a:pt x="262445" y="1329410"/>
                  </a:lnTo>
                  <a:lnTo>
                    <a:pt x="243776" y="1329410"/>
                  </a:lnTo>
                  <a:lnTo>
                    <a:pt x="248488" y="1327327"/>
                  </a:lnTo>
                  <a:lnTo>
                    <a:pt x="256438" y="1322412"/>
                  </a:lnTo>
                  <a:lnTo>
                    <a:pt x="262445" y="1317167"/>
                  </a:lnTo>
                  <a:lnTo>
                    <a:pt x="262445" y="1275842"/>
                  </a:lnTo>
                  <a:lnTo>
                    <a:pt x="258991" y="1275842"/>
                  </a:lnTo>
                  <a:lnTo>
                    <a:pt x="253961" y="1274508"/>
                  </a:lnTo>
                  <a:lnTo>
                    <a:pt x="245579" y="1274699"/>
                  </a:lnTo>
                  <a:lnTo>
                    <a:pt x="237655" y="1275664"/>
                  </a:lnTo>
                  <a:lnTo>
                    <a:pt x="237045" y="1275842"/>
                  </a:lnTo>
                  <a:lnTo>
                    <a:pt x="0" y="1275842"/>
                  </a:lnTo>
                  <a:lnTo>
                    <a:pt x="0" y="1281557"/>
                  </a:lnTo>
                  <a:lnTo>
                    <a:pt x="222427" y="1281557"/>
                  </a:lnTo>
                  <a:lnTo>
                    <a:pt x="222224" y="1281658"/>
                  </a:lnTo>
                  <a:lnTo>
                    <a:pt x="198437" y="1312697"/>
                  </a:lnTo>
                  <a:lnTo>
                    <a:pt x="198615" y="1319174"/>
                  </a:lnTo>
                  <a:lnTo>
                    <a:pt x="201104" y="1324419"/>
                  </a:lnTo>
                  <a:lnTo>
                    <a:pt x="205867" y="1328420"/>
                  </a:lnTo>
                  <a:lnTo>
                    <a:pt x="207111" y="1329410"/>
                  </a:lnTo>
                  <a:lnTo>
                    <a:pt x="181914" y="1329410"/>
                  </a:lnTo>
                  <a:lnTo>
                    <a:pt x="181914" y="1336560"/>
                  </a:lnTo>
                  <a:lnTo>
                    <a:pt x="262445" y="1336560"/>
                  </a:lnTo>
                  <a:lnTo>
                    <a:pt x="262445" y="1386560"/>
                  </a:lnTo>
                  <a:lnTo>
                    <a:pt x="181914" y="1386560"/>
                  </a:lnTo>
                  <a:lnTo>
                    <a:pt x="181914" y="1393710"/>
                  </a:lnTo>
                  <a:lnTo>
                    <a:pt x="262445" y="1393710"/>
                  </a:lnTo>
                  <a:lnTo>
                    <a:pt x="262445" y="1443710"/>
                  </a:lnTo>
                  <a:lnTo>
                    <a:pt x="181914" y="1443710"/>
                  </a:lnTo>
                  <a:lnTo>
                    <a:pt x="181914" y="1450860"/>
                  </a:lnTo>
                  <a:lnTo>
                    <a:pt x="262445" y="1450860"/>
                  </a:lnTo>
                  <a:lnTo>
                    <a:pt x="262445" y="1477848"/>
                  </a:lnTo>
                  <a:lnTo>
                    <a:pt x="260438" y="1476248"/>
                  </a:lnTo>
                  <a:lnTo>
                    <a:pt x="253961" y="1474533"/>
                  </a:lnTo>
                  <a:lnTo>
                    <a:pt x="245579" y="1474724"/>
                  </a:lnTo>
                  <a:lnTo>
                    <a:pt x="208026" y="1492529"/>
                  </a:lnTo>
                  <a:lnTo>
                    <a:pt x="202082" y="1500860"/>
                  </a:lnTo>
                  <a:lnTo>
                    <a:pt x="181914" y="1500860"/>
                  </a:lnTo>
                  <a:lnTo>
                    <a:pt x="181914" y="1508010"/>
                  </a:lnTo>
                  <a:lnTo>
                    <a:pt x="199377" y="1508010"/>
                  </a:lnTo>
                  <a:lnTo>
                    <a:pt x="198437" y="1512722"/>
                  </a:lnTo>
                  <a:lnTo>
                    <a:pt x="223583" y="1534160"/>
                  </a:lnTo>
                  <a:lnTo>
                    <a:pt x="232054" y="1533207"/>
                  </a:lnTo>
                  <a:lnTo>
                    <a:pt x="268084" y="1510157"/>
                  </a:lnTo>
                  <a:lnTo>
                    <a:pt x="269062" y="1508010"/>
                  </a:lnTo>
                  <a:lnTo>
                    <a:pt x="293052" y="1508010"/>
                  </a:lnTo>
                  <a:lnTo>
                    <a:pt x="293052" y="1500860"/>
                  </a:lnTo>
                  <a:lnTo>
                    <a:pt x="271716" y="1500860"/>
                  </a:lnTo>
                  <a:lnTo>
                    <a:pt x="272732" y="1495577"/>
                  </a:lnTo>
                  <a:lnTo>
                    <a:pt x="272542" y="1488338"/>
                  </a:lnTo>
                  <a:lnTo>
                    <a:pt x="272440" y="1488135"/>
                  </a:lnTo>
                  <a:lnTo>
                    <a:pt x="272440" y="1450860"/>
                  </a:lnTo>
                  <a:lnTo>
                    <a:pt x="293052" y="1450860"/>
                  </a:lnTo>
                  <a:lnTo>
                    <a:pt x="293052" y="1443710"/>
                  </a:lnTo>
                  <a:lnTo>
                    <a:pt x="272440" y="1443710"/>
                  </a:lnTo>
                  <a:lnTo>
                    <a:pt x="272440" y="1393710"/>
                  </a:lnTo>
                  <a:lnTo>
                    <a:pt x="293052" y="1393710"/>
                  </a:lnTo>
                  <a:lnTo>
                    <a:pt x="293052" y="1386560"/>
                  </a:lnTo>
                  <a:lnTo>
                    <a:pt x="272440" y="1386560"/>
                  </a:lnTo>
                  <a:lnTo>
                    <a:pt x="272440" y="1336560"/>
                  </a:lnTo>
                  <a:lnTo>
                    <a:pt x="293052" y="1336560"/>
                  </a:lnTo>
                  <a:lnTo>
                    <a:pt x="293052" y="1329410"/>
                  </a:lnTo>
                  <a:lnTo>
                    <a:pt x="272440" y="1329410"/>
                  </a:lnTo>
                  <a:lnTo>
                    <a:pt x="272440" y="1297089"/>
                  </a:lnTo>
                  <a:lnTo>
                    <a:pt x="272732" y="1295552"/>
                  </a:lnTo>
                  <a:lnTo>
                    <a:pt x="272542" y="1288313"/>
                  </a:lnTo>
                  <a:lnTo>
                    <a:pt x="272440" y="1288110"/>
                  </a:lnTo>
                  <a:lnTo>
                    <a:pt x="272440" y="1281557"/>
                  </a:lnTo>
                  <a:lnTo>
                    <a:pt x="750760" y="1281557"/>
                  </a:lnTo>
                  <a:lnTo>
                    <a:pt x="750760" y="1329410"/>
                  </a:lnTo>
                  <a:lnTo>
                    <a:pt x="670229" y="1329410"/>
                  </a:lnTo>
                  <a:lnTo>
                    <a:pt x="670229" y="1336560"/>
                  </a:lnTo>
                  <a:lnTo>
                    <a:pt x="750760" y="1336560"/>
                  </a:lnTo>
                  <a:lnTo>
                    <a:pt x="750760" y="1363548"/>
                  </a:lnTo>
                  <a:lnTo>
                    <a:pt x="748753" y="1361948"/>
                  </a:lnTo>
                  <a:lnTo>
                    <a:pt x="742276" y="1360233"/>
                  </a:lnTo>
                  <a:lnTo>
                    <a:pt x="703033" y="1372425"/>
                  </a:lnTo>
                  <a:lnTo>
                    <a:pt x="690410" y="1386560"/>
                  </a:lnTo>
                  <a:lnTo>
                    <a:pt x="670229" y="1386560"/>
                  </a:lnTo>
                  <a:lnTo>
                    <a:pt x="670229" y="1393710"/>
                  </a:lnTo>
                  <a:lnTo>
                    <a:pt x="687692" y="1393710"/>
                  </a:lnTo>
                  <a:lnTo>
                    <a:pt x="686752" y="1398422"/>
                  </a:lnTo>
                  <a:lnTo>
                    <a:pt x="711898" y="1419860"/>
                  </a:lnTo>
                  <a:lnTo>
                    <a:pt x="720382" y="1418907"/>
                  </a:lnTo>
                  <a:lnTo>
                    <a:pt x="728687" y="1416646"/>
                  </a:lnTo>
                  <a:lnTo>
                    <a:pt x="736815" y="1413052"/>
                  </a:lnTo>
                  <a:lnTo>
                    <a:pt x="744753" y="1408137"/>
                  </a:lnTo>
                  <a:lnTo>
                    <a:pt x="750760" y="1402905"/>
                  </a:lnTo>
                  <a:lnTo>
                    <a:pt x="750760" y="1443710"/>
                  </a:lnTo>
                  <a:lnTo>
                    <a:pt x="670229" y="1443710"/>
                  </a:lnTo>
                  <a:lnTo>
                    <a:pt x="670229" y="1450860"/>
                  </a:lnTo>
                  <a:lnTo>
                    <a:pt x="750760" y="1450860"/>
                  </a:lnTo>
                  <a:lnTo>
                    <a:pt x="750760" y="1500860"/>
                  </a:lnTo>
                  <a:lnTo>
                    <a:pt x="670229" y="1500860"/>
                  </a:lnTo>
                  <a:lnTo>
                    <a:pt x="670229" y="1508010"/>
                  </a:lnTo>
                  <a:lnTo>
                    <a:pt x="750760" y="1508010"/>
                  </a:lnTo>
                  <a:lnTo>
                    <a:pt x="750760" y="1558010"/>
                  </a:lnTo>
                  <a:lnTo>
                    <a:pt x="670229" y="1558010"/>
                  </a:lnTo>
                  <a:lnTo>
                    <a:pt x="670229" y="1565160"/>
                  </a:lnTo>
                  <a:lnTo>
                    <a:pt x="715200" y="1565160"/>
                  </a:lnTo>
                  <a:lnTo>
                    <a:pt x="710539" y="1567408"/>
                  </a:lnTo>
                  <a:lnTo>
                    <a:pt x="686752" y="1598447"/>
                  </a:lnTo>
                  <a:lnTo>
                    <a:pt x="686943" y="1604924"/>
                  </a:lnTo>
                  <a:lnTo>
                    <a:pt x="711898" y="1619885"/>
                  </a:lnTo>
                  <a:lnTo>
                    <a:pt x="720382" y="1618932"/>
                  </a:lnTo>
                  <a:lnTo>
                    <a:pt x="756399" y="1595882"/>
                  </a:lnTo>
                  <a:lnTo>
                    <a:pt x="761047" y="1581302"/>
                  </a:lnTo>
                  <a:lnTo>
                    <a:pt x="760857" y="1574063"/>
                  </a:lnTo>
                  <a:lnTo>
                    <a:pt x="760755" y="1573860"/>
                  </a:lnTo>
                  <a:lnTo>
                    <a:pt x="760755" y="1565160"/>
                  </a:lnTo>
                  <a:lnTo>
                    <a:pt x="781380" y="1565160"/>
                  </a:lnTo>
                  <a:lnTo>
                    <a:pt x="781380" y="1558010"/>
                  </a:lnTo>
                  <a:lnTo>
                    <a:pt x="760755" y="1558010"/>
                  </a:lnTo>
                  <a:lnTo>
                    <a:pt x="760755" y="1508010"/>
                  </a:lnTo>
                  <a:lnTo>
                    <a:pt x="781380" y="1508010"/>
                  </a:lnTo>
                  <a:lnTo>
                    <a:pt x="781380" y="1500860"/>
                  </a:lnTo>
                  <a:lnTo>
                    <a:pt x="760755" y="1500860"/>
                  </a:lnTo>
                  <a:lnTo>
                    <a:pt x="760755" y="1450860"/>
                  </a:lnTo>
                  <a:lnTo>
                    <a:pt x="781380" y="1450860"/>
                  </a:lnTo>
                  <a:lnTo>
                    <a:pt x="781380" y="1443710"/>
                  </a:lnTo>
                  <a:lnTo>
                    <a:pt x="760755" y="1443710"/>
                  </a:lnTo>
                  <a:lnTo>
                    <a:pt x="760755" y="1393710"/>
                  </a:lnTo>
                  <a:lnTo>
                    <a:pt x="781380" y="1393710"/>
                  </a:lnTo>
                  <a:lnTo>
                    <a:pt x="781380" y="1386560"/>
                  </a:lnTo>
                  <a:lnTo>
                    <a:pt x="760755" y="1386560"/>
                  </a:lnTo>
                  <a:lnTo>
                    <a:pt x="760755" y="1382814"/>
                  </a:lnTo>
                  <a:lnTo>
                    <a:pt x="761047" y="1381277"/>
                  </a:lnTo>
                  <a:lnTo>
                    <a:pt x="760857" y="1374038"/>
                  </a:lnTo>
                  <a:lnTo>
                    <a:pt x="760755" y="1373835"/>
                  </a:lnTo>
                  <a:lnTo>
                    <a:pt x="760755" y="1336560"/>
                  </a:lnTo>
                  <a:lnTo>
                    <a:pt x="781380" y="1336560"/>
                  </a:lnTo>
                  <a:lnTo>
                    <a:pt x="781380" y="1329410"/>
                  </a:lnTo>
                  <a:lnTo>
                    <a:pt x="760755" y="1329410"/>
                  </a:lnTo>
                  <a:lnTo>
                    <a:pt x="760755" y="1281557"/>
                  </a:lnTo>
                  <a:lnTo>
                    <a:pt x="1188796" y="1281557"/>
                  </a:lnTo>
                  <a:lnTo>
                    <a:pt x="1188796" y="1275842"/>
                  </a:lnTo>
                  <a:lnTo>
                    <a:pt x="760755" y="1275842"/>
                  </a:lnTo>
                  <a:lnTo>
                    <a:pt x="760755" y="1224407"/>
                  </a:lnTo>
                  <a:lnTo>
                    <a:pt x="855459" y="1224407"/>
                  </a:lnTo>
                  <a:lnTo>
                    <a:pt x="855459" y="1247267"/>
                  </a:lnTo>
                  <a:lnTo>
                    <a:pt x="865466" y="1247267"/>
                  </a:lnTo>
                  <a:lnTo>
                    <a:pt x="865466" y="1224407"/>
                  </a:lnTo>
                  <a:lnTo>
                    <a:pt x="1024178" y="1224407"/>
                  </a:lnTo>
                  <a:lnTo>
                    <a:pt x="1024178" y="1247267"/>
                  </a:lnTo>
                  <a:lnTo>
                    <a:pt x="1034173" y="1247267"/>
                  </a:lnTo>
                  <a:lnTo>
                    <a:pt x="1034173" y="1224407"/>
                  </a:lnTo>
                  <a:lnTo>
                    <a:pt x="1188796" y="1224407"/>
                  </a:lnTo>
                  <a:lnTo>
                    <a:pt x="1188796" y="1218692"/>
                  </a:lnTo>
                  <a:lnTo>
                    <a:pt x="1034173" y="1218692"/>
                  </a:lnTo>
                  <a:lnTo>
                    <a:pt x="1034173" y="1167257"/>
                  </a:lnTo>
                  <a:lnTo>
                    <a:pt x="1188796" y="1167257"/>
                  </a:lnTo>
                  <a:lnTo>
                    <a:pt x="1188796" y="1161542"/>
                  </a:lnTo>
                  <a:lnTo>
                    <a:pt x="1034173" y="1161542"/>
                  </a:lnTo>
                  <a:lnTo>
                    <a:pt x="1034173" y="1110107"/>
                  </a:lnTo>
                  <a:lnTo>
                    <a:pt x="1188796" y="1110107"/>
                  </a:lnTo>
                  <a:lnTo>
                    <a:pt x="1188796" y="1104392"/>
                  </a:lnTo>
                  <a:lnTo>
                    <a:pt x="1034173" y="1104392"/>
                  </a:lnTo>
                  <a:lnTo>
                    <a:pt x="1034173" y="1073277"/>
                  </a:lnTo>
                  <a:lnTo>
                    <a:pt x="1036180" y="1074864"/>
                  </a:lnTo>
                  <a:lnTo>
                    <a:pt x="1042085" y="1076769"/>
                  </a:lnTo>
                  <a:lnTo>
                    <a:pt x="1082179" y="1065237"/>
                  </a:lnTo>
                  <a:lnTo>
                    <a:pt x="1093825" y="1052957"/>
                  </a:lnTo>
                  <a:lnTo>
                    <a:pt x="1188796" y="1052957"/>
                  </a:lnTo>
                  <a:lnTo>
                    <a:pt x="1188796" y="1047242"/>
                  </a:lnTo>
                  <a:close/>
                </a:path>
                <a:path w="1202055" h="1619885">
                  <a:moveTo>
                    <a:pt x="1201496" y="0"/>
                  </a:moveTo>
                  <a:lnTo>
                    <a:pt x="1192923" y="0"/>
                  </a:lnTo>
                  <a:lnTo>
                    <a:pt x="1192923" y="1281557"/>
                  </a:lnTo>
                  <a:lnTo>
                    <a:pt x="1201496" y="1281557"/>
                  </a:lnTo>
                  <a:lnTo>
                    <a:pt x="1201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97762" y="1534150"/>
              <a:ext cx="394335" cy="150495"/>
            </a:xfrm>
            <a:custGeom>
              <a:avLst/>
              <a:gdLst/>
              <a:ahLst/>
              <a:cxnLst/>
              <a:rect l="l" t="t" r="r" b="b"/>
              <a:pathLst>
                <a:path w="394334" h="150494">
                  <a:moveTo>
                    <a:pt x="0" y="150304"/>
                  </a:moveTo>
                  <a:lnTo>
                    <a:pt x="0" y="121729"/>
                  </a:lnTo>
                  <a:lnTo>
                    <a:pt x="134309" y="80223"/>
                  </a:lnTo>
                </a:path>
                <a:path w="394334" h="150494">
                  <a:moveTo>
                    <a:pt x="259594" y="41506"/>
                  </a:moveTo>
                  <a:lnTo>
                    <a:pt x="393903" y="0"/>
                  </a:lnTo>
                  <a:lnTo>
                    <a:pt x="393903" y="285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60647" y="1560725"/>
              <a:ext cx="55880" cy="71755"/>
            </a:xfrm>
            <a:custGeom>
              <a:avLst/>
              <a:gdLst/>
              <a:ahLst/>
              <a:cxnLst/>
              <a:rect l="l" t="t" r="r" b="b"/>
              <a:pathLst>
                <a:path w="55880" h="71755">
                  <a:moveTo>
                    <a:pt x="20859" y="71437"/>
                  </a:moveTo>
                  <a:lnTo>
                    <a:pt x="7715" y="68579"/>
                  </a:lnTo>
                  <a:lnTo>
                    <a:pt x="2952" y="66675"/>
                  </a:lnTo>
                  <a:lnTo>
                    <a:pt x="381" y="63436"/>
                  </a:lnTo>
                  <a:lnTo>
                    <a:pt x="0" y="58864"/>
                  </a:lnTo>
                  <a:lnTo>
                    <a:pt x="0" y="52577"/>
                  </a:lnTo>
                  <a:lnTo>
                    <a:pt x="2762" y="49053"/>
                  </a:lnTo>
                  <a:lnTo>
                    <a:pt x="8286" y="48291"/>
                  </a:lnTo>
                  <a:lnTo>
                    <a:pt x="12668" y="48672"/>
                  </a:lnTo>
                  <a:lnTo>
                    <a:pt x="15240" y="50863"/>
                  </a:lnTo>
                  <a:lnTo>
                    <a:pt x="16001" y="54863"/>
                  </a:lnTo>
                  <a:lnTo>
                    <a:pt x="13430" y="59435"/>
                  </a:lnTo>
                  <a:lnTo>
                    <a:pt x="11715" y="60388"/>
                  </a:lnTo>
                  <a:lnTo>
                    <a:pt x="10763" y="61912"/>
                  </a:lnTo>
                  <a:lnTo>
                    <a:pt x="10572" y="64007"/>
                  </a:lnTo>
                  <a:lnTo>
                    <a:pt x="12287" y="65722"/>
                  </a:lnTo>
                  <a:lnTo>
                    <a:pt x="14382" y="66675"/>
                  </a:lnTo>
                  <a:lnTo>
                    <a:pt x="16859" y="66865"/>
                  </a:lnTo>
                  <a:lnTo>
                    <a:pt x="22002" y="66484"/>
                  </a:lnTo>
                  <a:lnTo>
                    <a:pt x="25907" y="63722"/>
                  </a:lnTo>
                  <a:lnTo>
                    <a:pt x="31242" y="53625"/>
                  </a:lnTo>
                  <a:lnTo>
                    <a:pt x="32480" y="48672"/>
                  </a:lnTo>
                  <a:lnTo>
                    <a:pt x="32289" y="43719"/>
                  </a:lnTo>
                  <a:lnTo>
                    <a:pt x="31337" y="40100"/>
                  </a:lnTo>
                  <a:lnTo>
                    <a:pt x="29622" y="37909"/>
                  </a:lnTo>
                  <a:lnTo>
                    <a:pt x="27146" y="37147"/>
                  </a:lnTo>
                  <a:lnTo>
                    <a:pt x="18573" y="36575"/>
                  </a:lnTo>
                  <a:lnTo>
                    <a:pt x="19716" y="31146"/>
                  </a:lnTo>
                  <a:lnTo>
                    <a:pt x="42862" y="12858"/>
                  </a:lnTo>
                  <a:lnTo>
                    <a:pt x="43243" y="8477"/>
                  </a:lnTo>
                  <a:lnTo>
                    <a:pt x="40481" y="5619"/>
                  </a:lnTo>
                  <a:lnTo>
                    <a:pt x="34575" y="4286"/>
                  </a:lnTo>
                  <a:lnTo>
                    <a:pt x="30575" y="4095"/>
                  </a:lnTo>
                  <a:lnTo>
                    <a:pt x="28289" y="5524"/>
                  </a:lnTo>
                  <a:lnTo>
                    <a:pt x="27717" y="8572"/>
                  </a:lnTo>
                  <a:lnTo>
                    <a:pt x="29717" y="13715"/>
                  </a:lnTo>
                  <a:lnTo>
                    <a:pt x="30670" y="17526"/>
                  </a:lnTo>
                  <a:lnTo>
                    <a:pt x="29241" y="20192"/>
                  </a:lnTo>
                  <a:lnTo>
                    <a:pt x="25431" y="21716"/>
                  </a:lnTo>
                  <a:lnTo>
                    <a:pt x="20478" y="21716"/>
                  </a:lnTo>
                  <a:lnTo>
                    <a:pt x="17621" y="19716"/>
                  </a:lnTo>
                  <a:lnTo>
                    <a:pt x="16859" y="15716"/>
                  </a:lnTo>
                  <a:lnTo>
                    <a:pt x="17430" y="11144"/>
                  </a:lnTo>
                  <a:lnTo>
                    <a:pt x="19621" y="7429"/>
                  </a:lnTo>
                  <a:lnTo>
                    <a:pt x="23431" y="4571"/>
                  </a:lnTo>
                  <a:lnTo>
                    <a:pt x="27241" y="1524"/>
                  </a:lnTo>
                  <a:lnTo>
                    <a:pt x="31146" y="0"/>
                  </a:lnTo>
                  <a:lnTo>
                    <a:pt x="35147" y="0"/>
                  </a:lnTo>
                  <a:lnTo>
                    <a:pt x="55625" y="20955"/>
                  </a:lnTo>
                  <a:lnTo>
                    <a:pt x="53720" y="25050"/>
                  </a:lnTo>
                  <a:lnTo>
                    <a:pt x="49720" y="28289"/>
                  </a:lnTo>
                  <a:lnTo>
                    <a:pt x="45910" y="31527"/>
                  </a:lnTo>
                  <a:lnTo>
                    <a:pt x="41814" y="34004"/>
                  </a:lnTo>
                  <a:lnTo>
                    <a:pt x="37433" y="35718"/>
                  </a:lnTo>
                  <a:lnTo>
                    <a:pt x="37433" y="36290"/>
                  </a:lnTo>
                  <a:lnTo>
                    <a:pt x="43719" y="40290"/>
                  </a:lnTo>
                  <a:lnTo>
                    <a:pt x="46672" y="44672"/>
                  </a:lnTo>
                  <a:lnTo>
                    <a:pt x="46291" y="49434"/>
                  </a:lnTo>
                  <a:lnTo>
                    <a:pt x="45529" y="55721"/>
                  </a:lnTo>
                  <a:lnTo>
                    <a:pt x="42576" y="60864"/>
                  </a:lnTo>
                  <a:lnTo>
                    <a:pt x="37433" y="64865"/>
                  </a:lnTo>
                  <a:lnTo>
                    <a:pt x="32289" y="69056"/>
                  </a:lnTo>
                  <a:lnTo>
                    <a:pt x="26765" y="71247"/>
                  </a:lnTo>
                  <a:lnTo>
                    <a:pt x="20859" y="71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86083" y="1531397"/>
              <a:ext cx="412115" cy="150495"/>
            </a:xfrm>
            <a:custGeom>
              <a:avLst/>
              <a:gdLst/>
              <a:ahLst/>
              <a:cxnLst/>
              <a:rect l="l" t="t" r="r" b="b"/>
              <a:pathLst>
                <a:path w="412114" h="150494">
                  <a:moveTo>
                    <a:pt x="0" y="150304"/>
                  </a:moveTo>
                  <a:lnTo>
                    <a:pt x="0" y="121729"/>
                  </a:lnTo>
                  <a:lnTo>
                    <a:pt x="143216" y="79385"/>
                  </a:lnTo>
                </a:path>
                <a:path w="412114" h="150494">
                  <a:moveTo>
                    <a:pt x="268502" y="42343"/>
                  </a:moveTo>
                  <a:lnTo>
                    <a:pt x="411718" y="0"/>
                  </a:lnTo>
                  <a:lnTo>
                    <a:pt x="411718" y="285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57870" y="752484"/>
              <a:ext cx="1454785" cy="1619885"/>
            </a:xfrm>
            <a:custGeom>
              <a:avLst/>
              <a:gdLst/>
              <a:ahLst/>
              <a:cxnLst/>
              <a:rect l="l" t="t" r="r" b="b"/>
              <a:pathLst>
                <a:path w="1454785" h="1619885">
                  <a:moveTo>
                    <a:pt x="55626" y="826452"/>
                  </a:moveTo>
                  <a:lnTo>
                    <a:pt x="35140" y="805497"/>
                  </a:lnTo>
                  <a:lnTo>
                    <a:pt x="31140" y="805497"/>
                  </a:lnTo>
                  <a:lnTo>
                    <a:pt x="27241" y="807021"/>
                  </a:lnTo>
                  <a:lnTo>
                    <a:pt x="23431" y="810069"/>
                  </a:lnTo>
                  <a:lnTo>
                    <a:pt x="19621" y="812927"/>
                  </a:lnTo>
                  <a:lnTo>
                    <a:pt x="17424" y="816635"/>
                  </a:lnTo>
                  <a:lnTo>
                    <a:pt x="16852" y="821207"/>
                  </a:lnTo>
                  <a:lnTo>
                    <a:pt x="17614" y="825207"/>
                  </a:lnTo>
                  <a:lnTo>
                    <a:pt x="20472" y="827214"/>
                  </a:lnTo>
                  <a:lnTo>
                    <a:pt x="25425" y="827214"/>
                  </a:lnTo>
                  <a:lnTo>
                    <a:pt x="29235" y="825690"/>
                  </a:lnTo>
                  <a:lnTo>
                    <a:pt x="30670" y="823023"/>
                  </a:lnTo>
                  <a:lnTo>
                    <a:pt x="29718" y="819213"/>
                  </a:lnTo>
                  <a:lnTo>
                    <a:pt x="27711" y="814070"/>
                  </a:lnTo>
                  <a:lnTo>
                    <a:pt x="28282" y="811022"/>
                  </a:lnTo>
                  <a:lnTo>
                    <a:pt x="30568" y="809586"/>
                  </a:lnTo>
                  <a:lnTo>
                    <a:pt x="34569" y="809777"/>
                  </a:lnTo>
                  <a:lnTo>
                    <a:pt x="40474" y="811110"/>
                  </a:lnTo>
                  <a:lnTo>
                    <a:pt x="43243" y="813968"/>
                  </a:lnTo>
                  <a:lnTo>
                    <a:pt x="42862" y="818349"/>
                  </a:lnTo>
                  <a:lnTo>
                    <a:pt x="42672" y="826160"/>
                  </a:lnTo>
                  <a:lnTo>
                    <a:pt x="40474" y="831215"/>
                  </a:lnTo>
                  <a:lnTo>
                    <a:pt x="32092" y="835787"/>
                  </a:lnTo>
                  <a:lnTo>
                    <a:pt x="26568" y="836828"/>
                  </a:lnTo>
                  <a:lnTo>
                    <a:pt x="19710" y="836637"/>
                  </a:lnTo>
                  <a:lnTo>
                    <a:pt x="18567" y="842073"/>
                  </a:lnTo>
                  <a:lnTo>
                    <a:pt x="32473" y="854163"/>
                  </a:lnTo>
                  <a:lnTo>
                    <a:pt x="31242" y="859116"/>
                  </a:lnTo>
                  <a:lnTo>
                    <a:pt x="25908" y="869213"/>
                  </a:lnTo>
                  <a:lnTo>
                    <a:pt x="21996" y="871982"/>
                  </a:lnTo>
                  <a:lnTo>
                    <a:pt x="16852" y="872363"/>
                  </a:lnTo>
                  <a:lnTo>
                    <a:pt x="14376" y="872172"/>
                  </a:lnTo>
                  <a:lnTo>
                    <a:pt x="12280" y="871220"/>
                  </a:lnTo>
                  <a:lnTo>
                    <a:pt x="10566" y="869505"/>
                  </a:lnTo>
                  <a:lnTo>
                    <a:pt x="10756" y="867410"/>
                  </a:lnTo>
                  <a:lnTo>
                    <a:pt x="11709" y="865886"/>
                  </a:lnTo>
                  <a:lnTo>
                    <a:pt x="13423" y="864933"/>
                  </a:lnTo>
                  <a:lnTo>
                    <a:pt x="16002" y="860361"/>
                  </a:lnTo>
                  <a:lnTo>
                    <a:pt x="15240" y="856361"/>
                  </a:lnTo>
                  <a:lnTo>
                    <a:pt x="12661" y="854163"/>
                  </a:lnTo>
                  <a:lnTo>
                    <a:pt x="8280" y="853782"/>
                  </a:lnTo>
                  <a:lnTo>
                    <a:pt x="2755" y="854544"/>
                  </a:lnTo>
                  <a:lnTo>
                    <a:pt x="0" y="858075"/>
                  </a:lnTo>
                  <a:lnTo>
                    <a:pt x="0" y="864362"/>
                  </a:lnTo>
                  <a:lnTo>
                    <a:pt x="381" y="868934"/>
                  </a:lnTo>
                  <a:lnTo>
                    <a:pt x="2946" y="872172"/>
                  </a:lnTo>
                  <a:lnTo>
                    <a:pt x="7708" y="874077"/>
                  </a:lnTo>
                  <a:lnTo>
                    <a:pt x="20853" y="876935"/>
                  </a:lnTo>
                  <a:lnTo>
                    <a:pt x="26758" y="876744"/>
                  </a:lnTo>
                  <a:lnTo>
                    <a:pt x="32283" y="874547"/>
                  </a:lnTo>
                  <a:lnTo>
                    <a:pt x="37426" y="870356"/>
                  </a:lnTo>
                  <a:lnTo>
                    <a:pt x="42570" y="866355"/>
                  </a:lnTo>
                  <a:lnTo>
                    <a:pt x="45529" y="861212"/>
                  </a:lnTo>
                  <a:lnTo>
                    <a:pt x="46291" y="854925"/>
                  </a:lnTo>
                  <a:lnTo>
                    <a:pt x="46672" y="850163"/>
                  </a:lnTo>
                  <a:lnTo>
                    <a:pt x="43713" y="845781"/>
                  </a:lnTo>
                  <a:lnTo>
                    <a:pt x="37426" y="841781"/>
                  </a:lnTo>
                  <a:lnTo>
                    <a:pt x="37426" y="841209"/>
                  </a:lnTo>
                  <a:lnTo>
                    <a:pt x="41808" y="839495"/>
                  </a:lnTo>
                  <a:lnTo>
                    <a:pt x="45910" y="837018"/>
                  </a:lnTo>
                  <a:lnTo>
                    <a:pt x="49720" y="833780"/>
                  </a:lnTo>
                  <a:lnTo>
                    <a:pt x="53721" y="830541"/>
                  </a:lnTo>
                  <a:lnTo>
                    <a:pt x="55626" y="826452"/>
                  </a:lnTo>
                  <a:close/>
                </a:path>
                <a:path w="1454785" h="1619885">
                  <a:moveTo>
                    <a:pt x="631672" y="921791"/>
                  </a:moveTo>
                  <a:lnTo>
                    <a:pt x="630910" y="915314"/>
                  </a:lnTo>
                  <a:lnTo>
                    <a:pt x="627291" y="911796"/>
                  </a:lnTo>
                  <a:lnTo>
                    <a:pt x="620814" y="911225"/>
                  </a:lnTo>
                  <a:lnTo>
                    <a:pt x="614146" y="911796"/>
                  </a:lnTo>
                  <a:lnTo>
                    <a:pt x="610527" y="915314"/>
                  </a:lnTo>
                  <a:lnTo>
                    <a:pt x="609955" y="921791"/>
                  </a:lnTo>
                  <a:lnTo>
                    <a:pt x="610527" y="928268"/>
                  </a:lnTo>
                  <a:lnTo>
                    <a:pt x="614146" y="931989"/>
                  </a:lnTo>
                  <a:lnTo>
                    <a:pt x="620814" y="932942"/>
                  </a:lnTo>
                  <a:lnTo>
                    <a:pt x="627291" y="931989"/>
                  </a:lnTo>
                  <a:lnTo>
                    <a:pt x="630910" y="928268"/>
                  </a:lnTo>
                  <a:lnTo>
                    <a:pt x="631672" y="921791"/>
                  </a:lnTo>
                  <a:close/>
                </a:path>
                <a:path w="1454785" h="1619885">
                  <a:moveTo>
                    <a:pt x="800392" y="921791"/>
                  </a:moveTo>
                  <a:lnTo>
                    <a:pt x="799630" y="915314"/>
                  </a:lnTo>
                  <a:lnTo>
                    <a:pt x="796010" y="911796"/>
                  </a:lnTo>
                  <a:lnTo>
                    <a:pt x="789533" y="911225"/>
                  </a:lnTo>
                  <a:lnTo>
                    <a:pt x="782866" y="911796"/>
                  </a:lnTo>
                  <a:lnTo>
                    <a:pt x="779246" y="915314"/>
                  </a:lnTo>
                  <a:lnTo>
                    <a:pt x="778675" y="921791"/>
                  </a:lnTo>
                  <a:lnTo>
                    <a:pt x="779246" y="928268"/>
                  </a:lnTo>
                  <a:lnTo>
                    <a:pt x="782866" y="931989"/>
                  </a:lnTo>
                  <a:lnTo>
                    <a:pt x="789533" y="932942"/>
                  </a:lnTo>
                  <a:lnTo>
                    <a:pt x="796010" y="931989"/>
                  </a:lnTo>
                  <a:lnTo>
                    <a:pt x="799630" y="928268"/>
                  </a:lnTo>
                  <a:lnTo>
                    <a:pt x="800392" y="921791"/>
                  </a:lnTo>
                  <a:close/>
                </a:path>
                <a:path w="1454785" h="1619885">
                  <a:moveTo>
                    <a:pt x="1441958" y="1047242"/>
                  </a:moveTo>
                  <a:lnTo>
                    <a:pt x="1436662" y="1047242"/>
                  </a:lnTo>
                  <a:lnTo>
                    <a:pt x="1436662" y="0"/>
                  </a:lnTo>
                  <a:lnTo>
                    <a:pt x="1426654" y="0"/>
                  </a:lnTo>
                  <a:lnTo>
                    <a:pt x="1426654" y="1275842"/>
                  </a:lnTo>
                  <a:lnTo>
                    <a:pt x="1331950" y="1275842"/>
                  </a:lnTo>
                  <a:lnTo>
                    <a:pt x="1331950" y="1224407"/>
                  </a:lnTo>
                  <a:lnTo>
                    <a:pt x="1426654" y="1224407"/>
                  </a:lnTo>
                  <a:lnTo>
                    <a:pt x="1426654" y="1218692"/>
                  </a:lnTo>
                  <a:lnTo>
                    <a:pt x="1331950" y="1218692"/>
                  </a:lnTo>
                  <a:lnTo>
                    <a:pt x="1331950" y="1167257"/>
                  </a:lnTo>
                  <a:lnTo>
                    <a:pt x="1426654" y="1167257"/>
                  </a:lnTo>
                  <a:lnTo>
                    <a:pt x="1426654" y="1161542"/>
                  </a:lnTo>
                  <a:lnTo>
                    <a:pt x="1331950" y="1161542"/>
                  </a:lnTo>
                  <a:lnTo>
                    <a:pt x="1331950" y="1132967"/>
                  </a:lnTo>
                  <a:lnTo>
                    <a:pt x="1321955" y="1132967"/>
                  </a:lnTo>
                  <a:lnTo>
                    <a:pt x="1321955" y="1386560"/>
                  </a:lnTo>
                  <a:lnTo>
                    <a:pt x="1241945" y="1386560"/>
                  </a:lnTo>
                  <a:lnTo>
                    <a:pt x="1241945" y="1365275"/>
                  </a:lnTo>
                  <a:lnTo>
                    <a:pt x="1241945" y="1350137"/>
                  </a:lnTo>
                  <a:lnTo>
                    <a:pt x="1241945" y="1336560"/>
                  </a:lnTo>
                  <a:lnTo>
                    <a:pt x="1258887" y="1336560"/>
                  </a:lnTo>
                  <a:lnTo>
                    <a:pt x="1257947" y="1341272"/>
                  </a:lnTo>
                  <a:lnTo>
                    <a:pt x="1258138" y="1347749"/>
                  </a:lnTo>
                  <a:lnTo>
                    <a:pt x="1260614" y="1352994"/>
                  </a:lnTo>
                  <a:lnTo>
                    <a:pt x="1265377" y="1356995"/>
                  </a:lnTo>
                  <a:lnTo>
                    <a:pt x="1269949" y="1360614"/>
                  </a:lnTo>
                  <a:lnTo>
                    <a:pt x="1275854" y="1362519"/>
                  </a:lnTo>
                  <a:lnTo>
                    <a:pt x="1283093" y="1362710"/>
                  </a:lnTo>
                  <a:lnTo>
                    <a:pt x="1291577" y="1361757"/>
                  </a:lnTo>
                  <a:lnTo>
                    <a:pt x="1299883" y="1359496"/>
                  </a:lnTo>
                  <a:lnTo>
                    <a:pt x="1308011" y="1355902"/>
                  </a:lnTo>
                  <a:lnTo>
                    <a:pt x="1315948" y="1350987"/>
                  </a:lnTo>
                  <a:lnTo>
                    <a:pt x="1321955" y="1345755"/>
                  </a:lnTo>
                  <a:lnTo>
                    <a:pt x="1321955" y="1306398"/>
                  </a:lnTo>
                  <a:lnTo>
                    <a:pt x="1319949" y="1304798"/>
                  </a:lnTo>
                  <a:lnTo>
                    <a:pt x="1313472" y="1303083"/>
                  </a:lnTo>
                  <a:lnTo>
                    <a:pt x="1305090" y="1303274"/>
                  </a:lnTo>
                  <a:lnTo>
                    <a:pt x="1267536" y="1321079"/>
                  </a:lnTo>
                  <a:lnTo>
                    <a:pt x="1261605" y="1329410"/>
                  </a:lnTo>
                  <a:lnTo>
                    <a:pt x="1241945" y="1329410"/>
                  </a:lnTo>
                  <a:lnTo>
                    <a:pt x="1241945" y="1314411"/>
                  </a:lnTo>
                  <a:lnTo>
                    <a:pt x="1241945" y="1298981"/>
                  </a:lnTo>
                  <a:lnTo>
                    <a:pt x="1241945" y="1290701"/>
                  </a:lnTo>
                  <a:lnTo>
                    <a:pt x="1234795" y="1292504"/>
                  </a:lnTo>
                  <a:lnTo>
                    <a:pt x="1234795" y="1314411"/>
                  </a:lnTo>
                  <a:lnTo>
                    <a:pt x="1234795" y="1343279"/>
                  </a:lnTo>
                  <a:lnTo>
                    <a:pt x="1209078" y="1350137"/>
                  </a:lnTo>
                  <a:lnTo>
                    <a:pt x="1209078" y="1320990"/>
                  </a:lnTo>
                  <a:lnTo>
                    <a:pt x="1234795" y="1314411"/>
                  </a:lnTo>
                  <a:lnTo>
                    <a:pt x="1234795" y="1292504"/>
                  </a:lnTo>
                  <a:lnTo>
                    <a:pt x="1209078" y="1298981"/>
                  </a:lnTo>
                  <a:lnTo>
                    <a:pt x="1209078" y="1281557"/>
                  </a:lnTo>
                  <a:lnTo>
                    <a:pt x="1321955" y="1281557"/>
                  </a:lnTo>
                  <a:lnTo>
                    <a:pt x="1321955" y="1275842"/>
                  </a:lnTo>
                  <a:lnTo>
                    <a:pt x="1209078" y="1275842"/>
                  </a:lnTo>
                  <a:lnTo>
                    <a:pt x="1209078" y="1251839"/>
                  </a:lnTo>
                  <a:lnTo>
                    <a:pt x="1201940" y="1251839"/>
                  </a:lnTo>
                  <a:lnTo>
                    <a:pt x="1201940" y="1275842"/>
                  </a:lnTo>
                  <a:lnTo>
                    <a:pt x="1163243" y="1275842"/>
                  </a:lnTo>
                  <a:lnTo>
                    <a:pt x="1163243" y="1224407"/>
                  </a:lnTo>
                  <a:lnTo>
                    <a:pt x="1321955" y="1224407"/>
                  </a:lnTo>
                  <a:lnTo>
                    <a:pt x="1321955" y="1218692"/>
                  </a:lnTo>
                  <a:lnTo>
                    <a:pt x="1163243" y="1218692"/>
                  </a:lnTo>
                  <a:lnTo>
                    <a:pt x="1163243" y="1167257"/>
                  </a:lnTo>
                  <a:lnTo>
                    <a:pt x="1321955" y="1167257"/>
                  </a:lnTo>
                  <a:lnTo>
                    <a:pt x="1321955" y="1161542"/>
                  </a:lnTo>
                  <a:lnTo>
                    <a:pt x="1163243" y="1161542"/>
                  </a:lnTo>
                  <a:lnTo>
                    <a:pt x="1153248" y="1161542"/>
                  </a:lnTo>
                  <a:lnTo>
                    <a:pt x="1153248" y="1167257"/>
                  </a:lnTo>
                  <a:lnTo>
                    <a:pt x="1153248" y="1218692"/>
                  </a:lnTo>
                  <a:lnTo>
                    <a:pt x="1153248" y="1224407"/>
                  </a:lnTo>
                  <a:lnTo>
                    <a:pt x="1153248" y="1275842"/>
                  </a:lnTo>
                  <a:lnTo>
                    <a:pt x="994537" y="1275842"/>
                  </a:lnTo>
                  <a:lnTo>
                    <a:pt x="994537" y="1224407"/>
                  </a:lnTo>
                  <a:lnTo>
                    <a:pt x="1153248" y="1224407"/>
                  </a:lnTo>
                  <a:lnTo>
                    <a:pt x="1153248" y="1218692"/>
                  </a:lnTo>
                  <a:lnTo>
                    <a:pt x="994537" y="1218692"/>
                  </a:lnTo>
                  <a:lnTo>
                    <a:pt x="994537" y="1167257"/>
                  </a:lnTo>
                  <a:lnTo>
                    <a:pt x="1153248" y="1167257"/>
                  </a:lnTo>
                  <a:lnTo>
                    <a:pt x="1153248" y="1161542"/>
                  </a:lnTo>
                  <a:lnTo>
                    <a:pt x="994537" y="1161542"/>
                  </a:lnTo>
                  <a:lnTo>
                    <a:pt x="984529" y="1161542"/>
                  </a:lnTo>
                  <a:lnTo>
                    <a:pt x="984529" y="1167257"/>
                  </a:lnTo>
                  <a:lnTo>
                    <a:pt x="984529" y="1218692"/>
                  </a:lnTo>
                  <a:lnTo>
                    <a:pt x="984529" y="1224407"/>
                  </a:lnTo>
                  <a:lnTo>
                    <a:pt x="984529" y="1275842"/>
                  </a:lnTo>
                  <a:lnTo>
                    <a:pt x="488391" y="1275842"/>
                  </a:lnTo>
                  <a:lnTo>
                    <a:pt x="488391" y="1224407"/>
                  </a:lnTo>
                  <a:lnTo>
                    <a:pt x="583095" y="1224407"/>
                  </a:lnTo>
                  <a:lnTo>
                    <a:pt x="583095" y="1247267"/>
                  </a:lnTo>
                  <a:lnTo>
                    <a:pt x="593102" y="1247267"/>
                  </a:lnTo>
                  <a:lnTo>
                    <a:pt x="593102" y="1224407"/>
                  </a:lnTo>
                  <a:lnTo>
                    <a:pt x="751814" y="1224407"/>
                  </a:lnTo>
                  <a:lnTo>
                    <a:pt x="751814" y="1247267"/>
                  </a:lnTo>
                  <a:lnTo>
                    <a:pt x="761809" y="1247267"/>
                  </a:lnTo>
                  <a:lnTo>
                    <a:pt x="761809" y="1224407"/>
                  </a:lnTo>
                  <a:lnTo>
                    <a:pt x="984529" y="1224407"/>
                  </a:lnTo>
                  <a:lnTo>
                    <a:pt x="984529" y="1218692"/>
                  </a:lnTo>
                  <a:lnTo>
                    <a:pt x="761809" y="1218692"/>
                  </a:lnTo>
                  <a:lnTo>
                    <a:pt x="761809" y="1167257"/>
                  </a:lnTo>
                  <a:lnTo>
                    <a:pt x="984529" y="1167257"/>
                  </a:lnTo>
                  <a:lnTo>
                    <a:pt x="984529" y="1161542"/>
                  </a:lnTo>
                  <a:lnTo>
                    <a:pt x="761809" y="1161542"/>
                  </a:lnTo>
                  <a:lnTo>
                    <a:pt x="761809" y="1110107"/>
                  </a:lnTo>
                  <a:lnTo>
                    <a:pt x="1426654" y="1110107"/>
                  </a:lnTo>
                  <a:lnTo>
                    <a:pt x="1426654" y="1104392"/>
                  </a:lnTo>
                  <a:lnTo>
                    <a:pt x="761809" y="1104392"/>
                  </a:lnTo>
                  <a:lnTo>
                    <a:pt x="761809" y="1073277"/>
                  </a:lnTo>
                  <a:lnTo>
                    <a:pt x="763816" y="1074864"/>
                  </a:lnTo>
                  <a:lnTo>
                    <a:pt x="769721" y="1076769"/>
                  </a:lnTo>
                  <a:lnTo>
                    <a:pt x="809815" y="1065237"/>
                  </a:lnTo>
                  <a:lnTo>
                    <a:pt x="821461" y="1052957"/>
                  </a:lnTo>
                  <a:lnTo>
                    <a:pt x="1426654" y="1052957"/>
                  </a:lnTo>
                  <a:lnTo>
                    <a:pt x="1426654" y="1047242"/>
                  </a:lnTo>
                  <a:lnTo>
                    <a:pt x="824064" y="1047242"/>
                  </a:lnTo>
                  <a:lnTo>
                    <a:pt x="824661" y="1045946"/>
                  </a:lnTo>
                  <a:lnTo>
                    <a:pt x="826109" y="1038377"/>
                  </a:lnTo>
                  <a:lnTo>
                    <a:pt x="825919" y="1031138"/>
                  </a:lnTo>
                  <a:lnTo>
                    <a:pt x="823341" y="1025906"/>
                  </a:lnTo>
                  <a:lnTo>
                    <a:pt x="818388" y="1022667"/>
                  </a:lnTo>
                  <a:lnTo>
                    <a:pt x="813816" y="1019048"/>
                  </a:lnTo>
                  <a:lnTo>
                    <a:pt x="807339" y="1017333"/>
                  </a:lnTo>
                  <a:lnTo>
                    <a:pt x="798957" y="1017524"/>
                  </a:lnTo>
                  <a:lnTo>
                    <a:pt x="791032" y="1018489"/>
                  </a:lnTo>
                  <a:lnTo>
                    <a:pt x="783247" y="1020800"/>
                  </a:lnTo>
                  <a:lnTo>
                    <a:pt x="775601" y="1024483"/>
                  </a:lnTo>
                  <a:lnTo>
                    <a:pt x="768096" y="1029525"/>
                  </a:lnTo>
                  <a:lnTo>
                    <a:pt x="761809" y="1034986"/>
                  </a:lnTo>
                  <a:lnTo>
                    <a:pt x="761809" y="1016127"/>
                  </a:lnTo>
                  <a:lnTo>
                    <a:pt x="763816" y="1017714"/>
                  </a:lnTo>
                  <a:lnTo>
                    <a:pt x="769721" y="1019619"/>
                  </a:lnTo>
                  <a:lnTo>
                    <a:pt x="776960" y="1019810"/>
                  </a:lnTo>
                  <a:lnTo>
                    <a:pt x="785444" y="1018857"/>
                  </a:lnTo>
                  <a:lnTo>
                    <a:pt x="821461" y="995807"/>
                  </a:lnTo>
                  <a:lnTo>
                    <a:pt x="822439" y="993660"/>
                  </a:lnTo>
                  <a:lnTo>
                    <a:pt x="846429" y="993660"/>
                  </a:lnTo>
                  <a:lnTo>
                    <a:pt x="846429" y="986510"/>
                  </a:lnTo>
                  <a:lnTo>
                    <a:pt x="825093" y="986510"/>
                  </a:lnTo>
                  <a:lnTo>
                    <a:pt x="826109" y="981227"/>
                  </a:lnTo>
                  <a:lnTo>
                    <a:pt x="825919" y="973988"/>
                  </a:lnTo>
                  <a:lnTo>
                    <a:pt x="823341" y="968756"/>
                  </a:lnTo>
                  <a:lnTo>
                    <a:pt x="818388" y="965517"/>
                  </a:lnTo>
                  <a:lnTo>
                    <a:pt x="813816" y="961898"/>
                  </a:lnTo>
                  <a:lnTo>
                    <a:pt x="807339" y="960183"/>
                  </a:lnTo>
                  <a:lnTo>
                    <a:pt x="798957" y="960374"/>
                  </a:lnTo>
                  <a:lnTo>
                    <a:pt x="791032" y="961339"/>
                  </a:lnTo>
                  <a:lnTo>
                    <a:pt x="756450" y="984440"/>
                  </a:lnTo>
                  <a:lnTo>
                    <a:pt x="755459" y="986510"/>
                  </a:lnTo>
                  <a:lnTo>
                    <a:pt x="735291" y="986510"/>
                  </a:lnTo>
                  <a:lnTo>
                    <a:pt x="735291" y="993660"/>
                  </a:lnTo>
                  <a:lnTo>
                    <a:pt x="752754" y="993660"/>
                  </a:lnTo>
                  <a:lnTo>
                    <a:pt x="751814" y="998372"/>
                  </a:lnTo>
                  <a:lnTo>
                    <a:pt x="751903" y="1001522"/>
                  </a:lnTo>
                  <a:lnTo>
                    <a:pt x="751814" y="1047242"/>
                  </a:lnTo>
                  <a:lnTo>
                    <a:pt x="751814" y="1218692"/>
                  </a:lnTo>
                  <a:lnTo>
                    <a:pt x="593102" y="1218692"/>
                  </a:lnTo>
                  <a:lnTo>
                    <a:pt x="593102" y="1167257"/>
                  </a:lnTo>
                  <a:lnTo>
                    <a:pt x="751814" y="1167257"/>
                  </a:lnTo>
                  <a:lnTo>
                    <a:pt x="751814" y="1161542"/>
                  </a:lnTo>
                  <a:lnTo>
                    <a:pt x="593102" y="1161542"/>
                  </a:lnTo>
                  <a:lnTo>
                    <a:pt x="593102" y="1110107"/>
                  </a:lnTo>
                  <a:lnTo>
                    <a:pt x="751814" y="1110107"/>
                  </a:lnTo>
                  <a:lnTo>
                    <a:pt x="751814" y="1104392"/>
                  </a:lnTo>
                  <a:lnTo>
                    <a:pt x="593102" y="1104392"/>
                  </a:lnTo>
                  <a:lnTo>
                    <a:pt x="593102" y="1073289"/>
                  </a:lnTo>
                  <a:lnTo>
                    <a:pt x="595096" y="1074864"/>
                  </a:lnTo>
                  <a:lnTo>
                    <a:pt x="601002" y="1076769"/>
                  </a:lnTo>
                  <a:lnTo>
                    <a:pt x="641108" y="1065237"/>
                  </a:lnTo>
                  <a:lnTo>
                    <a:pt x="652754" y="1052957"/>
                  </a:lnTo>
                  <a:lnTo>
                    <a:pt x="751814" y="1052957"/>
                  </a:lnTo>
                  <a:lnTo>
                    <a:pt x="751814" y="1047242"/>
                  </a:lnTo>
                  <a:lnTo>
                    <a:pt x="655345" y="1047242"/>
                  </a:lnTo>
                  <a:lnTo>
                    <a:pt x="655942" y="1045946"/>
                  </a:lnTo>
                  <a:lnTo>
                    <a:pt x="657390" y="1038377"/>
                  </a:lnTo>
                  <a:lnTo>
                    <a:pt x="657199" y="1031138"/>
                  </a:lnTo>
                  <a:lnTo>
                    <a:pt x="654634" y="1025906"/>
                  </a:lnTo>
                  <a:lnTo>
                    <a:pt x="649681" y="1022667"/>
                  </a:lnTo>
                  <a:lnTo>
                    <a:pt x="645109" y="1019048"/>
                  </a:lnTo>
                  <a:lnTo>
                    <a:pt x="638632" y="1017333"/>
                  </a:lnTo>
                  <a:lnTo>
                    <a:pt x="630250" y="1017524"/>
                  </a:lnTo>
                  <a:lnTo>
                    <a:pt x="622312" y="1018489"/>
                  </a:lnTo>
                  <a:lnTo>
                    <a:pt x="614527" y="1020800"/>
                  </a:lnTo>
                  <a:lnTo>
                    <a:pt x="606882" y="1024483"/>
                  </a:lnTo>
                  <a:lnTo>
                    <a:pt x="599389" y="1029525"/>
                  </a:lnTo>
                  <a:lnTo>
                    <a:pt x="593102" y="1034973"/>
                  </a:lnTo>
                  <a:lnTo>
                    <a:pt x="593102" y="1016139"/>
                  </a:lnTo>
                  <a:lnTo>
                    <a:pt x="595096" y="1017714"/>
                  </a:lnTo>
                  <a:lnTo>
                    <a:pt x="601002" y="1019619"/>
                  </a:lnTo>
                  <a:lnTo>
                    <a:pt x="608241" y="1019810"/>
                  </a:lnTo>
                  <a:lnTo>
                    <a:pt x="616724" y="1018857"/>
                  </a:lnTo>
                  <a:lnTo>
                    <a:pt x="652754" y="995807"/>
                  </a:lnTo>
                  <a:lnTo>
                    <a:pt x="653719" y="993660"/>
                  </a:lnTo>
                  <a:lnTo>
                    <a:pt x="677722" y="993660"/>
                  </a:lnTo>
                  <a:lnTo>
                    <a:pt x="677722" y="986510"/>
                  </a:lnTo>
                  <a:lnTo>
                    <a:pt x="656374" y="986510"/>
                  </a:lnTo>
                  <a:lnTo>
                    <a:pt x="657390" y="981227"/>
                  </a:lnTo>
                  <a:lnTo>
                    <a:pt x="657199" y="973988"/>
                  </a:lnTo>
                  <a:lnTo>
                    <a:pt x="654634" y="968756"/>
                  </a:lnTo>
                  <a:lnTo>
                    <a:pt x="649681" y="965517"/>
                  </a:lnTo>
                  <a:lnTo>
                    <a:pt x="645109" y="961898"/>
                  </a:lnTo>
                  <a:lnTo>
                    <a:pt x="638632" y="960183"/>
                  </a:lnTo>
                  <a:lnTo>
                    <a:pt x="630250" y="960374"/>
                  </a:lnTo>
                  <a:lnTo>
                    <a:pt x="622312" y="961339"/>
                  </a:lnTo>
                  <a:lnTo>
                    <a:pt x="587743" y="984440"/>
                  </a:lnTo>
                  <a:lnTo>
                    <a:pt x="586752" y="986510"/>
                  </a:lnTo>
                  <a:lnTo>
                    <a:pt x="566585" y="986510"/>
                  </a:lnTo>
                  <a:lnTo>
                    <a:pt x="566585" y="993660"/>
                  </a:lnTo>
                  <a:lnTo>
                    <a:pt x="584034" y="993660"/>
                  </a:lnTo>
                  <a:lnTo>
                    <a:pt x="583095" y="998372"/>
                  </a:lnTo>
                  <a:lnTo>
                    <a:pt x="583184" y="1001522"/>
                  </a:lnTo>
                  <a:lnTo>
                    <a:pt x="583095" y="1047242"/>
                  </a:lnTo>
                  <a:lnTo>
                    <a:pt x="330250" y="1047242"/>
                  </a:lnTo>
                  <a:lnTo>
                    <a:pt x="330250" y="1052957"/>
                  </a:lnTo>
                  <a:lnTo>
                    <a:pt x="583095" y="1052957"/>
                  </a:lnTo>
                  <a:lnTo>
                    <a:pt x="583095" y="1055522"/>
                  </a:lnTo>
                  <a:lnTo>
                    <a:pt x="583095" y="1218692"/>
                  </a:lnTo>
                  <a:lnTo>
                    <a:pt x="488391" y="1218692"/>
                  </a:lnTo>
                  <a:lnTo>
                    <a:pt x="488391" y="1167257"/>
                  </a:lnTo>
                  <a:lnTo>
                    <a:pt x="583095" y="1167257"/>
                  </a:lnTo>
                  <a:lnTo>
                    <a:pt x="583095" y="1161542"/>
                  </a:lnTo>
                  <a:lnTo>
                    <a:pt x="488391" y="1161542"/>
                  </a:lnTo>
                  <a:lnTo>
                    <a:pt x="488391" y="1110107"/>
                  </a:lnTo>
                  <a:lnTo>
                    <a:pt x="583095" y="1110107"/>
                  </a:lnTo>
                  <a:lnTo>
                    <a:pt x="583095" y="1104392"/>
                  </a:lnTo>
                  <a:lnTo>
                    <a:pt x="488391" y="1104392"/>
                  </a:lnTo>
                  <a:lnTo>
                    <a:pt x="478396" y="1104392"/>
                  </a:lnTo>
                  <a:lnTo>
                    <a:pt x="330250" y="1104392"/>
                  </a:lnTo>
                  <a:lnTo>
                    <a:pt x="330250" y="1110107"/>
                  </a:lnTo>
                  <a:lnTo>
                    <a:pt x="478396" y="1110107"/>
                  </a:lnTo>
                  <a:lnTo>
                    <a:pt x="478396" y="1161542"/>
                  </a:lnTo>
                  <a:lnTo>
                    <a:pt x="330250" y="1161542"/>
                  </a:lnTo>
                  <a:lnTo>
                    <a:pt x="330250" y="1167257"/>
                  </a:lnTo>
                  <a:lnTo>
                    <a:pt x="478396" y="1167257"/>
                  </a:lnTo>
                  <a:lnTo>
                    <a:pt x="478396" y="1218692"/>
                  </a:lnTo>
                  <a:lnTo>
                    <a:pt x="330250" y="1218692"/>
                  </a:lnTo>
                  <a:lnTo>
                    <a:pt x="330250" y="1224407"/>
                  </a:lnTo>
                  <a:lnTo>
                    <a:pt x="478396" y="1224407"/>
                  </a:lnTo>
                  <a:lnTo>
                    <a:pt x="478396" y="1275842"/>
                  </a:lnTo>
                  <a:lnTo>
                    <a:pt x="478396" y="1317180"/>
                  </a:lnTo>
                  <a:lnTo>
                    <a:pt x="478396" y="1329410"/>
                  </a:lnTo>
                  <a:lnTo>
                    <a:pt x="459740" y="1329410"/>
                  </a:lnTo>
                  <a:lnTo>
                    <a:pt x="464451" y="1327327"/>
                  </a:lnTo>
                  <a:lnTo>
                    <a:pt x="472389" y="1322412"/>
                  </a:lnTo>
                  <a:lnTo>
                    <a:pt x="478396" y="1317180"/>
                  </a:lnTo>
                  <a:lnTo>
                    <a:pt x="478396" y="1275842"/>
                  </a:lnTo>
                  <a:lnTo>
                    <a:pt x="474941" y="1275842"/>
                  </a:lnTo>
                  <a:lnTo>
                    <a:pt x="469912" y="1274508"/>
                  </a:lnTo>
                  <a:lnTo>
                    <a:pt x="461530" y="1274699"/>
                  </a:lnTo>
                  <a:lnTo>
                    <a:pt x="453605" y="1275664"/>
                  </a:lnTo>
                  <a:lnTo>
                    <a:pt x="452996" y="1275842"/>
                  </a:lnTo>
                  <a:lnTo>
                    <a:pt x="330250" y="1275842"/>
                  </a:lnTo>
                  <a:lnTo>
                    <a:pt x="330250" y="1281557"/>
                  </a:lnTo>
                  <a:lnTo>
                    <a:pt x="438378" y="1281557"/>
                  </a:lnTo>
                  <a:lnTo>
                    <a:pt x="438175" y="1281658"/>
                  </a:lnTo>
                  <a:lnTo>
                    <a:pt x="414388" y="1312697"/>
                  </a:lnTo>
                  <a:lnTo>
                    <a:pt x="414578" y="1319174"/>
                  </a:lnTo>
                  <a:lnTo>
                    <a:pt x="417055" y="1324419"/>
                  </a:lnTo>
                  <a:lnTo>
                    <a:pt x="421817" y="1328420"/>
                  </a:lnTo>
                  <a:lnTo>
                    <a:pt x="423062" y="1329410"/>
                  </a:lnTo>
                  <a:lnTo>
                    <a:pt x="397865" y="1329410"/>
                  </a:lnTo>
                  <a:lnTo>
                    <a:pt x="397865" y="1336560"/>
                  </a:lnTo>
                  <a:lnTo>
                    <a:pt x="478396" y="1336560"/>
                  </a:lnTo>
                  <a:lnTo>
                    <a:pt x="478396" y="1386560"/>
                  </a:lnTo>
                  <a:lnTo>
                    <a:pt x="397865" y="1386560"/>
                  </a:lnTo>
                  <a:lnTo>
                    <a:pt x="397865" y="1393710"/>
                  </a:lnTo>
                  <a:lnTo>
                    <a:pt x="478396" y="1393710"/>
                  </a:lnTo>
                  <a:lnTo>
                    <a:pt x="478396" y="1443710"/>
                  </a:lnTo>
                  <a:lnTo>
                    <a:pt x="397865" y="1443710"/>
                  </a:lnTo>
                  <a:lnTo>
                    <a:pt x="397865" y="1450860"/>
                  </a:lnTo>
                  <a:lnTo>
                    <a:pt x="478396" y="1450860"/>
                  </a:lnTo>
                  <a:lnTo>
                    <a:pt x="478396" y="1477848"/>
                  </a:lnTo>
                  <a:lnTo>
                    <a:pt x="476389" y="1476248"/>
                  </a:lnTo>
                  <a:lnTo>
                    <a:pt x="469912" y="1474533"/>
                  </a:lnTo>
                  <a:lnTo>
                    <a:pt x="461530" y="1474724"/>
                  </a:lnTo>
                  <a:lnTo>
                    <a:pt x="423976" y="1492529"/>
                  </a:lnTo>
                  <a:lnTo>
                    <a:pt x="418045" y="1500860"/>
                  </a:lnTo>
                  <a:lnTo>
                    <a:pt x="397865" y="1500860"/>
                  </a:lnTo>
                  <a:lnTo>
                    <a:pt x="397865" y="1508010"/>
                  </a:lnTo>
                  <a:lnTo>
                    <a:pt x="415328" y="1508010"/>
                  </a:lnTo>
                  <a:lnTo>
                    <a:pt x="414388" y="1512722"/>
                  </a:lnTo>
                  <a:lnTo>
                    <a:pt x="439534" y="1534160"/>
                  </a:lnTo>
                  <a:lnTo>
                    <a:pt x="448017" y="1533207"/>
                  </a:lnTo>
                  <a:lnTo>
                    <a:pt x="484035" y="1510157"/>
                  </a:lnTo>
                  <a:lnTo>
                    <a:pt x="485013" y="1508010"/>
                  </a:lnTo>
                  <a:lnTo>
                    <a:pt x="509016" y="1508010"/>
                  </a:lnTo>
                  <a:lnTo>
                    <a:pt x="509016" y="1500860"/>
                  </a:lnTo>
                  <a:lnTo>
                    <a:pt x="487667" y="1500860"/>
                  </a:lnTo>
                  <a:lnTo>
                    <a:pt x="488683" y="1495577"/>
                  </a:lnTo>
                  <a:lnTo>
                    <a:pt x="488492" y="1488338"/>
                  </a:lnTo>
                  <a:lnTo>
                    <a:pt x="488391" y="1488135"/>
                  </a:lnTo>
                  <a:lnTo>
                    <a:pt x="488391" y="1450860"/>
                  </a:lnTo>
                  <a:lnTo>
                    <a:pt x="509016" y="1450860"/>
                  </a:lnTo>
                  <a:lnTo>
                    <a:pt x="509016" y="1443710"/>
                  </a:lnTo>
                  <a:lnTo>
                    <a:pt x="488391" y="1443710"/>
                  </a:lnTo>
                  <a:lnTo>
                    <a:pt x="488391" y="1393710"/>
                  </a:lnTo>
                  <a:lnTo>
                    <a:pt x="509016" y="1393710"/>
                  </a:lnTo>
                  <a:lnTo>
                    <a:pt x="509016" y="1386560"/>
                  </a:lnTo>
                  <a:lnTo>
                    <a:pt x="488391" y="1386560"/>
                  </a:lnTo>
                  <a:lnTo>
                    <a:pt x="488391" y="1336560"/>
                  </a:lnTo>
                  <a:lnTo>
                    <a:pt x="509016" y="1336560"/>
                  </a:lnTo>
                  <a:lnTo>
                    <a:pt x="509016" y="1329410"/>
                  </a:lnTo>
                  <a:lnTo>
                    <a:pt x="488391" y="1329410"/>
                  </a:lnTo>
                  <a:lnTo>
                    <a:pt x="488391" y="1297089"/>
                  </a:lnTo>
                  <a:lnTo>
                    <a:pt x="488683" y="1295552"/>
                  </a:lnTo>
                  <a:lnTo>
                    <a:pt x="488492" y="1288313"/>
                  </a:lnTo>
                  <a:lnTo>
                    <a:pt x="488391" y="1288110"/>
                  </a:lnTo>
                  <a:lnTo>
                    <a:pt x="488391" y="1281557"/>
                  </a:lnTo>
                  <a:lnTo>
                    <a:pt x="984529" y="1281557"/>
                  </a:lnTo>
                  <a:lnTo>
                    <a:pt x="984529" y="1329410"/>
                  </a:lnTo>
                  <a:lnTo>
                    <a:pt x="903998" y="1329410"/>
                  </a:lnTo>
                  <a:lnTo>
                    <a:pt x="903998" y="1336560"/>
                  </a:lnTo>
                  <a:lnTo>
                    <a:pt x="984529" y="1336560"/>
                  </a:lnTo>
                  <a:lnTo>
                    <a:pt x="984529" y="1363535"/>
                  </a:lnTo>
                  <a:lnTo>
                    <a:pt x="982535" y="1361948"/>
                  </a:lnTo>
                  <a:lnTo>
                    <a:pt x="976058" y="1360233"/>
                  </a:lnTo>
                  <a:lnTo>
                    <a:pt x="936815" y="1372425"/>
                  </a:lnTo>
                  <a:lnTo>
                    <a:pt x="924179" y="1386560"/>
                  </a:lnTo>
                  <a:lnTo>
                    <a:pt x="903998" y="1386560"/>
                  </a:lnTo>
                  <a:lnTo>
                    <a:pt x="903998" y="1393710"/>
                  </a:lnTo>
                  <a:lnTo>
                    <a:pt x="921461" y="1393710"/>
                  </a:lnTo>
                  <a:lnTo>
                    <a:pt x="920521" y="1398422"/>
                  </a:lnTo>
                  <a:lnTo>
                    <a:pt x="945667" y="1419860"/>
                  </a:lnTo>
                  <a:lnTo>
                    <a:pt x="954151" y="1418907"/>
                  </a:lnTo>
                  <a:lnTo>
                    <a:pt x="962456" y="1416646"/>
                  </a:lnTo>
                  <a:lnTo>
                    <a:pt x="970584" y="1413052"/>
                  </a:lnTo>
                  <a:lnTo>
                    <a:pt x="978535" y="1408137"/>
                  </a:lnTo>
                  <a:lnTo>
                    <a:pt x="984529" y="1402905"/>
                  </a:lnTo>
                  <a:lnTo>
                    <a:pt x="984529" y="1443710"/>
                  </a:lnTo>
                  <a:lnTo>
                    <a:pt x="903998" y="1443710"/>
                  </a:lnTo>
                  <a:lnTo>
                    <a:pt x="903998" y="1450860"/>
                  </a:lnTo>
                  <a:lnTo>
                    <a:pt x="984529" y="1450860"/>
                  </a:lnTo>
                  <a:lnTo>
                    <a:pt x="984529" y="1500860"/>
                  </a:lnTo>
                  <a:lnTo>
                    <a:pt x="903998" y="1500860"/>
                  </a:lnTo>
                  <a:lnTo>
                    <a:pt x="903998" y="1508010"/>
                  </a:lnTo>
                  <a:lnTo>
                    <a:pt x="984529" y="1508010"/>
                  </a:lnTo>
                  <a:lnTo>
                    <a:pt x="984529" y="1558010"/>
                  </a:lnTo>
                  <a:lnTo>
                    <a:pt x="903998" y="1558010"/>
                  </a:lnTo>
                  <a:lnTo>
                    <a:pt x="903998" y="1565160"/>
                  </a:lnTo>
                  <a:lnTo>
                    <a:pt x="948969" y="1565160"/>
                  </a:lnTo>
                  <a:lnTo>
                    <a:pt x="944308" y="1567408"/>
                  </a:lnTo>
                  <a:lnTo>
                    <a:pt x="920521" y="1598447"/>
                  </a:lnTo>
                  <a:lnTo>
                    <a:pt x="920711" y="1604924"/>
                  </a:lnTo>
                  <a:lnTo>
                    <a:pt x="945667" y="1619885"/>
                  </a:lnTo>
                  <a:lnTo>
                    <a:pt x="954151" y="1618932"/>
                  </a:lnTo>
                  <a:lnTo>
                    <a:pt x="990168" y="1595882"/>
                  </a:lnTo>
                  <a:lnTo>
                    <a:pt x="994816" y="1581302"/>
                  </a:lnTo>
                  <a:lnTo>
                    <a:pt x="994625" y="1574063"/>
                  </a:lnTo>
                  <a:lnTo>
                    <a:pt x="994537" y="1573885"/>
                  </a:lnTo>
                  <a:lnTo>
                    <a:pt x="994537" y="1565160"/>
                  </a:lnTo>
                  <a:lnTo>
                    <a:pt x="1015149" y="1565160"/>
                  </a:lnTo>
                  <a:lnTo>
                    <a:pt x="1015149" y="1558010"/>
                  </a:lnTo>
                  <a:lnTo>
                    <a:pt x="994537" y="1558010"/>
                  </a:lnTo>
                  <a:lnTo>
                    <a:pt x="994537" y="1508010"/>
                  </a:lnTo>
                  <a:lnTo>
                    <a:pt x="1015149" y="1508010"/>
                  </a:lnTo>
                  <a:lnTo>
                    <a:pt x="1015149" y="1500860"/>
                  </a:lnTo>
                  <a:lnTo>
                    <a:pt x="994537" y="1500860"/>
                  </a:lnTo>
                  <a:lnTo>
                    <a:pt x="994537" y="1450860"/>
                  </a:lnTo>
                  <a:lnTo>
                    <a:pt x="1015149" y="1450860"/>
                  </a:lnTo>
                  <a:lnTo>
                    <a:pt x="1015149" y="1443710"/>
                  </a:lnTo>
                  <a:lnTo>
                    <a:pt x="994537" y="1443710"/>
                  </a:lnTo>
                  <a:lnTo>
                    <a:pt x="994537" y="1393710"/>
                  </a:lnTo>
                  <a:lnTo>
                    <a:pt x="1015149" y="1393710"/>
                  </a:lnTo>
                  <a:lnTo>
                    <a:pt x="1015149" y="1386560"/>
                  </a:lnTo>
                  <a:lnTo>
                    <a:pt x="994537" y="1386560"/>
                  </a:lnTo>
                  <a:lnTo>
                    <a:pt x="994537" y="1382750"/>
                  </a:lnTo>
                  <a:lnTo>
                    <a:pt x="994816" y="1381277"/>
                  </a:lnTo>
                  <a:lnTo>
                    <a:pt x="994625" y="1374038"/>
                  </a:lnTo>
                  <a:lnTo>
                    <a:pt x="994537" y="1373860"/>
                  </a:lnTo>
                  <a:lnTo>
                    <a:pt x="994537" y="1336560"/>
                  </a:lnTo>
                  <a:lnTo>
                    <a:pt x="1015149" y="1336560"/>
                  </a:lnTo>
                  <a:lnTo>
                    <a:pt x="1015149" y="1329410"/>
                  </a:lnTo>
                  <a:lnTo>
                    <a:pt x="994537" y="1329410"/>
                  </a:lnTo>
                  <a:lnTo>
                    <a:pt x="994537" y="1281557"/>
                  </a:lnTo>
                  <a:lnTo>
                    <a:pt x="1153248" y="1281557"/>
                  </a:lnTo>
                  <a:lnTo>
                    <a:pt x="1153248" y="1329410"/>
                  </a:lnTo>
                  <a:lnTo>
                    <a:pt x="1153248" y="1374317"/>
                  </a:lnTo>
                  <a:lnTo>
                    <a:pt x="1153248" y="1386560"/>
                  </a:lnTo>
                  <a:lnTo>
                    <a:pt x="1134579" y="1386560"/>
                  </a:lnTo>
                  <a:lnTo>
                    <a:pt x="1139291" y="1384477"/>
                  </a:lnTo>
                  <a:lnTo>
                    <a:pt x="1147241" y="1379562"/>
                  </a:lnTo>
                  <a:lnTo>
                    <a:pt x="1153248" y="1374317"/>
                  </a:lnTo>
                  <a:lnTo>
                    <a:pt x="1153248" y="1329410"/>
                  </a:lnTo>
                  <a:lnTo>
                    <a:pt x="1072718" y="1329410"/>
                  </a:lnTo>
                  <a:lnTo>
                    <a:pt x="1072718" y="1336560"/>
                  </a:lnTo>
                  <a:lnTo>
                    <a:pt x="1117688" y="1336560"/>
                  </a:lnTo>
                  <a:lnTo>
                    <a:pt x="1113028" y="1338808"/>
                  </a:lnTo>
                  <a:lnTo>
                    <a:pt x="1089240" y="1369847"/>
                  </a:lnTo>
                  <a:lnTo>
                    <a:pt x="1089431" y="1376324"/>
                  </a:lnTo>
                  <a:lnTo>
                    <a:pt x="1091907" y="1381569"/>
                  </a:lnTo>
                  <a:lnTo>
                    <a:pt x="1096670" y="1385570"/>
                  </a:lnTo>
                  <a:lnTo>
                    <a:pt x="1097915" y="1386560"/>
                  </a:lnTo>
                  <a:lnTo>
                    <a:pt x="1072718" y="1386560"/>
                  </a:lnTo>
                  <a:lnTo>
                    <a:pt x="1072718" y="1393710"/>
                  </a:lnTo>
                  <a:lnTo>
                    <a:pt x="1153248" y="1393710"/>
                  </a:lnTo>
                  <a:lnTo>
                    <a:pt x="1153248" y="1443710"/>
                  </a:lnTo>
                  <a:lnTo>
                    <a:pt x="1072718" y="1443710"/>
                  </a:lnTo>
                  <a:lnTo>
                    <a:pt x="1072718" y="1450860"/>
                  </a:lnTo>
                  <a:lnTo>
                    <a:pt x="1153248" y="1450860"/>
                  </a:lnTo>
                  <a:lnTo>
                    <a:pt x="1153248" y="1500860"/>
                  </a:lnTo>
                  <a:lnTo>
                    <a:pt x="1072718" y="1500860"/>
                  </a:lnTo>
                  <a:lnTo>
                    <a:pt x="1072718" y="1508010"/>
                  </a:lnTo>
                  <a:lnTo>
                    <a:pt x="1153248" y="1508010"/>
                  </a:lnTo>
                  <a:lnTo>
                    <a:pt x="1153248" y="1534998"/>
                  </a:lnTo>
                  <a:lnTo>
                    <a:pt x="1151242" y="1533398"/>
                  </a:lnTo>
                  <a:lnTo>
                    <a:pt x="1144765" y="1531683"/>
                  </a:lnTo>
                  <a:lnTo>
                    <a:pt x="1136383" y="1531874"/>
                  </a:lnTo>
                  <a:lnTo>
                    <a:pt x="1098829" y="1549679"/>
                  </a:lnTo>
                  <a:lnTo>
                    <a:pt x="1092885" y="1558010"/>
                  </a:lnTo>
                  <a:lnTo>
                    <a:pt x="1072718" y="1558010"/>
                  </a:lnTo>
                  <a:lnTo>
                    <a:pt x="1072718" y="1565160"/>
                  </a:lnTo>
                  <a:lnTo>
                    <a:pt x="1090180" y="1565160"/>
                  </a:lnTo>
                  <a:lnTo>
                    <a:pt x="1089240" y="1569872"/>
                  </a:lnTo>
                  <a:lnTo>
                    <a:pt x="1114386" y="1591310"/>
                  </a:lnTo>
                  <a:lnTo>
                    <a:pt x="1122857" y="1590357"/>
                  </a:lnTo>
                  <a:lnTo>
                    <a:pt x="1158887" y="1567307"/>
                  </a:lnTo>
                  <a:lnTo>
                    <a:pt x="1159865" y="1565160"/>
                  </a:lnTo>
                  <a:lnTo>
                    <a:pt x="1183855" y="1565160"/>
                  </a:lnTo>
                  <a:lnTo>
                    <a:pt x="1183855" y="1558010"/>
                  </a:lnTo>
                  <a:lnTo>
                    <a:pt x="1162519" y="1558010"/>
                  </a:lnTo>
                  <a:lnTo>
                    <a:pt x="1163535" y="1552727"/>
                  </a:lnTo>
                  <a:lnTo>
                    <a:pt x="1163345" y="1545488"/>
                  </a:lnTo>
                  <a:lnTo>
                    <a:pt x="1163243" y="1545285"/>
                  </a:lnTo>
                  <a:lnTo>
                    <a:pt x="1163243" y="1508010"/>
                  </a:lnTo>
                  <a:lnTo>
                    <a:pt x="1183855" y="1508010"/>
                  </a:lnTo>
                  <a:lnTo>
                    <a:pt x="1183855" y="1500860"/>
                  </a:lnTo>
                  <a:lnTo>
                    <a:pt x="1163243" y="1500860"/>
                  </a:lnTo>
                  <a:lnTo>
                    <a:pt x="1163243" y="1450860"/>
                  </a:lnTo>
                  <a:lnTo>
                    <a:pt x="1183855" y="1450860"/>
                  </a:lnTo>
                  <a:lnTo>
                    <a:pt x="1183855" y="1443710"/>
                  </a:lnTo>
                  <a:lnTo>
                    <a:pt x="1163243" y="1443710"/>
                  </a:lnTo>
                  <a:lnTo>
                    <a:pt x="1163243" y="1393710"/>
                  </a:lnTo>
                  <a:lnTo>
                    <a:pt x="1183855" y="1393710"/>
                  </a:lnTo>
                  <a:lnTo>
                    <a:pt x="1183855" y="1386560"/>
                  </a:lnTo>
                  <a:lnTo>
                    <a:pt x="1163243" y="1386560"/>
                  </a:lnTo>
                  <a:lnTo>
                    <a:pt x="1163243" y="1354239"/>
                  </a:lnTo>
                  <a:lnTo>
                    <a:pt x="1163535" y="1352702"/>
                  </a:lnTo>
                  <a:lnTo>
                    <a:pt x="1163345" y="1345463"/>
                  </a:lnTo>
                  <a:lnTo>
                    <a:pt x="1163243" y="1345260"/>
                  </a:lnTo>
                  <a:lnTo>
                    <a:pt x="1163243" y="1336560"/>
                  </a:lnTo>
                  <a:lnTo>
                    <a:pt x="1183855" y="1336560"/>
                  </a:lnTo>
                  <a:lnTo>
                    <a:pt x="1183855" y="1329410"/>
                  </a:lnTo>
                  <a:lnTo>
                    <a:pt x="1163243" y="1329410"/>
                  </a:lnTo>
                  <a:lnTo>
                    <a:pt x="1163243" y="1281557"/>
                  </a:lnTo>
                  <a:lnTo>
                    <a:pt x="1201940" y="1281557"/>
                  </a:lnTo>
                  <a:lnTo>
                    <a:pt x="1201940" y="1373568"/>
                  </a:lnTo>
                  <a:lnTo>
                    <a:pt x="1234795" y="1365275"/>
                  </a:lnTo>
                  <a:lnTo>
                    <a:pt x="1234795" y="1412430"/>
                  </a:lnTo>
                  <a:lnTo>
                    <a:pt x="1241945" y="1412430"/>
                  </a:lnTo>
                  <a:lnTo>
                    <a:pt x="1241945" y="1393710"/>
                  </a:lnTo>
                  <a:lnTo>
                    <a:pt x="1321955" y="1393710"/>
                  </a:lnTo>
                  <a:lnTo>
                    <a:pt x="1321955" y="1443710"/>
                  </a:lnTo>
                  <a:lnTo>
                    <a:pt x="1241425" y="1443710"/>
                  </a:lnTo>
                  <a:lnTo>
                    <a:pt x="1241425" y="1450860"/>
                  </a:lnTo>
                  <a:lnTo>
                    <a:pt x="1321955" y="1450860"/>
                  </a:lnTo>
                  <a:lnTo>
                    <a:pt x="1321955" y="1500860"/>
                  </a:lnTo>
                  <a:lnTo>
                    <a:pt x="1241945" y="1500860"/>
                  </a:lnTo>
                  <a:lnTo>
                    <a:pt x="1241945" y="1499006"/>
                  </a:lnTo>
                  <a:lnTo>
                    <a:pt x="1241945" y="1490726"/>
                  </a:lnTo>
                  <a:lnTo>
                    <a:pt x="1234795" y="1492529"/>
                  </a:lnTo>
                  <a:lnTo>
                    <a:pt x="1234795" y="1514436"/>
                  </a:lnTo>
                  <a:lnTo>
                    <a:pt x="1234795" y="1543304"/>
                  </a:lnTo>
                  <a:lnTo>
                    <a:pt x="1209078" y="1550162"/>
                  </a:lnTo>
                  <a:lnTo>
                    <a:pt x="1209078" y="1521015"/>
                  </a:lnTo>
                  <a:lnTo>
                    <a:pt x="1234795" y="1514436"/>
                  </a:lnTo>
                  <a:lnTo>
                    <a:pt x="1234795" y="1492529"/>
                  </a:lnTo>
                  <a:lnTo>
                    <a:pt x="1209078" y="1499006"/>
                  </a:lnTo>
                  <a:lnTo>
                    <a:pt x="1209078" y="1451864"/>
                  </a:lnTo>
                  <a:lnTo>
                    <a:pt x="1201940" y="1451864"/>
                  </a:lnTo>
                  <a:lnTo>
                    <a:pt x="1201940" y="1573593"/>
                  </a:lnTo>
                  <a:lnTo>
                    <a:pt x="1234795" y="1565300"/>
                  </a:lnTo>
                  <a:lnTo>
                    <a:pt x="1234795" y="1612455"/>
                  </a:lnTo>
                  <a:lnTo>
                    <a:pt x="1241945" y="1612455"/>
                  </a:lnTo>
                  <a:lnTo>
                    <a:pt x="1241945" y="1565300"/>
                  </a:lnTo>
                  <a:lnTo>
                    <a:pt x="1241945" y="1550162"/>
                  </a:lnTo>
                  <a:lnTo>
                    <a:pt x="1241945" y="1514436"/>
                  </a:lnTo>
                  <a:lnTo>
                    <a:pt x="1241945" y="1508010"/>
                  </a:lnTo>
                  <a:lnTo>
                    <a:pt x="1286395" y="1508010"/>
                  </a:lnTo>
                  <a:lnTo>
                    <a:pt x="1257947" y="1541297"/>
                  </a:lnTo>
                  <a:lnTo>
                    <a:pt x="1258138" y="1547774"/>
                  </a:lnTo>
                  <a:lnTo>
                    <a:pt x="1283093" y="1562735"/>
                  </a:lnTo>
                  <a:lnTo>
                    <a:pt x="1291577" y="1561782"/>
                  </a:lnTo>
                  <a:lnTo>
                    <a:pt x="1327594" y="1538732"/>
                  </a:lnTo>
                  <a:lnTo>
                    <a:pt x="1332242" y="1524152"/>
                  </a:lnTo>
                  <a:lnTo>
                    <a:pt x="1332052" y="1516913"/>
                  </a:lnTo>
                  <a:lnTo>
                    <a:pt x="1331950" y="1516710"/>
                  </a:lnTo>
                  <a:lnTo>
                    <a:pt x="1331950" y="1508010"/>
                  </a:lnTo>
                  <a:lnTo>
                    <a:pt x="1352575" y="1508010"/>
                  </a:lnTo>
                  <a:lnTo>
                    <a:pt x="1352575" y="1500860"/>
                  </a:lnTo>
                  <a:lnTo>
                    <a:pt x="1331950" y="1500860"/>
                  </a:lnTo>
                  <a:lnTo>
                    <a:pt x="1331950" y="1450860"/>
                  </a:lnTo>
                  <a:lnTo>
                    <a:pt x="1352575" y="1450860"/>
                  </a:lnTo>
                  <a:lnTo>
                    <a:pt x="1352575" y="1443710"/>
                  </a:lnTo>
                  <a:lnTo>
                    <a:pt x="1331950" y="1443710"/>
                  </a:lnTo>
                  <a:lnTo>
                    <a:pt x="1331950" y="1393710"/>
                  </a:lnTo>
                  <a:lnTo>
                    <a:pt x="1352575" y="1393710"/>
                  </a:lnTo>
                  <a:lnTo>
                    <a:pt x="1352575" y="1386560"/>
                  </a:lnTo>
                  <a:lnTo>
                    <a:pt x="1331950" y="1386560"/>
                  </a:lnTo>
                  <a:lnTo>
                    <a:pt x="1331950" y="1336560"/>
                  </a:lnTo>
                  <a:lnTo>
                    <a:pt x="1352575" y="1336560"/>
                  </a:lnTo>
                  <a:lnTo>
                    <a:pt x="1352575" y="1329410"/>
                  </a:lnTo>
                  <a:lnTo>
                    <a:pt x="1331950" y="1329410"/>
                  </a:lnTo>
                  <a:lnTo>
                    <a:pt x="1331950" y="1325664"/>
                  </a:lnTo>
                  <a:lnTo>
                    <a:pt x="1332242" y="1324127"/>
                  </a:lnTo>
                  <a:lnTo>
                    <a:pt x="1332052" y="1316888"/>
                  </a:lnTo>
                  <a:lnTo>
                    <a:pt x="1331950" y="1316685"/>
                  </a:lnTo>
                  <a:lnTo>
                    <a:pt x="1331950" y="1281557"/>
                  </a:lnTo>
                  <a:lnTo>
                    <a:pt x="1426654" y="1281557"/>
                  </a:lnTo>
                  <a:lnTo>
                    <a:pt x="1436662" y="1281557"/>
                  </a:lnTo>
                  <a:lnTo>
                    <a:pt x="1441958" y="1281557"/>
                  </a:lnTo>
                  <a:lnTo>
                    <a:pt x="1441958" y="1275842"/>
                  </a:lnTo>
                  <a:lnTo>
                    <a:pt x="1436662" y="1275842"/>
                  </a:lnTo>
                  <a:lnTo>
                    <a:pt x="1436662" y="1224407"/>
                  </a:lnTo>
                  <a:lnTo>
                    <a:pt x="1441958" y="1224407"/>
                  </a:lnTo>
                  <a:lnTo>
                    <a:pt x="1441958" y="1218692"/>
                  </a:lnTo>
                  <a:lnTo>
                    <a:pt x="1436662" y="1218692"/>
                  </a:lnTo>
                  <a:lnTo>
                    <a:pt x="1436662" y="1167257"/>
                  </a:lnTo>
                  <a:lnTo>
                    <a:pt x="1441958" y="1167257"/>
                  </a:lnTo>
                  <a:lnTo>
                    <a:pt x="1441958" y="1161542"/>
                  </a:lnTo>
                  <a:lnTo>
                    <a:pt x="1436662" y="1161542"/>
                  </a:lnTo>
                  <a:lnTo>
                    <a:pt x="1436662" y="1110107"/>
                  </a:lnTo>
                  <a:lnTo>
                    <a:pt x="1441958" y="1110107"/>
                  </a:lnTo>
                  <a:lnTo>
                    <a:pt x="1441958" y="1104392"/>
                  </a:lnTo>
                  <a:lnTo>
                    <a:pt x="1436662" y="1104392"/>
                  </a:lnTo>
                  <a:lnTo>
                    <a:pt x="1436662" y="1052957"/>
                  </a:lnTo>
                  <a:lnTo>
                    <a:pt x="1441958" y="1052957"/>
                  </a:lnTo>
                  <a:lnTo>
                    <a:pt x="1441958" y="1047242"/>
                  </a:lnTo>
                  <a:close/>
                </a:path>
                <a:path w="1454785" h="1619885">
                  <a:moveTo>
                    <a:pt x="1454658" y="0"/>
                  </a:moveTo>
                  <a:lnTo>
                    <a:pt x="1444663" y="0"/>
                  </a:lnTo>
                  <a:lnTo>
                    <a:pt x="1444663" y="1281557"/>
                  </a:lnTo>
                  <a:lnTo>
                    <a:pt x="1454658" y="1281557"/>
                  </a:lnTo>
                  <a:lnTo>
                    <a:pt x="14546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72264" y="1531397"/>
              <a:ext cx="412115" cy="150495"/>
            </a:xfrm>
            <a:custGeom>
              <a:avLst/>
              <a:gdLst/>
              <a:ahLst/>
              <a:cxnLst/>
              <a:rect l="l" t="t" r="r" b="b"/>
              <a:pathLst>
                <a:path w="412114" h="150494">
                  <a:moveTo>
                    <a:pt x="0" y="150304"/>
                  </a:moveTo>
                  <a:lnTo>
                    <a:pt x="0" y="121729"/>
                  </a:lnTo>
                  <a:lnTo>
                    <a:pt x="143216" y="79385"/>
                  </a:lnTo>
                </a:path>
                <a:path w="412114" h="150494">
                  <a:moveTo>
                    <a:pt x="268502" y="42343"/>
                  </a:moveTo>
                  <a:lnTo>
                    <a:pt x="411718" y="0"/>
                  </a:lnTo>
                  <a:lnTo>
                    <a:pt x="411718" y="285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144055" y="1557972"/>
              <a:ext cx="55880" cy="71755"/>
            </a:xfrm>
            <a:custGeom>
              <a:avLst/>
              <a:gdLst/>
              <a:ahLst/>
              <a:cxnLst/>
              <a:rect l="l" t="t" r="r" b="b"/>
              <a:pathLst>
                <a:path w="55880" h="71755">
                  <a:moveTo>
                    <a:pt x="20859" y="71437"/>
                  </a:moveTo>
                  <a:lnTo>
                    <a:pt x="7715" y="68579"/>
                  </a:lnTo>
                  <a:lnTo>
                    <a:pt x="2952" y="66675"/>
                  </a:lnTo>
                  <a:lnTo>
                    <a:pt x="381" y="63436"/>
                  </a:lnTo>
                  <a:lnTo>
                    <a:pt x="0" y="58864"/>
                  </a:lnTo>
                  <a:lnTo>
                    <a:pt x="0" y="52577"/>
                  </a:lnTo>
                  <a:lnTo>
                    <a:pt x="2762" y="49053"/>
                  </a:lnTo>
                  <a:lnTo>
                    <a:pt x="8286" y="48291"/>
                  </a:lnTo>
                  <a:lnTo>
                    <a:pt x="12668" y="48672"/>
                  </a:lnTo>
                  <a:lnTo>
                    <a:pt x="15240" y="50863"/>
                  </a:lnTo>
                  <a:lnTo>
                    <a:pt x="16001" y="54863"/>
                  </a:lnTo>
                  <a:lnTo>
                    <a:pt x="13430" y="59435"/>
                  </a:lnTo>
                  <a:lnTo>
                    <a:pt x="11715" y="60388"/>
                  </a:lnTo>
                  <a:lnTo>
                    <a:pt x="10763" y="61912"/>
                  </a:lnTo>
                  <a:lnTo>
                    <a:pt x="10572" y="64007"/>
                  </a:lnTo>
                  <a:lnTo>
                    <a:pt x="12287" y="65722"/>
                  </a:lnTo>
                  <a:lnTo>
                    <a:pt x="14382" y="66675"/>
                  </a:lnTo>
                  <a:lnTo>
                    <a:pt x="16859" y="66865"/>
                  </a:lnTo>
                  <a:lnTo>
                    <a:pt x="22002" y="66484"/>
                  </a:lnTo>
                  <a:lnTo>
                    <a:pt x="25907" y="63722"/>
                  </a:lnTo>
                  <a:lnTo>
                    <a:pt x="31242" y="53625"/>
                  </a:lnTo>
                  <a:lnTo>
                    <a:pt x="32480" y="48672"/>
                  </a:lnTo>
                  <a:lnTo>
                    <a:pt x="32289" y="43719"/>
                  </a:lnTo>
                  <a:lnTo>
                    <a:pt x="31337" y="40100"/>
                  </a:lnTo>
                  <a:lnTo>
                    <a:pt x="29622" y="37909"/>
                  </a:lnTo>
                  <a:lnTo>
                    <a:pt x="27146" y="37147"/>
                  </a:lnTo>
                  <a:lnTo>
                    <a:pt x="18573" y="36575"/>
                  </a:lnTo>
                  <a:lnTo>
                    <a:pt x="19716" y="31146"/>
                  </a:lnTo>
                  <a:lnTo>
                    <a:pt x="42862" y="12858"/>
                  </a:lnTo>
                  <a:lnTo>
                    <a:pt x="43243" y="8477"/>
                  </a:lnTo>
                  <a:lnTo>
                    <a:pt x="40481" y="5619"/>
                  </a:lnTo>
                  <a:lnTo>
                    <a:pt x="34575" y="4286"/>
                  </a:lnTo>
                  <a:lnTo>
                    <a:pt x="30575" y="4095"/>
                  </a:lnTo>
                  <a:lnTo>
                    <a:pt x="28289" y="5524"/>
                  </a:lnTo>
                  <a:lnTo>
                    <a:pt x="27717" y="8572"/>
                  </a:lnTo>
                  <a:lnTo>
                    <a:pt x="29717" y="13715"/>
                  </a:lnTo>
                  <a:lnTo>
                    <a:pt x="30670" y="17526"/>
                  </a:lnTo>
                  <a:lnTo>
                    <a:pt x="29241" y="20192"/>
                  </a:lnTo>
                  <a:lnTo>
                    <a:pt x="25431" y="21716"/>
                  </a:lnTo>
                  <a:lnTo>
                    <a:pt x="20478" y="21716"/>
                  </a:lnTo>
                  <a:lnTo>
                    <a:pt x="17621" y="19716"/>
                  </a:lnTo>
                  <a:lnTo>
                    <a:pt x="16859" y="15716"/>
                  </a:lnTo>
                  <a:lnTo>
                    <a:pt x="17430" y="11144"/>
                  </a:lnTo>
                  <a:lnTo>
                    <a:pt x="19621" y="7429"/>
                  </a:lnTo>
                  <a:lnTo>
                    <a:pt x="23431" y="4571"/>
                  </a:lnTo>
                  <a:lnTo>
                    <a:pt x="27241" y="1524"/>
                  </a:lnTo>
                  <a:lnTo>
                    <a:pt x="31146" y="0"/>
                  </a:lnTo>
                  <a:lnTo>
                    <a:pt x="35147" y="0"/>
                  </a:lnTo>
                  <a:lnTo>
                    <a:pt x="55625" y="20955"/>
                  </a:lnTo>
                  <a:lnTo>
                    <a:pt x="53720" y="25050"/>
                  </a:lnTo>
                  <a:lnTo>
                    <a:pt x="49720" y="28289"/>
                  </a:lnTo>
                  <a:lnTo>
                    <a:pt x="45910" y="31527"/>
                  </a:lnTo>
                  <a:lnTo>
                    <a:pt x="41814" y="34004"/>
                  </a:lnTo>
                  <a:lnTo>
                    <a:pt x="37433" y="35718"/>
                  </a:lnTo>
                  <a:lnTo>
                    <a:pt x="37433" y="36290"/>
                  </a:lnTo>
                  <a:lnTo>
                    <a:pt x="43719" y="40290"/>
                  </a:lnTo>
                  <a:lnTo>
                    <a:pt x="46672" y="44672"/>
                  </a:lnTo>
                  <a:lnTo>
                    <a:pt x="46291" y="49434"/>
                  </a:lnTo>
                  <a:lnTo>
                    <a:pt x="45529" y="55721"/>
                  </a:lnTo>
                  <a:lnTo>
                    <a:pt x="42576" y="60864"/>
                  </a:lnTo>
                  <a:lnTo>
                    <a:pt x="37433" y="64865"/>
                  </a:lnTo>
                  <a:lnTo>
                    <a:pt x="32289" y="69056"/>
                  </a:lnTo>
                  <a:lnTo>
                    <a:pt x="26765" y="71247"/>
                  </a:lnTo>
                  <a:lnTo>
                    <a:pt x="20859" y="71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78400" y="1713992"/>
              <a:ext cx="412115" cy="28575"/>
            </a:xfrm>
            <a:custGeom>
              <a:avLst/>
              <a:gdLst/>
              <a:ahLst/>
              <a:cxnLst/>
              <a:rect l="l" t="t" r="r" b="b"/>
              <a:pathLst>
                <a:path w="412114" h="28575">
                  <a:moveTo>
                    <a:pt x="0" y="28575"/>
                  </a:moveTo>
                  <a:lnTo>
                    <a:pt x="0" y="0"/>
                  </a:lnTo>
                  <a:lnTo>
                    <a:pt x="143216" y="0"/>
                  </a:lnTo>
                </a:path>
                <a:path w="412114" h="28575">
                  <a:moveTo>
                    <a:pt x="268502" y="0"/>
                  </a:moveTo>
                  <a:lnTo>
                    <a:pt x="411718" y="0"/>
                  </a:lnTo>
                  <a:lnTo>
                    <a:pt x="411718" y="285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650185" y="1679711"/>
              <a:ext cx="1430655" cy="354330"/>
            </a:xfrm>
            <a:custGeom>
              <a:avLst/>
              <a:gdLst/>
              <a:ahLst/>
              <a:cxnLst/>
              <a:rect l="l" t="t" r="r" b="b"/>
              <a:pathLst>
                <a:path w="1430654" h="354330">
                  <a:moveTo>
                    <a:pt x="55626" y="20955"/>
                  </a:moveTo>
                  <a:lnTo>
                    <a:pt x="35153" y="0"/>
                  </a:lnTo>
                  <a:lnTo>
                    <a:pt x="31153" y="0"/>
                  </a:lnTo>
                  <a:lnTo>
                    <a:pt x="27241" y="1524"/>
                  </a:lnTo>
                  <a:lnTo>
                    <a:pt x="23431" y="4572"/>
                  </a:lnTo>
                  <a:lnTo>
                    <a:pt x="19621" y="7429"/>
                  </a:lnTo>
                  <a:lnTo>
                    <a:pt x="17437" y="11137"/>
                  </a:lnTo>
                  <a:lnTo>
                    <a:pt x="16865" y="15709"/>
                  </a:lnTo>
                  <a:lnTo>
                    <a:pt x="17627" y="19710"/>
                  </a:lnTo>
                  <a:lnTo>
                    <a:pt x="20485" y="21717"/>
                  </a:lnTo>
                  <a:lnTo>
                    <a:pt x="25438" y="21717"/>
                  </a:lnTo>
                  <a:lnTo>
                    <a:pt x="29248" y="20193"/>
                  </a:lnTo>
                  <a:lnTo>
                    <a:pt x="30670" y="17526"/>
                  </a:lnTo>
                  <a:lnTo>
                    <a:pt x="29718" y="13716"/>
                  </a:lnTo>
                  <a:lnTo>
                    <a:pt x="27724" y="8572"/>
                  </a:lnTo>
                  <a:lnTo>
                    <a:pt x="28295" y="5524"/>
                  </a:lnTo>
                  <a:lnTo>
                    <a:pt x="30581" y="4089"/>
                  </a:lnTo>
                  <a:lnTo>
                    <a:pt x="34582" y="4279"/>
                  </a:lnTo>
                  <a:lnTo>
                    <a:pt x="40487" y="5613"/>
                  </a:lnTo>
                  <a:lnTo>
                    <a:pt x="43243" y="8470"/>
                  </a:lnTo>
                  <a:lnTo>
                    <a:pt x="42862" y="12852"/>
                  </a:lnTo>
                  <a:lnTo>
                    <a:pt x="42672" y="20662"/>
                  </a:lnTo>
                  <a:lnTo>
                    <a:pt x="40487" y="25717"/>
                  </a:lnTo>
                  <a:lnTo>
                    <a:pt x="32105" y="30289"/>
                  </a:lnTo>
                  <a:lnTo>
                    <a:pt x="26581" y="31330"/>
                  </a:lnTo>
                  <a:lnTo>
                    <a:pt x="19723" y="31140"/>
                  </a:lnTo>
                  <a:lnTo>
                    <a:pt x="18580" y="36576"/>
                  </a:lnTo>
                  <a:lnTo>
                    <a:pt x="32486" y="48666"/>
                  </a:lnTo>
                  <a:lnTo>
                    <a:pt x="31242" y="53619"/>
                  </a:lnTo>
                  <a:lnTo>
                    <a:pt x="25908" y="63715"/>
                  </a:lnTo>
                  <a:lnTo>
                    <a:pt x="22009" y="66484"/>
                  </a:lnTo>
                  <a:lnTo>
                    <a:pt x="16865" y="66865"/>
                  </a:lnTo>
                  <a:lnTo>
                    <a:pt x="14389" y="66675"/>
                  </a:lnTo>
                  <a:lnTo>
                    <a:pt x="12293" y="65722"/>
                  </a:lnTo>
                  <a:lnTo>
                    <a:pt x="10579" y="64008"/>
                  </a:lnTo>
                  <a:lnTo>
                    <a:pt x="10769" y="61912"/>
                  </a:lnTo>
                  <a:lnTo>
                    <a:pt x="11722" y="60388"/>
                  </a:lnTo>
                  <a:lnTo>
                    <a:pt x="13436" y="59436"/>
                  </a:lnTo>
                  <a:lnTo>
                    <a:pt x="16002" y="54864"/>
                  </a:lnTo>
                  <a:lnTo>
                    <a:pt x="15240" y="50863"/>
                  </a:lnTo>
                  <a:lnTo>
                    <a:pt x="12674" y="48666"/>
                  </a:lnTo>
                  <a:lnTo>
                    <a:pt x="8293" y="48285"/>
                  </a:lnTo>
                  <a:lnTo>
                    <a:pt x="2768" y="49047"/>
                  </a:lnTo>
                  <a:lnTo>
                    <a:pt x="0" y="52578"/>
                  </a:lnTo>
                  <a:lnTo>
                    <a:pt x="0" y="58864"/>
                  </a:lnTo>
                  <a:lnTo>
                    <a:pt x="381" y="63436"/>
                  </a:lnTo>
                  <a:lnTo>
                    <a:pt x="2959" y="66675"/>
                  </a:lnTo>
                  <a:lnTo>
                    <a:pt x="7721" y="68580"/>
                  </a:lnTo>
                  <a:lnTo>
                    <a:pt x="20866" y="71437"/>
                  </a:lnTo>
                  <a:lnTo>
                    <a:pt x="26771" y="71247"/>
                  </a:lnTo>
                  <a:lnTo>
                    <a:pt x="32296" y="69049"/>
                  </a:lnTo>
                  <a:lnTo>
                    <a:pt x="37439" y="64858"/>
                  </a:lnTo>
                  <a:lnTo>
                    <a:pt x="42583" y="60858"/>
                  </a:lnTo>
                  <a:lnTo>
                    <a:pt x="45529" y="55714"/>
                  </a:lnTo>
                  <a:lnTo>
                    <a:pt x="46291" y="49428"/>
                  </a:lnTo>
                  <a:lnTo>
                    <a:pt x="46672" y="44665"/>
                  </a:lnTo>
                  <a:lnTo>
                    <a:pt x="43726" y="40284"/>
                  </a:lnTo>
                  <a:lnTo>
                    <a:pt x="37439" y="36283"/>
                  </a:lnTo>
                  <a:lnTo>
                    <a:pt x="37439" y="35712"/>
                  </a:lnTo>
                  <a:lnTo>
                    <a:pt x="41821" y="33997"/>
                  </a:lnTo>
                  <a:lnTo>
                    <a:pt x="45910" y="31521"/>
                  </a:lnTo>
                  <a:lnTo>
                    <a:pt x="49720" y="28282"/>
                  </a:lnTo>
                  <a:lnTo>
                    <a:pt x="53721" y="25044"/>
                  </a:lnTo>
                  <a:lnTo>
                    <a:pt x="55626" y="20955"/>
                  </a:lnTo>
                  <a:close/>
                </a:path>
                <a:path w="1430654" h="354330">
                  <a:moveTo>
                    <a:pt x="1430502" y="348615"/>
                  </a:moveTo>
                  <a:lnTo>
                    <a:pt x="349643" y="348615"/>
                  </a:lnTo>
                  <a:lnTo>
                    <a:pt x="349643" y="354330"/>
                  </a:lnTo>
                  <a:lnTo>
                    <a:pt x="1430502" y="354330"/>
                  </a:lnTo>
                  <a:lnTo>
                    <a:pt x="1430502" y="348615"/>
                  </a:lnTo>
                  <a:close/>
                </a:path>
                <a:path w="1430654" h="354330">
                  <a:moveTo>
                    <a:pt x="1430502" y="291465"/>
                  </a:moveTo>
                  <a:lnTo>
                    <a:pt x="349643" y="291465"/>
                  </a:lnTo>
                  <a:lnTo>
                    <a:pt x="349643" y="297180"/>
                  </a:lnTo>
                  <a:lnTo>
                    <a:pt x="1430502" y="297180"/>
                  </a:lnTo>
                  <a:lnTo>
                    <a:pt x="1430502" y="291465"/>
                  </a:lnTo>
                  <a:close/>
                </a:path>
                <a:path w="1430654" h="354330">
                  <a:moveTo>
                    <a:pt x="1430502" y="234315"/>
                  </a:moveTo>
                  <a:lnTo>
                    <a:pt x="349643" y="234315"/>
                  </a:lnTo>
                  <a:lnTo>
                    <a:pt x="349643" y="240030"/>
                  </a:lnTo>
                  <a:lnTo>
                    <a:pt x="1430502" y="240030"/>
                  </a:lnTo>
                  <a:lnTo>
                    <a:pt x="1430502" y="234315"/>
                  </a:lnTo>
                  <a:close/>
                </a:path>
                <a:path w="1430654" h="354330">
                  <a:moveTo>
                    <a:pt x="1430502" y="177165"/>
                  </a:moveTo>
                  <a:lnTo>
                    <a:pt x="349643" y="177165"/>
                  </a:lnTo>
                  <a:lnTo>
                    <a:pt x="349643" y="182880"/>
                  </a:lnTo>
                  <a:lnTo>
                    <a:pt x="1430502" y="182880"/>
                  </a:lnTo>
                  <a:lnTo>
                    <a:pt x="1430502" y="177165"/>
                  </a:lnTo>
                  <a:close/>
                </a:path>
                <a:path w="1430654" h="354330">
                  <a:moveTo>
                    <a:pt x="1430502" y="120015"/>
                  </a:moveTo>
                  <a:lnTo>
                    <a:pt x="349643" y="120015"/>
                  </a:lnTo>
                  <a:lnTo>
                    <a:pt x="349643" y="125730"/>
                  </a:lnTo>
                  <a:lnTo>
                    <a:pt x="1430502" y="125730"/>
                  </a:lnTo>
                  <a:lnTo>
                    <a:pt x="1430502" y="1200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69689" y="1810766"/>
              <a:ext cx="75437" cy="21069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229265" y="1628267"/>
              <a:ext cx="59690" cy="173990"/>
            </a:xfrm>
            <a:custGeom>
              <a:avLst/>
              <a:gdLst/>
              <a:ahLst/>
              <a:cxnLst/>
              <a:rect l="l" t="t" r="r" b="b"/>
              <a:pathLst>
                <a:path w="59689" h="173989">
                  <a:moveTo>
                    <a:pt x="31718" y="173450"/>
                  </a:moveTo>
                  <a:lnTo>
                    <a:pt x="3500" y="144589"/>
                  </a:lnTo>
                  <a:lnTo>
                    <a:pt x="0" y="132016"/>
                  </a:lnTo>
                  <a:lnTo>
                    <a:pt x="2125" y="123497"/>
                  </a:lnTo>
                  <a:lnTo>
                    <a:pt x="6500" y="117371"/>
                  </a:lnTo>
                  <a:lnTo>
                    <a:pt x="13126" y="113639"/>
                  </a:lnTo>
                  <a:lnTo>
                    <a:pt x="22002" y="112299"/>
                  </a:lnTo>
                  <a:lnTo>
                    <a:pt x="27146" y="112299"/>
                  </a:lnTo>
                  <a:lnTo>
                    <a:pt x="33051" y="114109"/>
                  </a:lnTo>
                  <a:lnTo>
                    <a:pt x="39719" y="117728"/>
                  </a:lnTo>
                  <a:lnTo>
                    <a:pt x="39719" y="117157"/>
                  </a:lnTo>
                  <a:lnTo>
                    <a:pt x="3714" y="70294"/>
                  </a:lnTo>
                  <a:lnTo>
                    <a:pt x="8518" y="65811"/>
                  </a:lnTo>
                  <a:lnTo>
                    <a:pt x="12930" y="60936"/>
                  </a:lnTo>
                  <a:lnTo>
                    <a:pt x="26360" y="31468"/>
                  </a:lnTo>
                  <a:lnTo>
                    <a:pt x="26288" y="24860"/>
                  </a:lnTo>
                  <a:lnTo>
                    <a:pt x="24163" y="18162"/>
                  </a:lnTo>
                  <a:lnTo>
                    <a:pt x="21216" y="11787"/>
                  </a:lnTo>
                  <a:lnTo>
                    <a:pt x="17448" y="5732"/>
                  </a:lnTo>
                  <a:lnTo>
                    <a:pt x="12858" y="0"/>
                  </a:lnTo>
                  <a:lnTo>
                    <a:pt x="22574" y="0"/>
                  </a:lnTo>
                  <a:lnTo>
                    <a:pt x="59435" y="44576"/>
                  </a:lnTo>
                  <a:lnTo>
                    <a:pt x="49934" y="55899"/>
                  </a:lnTo>
                  <a:lnTo>
                    <a:pt x="42862" y="66722"/>
                  </a:lnTo>
                  <a:lnTo>
                    <a:pt x="38219" y="77045"/>
                  </a:lnTo>
                  <a:lnTo>
                    <a:pt x="36004" y="86867"/>
                  </a:lnTo>
                  <a:lnTo>
                    <a:pt x="36194" y="94868"/>
                  </a:lnTo>
                  <a:lnTo>
                    <a:pt x="38671" y="102488"/>
                  </a:lnTo>
                  <a:lnTo>
                    <a:pt x="43433" y="109727"/>
                  </a:lnTo>
                  <a:lnTo>
                    <a:pt x="58292" y="129444"/>
                  </a:lnTo>
                  <a:lnTo>
                    <a:pt x="54863" y="134016"/>
                  </a:lnTo>
                  <a:lnTo>
                    <a:pt x="49339" y="130968"/>
                  </a:lnTo>
                  <a:lnTo>
                    <a:pt x="44005" y="129254"/>
                  </a:lnTo>
                  <a:lnTo>
                    <a:pt x="38861" y="128873"/>
                  </a:lnTo>
                  <a:lnTo>
                    <a:pt x="33908" y="128682"/>
                  </a:lnTo>
                  <a:lnTo>
                    <a:pt x="29813" y="130968"/>
                  </a:lnTo>
                  <a:lnTo>
                    <a:pt x="26574" y="135731"/>
                  </a:lnTo>
                  <a:lnTo>
                    <a:pt x="22574" y="142779"/>
                  </a:lnTo>
                  <a:lnTo>
                    <a:pt x="22098" y="149351"/>
                  </a:lnTo>
                  <a:lnTo>
                    <a:pt x="25145" y="155447"/>
                  </a:lnTo>
                  <a:lnTo>
                    <a:pt x="28003" y="161543"/>
                  </a:lnTo>
                  <a:lnTo>
                    <a:pt x="31242" y="166020"/>
                  </a:lnTo>
                  <a:lnTo>
                    <a:pt x="34861" y="168878"/>
                  </a:lnTo>
                  <a:lnTo>
                    <a:pt x="31718" y="173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28598" y="1825148"/>
              <a:ext cx="110966" cy="23174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97922" y="1571117"/>
              <a:ext cx="111140" cy="25831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83097" y="1571117"/>
              <a:ext cx="111140" cy="25831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080688" y="752484"/>
              <a:ext cx="735330" cy="1282065"/>
            </a:xfrm>
            <a:custGeom>
              <a:avLst/>
              <a:gdLst/>
              <a:ahLst/>
              <a:cxnLst/>
              <a:rect l="l" t="t" r="r" b="b"/>
              <a:pathLst>
                <a:path w="735329" h="1282064">
                  <a:moveTo>
                    <a:pt x="734923" y="1047242"/>
                  </a:moveTo>
                  <a:lnTo>
                    <a:pt x="12700" y="1047242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47242"/>
                  </a:lnTo>
                  <a:lnTo>
                    <a:pt x="0" y="1047242"/>
                  </a:lnTo>
                  <a:lnTo>
                    <a:pt x="0" y="1052957"/>
                  </a:lnTo>
                  <a:lnTo>
                    <a:pt x="4127" y="1052957"/>
                  </a:lnTo>
                  <a:lnTo>
                    <a:pt x="4127" y="1104392"/>
                  </a:lnTo>
                  <a:lnTo>
                    <a:pt x="0" y="1104392"/>
                  </a:lnTo>
                  <a:lnTo>
                    <a:pt x="0" y="1110107"/>
                  </a:lnTo>
                  <a:lnTo>
                    <a:pt x="4127" y="1110107"/>
                  </a:lnTo>
                  <a:lnTo>
                    <a:pt x="4127" y="1161542"/>
                  </a:lnTo>
                  <a:lnTo>
                    <a:pt x="0" y="1161542"/>
                  </a:lnTo>
                  <a:lnTo>
                    <a:pt x="0" y="1167257"/>
                  </a:lnTo>
                  <a:lnTo>
                    <a:pt x="4127" y="1167257"/>
                  </a:lnTo>
                  <a:lnTo>
                    <a:pt x="4127" y="1218692"/>
                  </a:lnTo>
                  <a:lnTo>
                    <a:pt x="0" y="1218692"/>
                  </a:lnTo>
                  <a:lnTo>
                    <a:pt x="0" y="1224407"/>
                  </a:lnTo>
                  <a:lnTo>
                    <a:pt x="4127" y="1224407"/>
                  </a:lnTo>
                  <a:lnTo>
                    <a:pt x="4127" y="1275842"/>
                  </a:lnTo>
                  <a:lnTo>
                    <a:pt x="0" y="1275842"/>
                  </a:lnTo>
                  <a:lnTo>
                    <a:pt x="0" y="1281557"/>
                  </a:lnTo>
                  <a:lnTo>
                    <a:pt x="4127" y="1281557"/>
                  </a:lnTo>
                  <a:lnTo>
                    <a:pt x="12700" y="1281557"/>
                  </a:lnTo>
                  <a:lnTo>
                    <a:pt x="734923" y="1281557"/>
                  </a:lnTo>
                  <a:lnTo>
                    <a:pt x="734923" y="1275842"/>
                  </a:lnTo>
                  <a:lnTo>
                    <a:pt x="12700" y="1275842"/>
                  </a:lnTo>
                  <a:lnTo>
                    <a:pt x="12700" y="1224407"/>
                  </a:lnTo>
                  <a:lnTo>
                    <a:pt x="734923" y="1224407"/>
                  </a:lnTo>
                  <a:lnTo>
                    <a:pt x="734923" y="1218692"/>
                  </a:lnTo>
                  <a:lnTo>
                    <a:pt x="12700" y="1218692"/>
                  </a:lnTo>
                  <a:lnTo>
                    <a:pt x="12700" y="1167257"/>
                  </a:lnTo>
                  <a:lnTo>
                    <a:pt x="734923" y="1167257"/>
                  </a:lnTo>
                  <a:lnTo>
                    <a:pt x="734923" y="1161542"/>
                  </a:lnTo>
                  <a:lnTo>
                    <a:pt x="12700" y="1161542"/>
                  </a:lnTo>
                  <a:lnTo>
                    <a:pt x="12700" y="1110107"/>
                  </a:lnTo>
                  <a:lnTo>
                    <a:pt x="734923" y="1110107"/>
                  </a:lnTo>
                  <a:lnTo>
                    <a:pt x="734923" y="1104392"/>
                  </a:lnTo>
                  <a:lnTo>
                    <a:pt x="12700" y="1104392"/>
                  </a:lnTo>
                  <a:lnTo>
                    <a:pt x="12700" y="1052957"/>
                  </a:lnTo>
                  <a:lnTo>
                    <a:pt x="734923" y="1052957"/>
                  </a:lnTo>
                  <a:lnTo>
                    <a:pt x="734923" y="10472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64835" y="1628267"/>
              <a:ext cx="166306" cy="45719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03947" y="1571117"/>
              <a:ext cx="111140" cy="25831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03569" y="1571117"/>
              <a:ext cx="111140" cy="25831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815611" y="752484"/>
              <a:ext cx="856615" cy="1282065"/>
            </a:xfrm>
            <a:custGeom>
              <a:avLst/>
              <a:gdLst/>
              <a:ahLst/>
              <a:cxnLst/>
              <a:rect l="l" t="t" r="r" b="b"/>
              <a:pathLst>
                <a:path w="856614" h="1282064">
                  <a:moveTo>
                    <a:pt x="856107" y="1047242"/>
                  </a:moveTo>
                  <a:lnTo>
                    <a:pt x="106692" y="1047242"/>
                  </a:lnTo>
                  <a:lnTo>
                    <a:pt x="110705" y="1040091"/>
                  </a:lnTo>
                  <a:lnTo>
                    <a:pt x="113944" y="1035329"/>
                  </a:lnTo>
                  <a:lnTo>
                    <a:pt x="118046" y="1033043"/>
                  </a:lnTo>
                  <a:lnTo>
                    <a:pt x="122999" y="1033233"/>
                  </a:lnTo>
                  <a:lnTo>
                    <a:pt x="128143" y="1033614"/>
                  </a:lnTo>
                  <a:lnTo>
                    <a:pt x="133477" y="1035329"/>
                  </a:lnTo>
                  <a:lnTo>
                    <a:pt x="139001" y="1038377"/>
                  </a:lnTo>
                  <a:lnTo>
                    <a:pt x="142430" y="1033805"/>
                  </a:lnTo>
                  <a:lnTo>
                    <a:pt x="127571" y="1014095"/>
                  </a:lnTo>
                  <a:lnTo>
                    <a:pt x="122809" y="1006856"/>
                  </a:lnTo>
                  <a:lnTo>
                    <a:pt x="120332" y="999236"/>
                  </a:lnTo>
                  <a:lnTo>
                    <a:pt x="120142" y="991235"/>
                  </a:lnTo>
                  <a:lnTo>
                    <a:pt x="122351" y="981405"/>
                  </a:lnTo>
                  <a:lnTo>
                    <a:pt x="127000" y="971080"/>
                  </a:lnTo>
                  <a:lnTo>
                    <a:pt x="134073" y="960259"/>
                  </a:lnTo>
                  <a:lnTo>
                    <a:pt x="143573" y="948944"/>
                  </a:lnTo>
                  <a:lnTo>
                    <a:pt x="106705" y="904367"/>
                  </a:lnTo>
                  <a:lnTo>
                    <a:pt x="96989" y="904367"/>
                  </a:lnTo>
                  <a:lnTo>
                    <a:pt x="101587" y="910094"/>
                  </a:lnTo>
                  <a:lnTo>
                    <a:pt x="105359" y="916152"/>
                  </a:lnTo>
                  <a:lnTo>
                    <a:pt x="108305" y="922528"/>
                  </a:lnTo>
                  <a:lnTo>
                    <a:pt x="110426" y="929220"/>
                  </a:lnTo>
                  <a:lnTo>
                    <a:pt x="110502" y="935837"/>
                  </a:lnTo>
                  <a:lnTo>
                    <a:pt x="109562" y="942225"/>
                  </a:lnTo>
                  <a:lnTo>
                    <a:pt x="87845" y="974661"/>
                  </a:lnTo>
                  <a:lnTo>
                    <a:pt x="123850" y="1021524"/>
                  </a:lnTo>
                  <a:lnTo>
                    <a:pt x="123850" y="1022096"/>
                  </a:lnTo>
                  <a:lnTo>
                    <a:pt x="117182" y="1018476"/>
                  </a:lnTo>
                  <a:lnTo>
                    <a:pt x="111277" y="1016660"/>
                  </a:lnTo>
                  <a:lnTo>
                    <a:pt x="106133" y="1016660"/>
                  </a:lnTo>
                  <a:lnTo>
                    <a:pt x="97269" y="1018006"/>
                  </a:lnTo>
                  <a:lnTo>
                    <a:pt x="90639" y="1021740"/>
                  </a:lnTo>
                  <a:lnTo>
                    <a:pt x="86258" y="1027861"/>
                  </a:lnTo>
                  <a:lnTo>
                    <a:pt x="84137" y="1036383"/>
                  </a:lnTo>
                  <a:lnTo>
                    <a:pt x="85369" y="1042885"/>
                  </a:lnTo>
                  <a:lnTo>
                    <a:pt x="86995" y="1047242"/>
                  </a:lnTo>
                  <a:lnTo>
                    <a:pt x="12700" y="1047242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47242"/>
                  </a:lnTo>
                  <a:lnTo>
                    <a:pt x="0" y="1047242"/>
                  </a:lnTo>
                  <a:lnTo>
                    <a:pt x="0" y="1052957"/>
                  </a:lnTo>
                  <a:lnTo>
                    <a:pt x="4127" y="1052957"/>
                  </a:lnTo>
                  <a:lnTo>
                    <a:pt x="4127" y="1104392"/>
                  </a:lnTo>
                  <a:lnTo>
                    <a:pt x="0" y="1104392"/>
                  </a:lnTo>
                  <a:lnTo>
                    <a:pt x="0" y="1110107"/>
                  </a:lnTo>
                  <a:lnTo>
                    <a:pt x="4127" y="1110107"/>
                  </a:lnTo>
                  <a:lnTo>
                    <a:pt x="4127" y="1161542"/>
                  </a:lnTo>
                  <a:lnTo>
                    <a:pt x="0" y="1161542"/>
                  </a:lnTo>
                  <a:lnTo>
                    <a:pt x="0" y="1167257"/>
                  </a:lnTo>
                  <a:lnTo>
                    <a:pt x="4127" y="1167257"/>
                  </a:lnTo>
                  <a:lnTo>
                    <a:pt x="4127" y="1218692"/>
                  </a:lnTo>
                  <a:lnTo>
                    <a:pt x="0" y="1218692"/>
                  </a:lnTo>
                  <a:lnTo>
                    <a:pt x="0" y="1224407"/>
                  </a:lnTo>
                  <a:lnTo>
                    <a:pt x="4127" y="1224407"/>
                  </a:lnTo>
                  <a:lnTo>
                    <a:pt x="4127" y="1275842"/>
                  </a:lnTo>
                  <a:lnTo>
                    <a:pt x="0" y="1275842"/>
                  </a:lnTo>
                  <a:lnTo>
                    <a:pt x="0" y="1281557"/>
                  </a:lnTo>
                  <a:lnTo>
                    <a:pt x="4127" y="1281557"/>
                  </a:lnTo>
                  <a:lnTo>
                    <a:pt x="12700" y="1281557"/>
                  </a:lnTo>
                  <a:lnTo>
                    <a:pt x="856107" y="1281557"/>
                  </a:lnTo>
                  <a:lnTo>
                    <a:pt x="856107" y="1275842"/>
                  </a:lnTo>
                  <a:lnTo>
                    <a:pt x="12700" y="1275842"/>
                  </a:lnTo>
                  <a:lnTo>
                    <a:pt x="12700" y="1224407"/>
                  </a:lnTo>
                  <a:lnTo>
                    <a:pt x="856107" y="1224407"/>
                  </a:lnTo>
                  <a:lnTo>
                    <a:pt x="856107" y="1218692"/>
                  </a:lnTo>
                  <a:lnTo>
                    <a:pt x="12700" y="1218692"/>
                  </a:lnTo>
                  <a:lnTo>
                    <a:pt x="12700" y="1167257"/>
                  </a:lnTo>
                  <a:lnTo>
                    <a:pt x="856107" y="1167257"/>
                  </a:lnTo>
                  <a:lnTo>
                    <a:pt x="856107" y="1161542"/>
                  </a:lnTo>
                  <a:lnTo>
                    <a:pt x="12700" y="1161542"/>
                  </a:lnTo>
                  <a:lnTo>
                    <a:pt x="12700" y="1110107"/>
                  </a:lnTo>
                  <a:lnTo>
                    <a:pt x="856107" y="1110107"/>
                  </a:lnTo>
                  <a:lnTo>
                    <a:pt x="856107" y="1104392"/>
                  </a:lnTo>
                  <a:lnTo>
                    <a:pt x="12700" y="1104392"/>
                  </a:lnTo>
                  <a:lnTo>
                    <a:pt x="12700" y="1052957"/>
                  </a:lnTo>
                  <a:lnTo>
                    <a:pt x="89979" y="1052957"/>
                  </a:lnTo>
                  <a:lnTo>
                    <a:pt x="90944" y="1054595"/>
                  </a:lnTo>
                  <a:lnTo>
                    <a:pt x="95275" y="1059815"/>
                  </a:lnTo>
                  <a:lnTo>
                    <a:pt x="115849" y="1077810"/>
                  </a:lnTo>
                  <a:lnTo>
                    <a:pt x="118999" y="1073238"/>
                  </a:lnTo>
                  <a:lnTo>
                    <a:pt x="115379" y="1070381"/>
                  </a:lnTo>
                  <a:lnTo>
                    <a:pt x="112141" y="1065911"/>
                  </a:lnTo>
                  <a:lnTo>
                    <a:pt x="109283" y="1059815"/>
                  </a:lnTo>
                  <a:lnTo>
                    <a:pt x="106235" y="1053719"/>
                  </a:lnTo>
                  <a:lnTo>
                    <a:pt x="106286" y="1052957"/>
                  </a:lnTo>
                  <a:lnTo>
                    <a:pt x="856107" y="1052957"/>
                  </a:lnTo>
                  <a:lnTo>
                    <a:pt x="856107" y="10472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99088" y="1853723"/>
              <a:ext cx="110966" cy="23174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82859" y="1571117"/>
              <a:ext cx="111140" cy="25831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82482" y="1571117"/>
              <a:ext cx="111140" cy="25831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5671718" y="752484"/>
              <a:ext cx="679450" cy="1282065"/>
            </a:xfrm>
            <a:custGeom>
              <a:avLst/>
              <a:gdLst/>
              <a:ahLst/>
              <a:cxnLst/>
              <a:rect l="l" t="t" r="r" b="b"/>
              <a:pathLst>
                <a:path w="679450" h="1282064">
                  <a:moveTo>
                    <a:pt x="678916" y="1047242"/>
                  </a:moveTo>
                  <a:lnTo>
                    <a:pt x="106705" y="1047242"/>
                  </a:lnTo>
                  <a:lnTo>
                    <a:pt x="110718" y="1040091"/>
                  </a:lnTo>
                  <a:lnTo>
                    <a:pt x="113957" y="1035329"/>
                  </a:lnTo>
                  <a:lnTo>
                    <a:pt x="118046" y="1033043"/>
                  </a:lnTo>
                  <a:lnTo>
                    <a:pt x="122999" y="1033233"/>
                  </a:lnTo>
                  <a:lnTo>
                    <a:pt x="128143" y="1033614"/>
                  </a:lnTo>
                  <a:lnTo>
                    <a:pt x="133477" y="1035329"/>
                  </a:lnTo>
                  <a:lnTo>
                    <a:pt x="139001" y="1038377"/>
                  </a:lnTo>
                  <a:lnTo>
                    <a:pt x="142430" y="1033805"/>
                  </a:lnTo>
                  <a:lnTo>
                    <a:pt x="127571" y="1014095"/>
                  </a:lnTo>
                  <a:lnTo>
                    <a:pt x="122809" y="1006856"/>
                  </a:lnTo>
                  <a:lnTo>
                    <a:pt x="120332" y="999236"/>
                  </a:lnTo>
                  <a:lnTo>
                    <a:pt x="120142" y="991235"/>
                  </a:lnTo>
                  <a:lnTo>
                    <a:pt x="122364" y="981405"/>
                  </a:lnTo>
                  <a:lnTo>
                    <a:pt x="127000" y="971080"/>
                  </a:lnTo>
                  <a:lnTo>
                    <a:pt x="134073" y="960259"/>
                  </a:lnTo>
                  <a:lnTo>
                    <a:pt x="143573" y="948944"/>
                  </a:lnTo>
                  <a:lnTo>
                    <a:pt x="106718" y="904367"/>
                  </a:lnTo>
                  <a:lnTo>
                    <a:pt x="97002" y="904367"/>
                  </a:lnTo>
                  <a:lnTo>
                    <a:pt x="101587" y="910094"/>
                  </a:lnTo>
                  <a:lnTo>
                    <a:pt x="105359" y="916152"/>
                  </a:lnTo>
                  <a:lnTo>
                    <a:pt x="108305" y="922528"/>
                  </a:lnTo>
                  <a:lnTo>
                    <a:pt x="110426" y="929220"/>
                  </a:lnTo>
                  <a:lnTo>
                    <a:pt x="110502" y="935837"/>
                  </a:lnTo>
                  <a:lnTo>
                    <a:pt x="109575" y="942225"/>
                  </a:lnTo>
                  <a:lnTo>
                    <a:pt x="87858" y="974661"/>
                  </a:lnTo>
                  <a:lnTo>
                    <a:pt x="123863" y="1021524"/>
                  </a:lnTo>
                  <a:lnTo>
                    <a:pt x="123863" y="1022096"/>
                  </a:lnTo>
                  <a:lnTo>
                    <a:pt x="117195" y="1018476"/>
                  </a:lnTo>
                  <a:lnTo>
                    <a:pt x="111290" y="1016660"/>
                  </a:lnTo>
                  <a:lnTo>
                    <a:pt x="106146" y="1016660"/>
                  </a:lnTo>
                  <a:lnTo>
                    <a:pt x="97269" y="1018006"/>
                  </a:lnTo>
                  <a:lnTo>
                    <a:pt x="90639" y="1021740"/>
                  </a:lnTo>
                  <a:lnTo>
                    <a:pt x="86271" y="1027861"/>
                  </a:lnTo>
                  <a:lnTo>
                    <a:pt x="84137" y="1036383"/>
                  </a:lnTo>
                  <a:lnTo>
                    <a:pt x="85369" y="1042885"/>
                  </a:lnTo>
                  <a:lnTo>
                    <a:pt x="86995" y="1047242"/>
                  </a:lnTo>
                  <a:lnTo>
                    <a:pt x="12700" y="1047242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47242"/>
                  </a:lnTo>
                  <a:lnTo>
                    <a:pt x="0" y="1047242"/>
                  </a:lnTo>
                  <a:lnTo>
                    <a:pt x="0" y="1052957"/>
                  </a:lnTo>
                  <a:lnTo>
                    <a:pt x="4127" y="1052957"/>
                  </a:lnTo>
                  <a:lnTo>
                    <a:pt x="4127" y="1104392"/>
                  </a:lnTo>
                  <a:lnTo>
                    <a:pt x="0" y="1104392"/>
                  </a:lnTo>
                  <a:lnTo>
                    <a:pt x="0" y="1110107"/>
                  </a:lnTo>
                  <a:lnTo>
                    <a:pt x="4127" y="1110107"/>
                  </a:lnTo>
                  <a:lnTo>
                    <a:pt x="4127" y="1161542"/>
                  </a:lnTo>
                  <a:lnTo>
                    <a:pt x="0" y="1161542"/>
                  </a:lnTo>
                  <a:lnTo>
                    <a:pt x="0" y="1167257"/>
                  </a:lnTo>
                  <a:lnTo>
                    <a:pt x="4127" y="1167257"/>
                  </a:lnTo>
                  <a:lnTo>
                    <a:pt x="4127" y="1218692"/>
                  </a:lnTo>
                  <a:lnTo>
                    <a:pt x="0" y="1218692"/>
                  </a:lnTo>
                  <a:lnTo>
                    <a:pt x="0" y="1224407"/>
                  </a:lnTo>
                  <a:lnTo>
                    <a:pt x="4127" y="1224407"/>
                  </a:lnTo>
                  <a:lnTo>
                    <a:pt x="4127" y="1275842"/>
                  </a:lnTo>
                  <a:lnTo>
                    <a:pt x="0" y="1275842"/>
                  </a:lnTo>
                  <a:lnTo>
                    <a:pt x="0" y="1281557"/>
                  </a:lnTo>
                  <a:lnTo>
                    <a:pt x="4127" y="1281557"/>
                  </a:lnTo>
                  <a:lnTo>
                    <a:pt x="12700" y="1281557"/>
                  </a:lnTo>
                  <a:lnTo>
                    <a:pt x="678916" y="1281557"/>
                  </a:lnTo>
                  <a:lnTo>
                    <a:pt x="678916" y="1275842"/>
                  </a:lnTo>
                  <a:lnTo>
                    <a:pt x="12700" y="1275842"/>
                  </a:lnTo>
                  <a:lnTo>
                    <a:pt x="12700" y="1224407"/>
                  </a:lnTo>
                  <a:lnTo>
                    <a:pt x="678916" y="1224407"/>
                  </a:lnTo>
                  <a:lnTo>
                    <a:pt x="678916" y="1218692"/>
                  </a:lnTo>
                  <a:lnTo>
                    <a:pt x="12700" y="1218692"/>
                  </a:lnTo>
                  <a:lnTo>
                    <a:pt x="12700" y="1167257"/>
                  </a:lnTo>
                  <a:lnTo>
                    <a:pt x="678916" y="1167257"/>
                  </a:lnTo>
                  <a:lnTo>
                    <a:pt x="678916" y="1161542"/>
                  </a:lnTo>
                  <a:lnTo>
                    <a:pt x="12700" y="1161542"/>
                  </a:lnTo>
                  <a:lnTo>
                    <a:pt x="12700" y="1110107"/>
                  </a:lnTo>
                  <a:lnTo>
                    <a:pt x="678916" y="1110107"/>
                  </a:lnTo>
                  <a:lnTo>
                    <a:pt x="678916" y="1104392"/>
                  </a:lnTo>
                  <a:lnTo>
                    <a:pt x="12700" y="1104392"/>
                  </a:lnTo>
                  <a:lnTo>
                    <a:pt x="12700" y="1052957"/>
                  </a:lnTo>
                  <a:lnTo>
                    <a:pt x="89979" y="1052957"/>
                  </a:lnTo>
                  <a:lnTo>
                    <a:pt x="90944" y="1054595"/>
                  </a:lnTo>
                  <a:lnTo>
                    <a:pt x="95288" y="1059815"/>
                  </a:lnTo>
                  <a:lnTo>
                    <a:pt x="115862" y="1077810"/>
                  </a:lnTo>
                  <a:lnTo>
                    <a:pt x="118999" y="1073238"/>
                  </a:lnTo>
                  <a:lnTo>
                    <a:pt x="115379" y="1070381"/>
                  </a:lnTo>
                  <a:lnTo>
                    <a:pt x="112141" y="1065911"/>
                  </a:lnTo>
                  <a:lnTo>
                    <a:pt x="109283" y="1059815"/>
                  </a:lnTo>
                  <a:lnTo>
                    <a:pt x="106235" y="1053719"/>
                  </a:lnTo>
                  <a:lnTo>
                    <a:pt x="106286" y="1052957"/>
                  </a:lnTo>
                  <a:lnTo>
                    <a:pt x="678916" y="1052957"/>
                  </a:lnTo>
                  <a:lnTo>
                    <a:pt x="678916" y="10472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755197" y="1882298"/>
              <a:ext cx="110966" cy="231743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955487" y="1599692"/>
              <a:ext cx="74294" cy="28689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155110" y="1599692"/>
              <a:ext cx="74294" cy="28689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350635" y="752484"/>
              <a:ext cx="917575" cy="1282065"/>
            </a:xfrm>
            <a:custGeom>
              <a:avLst/>
              <a:gdLst/>
              <a:ahLst/>
              <a:cxnLst/>
              <a:rect l="l" t="t" r="r" b="b"/>
              <a:pathLst>
                <a:path w="917575" h="1282064">
                  <a:moveTo>
                    <a:pt x="917257" y="1047242"/>
                  </a:moveTo>
                  <a:lnTo>
                    <a:pt x="12700" y="1047242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47242"/>
                  </a:lnTo>
                  <a:lnTo>
                    <a:pt x="0" y="1047242"/>
                  </a:lnTo>
                  <a:lnTo>
                    <a:pt x="0" y="1052957"/>
                  </a:lnTo>
                  <a:lnTo>
                    <a:pt x="4127" y="1052957"/>
                  </a:lnTo>
                  <a:lnTo>
                    <a:pt x="4127" y="1104392"/>
                  </a:lnTo>
                  <a:lnTo>
                    <a:pt x="0" y="1104392"/>
                  </a:lnTo>
                  <a:lnTo>
                    <a:pt x="0" y="1110107"/>
                  </a:lnTo>
                  <a:lnTo>
                    <a:pt x="4127" y="1110107"/>
                  </a:lnTo>
                  <a:lnTo>
                    <a:pt x="4127" y="1161542"/>
                  </a:lnTo>
                  <a:lnTo>
                    <a:pt x="0" y="1161542"/>
                  </a:lnTo>
                  <a:lnTo>
                    <a:pt x="0" y="1167257"/>
                  </a:lnTo>
                  <a:lnTo>
                    <a:pt x="4127" y="1167257"/>
                  </a:lnTo>
                  <a:lnTo>
                    <a:pt x="4127" y="1218692"/>
                  </a:lnTo>
                  <a:lnTo>
                    <a:pt x="0" y="1218692"/>
                  </a:lnTo>
                  <a:lnTo>
                    <a:pt x="0" y="1224407"/>
                  </a:lnTo>
                  <a:lnTo>
                    <a:pt x="4127" y="1224407"/>
                  </a:lnTo>
                  <a:lnTo>
                    <a:pt x="4127" y="1275842"/>
                  </a:lnTo>
                  <a:lnTo>
                    <a:pt x="0" y="1275842"/>
                  </a:lnTo>
                  <a:lnTo>
                    <a:pt x="0" y="1281557"/>
                  </a:lnTo>
                  <a:lnTo>
                    <a:pt x="4127" y="1281557"/>
                  </a:lnTo>
                  <a:lnTo>
                    <a:pt x="12700" y="1281557"/>
                  </a:lnTo>
                  <a:lnTo>
                    <a:pt x="917257" y="1281557"/>
                  </a:lnTo>
                  <a:lnTo>
                    <a:pt x="917257" y="1275842"/>
                  </a:lnTo>
                  <a:lnTo>
                    <a:pt x="12700" y="1275842"/>
                  </a:lnTo>
                  <a:lnTo>
                    <a:pt x="12700" y="1224407"/>
                  </a:lnTo>
                  <a:lnTo>
                    <a:pt x="917257" y="1224407"/>
                  </a:lnTo>
                  <a:lnTo>
                    <a:pt x="917257" y="1218692"/>
                  </a:lnTo>
                  <a:lnTo>
                    <a:pt x="12700" y="1218692"/>
                  </a:lnTo>
                  <a:lnTo>
                    <a:pt x="12700" y="1167257"/>
                  </a:lnTo>
                  <a:lnTo>
                    <a:pt x="917257" y="1167257"/>
                  </a:lnTo>
                  <a:lnTo>
                    <a:pt x="917257" y="1161542"/>
                  </a:lnTo>
                  <a:lnTo>
                    <a:pt x="12700" y="1161542"/>
                  </a:lnTo>
                  <a:lnTo>
                    <a:pt x="12700" y="1110107"/>
                  </a:lnTo>
                  <a:lnTo>
                    <a:pt x="917257" y="1110107"/>
                  </a:lnTo>
                  <a:lnTo>
                    <a:pt x="917257" y="1104392"/>
                  </a:lnTo>
                  <a:lnTo>
                    <a:pt x="12700" y="1104392"/>
                  </a:lnTo>
                  <a:lnTo>
                    <a:pt x="12700" y="1052957"/>
                  </a:lnTo>
                  <a:lnTo>
                    <a:pt x="917257" y="1052957"/>
                  </a:lnTo>
                  <a:lnTo>
                    <a:pt x="917257" y="10472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434776" y="1685417"/>
              <a:ext cx="171449" cy="42862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695550" y="1599692"/>
              <a:ext cx="74294" cy="28689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895172" y="1599692"/>
              <a:ext cx="74294" cy="286892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79387" y="752484"/>
              <a:ext cx="7101205" cy="3009265"/>
            </a:xfrm>
            <a:custGeom>
              <a:avLst/>
              <a:gdLst/>
              <a:ahLst/>
              <a:cxnLst/>
              <a:rect l="l" t="t" r="r" b="b"/>
              <a:pathLst>
                <a:path w="7101205" h="3009265">
                  <a:moveTo>
                    <a:pt x="68859" y="1906663"/>
                  </a:moveTo>
                  <a:lnTo>
                    <a:pt x="46570" y="1949970"/>
                  </a:lnTo>
                  <a:lnTo>
                    <a:pt x="28994" y="1993404"/>
                  </a:lnTo>
                  <a:lnTo>
                    <a:pt x="14046" y="2048903"/>
                  </a:lnTo>
                  <a:lnTo>
                    <a:pt x="7048" y="2099144"/>
                  </a:lnTo>
                  <a:lnTo>
                    <a:pt x="6286" y="2122462"/>
                  </a:lnTo>
                  <a:lnTo>
                    <a:pt x="7175" y="2145487"/>
                  </a:lnTo>
                  <a:lnTo>
                    <a:pt x="8991" y="2168410"/>
                  </a:lnTo>
                  <a:lnTo>
                    <a:pt x="11747" y="2191258"/>
                  </a:lnTo>
                  <a:lnTo>
                    <a:pt x="15430" y="2214016"/>
                  </a:lnTo>
                  <a:lnTo>
                    <a:pt x="35039" y="2312974"/>
                  </a:lnTo>
                  <a:lnTo>
                    <a:pt x="37287" y="2325878"/>
                  </a:lnTo>
                  <a:lnTo>
                    <a:pt x="39039" y="2338095"/>
                  </a:lnTo>
                  <a:lnTo>
                    <a:pt x="40284" y="2349627"/>
                  </a:lnTo>
                  <a:lnTo>
                    <a:pt x="41148" y="2366492"/>
                  </a:lnTo>
                  <a:lnTo>
                    <a:pt x="40284" y="2380259"/>
                  </a:lnTo>
                  <a:lnTo>
                    <a:pt x="29425" y="2418118"/>
                  </a:lnTo>
                  <a:lnTo>
                    <a:pt x="0" y="2455976"/>
                  </a:lnTo>
                  <a:lnTo>
                    <a:pt x="0" y="2460117"/>
                  </a:lnTo>
                  <a:lnTo>
                    <a:pt x="29425" y="2500033"/>
                  </a:lnTo>
                  <a:lnTo>
                    <a:pt x="40284" y="2537549"/>
                  </a:lnTo>
                  <a:lnTo>
                    <a:pt x="41148" y="2552357"/>
                  </a:lnTo>
                  <a:lnTo>
                    <a:pt x="40474" y="2566873"/>
                  </a:lnTo>
                  <a:lnTo>
                    <a:pt x="38785" y="2582900"/>
                  </a:lnTo>
                  <a:lnTo>
                    <a:pt x="36055" y="2600426"/>
                  </a:lnTo>
                  <a:lnTo>
                    <a:pt x="15430" y="2704490"/>
                  </a:lnTo>
                  <a:lnTo>
                    <a:pt x="11747" y="2727375"/>
                  </a:lnTo>
                  <a:lnTo>
                    <a:pt x="8991" y="2750261"/>
                  </a:lnTo>
                  <a:lnTo>
                    <a:pt x="7175" y="2773146"/>
                  </a:lnTo>
                  <a:lnTo>
                    <a:pt x="6286" y="2796032"/>
                  </a:lnTo>
                  <a:lnTo>
                    <a:pt x="7048" y="2819336"/>
                  </a:lnTo>
                  <a:lnTo>
                    <a:pt x="14046" y="2869412"/>
                  </a:lnTo>
                  <a:lnTo>
                    <a:pt x="28676" y="2923768"/>
                  </a:lnTo>
                  <a:lnTo>
                    <a:pt x="52959" y="2980220"/>
                  </a:lnTo>
                  <a:lnTo>
                    <a:pt x="68859" y="3009087"/>
                  </a:lnTo>
                  <a:lnTo>
                    <a:pt x="68859" y="3005302"/>
                  </a:lnTo>
                  <a:lnTo>
                    <a:pt x="60032" y="2986582"/>
                  </a:lnTo>
                  <a:lnTo>
                    <a:pt x="52146" y="2967952"/>
                  </a:lnTo>
                  <a:lnTo>
                    <a:pt x="39141" y="2930956"/>
                  </a:lnTo>
                  <a:lnTo>
                    <a:pt x="31140" y="2892323"/>
                  </a:lnTo>
                  <a:lnTo>
                    <a:pt x="29425" y="2850070"/>
                  </a:lnTo>
                  <a:lnTo>
                    <a:pt x="30886" y="2829141"/>
                  </a:lnTo>
                  <a:lnTo>
                    <a:pt x="33286" y="2807995"/>
                  </a:lnTo>
                  <a:lnTo>
                    <a:pt x="36601" y="2786634"/>
                  </a:lnTo>
                  <a:lnTo>
                    <a:pt x="40855" y="2765056"/>
                  </a:lnTo>
                  <a:lnTo>
                    <a:pt x="59143" y="2681770"/>
                  </a:lnTo>
                  <a:lnTo>
                    <a:pt x="63068" y="2662186"/>
                  </a:lnTo>
                  <a:lnTo>
                    <a:pt x="66001" y="2643733"/>
                  </a:lnTo>
                  <a:lnTo>
                    <a:pt x="67932" y="2626398"/>
                  </a:lnTo>
                  <a:lnTo>
                    <a:pt x="68859" y="2610180"/>
                  </a:lnTo>
                  <a:lnTo>
                    <a:pt x="67983" y="2583396"/>
                  </a:lnTo>
                  <a:lnTo>
                    <a:pt x="60121" y="2538476"/>
                  </a:lnTo>
                  <a:lnTo>
                    <a:pt x="40284" y="2498661"/>
                  </a:lnTo>
                  <a:lnTo>
                    <a:pt x="13335" y="2468067"/>
                  </a:lnTo>
                  <a:lnTo>
                    <a:pt x="2286" y="2458047"/>
                  </a:lnTo>
                  <a:lnTo>
                    <a:pt x="13335" y="2448649"/>
                  </a:lnTo>
                  <a:lnTo>
                    <a:pt x="40284" y="2419159"/>
                  </a:lnTo>
                  <a:lnTo>
                    <a:pt x="60121" y="2379853"/>
                  </a:lnTo>
                  <a:lnTo>
                    <a:pt x="67983" y="2335276"/>
                  </a:lnTo>
                  <a:lnTo>
                    <a:pt x="68859" y="2308669"/>
                  </a:lnTo>
                  <a:lnTo>
                    <a:pt x="67932" y="2292299"/>
                  </a:lnTo>
                  <a:lnTo>
                    <a:pt x="66001" y="2274849"/>
                  </a:lnTo>
                  <a:lnTo>
                    <a:pt x="63068" y="2256332"/>
                  </a:lnTo>
                  <a:lnTo>
                    <a:pt x="59143" y="2236736"/>
                  </a:lnTo>
                  <a:lnTo>
                    <a:pt x="40284" y="2151037"/>
                  </a:lnTo>
                  <a:lnTo>
                    <a:pt x="36283" y="2130018"/>
                  </a:lnTo>
                  <a:lnTo>
                    <a:pt x="33147" y="2109305"/>
                  </a:lnTo>
                  <a:lnTo>
                    <a:pt x="30848" y="2088883"/>
                  </a:lnTo>
                  <a:lnTo>
                    <a:pt x="29425" y="2068779"/>
                  </a:lnTo>
                  <a:lnTo>
                    <a:pt x="29502" y="2047176"/>
                  </a:lnTo>
                  <a:lnTo>
                    <a:pt x="34353" y="2006561"/>
                  </a:lnTo>
                  <a:lnTo>
                    <a:pt x="46139" y="1965909"/>
                  </a:lnTo>
                  <a:lnTo>
                    <a:pt x="60426" y="1929422"/>
                  </a:lnTo>
                  <a:lnTo>
                    <a:pt x="68859" y="1910791"/>
                  </a:lnTo>
                  <a:lnTo>
                    <a:pt x="68859" y="1906663"/>
                  </a:lnTo>
                  <a:close/>
                </a:path>
                <a:path w="7101205" h="3009265">
                  <a:moveTo>
                    <a:pt x="519938" y="1905635"/>
                  </a:moveTo>
                  <a:lnTo>
                    <a:pt x="239356" y="1905635"/>
                  </a:lnTo>
                  <a:lnTo>
                    <a:pt x="240309" y="1897913"/>
                  </a:lnTo>
                  <a:lnTo>
                    <a:pt x="239776" y="1890928"/>
                  </a:lnTo>
                  <a:lnTo>
                    <a:pt x="234124" y="1865058"/>
                  </a:lnTo>
                  <a:lnTo>
                    <a:pt x="232791" y="1860664"/>
                  </a:lnTo>
                  <a:lnTo>
                    <a:pt x="230314" y="1853692"/>
                  </a:lnTo>
                  <a:lnTo>
                    <a:pt x="230314" y="1875815"/>
                  </a:lnTo>
                  <a:lnTo>
                    <a:pt x="230314" y="1879625"/>
                  </a:lnTo>
                  <a:lnTo>
                    <a:pt x="229793" y="1889379"/>
                  </a:lnTo>
                  <a:lnTo>
                    <a:pt x="227952" y="1898916"/>
                  </a:lnTo>
                  <a:lnTo>
                    <a:pt x="225666" y="1905635"/>
                  </a:lnTo>
                  <a:lnTo>
                    <a:pt x="223253" y="1905635"/>
                  </a:lnTo>
                  <a:lnTo>
                    <a:pt x="223253" y="1911350"/>
                  </a:lnTo>
                  <a:lnTo>
                    <a:pt x="195732" y="1946783"/>
                  </a:lnTo>
                  <a:lnTo>
                    <a:pt x="194094" y="1939874"/>
                  </a:lnTo>
                  <a:lnTo>
                    <a:pt x="192874" y="1932851"/>
                  </a:lnTo>
                  <a:lnTo>
                    <a:pt x="192087" y="1925726"/>
                  </a:lnTo>
                  <a:lnTo>
                    <a:pt x="191731" y="1918487"/>
                  </a:lnTo>
                  <a:lnTo>
                    <a:pt x="191808" y="1917344"/>
                  </a:lnTo>
                  <a:lnTo>
                    <a:pt x="192214" y="1911350"/>
                  </a:lnTo>
                  <a:lnTo>
                    <a:pt x="223253" y="1911350"/>
                  </a:lnTo>
                  <a:lnTo>
                    <a:pt x="223253" y="1905635"/>
                  </a:lnTo>
                  <a:lnTo>
                    <a:pt x="193116" y="1905635"/>
                  </a:lnTo>
                  <a:lnTo>
                    <a:pt x="193446" y="1903628"/>
                  </a:lnTo>
                  <a:lnTo>
                    <a:pt x="211518" y="1868043"/>
                  </a:lnTo>
                  <a:lnTo>
                    <a:pt x="218020" y="1865058"/>
                  </a:lnTo>
                  <a:lnTo>
                    <a:pt x="222021" y="1865249"/>
                  </a:lnTo>
                  <a:lnTo>
                    <a:pt x="225069" y="1866773"/>
                  </a:lnTo>
                  <a:lnTo>
                    <a:pt x="229260" y="1872488"/>
                  </a:lnTo>
                  <a:lnTo>
                    <a:pt x="229323" y="1872703"/>
                  </a:lnTo>
                  <a:lnTo>
                    <a:pt x="230314" y="1875815"/>
                  </a:lnTo>
                  <a:lnTo>
                    <a:pt x="230314" y="1853692"/>
                  </a:lnTo>
                  <a:lnTo>
                    <a:pt x="230238" y="1853476"/>
                  </a:lnTo>
                  <a:lnTo>
                    <a:pt x="227507" y="1846948"/>
                  </a:lnTo>
                  <a:lnTo>
                    <a:pt x="224599" y="1841055"/>
                  </a:lnTo>
                  <a:lnTo>
                    <a:pt x="220599" y="1833816"/>
                  </a:lnTo>
                  <a:lnTo>
                    <a:pt x="216979" y="1830578"/>
                  </a:lnTo>
                  <a:lnTo>
                    <a:pt x="213741" y="1831340"/>
                  </a:lnTo>
                  <a:lnTo>
                    <a:pt x="190017" y="1862201"/>
                  </a:lnTo>
                  <a:lnTo>
                    <a:pt x="189166" y="1864995"/>
                  </a:lnTo>
                  <a:lnTo>
                    <a:pt x="189166" y="1953069"/>
                  </a:lnTo>
                  <a:lnTo>
                    <a:pt x="179336" y="1962785"/>
                  </a:lnTo>
                  <a:lnTo>
                    <a:pt x="173913" y="1962785"/>
                  </a:lnTo>
                  <a:lnTo>
                    <a:pt x="173913" y="1968500"/>
                  </a:lnTo>
                  <a:lnTo>
                    <a:pt x="167513" y="1975358"/>
                  </a:lnTo>
                  <a:lnTo>
                    <a:pt x="157175" y="1987359"/>
                  </a:lnTo>
                  <a:lnTo>
                    <a:pt x="147154" y="1999932"/>
                  </a:lnTo>
                  <a:lnTo>
                    <a:pt x="138595" y="2013381"/>
                  </a:lnTo>
                  <a:lnTo>
                    <a:pt x="135877" y="2019935"/>
                  </a:lnTo>
                  <a:lnTo>
                    <a:pt x="133502" y="2019935"/>
                  </a:lnTo>
                  <a:lnTo>
                    <a:pt x="133502" y="2025650"/>
                  </a:lnTo>
                  <a:lnTo>
                    <a:pt x="132651" y="2027720"/>
                  </a:lnTo>
                  <a:lnTo>
                    <a:pt x="129311" y="2042947"/>
                  </a:lnTo>
                  <a:lnTo>
                    <a:pt x="128587" y="2059076"/>
                  </a:lnTo>
                  <a:lnTo>
                    <a:pt x="131254" y="2074926"/>
                  </a:lnTo>
                  <a:lnTo>
                    <a:pt x="131978" y="2077085"/>
                  </a:lnTo>
                  <a:lnTo>
                    <a:pt x="94449" y="2077085"/>
                  </a:lnTo>
                  <a:lnTo>
                    <a:pt x="94449" y="2025650"/>
                  </a:lnTo>
                  <a:lnTo>
                    <a:pt x="133502" y="2025650"/>
                  </a:lnTo>
                  <a:lnTo>
                    <a:pt x="133502" y="2019935"/>
                  </a:lnTo>
                  <a:lnTo>
                    <a:pt x="94449" y="2019935"/>
                  </a:lnTo>
                  <a:lnTo>
                    <a:pt x="94449" y="1968500"/>
                  </a:lnTo>
                  <a:lnTo>
                    <a:pt x="173913" y="1968500"/>
                  </a:lnTo>
                  <a:lnTo>
                    <a:pt x="173913" y="1962785"/>
                  </a:lnTo>
                  <a:lnTo>
                    <a:pt x="94449" y="1962785"/>
                  </a:lnTo>
                  <a:lnTo>
                    <a:pt x="94449" y="1911350"/>
                  </a:lnTo>
                  <a:lnTo>
                    <a:pt x="182664" y="1911350"/>
                  </a:lnTo>
                  <a:lnTo>
                    <a:pt x="182841" y="1915299"/>
                  </a:lnTo>
                  <a:lnTo>
                    <a:pt x="184162" y="1927987"/>
                  </a:lnTo>
                  <a:lnTo>
                    <a:pt x="186258" y="1940547"/>
                  </a:lnTo>
                  <a:lnTo>
                    <a:pt x="189166" y="1953069"/>
                  </a:lnTo>
                  <a:lnTo>
                    <a:pt x="189166" y="1864995"/>
                  </a:lnTo>
                  <a:lnTo>
                    <a:pt x="186639" y="1873288"/>
                  </a:lnTo>
                  <a:lnTo>
                    <a:pt x="184226" y="1883702"/>
                  </a:lnTo>
                  <a:lnTo>
                    <a:pt x="182778" y="1893430"/>
                  </a:lnTo>
                  <a:lnTo>
                    <a:pt x="182676" y="1895563"/>
                  </a:lnTo>
                  <a:lnTo>
                    <a:pt x="182549" y="1897913"/>
                  </a:lnTo>
                  <a:lnTo>
                    <a:pt x="182486" y="1898916"/>
                  </a:lnTo>
                  <a:lnTo>
                    <a:pt x="182308" y="1902485"/>
                  </a:lnTo>
                  <a:lnTo>
                    <a:pt x="182346" y="1903628"/>
                  </a:lnTo>
                  <a:lnTo>
                    <a:pt x="182422" y="1905635"/>
                  </a:lnTo>
                  <a:lnTo>
                    <a:pt x="94449" y="1905635"/>
                  </a:lnTo>
                  <a:lnTo>
                    <a:pt x="87312" y="1905635"/>
                  </a:lnTo>
                  <a:lnTo>
                    <a:pt x="87312" y="1911350"/>
                  </a:lnTo>
                  <a:lnTo>
                    <a:pt x="87312" y="1962785"/>
                  </a:lnTo>
                  <a:lnTo>
                    <a:pt x="87312" y="3008058"/>
                  </a:lnTo>
                  <a:lnTo>
                    <a:pt x="94449" y="3008058"/>
                  </a:lnTo>
                  <a:lnTo>
                    <a:pt x="94449" y="2139950"/>
                  </a:lnTo>
                  <a:lnTo>
                    <a:pt x="225869" y="2139950"/>
                  </a:lnTo>
                  <a:lnTo>
                    <a:pt x="231686" y="2166518"/>
                  </a:lnTo>
                  <a:lnTo>
                    <a:pt x="233641" y="2175281"/>
                  </a:lnTo>
                  <a:lnTo>
                    <a:pt x="233756" y="2176424"/>
                  </a:lnTo>
                  <a:lnTo>
                    <a:pt x="234213" y="2180806"/>
                  </a:lnTo>
                  <a:lnTo>
                    <a:pt x="234162" y="2182241"/>
                  </a:lnTo>
                  <a:lnTo>
                    <a:pt x="234022" y="2185949"/>
                  </a:lnTo>
                  <a:lnTo>
                    <a:pt x="233921" y="2186521"/>
                  </a:lnTo>
                  <a:lnTo>
                    <a:pt x="231813" y="2199005"/>
                  </a:lnTo>
                  <a:lnTo>
                    <a:pt x="225742" y="2209025"/>
                  </a:lnTo>
                  <a:lnTo>
                    <a:pt x="215811" y="2216010"/>
                  </a:lnTo>
                  <a:lnTo>
                    <a:pt x="202018" y="2219960"/>
                  </a:lnTo>
                  <a:lnTo>
                    <a:pt x="189445" y="2218245"/>
                  </a:lnTo>
                  <a:lnTo>
                    <a:pt x="184683" y="2216531"/>
                  </a:lnTo>
                  <a:lnTo>
                    <a:pt x="181914" y="2213762"/>
                  </a:lnTo>
                  <a:lnTo>
                    <a:pt x="181165" y="2209952"/>
                  </a:lnTo>
                  <a:lnTo>
                    <a:pt x="185166" y="2210905"/>
                  </a:lnTo>
                  <a:lnTo>
                    <a:pt x="188899" y="2209952"/>
                  </a:lnTo>
                  <a:lnTo>
                    <a:pt x="190017" y="2209673"/>
                  </a:lnTo>
                  <a:lnTo>
                    <a:pt x="195732" y="2206244"/>
                  </a:lnTo>
                  <a:lnTo>
                    <a:pt x="201447" y="2203005"/>
                  </a:lnTo>
                  <a:lnTo>
                    <a:pt x="204406" y="2196998"/>
                  </a:lnTo>
                  <a:lnTo>
                    <a:pt x="204419" y="2195957"/>
                  </a:lnTo>
                  <a:lnTo>
                    <a:pt x="204584" y="2188718"/>
                  </a:lnTo>
                  <a:lnTo>
                    <a:pt x="204457" y="2185949"/>
                  </a:lnTo>
                  <a:lnTo>
                    <a:pt x="204203" y="2181758"/>
                  </a:lnTo>
                  <a:lnTo>
                    <a:pt x="201739" y="2176424"/>
                  </a:lnTo>
                  <a:lnTo>
                    <a:pt x="197167" y="2172233"/>
                  </a:lnTo>
                  <a:lnTo>
                    <a:pt x="192595" y="2167852"/>
                  </a:lnTo>
                  <a:lnTo>
                    <a:pt x="187261" y="2165947"/>
                  </a:lnTo>
                  <a:lnTo>
                    <a:pt x="181165" y="2166518"/>
                  </a:lnTo>
                  <a:lnTo>
                    <a:pt x="174307" y="2167661"/>
                  </a:lnTo>
                  <a:lnTo>
                    <a:pt x="168871" y="2171001"/>
                  </a:lnTo>
                  <a:lnTo>
                    <a:pt x="164934" y="2176424"/>
                  </a:lnTo>
                  <a:lnTo>
                    <a:pt x="161061" y="2182241"/>
                  </a:lnTo>
                  <a:lnTo>
                    <a:pt x="159346" y="2188718"/>
                  </a:lnTo>
                  <a:lnTo>
                    <a:pt x="159727" y="2195957"/>
                  </a:lnTo>
                  <a:lnTo>
                    <a:pt x="188226" y="2226526"/>
                  </a:lnTo>
                  <a:lnTo>
                    <a:pt x="194868" y="2227669"/>
                  </a:lnTo>
                  <a:lnTo>
                    <a:pt x="202590" y="2227669"/>
                  </a:lnTo>
                  <a:lnTo>
                    <a:pt x="219290" y="2223173"/>
                  </a:lnTo>
                  <a:lnTo>
                    <a:pt x="223939" y="2219960"/>
                  </a:lnTo>
                  <a:lnTo>
                    <a:pt x="231381" y="2214816"/>
                  </a:lnTo>
                  <a:lnTo>
                    <a:pt x="238861" y="2202599"/>
                  </a:lnTo>
                  <a:lnTo>
                    <a:pt x="241744" y="2186521"/>
                  </a:lnTo>
                  <a:lnTo>
                    <a:pt x="241706" y="2185949"/>
                  </a:lnTo>
                  <a:lnTo>
                    <a:pt x="241173" y="2175954"/>
                  </a:lnTo>
                  <a:lnTo>
                    <a:pt x="233819" y="2139950"/>
                  </a:lnTo>
                  <a:lnTo>
                    <a:pt x="519938" y="2139950"/>
                  </a:lnTo>
                  <a:lnTo>
                    <a:pt x="519938" y="2134235"/>
                  </a:lnTo>
                  <a:lnTo>
                    <a:pt x="232664" y="2134235"/>
                  </a:lnTo>
                  <a:lnTo>
                    <a:pt x="232371" y="2132800"/>
                  </a:lnTo>
                  <a:lnTo>
                    <a:pt x="231736" y="2129663"/>
                  </a:lnTo>
                  <a:lnTo>
                    <a:pt x="234848" y="2127948"/>
                  </a:lnTo>
                  <a:lnTo>
                    <a:pt x="239610" y="2125319"/>
                  </a:lnTo>
                  <a:lnTo>
                    <a:pt x="265899" y="2093658"/>
                  </a:lnTo>
                  <a:lnTo>
                    <a:pt x="268071" y="2082800"/>
                  </a:lnTo>
                  <a:lnTo>
                    <a:pt x="519938" y="2082800"/>
                  </a:lnTo>
                  <a:lnTo>
                    <a:pt x="519938" y="2077085"/>
                  </a:lnTo>
                  <a:lnTo>
                    <a:pt x="268541" y="2077085"/>
                  </a:lnTo>
                  <a:lnTo>
                    <a:pt x="268579" y="2076780"/>
                  </a:lnTo>
                  <a:lnTo>
                    <a:pt x="254889" y="2037651"/>
                  </a:lnTo>
                  <a:lnTo>
                    <a:pt x="252869" y="2035708"/>
                  </a:lnTo>
                  <a:lnTo>
                    <a:pt x="252869" y="2084463"/>
                  </a:lnTo>
                  <a:lnTo>
                    <a:pt x="252768" y="2085454"/>
                  </a:lnTo>
                  <a:lnTo>
                    <a:pt x="251358" y="2096655"/>
                  </a:lnTo>
                  <a:lnTo>
                    <a:pt x="247091" y="2107082"/>
                  </a:lnTo>
                  <a:lnTo>
                    <a:pt x="240080" y="2115794"/>
                  </a:lnTo>
                  <a:lnTo>
                    <a:pt x="230314" y="2122805"/>
                  </a:lnTo>
                  <a:lnTo>
                    <a:pt x="224612" y="2094750"/>
                  </a:lnTo>
                  <a:lnTo>
                    <a:pt x="224612" y="2134235"/>
                  </a:lnTo>
                  <a:lnTo>
                    <a:pt x="214922" y="2134235"/>
                  </a:lnTo>
                  <a:lnTo>
                    <a:pt x="224307" y="2132800"/>
                  </a:lnTo>
                  <a:lnTo>
                    <a:pt x="224612" y="2134235"/>
                  </a:lnTo>
                  <a:lnTo>
                    <a:pt x="224612" y="2094750"/>
                  </a:lnTo>
                  <a:lnTo>
                    <a:pt x="223164" y="2087613"/>
                  </a:lnTo>
                  <a:lnTo>
                    <a:pt x="223164" y="2125091"/>
                  </a:lnTo>
                  <a:lnTo>
                    <a:pt x="208305" y="2127948"/>
                  </a:lnTo>
                  <a:lnTo>
                    <a:pt x="195910" y="2127377"/>
                  </a:lnTo>
                  <a:lnTo>
                    <a:pt x="189179" y="2125865"/>
                  </a:lnTo>
                  <a:lnTo>
                    <a:pt x="189179" y="2134235"/>
                  </a:lnTo>
                  <a:lnTo>
                    <a:pt x="94449" y="2134235"/>
                  </a:lnTo>
                  <a:lnTo>
                    <a:pt x="94449" y="2082800"/>
                  </a:lnTo>
                  <a:lnTo>
                    <a:pt x="133934" y="2082800"/>
                  </a:lnTo>
                  <a:lnTo>
                    <a:pt x="136156" y="2089302"/>
                  </a:lnTo>
                  <a:lnTo>
                    <a:pt x="143256" y="2102205"/>
                  </a:lnTo>
                  <a:lnTo>
                    <a:pt x="152590" y="2113661"/>
                  </a:lnTo>
                  <a:lnTo>
                    <a:pt x="163601" y="2123084"/>
                  </a:lnTo>
                  <a:lnTo>
                    <a:pt x="175806" y="2129942"/>
                  </a:lnTo>
                  <a:lnTo>
                    <a:pt x="189179" y="2134235"/>
                  </a:lnTo>
                  <a:lnTo>
                    <a:pt x="189179" y="2125865"/>
                  </a:lnTo>
                  <a:lnTo>
                    <a:pt x="184442" y="2124799"/>
                  </a:lnTo>
                  <a:lnTo>
                    <a:pt x="173913" y="2120227"/>
                  </a:lnTo>
                  <a:lnTo>
                    <a:pt x="164299" y="2113661"/>
                  </a:lnTo>
                  <a:lnTo>
                    <a:pt x="156375" y="2105456"/>
                  </a:lnTo>
                  <a:lnTo>
                    <a:pt x="150583" y="2095728"/>
                  </a:lnTo>
                  <a:lnTo>
                    <a:pt x="150495" y="2095436"/>
                  </a:lnTo>
                  <a:lnTo>
                    <a:pt x="146939" y="2084463"/>
                  </a:lnTo>
                  <a:lnTo>
                    <a:pt x="146735" y="2082800"/>
                  </a:lnTo>
                  <a:lnTo>
                    <a:pt x="174078" y="2082800"/>
                  </a:lnTo>
                  <a:lnTo>
                    <a:pt x="176110" y="2087740"/>
                  </a:lnTo>
                  <a:lnTo>
                    <a:pt x="179730" y="2093658"/>
                  </a:lnTo>
                  <a:lnTo>
                    <a:pt x="184175" y="2098840"/>
                  </a:lnTo>
                  <a:lnTo>
                    <a:pt x="189230" y="2103221"/>
                  </a:lnTo>
                  <a:lnTo>
                    <a:pt x="194894" y="2106841"/>
                  </a:lnTo>
                  <a:lnTo>
                    <a:pt x="201168" y="2109660"/>
                  </a:lnTo>
                  <a:lnTo>
                    <a:pt x="204304" y="2107374"/>
                  </a:lnTo>
                  <a:lnTo>
                    <a:pt x="202590" y="2105088"/>
                  </a:lnTo>
                  <a:lnTo>
                    <a:pt x="195376" y="2100961"/>
                  </a:lnTo>
                  <a:lnTo>
                    <a:pt x="190017" y="2095436"/>
                  </a:lnTo>
                  <a:lnTo>
                    <a:pt x="186512" y="2088527"/>
                  </a:lnTo>
                  <a:lnTo>
                    <a:pt x="185381" y="2082800"/>
                  </a:lnTo>
                  <a:lnTo>
                    <a:pt x="214884" y="2082800"/>
                  </a:lnTo>
                  <a:lnTo>
                    <a:pt x="223164" y="2125091"/>
                  </a:lnTo>
                  <a:lnTo>
                    <a:pt x="223164" y="2087613"/>
                  </a:lnTo>
                  <a:lnTo>
                    <a:pt x="222186" y="2082800"/>
                  </a:lnTo>
                  <a:lnTo>
                    <a:pt x="252590" y="2082800"/>
                  </a:lnTo>
                  <a:lnTo>
                    <a:pt x="252869" y="2084463"/>
                  </a:lnTo>
                  <a:lnTo>
                    <a:pt x="252869" y="2035708"/>
                  </a:lnTo>
                  <a:lnTo>
                    <a:pt x="251650" y="2034527"/>
                  </a:lnTo>
                  <a:lnTo>
                    <a:pt x="251650" y="2077085"/>
                  </a:lnTo>
                  <a:lnTo>
                    <a:pt x="221018" y="2077085"/>
                  </a:lnTo>
                  <a:lnTo>
                    <a:pt x="215315" y="2048967"/>
                  </a:lnTo>
                  <a:lnTo>
                    <a:pt x="215163" y="2048217"/>
                  </a:lnTo>
                  <a:lnTo>
                    <a:pt x="222681" y="2048967"/>
                  </a:lnTo>
                  <a:lnTo>
                    <a:pt x="251612" y="2076780"/>
                  </a:lnTo>
                  <a:lnTo>
                    <a:pt x="251650" y="2077085"/>
                  </a:lnTo>
                  <a:lnTo>
                    <a:pt x="251650" y="2034527"/>
                  </a:lnTo>
                  <a:lnTo>
                    <a:pt x="247484" y="2030488"/>
                  </a:lnTo>
                  <a:lnTo>
                    <a:pt x="239598" y="2025650"/>
                  </a:lnTo>
                  <a:lnTo>
                    <a:pt x="519938" y="2025650"/>
                  </a:lnTo>
                  <a:lnTo>
                    <a:pt x="519938" y="2019935"/>
                  </a:lnTo>
                  <a:lnTo>
                    <a:pt x="213766" y="2019935"/>
                  </a:lnTo>
                  <a:lnTo>
                    <a:pt x="213766" y="2077085"/>
                  </a:lnTo>
                  <a:lnTo>
                    <a:pt x="184873" y="2077085"/>
                  </a:lnTo>
                  <a:lnTo>
                    <a:pt x="184873" y="2072982"/>
                  </a:lnTo>
                  <a:lnTo>
                    <a:pt x="187159" y="2066505"/>
                  </a:lnTo>
                  <a:lnTo>
                    <a:pt x="191731" y="2060790"/>
                  </a:lnTo>
                  <a:lnTo>
                    <a:pt x="196113" y="2055075"/>
                  </a:lnTo>
                  <a:lnTo>
                    <a:pt x="201637" y="2051177"/>
                  </a:lnTo>
                  <a:lnTo>
                    <a:pt x="208292" y="2049081"/>
                  </a:lnTo>
                  <a:lnTo>
                    <a:pt x="213766" y="2077085"/>
                  </a:lnTo>
                  <a:lnTo>
                    <a:pt x="213766" y="2019935"/>
                  </a:lnTo>
                  <a:lnTo>
                    <a:pt x="209677" y="2019935"/>
                  </a:lnTo>
                  <a:lnTo>
                    <a:pt x="203695" y="1989074"/>
                  </a:lnTo>
                  <a:lnTo>
                    <a:pt x="202717" y="1984019"/>
                  </a:lnTo>
                  <a:lnTo>
                    <a:pt x="202717" y="2019935"/>
                  </a:lnTo>
                  <a:lnTo>
                    <a:pt x="199212" y="2019935"/>
                  </a:lnTo>
                  <a:lnTo>
                    <a:pt x="199212" y="2025650"/>
                  </a:lnTo>
                  <a:lnTo>
                    <a:pt x="197129" y="2026640"/>
                  </a:lnTo>
                  <a:lnTo>
                    <a:pt x="172262" y="2060511"/>
                  </a:lnTo>
                  <a:lnTo>
                    <a:pt x="172237" y="2060790"/>
                  </a:lnTo>
                  <a:lnTo>
                    <a:pt x="171450" y="2067648"/>
                  </a:lnTo>
                  <a:lnTo>
                    <a:pt x="171958" y="2074748"/>
                  </a:lnTo>
                  <a:lnTo>
                    <a:pt x="172008" y="2074926"/>
                  </a:lnTo>
                  <a:lnTo>
                    <a:pt x="172504" y="2077085"/>
                  </a:lnTo>
                  <a:lnTo>
                    <a:pt x="146075" y="2077085"/>
                  </a:lnTo>
                  <a:lnTo>
                    <a:pt x="145440" y="2071649"/>
                  </a:lnTo>
                  <a:lnTo>
                    <a:pt x="146900" y="2058898"/>
                  </a:lnTo>
                  <a:lnTo>
                    <a:pt x="147015" y="2058504"/>
                  </a:lnTo>
                  <a:lnTo>
                    <a:pt x="150152" y="2046935"/>
                  </a:lnTo>
                  <a:lnTo>
                    <a:pt x="155194" y="2035759"/>
                  </a:lnTo>
                  <a:lnTo>
                    <a:pt x="161836" y="2025650"/>
                  </a:lnTo>
                  <a:lnTo>
                    <a:pt x="199212" y="2025650"/>
                  </a:lnTo>
                  <a:lnTo>
                    <a:pt x="199212" y="2019935"/>
                  </a:lnTo>
                  <a:lnTo>
                    <a:pt x="166382" y="2019935"/>
                  </a:lnTo>
                  <a:lnTo>
                    <a:pt x="169964" y="2015490"/>
                  </a:lnTo>
                  <a:lnTo>
                    <a:pt x="178371" y="2006142"/>
                  </a:lnTo>
                  <a:lnTo>
                    <a:pt x="187248" y="1997341"/>
                  </a:lnTo>
                  <a:lnTo>
                    <a:pt x="196596" y="1989074"/>
                  </a:lnTo>
                  <a:lnTo>
                    <a:pt x="202717" y="2019935"/>
                  </a:lnTo>
                  <a:lnTo>
                    <a:pt x="202717" y="1984019"/>
                  </a:lnTo>
                  <a:lnTo>
                    <a:pt x="202590" y="1983359"/>
                  </a:lnTo>
                  <a:lnTo>
                    <a:pt x="214960" y="1968500"/>
                  </a:lnTo>
                  <a:lnTo>
                    <a:pt x="519938" y="1968500"/>
                  </a:lnTo>
                  <a:lnTo>
                    <a:pt x="519938" y="1962785"/>
                  </a:lnTo>
                  <a:lnTo>
                    <a:pt x="219341" y="1962785"/>
                  </a:lnTo>
                  <a:lnTo>
                    <a:pt x="228358" y="1946783"/>
                  </a:lnTo>
                  <a:lnTo>
                    <a:pt x="230162" y="1943569"/>
                  </a:lnTo>
                  <a:lnTo>
                    <a:pt x="237413" y="1921471"/>
                  </a:lnTo>
                  <a:lnTo>
                    <a:pt x="238645" y="1911350"/>
                  </a:lnTo>
                  <a:lnTo>
                    <a:pt x="519938" y="1911350"/>
                  </a:lnTo>
                  <a:lnTo>
                    <a:pt x="519938" y="1905635"/>
                  </a:lnTo>
                  <a:close/>
                </a:path>
                <a:path w="7101205" h="3009265">
                  <a:moveTo>
                    <a:pt x="7101205" y="0"/>
                  </a:moveTo>
                  <a:lnTo>
                    <a:pt x="7092632" y="0"/>
                  </a:lnTo>
                  <a:lnTo>
                    <a:pt x="7092632" y="1281557"/>
                  </a:lnTo>
                  <a:lnTo>
                    <a:pt x="7101205" y="1281557"/>
                  </a:lnTo>
                  <a:lnTo>
                    <a:pt x="7101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142" y="2572385"/>
              <a:ext cx="159448" cy="267461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99325" y="2628210"/>
              <a:ext cx="678815" cy="316230"/>
            </a:xfrm>
            <a:custGeom>
              <a:avLst/>
              <a:gdLst/>
              <a:ahLst/>
              <a:cxnLst/>
              <a:rect l="l" t="t" r="r" b="b"/>
              <a:pathLst>
                <a:path w="678815" h="316230">
                  <a:moveTo>
                    <a:pt x="678256" y="29908"/>
                  </a:moveTo>
                  <a:lnTo>
                    <a:pt x="355790" y="29908"/>
                  </a:lnTo>
                  <a:lnTo>
                    <a:pt x="356387" y="28613"/>
                  </a:lnTo>
                  <a:lnTo>
                    <a:pt x="357835" y="21043"/>
                  </a:lnTo>
                  <a:lnTo>
                    <a:pt x="357644" y="13804"/>
                  </a:lnTo>
                  <a:lnTo>
                    <a:pt x="355066" y="8572"/>
                  </a:lnTo>
                  <a:lnTo>
                    <a:pt x="350113" y="5334"/>
                  </a:lnTo>
                  <a:lnTo>
                    <a:pt x="345541" y="1714"/>
                  </a:lnTo>
                  <a:lnTo>
                    <a:pt x="339064" y="0"/>
                  </a:lnTo>
                  <a:lnTo>
                    <a:pt x="330682" y="190"/>
                  </a:lnTo>
                  <a:lnTo>
                    <a:pt x="322757" y="1155"/>
                  </a:lnTo>
                  <a:lnTo>
                    <a:pt x="288175" y="24257"/>
                  </a:lnTo>
                  <a:lnTo>
                    <a:pt x="285496" y="29908"/>
                  </a:lnTo>
                  <a:lnTo>
                    <a:pt x="0" y="29908"/>
                  </a:lnTo>
                  <a:lnTo>
                    <a:pt x="0" y="35623"/>
                  </a:lnTo>
                  <a:lnTo>
                    <a:pt x="284048" y="35623"/>
                  </a:lnTo>
                  <a:lnTo>
                    <a:pt x="283540" y="38188"/>
                  </a:lnTo>
                  <a:lnTo>
                    <a:pt x="283629" y="41338"/>
                  </a:lnTo>
                  <a:lnTo>
                    <a:pt x="283540" y="87058"/>
                  </a:lnTo>
                  <a:lnTo>
                    <a:pt x="283540" y="92773"/>
                  </a:lnTo>
                  <a:lnTo>
                    <a:pt x="283540" y="144208"/>
                  </a:lnTo>
                  <a:lnTo>
                    <a:pt x="283540" y="149923"/>
                  </a:lnTo>
                  <a:lnTo>
                    <a:pt x="283540" y="201358"/>
                  </a:lnTo>
                  <a:lnTo>
                    <a:pt x="94132" y="201358"/>
                  </a:lnTo>
                  <a:lnTo>
                    <a:pt x="94132" y="149923"/>
                  </a:lnTo>
                  <a:lnTo>
                    <a:pt x="283540" y="149923"/>
                  </a:lnTo>
                  <a:lnTo>
                    <a:pt x="283540" y="144208"/>
                  </a:lnTo>
                  <a:lnTo>
                    <a:pt x="118452" y="144208"/>
                  </a:lnTo>
                  <a:lnTo>
                    <a:pt x="126060" y="142138"/>
                  </a:lnTo>
                  <a:lnTo>
                    <a:pt x="134188" y="138544"/>
                  </a:lnTo>
                  <a:lnTo>
                    <a:pt x="158432" y="106768"/>
                  </a:lnTo>
                  <a:lnTo>
                    <a:pt x="158242" y="99529"/>
                  </a:lnTo>
                  <a:lnTo>
                    <a:pt x="155663" y="94297"/>
                  </a:lnTo>
                  <a:lnTo>
                    <a:pt x="153327" y="92773"/>
                  </a:lnTo>
                  <a:lnTo>
                    <a:pt x="283540" y="92773"/>
                  </a:lnTo>
                  <a:lnTo>
                    <a:pt x="283540" y="87058"/>
                  </a:lnTo>
                  <a:lnTo>
                    <a:pt x="144691" y="87058"/>
                  </a:lnTo>
                  <a:lnTo>
                    <a:pt x="139661" y="85725"/>
                  </a:lnTo>
                  <a:lnTo>
                    <a:pt x="131279" y="85915"/>
                  </a:lnTo>
                  <a:lnTo>
                    <a:pt x="123355" y="86880"/>
                  </a:lnTo>
                  <a:lnTo>
                    <a:pt x="122745" y="87058"/>
                  </a:lnTo>
                  <a:lnTo>
                    <a:pt x="0" y="87058"/>
                  </a:lnTo>
                  <a:lnTo>
                    <a:pt x="0" y="92773"/>
                  </a:lnTo>
                  <a:lnTo>
                    <a:pt x="108127" y="92773"/>
                  </a:lnTo>
                  <a:lnTo>
                    <a:pt x="107924" y="92875"/>
                  </a:lnTo>
                  <a:lnTo>
                    <a:pt x="100418" y="97917"/>
                  </a:lnTo>
                  <a:lnTo>
                    <a:pt x="99085" y="99085"/>
                  </a:lnTo>
                  <a:lnTo>
                    <a:pt x="99085" y="144208"/>
                  </a:lnTo>
                  <a:lnTo>
                    <a:pt x="94132" y="144208"/>
                  </a:lnTo>
                  <a:lnTo>
                    <a:pt x="94132" y="141668"/>
                  </a:lnTo>
                  <a:lnTo>
                    <a:pt x="96139" y="143256"/>
                  </a:lnTo>
                  <a:lnTo>
                    <a:pt x="99085" y="144208"/>
                  </a:lnTo>
                  <a:lnTo>
                    <a:pt x="99085" y="99085"/>
                  </a:lnTo>
                  <a:lnTo>
                    <a:pt x="93726" y="103720"/>
                  </a:lnTo>
                  <a:lnTo>
                    <a:pt x="88773" y="109982"/>
                  </a:lnTo>
                  <a:lnTo>
                    <a:pt x="85572" y="116725"/>
                  </a:lnTo>
                  <a:lnTo>
                    <a:pt x="84137" y="123913"/>
                  </a:lnTo>
                  <a:lnTo>
                    <a:pt x="84213" y="127063"/>
                  </a:lnTo>
                  <a:lnTo>
                    <a:pt x="84137" y="144208"/>
                  </a:lnTo>
                  <a:lnTo>
                    <a:pt x="0" y="144208"/>
                  </a:lnTo>
                  <a:lnTo>
                    <a:pt x="0" y="149923"/>
                  </a:lnTo>
                  <a:lnTo>
                    <a:pt x="84137" y="149923"/>
                  </a:lnTo>
                  <a:lnTo>
                    <a:pt x="84137" y="201358"/>
                  </a:lnTo>
                  <a:lnTo>
                    <a:pt x="0" y="201358"/>
                  </a:lnTo>
                  <a:lnTo>
                    <a:pt x="0" y="207073"/>
                  </a:lnTo>
                  <a:lnTo>
                    <a:pt x="84137" y="207073"/>
                  </a:lnTo>
                  <a:lnTo>
                    <a:pt x="84137" y="258508"/>
                  </a:lnTo>
                  <a:lnTo>
                    <a:pt x="0" y="258508"/>
                  </a:lnTo>
                  <a:lnTo>
                    <a:pt x="0" y="264223"/>
                  </a:lnTo>
                  <a:lnTo>
                    <a:pt x="84137" y="264223"/>
                  </a:lnTo>
                  <a:lnTo>
                    <a:pt x="84137" y="315658"/>
                  </a:lnTo>
                  <a:lnTo>
                    <a:pt x="94132" y="315658"/>
                  </a:lnTo>
                  <a:lnTo>
                    <a:pt x="94132" y="264223"/>
                  </a:lnTo>
                  <a:lnTo>
                    <a:pt x="678256" y="264223"/>
                  </a:lnTo>
                  <a:lnTo>
                    <a:pt x="678256" y="258508"/>
                  </a:lnTo>
                  <a:lnTo>
                    <a:pt x="94132" y="258508"/>
                  </a:lnTo>
                  <a:lnTo>
                    <a:pt x="94132" y="207073"/>
                  </a:lnTo>
                  <a:lnTo>
                    <a:pt x="283540" y="207073"/>
                  </a:lnTo>
                  <a:lnTo>
                    <a:pt x="283540" y="229933"/>
                  </a:lnTo>
                  <a:lnTo>
                    <a:pt x="293535" y="229933"/>
                  </a:lnTo>
                  <a:lnTo>
                    <a:pt x="293535" y="207073"/>
                  </a:lnTo>
                  <a:lnTo>
                    <a:pt x="678256" y="207073"/>
                  </a:lnTo>
                  <a:lnTo>
                    <a:pt x="678256" y="201358"/>
                  </a:lnTo>
                  <a:lnTo>
                    <a:pt x="293535" y="201358"/>
                  </a:lnTo>
                  <a:lnTo>
                    <a:pt x="293535" y="149923"/>
                  </a:lnTo>
                  <a:lnTo>
                    <a:pt x="678256" y="149923"/>
                  </a:lnTo>
                  <a:lnTo>
                    <a:pt x="678256" y="144208"/>
                  </a:lnTo>
                  <a:lnTo>
                    <a:pt x="293535" y="144208"/>
                  </a:lnTo>
                  <a:lnTo>
                    <a:pt x="293535" y="92773"/>
                  </a:lnTo>
                  <a:lnTo>
                    <a:pt x="678256" y="92773"/>
                  </a:lnTo>
                  <a:lnTo>
                    <a:pt x="678256" y="87058"/>
                  </a:lnTo>
                  <a:lnTo>
                    <a:pt x="293535" y="87058"/>
                  </a:lnTo>
                  <a:lnTo>
                    <a:pt x="293535" y="55943"/>
                  </a:lnTo>
                  <a:lnTo>
                    <a:pt x="295541" y="57531"/>
                  </a:lnTo>
                  <a:lnTo>
                    <a:pt x="301447" y="59436"/>
                  </a:lnTo>
                  <a:lnTo>
                    <a:pt x="341541" y="47904"/>
                  </a:lnTo>
                  <a:lnTo>
                    <a:pt x="353187" y="35623"/>
                  </a:lnTo>
                  <a:lnTo>
                    <a:pt x="678256" y="35623"/>
                  </a:lnTo>
                  <a:lnTo>
                    <a:pt x="678256" y="29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65755" y="2571051"/>
              <a:ext cx="111140" cy="229933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377581" y="2586681"/>
              <a:ext cx="860425" cy="386080"/>
            </a:xfrm>
            <a:custGeom>
              <a:avLst/>
              <a:gdLst/>
              <a:ahLst/>
              <a:cxnLst/>
              <a:rect l="l" t="t" r="r" b="b"/>
              <a:pathLst>
                <a:path w="860425" h="386080">
                  <a:moveTo>
                    <a:pt x="859993" y="71437"/>
                  </a:moveTo>
                  <a:lnTo>
                    <a:pt x="304215" y="71437"/>
                  </a:lnTo>
                  <a:lnTo>
                    <a:pt x="308165" y="70358"/>
                  </a:lnTo>
                  <a:lnTo>
                    <a:pt x="315950" y="66954"/>
                  </a:lnTo>
                  <a:lnTo>
                    <a:pt x="320941" y="63906"/>
                  </a:lnTo>
                  <a:lnTo>
                    <a:pt x="323596" y="62293"/>
                  </a:lnTo>
                  <a:lnTo>
                    <a:pt x="330314" y="56718"/>
                  </a:lnTo>
                  <a:lnTo>
                    <a:pt x="335305" y="50571"/>
                  </a:lnTo>
                  <a:lnTo>
                    <a:pt x="338594" y="43853"/>
                  </a:lnTo>
                  <a:lnTo>
                    <a:pt x="340169" y="36576"/>
                  </a:lnTo>
                  <a:lnTo>
                    <a:pt x="340931" y="27813"/>
                  </a:lnTo>
                  <a:lnTo>
                    <a:pt x="338061" y="20853"/>
                  </a:lnTo>
                  <a:lnTo>
                    <a:pt x="337972" y="20662"/>
                  </a:lnTo>
                  <a:lnTo>
                    <a:pt x="332447" y="16090"/>
                  </a:lnTo>
                  <a:lnTo>
                    <a:pt x="332447" y="25425"/>
                  </a:lnTo>
                  <a:lnTo>
                    <a:pt x="332447" y="29044"/>
                  </a:lnTo>
                  <a:lnTo>
                    <a:pt x="299872" y="58293"/>
                  </a:lnTo>
                  <a:lnTo>
                    <a:pt x="283591" y="63906"/>
                  </a:lnTo>
                  <a:lnTo>
                    <a:pt x="279590" y="63715"/>
                  </a:lnTo>
                  <a:lnTo>
                    <a:pt x="277596" y="63538"/>
                  </a:lnTo>
                  <a:lnTo>
                    <a:pt x="277596" y="71437"/>
                  </a:lnTo>
                  <a:lnTo>
                    <a:pt x="275869" y="71437"/>
                  </a:lnTo>
                  <a:lnTo>
                    <a:pt x="275869" y="70485"/>
                  </a:lnTo>
                  <a:lnTo>
                    <a:pt x="277596" y="71437"/>
                  </a:lnTo>
                  <a:lnTo>
                    <a:pt x="277596" y="63538"/>
                  </a:lnTo>
                  <a:lnTo>
                    <a:pt x="275869" y="63373"/>
                  </a:lnTo>
                  <a:lnTo>
                    <a:pt x="275869" y="54292"/>
                  </a:lnTo>
                  <a:lnTo>
                    <a:pt x="274891" y="54292"/>
                  </a:lnTo>
                  <a:lnTo>
                    <a:pt x="307301" y="26289"/>
                  </a:lnTo>
                  <a:lnTo>
                    <a:pt x="321589" y="20853"/>
                  </a:lnTo>
                  <a:lnTo>
                    <a:pt x="327304" y="21424"/>
                  </a:lnTo>
                  <a:lnTo>
                    <a:pt x="330161" y="21805"/>
                  </a:lnTo>
                  <a:lnTo>
                    <a:pt x="331876" y="23139"/>
                  </a:lnTo>
                  <a:lnTo>
                    <a:pt x="332447" y="25425"/>
                  </a:lnTo>
                  <a:lnTo>
                    <a:pt x="332447" y="16090"/>
                  </a:lnTo>
                  <a:lnTo>
                    <a:pt x="331304" y="15138"/>
                  </a:lnTo>
                  <a:lnTo>
                    <a:pt x="326161" y="12280"/>
                  </a:lnTo>
                  <a:lnTo>
                    <a:pt x="320357" y="11137"/>
                  </a:lnTo>
                  <a:lnTo>
                    <a:pt x="313880" y="11709"/>
                  </a:lnTo>
                  <a:lnTo>
                    <a:pt x="275856" y="28321"/>
                  </a:lnTo>
                  <a:lnTo>
                    <a:pt x="265201" y="57340"/>
                  </a:lnTo>
                  <a:lnTo>
                    <a:pt x="265874" y="58966"/>
                  </a:lnTo>
                  <a:lnTo>
                    <a:pt x="265874" y="71437"/>
                  </a:lnTo>
                  <a:lnTo>
                    <a:pt x="265874" y="300037"/>
                  </a:lnTo>
                  <a:lnTo>
                    <a:pt x="12700" y="300037"/>
                  </a:lnTo>
                  <a:lnTo>
                    <a:pt x="12700" y="248602"/>
                  </a:lnTo>
                  <a:lnTo>
                    <a:pt x="265874" y="248602"/>
                  </a:lnTo>
                  <a:lnTo>
                    <a:pt x="265874" y="242887"/>
                  </a:lnTo>
                  <a:lnTo>
                    <a:pt x="12700" y="242887"/>
                  </a:lnTo>
                  <a:lnTo>
                    <a:pt x="12700" y="191452"/>
                  </a:lnTo>
                  <a:lnTo>
                    <a:pt x="141503" y="191452"/>
                  </a:lnTo>
                  <a:lnTo>
                    <a:pt x="141376" y="191643"/>
                  </a:lnTo>
                  <a:lnTo>
                    <a:pt x="136423" y="195453"/>
                  </a:lnTo>
                  <a:lnTo>
                    <a:pt x="130898" y="199263"/>
                  </a:lnTo>
                  <a:lnTo>
                    <a:pt x="127762" y="204025"/>
                  </a:lnTo>
                  <a:lnTo>
                    <a:pt x="127000" y="209740"/>
                  </a:lnTo>
                  <a:lnTo>
                    <a:pt x="127762" y="213360"/>
                  </a:lnTo>
                  <a:lnTo>
                    <a:pt x="129476" y="216789"/>
                  </a:lnTo>
                  <a:lnTo>
                    <a:pt x="132143" y="220027"/>
                  </a:lnTo>
                  <a:lnTo>
                    <a:pt x="139852" y="228600"/>
                  </a:lnTo>
                  <a:lnTo>
                    <a:pt x="143852" y="228600"/>
                  </a:lnTo>
                  <a:lnTo>
                    <a:pt x="140804" y="224599"/>
                  </a:lnTo>
                  <a:lnTo>
                    <a:pt x="139090" y="221068"/>
                  </a:lnTo>
                  <a:lnTo>
                    <a:pt x="138709" y="218020"/>
                  </a:lnTo>
                  <a:lnTo>
                    <a:pt x="139661" y="212877"/>
                  </a:lnTo>
                  <a:lnTo>
                    <a:pt x="142621" y="208495"/>
                  </a:lnTo>
                  <a:lnTo>
                    <a:pt x="147574" y="204876"/>
                  </a:lnTo>
                  <a:lnTo>
                    <a:pt x="153098" y="200685"/>
                  </a:lnTo>
                  <a:lnTo>
                    <a:pt x="156235" y="195834"/>
                  </a:lnTo>
                  <a:lnTo>
                    <a:pt x="156832" y="191452"/>
                  </a:lnTo>
                  <a:lnTo>
                    <a:pt x="265874" y="191452"/>
                  </a:lnTo>
                  <a:lnTo>
                    <a:pt x="265874" y="185737"/>
                  </a:lnTo>
                  <a:lnTo>
                    <a:pt x="155752" y="185737"/>
                  </a:lnTo>
                  <a:lnTo>
                    <a:pt x="154520" y="183261"/>
                  </a:lnTo>
                  <a:lnTo>
                    <a:pt x="151853" y="180022"/>
                  </a:lnTo>
                  <a:lnTo>
                    <a:pt x="145288" y="172999"/>
                  </a:lnTo>
                  <a:lnTo>
                    <a:pt x="145288" y="182308"/>
                  </a:lnTo>
                  <a:lnTo>
                    <a:pt x="144627" y="185737"/>
                  </a:lnTo>
                  <a:lnTo>
                    <a:pt x="12700" y="185737"/>
                  </a:lnTo>
                  <a:lnTo>
                    <a:pt x="12700" y="134302"/>
                  </a:lnTo>
                  <a:lnTo>
                    <a:pt x="141503" y="134302"/>
                  </a:lnTo>
                  <a:lnTo>
                    <a:pt x="141376" y="134493"/>
                  </a:lnTo>
                  <a:lnTo>
                    <a:pt x="136423" y="138303"/>
                  </a:lnTo>
                  <a:lnTo>
                    <a:pt x="130898" y="142113"/>
                  </a:lnTo>
                  <a:lnTo>
                    <a:pt x="127762" y="146875"/>
                  </a:lnTo>
                  <a:lnTo>
                    <a:pt x="127000" y="152590"/>
                  </a:lnTo>
                  <a:lnTo>
                    <a:pt x="127762" y="156210"/>
                  </a:lnTo>
                  <a:lnTo>
                    <a:pt x="129476" y="159639"/>
                  </a:lnTo>
                  <a:lnTo>
                    <a:pt x="132143" y="162877"/>
                  </a:lnTo>
                  <a:lnTo>
                    <a:pt x="139852" y="171450"/>
                  </a:lnTo>
                  <a:lnTo>
                    <a:pt x="142709" y="174307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5288" y="172999"/>
                  </a:lnTo>
                  <a:lnTo>
                    <a:pt x="143852" y="171450"/>
                  </a:lnTo>
                  <a:lnTo>
                    <a:pt x="140804" y="167449"/>
                  </a:lnTo>
                  <a:lnTo>
                    <a:pt x="139090" y="163918"/>
                  </a:lnTo>
                  <a:lnTo>
                    <a:pt x="138709" y="160870"/>
                  </a:lnTo>
                  <a:lnTo>
                    <a:pt x="139661" y="155727"/>
                  </a:lnTo>
                  <a:lnTo>
                    <a:pt x="142621" y="151345"/>
                  </a:lnTo>
                  <a:lnTo>
                    <a:pt x="147574" y="147726"/>
                  </a:lnTo>
                  <a:lnTo>
                    <a:pt x="153098" y="143535"/>
                  </a:lnTo>
                  <a:lnTo>
                    <a:pt x="156235" y="138684"/>
                  </a:lnTo>
                  <a:lnTo>
                    <a:pt x="156832" y="134302"/>
                  </a:lnTo>
                  <a:lnTo>
                    <a:pt x="265874" y="134302"/>
                  </a:lnTo>
                  <a:lnTo>
                    <a:pt x="265874" y="128587"/>
                  </a:lnTo>
                  <a:lnTo>
                    <a:pt x="155752" y="128587"/>
                  </a:lnTo>
                  <a:lnTo>
                    <a:pt x="154520" y="126111"/>
                  </a:lnTo>
                  <a:lnTo>
                    <a:pt x="151853" y="122872"/>
                  </a:lnTo>
                  <a:lnTo>
                    <a:pt x="145288" y="115849"/>
                  </a:lnTo>
                  <a:lnTo>
                    <a:pt x="145288" y="125158"/>
                  </a:lnTo>
                  <a:lnTo>
                    <a:pt x="144627" y="128587"/>
                  </a:lnTo>
                  <a:lnTo>
                    <a:pt x="12700" y="128587"/>
                  </a:lnTo>
                  <a:lnTo>
                    <a:pt x="12700" y="77152"/>
                  </a:lnTo>
                  <a:lnTo>
                    <a:pt x="141503" y="77152"/>
                  </a:lnTo>
                  <a:lnTo>
                    <a:pt x="141376" y="77343"/>
                  </a:lnTo>
                  <a:lnTo>
                    <a:pt x="136423" y="81153"/>
                  </a:lnTo>
                  <a:lnTo>
                    <a:pt x="130898" y="84963"/>
                  </a:lnTo>
                  <a:lnTo>
                    <a:pt x="127762" y="89725"/>
                  </a:lnTo>
                  <a:lnTo>
                    <a:pt x="127000" y="95440"/>
                  </a:lnTo>
                  <a:lnTo>
                    <a:pt x="127762" y="99060"/>
                  </a:lnTo>
                  <a:lnTo>
                    <a:pt x="129476" y="102489"/>
                  </a:lnTo>
                  <a:lnTo>
                    <a:pt x="132143" y="105727"/>
                  </a:lnTo>
                  <a:lnTo>
                    <a:pt x="139852" y="114300"/>
                  </a:lnTo>
                  <a:lnTo>
                    <a:pt x="142709" y="117157"/>
                  </a:lnTo>
                  <a:lnTo>
                    <a:pt x="144526" y="120777"/>
                  </a:lnTo>
                  <a:lnTo>
                    <a:pt x="145288" y="125158"/>
                  </a:lnTo>
                  <a:lnTo>
                    <a:pt x="145288" y="115849"/>
                  </a:lnTo>
                  <a:lnTo>
                    <a:pt x="143852" y="114300"/>
                  </a:lnTo>
                  <a:lnTo>
                    <a:pt x="140804" y="110299"/>
                  </a:lnTo>
                  <a:lnTo>
                    <a:pt x="139090" y="106768"/>
                  </a:lnTo>
                  <a:lnTo>
                    <a:pt x="138709" y="103720"/>
                  </a:lnTo>
                  <a:lnTo>
                    <a:pt x="139661" y="98577"/>
                  </a:lnTo>
                  <a:lnTo>
                    <a:pt x="142621" y="94195"/>
                  </a:lnTo>
                  <a:lnTo>
                    <a:pt x="147574" y="90576"/>
                  </a:lnTo>
                  <a:lnTo>
                    <a:pt x="153098" y="86385"/>
                  </a:lnTo>
                  <a:lnTo>
                    <a:pt x="156235" y="81534"/>
                  </a:lnTo>
                  <a:lnTo>
                    <a:pt x="156832" y="77152"/>
                  </a:lnTo>
                  <a:lnTo>
                    <a:pt x="265874" y="77152"/>
                  </a:lnTo>
                  <a:lnTo>
                    <a:pt x="265874" y="71437"/>
                  </a:lnTo>
                  <a:lnTo>
                    <a:pt x="155752" y="71437"/>
                  </a:lnTo>
                  <a:lnTo>
                    <a:pt x="154520" y="68961"/>
                  </a:lnTo>
                  <a:lnTo>
                    <a:pt x="151853" y="65722"/>
                  </a:lnTo>
                  <a:lnTo>
                    <a:pt x="143852" y="57150"/>
                  </a:lnTo>
                  <a:lnTo>
                    <a:pt x="140804" y="53149"/>
                  </a:lnTo>
                  <a:lnTo>
                    <a:pt x="139090" y="49618"/>
                  </a:lnTo>
                  <a:lnTo>
                    <a:pt x="138709" y="46570"/>
                  </a:lnTo>
                  <a:lnTo>
                    <a:pt x="139661" y="41427"/>
                  </a:lnTo>
                  <a:lnTo>
                    <a:pt x="142621" y="37045"/>
                  </a:lnTo>
                  <a:lnTo>
                    <a:pt x="147574" y="33426"/>
                  </a:lnTo>
                  <a:lnTo>
                    <a:pt x="153098" y="29235"/>
                  </a:lnTo>
                  <a:lnTo>
                    <a:pt x="156235" y="24384"/>
                  </a:lnTo>
                  <a:lnTo>
                    <a:pt x="156997" y="18859"/>
                  </a:lnTo>
                  <a:lnTo>
                    <a:pt x="156235" y="15240"/>
                  </a:lnTo>
                  <a:lnTo>
                    <a:pt x="154520" y="11811"/>
                  </a:lnTo>
                  <a:lnTo>
                    <a:pt x="151853" y="8572"/>
                  </a:lnTo>
                  <a:lnTo>
                    <a:pt x="143852" y="0"/>
                  </a:lnTo>
                  <a:lnTo>
                    <a:pt x="139852" y="0"/>
                  </a:lnTo>
                  <a:lnTo>
                    <a:pt x="142709" y="2857"/>
                  </a:lnTo>
                  <a:lnTo>
                    <a:pt x="144526" y="6477"/>
                  </a:lnTo>
                  <a:lnTo>
                    <a:pt x="130898" y="27813"/>
                  </a:lnTo>
                  <a:lnTo>
                    <a:pt x="127762" y="32575"/>
                  </a:lnTo>
                  <a:lnTo>
                    <a:pt x="127000" y="38290"/>
                  </a:lnTo>
                  <a:lnTo>
                    <a:pt x="127762" y="41910"/>
                  </a:lnTo>
                  <a:lnTo>
                    <a:pt x="129476" y="45339"/>
                  </a:lnTo>
                  <a:lnTo>
                    <a:pt x="132143" y="48577"/>
                  </a:lnTo>
                  <a:lnTo>
                    <a:pt x="139852" y="57150"/>
                  </a:lnTo>
                  <a:lnTo>
                    <a:pt x="142709" y="60007"/>
                  </a:lnTo>
                  <a:lnTo>
                    <a:pt x="144526" y="63627"/>
                  </a:lnTo>
                  <a:lnTo>
                    <a:pt x="145288" y="68008"/>
                  </a:lnTo>
                  <a:lnTo>
                    <a:pt x="144627" y="71437"/>
                  </a:lnTo>
                  <a:lnTo>
                    <a:pt x="0" y="71437"/>
                  </a:lnTo>
                  <a:lnTo>
                    <a:pt x="0" y="77152"/>
                  </a:lnTo>
                  <a:lnTo>
                    <a:pt x="4127" y="77152"/>
                  </a:lnTo>
                  <a:lnTo>
                    <a:pt x="4127" y="128587"/>
                  </a:lnTo>
                  <a:lnTo>
                    <a:pt x="0" y="128587"/>
                  </a:lnTo>
                  <a:lnTo>
                    <a:pt x="0" y="134302"/>
                  </a:lnTo>
                  <a:lnTo>
                    <a:pt x="4127" y="134302"/>
                  </a:lnTo>
                  <a:lnTo>
                    <a:pt x="4127" y="185737"/>
                  </a:lnTo>
                  <a:lnTo>
                    <a:pt x="0" y="185737"/>
                  </a:lnTo>
                  <a:lnTo>
                    <a:pt x="0" y="191452"/>
                  </a:lnTo>
                  <a:lnTo>
                    <a:pt x="4127" y="191452"/>
                  </a:lnTo>
                  <a:lnTo>
                    <a:pt x="4127" y="242887"/>
                  </a:lnTo>
                  <a:lnTo>
                    <a:pt x="0" y="242887"/>
                  </a:lnTo>
                  <a:lnTo>
                    <a:pt x="0" y="248602"/>
                  </a:lnTo>
                  <a:lnTo>
                    <a:pt x="4127" y="248602"/>
                  </a:lnTo>
                  <a:lnTo>
                    <a:pt x="4127" y="300037"/>
                  </a:lnTo>
                  <a:lnTo>
                    <a:pt x="0" y="300037"/>
                  </a:lnTo>
                  <a:lnTo>
                    <a:pt x="0" y="305752"/>
                  </a:lnTo>
                  <a:lnTo>
                    <a:pt x="4127" y="305752"/>
                  </a:lnTo>
                  <a:lnTo>
                    <a:pt x="12700" y="305752"/>
                  </a:lnTo>
                  <a:lnTo>
                    <a:pt x="265874" y="305752"/>
                  </a:lnTo>
                  <a:lnTo>
                    <a:pt x="265874" y="385762"/>
                  </a:lnTo>
                  <a:lnTo>
                    <a:pt x="275869" y="385762"/>
                  </a:lnTo>
                  <a:lnTo>
                    <a:pt x="275869" y="305752"/>
                  </a:lnTo>
                  <a:lnTo>
                    <a:pt x="859993" y="305752"/>
                  </a:lnTo>
                  <a:lnTo>
                    <a:pt x="859993" y="300037"/>
                  </a:lnTo>
                  <a:lnTo>
                    <a:pt x="275869" y="300037"/>
                  </a:lnTo>
                  <a:lnTo>
                    <a:pt x="275869" y="248602"/>
                  </a:lnTo>
                  <a:lnTo>
                    <a:pt x="859993" y="248602"/>
                  </a:lnTo>
                  <a:lnTo>
                    <a:pt x="859993" y="242887"/>
                  </a:lnTo>
                  <a:lnTo>
                    <a:pt x="275869" y="242887"/>
                  </a:lnTo>
                  <a:lnTo>
                    <a:pt x="275869" y="191452"/>
                  </a:lnTo>
                  <a:lnTo>
                    <a:pt x="859993" y="191452"/>
                  </a:lnTo>
                  <a:lnTo>
                    <a:pt x="859993" y="185737"/>
                  </a:lnTo>
                  <a:lnTo>
                    <a:pt x="275869" y="185737"/>
                  </a:lnTo>
                  <a:lnTo>
                    <a:pt x="275869" y="134302"/>
                  </a:lnTo>
                  <a:lnTo>
                    <a:pt x="859993" y="134302"/>
                  </a:lnTo>
                  <a:lnTo>
                    <a:pt x="859993" y="128587"/>
                  </a:lnTo>
                  <a:lnTo>
                    <a:pt x="275869" y="128587"/>
                  </a:lnTo>
                  <a:lnTo>
                    <a:pt x="275869" y="77152"/>
                  </a:lnTo>
                  <a:lnTo>
                    <a:pt x="859993" y="77152"/>
                  </a:lnTo>
                  <a:lnTo>
                    <a:pt x="859993" y="71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87453" y="2683541"/>
              <a:ext cx="131063" cy="16830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2042261" y="2658119"/>
              <a:ext cx="929640" cy="371475"/>
            </a:xfrm>
            <a:custGeom>
              <a:avLst/>
              <a:gdLst/>
              <a:ahLst/>
              <a:cxnLst/>
              <a:rect l="l" t="t" r="r" b="b"/>
              <a:pathLst>
                <a:path w="929639" h="371475">
                  <a:moveTo>
                    <a:pt x="74295" y="48285"/>
                  </a:moveTo>
                  <a:lnTo>
                    <a:pt x="74104" y="41046"/>
                  </a:lnTo>
                  <a:lnTo>
                    <a:pt x="71539" y="35814"/>
                  </a:lnTo>
                  <a:lnTo>
                    <a:pt x="66586" y="32575"/>
                  </a:lnTo>
                  <a:lnTo>
                    <a:pt x="62014" y="28956"/>
                  </a:lnTo>
                  <a:lnTo>
                    <a:pt x="55537" y="27241"/>
                  </a:lnTo>
                  <a:lnTo>
                    <a:pt x="47155" y="27432"/>
                  </a:lnTo>
                  <a:lnTo>
                    <a:pt x="39217" y="28397"/>
                  </a:lnTo>
                  <a:lnTo>
                    <a:pt x="4648" y="51498"/>
                  </a:lnTo>
                  <a:lnTo>
                    <a:pt x="0" y="65430"/>
                  </a:lnTo>
                  <a:lnTo>
                    <a:pt x="88" y="68580"/>
                  </a:lnTo>
                  <a:lnTo>
                    <a:pt x="0" y="257175"/>
                  </a:lnTo>
                  <a:lnTo>
                    <a:pt x="10007" y="257175"/>
                  </a:lnTo>
                  <a:lnTo>
                    <a:pt x="10007" y="83197"/>
                  </a:lnTo>
                  <a:lnTo>
                    <a:pt x="12001" y="84772"/>
                  </a:lnTo>
                  <a:lnTo>
                    <a:pt x="17907" y="86677"/>
                  </a:lnTo>
                  <a:lnTo>
                    <a:pt x="25146" y="86868"/>
                  </a:lnTo>
                  <a:lnTo>
                    <a:pt x="33629" y="85915"/>
                  </a:lnTo>
                  <a:lnTo>
                    <a:pt x="69659" y="62865"/>
                  </a:lnTo>
                  <a:lnTo>
                    <a:pt x="72847" y="55854"/>
                  </a:lnTo>
                  <a:lnTo>
                    <a:pt x="74295" y="48285"/>
                  </a:lnTo>
                  <a:close/>
                </a:path>
                <a:path w="929639" h="371475">
                  <a:moveTo>
                    <a:pt x="929576" y="0"/>
                  </a:moveTo>
                  <a:lnTo>
                    <a:pt x="195313" y="0"/>
                  </a:lnTo>
                  <a:lnTo>
                    <a:pt x="195313" y="5715"/>
                  </a:lnTo>
                  <a:lnTo>
                    <a:pt x="199440" y="5715"/>
                  </a:lnTo>
                  <a:lnTo>
                    <a:pt x="199440" y="57150"/>
                  </a:lnTo>
                  <a:lnTo>
                    <a:pt x="195313" y="57150"/>
                  </a:lnTo>
                  <a:lnTo>
                    <a:pt x="195313" y="62865"/>
                  </a:lnTo>
                  <a:lnTo>
                    <a:pt x="199440" y="62865"/>
                  </a:lnTo>
                  <a:lnTo>
                    <a:pt x="199440" y="114300"/>
                  </a:lnTo>
                  <a:lnTo>
                    <a:pt x="195313" y="114300"/>
                  </a:lnTo>
                  <a:lnTo>
                    <a:pt x="195313" y="120015"/>
                  </a:lnTo>
                  <a:lnTo>
                    <a:pt x="199440" y="120015"/>
                  </a:lnTo>
                  <a:lnTo>
                    <a:pt x="199440" y="171450"/>
                  </a:lnTo>
                  <a:lnTo>
                    <a:pt x="195313" y="171450"/>
                  </a:lnTo>
                  <a:lnTo>
                    <a:pt x="195313" y="177165"/>
                  </a:lnTo>
                  <a:lnTo>
                    <a:pt x="199440" y="177165"/>
                  </a:lnTo>
                  <a:lnTo>
                    <a:pt x="199440" y="228600"/>
                  </a:lnTo>
                  <a:lnTo>
                    <a:pt x="195313" y="228600"/>
                  </a:lnTo>
                  <a:lnTo>
                    <a:pt x="195313" y="234315"/>
                  </a:lnTo>
                  <a:lnTo>
                    <a:pt x="199440" y="234315"/>
                  </a:lnTo>
                  <a:lnTo>
                    <a:pt x="208013" y="234315"/>
                  </a:lnTo>
                  <a:lnTo>
                    <a:pt x="335457" y="234315"/>
                  </a:lnTo>
                  <a:lnTo>
                    <a:pt x="335457" y="371475"/>
                  </a:lnTo>
                  <a:lnTo>
                    <a:pt x="345465" y="371475"/>
                  </a:lnTo>
                  <a:lnTo>
                    <a:pt x="345465" y="234315"/>
                  </a:lnTo>
                  <a:lnTo>
                    <a:pt x="929576" y="234315"/>
                  </a:lnTo>
                  <a:lnTo>
                    <a:pt x="929576" y="228600"/>
                  </a:lnTo>
                  <a:lnTo>
                    <a:pt x="345465" y="228600"/>
                  </a:lnTo>
                  <a:lnTo>
                    <a:pt x="345465" y="177165"/>
                  </a:lnTo>
                  <a:lnTo>
                    <a:pt x="929576" y="177165"/>
                  </a:lnTo>
                  <a:lnTo>
                    <a:pt x="929576" y="171450"/>
                  </a:lnTo>
                  <a:lnTo>
                    <a:pt x="345465" y="171450"/>
                  </a:lnTo>
                  <a:lnTo>
                    <a:pt x="345465" y="120015"/>
                  </a:lnTo>
                  <a:lnTo>
                    <a:pt x="929576" y="120015"/>
                  </a:lnTo>
                  <a:lnTo>
                    <a:pt x="929576" y="114300"/>
                  </a:lnTo>
                  <a:lnTo>
                    <a:pt x="345465" y="114300"/>
                  </a:lnTo>
                  <a:lnTo>
                    <a:pt x="345465" y="62865"/>
                  </a:lnTo>
                  <a:lnTo>
                    <a:pt x="929576" y="62865"/>
                  </a:lnTo>
                  <a:lnTo>
                    <a:pt x="929576" y="57150"/>
                  </a:lnTo>
                  <a:lnTo>
                    <a:pt x="345465" y="57150"/>
                  </a:lnTo>
                  <a:lnTo>
                    <a:pt x="345465" y="40005"/>
                  </a:lnTo>
                  <a:lnTo>
                    <a:pt x="335457" y="40005"/>
                  </a:lnTo>
                  <a:lnTo>
                    <a:pt x="335457" y="228600"/>
                  </a:lnTo>
                  <a:lnTo>
                    <a:pt x="208013" y="228600"/>
                  </a:lnTo>
                  <a:lnTo>
                    <a:pt x="208013" y="177165"/>
                  </a:lnTo>
                  <a:lnTo>
                    <a:pt x="335457" y="177165"/>
                  </a:lnTo>
                  <a:lnTo>
                    <a:pt x="335457" y="171450"/>
                  </a:lnTo>
                  <a:lnTo>
                    <a:pt x="208013" y="171450"/>
                  </a:lnTo>
                  <a:lnTo>
                    <a:pt x="208013" y="120015"/>
                  </a:lnTo>
                  <a:lnTo>
                    <a:pt x="335457" y="120015"/>
                  </a:lnTo>
                  <a:lnTo>
                    <a:pt x="335457" y="114300"/>
                  </a:lnTo>
                  <a:lnTo>
                    <a:pt x="208013" y="114300"/>
                  </a:lnTo>
                  <a:lnTo>
                    <a:pt x="208013" y="62865"/>
                  </a:lnTo>
                  <a:lnTo>
                    <a:pt x="335457" y="62865"/>
                  </a:lnTo>
                  <a:lnTo>
                    <a:pt x="335457" y="57150"/>
                  </a:lnTo>
                  <a:lnTo>
                    <a:pt x="208013" y="57150"/>
                  </a:lnTo>
                  <a:lnTo>
                    <a:pt x="208013" y="5715"/>
                  </a:lnTo>
                  <a:lnTo>
                    <a:pt x="929576" y="5715"/>
                  </a:lnTo>
                  <a:lnTo>
                    <a:pt x="9295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321720" y="2605532"/>
              <a:ext cx="130301" cy="160591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2377719" y="2428185"/>
              <a:ext cx="1541780" cy="630555"/>
            </a:xfrm>
            <a:custGeom>
              <a:avLst/>
              <a:gdLst/>
              <a:ahLst/>
              <a:cxnLst/>
              <a:rect l="l" t="t" r="r" b="b"/>
              <a:pathLst>
                <a:path w="1541779" h="630555">
                  <a:moveTo>
                    <a:pt x="74295" y="392518"/>
                  </a:moveTo>
                  <a:lnTo>
                    <a:pt x="74104" y="385279"/>
                  </a:lnTo>
                  <a:lnTo>
                    <a:pt x="71539" y="380047"/>
                  </a:lnTo>
                  <a:lnTo>
                    <a:pt x="66586" y="376809"/>
                  </a:lnTo>
                  <a:lnTo>
                    <a:pt x="62014" y="373189"/>
                  </a:lnTo>
                  <a:lnTo>
                    <a:pt x="55537" y="371475"/>
                  </a:lnTo>
                  <a:lnTo>
                    <a:pt x="47155" y="371665"/>
                  </a:lnTo>
                  <a:lnTo>
                    <a:pt x="39217" y="372630"/>
                  </a:lnTo>
                  <a:lnTo>
                    <a:pt x="4648" y="395732"/>
                  </a:lnTo>
                  <a:lnTo>
                    <a:pt x="0" y="409663"/>
                  </a:lnTo>
                  <a:lnTo>
                    <a:pt x="190" y="416140"/>
                  </a:lnTo>
                  <a:lnTo>
                    <a:pt x="25146" y="431101"/>
                  </a:lnTo>
                  <a:lnTo>
                    <a:pt x="33629" y="430149"/>
                  </a:lnTo>
                  <a:lnTo>
                    <a:pt x="69646" y="407098"/>
                  </a:lnTo>
                  <a:lnTo>
                    <a:pt x="72847" y="400088"/>
                  </a:lnTo>
                  <a:lnTo>
                    <a:pt x="74295" y="392518"/>
                  </a:lnTo>
                  <a:close/>
                </a:path>
                <a:path w="1541779" h="630555">
                  <a:moveTo>
                    <a:pt x="273697" y="221068"/>
                  </a:moveTo>
                  <a:lnTo>
                    <a:pt x="273507" y="213829"/>
                  </a:lnTo>
                  <a:lnTo>
                    <a:pt x="270941" y="208597"/>
                  </a:lnTo>
                  <a:lnTo>
                    <a:pt x="265988" y="205359"/>
                  </a:lnTo>
                  <a:lnTo>
                    <a:pt x="261416" y="201739"/>
                  </a:lnTo>
                  <a:lnTo>
                    <a:pt x="254939" y="200025"/>
                  </a:lnTo>
                  <a:lnTo>
                    <a:pt x="246557" y="200215"/>
                  </a:lnTo>
                  <a:lnTo>
                    <a:pt x="238620" y="201180"/>
                  </a:lnTo>
                  <a:lnTo>
                    <a:pt x="204050" y="224282"/>
                  </a:lnTo>
                  <a:lnTo>
                    <a:pt x="199402" y="238213"/>
                  </a:lnTo>
                  <a:lnTo>
                    <a:pt x="199491" y="241363"/>
                  </a:lnTo>
                  <a:lnTo>
                    <a:pt x="199402" y="381088"/>
                  </a:lnTo>
                  <a:lnTo>
                    <a:pt x="199402" y="572833"/>
                  </a:lnTo>
                  <a:lnTo>
                    <a:pt x="209410" y="572833"/>
                  </a:lnTo>
                  <a:lnTo>
                    <a:pt x="209410" y="398856"/>
                  </a:lnTo>
                  <a:lnTo>
                    <a:pt x="211404" y="400431"/>
                  </a:lnTo>
                  <a:lnTo>
                    <a:pt x="217309" y="402336"/>
                  </a:lnTo>
                  <a:lnTo>
                    <a:pt x="257416" y="390804"/>
                  </a:lnTo>
                  <a:lnTo>
                    <a:pt x="273697" y="363943"/>
                  </a:lnTo>
                  <a:lnTo>
                    <a:pt x="273507" y="356704"/>
                  </a:lnTo>
                  <a:lnTo>
                    <a:pt x="270941" y="351472"/>
                  </a:lnTo>
                  <a:lnTo>
                    <a:pt x="265988" y="348234"/>
                  </a:lnTo>
                  <a:lnTo>
                    <a:pt x="261416" y="344614"/>
                  </a:lnTo>
                  <a:lnTo>
                    <a:pt x="254939" y="342900"/>
                  </a:lnTo>
                  <a:lnTo>
                    <a:pt x="246557" y="343090"/>
                  </a:lnTo>
                  <a:lnTo>
                    <a:pt x="238620" y="344055"/>
                  </a:lnTo>
                  <a:lnTo>
                    <a:pt x="230835" y="346367"/>
                  </a:lnTo>
                  <a:lnTo>
                    <a:pt x="223189" y="350050"/>
                  </a:lnTo>
                  <a:lnTo>
                    <a:pt x="215696" y="355092"/>
                  </a:lnTo>
                  <a:lnTo>
                    <a:pt x="209410" y="360540"/>
                  </a:lnTo>
                  <a:lnTo>
                    <a:pt x="209410" y="255981"/>
                  </a:lnTo>
                  <a:lnTo>
                    <a:pt x="211404" y="257556"/>
                  </a:lnTo>
                  <a:lnTo>
                    <a:pt x="217309" y="259461"/>
                  </a:lnTo>
                  <a:lnTo>
                    <a:pt x="224548" y="259651"/>
                  </a:lnTo>
                  <a:lnTo>
                    <a:pt x="233032" y="258699"/>
                  </a:lnTo>
                  <a:lnTo>
                    <a:pt x="269062" y="235648"/>
                  </a:lnTo>
                  <a:lnTo>
                    <a:pt x="272249" y="228638"/>
                  </a:lnTo>
                  <a:lnTo>
                    <a:pt x="273697" y="221068"/>
                  </a:lnTo>
                  <a:close/>
                </a:path>
                <a:path w="1541779" h="630555">
                  <a:moveTo>
                    <a:pt x="473113" y="192493"/>
                  </a:moveTo>
                  <a:lnTo>
                    <a:pt x="472922" y="185254"/>
                  </a:lnTo>
                  <a:lnTo>
                    <a:pt x="470344" y="180022"/>
                  </a:lnTo>
                  <a:lnTo>
                    <a:pt x="465391" y="176784"/>
                  </a:lnTo>
                  <a:lnTo>
                    <a:pt x="460819" y="173164"/>
                  </a:lnTo>
                  <a:lnTo>
                    <a:pt x="454342" y="171450"/>
                  </a:lnTo>
                  <a:lnTo>
                    <a:pt x="445960" y="171640"/>
                  </a:lnTo>
                  <a:lnTo>
                    <a:pt x="438035" y="172605"/>
                  </a:lnTo>
                  <a:lnTo>
                    <a:pt x="403453" y="195707"/>
                  </a:lnTo>
                  <a:lnTo>
                    <a:pt x="398818" y="209638"/>
                  </a:lnTo>
                  <a:lnTo>
                    <a:pt x="398907" y="212788"/>
                  </a:lnTo>
                  <a:lnTo>
                    <a:pt x="398818" y="352513"/>
                  </a:lnTo>
                  <a:lnTo>
                    <a:pt x="398818" y="544258"/>
                  </a:lnTo>
                  <a:lnTo>
                    <a:pt x="408813" y="544258"/>
                  </a:lnTo>
                  <a:lnTo>
                    <a:pt x="408813" y="370268"/>
                  </a:lnTo>
                  <a:lnTo>
                    <a:pt x="410819" y="371856"/>
                  </a:lnTo>
                  <a:lnTo>
                    <a:pt x="416725" y="373761"/>
                  </a:lnTo>
                  <a:lnTo>
                    <a:pt x="456819" y="362229"/>
                  </a:lnTo>
                  <a:lnTo>
                    <a:pt x="473113" y="335368"/>
                  </a:lnTo>
                  <a:lnTo>
                    <a:pt x="472922" y="328129"/>
                  </a:lnTo>
                  <a:lnTo>
                    <a:pt x="470344" y="322897"/>
                  </a:lnTo>
                  <a:lnTo>
                    <a:pt x="465391" y="319659"/>
                  </a:lnTo>
                  <a:lnTo>
                    <a:pt x="460819" y="316039"/>
                  </a:lnTo>
                  <a:lnTo>
                    <a:pt x="454342" y="314325"/>
                  </a:lnTo>
                  <a:lnTo>
                    <a:pt x="445960" y="314515"/>
                  </a:lnTo>
                  <a:lnTo>
                    <a:pt x="438035" y="315480"/>
                  </a:lnTo>
                  <a:lnTo>
                    <a:pt x="430250" y="317792"/>
                  </a:lnTo>
                  <a:lnTo>
                    <a:pt x="422605" y="321475"/>
                  </a:lnTo>
                  <a:lnTo>
                    <a:pt x="415099" y="326517"/>
                  </a:lnTo>
                  <a:lnTo>
                    <a:pt x="408813" y="331978"/>
                  </a:lnTo>
                  <a:lnTo>
                    <a:pt x="408813" y="227393"/>
                  </a:lnTo>
                  <a:lnTo>
                    <a:pt x="410819" y="228981"/>
                  </a:lnTo>
                  <a:lnTo>
                    <a:pt x="416725" y="230886"/>
                  </a:lnTo>
                  <a:lnTo>
                    <a:pt x="423964" y="231076"/>
                  </a:lnTo>
                  <a:lnTo>
                    <a:pt x="432435" y="230124"/>
                  </a:lnTo>
                  <a:lnTo>
                    <a:pt x="468464" y="207073"/>
                  </a:lnTo>
                  <a:lnTo>
                    <a:pt x="471665" y="200063"/>
                  </a:lnTo>
                  <a:lnTo>
                    <a:pt x="473113" y="192493"/>
                  </a:lnTo>
                  <a:close/>
                </a:path>
                <a:path w="1541779" h="630555">
                  <a:moveTo>
                    <a:pt x="1528762" y="229933"/>
                  </a:moveTo>
                  <a:lnTo>
                    <a:pt x="1462671" y="229933"/>
                  </a:lnTo>
                  <a:lnTo>
                    <a:pt x="1463268" y="228638"/>
                  </a:lnTo>
                  <a:lnTo>
                    <a:pt x="1464716" y="221068"/>
                  </a:lnTo>
                  <a:lnTo>
                    <a:pt x="1464525" y="213829"/>
                  </a:lnTo>
                  <a:lnTo>
                    <a:pt x="1461960" y="208597"/>
                  </a:lnTo>
                  <a:lnTo>
                    <a:pt x="1457007" y="205359"/>
                  </a:lnTo>
                  <a:lnTo>
                    <a:pt x="1452435" y="201739"/>
                  </a:lnTo>
                  <a:lnTo>
                    <a:pt x="1445958" y="200025"/>
                  </a:lnTo>
                  <a:lnTo>
                    <a:pt x="1437576" y="200215"/>
                  </a:lnTo>
                  <a:lnTo>
                    <a:pt x="1429639" y="201180"/>
                  </a:lnTo>
                  <a:lnTo>
                    <a:pt x="1421853" y="203492"/>
                  </a:lnTo>
                  <a:lnTo>
                    <a:pt x="1414208" y="207175"/>
                  </a:lnTo>
                  <a:lnTo>
                    <a:pt x="1406715" y="212217"/>
                  </a:lnTo>
                  <a:lnTo>
                    <a:pt x="1400429" y="217665"/>
                  </a:lnTo>
                  <a:lnTo>
                    <a:pt x="1400429" y="176352"/>
                  </a:lnTo>
                  <a:lnTo>
                    <a:pt x="1485049" y="176352"/>
                  </a:lnTo>
                  <a:lnTo>
                    <a:pt x="1485049" y="169202"/>
                  </a:lnTo>
                  <a:lnTo>
                    <a:pt x="1400429" y="169202"/>
                  </a:lnTo>
                  <a:lnTo>
                    <a:pt x="1400429" y="119202"/>
                  </a:lnTo>
                  <a:lnTo>
                    <a:pt x="1485049" y="119202"/>
                  </a:lnTo>
                  <a:lnTo>
                    <a:pt x="1485049" y="112052"/>
                  </a:lnTo>
                  <a:lnTo>
                    <a:pt x="1400429" y="112052"/>
                  </a:lnTo>
                  <a:lnTo>
                    <a:pt x="1400429" y="62052"/>
                  </a:lnTo>
                  <a:lnTo>
                    <a:pt x="1485049" y="62052"/>
                  </a:lnTo>
                  <a:lnTo>
                    <a:pt x="1485049" y="54902"/>
                  </a:lnTo>
                  <a:lnTo>
                    <a:pt x="1435773" y="54902"/>
                  </a:lnTo>
                  <a:lnTo>
                    <a:pt x="1440484" y="52819"/>
                  </a:lnTo>
                  <a:lnTo>
                    <a:pt x="1464716" y="21043"/>
                  </a:lnTo>
                  <a:lnTo>
                    <a:pt x="1464525" y="13804"/>
                  </a:lnTo>
                  <a:lnTo>
                    <a:pt x="1461960" y="8572"/>
                  </a:lnTo>
                  <a:lnTo>
                    <a:pt x="1457007" y="5334"/>
                  </a:lnTo>
                  <a:lnTo>
                    <a:pt x="1452435" y="1714"/>
                  </a:lnTo>
                  <a:lnTo>
                    <a:pt x="1445958" y="0"/>
                  </a:lnTo>
                  <a:lnTo>
                    <a:pt x="1437576" y="190"/>
                  </a:lnTo>
                  <a:lnTo>
                    <a:pt x="1429639" y="1155"/>
                  </a:lnTo>
                  <a:lnTo>
                    <a:pt x="1395069" y="24257"/>
                  </a:lnTo>
                  <a:lnTo>
                    <a:pt x="1390421" y="38188"/>
                  </a:lnTo>
                  <a:lnTo>
                    <a:pt x="1390510" y="41338"/>
                  </a:lnTo>
                  <a:lnTo>
                    <a:pt x="1390421" y="54902"/>
                  </a:lnTo>
                  <a:lnTo>
                    <a:pt x="1373911" y="54902"/>
                  </a:lnTo>
                  <a:lnTo>
                    <a:pt x="1373911" y="62052"/>
                  </a:lnTo>
                  <a:lnTo>
                    <a:pt x="1390421" y="62052"/>
                  </a:lnTo>
                  <a:lnTo>
                    <a:pt x="1390421" y="112052"/>
                  </a:lnTo>
                  <a:lnTo>
                    <a:pt x="1373911" y="112052"/>
                  </a:lnTo>
                  <a:lnTo>
                    <a:pt x="1373911" y="119202"/>
                  </a:lnTo>
                  <a:lnTo>
                    <a:pt x="1390421" y="119202"/>
                  </a:lnTo>
                  <a:lnTo>
                    <a:pt x="1390421" y="169202"/>
                  </a:lnTo>
                  <a:lnTo>
                    <a:pt x="1373911" y="169202"/>
                  </a:lnTo>
                  <a:lnTo>
                    <a:pt x="1373911" y="176352"/>
                  </a:lnTo>
                  <a:lnTo>
                    <a:pt x="1390421" y="176352"/>
                  </a:lnTo>
                  <a:lnTo>
                    <a:pt x="1390421" y="229933"/>
                  </a:lnTo>
                  <a:lnTo>
                    <a:pt x="1390421" y="235648"/>
                  </a:lnTo>
                  <a:lnTo>
                    <a:pt x="1390421" y="458533"/>
                  </a:lnTo>
                  <a:lnTo>
                    <a:pt x="1257985" y="458533"/>
                  </a:lnTo>
                  <a:lnTo>
                    <a:pt x="1257985" y="407098"/>
                  </a:lnTo>
                  <a:lnTo>
                    <a:pt x="1390421" y="407098"/>
                  </a:lnTo>
                  <a:lnTo>
                    <a:pt x="1390421" y="401383"/>
                  </a:lnTo>
                  <a:lnTo>
                    <a:pt x="1257985" y="401383"/>
                  </a:lnTo>
                  <a:lnTo>
                    <a:pt x="1257985" y="349948"/>
                  </a:lnTo>
                  <a:lnTo>
                    <a:pt x="1390421" y="349948"/>
                  </a:lnTo>
                  <a:lnTo>
                    <a:pt x="1390421" y="344233"/>
                  </a:lnTo>
                  <a:lnTo>
                    <a:pt x="1282319" y="344233"/>
                  </a:lnTo>
                  <a:lnTo>
                    <a:pt x="1289926" y="342163"/>
                  </a:lnTo>
                  <a:lnTo>
                    <a:pt x="1298054" y="338569"/>
                  </a:lnTo>
                  <a:lnTo>
                    <a:pt x="1322285" y="306793"/>
                  </a:lnTo>
                  <a:lnTo>
                    <a:pt x="1322095" y="299554"/>
                  </a:lnTo>
                  <a:lnTo>
                    <a:pt x="1319517" y="294322"/>
                  </a:lnTo>
                  <a:lnTo>
                    <a:pt x="1317180" y="292798"/>
                  </a:lnTo>
                  <a:lnTo>
                    <a:pt x="1390421" y="292798"/>
                  </a:lnTo>
                  <a:lnTo>
                    <a:pt x="1390421" y="287083"/>
                  </a:lnTo>
                  <a:lnTo>
                    <a:pt x="1308544" y="287083"/>
                  </a:lnTo>
                  <a:lnTo>
                    <a:pt x="1303515" y="285750"/>
                  </a:lnTo>
                  <a:lnTo>
                    <a:pt x="1295133" y="285940"/>
                  </a:lnTo>
                  <a:lnTo>
                    <a:pt x="1287208" y="286905"/>
                  </a:lnTo>
                  <a:lnTo>
                    <a:pt x="1286598" y="287083"/>
                  </a:lnTo>
                  <a:lnTo>
                    <a:pt x="1271981" y="287083"/>
                  </a:lnTo>
                  <a:lnTo>
                    <a:pt x="1271981" y="292798"/>
                  </a:lnTo>
                  <a:lnTo>
                    <a:pt x="1271778" y="292900"/>
                  </a:lnTo>
                  <a:lnTo>
                    <a:pt x="1264272" y="297942"/>
                  </a:lnTo>
                  <a:lnTo>
                    <a:pt x="1262938" y="299110"/>
                  </a:lnTo>
                  <a:lnTo>
                    <a:pt x="1262938" y="344233"/>
                  </a:lnTo>
                  <a:lnTo>
                    <a:pt x="1257985" y="344233"/>
                  </a:lnTo>
                  <a:lnTo>
                    <a:pt x="1257985" y="341693"/>
                  </a:lnTo>
                  <a:lnTo>
                    <a:pt x="1259992" y="343281"/>
                  </a:lnTo>
                  <a:lnTo>
                    <a:pt x="1262938" y="344233"/>
                  </a:lnTo>
                  <a:lnTo>
                    <a:pt x="1262938" y="299110"/>
                  </a:lnTo>
                  <a:lnTo>
                    <a:pt x="1257985" y="303403"/>
                  </a:lnTo>
                  <a:lnTo>
                    <a:pt x="1257985" y="292798"/>
                  </a:lnTo>
                  <a:lnTo>
                    <a:pt x="1271981" y="292798"/>
                  </a:lnTo>
                  <a:lnTo>
                    <a:pt x="1271981" y="287083"/>
                  </a:lnTo>
                  <a:lnTo>
                    <a:pt x="1257985" y="287083"/>
                  </a:lnTo>
                  <a:lnTo>
                    <a:pt x="1257985" y="235648"/>
                  </a:lnTo>
                  <a:lnTo>
                    <a:pt x="1390421" y="235648"/>
                  </a:lnTo>
                  <a:lnTo>
                    <a:pt x="1390421" y="229933"/>
                  </a:lnTo>
                  <a:lnTo>
                    <a:pt x="1257985" y="229933"/>
                  </a:lnTo>
                  <a:lnTo>
                    <a:pt x="1257985" y="176352"/>
                  </a:lnTo>
                  <a:lnTo>
                    <a:pt x="1342618" y="176352"/>
                  </a:lnTo>
                  <a:lnTo>
                    <a:pt x="1342618" y="169202"/>
                  </a:lnTo>
                  <a:lnTo>
                    <a:pt x="1257985" y="169202"/>
                  </a:lnTo>
                  <a:lnTo>
                    <a:pt x="1257985" y="141668"/>
                  </a:lnTo>
                  <a:lnTo>
                    <a:pt x="1259992" y="143256"/>
                  </a:lnTo>
                  <a:lnTo>
                    <a:pt x="1265897" y="145161"/>
                  </a:lnTo>
                  <a:lnTo>
                    <a:pt x="1273136" y="145351"/>
                  </a:lnTo>
                  <a:lnTo>
                    <a:pt x="1281620" y="144399"/>
                  </a:lnTo>
                  <a:lnTo>
                    <a:pt x="1317637" y="121348"/>
                  </a:lnTo>
                  <a:lnTo>
                    <a:pt x="1318615" y="119202"/>
                  </a:lnTo>
                  <a:lnTo>
                    <a:pt x="1342618" y="119202"/>
                  </a:lnTo>
                  <a:lnTo>
                    <a:pt x="1342618" y="112052"/>
                  </a:lnTo>
                  <a:lnTo>
                    <a:pt x="1321269" y="112052"/>
                  </a:lnTo>
                  <a:lnTo>
                    <a:pt x="1322285" y="106768"/>
                  </a:lnTo>
                  <a:lnTo>
                    <a:pt x="1322095" y="99529"/>
                  </a:lnTo>
                  <a:lnTo>
                    <a:pt x="1319517" y="94297"/>
                  </a:lnTo>
                  <a:lnTo>
                    <a:pt x="1314564" y="91059"/>
                  </a:lnTo>
                  <a:lnTo>
                    <a:pt x="1309992" y="87439"/>
                  </a:lnTo>
                  <a:lnTo>
                    <a:pt x="1303515" y="85725"/>
                  </a:lnTo>
                  <a:lnTo>
                    <a:pt x="1295133" y="85915"/>
                  </a:lnTo>
                  <a:lnTo>
                    <a:pt x="1287208" y="86880"/>
                  </a:lnTo>
                  <a:lnTo>
                    <a:pt x="1252639" y="109982"/>
                  </a:lnTo>
                  <a:lnTo>
                    <a:pt x="1251648" y="112052"/>
                  </a:lnTo>
                  <a:lnTo>
                    <a:pt x="1231468" y="112052"/>
                  </a:lnTo>
                  <a:lnTo>
                    <a:pt x="1231468" y="119202"/>
                  </a:lnTo>
                  <a:lnTo>
                    <a:pt x="1248930" y="119202"/>
                  </a:lnTo>
                  <a:lnTo>
                    <a:pt x="1247990" y="123913"/>
                  </a:lnTo>
                  <a:lnTo>
                    <a:pt x="1248079" y="127063"/>
                  </a:lnTo>
                  <a:lnTo>
                    <a:pt x="1247990" y="169202"/>
                  </a:lnTo>
                  <a:lnTo>
                    <a:pt x="1231468" y="169202"/>
                  </a:lnTo>
                  <a:lnTo>
                    <a:pt x="1231468" y="176352"/>
                  </a:lnTo>
                  <a:lnTo>
                    <a:pt x="1247990" y="176352"/>
                  </a:lnTo>
                  <a:lnTo>
                    <a:pt x="1247990" y="229933"/>
                  </a:lnTo>
                  <a:lnTo>
                    <a:pt x="1247990" y="458533"/>
                  </a:lnTo>
                  <a:lnTo>
                    <a:pt x="1115555" y="458533"/>
                  </a:lnTo>
                  <a:lnTo>
                    <a:pt x="1115555" y="407098"/>
                  </a:lnTo>
                  <a:lnTo>
                    <a:pt x="1247990" y="407098"/>
                  </a:lnTo>
                  <a:lnTo>
                    <a:pt x="1247990" y="401383"/>
                  </a:lnTo>
                  <a:lnTo>
                    <a:pt x="1115555" y="401383"/>
                  </a:lnTo>
                  <a:lnTo>
                    <a:pt x="1115555" y="370268"/>
                  </a:lnTo>
                  <a:lnTo>
                    <a:pt x="1117561" y="371856"/>
                  </a:lnTo>
                  <a:lnTo>
                    <a:pt x="1123467" y="373761"/>
                  </a:lnTo>
                  <a:lnTo>
                    <a:pt x="1163561" y="362229"/>
                  </a:lnTo>
                  <a:lnTo>
                    <a:pt x="1175207" y="349948"/>
                  </a:lnTo>
                  <a:lnTo>
                    <a:pt x="1247990" y="349948"/>
                  </a:lnTo>
                  <a:lnTo>
                    <a:pt x="1247990" y="344233"/>
                  </a:lnTo>
                  <a:lnTo>
                    <a:pt x="1177810" y="344233"/>
                  </a:lnTo>
                  <a:lnTo>
                    <a:pt x="1178407" y="342938"/>
                  </a:lnTo>
                  <a:lnTo>
                    <a:pt x="1179855" y="335368"/>
                  </a:lnTo>
                  <a:lnTo>
                    <a:pt x="1179664" y="328129"/>
                  </a:lnTo>
                  <a:lnTo>
                    <a:pt x="1177086" y="322897"/>
                  </a:lnTo>
                  <a:lnTo>
                    <a:pt x="1172133" y="319659"/>
                  </a:lnTo>
                  <a:lnTo>
                    <a:pt x="1167561" y="316039"/>
                  </a:lnTo>
                  <a:lnTo>
                    <a:pt x="1161084" y="314325"/>
                  </a:lnTo>
                  <a:lnTo>
                    <a:pt x="1152702" y="314515"/>
                  </a:lnTo>
                  <a:lnTo>
                    <a:pt x="1144778" y="315480"/>
                  </a:lnTo>
                  <a:lnTo>
                    <a:pt x="1136992" y="317792"/>
                  </a:lnTo>
                  <a:lnTo>
                    <a:pt x="1129347" y="321475"/>
                  </a:lnTo>
                  <a:lnTo>
                    <a:pt x="1121841" y="326517"/>
                  </a:lnTo>
                  <a:lnTo>
                    <a:pt x="1115555" y="331978"/>
                  </a:lnTo>
                  <a:lnTo>
                    <a:pt x="1115555" y="292798"/>
                  </a:lnTo>
                  <a:lnTo>
                    <a:pt x="1247990" y="292798"/>
                  </a:lnTo>
                  <a:lnTo>
                    <a:pt x="1247990" y="287083"/>
                  </a:lnTo>
                  <a:lnTo>
                    <a:pt x="1115555" y="287083"/>
                  </a:lnTo>
                  <a:lnTo>
                    <a:pt x="1115555" y="235648"/>
                  </a:lnTo>
                  <a:lnTo>
                    <a:pt x="1247990" y="235648"/>
                  </a:lnTo>
                  <a:lnTo>
                    <a:pt x="1247990" y="229933"/>
                  </a:lnTo>
                  <a:lnTo>
                    <a:pt x="1115555" y="229933"/>
                  </a:lnTo>
                  <a:lnTo>
                    <a:pt x="1115555" y="176352"/>
                  </a:lnTo>
                  <a:lnTo>
                    <a:pt x="1200175" y="176352"/>
                  </a:lnTo>
                  <a:lnTo>
                    <a:pt x="1200175" y="169202"/>
                  </a:lnTo>
                  <a:lnTo>
                    <a:pt x="1150912" y="169202"/>
                  </a:lnTo>
                  <a:lnTo>
                    <a:pt x="1155623" y="167119"/>
                  </a:lnTo>
                  <a:lnTo>
                    <a:pt x="1179855" y="135343"/>
                  </a:lnTo>
                  <a:lnTo>
                    <a:pt x="1179664" y="128104"/>
                  </a:lnTo>
                  <a:lnTo>
                    <a:pt x="1177086" y="122872"/>
                  </a:lnTo>
                  <a:lnTo>
                    <a:pt x="1172133" y="119634"/>
                  </a:lnTo>
                  <a:lnTo>
                    <a:pt x="1167561" y="116014"/>
                  </a:lnTo>
                  <a:lnTo>
                    <a:pt x="1161084" y="114300"/>
                  </a:lnTo>
                  <a:lnTo>
                    <a:pt x="1152702" y="114490"/>
                  </a:lnTo>
                  <a:lnTo>
                    <a:pt x="1144778" y="115455"/>
                  </a:lnTo>
                  <a:lnTo>
                    <a:pt x="1110195" y="138557"/>
                  </a:lnTo>
                  <a:lnTo>
                    <a:pt x="1105560" y="152488"/>
                  </a:lnTo>
                  <a:lnTo>
                    <a:pt x="1105649" y="155638"/>
                  </a:lnTo>
                  <a:lnTo>
                    <a:pt x="1105560" y="169202"/>
                  </a:lnTo>
                  <a:lnTo>
                    <a:pt x="1089037" y="169202"/>
                  </a:lnTo>
                  <a:lnTo>
                    <a:pt x="1089037" y="176352"/>
                  </a:lnTo>
                  <a:lnTo>
                    <a:pt x="1105560" y="176352"/>
                  </a:lnTo>
                  <a:lnTo>
                    <a:pt x="1105560" y="229933"/>
                  </a:lnTo>
                  <a:lnTo>
                    <a:pt x="1105560" y="235648"/>
                  </a:lnTo>
                  <a:lnTo>
                    <a:pt x="1105560" y="458533"/>
                  </a:lnTo>
                  <a:lnTo>
                    <a:pt x="973124" y="458533"/>
                  </a:lnTo>
                  <a:lnTo>
                    <a:pt x="973124" y="407098"/>
                  </a:lnTo>
                  <a:lnTo>
                    <a:pt x="1105560" y="407098"/>
                  </a:lnTo>
                  <a:lnTo>
                    <a:pt x="1105560" y="401383"/>
                  </a:lnTo>
                  <a:lnTo>
                    <a:pt x="997458" y="401383"/>
                  </a:lnTo>
                  <a:lnTo>
                    <a:pt x="1005065" y="399313"/>
                  </a:lnTo>
                  <a:lnTo>
                    <a:pt x="1013180" y="395719"/>
                  </a:lnTo>
                  <a:lnTo>
                    <a:pt x="1037424" y="363943"/>
                  </a:lnTo>
                  <a:lnTo>
                    <a:pt x="1037234" y="356704"/>
                  </a:lnTo>
                  <a:lnTo>
                    <a:pt x="1034656" y="351472"/>
                  </a:lnTo>
                  <a:lnTo>
                    <a:pt x="1032319" y="349948"/>
                  </a:lnTo>
                  <a:lnTo>
                    <a:pt x="1105560" y="349948"/>
                  </a:lnTo>
                  <a:lnTo>
                    <a:pt x="1105560" y="344233"/>
                  </a:lnTo>
                  <a:lnTo>
                    <a:pt x="1023683" y="344233"/>
                  </a:lnTo>
                  <a:lnTo>
                    <a:pt x="1018654" y="342900"/>
                  </a:lnTo>
                  <a:lnTo>
                    <a:pt x="1010272" y="343090"/>
                  </a:lnTo>
                  <a:lnTo>
                    <a:pt x="1002347" y="344055"/>
                  </a:lnTo>
                  <a:lnTo>
                    <a:pt x="1001737" y="344233"/>
                  </a:lnTo>
                  <a:lnTo>
                    <a:pt x="987120" y="344233"/>
                  </a:lnTo>
                  <a:lnTo>
                    <a:pt x="987120" y="349948"/>
                  </a:lnTo>
                  <a:lnTo>
                    <a:pt x="986917" y="350050"/>
                  </a:lnTo>
                  <a:lnTo>
                    <a:pt x="979411" y="355092"/>
                  </a:lnTo>
                  <a:lnTo>
                    <a:pt x="978077" y="356260"/>
                  </a:lnTo>
                  <a:lnTo>
                    <a:pt x="978077" y="401383"/>
                  </a:lnTo>
                  <a:lnTo>
                    <a:pt x="973124" y="401383"/>
                  </a:lnTo>
                  <a:lnTo>
                    <a:pt x="973124" y="398843"/>
                  </a:lnTo>
                  <a:lnTo>
                    <a:pt x="975131" y="400431"/>
                  </a:lnTo>
                  <a:lnTo>
                    <a:pt x="978077" y="401383"/>
                  </a:lnTo>
                  <a:lnTo>
                    <a:pt x="978077" y="356260"/>
                  </a:lnTo>
                  <a:lnTo>
                    <a:pt x="973124" y="360553"/>
                  </a:lnTo>
                  <a:lnTo>
                    <a:pt x="973124" y="349948"/>
                  </a:lnTo>
                  <a:lnTo>
                    <a:pt x="987120" y="349948"/>
                  </a:lnTo>
                  <a:lnTo>
                    <a:pt x="987120" y="344233"/>
                  </a:lnTo>
                  <a:lnTo>
                    <a:pt x="973124" y="344233"/>
                  </a:lnTo>
                  <a:lnTo>
                    <a:pt x="973124" y="292798"/>
                  </a:lnTo>
                  <a:lnTo>
                    <a:pt x="1105560" y="292798"/>
                  </a:lnTo>
                  <a:lnTo>
                    <a:pt x="1105560" y="287083"/>
                  </a:lnTo>
                  <a:lnTo>
                    <a:pt x="973124" y="287083"/>
                  </a:lnTo>
                  <a:lnTo>
                    <a:pt x="973124" y="235648"/>
                  </a:lnTo>
                  <a:lnTo>
                    <a:pt x="1105560" y="235648"/>
                  </a:lnTo>
                  <a:lnTo>
                    <a:pt x="1105560" y="229933"/>
                  </a:lnTo>
                  <a:lnTo>
                    <a:pt x="973124" y="229933"/>
                  </a:lnTo>
                  <a:lnTo>
                    <a:pt x="973124" y="198818"/>
                  </a:lnTo>
                  <a:lnTo>
                    <a:pt x="975131" y="200406"/>
                  </a:lnTo>
                  <a:lnTo>
                    <a:pt x="981036" y="202311"/>
                  </a:lnTo>
                  <a:lnTo>
                    <a:pt x="988275" y="202501"/>
                  </a:lnTo>
                  <a:lnTo>
                    <a:pt x="996759" y="201549"/>
                  </a:lnTo>
                  <a:lnTo>
                    <a:pt x="1032776" y="178498"/>
                  </a:lnTo>
                  <a:lnTo>
                    <a:pt x="1033754" y="176352"/>
                  </a:lnTo>
                  <a:lnTo>
                    <a:pt x="1057744" y="176352"/>
                  </a:lnTo>
                  <a:lnTo>
                    <a:pt x="1057744" y="169202"/>
                  </a:lnTo>
                  <a:lnTo>
                    <a:pt x="1036408" y="169202"/>
                  </a:lnTo>
                  <a:lnTo>
                    <a:pt x="1037424" y="163918"/>
                  </a:lnTo>
                  <a:lnTo>
                    <a:pt x="1037234" y="156679"/>
                  </a:lnTo>
                  <a:lnTo>
                    <a:pt x="1034656" y="151447"/>
                  </a:lnTo>
                  <a:lnTo>
                    <a:pt x="1029703" y="148209"/>
                  </a:lnTo>
                  <a:lnTo>
                    <a:pt x="1025131" y="144589"/>
                  </a:lnTo>
                  <a:lnTo>
                    <a:pt x="1018654" y="142875"/>
                  </a:lnTo>
                  <a:lnTo>
                    <a:pt x="1010272" y="143065"/>
                  </a:lnTo>
                  <a:lnTo>
                    <a:pt x="1002347" y="144030"/>
                  </a:lnTo>
                  <a:lnTo>
                    <a:pt x="967765" y="167132"/>
                  </a:lnTo>
                  <a:lnTo>
                    <a:pt x="966774" y="169202"/>
                  </a:lnTo>
                  <a:lnTo>
                    <a:pt x="946607" y="169202"/>
                  </a:lnTo>
                  <a:lnTo>
                    <a:pt x="946607" y="176352"/>
                  </a:lnTo>
                  <a:lnTo>
                    <a:pt x="964069" y="176352"/>
                  </a:lnTo>
                  <a:lnTo>
                    <a:pt x="963129" y="181063"/>
                  </a:lnTo>
                  <a:lnTo>
                    <a:pt x="963218" y="184213"/>
                  </a:lnTo>
                  <a:lnTo>
                    <a:pt x="963129" y="229933"/>
                  </a:lnTo>
                  <a:lnTo>
                    <a:pt x="963129" y="458533"/>
                  </a:lnTo>
                  <a:lnTo>
                    <a:pt x="830694" y="458533"/>
                  </a:lnTo>
                  <a:lnTo>
                    <a:pt x="830694" y="427418"/>
                  </a:lnTo>
                  <a:lnTo>
                    <a:pt x="832700" y="429006"/>
                  </a:lnTo>
                  <a:lnTo>
                    <a:pt x="838606" y="430911"/>
                  </a:lnTo>
                  <a:lnTo>
                    <a:pt x="878700" y="419379"/>
                  </a:lnTo>
                  <a:lnTo>
                    <a:pt x="890346" y="407098"/>
                  </a:lnTo>
                  <a:lnTo>
                    <a:pt x="963129" y="407098"/>
                  </a:lnTo>
                  <a:lnTo>
                    <a:pt x="963129" y="401383"/>
                  </a:lnTo>
                  <a:lnTo>
                    <a:pt x="892949" y="401383"/>
                  </a:lnTo>
                  <a:lnTo>
                    <a:pt x="893546" y="400088"/>
                  </a:lnTo>
                  <a:lnTo>
                    <a:pt x="894994" y="392518"/>
                  </a:lnTo>
                  <a:lnTo>
                    <a:pt x="894803" y="385279"/>
                  </a:lnTo>
                  <a:lnTo>
                    <a:pt x="892225" y="380047"/>
                  </a:lnTo>
                  <a:lnTo>
                    <a:pt x="887272" y="376809"/>
                  </a:lnTo>
                  <a:lnTo>
                    <a:pt x="882700" y="373189"/>
                  </a:lnTo>
                  <a:lnTo>
                    <a:pt x="876223" y="371475"/>
                  </a:lnTo>
                  <a:lnTo>
                    <a:pt x="867841" y="371665"/>
                  </a:lnTo>
                  <a:lnTo>
                    <a:pt x="859917" y="372630"/>
                  </a:lnTo>
                  <a:lnTo>
                    <a:pt x="852131" y="374942"/>
                  </a:lnTo>
                  <a:lnTo>
                    <a:pt x="844486" y="378625"/>
                  </a:lnTo>
                  <a:lnTo>
                    <a:pt x="836980" y="383667"/>
                  </a:lnTo>
                  <a:lnTo>
                    <a:pt x="830694" y="389128"/>
                  </a:lnTo>
                  <a:lnTo>
                    <a:pt x="830694" y="349948"/>
                  </a:lnTo>
                  <a:lnTo>
                    <a:pt x="963129" y="349948"/>
                  </a:lnTo>
                  <a:lnTo>
                    <a:pt x="963129" y="344233"/>
                  </a:lnTo>
                  <a:lnTo>
                    <a:pt x="830694" y="344233"/>
                  </a:lnTo>
                  <a:lnTo>
                    <a:pt x="830694" y="292798"/>
                  </a:lnTo>
                  <a:lnTo>
                    <a:pt x="963129" y="292798"/>
                  </a:lnTo>
                  <a:lnTo>
                    <a:pt x="963129" y="287083"/>
                  </a:lnTo>
                  <a:lnTo>
                    <a:pt x="830694" y="287083"/>
                  </a:lnTo>
                  <a:lnTo>
                    <a:pt x="830694" y="235648"/>
                  </a:lnTo>
                  <a:lnTo>
                    <a:pt x="963129" y="235648"/>
                  </a:lnTo>
                  <a:lnTo>
                    <a:pt x="963129" y="229933"/>
                  </a:lnTo>
                  <a:lnTo>
                    <a:pt x="855027" y="229933"/>
                  </a:lnTo>
                  <a:lnTo>
                    <a:pt x="862622" y="227863"/>
                  </a:lnTo>
                  <a:lnTo>
                    <a:pt x="893546" y="200063"/>
                  </a:lnTo>
                  <a:lnTo>
                    <a:pt x="894994" y="192493"/>
                  </a:lnTo>
                  <a:lnTo>
                    <a:pt x="894803" y="185254"/>
                  </a:lnTo>
                  <a:lnTo>
                    <a:pt x="892225" y="180022"/>
                  </a:lnTo>
                  <a:lnTo>
                    <a:pt x="887272" y="176784"/>
                  </a:lnTo>
                  <a:lnTo>
                    <a:pt x="882700" y="173164"/>
                  </a:lnTo>
                  <a:lnTo>
                    <a:pt x="876223" y="171450"/>
                  </a:lnTo>
                  <a:lnTo>
                    <a:pt x="867841" y="171640"/>
                  </a:lnTo>
                  <a:lnTo>
                    <a:pt x="859917" y="172605"/>
                  </a:lnTo>
                  <a:lnTo>
                    <a:pt x="852131" y="174917"/>
                  </a:lnTo>
                  <a:lnTo>
                    <a:pt x="844486" y="178600"/>
                  </a:lnTo>
                  <a:lnTo>
                    <a:pt x="836980" y="183642"/>
                  </a:lnTo>
                  <a:lnTo>
                    <a:pt x="835647" y="184810"/>
                  </a:lnTo>
                  <a:lnTo>
                    <a:pt x="835647" y="229933"/>
                  </a:lnTo>
                  <a:lnTo>
                    <a:pt x="830694" y="229933"/>
                  </a:lnTo>
                  <a:lnTo>
                    <a:pt x="830694" y="227393"/>
                  </a:lnTo>
                  <a:lnTo>
                    <a:pt x="832700" y="228981"/>
                  </a:lnTo>
                  <a:lnTo>
                    <a:pt x="835647" y="229933"/>
                  </a:lnTo>
                  <a:lnTo>
                    <a:pt x="835647" y="184810"/>
                  </a:lnTo>
                  <a:lnTo>
                    <a:pt x="830287" y="189445"/>
                  </a:lnTo>
                  <a:lnTo>
                    <a:pt x="825334" y="195707"/>
                  </a:lnTo>
                  <a:lnTo>
                    <a:pt x="822134" y="202450"/>
                  </a:lnTo>
                  <a:lnTo>
                    <a:pt x="820699" y="209638"/>
                  </a:lnTo>
                  <a:lnTo>
                    <a:pt x="820788" y="212788"/>
                  </a:lnTo>
                  <a:lnTo>
                    <a:pt x="820699" y="212788"/>
                  </a:lnTo>
                  <a:lnTo>
                    <a:pt x="820699" y="458533"/>
                  </a:lnTo>
                  <a:lnTo>
                    <a:pt x="712584" y="458533"/>
                  </a:lnTo>
                  <a:lnTo>
                    <a:pt x="747915" y="435673"/>
                  </a:lnTo>
                  <a:lnTo>
                    <a:pt x="752551" y="421093"/>
                  </a:lnTo>
                  <a:lnTo>
                    <a:pt x="752360" y="413854"/>
                  </a:lnTo>
                  <a:lnTo>
                    <a:pt x="749795" y="408622"/>
                  </a:lnTo>
                  <a:lnTo>
                    <a:pt x="747458" y="407098"/>
                  </a:lnTo>
                  <a:lnTo>
                    <a:pt x="820699" y="407098"/>
                  </a:lnTo>
                  <a:lnTo>
                    <a:pt x="820699" y="401383"/>
                  </a:lnTo>
                  <a:lnTo>
                    <a:pt x="738822" y="401383"/>
                  </a:lnTo>
                  <a:lnTo>
                    <a:pt x="733793" y="400050"/>
                  </a:lnTo>
                  <a:lnTo>
                    <a:pt x="725411" y="400240"/>
                  </a:lnTo>
                  <a:lnTo>
                    <a:pt x="717486" y="401205"/>
                  </a:lnTo>
                  <a:lnTo>
                    <a:pt x="716876" y="401383"/>
                  </a:lnTo>
                  <a:lnTo>
                    <a:pt x="702259" y="401383"/>
                  </a:lnTo>
                  <a:lnTo>
                    <a:pt x="702259" y="407098"/>
                  </a:lnTo>
                  <a:lnTo>
                    <a:pt x="702056" y="407200"/>
                  </a:lnTo>
                  <a:lnTo>
                    <a:pt x="694550" y="412242"/>
                  </a:lnTo>
                  <a:lnTo>
                    <a:pt x="693204" y="413423"/>
                  </a:lnTo>
                  <a:lnTo>
                    <a:pt x="693204" y="458533"/>
                  </a:lnTo>
                  <a:lnTo>
                    <a:pt x="688263" y="458533"/>
                  </a:lnTo>
                  <a:lnTo>
                    <a:pt x="688263" y="456006"/>
                  </a:lnTo>
                  <a:lnTo>
                    <a:pt x="690257" y="457581"/>
                  </a:lnTo>
                  <a:lnTo>
                    <a:pt x="693204" y="458533"/>
                  </a:lnTo>
                  <a:lnTo>
                    <a:pt x="693204" y="413423"/>
                  </a:lnTo>
                  <a:lnTo>
                    <a:pt x="688263" y="417703"/>
                  </a:lnTo>
                  <a:lnTo>
                    <a:pt x="688263" y="407098"/>
                  </a:lnTo>
                  <a:lnTo>
                    <a:pt x="702259" y="407098"/>
                  </a:lnTo>
                  <a:lnTo>
                    <a:pt x="702259" y="401383"/>
                  </a:lnTo>
                  <a:lnTo>
                    <a:pt x="688263" y="401383"/>
                  </a:lnTo>
                  <a:lnTo>
                    <a:pt x="688263" y="349948"/>
                  </a:lnTo>
                  <a:lnTo>
                    <a:pt x="820699" y="349948"/>
                  </a:lnTo>
                  <a:lnTo>
                    <a:pt x="820699" y="344233"/>
                  </a:lnTo>
                  <a:lnTo>
                    <a:pt x="688263" y="344233"/>
                  </a:lnTo>
                  <a:lnTo>
                    <a:pt x="688263" y="292798"/>
                  </a:lnTo>
                  <a:lnTo>
                    <a:pt x="820699" y="292798"/>
                  </a:lnTo>
                  <a:lnTo>
                    <a:pt x="820699" y="287083"/>
                  </a:lnTo>
                  <a:lnTo>
                    <a:pt x="688263" y="287083"/>
                  </a:lnTo>
                  <a:lnTo>
                    <a:pt x="688263" y="255981"/>
                  </a:lnTo>
                  <a:lnTo>
                    <a:pt x="690257" y="257556"/>
                  </a:lnTo>
                  <a:lnTo>
                    <a:pt x="696163" y="259461"/>
                  </a:lnTo>
                  <a:lnTo>
                    <a:pt x="703402" y="259651"/>
                  </a:lnTo>
                  <a:lnTo>
                    <a:pt x="711885" y="258699"/>
                  </a:lnTo>
                  <a:lnTo>
                    <a:pt x="747915" y="235648"/>
                  </a:lnTo>
                  <a:lnTo>
                    <a:pt x="820699" y="235648"/>
                  </a:lnTo>
                  <a:lnTo>
                    <a:pt x="820699" y="229933"/>
                  </a:lnTo>
                  <a:lnTo>
                    <a:pt x="750519" y="229933"/>
                  </a:lnTo>
                  <a:lnTo>
                    <a:pt x="751116" y="228638"/>
                  </a:lnTo>
                  <a:lnTo>
                    <a:pt x="752551" y="221068"/>
                  </a:lnTo>
                  <a:lnTo>
                    <a:pt x="752360" y="213829"/>
                  </a:lnTo>
                  <a:lnTo>
                    <a:pt x="749795" y="208597"/>
                  </a:lnTo>
                  <a:lnTo>
                    <a:pt x="744842" y="205359"/>
                  </a:lnTo>
                  <a:lnTo>
                    <a:pt x="740270" y="201739"/>
                  </a:lnTo>
                  <a:lnTo>
                    <a:pt x="733793" y="200025"/>
                  </a:lnTo>
                  <a:lnTo>
                    <a:pt x="725411" y="200215"/>
                  </a:lnTo>
                  <a:lnTo>
                    <a:pt x="717486" y="201180"/>
                  </a:lnTo>
                  <a:lnTo>
                    <a:pt x="682904" y="224282"/>
                  </a:lnTo>
                  <a:lnTo>
                    <a:pt x="680212" y="229933"/>
                  </a:lnTo>
                  <a:lnTo>
                    <a:pt x="678764" y="229933"/>
                  </a:lnTo>
                  <a:lnTo>
                    <a:pt x="678764" y="235648"/>
                  </a:lnTo>
                  <a:lnTo>
                    <a:pt x="678256" y="238213"/>
                  </a:lnTo>
                  <a:lnTo>
                    <a:pt x="678345" y="241363"/>
                  </a:lnTo>
                  <a:lnTo>
                    <a:pt x="678256" y="287083"/>
                  </a:lnTo>
                  <a:lnTo>
                    <a:pt x="678256" y="292798"/>
                  </a:lnTo>
                  <a:lnTo>
                    <a:pt x="678256" y="458533"/>
                  </a:lnTo>
                  <a:lnTo>
                    <a:pt x="606818" y="458533"/>
                  </a:lnTo>
                  <a:lnTo>
                    <a:pt x="606818" y="407098"/>
                  </a:lnTo>
                  <a:lnTo>
                    <a:pt x="678256" y="407098"/>
                  </a:lnTo>
                  <a:lnTo>
                    <a:pt x="678256" y="401383"/>
                  </a:lnTo>
                  <a:lnTo>
                    <a:pt x="606818" y="401383"/>
                  </a:lnTo>
                  <a:lnTo>
                    <a:pt x="606818" y="349948"/>
                  </a:lnTo>
                  <a:lnTo>
                    <a:pt x="678256" y="349948"/>
                  </a:lnTo>
                  <a:lnTo>
                    <a:pt x="678256" y="344233"/>
                  </a:lnTo>
                  <a:lnTo>
                    <a:pt x="606818" y="344233"/>
                  </a:lnTo>
                  <a:lnTo>
                    <a:pt x="606818" y="292798"/>
                  </a:lnTo>
                  <a:lnTo>
                    <a:pt x="678256" y="292798"/>
                  </a:lnTo>
                  <a:lnTo>
                    <a:pt x="678256" y="287083"/>
                  </a:lnTo>
                  <a:lnTo>
                    <a:pt x="606818" y="287083"/>
                  </a:lnTo>
                  <a:lnTo>
                    <a:pt x="606818" y="235648"/>
                  </a:lnTo>
                  <a:lnTo>
                    <a:pt x="678764" y="235648"/>
                  </a:lnTo>
                  <a:lnTo>
                    <a:pt x="678764" y="229933"/>
                  </a:lnTo>
                  <a:lnTo>
                    <a:pt x="594118" y="229933"/>
                  </a:lnTo>
                  <a:lnTo>
                    <a:pt x="594118" y="235648"/>
                  </a:lnTo>
                  <a:lnTo>
                    <a:pt x="598246" y="235648"/>
                  </a:lnTo>
                  <a:lnTo>
                    <a:pt x="598246" y="287083"/>
                  </a:lnTo>
                  <a:lnTo>
                    <a:pt x="594118" y="287083"/>
                  </a:lnTo>
                  <a:lnTo>
                    <a:pt x="594118" y="292798"/>
                  </a:lnTo>
                  <a:lnTo>
                    <a:pt x="598246" y="292798"/>
                  </a:lnTo>
                  <a:lnTo>
                    <a:pt x="598246" y="344233"/>
                  </a:lnTo>
                  <a:lnTo>
                    <a:pt x="594118" y="344233"/>
                  </a:lnTo>
                  <a:lnTo>
                    <a:pt x="594118" y="349948"/>
                  </a:lnTo>
                  <a:lnTo>
                    <a:pt x="598246" y="349948"/>
                  </a:lnTo>
                  <a:lnTo>
                    <a:pt x="598246" y="401383"/>
                  </a:lnTo>
                  <a:lnTo>
                    <a:pt x="594118" y="401383"/>
                  </a:lnTo>
                  <a:lnTo>
                    <a:pt x="594118" y="407098"/>
                  </a:lnTo>
                  <a:lnTo>
                    <a:pt x="598246" y="407098"/>
                  </a:lnTo>
                  <a:lnTo>
                    <a:pt x="598246" y="458533"/>
                  </a:lnTo>
                  <a:lnTo>
                    <a:pt x="594118" y="458533"/>
                  </a:lnTo>
                  <a:lnTo>
                    <a:pt x="594118" y="464248"/>
                  </a:lnTo>
                  <a:lnTo>
                    <a:pt x="598246" y="464248"/>
                  </a:lnTo>
                  <a:lnTo>
                    <a:pt x="606818" y="464248"/>
                  </a:lnTo>
                  <a:lnTo>
                    <a:pt x="678256" y="464248"/>
                  </a:lnTo>
                  <a:lnTo>
                    <a:pt x="678256" y="629983"/>
                  </a:lnTo>
                  <a:lnTo>
                    <a:pt x="688263" y="629983"/>
                  </a:lnTo>
                  <a:lnTo>
                    <a:pt x="688263" y="464248"/>
                  </a:lnTo>
                  <a:lnTo>
                    <a:pt x="820699" y="464248"/>
                  </a:lnTo>
                  <a:lnTo>
                    <a:pt x="820699" y="615696"/>
                  </a:lnTo>
                  <a:lnTo>
                    <a:pt x="830694" y="615696"/>
                  </a:lnTo>
                  <a:lnTo>
                    <a:pt x="830694" y="464248"/>
                  </a:lnTo>
                  <a:lnTo>
                    <a:pt x="963129" y="464248"/>
                  </a:lnTo>
                  <a:lnTo>
                    <a:pt x="963129" y="572833"/>
                  </a:lnTo>
                  <a:lnTo>
                    <a:pt x="973124" y="572833"/>
                  </a:lnTo>
                  <a:lnTo>
                    <a:pt x="973124" y="464248"/>
                  </a:lnTo>
                  <a:lnTo>
                    <a:pt x="1105560" y="464248"/>
                  </a:lnTo>
                  <a:lnTo>
                    <a:pt x="1105560" y="558546"/>
                  </a:lnTo>
                  <a:lnTo>
                    <a:pt x="1115555" y="558546"/>
                  </a:lnTo>
                  <a:lnTo>
                    <a:pt x="1115555" y="464248"/>
                  </a:lnTo>
                  <a:lnTo>
                    <a:pt x="1247990" y="464248"/>
                  </a:lnTo>
                  <a:lnTo>
                    <a:pt x="1247990" y="515683"/>
                  </a:lnTo>
                  <a:lnTo>
                    <a:pt x="1257985" y="515683"/>
                  </a:lnTo>
                  <a:lnTo>
                    <a:pt x="1257985" y="464248"/>
                  </a:lnTo>
                  <a:lnTo>
                    <a:pt x="1528762" y="464248"/>
                  </a:lnTo>
                  <a:lnTo>
                    <a:pt x="1528762" y="458533"/>
                  </a:lnTo>
                  <a:lnTo>
                    <a:pt x="1400429" y="458533"/>
                  </a:lnTo>
                  <a:lnTo>
                    <a:pt x="1400429" y="407098"/>
                  </a:lnTo>
                  <a:lnTo>
                    <a:pt x="1528762" y="407098"/>
                  </a:lnTo>
                  <a:lnTo>
                    <a:pt x="1528762" y="401383"/>
                  </a:lnTo>
                  <a:lnTo>
                    <a:pt x="1400429" y="401383"/>
                  </a:lnTo>
                  <a:lnTo>
                    <a:pt x="1400429" y="349948"/>
                  </a:lnTo>
                  <a:lnTo>
                    <a:pt x="1528762" y="349948"/>
                  </a:lnTo>
                  <a:lnTo>
                    <a:pt x="1528762" y="344233"/>
                  </a:lnTo>
                  <a:lnTo>
                    <a:pt x="1400429" y="344233"/>
                  </a:lnTo>
                  <a:lnTo>
                    <a:pt x="1400429" y="292798"/>
                  </a:lnTo>
                  <a:lnTo>
                    <a:pt x="1528762" y="292798"/>
                  </a:lnTo>
                  <a:lnTo>
                    <a:pt x="1528762" y="287083"/>
                  </a:lnTo>
                  <a:lnTo>
                    <a:pt x="1400429" y="287083"/>
                  </a:lnTo>
                  <a:lnTo>
                    <a:pt x="1400429" y="255981"/>
                  </a:lnTo>
                  <a:lnTo>
                    <a:pt x="1402422" y="257556"/>
                  </a:lnTo>
                  <a:lnTo>
                    <a:pt x="1408328" y="259461"/>
                  </a:lnTo>
                  <a:lnTo>
                    <a:pt x="1448435" y="247929"/>
                  </a:lnTo>
                  <a:lnTo>
                    <a:pt x="1460080" y="235648"/>
                  </a:lnTo>
                  <a:lnTo>
                    <a:pt x="1528762" y="235648"/>
                  </a:lnTo>
                  <a:lnTo>
                    <a:pt x="1528762" y="229933"/>
                  </a:lnTo>
                  <a:close/>
                </a:path>
                <a:path w="1541779" h="630555">
                  <a:moveTo>
                    <a:pt x="1541462" y="232219"/>
                  </a:moveTo>
                  <a:lnTo>
                    <a:pt x="1532890" y="232219"/>
                  </a:lnTo>
                  <a:lnTo>
                    <a:pt x="1532890" y="464248"/>
                  </a:lnTo>
                  <a:lnTo>
                    <a:pt x="1541462" y="464248"/>
                  </a:lnTo>
                  <a:lnTo>
                    <a:pt x="1541462" y="2322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021697" y="3129026"/>
              <a:ext cx="179355" cy="13392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055975" y="2405516"/>
              <a:ext cx="1670685" cy="652780"/>
            </a:xfrm>
            <a:custGeom>
              <a:avLst/>
              <a:gdLst/>
              <a:ahLst/>
              <a:cxnLst/>
              <a:rect l="l" t="t" r="r" b="b"/>
              <a:pathLst>
                <a:path w="1670685" h="652780">
                  <a:moveTo>
                    <a:pt x="142443" y="609638"/>
                  </a:moveTo>
                  <a:lnTo>
                    <a:pt x="0" y="623925"/>
                  </a:lnTo>
                  <a:lnTo>
                    <a:pt x="0" y="652653"/>
                  </a:lnTo>
                  <a:lnTo>
                    <a:pt x="142443" y="638365"/>
                  </a:lnTo>
                  <a:lnTo>
                    <a:pt x="142443" y="609638"/>
                  </a:lnTo>
                  <a:close/>
                </a:path>
                <a:path w="1670685" h="652780">
                  <a:moveTo>
                    <a:pt x="427304" y="552488"/>
                  </a:moveTo>
                  <a:lnTo>
                    <a:pt x="284873" y="566775"/>
                  </a:lnTo>
                  <a:lnTo>
                    <a:pt x="284873" y="595503"/>
                  </a:lnTo>
                  <a:lnTo>
                    <a:pt x="427304" y="581215"/>
                  </a:lnTo>
                  <a:lnTo>
                    <a:pt x="427304" y="552488"/>
                  </a:lnTo>
                  <a:close/>
                </a:path>
                <a:path w="1670685" h="652780">
                  <a:moveTo>
                    <a:pt x="712165" y="450405"/>
                  </a:moveTo>
                  <a:lnTo>
                    <a:pt x="569734" y="507555"/>
                  </a:lnTo>
                  <a:lnTo>
                    <a:pt x="569734" y="538353"/>
                  </a:lnTo>
                  <a:lnTo>
                    <a:pt x="712165" y="481203"/>
                  </a:lnTo>
                  <a:lnTo>
                    <a:pt x="712165" y="450405"/>
                  </a:lnTo>
                  <a:close/>
                </a:path>
                <a:path w="1670685" h="652780">
                  <a:moveTo>
                    <a:pt x="1670227" y="481203"/>
                  </a:moveTo>
                  <a:lnTo>
                    <a:pt x="850506" y="481203"/>
                  </a:lnTo>
                  <a:lnTo>
                    <a:pt x="850506" y="486918"/>
                  </a:lnTo>
                  <a:lnTo>
                    <a:pt x="1670227" y="486918"/>
                  </a:lnTo>
                  <a:lnTo>
                    <a:pt x="1670227" y="481203"/>
                  </a:lnTo>
                  <a:close/>
                </a:path>
                <a:path w="1670685" h="652780">
                  <a:moveTo>
                    <a:pt x="1670227" y="252603"/>
                  </a:moveTo>
                  <a:lnTo>
                    <a:pt x="1000645" y="252603"/>
                  </a:lnTo>
                  <a:lnTo>
                    <a:pt x="1000645" y="199021"/>
                  </a:lnTo>
                  <a:lnTo>
                    <a:pt x="1085278" y="199021"/>
                  </a:lnTo>
                  <a:lnTo>
                    <a:pt x="1085278" y="191871"/>
                  </a:lnTo>
                  <a:lnTo>
                    <a:pt x="1000645" y="191871"/>
                  </a:lnTo>
                  <a:lnTo>
                    <a:pt x="1000645" y="141871"/>
                  </a:lnTo>
                  <a:lnTo>
                    <a:pt x="1085278" y="141871"/>
                  </a:lnTo>
                  <a:lnTo>
                    <a:pt x="1085278" y="134721"/>
                  </a:lnTo>
                  <a:lnTo>
                    <a:pt x="1000645" y="134721"/>
                  </a:lnTo>
                  <a:lnTo>
                    <a:pt x="1000645" y="108775"/>
                  </a:lnTo>
                  <a:lnTo>
                    <a:pt x="1004938" y="111150"/>
                  </a:lnTo>
                  <a:lnTo>
                    <a:pt x="1010653" y="112293"/>
                  </a:lnTo>
                  <a:lnTo>
                    <a:pt x="1045718" y="102196"/>
                  </a:lnTo>
                  <a:lnTo>
                    <a:pt x="1048372" y="100584"/>
                  </a:lnTo>
                  <a:lnTo>
                    <a:pt x="1055090" y="95008"/>
                  </a:lnTo>
                  <a:lnTo>
                    <a:pt x="1060081" y="88861"/>
                  </a:lnTo>
                  <a:lnTo>
                    <a:pt x="1062101" y="84721"/>
                  </a:lnTo>
                  <a:lnTo>
                    <a:pt x="1085278" y="84721"/>
                  </a:lnTo>
                  <a:lnTo>
                    <a:pt x="1085278" y="77571"/>
                  </a:lnTo>
                  <a:lnTo>
                    <a:pt x="1064348" y="77571"/>
                  </a:lnTo>
                  <a:lnTo>
                    <a:pt x="1064945" y="74866"/>
                  </a:lnTo>
                  <a:lnTo>
                    <a:pt x="1065707" y="66103"/>
                  </a:lnTo>
                  <a:lnTo>
                    <a:pt x="1062837" y="59143"/>
                  </a:lnTo>
                  <a:lnTo>
                    <a:pt x="1062748" y="58953"/>
                  </a:lnTo>
                  <a:lnTo>
                    <a:pt x="1057224" y="54381"/>
                  </a:lnTo>
                  <a:lnTo>
                    <a:pt x="1057224" y="63715"/>
                  </a:lnTo>
                  <a:lnTo>
                    <a:pt x="1057224" y="67335"/>
                  </a:lnTo>
                  <a:lnTo>
                    <a:pt x="1055230" y="71526"/>
                  </a:lnTo>
                  <a:lnTo>
                    <a:pt x="1051229" y="76288"/>
                  </a:lnTo>
                  <a:lnTo>
                    <a:pt x="1049743" y="77571"/>
                  </a:lnTo>
                  <a:lnTo>
                    <a:pt x="1041501" y="77571"/>
                  </a:lnTo>
                  <a:lnTo>
                    <a:pt x="1041501" y="84721"/>
                  </a:lnTo>
                  <a:lnTo>
                    <a:pt x="1008367" y="102196"/>
                  </a:lnTo>
                  <a:lnTo>
                    <a:pt x="1004366" y="102006"/>
                  </a:lnTo>
                  <a:lnTo>
                    <a:pt x="1000645" y="101663"/>
                  </a:lnTo>
                  <a:lnTo>
                    <a:pt x="1000645" y="92583"/>
                  </a:lnTo>
                  <a:lnTo>
                    <a:pt x="999680" y="92583"/>
                  </a:lnTo>
                  <a:lnTo>
                    <a:pt x="999871" y="91795"/>
                  </a:lnTo>
                  <a:lnTo>
                    <a:pt x="1002931" y="86575"/>
                  </a:lnTo>
                  <a:lnTo>
                    <a:pt x="1004633" y="84721"/>
                  </a:lnTo>
                  <a:lnTo>
                    <a:pt x="1041501" y="84721"/>
                  </a:lnTo>
                  <a:lnTo>
                    <a:pt x="1041501" y="77571"/>
                  </a:lnTo>
                  <a:lnTo>
                    <a:pt x="1012342" y="77571"/>
                  </a:lnTo>
                  <a:lnTo>
                    <a:pt x="1018844" y="72288"/>
                  </a:lnTo>
                  <a:lnTo>
                    <a:pt x="1024648" y="68580"/>
                  </a:lnTo>
                  <a:lnTo>
                    <a:pt x="1032078" y="64579"/>
                  </a:lnTo>
                  <a:lnTo>
                    <a:pt x="1039698" y="60769"/>
                  </a:lnTo>
                  <a:lnTo>
                    <a:pt x="1046365" y="59143"/>
                  </a:lnTo>
                  <a:lnTo>
                    <a:pt x="1052080" y="59715"/>
                  </a:lnTo>
                  <a:lnTo>
                    <a:pt x="1054938" y="60096"/>
                  </a:lnTo>
                  <a:lnTo>
                    <a:pt x="1056652" y="61429"/>
                  </a:lnTo>
                  <a:lnTo>
                    <a:pt x="1057224" y="63715"/>
                  </a:lnTo>
                  <a:lnTo>
                    <a:pt x="1057224" y="54381"/>
                  </a:lnTo>
                  <a:lnTo>
                    <a:pt x="1056081" y="53428"/>
                  </a:lnTo>
                  <a:lnTo>
                    <a:pt x="1050937" y="50571"/>
                  </a:lnTo>
                  <a:lnTo>
                    <a:pt x="1045133" y="49428"/>
                  </a:lnTo>
                  <a:lnTo>
                    <a:pt x="1038656" y="49999"/>
                  </a:lnTo>
                  <a:lnTo>
                    <a:pt x="1000633" y="66611"/>
                  </a:lnTo>
                  <a:lnTo>
                    <a:pt x="993394" y="77571"/>
                  </a:lnTo>
                  <a:lnTo>
                    <a:pt x="991374" y="77571"/>
                  </a:lnTo>
                  <a:lnTo>
                    <a:pt x="991374" y="84721"/>
                  </a:lnTo>
                  <a:lnTo>
                    <a:pt x="990930" y="86868"/>
                  </a:lnTo>
                  <a:lnTo>
                    <a:pt x="989977" y="95631"/>
                  </a:lnTo>
                  <a:lnTo>
                    <a:pt x="990650" y="97256"/>
                  </a:lnTo>
                  <a:lnTo>
                    <a:pt x="990650" y="134721"/>
                  </a:lnTo>
                  <a:lnTo>
                    <a:pt x="974648" y="134721"/>
                  </a:lnTo>
                  <a:lnTo>
                    <a:pt x="974648" y="113436"/>
                  </a:lnTo>
                  <a:lnTo>
                    <a:pt x="974648" y="98298"/>
                  </a:lnTo>
                  <a:lnTo>
                    <a:pt x="974648" y="84721"/>
                  </a:lnTo>
                  <a:lnTo>
                    <a:pt x="991374" y="84721"/>
                  </a:lnTo>
                  <a:lnTo>
                    <a:pt x="991374" y="77571"/>
                  </a:lnTo>
                  <a:lnTo>
                    <a:pt x="974648" y="77571"/>
                  </a:lnTo>
                  <a:lnTo>
                    <a:pt x="974648" y="62572"/>
                  </a:lnTo>
                  <a:lnTo>
                    <a:pt x="974648" y="47142"/>
                  </a:lnTo>
                  <a:lnTo>
                    <a:pt x="974648" y="38862"/>
                  </a:lnTo>
                  <a:lnTo>
                    <a:pt x="967498" y="40665"/>
                  </a:lnTo>
                  <a:lnTo>
                    <a:pt x="967498" y="62572"/>
                  </a:lnTo>
                  <a:lnTo>
                    <a:pt x="967498" y="91440"/>
                  </a:lnTo>
                  <a:lnTo>
                    <a:pt x="941781" y="98298"/>
                  </a:lnTo>
                  <a:lnTo>
                    <a:pt x="941781" y="69151"/>
                  </a:lnTo>
                  <a:lnTo>
                    <a:pt x="967498" y="62572"/>
                  </a:lnTo>
                  <a:lnTo>
                    <a:pt x="967498" y="40665"/>
                  </a:lnTo>
                  <a:lnTo>
                    <a:pt x="941781" y="47142"/>
                  </a:lnTo>
                  <a:lnTo>
                    <a:pt x="941781" y="0"/>
                  </a:lnTo>
                  <a:lnTo>
                    <a:pt x="934643" y="0"/>
                  </a:lnTo>
                  <a:lnTo>
                    <a:pt x="934643" y="121729"/>
                  </a:lnTo>
                  <a:lnTo>
                    <a:pt x="967498" y="113436"/>
                  </a:lnTo>
                  <a:lnTo>
                    <a:pt x="967498" y="160591"/>
                  </a:lnTo>
                  <a:lnTo>
                    <a:pt x="974648" y="160591"/>
                  </a:lnTo>
                  <a:lnTo>
                    <a:pt x="974648" y="141871"/>
                  </a:lnTo>
                  <a:lnTo>
                    <a:pt x="990650" y="141871"/>
                  </a:lnTo>
                  <a:lnTo>
                    <a:pt x="990650" y="191871"/>
                  </a:lnTo>
                  <a:lnTo>
                    <a:pt x="974128" y="191871"/>
                  </a:lnTo>
                  <a:lnTo>
                    <a:pt x="974128" y="199021"/>
                  </a:lnTo>
                  <a:lnTo>
                    <a:pt x="990650" y="199021"/>
                  </a:lnTo>
                  <a:lnTo>
                    <a:pt x="990650" y="252603"/>
                  </a:lnTo>
                  <a:lnTo>
                    <a:pt x="850506" y="252603"/>
                  </a:lnTo>
                  <a:lnTo>
                    <a:pt x="850506" y="258318"/>
                  </a:lnTo>
                  <a:lnTo>
                    <a:pt x="990650" y="258318"/>
                  </a:lnTo>
                  <a:lnTo>
                    <a:pt x="990650" y="309753"/>
                  </a:lnTo>
                  <a:lnTo>
                    <a:pt x="850506" y="309753"/>
                  </a:lnTo>
                  <a:lnTo>
                    <a:pt x="850506" y="315468"/>
                  </a:lnTo>
                  <a:lnTo>
                    <a:pt x="990650" y="315468"/>
                  </a:lnTo>
                  <a:lnTo>
                    <a:pt x="990650" y="366903"/>
                  </a:lnTo>
                  <a:lnTo>
                    <a:pt x="850506" y="366903"/>
                  </a:lnTo>
                  <a:lnTo>
                    <a:pt x="850506" y="372618"/>
                  </a:lnTo>
                  <a:lnTo>
                    <a:pt x="990650" y="372618"/>
                  </a:lnTo>
                  <a:lnTo>
                    <a:pt x="990650" y="424053"/>
                  </a:lnTo>
                  <a:lnTo>
                    <a:pt x="850506" y="424053"/>
                  </a:lnTo>
                  <a:lnTo>
                    <a:pt x="850506" y="429768"/>
                  </a:lnTo>
                  <a:lnTo>
                    <a:pt x="990650" y="429768"/>
                  </a:lnTo>
                  <a:lnTo>
                    <a:pt x="990650" y="440067"/>
                  </a:lnTo>
                  <a:lnTo>
                    <a:pt x="1000645" y="440067"/>
                  </a:lnTo>
                  <a:lnTo>
                    <a:pt x="1000645" y="429768"/>
                  </a:lnTo>
                  <a:lnTo>
                    <a:pt x="1670227" y="429768"/>
                  </a:lnTo>
                  <a:lnTo>
                    <a:pt x="1670227" y="424053"/>
                  </a:lnTo>
                  <a:lnTo>
                    <a:pt x="1000645" y="424053"/>
                  </a:lnTo>
                  <a:lnTo>
                    <a:pt x="1000645" y="372618"/>
                  </a:lnTo>
                  <a:lnTo>
                    <a:pt x="1670227" y="372618"/>
                  </a:lnTo>
                  <a:lnTo>
                    <a:pt x="1670227" y="366903"/>
                  </a:lnTo>
                  <a:lnTo>
                    <a:pt x="1000645" y="366903"/>
                  </a:lnTo>
                  <a:lnTo>
                    <a:pt x="1000645" y="315468"/>
                  </a:lnTo>
                  <a:lnTo>
                    <a:pt x="1670227" y="315468"/>
                  </a:lnTo>
                  <a:lnTo>
                    <a:pt x="1670227" y="309753"/>
                  </a:lnTo>
                  <a:lnTo>
                    <a:pt x="1000645" y="309753"/>
                  </a:lnTo>
                  <a:lnTo>
                    <a:pt x="1000645" y="258318"/>
                  </a:lnTo>
                  <a:lnTo>
                    <a:pt x="1670227" y="258318"/>
                  </a:lnTo>
                  <a:lnTo>
                    <a:pt x="1670227" y="2526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190030" y="2605532"/>
              <a:ext cx="131063" cy="297191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428921" y="2513910"/>
              <a:ext cx="310515" cy="447675"/>
            </a:xfrm>
            <a:custGeom>
              <a:avLst/>
              <a:gdLst/>
              <a:ahLst/>
              <a:cxnLst/>
              <a:rect l="l" t="t" r="r" b="b"/>
              <a:pathLst>
                <a:path w="310514" h="447675">
                  <a:moveTo>
                    <a:pt x="111137" y="26327"/>
                  </a:moveTo>
                  <a:lnTo>
                    <a:pt x="89789" y="26327"/>
                  </a:lnTo>
                  <a:lnTo>
                    <a:pt x="90805" y="21043"/>
                  </a:lnTo>
                  <a:lnTo>
                    <a:pt x="90614" y="13804"/>
                  </a:lnTo>
                  <a:lnTo>
                    <a:pt x="88049" y="8572"/>
                  </a:lnTo>
                  <a:lnTo>
                    <a:pt x="83096" y="5334"/>
                  </a:lnTo>
                  <a:lnTo>
                    <a:pt x="78524" y="1714"/>
                  </a:lnTo>
                  <a:lnTo>
                    <a:pt x="72047" y="0"/>
                  </a:lnTo>
                  <a:lnTo>
                    <a:pt x="63665" y="190"/>
                  </a:lnTo>
                  <a:lnTo>
                    <a:pt x="55740" y="1155"/>
                  </a:lnTo>
                  <a:lnTo>
                    <a:pt x="21158" y="24257"/>
                  </a:lnTo>
                  <a:lnTo>
                    <a:pt x="20167" y="26327"/>
                  </a:lnTo>
                  <a:lnTo>
                    <a:pt x="0" y="26327"/>
                  </a:lnTo>
                  <a:lnTo>
                    <a:pt x="0" y="33477"/>
                  </a:lnTo>
                  <a:lnTo>
                    <a:pt x="17449" y="33477"/>
                  </a:lnTo>
                  <a:lnTo>
                    <a:pt x="16510" y="38188"/>
                  </a:lnTo>
                  <a:lnTo>
                    <a:pt x="16598" y="41338"/>
                  </a:lnTo>
                  <a:lnTo>
                    <a:pt x="16510" y="83477"/>
                  </a:lnTo>
                  <a:lnTo>
                    <a:pt x="0" y="83477"/>
                  </a:lnTo>
                  <a:lnTo>
                    <a:pt x="0" y="90627"/>
                  </a:lnTo>
                  <a:lnTo>
                    <a:pt x="16510" y="90627"/>
                  </a:lnTo>
                  <a:lnTo>
                    <a:pt x="16510" y="390410"/>
                  </a:lnTo>
                  <a:lnTo>
                    <a:pt x="26517" y="390410"/>
                  </a:lnTo>
                  <a:lnTo>
                    <a:pt x="26517" y="90627"/>
                  </a:lnTo>
                  <a:lnTo>
                    <a:pt x="111137" y="90627"/>
                  </a:lnTo>
                  <a:lnTo>
                    <a:pt x="111137" y="83477"/>
                  </a:lnTo>
                  <a:lnTo>
                    <a:pt x="26517" y="83477"/>
                  </a:lnTo>
                  <a:lnTo>
                    <a:pt x="26517" y="55956"/>
                  </a:lnTo>
                  <a:lnTo>
                    <a:pt x="28511" y="57531"/>
                  </a:lnTo>
                  <a:lnTo>
                    <a:pt x="34417" y="59436"/>
                  </a:lnTo>
                  <a:lnTo>
                    <a:pt x="41656" y="59626"/>
                  </a:lnTo>
                  <a:lnTo>
                    <a:pt x="50139" y="58674"/>
                  </a:lnTo>
                  <a:lnTo>
                    <a:pt x="86169" y="35623"/>
                  </a:lnTo>
                  <a:lnTo>
                    <a:pt x="87134" y="33477"/>
                  </a:lnTo>
                  <a:lnTo>
                    <a:pt x="111137" y="33477"/>
                  </a:lnTo>
                  <a:lnTo>
                    <a:pt x="111137" y="26327"/>
                  </a:lnTo>
                  <a:close/>
                </a:path>
                <a:path w="310514" h="447675">
                  <a:moveTo>
                    <a:pt x="233248" y="221068"/>
                  </a:moveTo>
                  <a:lnTo>
                    <a:pt x="233057" y="213829"/>
                  </a:lnTo>
                  <a:lnTo>
                    <a:pt x="230479" y="208597"/>
                  </a:lnTo>
                  <a:lnTo>
                    <a:pt x="225526" y="205359"/>
                  </a:lnTo>
                  <a:lnTo>
                    <a:pt x="220954" y="201739"/>
                  </a:lnTo>
                  <a:lnTo>
                    <a:pt x="214477" y="200025"/>
                  </a:lnTo>
                  <a:lnTo>
                    <a:pt x="206095" y="200215"/>
                  </a:lnTo>
                  <a:lnTo>
                    <a:pt x="198170" y="201180"/>
                  </a:lnTo>
                  <a:lnTo>
                    <a:pt x="163588" y="224282"/>
                  </a:lnTo>
                  <a:lnTo>
                    <a:pt x="158953" y="238213"/>
                  </a:lnTo>
                  <a:lnTo>
                    <a:pt x="159042" y="241363"/>
                  </a:lnTo>
                  <a:lnTo>
                    <a:pt x="158953" y="447560"/>
                  </a:lnTo>
                  <a:lnTo>
                    <a:pt x="168948" y="447560"/>
                  </a:lnTo>
                  <a:lnTo>
                    <a:pt x="168948" y="255968"/>
                  </a:lnTo>
                  <a:lnTo>
                    <a:pt x="170954" y="257556"/>
                  </a:lnTo>
                  <a:lnTo>
                    <a:pt x="176860" y="259461"/>
                  </a:lnTo>
                  <a:lnTo>
                    <a:pt x="184099" y="259651"/>
                  </a:lnTo>
                  <a:lnTo>
                    <a:pt x="192582" y="258699"/>
                  </a:lnTo>
                  <a:lnTo>
                    <a:pt x="228600" y="235648"/>
                  </a:lnTo>
                  <a:lnTo>
                    <a:pt x="231800" y="228638"/>
                  </a:lnTo>
                  <a:lnTo>
                    <a:pt x="233248" y="221068"/>
                  </a:lnTo>
                  <a:close/>
                </a:path>
                <a:path w="310514" h="447675">
                  <a:moveTo>
                    <a:pt x="309981" y="146494"/>
                  </a:moveTo>
                  <a:lnTo>
                    <a:pt x="301409" y="146494"/>
                  </a:lnTo>
                  <a:lnTo>
                    <a:pt x="301409" y="378523"/>
                  </a:lnTo>
                  <a:lnTo>
                    <a:pt x="309981" y="378523"/>
                  </a:lnTo>
                  <a:lnTo>
                    <a:pt x="309981" y="146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046632" y="2740958"/>
              <a:ext cx="199405" cy="16176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481051" y="2795449"/>
              <a:ext cx="71216" cy="151732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4726203" y="2428185"/>
              <a:ext cx="868044" cy="474980"/>
            </a:xfrm>
            <a:custGeom>
              <a:avLst/>
              <a:gdLst/>
              <a:ahLst/>
              <a:cxnLst/>
              <a:rect l="l" t="t" r="r" b="b"/>
              <a:pathLst>
                <a:path w="868045" h="474980">
                  <a:moveTo>
                    <a:pt x="855268" y="229933"/>
                  </a:moveTo>
                  <a:lnTo>
                    <a:pt x="794448" y="229933"/>
                  </a:lnTo>
                  <a:lnTo>
                    <a:pt x="789419" y="228600"/>
                  </a:lnTo>
                  <a:lnTo>
                    <a:pt x="781037" y="228790"/>
                  </a:lnTo>
                  <a:lnTo>
                    <a:pt x="773112" y="229755"/>
                  </a:lnTo>
                  <a:lnTo>
                    <a:pt x="772502" y="229933"/>
                  </a:lnTo>
                  <a:lnTo>
                    <a:pt x="757885" y="229933"/>
                  </a:lnTo>
                  <a:lnTo>
                    <a:pt x="757885" y="235648"/>
                  </a:lnTo>
                  <a:lnTo>
                    <a:pt x="757682" y="235750"/>
                  </a:lnTo>
                  <a:lnTo>
                    <a:pt x="750176" y="240792"/>
                  </a:lnTo>
                  <a:lnTo>
                    <a:pt x="748842" y="241960"/>
                  </a:lnTo>
                  <a:lnTo>
                    <a:pt x="748842" y="287083"/>
                  </a:lnTo>
                  <a:lnTo>
                    <a:pt x="743889" y="287083"/>
                  </a:lnTo>
                  <a:lnTo>
                    <a:pt x="743889" y="284543"/>
                  </a:lnTo>
                  <a:lnTo>
                    <a:pt x="745896" y="286131"/>
                  </a:lnTo>
                  <a:lnTo>
                    <a:pt x="748842" y="287083"/>
                  </a:lnTo>
                  <a:lnTo>
                    <a:pt x="748842" y="241960"/>
                  </a:lnTo>
                  <a:lnTo>
                    <a:pt x="743889" y="246253"/>
                  </a:lnTo>
                  <a:lnTo>
                    <a:pt x="743889" y="235648"/>
                  </a:lnTo>
                  <a:lnTo>
                    <a:pt x="757885" y="235648"/>
                  </a:lnTo>
                  <a:lnTo>
                    <a:pt x="757885" y="229933"/>
                  </a:lnTo>
                  <a:lnTo>
                    <a:pt x="743889" y="229933"/>
                  </a:lnTo>
                  <a:lnTo>
                    <a:pt x="743889" y="176352"/>
                  </a:lnTo>
                  <a:lnTo>
                    <a:pt x="828509" y="176352"/>
                  </a:lnTo>
                  <a:lnTo>
                    <a:pt x="828509" y="169202"/>
                  </a:lnTo>
                  <a:lnTo>
                    <a:pt x="743889" y="169202"/>
                  </a:lnTo>
                  <a:lnTo>
                    <a:pt x="743889" y="119202"/>
                  </a:lnTo>
                  <a:lnTo>
                    <a:pt x="828509" y="119202"/>
                  </a:lnTo>
                  <a:lnTo>
                    <a:pt x="828509" y="112052"/>
                  </a:lnTo>
                  <a:lnTo>
                    <a:pt x="743889" y="112052"/>
                  </a:lnTo>
                  <a:lnTo>
                    <a:pt x="743889" y="84518"/>
                  </a:lnTo>
                  <a:lnTo>
                    <a:pt x="745896" y="86106"/>
                  </a:lnTo>
                  <a:lnTo>
                    <a:pt x="751801" y="88011"/>
                  </a:lnTo>
                  <a:lnTo>
                    <a:pt x="759040" y="88201"/>
                  </a:lnTo>
                  <a:lnTo>
                    <a:pt x="767524" y="87249"/>
                  </a:lnTo>
                  <a:lnTo>
                    <a:pt x="803541" y="64198"/>
                  </a:lnTo>
                  <a:lnTo>
                    <a:pt x="804519" y="62052"/>
                  </a:lnTo>
                  <a:lnTo>
                    <a:pt x="828509" y="62052"/>
                  </a:lnTo>
                  <a:lnTo>
                    <a:pt x="828509" y="54902"/>
                  </a:lnTo>
                  <a:lnTo>
                    <a:pt x="807173" y="54902"/>
                  </a:lnTo>
                  <a:lnTo>
                    <a:pt x="808189" y="49618"/>
                  </a:lnTo>
                  <a:lnTo>
                    <a:pt x="807999" y="42379"/>
                  </a:lnTo>
                  <a:lnTo>
                    <a:pt x="805421" y="37147"/>
                  </a:lnTo>
                  <a:lnTo>
                    <a:pt x="800468" y="33909"/>
                  </a:lnTo>
                  <a:lnTo>
                    <a:pt x="795896" y="30289"/>
                  </a:lnTo>
                  <a:lnTo>
                    <a:pt x="789419" y="28575"/>
                  </a:lnTo>
                  <a:lnTo>
                    <a:pt x="781037" y="28765"/>
                  </a:lnTo>
                  <a:lnTo>
                    <a:pt x="773112" y="29730"/>
                  </a:lnTo>
                  <a:lnTo>
                    <a:pt x="738530" y="52832"/>
                  </a:lnTo>
                  <a:lnTo>
                    <a:pt x="737539" y="54902"/>
                  </a:lnTo>
                  <a:lnTo>
                    <a:pt x="717372" y="54902"/>
                  </a:lnTo>
                  <a:lnTo>
                    <a:pt x="717372" y="62052"/>
                  </a:lnTo>
                  <a:lnTo>
                    <a:pt x="734834" y="62052"/>
                  </a:lnTo>
                  <a:lnTo>
                    <a:pt x="733894" y="66763"/>
                  </a:lnTo>
                  <a:lnTo>
                    <a:pt x="733983" y="69913"/>
                  </a:lnTo>
                  <a:lnTo>
                    <a:pt x="733894" y="112052"/>
                  </a:lnTo>
                  <a:lnTo>
                    <a:pt x="717372" y="112052"/>
                  </a:lnTo>
                  <a:lnTo>
                    <a:pt x="717372" y="119202"/>
                  </a:lnTo>
                  <a:lnTo>
                    <a:pt x="733894" y="119202"/>
                  </a:lnTo>
                  <a:lnTo>
                    <a:pt x="733894" y="169202"/>
                  </a:lnTo>
                  <a:lnTo>
                    <a:pt x="717372" y="169202"/>
                  </a:lnTo>
                  <a:lnTo>
                    <a:pt x="717372" y="176352"/>
                  </a:lnTo>
                  <a:lnTo>
                    <a:pt x="733894" y="176352"/>
                  </a:lnTo>
                  <a:lnTo>
                    <a:pt x="733894" y="229933"/>
                  </a:lnTo>
                  <a:lnTo>
                    <a:pt x="733894" y="458533"/>
                  </a:lnTo>
                  <a:lnTo>
                    <a:pt x="618426" y="458533"/>
                  </a:lnTo>
                  <a:lnTo>
                    <a:pt x="618426" y="407098"/>
                  </a:lnTo>
                  <a:lnTo>
                    <a:pt x="733894" y="407098"/>
                  </a:lnTo>
                  <a:lnTo>
                    <a:pt x="733894" y="401383"/>
                  </a:lnTo>
                  <a:lnTo>
                    <a:pt x="618426" y="401383"/>
                  </a:lnTo>
                  <a:lnTo>
                    <a:pt x="618426" y="349948"/>
                  </a:lnTo>
                  <a:lnTo>
                    <a:pt x="733894" y="349948"/>
                  </a:lnTo>
                  <a:lnTo>
                    <a:pt x="733894" y="344233"/>
                  </a:lnTo>
                  <a:lnTo>
                    <a:pt x="618426" y="344233"/>
                  </a:lnTo>
                  <a:lnTo>
                    <a:pt x="618426" y="292798"/>
                  </a:lnTo>
                  <a:lnTo>
                    <a:pt x="733894" y="292798"/>
                  </a:lnTo>
                  <a:lnTo>
                    <a:pt x="733894" y="287083"/>
                  </a:lnTo>
                  <a:lnTo>
                    <a:pt x="618426" y="287083"/>
                  </a:lnTo>
                  <a:lnTo>
                    <a:pt x="618426" y="255981"/>
                  </a:lnTo>
                  <a:lnTo>
                    <a:pt x="620420" y="257556"/>
                  </a:lnTo>
                  <a:lnTo>
                    <a:pt x="626325" y="259461"/>
                  </a:lnTo>
                  <a:lnTo>
                    <a:pt x="666432" y="247929"/>
                  </a:lnTo>
                  <a:lnTo>
                    <a:pt x="678078" y="235648"/>
                  </a:lnTo>
                  <a:lnTo>
                    <a:pt x="733894" y="235648"/>
                  </a:lnTo>
                  <a:lnTo>
                    <a:pt x="733894" y="229933"/>
                  </a:lnTo>
                  <a:lnTo>
                    <a:pt x="680669" y="229933"/>
                  </a:lnTo>
                  <a:lnTo>
                    <a:pt x="681266" y="228638"/>
                  </a:lnTo>
                  <a:lnTo>
                    <a:pt x="682713" y="221068"/>
                  </a:lnTo>
                  <a:lnTo>
                    <a:pt x="682523" y="213829"/>
                  </a:lnTo>
                  <a:lnTo>
                    <a:pt x="679958" y="208597"/>
                  </a:lnTo>
                  <a:lnTo>
                    <a:pt x="675005" y="205359"/>
                  </a:lnTo>
                  <a:lnTo>
                    <a:pt x="670433" y="201739"/>
                  </a:lnTo>
                  <a:lnTo>
                    <a:pt x="663956" y="200025"/>
                  </a:lnTo>
                  <a:lnTo>
                    <a:pt x="655574" y="200215"/>
                  </a:lnTo>
                  <a:lnTo>
                    <a:pt x="647636" y="201180"/>
                  </a:lnTo>
                  <a:lnTo>
                    <a:pt x="639851" y="203492"/>
                  </a:lnTo>
                  <a:lnTo>
                    <a:pt x="632206" y="207175"/>
                  </a:lnTo>
                  <a:lnTo>
                    <a:pt x="624713" y="212217"/>
                  </a:lnTo>
                  <a:lnTo>
                    <a:pt x="618426" y="217665"/>
                  </a:lnTo>
                  <a:lnTo>
                    <a:pt x="618426" y="176352"/>
                  </a:lnTo>
                  <a:lnTo>
                    <a:pt x="703046" y="176352"/>
                  </a:lnTo>
                  <a:lnTo>
                    <a:pt x="703046" y="169202"/>
                  </a:lnTo>
                  <a:lnTo>
                    <a:pt x="618426" y="169202"/>
                  </a:lnTo>
                  <a:lnTo>
                    <a:pt x="618426" y="119202"/>
                  </a:lnTo>
                  <a:lnTo>
                    <a:pt x="703046" y="119202"/>
                  </a:lnTo>
                  <a:lnTo>
                    <a:pt x="703046" y="112052"/>
                  </a:lnTo>
                  <a:lnTo>
                    <a:pt x="618426" y="112052"/>
                  </a:lnTo>
                  <a:lnTo>
                    <a:pt x="618426" y="62052"/>
                  </a:lnTo>
                  <a:lnTo>
                    <a:pt x="703046" y="62052"/>
                  </a:lnTo>
                  <a:lnTo>
                    <a:pt x="703046" y="54902"/>
                  </a:lnTo>
                  <a:lnTo>
                    <a:pt x="653770" y="54902"/>
                  </a:lnTo>
                  <a:lnTo>
                    <a:pt x="658482" y="52819"/>
                  </a:lnTo>
                  <a:lnTo>
                    <a:pt x="682713" y="21043"/>
                  </a:lnTo>
                  <a:lnTo>
                    <a:pt x="682523" y="13804"/>
                  </a:lnTo>
                  <a:lnTo>
                    <a:pt x="679958" y="8572"/>
                  </a:lnTo>
                  <a:lnTo>
                    <a:pt x="675005" y="5334"/>
                  </a:lnTo>
                  <a:lnTo>
                    <a:pt x="670433" y="1714"/>
                  </a:lnTo>
                  <a:lnTo>
                    <a:pt x="663956" y="0"/>
                  </a:lnTo>
                  <a:lnTo>
                    <a:pt x="655574" y="190"/>
                  </a:lnTo>
                  <a:lnTo>
                    <a:pt x="647636" y="1155"/>
                  </a:lnTo>
                  <a:lnTo>
                    <a:pt x="613067" y="24257"/>
                  </a:lnTo>
                  <a:lnTo>
                    <a:pt x="608418" y="38188"/>
                  </a:lnTo>
                  <a:lnTo>
                    <a:pt x="608507" y="41338"/>
                  </a:lnTo>
                  <a:lnTo>
                    <a:pt x="608418" y="54902"/>
                  </a:lnTo>
                  <a:lnTo>
                    <a:pt x="591908" y="54902"/>
                  </a:lnTo>
                  <a:lnTo>
                    <a:pt x="591908" y="62052"/>
                  </a:lnTo>
                  <a:lnTo>
                    <a:pt x="608418" y="62052"/>
                  </a:lnTo>
                  <a:lnTo>
                    <a:pt x="608418" y="112052"/>
                  </a:lnTo>
                  <a:lnTo>
                    <a:pt x="591908" y="112052"/>
                  </a:lnTo>
                  <a:lnTo>
                    <a:pt x="591908" y="119202"/>
                  </a:lnTo>
                  <a:lnTo>
                    <a:pt x="608418" y="119202"/>
                  </a:lnTo>
                  <a:lnTo>
                    <a:pt x="608418" y="169202"/>
                  </a:lnTo>
                  <a:lnTo>
                    <a:pt x="591908" y="169202"/>
                  </a:lnTo>
                  <a:lnTo>
                    <a:pt x="591908" y="176352"/>
                  </a:lnTo>
                  <a:lnTo>
                    <a:pt x="608418" y="176352"/>
                  </a:lnTo>
                  <a:lnTo>
                    <a:pt x="608418" y="229933"/>
                  </a:lnTo>
                  <a:lnTo>
                    <a:pt x="608418" y="235648"/>
                  </a:lnTo>
                  <a:lnTo>
                    <a:pt x="608418" y="458533"/>
                  </a:lnTo>
                  <a:lnTo>
                    <a:pt x="492950" y="458533"/>
                  </a:lnTo>
                  <a:lnTo>
                    <a:pt x="492950" y="407098"/>
                  </a:lnTo>
                  <a:lnTo>
                    <a:pt x="608418" y="407098"/>
                  </a:lnTo>
                  <a:lnTo>
                    <a:pt x="608418" y="401383"/>
                  </a:lnTo>
                  <a:lnTo>
                    <a:pt x="492950" y="401383"/>
                  </a:lnTo>
                  <a:lnTo>
                    <a:pt x="492950" y="349948"/>
                  </a:lnTo>
                  <a:lnTo>
                    <a:pt x="608418" y="349948"/>
                  </a:lnTo>
                  <a:lnTo>
                    <a:pt x="608418" y="344233"/>
                  </a:lnTo>
                  <a:lnTo>
                    <a:pt x="492950" y="344233"/>
                  </a:lnTo>
                  <a:lnTo>
                    <a:pt x="492950" y="292798"/>
                  </a:lnTo>
                  <a:lnTo>
                    <a:pt x="608418" y="292798"/>
                  </a:lnTo>
                  <a:lnTo>
                    <a:pt x="608418" y="287083"/>
                  </a:lnTo>
                  <a:lnTo>
                    <a:pt x="517283" y="287083"/>
                  </a:lnTo>
                  <a:lnTo>
                    <a:pt x="524891" y="285013"/>
                  </a:lnTo>
                  <a:lnTo>
                    <a:pt x="533019" y="281419"/>
                  </a:lnTo>
                  <a:lnTo>
                    <a:pt x="557250" y="249643"/>
                  </a:lnTo>
                  <a:lnTo>
                    <a:pt x="557060" y="242404"/>
                  </a:lnTo>
                  <a:lnTo>
                    <a:pt x="554482" y="237172"/>
                  </a:lnTo>
                  <a:lnTo>
                    <a:pt x="552145" y="235648"/>
                  </a:lnTo>
                  <a:lnTo>
                    <a:pt x="608418" y="235648"/>
                  </a:lnTo>
                  <a:lnTo>
                    <a:pt x="608418" y="229933"/>
                  </a:lnTo>
                  <a:lnTo>
                    <a:pt x="543509" y="229933"/>
                  </a:lnTo>
                  <a:lnTo>
                    <a:pt x="538480" y="228600"/>
                  </a:lnTo>
                  <a:lnTo>
                    <a:pt x="530098" y="228790"/>
                  </a:lnTo>
                  <a:lnTo>
                    <a:pt x="522173" y="229755"/>
                  </a:lnTo>
                  <a:lnTo>
                    <a:pt x="521563" y="229933"/>
                  </a:lnTo>
                  <a:lnTo>
                    <a:pt x="506945" y="229933"/>
                  </a:lnTo>
                  <a:lnTo>
                    <a:pt x="506945" y="235648"/>
                  </a:lnTo>
                  <a:lnTo>
                    <a:pt x="506742" y="235750"/>
                  </a:lnTo>
                  <a:lnTo>
                    <a:pt x="499237" y="240792"/>
                  </a:lnTo>
                  <a:lnTo>
                    <a:pt x="497903" y="241960"/>
                  </a:lnTo>
                  <a:lnTo>
                    <a:pt x="497903" y="287083"/>
                  </a:lnTo>
                  <a:lnTo>
                    <a:pt x="492950" y="287083"/>
                  </a:lnTo>
                  <a:lnTo>
                    <a:pt x="492950" y="284543"/>
                  </a:lnTo>
                  <a:lnTo>
                    <a:pt x="494957" y="286131"/>
                  </a:lnTo>
                  <a:lnTo>
                    <a:pt x="497903" y="287083"/>
                  </a:lnTo>
                  <a:lnTo>
                    <a:pt x="497903" y="241960"/>
                  </a:lnTo>
                  <a:lnTo>
                    <a:pt x="492950" y="246253"/>
                  </a:lnTo>
                  <a:lnTo>
                    <a:pt x="492950" y="235648"/>
                  </a:lnTo>
                  <a:lnTo>
                    <a:pt x="506945" y="235648"/>
                  </a:lnTo>
                  <a:lnTo>
                    <a:pt x="506945" y="229933"/>
                  </a:lnTo>
                  <a:lnTo>
                    <a:pt x="492950" y="229933"/>
                  </a:lnTo>
                  <a:lnTo>
                    <a:pt x="492950" y="176352"/>
                  </a:lnTo>
                  <a:lnTo>
                    <a:pt x="577570" y="176352"/>
                  </a:lnTo>
                  <a:lnTo>
                    <a:pt x="577570" y="169202"/>
                  </a:lnTo>
                  <a:lnTo>
                    <a:pt x="492950" y="169202"/>
                  </a:lnTo>
                  <a:lnTo>
                    <a:pt x="492950" y="119202"/>
                  </a:lnTo>
                  <a:lnTo>
                    <a:pt x="577570" y="119202"/>
                  </a:lnTo>
                  <a:lnTo>
                    <a:pt x="577570" y="112052"/>
                  </a:lnTo>
                  <a:lnTo>
                    <a:pt x="492950" y="112052"/>
                  </a:lnTo>
                  <a:lnTo>
                    <a:pt x="492950" y="84518"/>
                  </a:lnTo>
                  <a:lnTo>
                    <a:pt x="494957" y="86106"/>
                  </a:lnTo>
                  <a:lnTo>
                    <a:pt x="500862" y="88011"/>
                  </a:lnTo>
                  <a:lnTo>
                    <a:pt x="508101" y="88201"/>
                  </a:lnTo>
                  <a:lnTo>
                    <a:pt x="516585" y="87249"/>
                  </a:lnTo>
                  <a:lnTo>
                    <a:pt x="552602" y="64198"/>
                  </a:lnTo>
                  <a:lnTo>
                    <a:pt x="553580" y="62052"/>
                  </a:lnTo>
                  <a:lnTo>
                    <a:pt x="577570" y="62052"/>
                  </a:lnTo>
                  <a:lnTo>
                    <a:pt x="577570" y="54902"/>
                  </a:lnTo>
                  <a:lnTo>
                    <a:pt x="556234" y="54902"/>
                  </a:lnTo>
                  <a:lnTo>
                    <a:pt x="557250" y="49618"/>
                  </a:lnTo>
                  <a:lnTo>
                    <a:pt x="557060" y="42379"/>
                  </a:lnTo>
                  <a:lnTo>
                    <a:pt x="554482" y="37147"/>
                  </a:lnTo>
                  <a:lnTo>
                    <a:pt x="549529" y="33909"/>
                  </a:lnTo>
                  <a:lnTo>
                    <a:pt x="544957" y="30289"/>
                  </a:lnTo>
                  <a:lnTo>
                    <a:pt x="538480" y="28575"/>
                  </a:lnTo>
                  <a:lnTo>
                    <a:pt x="530098" y="28765"/>
                  </a:lnTo>
                  <a:lnTo>
                    <a:pt x="522173" y="29730"/>
                  </a:lnTo>
                  <a:lnTo>
                    <a:pt x="487591" y="52832"/>
                  </a:lnTo>
                  <a:lnTo>
                    <a:pt x="486600" y="54902"/>
                  </a:lnTo>
                  <a:lnTo>
                    <a:pt x="466432" y="54902"/>
                  </a:lnTo>
                  <a:lnTo>
                    <a:pt x="466432" y="62052"/>
                  </a:lnTo>
                  <a:lnTo>
                    <a:pt x="483895" y="62052"/>
                  </a:lnTo>
                  <a:lnTo>
                    <a:pt x="482955" y="66763"/>
                  </a:lnTo>
                  <a:lnTo>
                    <a:pt x="483044" y="69913"/>
                  </a:lnTo>
                  <a:lnTo>
                    <a:pt x="482955" y="112052"/>
                  </a:lnTo>
                  <a:lnTo>
                    <a:pt x="466432" y="112052"/>
                  </a:lnTo>
                  <a:lnTo>
                    <a:pt x="466432" y="119202"/>
                  </a:lnTo>
                  <a:lnTo>
                    <a:pt x="482955" y="119202"/>
                  </a:lnTo>
                  <a:lnTo>
                    <a:pt x="482955" y="169202"/>
                  </a:lnTo>
                  <a:lnTo>
                    <a:pt x="466432" y="169202"/>
                  </a:lnTo>
                  <a:lnTo>
                    <a:pt x="466432" y="176352"/>
                  </a:lnTo>
                  <a:lnTo>
                    <a:pt x="482955" y="176352"/>
                  </a:lnTo>
                  <a:lnTo>
                    <a:pt x="482955" y="229933"/>
                  </a:lnTo>
                  <a:lnTo>
                    <a:pt x="482955" y="458533"/>
                  </a:lnTo>
                  <a:lnTo>
                    <a:pt x="293547" y="458533"/>
                  </a:lnTo>
                  <a:lnTo>
                    <a:pt x="293547" y="407098"/>
                  </a:lnTo>
                  <a:lnTo>
                    <a:pt x="482955" y="407098"/>
                  </a:lnTo>
                  <a:lnTo>
                    <a:pt x="482955" y="401383"/>
                  </a:lnTo>
                  <a:lnTo>
                    <a:pt x="293547" y="401383"/>
                  </a:lnTo>
                  <a:lnTo>
                    <a:pt x="293547" y="349948"/>
                  </a:lnTo>
                  <a:lnTo>
                    <a:pt x="482955" y="349948"/>
                  </a:lnTo>
                  <a:lnTo>
                    <a:pt x="482955" y="344233"/>
                  </a:lnTo>
                  <a:lnTo>
                    <a:pt x="293547" y="344233"/>
                  </a:lnTo>
                  <a:lnTo>
                    <a:pt x="293547" y="292798"/>
                  </a:lnTo>
                  <a:lnTo>
                    <a:pt x="482955" y="292798"/>
                  </a:lnTo>
                  <a:lnTo>
                    <a:pt x="482955" y="287083"/>
                  </a:lnTo>
                  <a:lnTo>
                    <a:pt x="321894" y="287083"/>
                  </a:lnTo>
                  <a:lnTo>
                    <a:pt x="325843" y="286004"/>
                  </a:lnTo>
                  <a:lnTo>
                    <a:pt x="333629" y="282600"/>
                  </a:lnTo>
                  <a:lnTo>
                    <a:pt x="338620" y="279552"/>
                  </a:lnTo>
                  <a:lnTo>
                    <a:pt x="341274" y="277939"/>
                  </a:lnTo>
                  <a:lnTo>
                    <a:pt x="347980" y="272364"/>
                  </a:lnTo>
                  <a:lnTo>
                    <a:pt x="352983" y="266217"/>
                  </a:lnTo>
                  <a:lnTo>
                    <a:pt x="356273" y="259499"/>
                  </a:lnTo>
                  <a:lnTo>
                    <a:pt x="357847" y="252222"/>
                  </a:lnTo>
                  <a:lnTo>
                    <a:pt x="358609" y="243459"/>
                  </a:lnTo>
                  <a:lnTo>
                    <a:pt x="355727" y="236499"/>
                  </a:lnTo>
                  <a:lnTo>
                    <a:pt x="355650" y="236308"/>
                  </a:lnTo>
                  <a:lnTo>
                    <a:pt x="354850" y="235648"/>
                  </a:lnTo>
                  <a:lnTo>
                    <a:pt x="482955" y="235648"/>
                  </a:lnTo>
                  <a:lnTo>
                    <a:pt x="482955" y="229933"/>
                  </a:lnTo>
                  <a:lnTo>
                    <a:pt x="350126" y="229933"/>
                  </a:lnTo>
                  <a:lnTo>
                    <a:pt x="350126" y="241071"/>
                  </a:lnTo>
                  <a:lnTo>
                    <a:pt x="350126" y="244690"/>
                  </a:lnTo>
                  <a:lnTo>
                    <a:pt x="317550" y="273939"/>
                  </a:lnTo>
                  <a:lnTo>
                    <a:pt x="301269" y="279552"/>
                  </a:lnTo>
                  <a:lnTo>
                    <a:pt x="297268" y="279361"/>
                  </a:lnTo>
                  <a:lnTo>
                    <a:pt x="295275" y="279184"/>
                  </a:lnTo>
                  <a:lnTo>
                    <a:pt x="295275" y="287083"/>
                  </a:lnTo>
                  <a:lnTo>
                    <a:pt x="293547" y="287083"/>
                  </a:lnTo>
                  <a:lnTo>
                    <a:pt x="293547" y="286131"/>
                  </a:lnTo>
                  <a:lnTo>
                    <a:pt x="295275" y="287083"/>
                  </a:lnTo>
                  <a:lnTo>
                    <a:pt x="295275" y="279184"/>
                  </a:lnTo>
                  <a:lnTo>
                    <a:pt x="293547" y="279019"/>
                  </a:lnTo>
                  <a:lnTo>
                    <a:pt x="293547" y="269938"/>
                  </a:lnTo>
                  <a:lnTo>
                    <a:pt x="292569" y="269938"/>
                  </a:lnTo>
                  <a:lnTo>
                    <a:pt x="324980" y="241935"/>
                  </a:lnTo>
                  <a:lnTo>
                    <a:pt x="339267" y="236499"/>
                  </a:lnTo>
                  <a:lnTo>
                    <a:pt x="344982" y="237070"/>
                  </a:lnTo>
                  <a:lnTo>
                    <a:pt x="347840" y="237451"/>
                  </a:lnTo>
                  <a:lnTo>
                    <a:pt x="349554" y="238785"/>
                  </a:lnTo>
                  <a:lnTo>
                    <a:pt x="350126" y="241071"/>
                  </a:lnTo>
                  <a:lnTo>
                    <a:pt x="350126" y="229933"/>
                  </a:lnTo>
                  <a:lnTo>
                    <a:pt x="347446" y="229933"/>
                  </a:lnTo>
                  <a:lnTo>
                    <a:pt x="343839" y="227926"/>
                  </a:lnTo>
                  <a:lnTo>
                    <a:pt x="338035" y="226783"/>
                  </a:lnTo>
                  <a:lnTo>
                    <a:pt x="331558" y="227355"/>
                  </a:lnTo>
                  <a:lnTo>
                    <a:pt x="323380" y="228269"/>
                  </a:lnTo>
                  <a:lnTo>
                    <a:pt x="317233" y="229933"/>
                  </a:lnTo>
                  <a:lnTo>
                    <a:pt x="304736" y="229933"/>
                  </a:lnTo>
                  <a:lnTo>
                    <a:pt x="304736" y="235648"/>
                  </a:lnTo>
                  <a:lnTo>
                    <a:pt x="300126" y="238506"/>
                  </a:lnTo>
                  <a:lnTo>
                    <a:pt x="293535" y="243967"/>
                  </a:lnTo>
                  <a:lnTo>
                    <a:pt x="288620" y="250075"/>
                  </a:lnTo>
                  <a:lnTo>
                    <a:pt x="285381" y="256832"/>
                  </a:lnTo>
                  <a:lnTo>
                    <a:pt x="283832" y="264223"/>
                  </a:lnTo>
                  <a:lnTo>
                    <a:pt x="282879" y="272986"/>
                  </a:lnTo>
                  <a:lnTo>
                    <a:pt x="283552" y="274612"/>
                  </a:lnTo>
                  <a:lnTo>
                    <a:pt x="283552" y="287083"/>
                  </a:lnTo>
                  <a:lnTo>
                    <a:pt x="283552" y="292798"/>
                  </a:lnTo>
                  <a:lnTo>
                    <a:pt x="283552" y="344233"/>
                  </a:lnTo>
                  <a:lnTo>
                    <a:pt x="283552" y="349948"/>
                  </a:lnTo>
                  <a:lnTo>
                    <a:pt x="283552" y="401383"/>
                  </a:lnTo>
                  <a:lnTo>
                    <a:pt x="94145" y="401383"/>
                  </a:lnTo>
                  <a:lnTo>
                    <a:pt x="94145" y="349948"/>
                  </a:lnTo>
                  <a:lnTo>
                    <a:pt x="283552" y="349948"/>
                  </a:lnTo>
                  <a:lnTo>
                    <a:pt x="283552" y="344233"/>
                  </a:lnTo>
                  <a:lnTo>
                    <a:pt x="94145" y="344233"/>
                  </a:lnTo>
                  <a:lnTo>
                    <a:pt x="94145" y="292798"/>
                  </a:lnTo>
                  <a:lnTo>
                    <a:pt x="283552" y="292798"/>
                  </a:lnTo>
                  <a:lnTo>
                    <a:pt x="283552" y="287083"/>
                  </a:lnTo>
                  <a:lnTo>
                    <a:pt x="94145" y="287083"/>
                  </a:lnTo>
                  <a:lnTo>
                    <a:pt x="94145" y="235648"/>
                  </a:lnTo>
                  <a:lnTo>
                    <a:pt x="304736" y="235648"/>
                  </a:lnTo>
                  <a:lnTo>
                    <a:pt x="304736" y="229933"/>
                  </a:lnTo>
                  <a:lnTo>
                    <a:pt x="94145" y="229933"/>
                  </a:lnTo>
                  <a:lnTo>
                    <a:pt x="94145" y="176352"/>
                  </a:lnTo>
                  <a:lnTo>
                    <a:pt x="178765" y="176352"/>
                  </a:lnTo>
                  <a:lnTo>
                    <a:pt x="178765" y="169202"/>
                  </a:lnTo>
                  <a:lnTo>
                    <a:pt x="94145" y="169202"/>
                  </a:lnTo>
                  <a:lnTo>
                    <a:pt x="94145" y="119202"/>
                  </a:lnTo>
                  <a:lnTo>
                    <a:pt x="178765" y="119202"/>
                  </a:lnTo>
                  <a:lnTo>
                    <a:pt x="178765" y="112052"/>
                  </a:lnTo>
                  <a:lnTo>
                    <a:pt x="94145" y="112052"/>
                  </a:lnTo>
                  <a:lnTo>
                    <a:pt x="94145" y="86106"/>
                  </a:lnTo>
                  <a:lnTo>
                    <a:pt x="98425" y="88480"/>
                  </a:lnTo>
                  <a:lnTo>
                    <a:pt x="104140" y="89623"/>
                  </a:lnTo>
                  <a:lnTo>
                    <a:pt x="139204" y="79527"/>
                  </a:lnTo>
                  <a:lnTo>
                    <a:pt x="141859" y="77914"/>
                  </a:lnTo>
                  <a:lnTo>
                    <a:pt x="148577" y="72339"/>
                  </a:lnTo>
                  <a:lnTo>
                    <a:pt x="153581" y="66192"/>
                  </a:lnTo>
                  <a:lnTo>
                    <a:pt x="155600" y="62052"/>
                  </a:lnTo>
                  <a:lnTo>
                    <a:pt x="178765" y="62052"/>
                  </a:lnTo>
                  <a:lnTo>
                    <a:pt x="178765" y="54902"/>
                  </a:lnTo>
                  <a:lnTo>
                    <a:pt x="157848" y="54902"/>
                  </a:lnTo>
                  <a:lnTo>
                    <a:pt x="158432" y="52197"/>
                  </a:lnTo>
                  <a:lnTo>
                    <a:pt x="159194" y="43434"/>
                  </a:lnTo>
                  <a:lnTo>
                    <a:pt x="156324" y="36474"/>
                  </a:lnTo>
                  <a:lnTo>
                    <a:pt x="156248" y="36283"/>
                  </a:lnTo>
                  <a:lnTo>
                    <a:pt x="150723" y="31711"/>
                  </a:lnTo>
                  <a:lnTo>
                    <a:pt x="150723" y="41046"/>
                  </a:lnTo>
                  <a:lnTo>
                    <a:pt x="150723" y="44665"/>
                  </a:lnTo>
                  <a:lnTo>
                    <a:pt x="148717" y="48856"/>
                  </a:lnTo>
                  <a:lnTo>
                    <a:pt x="144716" y="53619"/>
                  </a:lnTo>
                  <a:lnTo>
                    <a:pt x="143230" y="54902"/>
                  </a:lnTo>
                  <a:lnTo>
                    <a:pt x="135001" y="54902"/>
                  </a:lnTo>
                  <a:lnTo>
                    <a:pt x="135001" y="62052"/>
                  </a:lnTo>
                  <a:lnTo>
                    <a:pt x="101854" y="79527"/>
                  </a:lnTo>
                  <a:lnTo>
                    <a:pt x="97853" y="79336"/>
                  </a:lnTo>
                  <a:lnTo>
                    <a:pt x="94145" y="78994"/>
                  </a:lnTo>
                  <a:lnTo>
                    <a:pt x="94145" y="69913"/>
                  </a:lnTo>
                  <a:lnTo>
                    <a:pt x="93167" y="69913"/>
                  </a:lnTo>
                  <a:lnTo>
                    <a:pt x="93357" y="69126"/>
                  </a:lnTo>
                  <a:lnTo>
                    <a:pt x="96431" y="63906"/>
                  </a:lnTo>
                  <a:lnTo>
                    <a:pt x="98132" y="62052"/>
                  </a:lnTo>
                  <a:lnTo>
                    <a:pt x="135001" y="62052"/>
                  </a:lnTo>
                  <a:lnTo>
                    <a:pt x="135001" y="54902"/>
                  </a:lnTo>
                  <a:lnTo>
                    <a:pt x="105829" y="54902"/>
                  </a:lnTo>
                  <a:lnTo>
                    <a:pt x="112331" y="49618"/>
                  </a:lnTo>
                  <a:lnTo>
                    <a:pt x="118148" y="45910"/>
                  </a:lnTo>
                  <a:lnTo>
                    <a:pt x="125577" y="41910"/>
                  </a:lnTo>
                  <a:lnTo>
                    <a:pt x="133197" y="38100"/>
                  </a:lnTo>
                  <a:lnTo>
                    <a:pt x="139865" y="36474"/>
                  </a:lnTo>
                  <a:lnTo>
                    <a:pt x="145580" y="37045"/>
                  </a:lnTo>
                  <a:lnTo>
                    <a:pt x="148437" y="37426"/>
                  </a:lnTo>
                  <a:lnTo>
                    <a:pt x="150152" y="38760"/>
                  </a:lnTo>
                  <a:lnTo>
                    <a:pt x="150723" y="41046"/>
                  </a:lnTo>
                  <a:lnTo>
                    <a:pt x="150723" y="31711"/>
                  </a:lnTo>
                  <a:lnTo>
                    <a:pt x="149580" y="30759"/>
                  </a:lnTo>
                  <a:lnTo>
                    <a:pt x="144437" y="27901"/>
                  </a:lnTo>
                  <a:lnTo>
                    <a:pt x="138620" y="26758"/>
                  </a:lnTo>
                  <a:lnTo>
                    <a:pt x="132143" y="27330"/>
                  </a:lnTo>
                  <a:lnTo>
                    <a:pt x="94119" y="43942"/>
                  </a:lnTo>
                  <a:lnTo>
                    <a:pt x="86880" y="54902"/>
                  </a:lnTo>
                  <a:lnTo>
                    <a:pt x="67627" y="54902"/>
                  </a:lnTo>
                  <a:lnTo>
                    <a:pt x="67627" y="62052"/>
                  </a:lnTo>
                  <a:lnTo>
                    <a:pt x="84874" y="62052"/>
                  </a:lnTo>
                  <a:lnTo>
                    <a:pt x="84429" y="64198"/>
                  </a:lnTo>
                  <a:lnTo>
                    <a:pt x="83477" y="72961"/>
                  </a:lnTo>
                  <a:lnTo>
                    <a:pt x="84137" y="74561"/>
                  </a:lnTo>
                  <a:lnTo>
                    <a:pt x="84137" y="112052"/>
                  </a:lnTo>
                  <a:lnTo>
                    <a:pt x="67627" y="112052"/>
                  </a:lnTo>
                  <a:lnTo>
                    <a:pt x="67627" y="119202"/>
                  </a:lnTo>
                  <a:lnTo>
                    <a:pt x="84137" y="119202"/>
                  </a:lnTo>
                  <a:lnTo>
                    <a:pt x="84137" y="169202"/>
                  </a:lnTo>
                  <a:lnTo>
                    <a:pt x="67627" y="169202"/>
                  </a:lnTo>
                  <a:lnTo>
                    <a:pt x="67627" y="176352"/>
                  </a:lnTo>
                  <a:lnTo>
                    <a:pt x="84137" y="176352"/>
                  </a:lnTo>
                  <a:lnTo>
                    <a:pt x="84137" y="229933"/>
                  </a:lnTo>
                  <a:lnTo>
                    <a:pt x="0" y="229933"/>
                  </a:lnTo>
                  <a:lnTo>
                    <a:pt x="0" y="235648"/>
                  </a:lnTo>
                  <a:lnTo>
                    <a:pt x="84137" y="235648"/>
                  </a:lnTo>
                  <a:lnTo>
                    <a:pt x="84137" y="287083"/>
                  </a:lnTo>
                  <a:lnTo>
                    <a:pt x="0" y="287083"/>
                  </a:lnTo>
                  <a:lnTo>
                    <a:pt x="0" y="292798"/>
                  </a:lnTo>
                  <a:lnTo>
                    <a:pt x="84137" y="292798"/>
                  </a:lnTo>
                  <a:lnTo>
                    <a:pt x="84137" y="344233"/>
                  </a:lnTo>
                  <a:lnTo>
                    <a:pt x="0" y="344233"/>
                  </a:lnTo>
                  <a:lnTo>
                    <a:pt x="0" y="349948"/>
                  </a:lnTo>
                  <a:lnTo>
                    <a:pt x="84137" y="349948"/>
                  </a:lnTo>
                  <a:lnTo>
                    <a:pt x="84137" y="401383"/>
                  </a:lnTo>
                  <a:lnTo>
                    <a:pt x="0" y="401383"/>
                  </a:lnTo>
                  <a:lnTo>
                    <a:pt x="0" y="407098"/>
                  </a:lnTo>
                  <a:lnTo>
                    <a:pt x="84137" y="407098"/>
                  </a:lnTo>
                  <a:lnTo>
                    <a:pt x="84137" y="417398"/>
                  </a:lnTo>
                  <a:lnTo>
                    <a:pt x="94145" y="417398"/>
                  </a:lnTo>
                  <a:lnTo>
                    <a:pt x="94145" y="407098"/>
                  </a:lnTo>
                  <a:lnTo>
                    <a:pt x="283552" y="407098"/>
                  </a:lnTo>
                  <a:lnTo>
                    <a:pt x="283552" y="458533"/>
                  </a:lnTo>
                  <a:lnTo>
                    <a:pt x="0" y="458533"/>
                  </a:lnTo>
                  <a:lnTo>
                    <a:pt x="0" y="464248"/>
                  </a:lnTo>
                  <a:lnTo>
                    <a:pt x="283552" y="464248"/>
                  </a:lnTo>
                  <a:lnTo>
                    <a:pt x="283552" y="474548"/>
                  </a:lnTo>
                  <a:lnTo>
                    <a:pt x="293547" y="474548"/>
                  </a:lnTo>
                  <a:lnTo>
                    <a:pt x="293547" y="464248"/>
                  </a:lnTo>
                  <a:lnTo>
                    <a:pt x="855268" y="464248"/>
                  </a:lnTo>
                  <a:lnTo>
                    <a:pt x="855268" y="458533"/>
                  </a:lnTo>
                  <a:lnTo>
                    <a:pt x="743889" y="458533"/>
                  </a:lnTo>
                  <a:lnTo>
                    <a:pt x="743889" y="407098"/>
                  </a:lnTo>
                  <a:lnTo>
                    <a:pt x="855268" y="407098"/>
                  </a:lnTo>
                  <a:lnTo>
                    <a:pt x="855268" y="401383"/>
                  </a:lnTo>
                  <a:lnTo>
                    <a:pt x="743889" y="401383"/>
                  </a:lnTo>
                  <a:lnTo>
                    <a:pt x="743889" y="349948"/>
                  </a:lnTo>
                  <a:lnTo>
                    <a:pt x="855268" y="349948"/>
                  </a:lnTo>
                  <a:lnTo>
                    <a:pt x="855268" y="344233"/>
                  </a:lnTo>
                  <a:lnTo>
                    <a:pt x="743889" y="344233"/>
                  </a:lnTo>
                  <a:lnTo>
                    <a:pt x="743889" y="292798"/>
                  </a:lnTo>
                  <a:lnTo>
                    <a:pt x="855268" y="292798"/>
                  </a:lnTo>
                  <a:lnTo>
                    <a:pt x="855268" y="287083"/>
                  </a:lnTo>
                  <a:lnTo>
                    <a:pt x="768223" y="287083"/>
                  </a:lnTo>
                  <a:lnTo>
                    <a:pt x="775830" y="285013"/>
                  </a:lnTo>
                  <a:lnTo>
                    <a:pt x="783958" y="281419"/>
                  </a:lnTo>
                  <a:lnTo>
                    <a:pt x="808189" y="249643"/>
                  </a:lnTo>
                  <a:lnTo>
                    <a:pt x="807999" y="242404"/>
                  </a:lnTo>
                  <a:lnTo>
                    <a:pt x="805421" y="237172"/>
                  </a:lnTo>
                  <a:lnTo>
                    <a:pt x="803084" y="235648"/>
                  </a:lnTo>
                  <a:lnTo>
                    <a:pt x="855268" y="235648"/>
                  </a:lnTo>
                  <a:lnTo>
                    <a:pt x="855268" y="229933"/>
                  </a:lnTo>
                  <a:close/>
                </a:path>
                <a:path w="868045" h="474980">
                  <a:moveTo>
                    <a:pt x="867968" y="232219"/>
                  </a:moveTo>
                  <a:lnTo>
                    <a:pt x="859396" y="232219"/>
                  </a:lnTo>
                  <a:lnTo>
                    <a:pt x="859396" y="464248"/>
                  </a:lnTo>
                  <a:lnTo>
                    <a:pt x="867968" y="464248"/>
                  </a:lnTo>
                  <a:lnTo>
                    <a:pt x="867968" y="2322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810352" y="2740958"/>
              <a:ext cx="199405" cy="161764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209159" y="2483519"/>
              <a:ext cx="1149350" cy="506730"/>
            </a:xfrm>
            <a:custGeom>
              <a:avLst/>
              <a:gdLst/>
              <a:ahLst/>
              <a:cxnLst/>
              <a:rect l="l" t="t" r="r" b="b"/>
              <a:pathLst>
                <a:path w="1149350" h="506730">
                  <a:moveTo>
                    <a:pt x="147027" y="447014"/>
                  </a:moveTo>
                  <a:lnTo>
                    <a:pt x="126542" y="426059"/>
                  </a:lnTo>
                  <a:lnTo>
                    <a:pt x="122542" y="426059"/>
                  </a:lnTo>
                  <a:lnTo>
                    <a:pt x="118643" y="427583"/>
                  </a:lnTo>
                  <a:lnTo>
                    <a:pt x="114833" y="430631"/>
                  </a:lnTo>
                  <a:lnTo>
                    <a:pt x="111023" y="433489"/>
                  </a:lnTo>
                  <a:lnTo>
                    <a:pt x="108826" y="437197"/>
                  </a:lnTo>
                  <a:lnTo>
                    <a:pt x="108254" y="441769"/>
                  </a:lnTo>
                  <a:lnTo>
                    <a:pt x="109016" y="445770"/>
                  </a:lnTo>
                  <a:lnTo>
                    <a:pt x="111874" y="447776"/>
                  </a:lnTo>
                  <a:lnTo>
                    <a:pt x="116827" y="447776"/>
                  </a:lnTo>
                  <a:lnTo>
                    <a:pt x="120637" y="446252"/>
                  </a:lnTo>
                  <a:lnTo>
                    <a:pt x="122072" y="443585"/>
                  </a:lnTo>
                  <a:lnTo>
                    <a:pt x="121119" y="439775"/>
                  </a:lnTo>
                  <a:lnTo>
                    <a:pt x="119113" y="434632"/>
                  </a:lnTo>
                  <a:lnTo>
                    <a:pt x="119684" y="431584"/>
                  </a:lnTo>
                  <a:lnTo>
                    <a:pt x="121970" y="430149"/>
                  </a:lnTo>
                  <a:lnTo>
                    <a:pt x="125971" y="430339"/>
                  </a:lnTo>
                  <a:lnTo>
                    <a:pt x="131876" y="431673"/>
                  </a:lnTo>
                  <a:lnTo>
                    <a:pt x="134645" y="434530"/>
                  </a:lnTo>
                  <a:lnTo>
                    <a:pt x="134264" y="438912"/>
                  </a:lnTo>
                  <a:lnTo>
                    <a:pt x="134073" y="446722"/>
                  </a:lnTo>
                  <a:lnTo>
                    <a:pt x="131876" y="451777"/>
                  </a:lnTo>
                  <a:lnTo>
                    <a:pt x="123494" y="456349"/>
                  </a:lnTo>
                  <a:lnTo>
                    <a:pt x="117970" y="457390"/>
                  </a:lnTo>
                  <a:lnTo>
                    <a:pt x="111112" y="457200"/>
                  </a:lnTo>
                  <a:lnTo>
                    <a:pt x="109969" y="462635"/>
                  </a:lnTo>
                  <a:lnTo>
                    <a:pt x="123875" y="474726"/>
                  </a:lnTo>
                  <a:lnTo>
                    <a:pt x="122643" y="479679"/>
                  </a:lnTo>
                  <a:lnTo>
                    <a:pt x="117309" y="489775"/>
                  </a:lnTo>
                  <a:lnTo>
                    <a:pt x="113398" y="492544"/>
                  </a:lnTo>
                  <a:lnTo>
                    <a:pt x="108254" y="492925"/>
                  </a:lnTo>
                  <a:lnTo>
                    <a:pt x="105778" y="492734"/>
                  </a:lnTo>
                  <a:lnTo>
                    <a:pt x="103682" y="491782"/>
                  </a:lnTo>
                  <a:lnTo>
                    <a:pt x="101968" y="490067"/>
                  </a:lnTo>
                  <a:lnTo>
                    <a:pt x="102158" y="487972"/>
                  </a:lnTo>
                  <a:lnTo>
                    <a:pt x="103111" y="486448"/>
                  </a:lnTo>
                  <a:lnTo>
                    <a:pt x="104825" y="485495"/>
                  </a:lnTo>
                  <a:lnTo>
                    <a:pt x="107403" y="480923"/>
                  </a:lnTo>
                  <a:lnTo>
                    <a:pt x="106641" y="476923"/>
                  </a:lnTo>
                  <a:lnTo>
                    <a:pt x="104063" y="474726"/>
                  </a:lnTo>
                  <a:lnTo>
                    <a:pt x="99682" y="474345"/>
                  </a:lnTo>
                  <a:lnTo>
                    <a:pt x="94157" y="475107"/>
                  </a:lnTo>
                  <a:lnTo>
                    <a:pt x="91401" y="478637"/>
                  </a:lnTo>
                  <a:lnTo>
                    <a:pt x="91401" y="484924"/>
                  </a:lnTo>
                  <a:lnTo>
                    <a:pt x="91782" y="489496"/>
                  </a:lnTo>
                  <a:lnTo>
                    <a:pt x="94348" y="492734"/>
                  </a:lnTo>
                  <a:lnTo>
                    <a:pt x="99110" y="494639"/>
                  </a:lnTo>
                  <a:lnTo>
                    <a:pt x="112255" y="497497"/>
                  </a:lnTo>
                  <a:lnTo>
                    <a:pt x="118160" y="497306"/>
                  </a:lnTo>
                  <a:lnTo>
                    <a:pt x="123685" y="495109"/>
                  </a:lnTo>
                  <a:lnTo>
                    <a:pt x="128828" y="490918"/>
                  </a:lnTo>
                  <a:lnTo>
                    <a:pt x="133972" y="486918"/>
                  </a:lnTo>
                  <a:lnTo>
                    <a:pt x="136931" y="481774"/>
                  </a:lnTo>
                  <a:lnTo>
                    <a:pt x="137693" y="475488"/>
                  </a:lnTo>
                  <a:lnTo>
                    <a:pt x="138074" y="470725"/>
                  </a:lnTo>
                  <a:lnTo>
                    <a:pt x="135115" y="466344"/>
                  </a:lnTo>
                  <a:lnTo>
                    <a:pt x="128828" y="462343"/>
                  </a:lnTo>
                  <a:lnTo>
                    <a:pt x="128828" y="461772"/>
                  </a:lnTo>
                  <a:lnTo>
                    <a:pt x="133210" y="460057"/>
                  </a:lnTo>
                  <a:lnTo>
                    <a:pt x="137312" y="457581"/>
                  </a:lnTo>
                  <a:lnTo>
                    <a:pt x="141122" y="454342"/>
                  </a:lnTo>
                  <a:lnTo>
                    <a:pt x="145122" y="451104"/>
                  </a:lnTo>
                  <a:lnTo>
                    <a:pt x="147027" y="447014"/>
                  </a:lnTo>
                  <a:close/>
                </a:path>
                <a:path w="1149350" h="506730">
                  <a:moveTo>
                    <a:pt x="250939" y="374624"/>
                  </a:moveTo>
                  <a:lnTo>
                    <a:pt x="0" y="374624"/>
                  </a:lnTo>
                  <a:lnTo>
                    <a:pt x="0" y="403199"/>
                  </a:lnTo>
                  <a:lnTo>
                    <a:pt x="250939" y="403199"/>
                  </a:lnTo>
                  <a:lnTo>
                    <a:pt x="250939" y="374624"/>
                  </a:lnTo>
                  <a:close/>
                </a:path>
                <a:path w="1149350" h="506730">
                  <a:moveTo>
                    <a:pt x="1136027" y="174599"/>
                  </a:moveTo>
                  <a:lnTo>
                    <a:pt x="865263" y="174599"/>
                  </a:lnTo>
                  <a:lnTo>
                    <a:pt x="865263" y="121018"/>
                  </a:lnTo>
                  <a:lnTo>
                    <a:pt x="949883" y="121018"/>
                  </a:lnTo>
                  <a:lnTo>
                    <a:pt x="949883" y="113868"/>
                  </a:lnTo>
                  <a:lnTo>
                    <a:pt x="900607" y="113868"/>
                  </a:lnTo>
                  <a:lnTo>
                    <a:pt x="905319" y="111785"/>
                  </a:lnTo>
                  <a:lnTo>
                    <a:pt x="913269" y="106870"/>
                  </a:lnTo>
                  <a:lnTo>
                    <a:pt x="919962" y="101015"/>
                  </a:lnTo>
                  <a:lnTo>
                    <a:pt x="924915" y="94589"/>
                  </a:lnTo>
                  <a:lnTo>
                    <a:pt x="928116" y="87579"/>
                  </a:lnTo>
                  <a:lnTo>
                    <a:pt x="929551" y="80010"/>
                  </a:lnTo>
                  <a:lnTo>
                    <a:pt x="929360" y="72771"/>
                  </a:lnTo>
                  <a:lnTo>
                    <a:pt x="926795" y="67538"/>
                  </a:lnTo>
                  <a:lnTo>
                    <a:pt x="921842" y="64300"/>
                  </a:lnTo>
                  <a:lnTo>
                    <a:pt x="917270" y="60680"/>
                  </a:lnTo>
                  <a:lnTo>
                    <a:pt x="910793" y="58966"/>
                  </a:lnTo>
                  <a:lnTo>
                    <a:pt x="902411" y="59156"/>
                  </a:lnTo>
                  <a:lnTo>
                    <a:pt x="894486" y="60121"/>
                  </a:lnTo>
                  <a:lnTo>
                    <a:pt x="859904" y="83223"/>
                  </a:lnTo>
                  <a:lnTo>
                    <a:pt x="855256" y="97155"/>
                  </a:lnTo>
                  <a:lnTo>
                    <a:pt x="855345" y="100304"/>
                  </a:lnTo>
                  <a:lnTo>
                    <a:pt x="855256" y="113868"/>
                  </a:lnTo>
                  <a:lnTo>
                    <a:pt x="838746" y="113868"/>
                  </a:lnTo>
                  <a:lnTo>
                    <a:pt x="838746" y="121018"/>
                  </a:lnTo>
                  <a:lnTo>
                    <a:pt x="855256" y="121018"/>
                  </a:lnTo>
                  <a:lnTo>
                    <a:pt x="855256" y="174599"/>
                  </a:lnTo>
                  <a:lnTo>
                    <a:pt x="855256" y="180314"/>
                  </a:lnTo>
                  <a:lnTo>
                    <a:pt x="855256" y="403199"/>
                  </a:lnTo>
                  <a:lnTo>
                    <a:pt x="665861" y="403199"/>
                  </a:lnTo>
                  <a:lnTo>
                    <a:pt x="665861" y="351764"/>
                  </a:lnTo>
                  <a:lnTo>
                    <a:pt x="855256" y="351764"/>
                  </a:lnTo>
                  <a:lnTo>
                    <a:pt x="855256" y="346049"/>
                  </a:lnTo>
                  <a:lnTo>
                    <a:pt x="665861" y="346049"/>
                  </a:lnTo>
                  <a:lnTo>
                    <a:pt x="665861" y="294614"/>
                  </a:lnTo>
                  <a:lnTo>
                    <a:pt x="855256" y="294614"/>
                  </a:lnTo>
                  <a:lnTo>
                    <a:pt x="855256" y="288899"/>
                  </a:lnTo>
                  <a:lnTo>
                    <a:pt x="665861" y="288899"/>
                  </a:lnTo>
                  <a:lnTo>
                    <a:pt x="665861" y="259372"/>
                  </a:lnTo>
                  <a:lnTo>
                    <a:pt x="670140" y="261747"/>
                  </a:lnTo>
                  <a:lnTo>
                    <a:pt x="675855" y="262890"/>
                  </a:lnTo>
                  <a:lnTo>
                    <a:pt x="710920" y="252793"/>
                  </a:lnTo>
                  <a:lnTo>
                    <a:pt x="713574" y="251180"/>
                  </a:lnTo>
                  <a:lnTo>
                    <a:pt x="720293" y="245605"/>
                  </a:lnTo>
                  <a:lnTo>
                    <a:pt x="725297" y="239458"/>
                  </a:lnTo>
                  <a:lnTo>
                    <a:pt x="726262" y="237464"/>
                  </a:lnTo>
                  <a:lnTo>
                    <a:pt x="855256" y="237464"/>
                  </a:lnTo>
                  <a:lnTo>
                    <a:pt x="855256" y="231749"/>
                  </a:lnTo>
                  <a:lnTo>
                    <a:pt x="728776" y="231749"/>
                  </a:lnTo>
                  <a:lnTo>
                    <a:pt x="730148" y="225463"/>
                  </a:lnTo>
                  <a:lnTo>
                    <a:pt x="730910" y="216700"/>
                  </a:lnTo>
                  <a:lnTo>
                    <a:pt x="728040" y="209740"/>
                  </a:lnTo>
                  <a:lnTo>
                    <a:pt x="727964" y="209550"/>
                  </a:lnTo>
                  <a:lnTo>
                    <a:pt x="722439" y="204978"/>
                  </a:lnTo>
                  <a:lnTo>
                    <a:pt x="722439" y="214312"/>
                  </a:lnTo>
                  <a:lnTo>
                    <a:pt x="722439" y="217932"/>
                  </a:lnTo>
                  <a:lnTo>
                    <a:pt x="720432" y="222123"/>
                  </a:lnTo>
                  <a:lnTo>
                    <a:pt x="716432" y="226885"/>
                  </a:lnTo>
                  <a:lnTo>
                    <a:pt x="710819" y="231749"/>
                  </a:lnTo>
                  <a:lnTo>
                    <a:pt x="704240" y="231749"/>
                  </a:lnTo>
                  <a:lnTo>
                    <a:pt x="704240" y="237464"/>
                  </a:lnTo>
                  <a:lnTo>
                    <a:pt x="673569" y="252793"/>
                  </a:lnTo>
                  <a:lnTo>
                    <a:pt x="669569" y="252603"/>
                  </a:lnTo>
                  <a:lnTo>
                    <a:pt x="665861" y="252260"/>
                  </a:lnTo>
                  <a:lnTo>
                    <a:pt x="665861" y="243179"/>
                  </a:lnTo>
                  <a:lnTo>
                    <a:pt x="664883" y="243179"/>
                  </a:lnTo>
                  <a:lnTo>
                    <a:pt x="665073" y="242392"/>
                  </a:lnTo>
                  <a:lnTo>
                    <a:pt x="667969" y="237464"/>
                  </a:lnTo>
                  <a:lnTo>
                    <a:pt x="704240" y="237464"/>
                  </a:lnTo>
                  <a:lnTo>
                    <a:pt x="704240" y="231749"/>
                  </a:lnTo>
                  <a:lnTo>
                    <a:pt x="673150" y="231749"/>
                  </a:lnTo>
                  <a:lnTo>
                    <a:pt x="684047" y="222885"/>
                  </a:lnTo>
                  <a:lnTo>
                    <a:pt x="689864" y="219176"/>
                  </a:lnTo>
                  <a:lnTo>
                    <a:pt x="697293" y="215176"/>
                  </a:lnTo>
                  <a:lnTo>
                    <a:pt x="704913" y="211366"/>
                  </a:lnTo>
                  <a:lnTo>
                    <a:pt x="711581" y="209740"/>
                  </a:lnTo>
                  <a:lnTo>
                    <a:pt x="717296" y="210312"/>
                  </a:lnTo>
                  <a:lnTo>
                    <a:pt x="720153" y="210693"/>
                  </a:lnTo>
                  <a:lnTo>
                    <a:pt x="721868" y="212026"/>
                  </a:lnTo>
                  <a:lnTo>
                    <a:pt x="722439" y="214312"/>
                  </a:lnTo>
                  <a:lnTo>
                    <a:pt x="722439" y="204978"/>
                  </a:lnTo>
                  <a:lnTo>
                    <a:pt x="721296" y="204025"/>
                  </a:lnTo>
                  <a:lnTo>
                    <a:pt x="716153" y="201168"/>
                  </a:lnTo>
                  <a:lnTo>
                    <a:pt x="710336" y="200025"/>
                  </a:lnTo>
                  <a:lnTo>
                    <a:pt x="703859" y="200596"/>
                  </a:lnTo>
                  <a:lnTo>
                    <a:pt x="665835" y="217208"/>
                  </a:lnTo>
                  <a:lnTo>
                    <a:pt x="657339" y="231749"/>
                  </a:lnTo>
                  <a:lnTo>
                    <a:pt x="656145" y="231749"/>
                  </a:lnTo>
                  <a:lnTo>
                    <a:pt x="656145" y="237464"/>
                  </a:lnTo>
                  <a:lnTo>
                    <a:pt x="655193" y="246227"/>
                  </a:lnTo>
                  <a:lnTo>
                    <a:pt x="655853" y="247827"/>
                  </a:lnTo>
                  <a:lnTo>
                    <a:pt x="655853" y="288899"/>
                  </a:lnTo>
                  <a:lnTo>
                    <a:pt x="655853" y="294614"/>
                  </a:lnTo>
                  <a:lnTo>
                    <a:pt x="655853" y="346049"/>
                  </a:lnTo>
                  <a:lnTo>
                    <a:pt x="466458" y="346049"/>
                  </a:lnTo>
                  <a:lnTo>
                    <a:pt x="466458" y="294614"/>
                  </a:lnTo>
                  <a:lnTo>
                    <a:pt x="655853" y="294614"/>
                  </a:lnTo>
                  <a:lnTo>
                    <a:pt x="655853" y="288899"/>
                  </a:lnTo>
                  <a:lnTo>
                    <a:pt x="466458" y="288899"/>
                  </a:lnTo>
                  <a:lnTo>
                    <a:pt x="466458" y="237464"/>
                  </a:lnTo>
                  <a:lnTo>
                    <a:pt x="656145" y="237464"/>
                  </a:lnTo>
                  <a:lnTo>
                    <a:pt x="656145" y="231749"/>
                  </a:lnTo>
                  <a:lnTo>
                    <a:pt x="466458" y="231749"/>
                  </a:lnTo>
                  <a:lnTo>
                    <a:pt x="466458" y="180314"/>
                  </a:lnTo>
                  <a:lnTo>
                    <a:pt x="855256" y="180314"/>
                  </a:lnTo>
                  <a:lnTo>
                    <a:pt x="855256" y="174599"/>
                  </a:lnTo>
                  <a:lnTo>
                    <a:pt x="466458" y="174599"/>
                  </a:lnTo>
                  <a:lnTo>
                    <a:pt x="466458" y="121018"/>
                  </a:lnTo>
                  <a:lnTo>
                    <a:pt x="551078" y="121018"/>
                  </a:lnTo>
                  <a:lnTo>
                    <a:pt x="551078" y="113868"/>
                  </a:lnTo>
                  <a:lnTo>
                    <a:pt x="466458" y="113868"/>
                  </a:lnTo>
                  <a:lnTo>
                    <a:pt x="466458" y="63868"/>
                  </a:lnTo>
                  <a:lnTo>
                    <a:pt x="551078" y="63868"/>
                  </a:lnTo>
                  <a:lnTo>
                    <a:pt x="551078" y="56718"/>
                  </a:lnTo>
                  <a:lnTo>
                    <a:pt x="504456" y="56718"/>
                  </a:lnTo>
                  <a:lnTo>
                    <a:pt x="506526" y="55816"/>
                  </a:lnTo>
                  <a:lnTo>
                    <a:pt x="511517" y="52768"/>
                  </a:lnTo>
                  <a:lnTo>
                    <a:pt x="531507" y="16675"/>
                  </a:lnTo>
                  <a:lnTo>
                    <a:pt x="528637" y="9715"/>
                  </a:lnTo>
                  <a:lnTo>
                    <a:pt x="528561" y="9525"/>
                  </a:lnTo>
                  <a:lnTo>
                    <a:pt x="523036" y="4953"/>
                  </a:lnTo>
                  <a:lnTo>
                    <a:pt x="523036" y="14287"/>
                  </a:lnTo>
                  <a:lnTo>
                    <a:pt x="523036" y="17907"/>
                  </a:lnTo>
                  <a:lnTo>
                    <a:pt x="490461" y="47155"/>
                  </a:lnTo>
                  <a:lnTo>
                    <a:pt x="474167" y="52768"/>
                  </a:lnTo>
                  <a:lnTo>
                    <a:pt x="470166" y="52578"/>
                  </a:lnTo>
                  <a:lnTo>
                    <a:pt x="466458" y="52235"/>
                  </a:lnTo>
                  <a:lnTo>
                    <a:pt x="466458" y="43154"/>
                  </a:lnTo>
                  <a:lnTo>
                    <a:pt x="465480" y="43154"/>
                  </a:lnTo>
                  <a:lnTo>
                    <a:pt x="497890" y="15151"/>
                  </a:lnTo>
                  <a:lnTo>
                    <a:pt x="512178" y="9715"/>
                  </a:lnTo>
                  <a:lnTo>
                    <a:pt x="517893" y="10287"/>
                  </a:lnTo>
                  <a:lnTo>
                    <a:pt x="520750" y="10668"/>
                  </a:lnTo>
                  <a:lnTo>
                    <a:pt x="522465" y="12001"/>
                  </a:lnTo>
                  <a:lnTo>
                    <a:pt x="523036" y="14287"/>
                  </a:lnTo>
                  <a:lnTo>
                    <a:pt x="523036" y="4953"/>
                  </a:lnTo>
                  <a:lnTo>
                    <a:pt x="521893" y="4000"/>
                  </a:lnTo>
                  <a:lnTo>
                    <a:pt x="516750" y="1143"/>
                  </a:lnTo>
                  <a:lnTo>
                    <a:pt x="510933" y="0"/>
                  </a:lnTo>
                  <a:lnTo>
                    <a:pt x="504456" y="571"/>
                  </a:lnTo>
                  <a:lnTo>
                    <a:pt x="466432" y="17183"/>
                  </a:lnTo>
                  <a:lnTo>
                    <a:pt x="455790" y="46202"/>
                  </a:lnTo>
                  <a:lnTo>
                    <a:pt x="456450" y="47802"/>
                  </a:lnTo>
                  <a:lnTo>
                    <a:pt x="456450" y="56718"/>
                  </a:lnTo>
                  <a:lnTo>
                    <a:pt x="439928" y="56718"/>
                  </a:lnTo>
                  <a:lnTo>
                    <a:pt x="439928" y="63868"/>
                  </a:lnTo>
                  <a:lnTo>
                    <a:pt x="456450" y="63868"/>
                  </a:lnTo>
                  <a:lnTo>
                    <a:pt x="456450" y="113868"/>
                  </a:lnTo>
                  <a:lnTo>
                    <a:pt x="439928" y="113868"/>
                  </a:lnTo>
                  <a:lnTo>
                    <a:pt x="439928" y="121018"/>
                  </a:lnTo>
                  <a:lnTo>
                    <a:pt x="456450" y="121018"/>
                  </a:lnTo>
                  <a:lnTo>
                    <a:pt x="456450" y="174599"/>
                  </a:lnTo>
                  <a:lnTo>
                    <a:pt x="372313" y="174599"/>
                  </a:lnTo>
                  <a:lnTo>
                    <a:pt x="372313" y="180314"/>
                  </a:lnTo>
                  <a:lnTo>
                    <a:pt x="456450" y="180314"/>
                  </a:lnTo>
                  <a:lnTo>
                    <a:pt x="456450" y="231749"/>
                  </a:lnTo>
                  <a:lnTo>
                    <a:pt x="372313" y="231749"/>
                  </a:lnTo>
                  <a:lnTo>
                    <a:pt x="372313" y="237464"/>
                  </a:lnTo>
                  <a:lnTo>
                    <a:pt x="456450" y="237464"/>
                  </a:lnTo>
                  <a:lnTo>
                    <a:pt x="456450" y="288899"/>
                  </a:lnTo>
                  <a:lnTo>
                    <a:pt x="372313" y="288899"/>
                  </a:lnTo>
                  <a:lnTo>
                    <a:pt x="372313" y="294614"/>
                  </a:lnTo>
                  <a:lnTo>
                    <a:pt x="456450" y="294614"/>
                  </a:lnTo>
                  <a:lnTo>
                    <a:pt x="456450" y="346049"/>
                  </a:lnTo>
                  <a:lnTo>
                    <a:pt x="372313" y="346049"/>
                  </a:lnTo>
                  <a:lnTo>
                    <a:pt x="372313" y="351764"/>
                  </a:lnTo>
                  <a:lnTo>
                    <a:pt x="456450" y="351764"/>
                  </a:lnTo>
                  <a:lnTo>
                    <a:pt x="456450" y="390639"/>
                  </a:lnTo>
                  <a:lnTo>
                    <a:pt x="466458" y="390639"/>
                  </a:lnTo>
                  <a:lnTo>
                    <a:pt x="466458" y="351764"/>
                  </a:lnTo>
                  <a:lnTo>
                    <a:pt x="655853" y="351764"/>
                  </a:lnTo>
                  <a:lnTo>
                    <a:pt x="655853" y="403199"/>
                  </a:lnTo>
                  <a:lnTo>
                    <a:pt x="372313" y="403199"/>
                  </a:lnTo>
                  <a:lnTo>
                    <a:pt x="372313" y="408914"/>
                  </a:lnTo>
                  <a:lnTo>
                    <a:pt x="655853" y="408914"/>
                  </a:lnTo>
                  <a:lnTo>
                    <a:pt x="655853" y="447789"/>
                  </a:lnTo>
                  <a:lnTo>
                    <a:pt x="665861" y="447789"/>
                  </a:lnTo>
                  <a:lnTo>
                    <a:pt x="665861" y="408914"/>
                  </a:lnTo>
                  <a:lnTo>
                    <a:pt x="855256" y="408914"/>
                  </a:lnTo>
                  <a:lnTo>
                    <a:pt x="855256" y="449376"/>
                  </a:lnTo>
                  <a:lnTo>
                    <a:pt x="865263" y="449376"/>
                  </a:lnTo>
                  <a:lnTo>
                    <a:pt x="865263" y="408914"/>
                  </a:lnTo>
                  <a:lnTo>
                    <a:pt x="997699" y="408914"/>
                  </a:lnTo>
                  <a:lnTo>
                    <a:pt x="997699" y="506526"/>
                  </a:lnTo>
                  <a:lnTo>
                    <a:pt x="1007694" y="506526"/>
                  </a:lnTo>
                  <a:lnTo>
                    <a:pt x="1007694" y="408914"/>
                  </a:lnTo>
                  <a:lnTo>
                    <a:pt x="1136027" y="408914"/>
                  </a:lnTo>
                  <a:lnTo>
                    <a:pt x="1136027" y="403199"/>
                  </a:lnTo>
                  <a:lnTo>
                    <a:pt x="1007694" y="403199"/>
                  </a:lnTo>
                  <a:lnTo>
                    <a:pt x="1007694" y="351764"/>
                  </a:lnTo>
                  <a:lnTo>
                    <a:pt x="1136027" y="351764"/>
                  </a:lnTo>
                  <a:lnTo>
                    <a:pt x="1136027" y="346049"/>
                  </a:lnTo>
                  <a:lnTo>
                    <a:pt x="1007694" y="346049"/>
                  </a:lnTo>
                  <a:lnTo>
                    <a:pt x="1007694" y="314934"/>
                  </a:lnTo>
                  <a:lnTo>
                    <a:pt x="1009700" y="316522"/>
                  </a:lnTo>
                  <a:lnTo>
                    <a:pt x="1015606" y="318427"/>
                  </a:lnTo>
                  <a:lnTo>
                    <a:pt x="1055700" y="306895"/>
                  </a:lnTo>
                  <a:lnTo>
                    <a:pt x="1067346" y="294614"/>
                  </a:lnTo>
                  <a:lnTo>
                    <a:pt x="1136027" y="294614"/>
                  </a:lnTo>
                  <a:lnTo>
                    <a:pt x="1136027" y="288899"/>
                  </a:lnTo>
                  <a:lnTo>
                    <a:pt x="1069949" y="288899"/>
                  </a:lnTo>
                  <a:lnTo>
                    <a:pt x="1070546" y="287604"/>
                  </a:lnTo>
                  <a:lnTo>
                    <a:pt x="1071994" y="280035"/>
                  </a:lnTo>
                  <a:lnTo>
                    <a:pt x="1071803" y="272796"/>
                  </a:lnTo>
                  <a:lnTo>
                    <a:pt x="1069225" y="267563"/>
                  </a:lnTo>
                  <a:lnTo>
                    <a:pt x="1064272" y="264325"/>
                  </a:lnTo>
                  <a:lnTo>
                    <a:pt x="1059700" y="260705"/>
                  </a:lnTo>
                  <a:lnTo>
                    <a:pt x="1053223" y="258991"/>
                  </a:lnTo>
                  <a:lnTo>
                    <a:pt x="1044841" y="259181"/>
                  </a:lnTo>
                  <a:lnTo>
                    <a:pt x="1036916" y="260146"/>
                  </a:lnTo>
                  <a:lnTo>
                    <a:pt x="1002334" y="283248"/>
                  </a:lnTo>
                  <a:lnTo>
                    <a:pt x="999642" y="288899"/>
                  </a:lnTo>
                  <a:lnTo>
                    <a:pt x="998207" y="288899"/>
                  </a:lnTo>
                  <a:lnTo>
                    <a:pt x="998207" y="294614"/>
                  </a:lnTo>
                  <a:lnTo>
                    <a:pt x="997699" y="297180"/>
                  </a:lnTo>
                  <a:lnTo>
                    <a:pt x="997788" y="300329"/>
                  </a:lnTo>
                  <a:lnTo>
                    <a:pt x="997699" y="346049"/>
                  </a:lnTo>
                  <a:lnTo>
                    <a:pt x="997699" y="351764"/>
                  </a:lnTo>
                  <a:lnTo>
                    <a:pt x="997699" y="403199"/>
                  </a:lnTo>
                  <a:lnTo>
                    <a:pt x="865263" y="403199"/>
                  </a:lnTo>
                  <a:lnTo>
                    <a:pt x="865263" y="351764"/>
                  </a:lnTo>
                  <a:lnTo>
                    <a:pt x="997699" y="351764"/>
                  </a:lnTo>
                  <a:lnTo>
                    <a:pt x="997699" y="346049"/>
                  </a:lnTo>
                  <a:lnTo>
                    <a:pt x="865263" y="346049"/>
                  </a:lnTo>
                  <a:lnTo>
                    <a:pt x="865263" y="294614"/>
                  </a:lnTo>
                  <a:lnTo>
                    <a:pt x="998207" y="294614"/>
                  </a:lnTo>
                  <a:lnTo>
                    <a:pt x="998207" y="288899"/>
                  </a:lnTo>
                  <a:lnTo>
                    <a:pt x="865263" y="288899"/>
                  </a:lnTo>
                  <a:lnTo>
                    <a:pt x="865263" y="237464"/>
                  </a:lnTo>
                  <a:lnTo>
                    <a:pt x="1136027" y="237464"/>
                  </a:lnTo>
                  <a:lnTo>
                    <a:pt x="1136027" y="231749"/>
                  </a:lnTo>
                  <a:lnTo>
                    <a:pt x="865263" y="231749"/>
                  </a:lnTo>
                  <a:lnTo>
                    <a:pt x="865263" y="180314"/>
                  </a:lnTo>
                  <a:lnTo>
                    <a:pt x="1136027" y="180314"/>
                  </a:lnTo>
                  <a:lnTo>
                    <a:pt x="1136027" y="174599"/>
                  </a:lnTo>
                  <a:close/>
                </a:path>
                <a:path w="1149350" h="506730">
                  <a:moveTo>
                    <a:pt x="1148727" y="176885"/>
                  </a:moveTo>
                  <a:lnTo>
                    <a:pt x="1140155" y="176885"/>
                  </a:lnTo>
                  <a:lnTo>
                    <a:pt x="1140155" y="408914"/>
                  </a:lnTo>
                  <a:lnTo>
                    <a:pt x="1148727" y="408914"/>
                  </a:lnTo>
                  <a:lnTo>
                    <a:pt x="1148727" y="1768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665616" y="2769533"/>
              <a:ext cx="199405" cy="161764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100035" y="2824024"/>
              <a:ext cx="71216" cy="151732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6345187" y="2555249"/>
              <a:ext cx="923290" cy="347980"/>
            </a:xfrm>
            <a:custGeom>
              <a:avLst/>
              <a:gdLst/>
              <a:ahLst/>
              <a:cxnLst/>
              <a:rect l="l" t="t" r="r" b="b"/>
              <a:pathLst>
                <a:path w="923290" h="347980">
                  <a:moveTo>
                    <a:pt x="922705" y="102870"/>
                  </a:moveTo>
                  <a:lnTo>
                    <a:pt x="161582" y="102870"/>
                  </a:lnTo>
                  <a:lnTo>
                    <a:pt x="161582" y="0"/>
                  </a:lnTo>
                  <a:lnTo>
                    <a:pt x="151574" y="0"/>
                  </a:lnTo>
                  <a:lnTo>
                    <a:pt x="151574" y="102870"/>
                  </a:lnTo>
                  <a:lnTo>
                    <a:pt x="0" y="102870"/>
                  </a:lnTo>
                  <a:lnTo>
                    <a:pt x="0" y="108585"/>
                  </a:lnTo>
                  <a:lnTo>
                    <a:pt x="151574" y="108585"/>
                  </a:lnTo>
                  <a:lnTo>
                    <a:pt x="151574" y="160020"/>
                  </a:lnTo>
                  <a:lnTo>
                    <a:pt x="0" y="160020"/>
                  </a:lnTo>
                  <a:lnTo>
                    <a:pt x="0" y="165735"/>
                  </a:lnTo>
                  <a:lnTo>
                    <a:pt x="151574" y="165735"/>
                  </a:lnTo>
                  <a:lnTo>
                    <a:pt x="151574" y="217170"/>
                  </a:lnTo>
                  <a:lnTo>
                    <a:pt x="0" y="217170"/>
                  </a:lnTo>
                  <a:lnTo>
                    <a:pt x="0" y="222885"/>
                  </a:lnTo>
                  <a:lnTo>
                    <a:pt x="151574" y="222885"/>
                  </a:lnTo>
                  <a:lnTo>
                    <a:pt x="151574" y="274320"/>
                  </a:lnTo>
                  <a:lnTo>
                    <a:pt x="0" y="274320"/>
                  </a:lnTo>
                  <a:lnTo>
                    <a:pt x="0" y="280035"/>
                  </a:lnTo>
                  <a:lnTo>
                    <a:pt x="151574" y="280035"/>
                  </a:lnTo>
                  <a:lnTo>
                    <a:pt x="151574" y="331470"/>
                  </a:lnTo>
                  <a:lnTo>
                    <a:pt x="0" y="331470"/>
                  </a:lnTo>
                  <a:lnTo>
                    <a:pt x="0" y="337185"/>
                  </a:lnTo>
                  <a:lnTo>
                    <a:pt x="151574" y="337185"/>
                  </a:lnTo>
                  <a:lnTo>
                    <a:pt x="151574" y="347484"/>
                  </a:lnTo>
                  <a:lnTo>
                    <a:pt x="161582" y="347484"/>
                  </a:lnTo>
                  <a:lnTo>
                    <a:pt x="161582" y="337185"/>
                  </a:lnTo>
                  <a:lnTo>
                    <a:pt x="922705" y="337185"/>
                  </a:lnTo>
                  <a:lnTo>
                    <a:pt x="922705" y="331470"/>
                  </a:lnTo>
                  <a:lnTo>
                    <a:pt x="161582" y="331470"/>
                  </a:lnTo>
                  <a:lnTo>
                    <a:pt x="161582" y="280035"/>
                  </a:lnTo>
                  <a:lnTo>
                    <a:pt x="922705" y="280035"/>
                  </a:lnTo>
                  <a:lnTo>
                    <a:pt x="922705" y="274320"/>
                  </a:lnTo>
                  <a:lnTo>
                    <a:pt x="161582" y="274320"/>
                  </a:lnTo>
                  <a:lnTo>
                    <a:pt x="161582" y="222885"/>
                  </a:lnTo>
                  <a:lnTo>
                    <a:pt x="922705" y="222885"/>
                  </a:lnTo>
                  <a:lnTo>
                    <a:pt x="922705" y="217170"/>
                  </a:lnTo>
                  <a:lnTo>
                    <a:pt x="161582" y="217170"/>
                  </a:lnTo>
                  <a:lnTo>
                    <a:pt x="161582" y="165735"/>
                  </a:lnTo>
                  <a:lnTo>
                    <a:pt x="922705" y="165735"/>
                  </a:lnTo>
                  <a:lnTo>
                    <a:pt x="922705" y="160020"/>
                  </a:lnTo>
                  <a:lnTo>
                    <a:pt x="161582" y="160020"/>
                  </a:lnTo>
                  <a:lnTo>
                    <a:pt x="161582" y="108585"/>
                  </a:lnTo>
                  <a:lnTo>
                    <a:pt x="922705" y="108585"/>
                  </a:lnTo>
                  <a:lnTo>
                    <a:pt x="922705" y="102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429335" y="2458085"/>
              <a:ext cx="162059" cy="172021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628741" y="2658110"/>
              <a:ext cx="142493" cy="301763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6834429" y="2400944"/>
              <a:ext cx="446405" cy="514350"/>
            </a:xfrm>
            <a:custGeom>
              <a:avLst/>
              <a:gdLst/>
              <a:ahLst/>
              <a:cxnLst/>
              <a:rect l="l" t="t" r="r" b="b"/>
              <a:pathLst>
                <a:path w="446404" h="514350">
                  <a:moveTo>
                    <a:pt x="45148" y="294703"/>
                  </a:moveTo>
                  <a:lnTo>
                    <a:pt x="43332" y="290220"/>
                  </a:lnTo>
                  <a:lnTo>
                    <a:pt x="39712" y="286600"/>
                  </a:lnTo>
                  <a:lnTo>
                    <a:pt x="36093" y="282790"/>
                  </a:lnTo>
                  <a:lnTo>
                    <a:pt x="31902" y="280885"/>
                  </a:lnTo>
                  <a:lnTo>
                    <a:pt x="28282" y="280885"/>
                  </a:lnTo>
                  <a:lnTo>
                    <a:pt x="28282" y="302031"/>
                  </a:lnTo>
                  <a:lnTo>
                    <a:pt x="27901" y="308508"/>
                  </a:lnTo>
                  <a:lnTo>
                    <a:pt x="25234" y="314985"/>
                  </a:lnTo>
                  <a:lnTo>
                    <a:pt x="20281" y="321462"/>
                  </a:lnTo>
                  <a:lnTo>
                    <a:pt x="6858" y="338328"/>
                  </a:lnTo>
                  <a:lnTo>
                    <a:pt x="6858" y="299745"/>
                  </a:lnTo>
                  <a:lnTo>
                    <a:pt x="16560" y="289560"/>
                  </a:lnTo>
                  <a:lnTo>
                    <a:pt x="19431" y="289750"/>
                  </a:lnTo>
                  <a:lnTo>
                    <a:pt x="24765" y="290703"/>
                  </a:lnTo>
                  <a:lnTo>
                    <a:pt x="27647" y="294703"/>
                  </a:lnTo>
                  <a:lnTo>
                    <a:pt x="27800" y="295846"/>
                  </a:lnTo>
                  <a:lnTo>
                    <a:pt x="28282" y="302031"/>
                  </a:lnTo>
                  <a:lnTo>
                    <a:pt x="28282" y="280885"/>
                  </a:lnTo>
                  <a:lnTo>
                    <a:pt x="27139" y="280885"/>
                  </a:lnTo>
                  <a:lnTo>
                    <a:pt x="19519" y="281457"/>
                  </a:lnTo>
                  <a:lnTo>
                    <a:pt x="12763" y="284314"/>
                  </a:lnTo>
                  <a:lnTo>
                    <a:pt x="6858" y="289458"/>
                  </a:lnTo>
                  <a:lnTo>
                    <a:pt x="6858" y="200025"/>
                  </a:lnTo>
                  <a:lnTo>
                    <a:pt x="0" y="200025"/>
                  </a:lnTo>
                  <a:lnTo>
                    <a:pt x="0" y="353187"/>
                  </a:lnTo>
                  <a:lnTo>
                    <a:pt x="15252" y="338328"/>
                  </a:lnTo>
                  <a:lnTo>
                    <a:pt x="22288" y="331470"/>
                  </a:lnTo>
                  <a:lnTo>
                    <a:pt x="37147" y="318033"/>
                  </a:lnTo>
                  <a:lnTo>
                    <a:pt x="41910" y="312889"/>
                  </a:lnTo>
                  <a:lnTo>
                    <a:pt x="44577" y="306895"/>
                  </a:lnTo>
                  <a:lnTo>
                    <a:pt x="45148" y="300037"/>
                  </a:lnTo>
                  <a:lnTo>
                    <a:pt x="45148" y="294703"/>
                  </a:lnTo>
                  <a:close/>
                </a:path>
                <a:path w="446404" h="514350">
                  <a:moveTo>
                    <a:pt x="45148" y="94678"/>
                  </a:moveTo>
                  <a:lnTo>
                    <a:pt x="43332" y="90195"/>
                  </a:lnTo>
                  <a:lnTo>
                    <a:pt x="39712" y="86575"/>
                  </a:lnTo>
                  <a:lnTo>
                    <a:pt x="36093" y="82765"/>
                  </a:lnTo>
                  <a:lnTo>
                    <a:pt x="31902" y="80860"/>
                  </a:lnTo>
                  <a:lnTo>
                    <a:pt x="28282" y="80860"/>
                  </a:lnTo>
                  <a:lnTo>
                    <a:pt x="28282" y="102006"/>
                  </a:lnTo>
                  <a:lnTo>
                    <a:pt x="27901" y="108483"/>
                  </a:lnTo>
                  <a:lnTo>
                    <a:pt x="25234" y="114960"/>
                  </a:lnTo>
                  <a:lnTo>
                    <a:pt x="20281" y="121437"/>
                  </a:lnTo>
                  <a:lnTo>
                    <a:pt x="6858" y="138303"/>
                  </a:lnTo>
                  <a:lnTo>
                    <a:pt x="6858" y="99720"/>
                  </a:lnTo>
                  <a:lnTo>
                    <a:pt x="16560" y="89535"/>
                  </a:lnTo>
                  <a:lnTo>
                    <a:pt x="19431" y="89725"/>
                  </a:lnTo>
                  <a:lnTo>
                    <a:pt x="24765" y="90678"/>
                  </a:lnTo>
                  <a:lnTo>
                    <a:pt x="27647" y="94678"/>
                  </a:lnTo>
                  <a:lnTo>
                    <a:pt x="27800" y="95821"/>
                  </a:lnTo>
                  <a:lnTo>
                    <a:pt x="28282" y="102006"/>
                  </a:lnTo>
                  <a:lnTo>
                    <a:pt x="28282" y="80860"/>
                  </a:lnTo>
                  <a:lnTo>
                    <a:pt x="27139" y="80860"/>
                  </a:lnTo>
                  <a:lnTo>
                    <a:pt x="19519" y="81432"/>
                  </a:lnTo>
                  <a:lnTo>
                    <a:pt x="12763" y="84289"/>
                  </a:lnTo>
                  <a:lnTo>
                    <a:pt x="6858" y="89433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153162"/>
                  </a:lnTo>
                  <a:lnTo>
                    <a:pt x="15252" y="138303"/>
                  </a:lnTo>
                  <a:lnTo>
                    <a:pt x="22288" y="131445"/>
                  </a:lnTo>
                  <a:lnTo>
                    <a:pt x="37147" y="118008"/>
                  </a:lnTo>
                  <a:lnTo>
                    <a:pt x="41910" y="112864"/>
                  </a:lnTo>
                  <a:lnTo>
                    <a:pt x="44577" y="106870"/>
                  </a:lnTo>
                  <a:lnTo>
                    <a:pt x="45148" y="100012"/>
                  </a:lnTo>
                  <a:lnTo>
                    <a:pt x="45148" y="94678"/>
                  </a:lnTo>
                  <a:close/>
                </a:path>
                <a:path w="446404" h="514350">
                  <a:moveTo>
                    <a:pt x="155765" y="139293"/>
                  </a:moveTo>
                  <a:lnTo>
                    <a:pt x="106502" y="139293"/>
                  </a:lnTo>
                  <a:lnTo>
                    <a:pt x="111213" y="137210"/>
                  </a:lnTo>
                  <a:lnTo>
                    <a:pt x="119151" y="132295"/>
                  </a:lnTo>
                  <a:lnTo>
                    <a:pt x="125857" y="126441"/>
                  </a:lnTo>
                  <a:lnTo>
                    <a:pt x="130797" y="120015"/>
                  </a:lnTo>
                  <a:lnTo>
                    <a:pt x="133997" y="113004"/>
                  </a:lnTo>
                  <a:lnTo>
                    <a:pt x="135445" y="105435"/>
                  </a:lnTo>
                  <a:lnTo>
                    <a:pt x="135255" y="98196"/>
                  </a:lnTo>
                  <a:lnTo>
                    <a:pt x="132676" y="92964"/>
                  </a:lnTo>
                  <a:lnTo>
                    <a:pt x="127723" y="89725"/>
                  </a:lnTo>
                  <a:lnTo>
                    <a:pt x="123151" y="86106"/>
                  </a:lnTo>
                  <a:lnTo>
                    <a:pt x="116674" y="84391"/>
                  </a:lnTo>
                  <a:lnTo>
                    <a:pt x="108292" y="84582"/>
                  </a:lnTo>
                  <a:lnTo>
                    <a:pt x="100368" y="85547"/>
                  </a:lnTo>
                  <a:lnTo>
                    <a:pt x="65786" y="108648"/>
                  </a:lnTo>
                  <a:lnTo>
                    <a:pt x="61150" y="122580"/>
                  </a:lnTo>
                  <a:lnTo>
                    <a:pt x="61239" y="125730"/>
                  </a:lnTo>
                  <a:lnTo>
                    <a:pt x="61150" y="139293"/>
                  </a:lnTo>
                  <a:lnTo>
                    <a:pt x="44627" y="139293"/>
                  </a:lnTo>
                  <a:lnTo>
                    <a:pt x="44627" y="146443"/>
                  </a:lnTo>
                  <a:lnTo>
                    <a:pt x="61150" y="146443"/>
                  </a:lnTo>
                  <a:lnTo>
                    <a:pt x="61150" y="196443"/>
                  </a:lnTo>
                  <a:lnTo>
                    <a:pt x="44627" y="196443"/>
                  </a:lnTo>
                  <a:lnTo>
                    <a:pt x="44627" y="203593"/>
                  </a:lnTo>
                  <a:lnTo>
                    <a:pt x="61150" y="203593"/>
                  </a:lnTo>
                  <a:lnTo>
                    <a:pt x="61150" y="322605"/>
                  </a:lnTo>
                  <a:lnTo>
                    <a:pt x="61150" y="514350"/>
                  </a:lnTo>
                  <a:lnTo>
                    <a:pt x="71145" y="514350"/>
                  </a:lnTo>
                  <a:lnTo>
                    <a:pt x="71145" y="340360"/>
                  </a:lnTo>
                  <a:lnTo>
                    <a:pt x="73152" y="341947"/>
                  </a:lnTo>
                  <a:lnTo>
                    <a:pt x="79057" y="343852"/>
                  </a:lnTo>
                  <a:lnTo>
                    <a:pt x="86296" y="344043"/>
                  </a:lnTo>
                  <a:lnTo>
                    <a:pt x="94780" y="343090"/>
                  </a:lnTo>
                  <a:lnTo>
                    <a:pt x="130797" y="320040"/>
                  </a:lnTo>
                  <a:lnTo>
                    <a:pt x="135445" y="305460"/>
                  </a:lnTo>
                  <a:lnTo>
                    <a:pt x="135255" y="298221"/>
                  </a:lnTo>
                  <a:lnTo>
                    <a:pt x="132676" y="292989"/>
                  </a:lnTo>
                  <a:lnTo>
                    <a:pt x="127723" y="289750"/>
                  </a:lnTo>
                  <a:lnTo>
                    <a:pt x="123151" y="286131"/>
                  </a:lnTo>
                  <a:lnTo>
                    <a:pt x="116674" y="284416"/>
                  </a:lnTo>
                  <a:lnTo>
                    <a:pt x="108292" y="284607"/>
                  </a:lnTo>
                  <a:lnTo>
                    <a:pt x="100368" y="285572"/>
                  </a:lnTo>
                  <a:lnTo>
                    <a:pt x="92583" y="287883"/>
                  </a:lnTo>
                  <a:lnTo>
                    <a:pt x="84937" y="291566"/>
                  </a:lnTo>
                  <a:lnTo>
                    <a:pt x="77431" y="296608"/>
                  </a:lnTo>
                  <a:lnTo>
                    <a:pt x="71145" y="302069"/>
                  </a:lnTo>
                  <a:lnTo>
                    <a:pt x="71145" y="203593"/>
                  </a:lnTo>
                  <a:lnTo>
                    <a:pt x="155765" y="203593"/>
                  </a:lnTo>
                  <a:lnTo>
                    <a:pt x="155765" y="196443"/>
                  </a:lnTo>
                  <a:lnTo>
                    <a:pt x="71145" y="196443"/>
                  </a:lnTo>
                  <a:lnTo>
                    <a:pt x="71145" y="146443"/>
                  </a:lnTo>
                  <a:lnTo>
                    <a:pt x="155765" y="146443"/>
                  </a:lnTo>
                  <a:lnTo>
                    <a:pt x="155765" y="139293"/>
                  </a:lnTo>
                  <a:close/>
                </a:path>
                <a:path w="446404" h="514350">
                  <a:moveTo>
                    <a:pt x="281241" y="82143"/>
                  </a:moveTo>
                  <a:lnTo>
                    <a:pt x="259892" y="82143"/>
                  </a:lnTo>
                  <a:lnTo>
                    <a:pt x="260908" y="76860"/>
                  </a:lnTo>
                  <a:lnTo>
                    <a:pt x="260718" y="69621"/>
                  </a:lnTo>
                  <a:lnTo>
                    <a:pt x="258152" y="64389"/>
                  </a:lnTo>
                  <a:lnTo>
                    <a:pt x="253199" y="61150"/>
                  </a:lnTo>
                  <a:lnTo>
                    <a:pt x="248627" y="57531"/>
                  </a:lnTo>
                  <a:lnTo>
                    <a:pt x="242150" y="55816"/>
                  </a:lnTo>
                  <a:lnTo>
                    <a:pt x="233768" y="56007"/>
                  </a:lnTo>
                  <a:lnTo>
                    <a:pt x="225831" y="56972"/>
                  </a:lnTo>
                  <a:lnTo>
                    <a:pt x="191262" y="80073"/>
                  </a:lnTo>
                  <a:lnTo>
                    <a:pt x="190271" y="82143"/>
                  </a:lnTo>
                  <a:lnTo>
                    <a:pt x="170103" y="82143"/>
                  </a:lnTo>
                  <a:lnTo>
                    <a:pt x="170103" y="89293"/>
                  </a:lnTo>
                  <a:lnTo>
                    <a:pt x="187553" y="89293"/>
                  </a:lnTo>
                  <a:lnTo>
                    <a:pt x="186613" y="94005"/>
                  </a:lnTo>
                  <a:lnTo>
                    <a:pt x="186702" y="97155"/>
                  </a:lnTo>
                  <a:lnTo>
                    <a:pt x="186613" y="139293"/>
                  </a:lnTo>
                  <a:lnTo>
                    <a:pt x="170103" y="139293"/>
                  </a:lnTo>
                  <a:lnTo>
                    <a:pt x="170103" y="146443"/>
                  </a:lnTo>
                  <a:lnTo>
                    <a:pt x="186613" y="146443"/>
                  </a:lnTo>
                  <a:lnTo>
                    <a:pt x="186613" y="196443"/>
                  </a:lnTo>
                  <a:lnTo>
                    <a:pt x="170103" y="196443"/>
                  </a:lnTo>
                  <a:lnTo>
                    <a:pt x="170103" y="203593"/>
                  </a:lnTo>
                  <a:lnTo>
                    <a:pt x="186613" y="203593"/>
                  </a:lnTo>
                  <a:lnTo>
                    <a:pt x="186613" y="294030"/>
                  </a:lnTo>
                  <a:lnTo>
                    <a:pt x="186613" y="514350"/>
                  </a:lnTo>
                  <a:lnTo>
                    <a:pt x="196621" y="514350"/>
                  </a:lnTo>
                  <a:lnTo>
                    <a:pt x="196621" y="311797"/>
                  </a:lnTo>
                  <a:lnTo>
                    <a:pt x="198615" y="313372"/>
                  </a:lnTo>
                  <a:lnTo>
                    <a:pt x="204520" y="315277"/>
                  </a:lnTo>
                  <a:lnTo>
                    <a:pt x="211759" y="315468"/>
                  </a:lnTo>
                  <a:lnTo>
                    <a:pt x="220243" y="314515"/>
                  </a:lnTo>
                  <a:lnTo>
                    <a:pt x="256273" y="291465"/>
                  </a:lnTo>
                  <a:lnTo>
                    <a:pt x="260908" y="276885"/>
                  </a:lnTo>
                  <a:lnTo>
                    <a:pt x="260718" y="269646"/>
                  </a:lnTo>
                  <a:lnTo>
                    <a:pt x="258152" y="264414"/>
                  </a:lnTo>
                  <a:lnTo>
                    <a:pt x="253199" y="261175"/>
                  </a:lnTo>
                  <a:lnTo>
                    <a:pt x="248627" y="257556"/>
                  </a:lnTo>
                  <a:lnTo>
                    <a:pt x="242150" y="255841"/>
                  </a:lnTo>
                  <a:lnTo>
                    <a:pt x="233768" y="256032"/>
                  </a:lnTo>
                  <a:lnTo>
                    <a:pt x="225831" y="256997"/>
                  </a:lnTo>
                  <a:lnTo>
                    <a:pt x="218046" y="259308"/>
                  </a:lnTo>
                  <a:lnTo>
                    <a:pt x="210400" y="262991"/>
                  </a:lnTo>
                  <a:lnTo>
                    <a:pt x="202907" y="268033"/>
                  </a:lnTo>
                  <a:lnTo>
                    <a:pt x="196621" y="273494"/>
                  </a:lnTo>
                  <a:lnTo>
                    <a:pt x="196621" y="203593"/>
                  </a:lnTo>
                  <a:lnTo>
                    <a:pt x="281241" y="203593"/>
                  </a:lnTo>
                  <a:lnTo>
                    <a:pt x="281241" y="196443"/>
                  </a:lnTo>
                  <a:lnTo>
                    <a:pt x="196621" y="196443"/>
                  </a:lnTo>
                  <a:lnTo>
                    <a:pt x="196621" y="146443"/>
                  </a:lnTo>
                  <a:lnTo>
                    <a:pt x="281241" y="146443"/>
                  </a:lnTo>
                  <a:lnTo>
                    <a:pt x="281241" y="139293"/>
                  </a:lnTo>
                  <a:lnTo>
                    <a:pt x="196621" y="139293"/>
                  </a:lnTo>
                  <a:lnTo>
                    <a:pt x="196621" y="111772"/>
                  </a:lnTo>
                  <a:lnTo>
                    <a:pt x="198615" y="113347"/>
                  </a:lnTo>
                  <a:lnTo>
                    <a:pt x="204520" y="115252"/>
                  </a:lnTo>
                  <a:lnTo>
                    <a:pt x="211759" y="115443"/>
                  </a:lnTo>
                  <a:lnTo>
                    <a:pt x="220243" y="114490"/>
                  </a:lnTo>
                  <a:lnTo>
                    <a:pt x="256273" y="91440"/>
                  </a:lnTo>
                  <a:lnTo>
                    <a:pt x="257238" y="89293"/>
                  </a:lnTo>
                  <a:lnTo>
                    <a:pt x="281241" y="89293"/>
                  </a:lnTo>
                  <a:lnTo>
                    <a:pt x="281241" y="82143"/>
                  </a:lnTo>
                  <a:close/>
                </a:path>
                <a:path w="446404" h="514350">
                  <a:moveTo>
                    <a:pt x="406704" y="139293"/>
                  </a:moveTo>
                  <a:lnTo>
                    <a:pt x="357441" y="139293"/>
                  </a:lnTo>
                  <a:lnTo>
                    <a:pt x="362153" y="137210"/>
                  </a:lnTo>
                  <a:lnTo>
                    <a:pt x="370090" y="132295"/>
                  </a:lnTo>
                  <a:lnTo>
                    <a:pt x="376796" y="126441"/>
                  </a:lnTo>
                  <a:lnTo>
                    <a:pt x="381736" y="120015"/>
                  </a:lnTo>
                  <a:lnTo>
                    <a:pt x="384937" y="113004"/>
                  </a:lnTo>
                  <a:lnTo>
                    <a:pt x="386384" y="105435"/>
                  </a:lnTo>
                  <a:lnTo>
                    <a:pt x="386194" y="98196"/>
                  </a:lnTo>
                  <a:lnTo>
                    <a:pt x="383616" y="92964"/>
                  </a:lnTo>
                  <a:lnTo>
                    <a:pt x="378663" y="89725"/>
                  </a:lnTo>
                  <a:lnTo>
                    <a:pt x="374091" y="86106"/>
                  </a:lnTo>
                  <a:lnTo>
                    <a:pt x="367614" y="84391"/>
                  </a:lnTo>
                  <a:lnTo>
                    <a:pt x="359232" y="84582"/>
                  </a:lnTo>
                  <a:lnTo>
                    <a:pt x="351307" y="85547"/>
                  </a:lnTo>
                  <a:lnTo>
                    <a:pt x="316725" y="108648"/>
                  </a:lnTo>
                  <a:lnTo>
                    <a:pt x="312089" y="122580"/>
                  </a:lnTo>
                  <a:lnTo>
                    <a:pt x="312178" y="125730"/>
                  </a:lnTo>
                  <a:lnTo>
                    <a:pt x="312089" y="139293"/>
                  </a:lnTo>
                  <a:lnTo>
                    <a:pt x="295567" y="139293"/>
                  </a:lnTo>
                  <a:lnTo>
                    <a:pt x="295567" y="146443"/>
                  </a:lnTo>
                  <a:lnTo>
                    <a:pt x="312089" y="146443"/>
                  </a:lnTo>
                  <a:lnTo>
                    <a:pt x="312089" y="196443"/>
                  </a:lnTo>
                  <a:lnTo>
                    <a:pt x="295567" y="196443"/>
                  </a:lnTo>
                  <a:lnTo>
                    <a:pt x="295567" y="203593"/>
                  </a:lnTo>
                  <a:lnTo>
                    <a:pt x="312089" y="203593"/>
                  </a:lnTo>
                  <a:lnTo>
                    <a:pt x="312089" y="322605"/>
                  </a:lnTo>
                  <a:lnTo>
                    <a:pt x="312089" y="514350"/>
                  </a:lnTo>
                  <a:lnTo>
                    <a:pt x="322084" y="514350"/>
                  </a:lnTo>
                  <a:lnTo>
                    <a:pt x="322084" y="340360"/>
                  </a:lnTo>
                  <a:lnTo>
                    <a:pt x="324091" y="341947"/>
                  </a:lnTo>
                  <a:lnTo>
                    <a:pt x="329996" y="343852"/>
                  </a:lnTo>
                  <a:lnTo>
                    <a:pt x="337235" y="344043"/>
                  </a:lnTo>
                  <a:lnTo>
                    <a:pt x="345719" y="343090"/>
                  </a:lnTo>
                  <a:lnTo>
                    <a:pt x="381736" y="320040"/>
                  </a:lnTo>
                  <a:lnTo>
                    <a:pt x="386384" y="305460"/>
                  </a:lnTo>
                  <a:lnTo>
                    <a:pt x="386194" y="298221"/>
                  </a:lnTo>
                  <a:lnTo>
                    <a:pt x="383616" y="292989"/>
                  </a:lnTo>
                  <a:lnTo>
                    <a:pt x="378663" y="289750"/>
                  </a:lnTo>
                  <a:lnTo>
                    <a:pt x="374091" y="286131"/>
                  </a:lnTo>
                  <a:lnTo>
                    <a:pt x="367614" y="284416"/>
                  </a:lnTo>
                  <a:lnTo>
                    <a:pt x="359232" y="284607"/>
                  </a:lnTo>
                  <a:lnTo>
                    <a:pt x="351307" y="285572"/>
                  </a:lnTo>
                  <a:lnTo>
                    <a:pt x="343522" y="287883"/>
                  </a:lnTo>
                  <a:lnTo>
                    <a:pt x="335876" y="291566"/>
                  </a:lnTo>
                  <a:lnTo>
                    <a:pt x="328371" y="296608"/>
                  </a:lnTo>
                  <a:lnTo>
                    <a:pt x="322084" y="302069"/>
                  </a:lnTo>
                  <a:lnTo>
                    <a:pt x="322084" y="203593"/>
                  </a:lnTo>
                  <a:lnTo>
                    <a:pt x="406704" y="203593"/>
                  </a:lnTo>
                  <a:lnTo>
                    <a:pt x="406704" y="196443"/>
                  </a:lnTo>
                  <a:lnTo>
                    <a:pt x="322084" y="196443"/>
                  </a:lnTo>
                  <a:lnTo>
                    <a:pt x="322084" y="146443"/>
                  </a:lnTo>
                  <a:lnTo>
                    <a:pt x="406704" y="146443"/>
                  </a:lnTo>
                  <a:lnTo>
                    <a:pt x="406704" y="139293"/>
                  </a:lnTo>
                  <a:close/>
                </a:path>
                <a:path w="446404" h="514350">
                  <a:moveTo>
                    <a:pt x="446163" y="259461"/>
                  </a:moveTo>
                  <a:lnTo>
                    <a:pt x="437591" y="259461"/>
                  </a:lnTo>
                  <a:lnTo>
                    <a:pt x="437591" y="491490"/>
                  </a:lnTo>
                  <a:lnTo>
                    <a:pt x="446163" y="491490"/>
                  </a:lnTo>
                  <a:lnTo>
                    <a:pt x="446163" y="2594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61911" y="3163506"/>
              <a:ext cx="183641" cy="99822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496773" y="2798108"/>
              <a:ext cx="199405" cy="161764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266700" y="2886719"/>
              <a:ext cx="6880225" cy="880110"/>
            </a:xfrm>
            <a:custGeom>
              <a:avLst/>
              <a:gdLst/>
              <a:ahLst/>
              <a:cxnLst/>
              <a:rect l="l" t="t" r="r" b="b"/>
              <a:pathLst>
                <a:path w="6880225" h="880110">
                  <a:moveTo>
                    <a:pt x="432625" y="873823"/>
                  </a:moveTo>
                  <a:lnTo>
                    <a:pt x="0" y="873823"/>
                  </a:lnTo>
                  <a:lnTo>
                    <a:pt x="0" y="879538"/>
                  </a:lnTo>
                  <a:lnTo>
                    <a:pt x="432625" y="879538"/>
                  </a:lnTo>
                  <a:lnTo>
                    <a:pt x="432625" y="873823"/>
                  </a:lnTo>
                  <a:close/>
                </a:path>
                <a:path w="6880225" h="880110">
                  <a:moveTo>
                    <a:pt x="432625" y="816673"/>
                  </a:moveTo>
                  <a:lnTo>
                    <a:pt x="0" y="816673"/>
                  </a:lnTo>
                  <a:lnTo>
                    <a:pt x="0" y="822388"/>
                  </a:lnTo>
                  <a:lnTo>
                    <a:pt x="432625" y="822388"/>
                  </a:lnTo>
                  <a:lnTo>
                    <a:pt x="432625" y="816673"/>
                  </a:lnTo>
                  <a:close/>
                </a:path>
                <a:path w="6880225" h="880110">
                  <a:moveTo>
                    <a:pt x="432625" y="759523"/>
                  </a:moveTo>
                  <a:lnTo>
                    <a:pt x="0" y="759523"/>
                  </a:lnTo>
                  <a:lnTo>
                    <a:pt x="0" y="765238"/>
                  </a:lnTo>
                  <a:lnTo>
                    <a:pt x="432625" y="765238"/>
                  </a:lnTo>
                  <a:lnTo>
                    <a:pt x="432625" y="759523"/>
                  </a:lnTo>
                  <a:close/>
                </a:path>
                <a:path w="6880225" h="880110">
                  <a:moveTo>
                    <a:pt x="432625" y="702373"/>
                  </a:moveTo>
                  <a:lnTo>
                    <a:pt x="0" y="702373"/>
                  </a:lnTo>
                  <a:lnTo>
                    <a:pt x="0" y="708088"/>
                  </a:lnTo>
                  <a:lnTo>
                    <a:pt x="432625" y="708088"/>
                  </a:lnTo>
                  <a:lnTo>
                    <a:pt x="432625" y="702373"/>
                  </a:lnTo>
                  <a:close/>
                </a:path>
                <a:path w="6880225" h="880110">
                  <a:moveTo>
                    <a:pt x="432625" y="645223"/>
                  </a:moveTo>
                  <a:lnTo>
                    <a:pt x="0" y="645223"/>
                  </a:lnTo>
                  <a:lnTo>
                    <a:pt x="0" y="650938"/>
                  </a:lnTo>
                  <a:lnTo>
                    <a:pt x="432625" y="650938"/>
                  </a:lnTo>
                  <a:lnTo>
                    <a:pt x="432625" y="645223"/>
                  </a:lnTo>
                  <a:close/>
                </a:path>
                <a:path w="6880225" h="880110">
                  <a:moveTo>
                    <a:pt x="6775907" y="72390"/>
                  </a:moveTo>
                  <a:lnTo>
                    <a:pt x="6755422" y="51435"/>
                  </a:lnTo>
                  <a:lnTo>
                    <a:pt x="6751421" y="51435"/>
                  </a:lnTo>
                  <a:lnTo>
                    <a:pt x="6747523" y="52959"/>
                  </a:lnTo>
                  <a:lnTo>
                    <a:pt x="6743713" y="56007"/>
                  </a:lnTo>
                  <a:lnTo>
                    <a:pt x="6739903" y="58864"/>
                  </a:lnTo>
                  <a:lnTo>
                    <a:pt x="6737705" y="62572"/>
                  </a:lnTo>
                  <a:lnTo>
                    <a:pt x="6737134" y="67144"/>
                  </a:lnTo>
                  <a:lnTo>
                    <a:pt x="6737896" y="71145"/>
                  </a:lnTo>
                  <a:lnTo>
                    <a:pt x="6740753" y="73152"/>
                  </a:lnTo>
                  <a:lnTo>
                    <a:pt x="6745706" y="73152"/>
                  </a:lnTo>
                  <a:lnTo>
                    <a:pt x="6749516" y="71628"/>
                  </a:lnTo>
                  <a:lnTo>
                    <a:pt x="6750952" y="68961"/>
                  </a:lnTo>
                  <a:lnTo>
                    <a:pt x="6749999" y="65151"/>
                  </a:lnTo>
                  <a:lnTo>
                    <a:pt x="6747992" y="60007"/>
                  </a:lnTo>
                  <a:lnTo>
                    <a:pt x="6748564" y="56959"/>
                  </a:lnTo>
                  <a:lnTo>
                    <a:pt x="6750850" y="55524"/>
                  </a:lnTo>
                  <a:lnTo>
                    <a:pt x="6754850" y="55714"/>
                  </a:lnTo>
                  <a:lnTo>
                    <a:pt x="6760756" y="57048"/>
                  </a:lnTo>
                  <a:lnTo>
                    <a:pt x="6763525" y="59905"/>
                  </a:lnTo>
                  <a:lnTo>
                    <a:pt x="6763144" y="64287"/>
                  </a:lnTo>
                  <a:lnTo>
                    <a:pt x="6762953" y="72097"/>
                  </a:lnTo>
                  <a:lnTo>
                    <a:pt x="6760756" y="77152"/>
                  </a:lnTo>
                  <a:lnTo>
                    <a:pt x="6752374" y="81724"/>
                  </a:lnTo>
                  <a:lnTo>
                    <a:pt x="6746849" y="82765"/>
                  </a:lnTo>
                  <a:lnTo>
                    <a:pt x="6739991" y="82575"/>
                  </a:lnTo>
                  <a:lnTo>
                    <a:pt x="6738848" y="88011"/>
                  </a:lnTo>
                  <a:lnTo>
                    <a:pt x="6752755" y="100101"/>
                  </a:lnTo>
                  <a:lnTo>
                    <a:pt x="6751523" y="105054"/>
                  </a:lnTo>
                  <a:lnTo>
                    <a:pt x="6746189" y="115150"/>
                  </a:lnTo>
                  <a:lnTo>
                    <a:pt x="6742277" y="117919"/>
                  </a:lnTo>
                  <a:lnTo>
                    <a:pt x="6737134" y="118300"/>
                  </a:lnTo>
                  <a:lnTo>
                    <a:pt x="6734657" y="118110"/>
                  </a:lnTo>
                  <a:lnTo>
                    <a:pt x="6732562" y="117157"/>
                  </a:lnTo>
                  <a:lnTo>
                    <a:pt x="6730847" y="115443"/>
                  </a:lnTo>
                  <a:lnTo>
                    <a:pt x="6731038" y="113347"/>
                  </a:lnTo>
                  <a:lnTo>
                    <a:pt x="6731990" y="111823"/>
                  </a:lnTo>
                  <a:lnTo>
                    <a:pt x="6733705" y="110871"/>
                  </a:lnTo>
                  <a:lnTo>
                    <a:pt x="6736283" y="106299"/>
                  </a:lnTo>
                  <a:lnTo>
                    <a:pt x="6735521" y="102298"/>
                  </a:lnTo>
                  <a:lnTo>
                    <a:pt x="6732943" y="100101"/>
                  </a:lnTo>
                  <a:lnTo>
                    <a:pt x="6728561" y="99720"/>
                  </a:lnTo>
                  <a:lnTo>
                    <a:pt x="6723037" y="100482"/>
                  </a:lnTo>
                  <a:lnTo>
                    <a:pt x="6720281" y="104013"/>
                  </a:lnTo>
                  <a:lnTo>
                    <a:pt x="6720281" y="110299"/>
                  </a:lnTo>
                  <a:lnTo>
                    <a:pt x="6720662" y="114871"/>
                  </a:lnTo>
                  <a:lnTo>
                    <a:pt x="6723227" y="118110"/>
                  </a:lnTo>
                  <a:lnTo>
                    <a:pt x="6727990" y="120015"/>
                  </a:lnTo>
                  <a:lnTo>
                    <a:pt x="6741134" y="122872"/>
                  </a:lnTo>
                  <a:lnTo>
                    <a:pt x="6747040" y="122682"/>
                  </a:lnTo>
                  <a:lnTo>
                    <a:pt x="6752564" y="120484"/>
                  </a:lnTo>
                  <a:lnTo>
                    <a:pt x="6757708" y="116293"/>
                  </a:lnTo>
                  <a:lnTo>
                    <a:pt x="6762851" y="112293"/>
                  </a:lnTo>
                  <a:lnTo>
                    <a:pt x="6765811" y="107149"/>
                  </a:lnTo>
                  <a:lnTo>
                    <a:pt x="6766573" y="100863"/>
                  </a:lnTo>
                  <a:lnTo>
                    <a:pt x="6766954" y="96100"/>
                  </a:lnTo>
                  <a:lnTo>
                    <a:pt x="6763994" y="91719"/>
                  </a:lnTo>
                  <a:lnTo>
                    <a:pt x="6757708" y="87718"/>
                  </a:lnTo>
                  <a:lnTo>
                    <a:pt x="6757708" y="87147"/>
                  </a:lnTo>
                  <a:lnTo>
                    <a:pt x="6762089" y="85432"/>
                  </a:lnTo>
                  <a:lnTo>
                    <a:pt x="6766192" y="82956"/>
                  </a:lnTo>
                  <a:lnTo>
                    <a:pt x="6770002" y="79717"/>
                  </a:lnTo>
                  <a:lnTo>
                    <a:pt x="6774002" y="76479"/>
                  </a:lnTo>
                  <a:lnTo>
                    <a:pt x="6775907" y="72390"/>
                  </a:lnTo>
                  <a:close/>
                </a:path>
                <a:path w="6880225" h="880110">
                  <a:moveTo>
                    <a:pt x="6879818" y="0"/>
                  </a:moveTo>
                  <a:lnTo>
                    <a:pt x="6628879" y="0"/>
                  </a:lnTo>
                  <a:lnTo>
                    <a:pt x="6628879" y="28575"/>
                  </a:lnTo>
                  <a:lnTo>
                    <a:pt x="6879818" y="28575"/>
                  </a:lnTo>
                  <a:lnTo>
                    <a:pt x="68798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07975" y="3531933"/>
              <a:ext cx="158876" cy="182879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002" y="3503358"/>
              <a:ext cx="159448" cy="267461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699325" y="3446218"/>
              <a:ext cx="678815" cy="320040"/>
            </a:xfrm>
            <a:custGeom>
              <a:avLst/>
              <a:gdLst/>
              <a:ahLst/>
              <a:cxnLst/>
              <a:rect l="l" t="t" r="r" b="b"/>
              <a:pathLst>
                <a:path w="678815" h="320039">
                  <a:moveTo>
                    <a:pt x="678256" y="314325"/>
                  </a:moveTo>
                  <a:lnTo>
                    <a:pt x="0" y="314325"/>
                  </a:lnTo>
                  <a:lnTo>
                    <a:pt x="0" y="320040"/>
                  </a:lnTo>
                  <a:lnTo>
                    <a:pt x="678256" y="320040"/>
                  </a:lnTo>
                  <a:lnTo>
                    <a:pt x="678256" y="314325"/>
                  </a:lnTo>
                  <a:close/>
                </a:path>
                <a:path w="678815" h="320039">
                  <a:moveTo>
                    <a:pt x="678256" y="257175"/>
                  </a:moveTo>
                  <a:lnTo>
                    <a:pt x="0" y="257175"/>
                  </a:lnTo>
                  <a:lnTo>
                    <a:pt x="0" y="262890"/>
                  </a:lnTo>
                  <a:lnTo>
                    <a:pt x="678256" y="262890"/>
                  </a:lnTo>
                  <a:lnTo>
                    <a:pt x="678256" y="257175"/>
                  </a:lnTo>
                  <a:close/>
                </a:path>
                <a:path w="678815" h="320039">
                  <a:moveTo>
                    <a:pt x="678256" y="200025"/>
                  </a:moveTo>
                  <a:lnTo>
                    <a:pt x="0" y="200025"/>
                  </a:lnTo>
                  <a:lnTo>
                    <a:pt x="0" y="205740"/>
                  </a:lnTo>
                  <a:lnTo>
                    <a:pt x="678256" y="205740"/>
                  </a:lnTo>
                  <a:lnTo>
                    <a:pt x="678256" y="200025"/>
                  </a:lnTo>
                  <a:close/>
                </a:path>
                <a:path w="678815" h="320039">
                  <a:moveTo>
                    <a:pt x="678256" y="85725"/>
                  </a:moveTo>
                  <a:lnTo>
                    <a:pt x="120396" y="85725"/>
                  </a:lnTo>
                  <a:lnTo>
                    <a:pt x="122351" y="77038"/>
                  </a:lnTo>
                  <a:lnTo>
                    <a:pt x="126987" y="66713"/>
                  </a:lnTo>
                  <a:lnTo>
                    <a:pt x="134061" y="55892"/>
                  </a:lnTo>
                  <a:lnTo>
                    <a:pt x="143573" y="44577"/>
                  </a:lnTo>
                  <a:lnTo>
                    <a:pt x="106705" y="0"/>
                  </a:lnTo>
                  <a:lnTo>
                    <a:pt x="96989" y="0"/>
                  </a:lnTo>
                  <a:lnTo>
                    <a:pt x="101574" y="5727"/>
                  </a:lnTo>
                  <a:lnTo>
                    <a:pt x="105346" y="11785"/>
                  </a:lnTo>
                  <a:lnTo>
                    <a:pt x="108292" y="18161"/>
                  </a:lnTo>
                  <a:lnTo>
                    <a:pt x="110426" y="24853"/>
                  </a:lnTo>
                  <a:lnTo>
                    <a:pt x="110490" y="31470"/>
                  </a:lnTo>
                  <a:lnTo>
                    <a:pt x="109562" y="37858"/>
                  </a:lnTo>
                  <a:lnTo>
                    <a:pt x="87845" y="70294"/>
                  </a:lnTo>
                  <a:lnTo>
                    <a:pt x="99695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104089" y="91440"/>
                  </a:lnTo>
                  <a:lnTo>
                    <a:pt x="123850" y="117157"/>
                  </a:lnTo>
                  <a:lnTo>
                    <a:pt x="123850" y="117729"/>
                  </a:lnTo>
                  <a:lnTo>
                    <a:pt x="117182" y="114109"/>
                  </a:lnTo>
                  <a:lnTo>
                    <a:pt x="111277" y="112293"/>
                  </a:lnTo>
                  <a:lnTo>
                    <a:pt x="106133" y="112293"/>
                  </a:lnTo>
                  <a:lnTo>
                    <a:pt x="97256" y="113639"/>
                  </a:lnTo>
                  <a:lnTo>
                    <a:pt x="90627" y="117373"/>
                  </a:lnTo>
                  <a:lnTo>
                    <a:pt x="86258" y="123494"/>
                  </a:lnTo>
                  <a:lnTo>
                    <a:pt x="84137" y="132016"/>
                  </a:lnTo>
                  <a:lnTo>
                    <a:pt x="85369" y="138518"/>
                  </a:lnTo>
                  <a:lnTo>
                    <a:pt x="86982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89966" y="148590"/>
                  </a:lnTo>
                  <a:lnTo>
                    <a:pt x="90932" y="150228"/>
                  </a:lnTo>
                  <a:lnTo>
                    <a:pt x="95275" y="155448"/>
                  </a:lnTo>
                  <a:lnTo>
                    <a:pt x="115849" y="173443"/>
                  </a:lnTo>
                  <a:lnTo>
                    <a:pt x="118999" y="168871"/>
                  </a:lnTo>
                  <a:lnTo>
                    <a:pt x="115379" y="166014"/>
                  </a:lnTo>
                  <a:lnTo>
                    <a:pt x="112141" y="161544"/>
                  </a:lnTo>
                  <a:lnTo>
                    <a:pt x="109283" y="155448"/>
                  </a:lnTo>
                  <a:lnTo>
                    <a:pt x="106235" y="149352"/>
                  </a:lnTo>
                  <a:lnTo>
                    <a:pt x="106286" y="148590"/>
                  </a:lnTo>
                  <a:lnTo>
                    <a:pt x="678256" y="148590"/>
                  </a:lnTo>
                  <a:lnTo>
                    <a:pt x="678256" y="142875"/>
                  </a:lnTo>
                  <a:lnTo>
                    <a:pt x="106692" y="142875"/>
                  </a:lnTo>
                  <a:lnTo>
                    <a:pt x="110705" y="135724"/>
                  </a:lnTo>
                  <a:lnTo>
                    <a:pt x="113944" y="130962"/>
                  </a:lnTo>
                  <a:lnTo>
                    <a:pt x="118033" y="128676"/>
                  </a:lnTo>
                  <a:lnTo>
                    <a:pt x="122999" y="128866"/>
                  </a:lnTo>
                  <a:lnTo>
                    <a:pt x="128143" y="129247"/>
                  </a:lnTo>
                  <a:lnTo>
                    <a:pt x="133464" y="130962"/>
                  </a:lnTo>
                  <a:lnTo>
                    <a:pt x="139001" y="134010"/>
                  </a:lnTo>
                  <a:lnTo>
                    <a:pt x="142430" y="129438"/>
                  </a:lnTo>
                  <a:lnTo>
                    <a:pt x="127571" y="109728"/>
                  </a:lnTo>
                  <a:lnTo>
                    <a:pt x="122809" y="102489"/>
                  </a:lnTo>
                  <a:lnTo>
                    <a:pt x="120319" y="94869"/>
                  </a:lnTo>
                  <a:lnTo>
                    <a:pt x="120243" y="91440"/>
                  </a:lnTo>
                  <a:lnTo>
                    <a:pt x="678256" y="91440"/>
                  </a:lnTo>
                  <a:lnTo>
                    <a:pt x="678256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82796" y="3643090"/>
              <a:ext cx="110966" cy="203168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82868" y="3360483"/>
              <a:ext cx="74294" cy="258317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82273" y="3360483"/>
              <a:ext cx="74294" cy="258317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1377581" y="2658119"/>
              <a:ext cx="860425" cy="1108710"/>
            </a:xfrm>
            <a:custGeom>
              <a:avLst/>
              <a:gdLst/>
              <a:ahLst/>
              <a:cxnLst/>
              <a:rect l="l" t="t" r="r" b="b"/>
              <a:pathLst>
                <a:path w="860425" h="1108710">
                  <a:moveTo>
                    <a:pt x="859993" y="873823"/>
                  </a:moveTo>
                  <a:lnTo>
                    <a:pt x="12700" y="87382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873823"/>
                  </a:lnTo>
                  <a:lnTo>
                    <a:pt x="0" y="873823"/>
                  </a:lnTo>
                  <a:lnTo>
                    <a:pt x="0" y="879538"/>
                  </a:lnTo>
                  <a:lnTo>
                    <a:pt x="4127" y="879538"/>
                  </a:lnTo>
                  <a:lnTo>
                    <a:pt x="4127" y="930973"/>
                  </a:lnTo>
                  <a:lnTo>
                    <a:pt x="0" y="930973"/>
                  </a:lnTo>
                  <a:lnTo>
                    <a:pt x="0" y="936688"/>
                  </a:lnTo>
                  <a:lnTo>
                    <a:pt x="4127" y="936688"/>
                  </a:lnTo>
                  <a:lnTo>
                    <a:pt x="4127" y="988123"/>
                  </a:lnTo>
                  <a:lnTo>
                    <a:pt x="0" y="988123"/>
                  </a:lnTo>
                  <a:lnTo>
                    <a:pt x="0" y="993838"/>
                  </a:lnTo>
                  <a:lnTo>
                    <a:pt x="4127" y="993838"/>
                  </a:lnTo>
                  <a:lnTo>
                    <a:pt x="4127" y="1045273"/>
                  </a:lnTo>
                  <a:lnTo>
                    <a:pt x="0" y="1045273"/>
                  </a:lnTo>
                  <a:lnTo>
                    <a:pt x="0" y="1050988"/>
                  </a:lnTo>
                  <a:lnTo>
                    <a:pt x="4127" y="1050988"/>
                  </a:lnTo>
                  <a:lnTo>
                    <a:pt x="4127" y="1102423"/>
                  </a:lnTo>
                  <a:lnTo>
                    <a:pt x="0" y="1102423"/>
                  </a:lnTo>
                  <a:lnTo>
                    <a:pt x="0" y="1108138"/>
                  </a:lnTo>
                  <a:lnTo>
                    <a:pt x="4127" y="1108138"/>
                  </a:lnTo>
                  <a:lnTo>
                    <a:pt x="12700" y="1108138"/>
                  </a:lnTo>
                  <a:lnTo>
                    <a:pt x="859993" y="1108138"/>
                  </a:lnTo>
                  <a:lnTo>
                    <a:pt x="859993" y="1102423"/>
                  </a:lnTo>
                  <a:lnTo>
                    <a:pt x="12700" y="1102423"/>
                  </a:lnTo>
                  <a:lnTo>
                    <a:pt x="12700" y="1050988"/>
                  </a:lnTo>
                  <a:lnTo>
                    <a:pt x="859993" y="1050988"/>
                  </a:lnTo>
                  <a:lnTo>
                    <a:pt x="859993" y="1045273"/>
                  </a:lnTo>
                  <a:lnTo>
                    <a:pt x="12700" y="1045273"/>
                  </a:lnTo>
                  <a:lnTo>
                    <a:pt x="12700" y="993838"/>
                  </a:lnTo>
                  <a:lnTo>
                    <a:pt x="859993" y="993838"/>
                  </a:lnTo>
                  <a:lnTo>
                    <a:pt x="859993" y="988123"/>
                  </a:lnTo>
                  <a:lnTo>
                    <a:pt x="12700" y="988123"/>
                  </a:lnTo>
                  <a:lnTo>
                    <a:pt x="12700" y="936688"/>
                  </a:lnTo>
                  <a:lnTo>
                    <a:pt x="859993" y="936688"/>
                  </a:lnTo>
                  <a:lnTo>
                    <a:pt x="859993" y="930973"/>
                  </a:lnTo>
                  <a:lnTo>
                    <a:pt x="12700" y="930973"/>
                  </a:lnTo>
                  <a:lnTo>
                    <a:pt x="12700" y="879538"/>
                  </a:lnTo>
                  <a:lnTo>
                    <a:pt x="859993" y="879538"/>
                  </a:lnTo>
                  <a:lnTo>
                    <a:pt x="859993" y="873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587453" y="3446208"/>
              <a:ext cx="166306" cy="428624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842865" y="3389058"/>
              <a:ext cx="148589" cy="229742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042270" y="3389058"/>
              <a:ext cx="148589" cy="229742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2237575" y="2658119"/>
              <a:ext cx="734695" cy="1188720"/>
            </a:xfrm>
            <a:custGeom>
              <a:avLst/>
              <a:gdLst/>
              <a:ahLst/>
              <a:cxnLst/>
              <a:rect l="l" t="t" r="r" b="b"/>
              <a:pathLst>
                <a:path w="734694" h="1188720">
                  <a:moveTo>
                    <a:pt x="734263" y="873823"/>
                  </a:moveTo>
                  <a:lnTo>
                    <a:pt x="214160" y="873823"/>
                  </a:lnTo>
                  <a:lnTo>
                    <a:pt x="214160" y="816673"/>
                  </a:lnTo>
                  <a:lnTo>
                    <a:pt x="204152" y="816673"/>
                  </a:lnTo>
                  <a:lnTo>
                    <a:pt x="204152" y="988123"/>
                  </a:lnTo>
                  <a:lnTo>
                    <a:pt x="200710" y="988123"/>
                  </a:lnTo>
                  <a:lnTo>
                    <a:pt x="195681" y="986790"/>
                  </a:lnTo>
                  <a:lnTo>
                    <a:pt x="187299" y="986980"/>
                  </a:lnTo>
                  <a:lnTo>
                    <a:pt x="179362" y="987945"/>
                  </a:lnTo>
                  <a:lnTo>
                    <a:pt x="178752" y="988123"/>
                  </a:lnTo>
                  <a:lnTo>
                    <a:pt x="164134" y="988123"/>
                  </a:lnTo>
                  <a:lnTo>
                    <a:pt x="164134" y="993838"/>
                  </a:lnTo>
                  <a:lnTo>
                    <a:pt x="163931" y="993940"/>
                  </a:lnTo>
                  <a:lnTo>
                    <a:pt x="156438" y="998982"/>
                  </a:lnTo>
                  <a:lnTo>
                    <a:pt x="149733" y="1004785"/>
                  </a:lnTo>
                  <a:lnTo>
                    <a:pt x="144792" y="1011047"/>
                  </a:lnTo>
                  <a:lnTo>
                    <a:pt x="141592" y="1017790"/>
                  </a:lnTo>
                  <a:lnTo>
                    <a:pt x="140144" y="1024978"/>
                  </a:lnTo>
                  <a:lnTo>
                    <a:pt x="140335" y="1031455"/>
                  </a:lnTo>
                  <a:lnTo>
                    <a:pt x="142811" y="1036701"/>
                  </a:lnTo>
                  <a:lnTo>
                    <a:pt x="147574" y="1040701"/>
                  </a:lnTo>
                  <a:lnTo>
                    <a:pt x="152146" y="1044321"/>
                  </a:lnTo>
                  <a:lnTo>
                    <a:pt x="155092" y="1045273"/>
                  </a:lnTo>
                  <a:lnTo>
                    <a:pt x="12700" y="1045273"/>
                  </a:lnTo>
                  <a:lnTo>
                    <a:pt x="12700" y="993838"/>
                  </a:lnTo>
                  <a:lnTo>
                    <a:pt x="164134" y="993838"/>
                  </a:lnTo>
                  <a:lnTo>
                    <a:pt x="164134" y="988123"/>
                  </a:lnTo>
                  <a:lnTo>
                    <a:pt x="12700" y="988123"/>
                  </a:lnTo>
                  <a:lnTo>
                    <a:pt x="12700" y="936688"/>
                  </a:lnTo>
                  <a:lnTo>
                    <a:pt x="204152" y="936688"/>
                  </a:lnTo>
                  <a:lnTo>
                    <a:pt x="204152" y="930973"/>
                  </a:lnTo>
                  <a:lnTo>
                    <a:pt x="12700" y="930973"/>
                  </a:lnTo>
                  <a:lnTo>
                    <a:pt x="12700" y="879538"/>
                  </a:lnTo>
                  <a:lnTo>
                    <a:pt x="204152" y="879538"/>
                  </a:lnTo>
                  <a:lnTo>
                    <a:pt x="204152" y="873823"/>
                  </a:lnTo>
                  <a:lnTo>
                    <a:pt x="12700" y="87382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873823"/>
                  </a:lnTo>
                  <a:lnTo>
                    <a:pt x="0" y="873823"/>
                  </a:lnTo>
                  <a:lnTo>
                    <a:pt x="0" y="879538"/>
                  </a:lnTo>
                  <a:lnTo>
                    <a:pt x="4127" y="879538"/>
                  </a:lnTo>
                  <a:lnTo>
                    <a:pt x="4127" y="930973"/>
                  </a:lnTo>
                  <a:lnTo>
                    <a:pt x="0" y="930973"/>
                  </a:lnTo>
                  <a:lnTo>
                    <a:pt x="0" y="936688"/>
                  </a:lnTo>
                  <a:lnTo>
                    <a:pt x="4127" y="936688"/>
                  </a:lnTo>
                  <a:lnTo>
                    <a:pt x="4127" y="988123"/>
                  </a:lnTo>
                  <a:lnTo>
                    <a:pt x="0" y="988123"/>
                  </a:lnTo>
                  <a:lnTo>
                    <a:pt x="0" y="993838"/>
                  </a:lnTo>
                  <a:lnTo>
                    <a:pt x="4127" y="993838"/>
                  </a:lnTo>
                  <a:lnTo>
                    <a:pt x="4127" y="1045273"/>
                  </a:lnTo>
                  <a:lnTo>
                    <a:pt x="0" y="1045273"/>
                  </a:lnTo>
                  <a:lnTo>
                    <a:pt x="0" y="1050988"/>
                  </a:lnTo>
                  <a:lnTo>
                    <a:pt x="4127" y="1050988"/>
                  </a:lnTo>
                  <a:lnTo>
                    <a:pt x="4127" y="1102423"/>
                  </a:lnTo>
                  <a:lnTo>
                    <a:pt x="0" y="1102423"/>
                  </a:lnTo>
                  <a:lnTo>
                    <a:pt x="0" y="1108138"/>
                  </a:lnTo>
                  <a:lnTo>
                    <a:pt x="4127" y="1108138"/>
                  </a:lnTo>
                  <a:lnTo>
                    <a:pt x="12700" y="1108138"/>
                  </a:lnTo>
                  <a:lnTo>
                    <a:pt x="339547" y="1108138"/>
                  </a:lnTo>
                  <a:lnTo>
                    <a:pt x="339547" y="1188148"/>
                  </a:lnTo>
                  <a:lnTo>
                    <a:pt x="349554" y="1188148"/>
                  </a:lnTo>
                  <a:lnTo>
                    <a:pt x="349554" y="1108138"/>
                  </a:lnTo>
                  <a:lnTo>
                    <a:pt x="734263" y="1108138"/>
                  </a:lnTo>
                  <a:lnTo>
                    <a:pt x="734263" y="1102423"/>
                  </a:lnTo>
                  <a:lnTo>
                    <a:pt x="349554" y="1102423"/>
                  </a:lnTo>
                  <a:lnTo>
                    <a:pt x="349554" y="1050988"/>
                  </a:lnTo>
                  <a:lnTo>
                    <a:pt x="734263" y="1050988"/>
                  </a:lnTo>
                  <a:lnTo>
                    <a:pt x="734263" y="1045273"/>
                  </a:lnTo>
                  <a:lnTo>
                    <a:pt x="349554" y="1045273"/>
                  </a:lnTo>
                  <a:lnTo>
                    <a:pt x="349554" y="1014171"/>
                  </a:lnTo>
                  <a:lnTo>
                    <a:pt x="351548" y="1015746"/>
                  </a:lnTo>
                  <a:lnTo>
                    <a:pt x="357454" y="1017651"/>
                  </a:lnTo>
                  <a:lnTo>
                    <a:pt x="364693" y="1017841"/>
                  </a:lnTo>
                  <a:lnTo>
                    <a:pt x="373176" y="1016889"/>
                  </a:lnTo>
                  <a:lnTo>
                    <a:pt x="409206" y="993838"/>
                  </a:lnTo>
                  <a:lnTo>
                    <a:pt x="734263" y="993838"/>
                  </a:lnTo>
                  <a:lnTo>
                    <a:pt x="734263" y="988123"/>
                  </a:lnTo>
                  <a:lnTo>
                    <a:pt x="411797" y="988123"/>
                  </a:lnTo>
                  <a:lnTo>
                    <a:pt x="412394" y="986828"/>
                  </a:lnTo>
                  <a:lnTo>
                    <a:pt x="413842" y="979258"/>
                  </a:lnTo>
                  <a:lnTo>
                    <a:pt x="413651" y="972019"/>
                  </a:lnTo>
                  <a:lnTo>
                    <a:pt x="411086" y="966787"/>
                  </a:lnTo>
                  <a:lnTo>
                    <a:pt x="406133" y="963549"/>
                  </a:lnTo>
                  <a:lnTo>
                    <a:pt x="401561" y="959929"/>
                  </a:lnTo>
                  <a:lnTo>
                    <a:pt x="395084" y="958215"/>
                  </a:lnTo>
                  <a:lnTo>
                    <a:pt x="386702" y="958405"/>
                  </a:lnTo>
                  <a:lnTo>
                    <a:pt x="378764" y="959370"/>
                  </a:lnTo>
                  <a:lnTo>
                    <a:pt x="344195" y="982472"/>
                  </a:lnTo>
                  <a:lnTo>
                    <a:pt x="341503" y="988123"/>
                  </a:lnTo>
                  <a:lnTo>
                    <a:pt x="340055" y="988123"/>
                  </a:lnTo>
                  <a:lnTo>
                    <a:pt x="340055" y="993838"/>
                  </a:lnTo>
                  <a:lnTo>
                    <a:pt x="339547" y="996403"/>
                  </a:lnTo>
                  <a:lnTo>
                    <a:pt x="339636" y="999553"/>
                  </a:lnTo>
                  <a:lnTo>
                    <a:pt x="339547" y="1045273"/>
                  </a:lnTo>
                  <a:lnTo>
                    <a:pt x="339547" y="1050988"/>
                  </a:lnTo>
                  <a:lnTo>
                    <a:pt x="339547" y="1102423"/>
                  </a:lnTo>
                  <a:lnTo>
                    <a:pt x="12700" y="1102423"/>
                  </a:lnTo>
                  <a:lnTo>
                    <a:pt x="12700" y="1050988"/>
                  </a:lnTo>
                  <a:lnTo>
                    <a:pt x="339547" y="1050988"/>
                  </a:lnTo>
                  <a:lnTo>
                    <a:pt x="339547" y="1045273"/>
                  </a:lnTo>
                  <a:lnTo>
                    <a:pt x="174472" y="1045273"/>
                  </a:lnTo>
                  <a:lnTo>
                    <a:pt x="182079" y="1043203"/>
                  </a:lnTo>
                  <a:lnTo>
                    <a:pt x="190207" y="1039609"/>
                  </a:lnTo>
                  <a:lnTo>
                    <a:pt x="214439" y="1007833"/>
                  </a:lnTo>
                  <a:lnTo>
                    <a:pt x="214249" y="1000594"/>
                  </a:lnTo>
                  <a:lnTo>
                    <a:pt x="214160" y="1000417"/>
                  </a:lnTo>
                  <a:lnTo>
                    <a:pt x="214160" y="993838"/>
                  </a:lnTo>
                  <a:lnTo>
                    <a:pt x="340055" y="993838"/>
                  </a:lnTo>
                  <a:lnTo>
                    <a:pt x="340055" y="988123"/>
                  </a:lnTo>
                  <a:lnTo>
                    <a:pt x="214160" y="988123"/>
                  </a:lnTo>
                  <a:lnTo>
                    <a:pt x="214160" y="936688"/>
                  </a:lnTo>
                  <a:lnTo>
                    <a:pt x="734263" y="936688"/>
                  </a:lnTo>
                  <a:lnTo>
                    <a:pt x="734263" y="930973"/>
                  </a:lnTo>
                  <a:lnTo>
                    <a:pt x="214160" y="930973"/>
                  </a:lnTo>
                  <a:lnTo>
                    <a:pt x="214160" y="879538"/>
                  </a:lnTo>
                  <a:lnTo>
                    <a:pt x="734263" y="879538"/>
                  </a:lnTo>
                  <a:lnTo>
                    <a:pt x="734263" y="873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720530" y="3536505"/>
              <a:ext cx="130301" cy="281177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2971838" y="2658119"/>
              <a:ext cx="934719" cy="1303020"/>
            </a:xfrm>
            <a:custGeom>
              <a:avLst/>
              <a:gdLst/>
              <a:ahLst/>
              <a:cxnLst/>
              <a:rect l="l" t="t" r="r" b="b"/>
              <a:pathLst>
                <a:path w="934720" h="1303020">
                  <a:moveTo>
                    <a:pt x="934643" y="873823"/>
                  </a:moveTo>
                  <a:lnTo>
                    <a:pt x="117221" y="873823"/>
                  </a:lnTo>
                  <a:lnTo>
                    <a:pt x="118999" y="871245"/>
                  </a:lnTo>
                  <a:lnTo>
                    <a:pt x="115379" y="868387"/>
                  </a:lnTo>
                  <a:lnTo>
                    <a:pt x="112141" y="863917"/>
                  </a:lnTo>
                  <a:lnTo>
                    <a:pt x="109283" y="857821"/>
                  </a:lnTo>
                  <a:lnTo>
                    <a:pt x="106235" y="851725"/>
                  </a:lnTo>
                  <a:lnTo>
                    <a:pt x="106718" y="845146"/>
                  </a:lnTo>
                  <a:lnTo>
                    <a:pt x="110718" y="838098"/>
                  </a:lnTo>
                  <a:lnTo>
                    <a:pt x="113957" y="833335"/>
                  </a:lnTo>
                  <a:lnTo>
                    <a:pt x="118046" y="831049"/>
                  </a:lnTo>
                  <a:lnTo>
                    <a:pt x="122999" y="831240"/>
                  </a:lnTo>
                  <a:lnTo>
                    <a:pt x="128143" y="831621"/>
                  </a:lnTo>
                  <a:lnTo>
                    <a:pt x="133477" y="833335"/>
                  </a:lnTo>
                  <a:lnTo>
                    <a:pt x="139001" y="836383"/>
                  </a:lnTo>
                  <a:lnTo>
                    <a:pt x="142430" y="831811"/>
                  </a:lnTo>
                  <a:lnTo>
                    <a:pt x="127571" y="812101"/>
                  </a:lnTo>
                  <a:lnTo>
                    <a:pt x="122809" y="804862"/>
                  </a:lnTo>
                  <a:lnTo>
                    <a:pt x="120332" y="797242"/>
                  </a:lnTo>
                  <a:lnTo>
                    <a:pt x="120142" y="789241"/>
                  </a:lnTo>
                  <a:lnTo>
                    <a:pt x="122364" y="779411"/>
                  </a:lnTo>
                  <a:lnTo>
                    <a:pt x="127000" y="769086"/>
                  </a:lnTo>
                  <a:lnTo>
                    <a:pt x="134073" y="758266"/>
                  </a:lnTo>
                  <a:lnTo>
                    <a:pt x="143573" y="746950"/>
                  </a:lnTo>
                  <a:lnTo>
                    <a:pt x="106718" y="702373"/>
                  </a:lnTo>
                  <a:lnTo>
                    <a:pt x="97002" y="702373"/>
                  </a:lnTo>
                  <a:lnTo>
                    <a:pt x="101587" y="708101"/>
                  </a:lnTo>
                  <a:lnTo>
                    <a:pt x="105359" y="714159"/>
                  </a:lnTo>
                  <a:lnTo>
                    <a:pt x="108305" y="720534"/>
                  </a:lnTo>
                  <a:lnTo>
                    <a:pt x="110426" y="727227"/>
                  </a:lnTo>
                  <a:lnTo>
                    <a:pt x="110502" y="733844"/>
                  </a:lnTo>
                  <a:lnTo>
                    <a:pt x="109575" y="740232"/>
                  </a:lnTo>
                  <a:lnTo>
                    <a:pt x="87858" y="772668"/>
                  </a:lnTo>
                  <a:lnTo>
                    <a:pt x="123863" y="819531"/>
                  </a:lnTo>
                  <a:lnTo>
                    <a:pt x="123863" y="820102"/>
                  </a:lnTo>
                  <a:lnTo>
                    <a:pt x="117195" y="816483"/>
                  </a:lnTo>
                  <a:lnTo>
                    <a:pt x="111290" y="814666"/>
                  </a:lnTo>
                  <a:lnTo>
                    <a:pt x="106146" y="814666"/>
                  </a:lnTo>
                  <a:lnTo>
                    <a:pt x="97269" y="816013"/>
                  </a:lnTo>
                  <a:lnTo>
                    <a:pt x="90639" y="819746"/>
                  </a:lnTo>
                  <a:lnTo>
                    <a:pt x="86271" y="825868"/>
                  </a:lnTo>
                  <a:lnTo>
                    <a:pt x="84137" y="834390"/>
                  </a:lnTo>
                  <a:lnTo>
                    <a:pt x="85369" y="840892"/>
                  </a:lnTo>
                  <a:lnTo>
                    <a:pt x="87642" y="846963"/>
                  </a:lnTo>
                  <a:lnTo>
                    <a:pt x="90944" y="852601"/>
                  </a:lnTo>
                  <a:lnTo>
                    <a:pt x="95288" y="857821"/>
                  </a:lnTo>
                  <a:lnTo>
                    <a:pt x="113576" y="873823"/>
                  </a:lnTo>
                  <a:lnTo>
                    <a:pt x="12700" y="87382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873823"/>
                  </a:lnTo>
                  <a:lnTo>
                    <a:pt x="0" y="873823"/>
                  </a:lnTo>
                  <a:lnTo>
                    <a:pt x="0" y="879538"/>
                  </a:lnTo>
                  <a:lnTo>
                    <a:pt x="4127" y="879538"/>
                  </a:lnTo>
                  <a:lnTo>
                    <a:pt x="4127" y="930973"/>
                  </a:lnTo>
                  <a:lnTo>
                    <a:pt x="0" y="930973"/>
                  </a:lnTo>
                  <a:lnTo>
                    <a:pt x="0" y="936688"/>
                  </a:lnTo>
                  <a:lnTo>
                    <a:pt x="4127" y="936688"/>
                  </a:lnTo>
                  <a:lnTo>
                    <a:pt x="4127" y="988123"/>
                  </a:lnTo>
                  <a:lnTo>
                    <a:pt x="0" y="988123"/>
                  </a:lnTo>
                  <a:lnTo>
                    <a:pt x="0" y="993838"/>
                  </a:lnTo>
                  <a:lnTo>
                    <a:pt x="4127" y="993838"/>
                  </a:lnTo>
                  <a:lnTo>
                    <a:pt x="4127" y="1045273"/>
                  </a:lnTo>
                  <a:lnTo>
                    <a:pt x="0" y="1045273"/>
                  </a:lnTo>
                  <a:lnTo>
                    <a:pt x="0" y="1050988"/>
                  </a:lnTo>
                  <a:lnTo>
                    <a:pt x="4127" y="1050988"/>
                  </a:lnTo>
                  <a:lnTo>
                    <a:pt x="4127" y="1102423"/>
                  </a:lnTo>
                  <a:lnTo>
                    <a:pt x="0" y="1102423"/>
                  </a:lnTo>
                  <a:lnTo>
                    <a:pt x="0" y="1108138"/>
                  </a:lnTo>
                  <a:lnTo>
                    <a:pt x="4127" y="1108138"/>
                  </a:lnTo>
                  <a:lnTo>
                    <a:pt x="12700" y="1108138"/>
                  </a:lnTo>
                  <a:lnTo>
                    <a:pt x="84137" y="1108138"/>
                  </a:lnTo>
                  <a:lnTo>
                    <a:pt x="84137" y="1302448"/>
                  </a:lnTo>
                  <a:lnTo>
                    <a:pt x="94145" y="1302448"/>
                  </a:lnTo>
                  <a:lnTo>
                    <a:pt x="94145" y="1108138"/>
                  </a:lnTo>
                  <a:lnTo>
                    <a:pt x="934643" y="1108138"/>
                  </a:lnTo>
                  <a:lnTo>
                    <a:pt x="934643" y="1102423"/>
                  </a:lnTo>
                  <a:lnTo>
                    <a:pt x="94145" y="1102423"/>
                  </a:lnTo>
                  <a:lnTo>
                    <a:pt x="94145" y="1050988"/>
                  </a:lnTo>
                  <a:lnTo>
                    <a:pt x="934643" y="1050988"/>
                  </a:lnTo>
                  <a:lnTo>
                    <a:pt x="934643" y="1045273"/>
                  </a:lnTo>
                  <a:lnTo>
                    <a:pt x="94145" y="1045273"/>
                  </a:lnTo>
                  <a:lnTo>
                    <a:pt x="94145" y="993838"/>
                  </a:lnTo>
                  <a:lnTo>
                    <a:pt x="934643" y="993838"/>
                  </a:lnTo>
                  <a:lnTo>
                    <a:pt x="934643" y="988123"/>
                  </a:lnTo>
                  <a:lnTo>
                    <a:pt x="94145" y="988123"/>
                  </a:lnTo>
                  <a:lnTo>
                    <a:pt x="94145" y="942403"/>
                  </a:lnTo>
                  <a:lnTo>
                    <a:pt x="84137" y="942403"/>
                  </a:lnTo>
                  <a:lnTo>
                    <a:pt x="84137" y="1102423"/>
                  </a:lnTo>
                  <a:lnTo>
                    <a:pt x="12700" y="1102423"/>
                  </a:lnTo>
                  <a:lnTo>
                    <a:pt x="12700" y="1050988"/>
                  </a:lnTo>
                  <a:lnTo>
                    <a:pt x="84137" y="1050988"/>
                  </a:lnTo>
                  <a:lnTo>
                    <a:pt x="84137" y="1045273"/>
                  </a:lnTo>
                  <a:lnTo>
                    <a:pt x="12700" y="1045273"/>
                  </a:lnTo>
                  <a:lnTo>
                    <a:pt x="12700" y="993838"/>
                  </a:lnTo>
                  <a:lnTo>
                    <a:pt x="84137" y="993838"/>
                  </a:lnTo>
                  <a:lnTo>
                    <a:pt x="84137" y="988123"/>
                  </a:lnTo>
                  <a:lnTo>
                    <a:pt x="12700" y="988123"/>
                  </a:lnTo>
                  <a:lnTo>
                    <a:pt x="12700" y="936688"/>
                  </a:lnTo>
                  <a:lnTo>
                    <a:pt x="934643" y="936688"/>
                  </a:lnTo>
                  <a:lnTo>
                    <a:pt x="934643" y="930973"/>
                  </a:lnTo>
                  <a:lnTo>
                    <a:pt x="12700" y="930973"/>
                  </a:lnTo>
                  <a:lnTo>
                    <a:pt x="12700" y="879538"/>
                  </a:lnTo>
                  <a:lnTo>
                    <a:pt x="934643" y="879538"/>
                  </a:lnTo>
                  <a:lnTo>
                    <a:pt x="934643" y="873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055320" y="3557365"/>
              <a:ext cx="110966" cy="7058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3055315" y="3757393"/>
              <a:ext cx="111125" cy="62865"/>
            </a:xfrm>
            <a:custGeom>
              <a:avLst/>
              <a:gdLst/>
              <a:ahLst/>
              <a:cxnLst/>
              <a:rect l="l" t="t" r="r" b="b"/>
              <a:pathLst>
                <a:path w="111125" h="62864">
                  <a:moveTo>
                    <a:pt x="75717" y="16675"/>
                  </a:moveTo>
                  <a:lnTo>
                    <a:pt x="72847" y="9715"/>
                  </a:lnTo>
                  <a:lnTo>
                    <a:pt x="72771" y="9525"/>
                  </a:lnTo>
                  <a:lnTo>
                    <a:pt x="67246" y="4953"/>
                  </a:lnTo>
                  <a:lnTo>
                    <a:pt x="67246" y="14287"/>
                  </a:lnTo>
                  <a:lnTo>
                    <a:pt x="67246" y="17907"/>
                  </a:lnTo>
                  <a:lnTo>
                    <a:pt x="65239" y="22098"/>
                  </a:lnTo>
                  <a:lnTo>
                    <a:pt x="34671" y="47155"/>
                  </a:lnTo>
                  <a:lnTo>
                    <a:pt x="18376" y="52768"/>
                  </a:lnTo>
                  <a:lnTo>
                    <a:pt x="14376" y="52578"/>
                  </a:lnTo>
                  <a:lnTo>
                    <a:pt x="10375" y="52197"/>
                  </a:lnTo>
                  <a:lnTo>
                    <a:pt x="8470" y="50482"/>
                  </a:lnTo>
                  <a:lnTo>
                    <a:pt x="8661" y="47434"/>
                  </a:lnTo>
                  <a:lnTo>
                    <a:pt x="8737" y="47155"/>
                  </a:lnTo>
                  <a:lnTo>
                    <a:pt x="9880" y="42367"/>
                  </a:lnTo>
                  <a:lnTo>
                    <a:pt x="42100" y="15151"/>
                  </a:lnTo>
                  <a:lnTo>
                    <a:pt x="56388" y="9715"/>
                  </a:lnTo>
                  <a:lnTo>
                    <a:pt x="62103" y="10287"/>
                  </a:lnTo>
                  <a:lnTo>
                    <a:pt x="64960" y="10668"/>
                  </a:lnTo>
                  <a:lnTo>
                    <a:pt x="66675" y="12001"/>
                  </a:lnTo>
                  <a:lnTo>
                    <a:pt x="67246" y="14287"/>
                  </a:lnTo>
                  <a:lnTo>
                    <a:pt x="67246" y="4953"/>
                  </a:lnTo>
                  <a:lnTo>
                    <a:pt x="66103" y="4000"/>
                  </a:lnTo>
                  <a:lnTo>
                    <a:pt x="60960" y="1143"/>
                  </a:lnTo>
                  <a:lnTo>
                    <a:pt x="55143" y="0"/>
                  </a:lnTo>
                  <a:lnTo>
                    <a:pt x="48666" y="571"/>
                  </a:lnTo>
                  <a:lnTo>
                    <a:pt x="10655" y="17183"/>
                  </a:lnTo>
                  <a:lnTo>
                    <a:pt x="0" y="46202"/>
                  </a:lnTo>
                  <a:lnTo>
                    <a:pt x="2946" y="53340"/>
                  </a:lnTo>
                  <a:lnTo>
                    <a:pt x="9804" y="58864"/>
                  </a:lnTo>
                  <a:lnTo>
                    <a:pt x="14947" y="61722"/>
                  </a:lnTo>
                  <a:lnTo>
                    <a:pt x="20662" y="62865"/>
                  </a:lnTo>
                  <a:lnTo>
                    <a:pt x="26949" y="62293"/>
                  </a:lnTo>
                  <a:lnTo>
                    <a:pt x="35026" y="61391"/>
                  </a:lnTo>
                  <a:lnTo>
                    <a:pt x="42951" y="59220"/>
                  </a:lnTo>
                  <a:lnTo>
                    <a:pt x="50749" y="55816"/>
                  </a:lnTo>
                  <a:lnTo>
                    <a:pt x="55727" y="52768"/>
                  </a:lnTo>
                  <a:lnTo>
                    <a:pt x="58381" y="51155"/>
                  </a:lnTo>
                  <a:lnTo>
                    <a:pt x="65100" y="45580"/>
                  </a:lnTo>
                  <a:lnTo>
                    <a:pt x="70104" y="39433"/>
                  </a:lnTo>
                  <a:lnTo>
                    <a:pt x="73393" y="32715"/>
                  </a:lnTo>
                  <a:lnTo>
                    <a:pt x="74955" y="25438"/>
                  </a:lnTo>
                  <a:lnTo>
                    <a:pt x="75717" y="16675"/>
                  </a:lnTo>
                  <a:close/>
                </a:path>
                <a:path w="111125" h="62864">
                  <a:moveTo>
                    <a:pt x="110959" y="30861"/>
                  </a:moveTo>
                  <a:lnTo>
                    <a:pt x="110197" y="24384"/>
                  </a:lnTo>
                  <a:lnTo>
                    <a:pt x="106578" y="20866"/>
                  </a:lnTo>
                  <a:lnTo>
                    <a:pt x="100101" y="20294"/>
                  </a:lnTo>
                  <a:lnTo>
                    <a:pt x="93433" y="20866"/>
                  </a:lnTo>
                  <a:lnTo>
                    <a:pt x="89814" y="24384"/>
                  </a:lnTo>
                  <a:lnTo>
                    <a:pt x="89242" y="30861"/>
                  </a:lnTo>
                  <a:lnTo>
                    <a:pt x="89814" y="37338"/>
                  </a:lnTo>
                  <a:lnTo>
                    <a:pt x="93433" y="41059"/>
                  </a:lnTo>
                  <a:lnTo>
                    <a:pt x="100101" y="42011"/>
                  </a:lnTo>
                  <a:lnTo>
                    <a:pt x="106578" y="41059"/>
                  </a:lnTo>
                  <a:lnTo>
                    <a:pt x="110197" y="37338"/>
                  </a:lnTo>
                  <a:lnTo>
                    <a:pt x="110959" y="308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24334" y="3303333"/>
              <a:ext cx="111140" cy="258317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09198" y="3303333"/>
              <a:ext cx="111140" cy="258317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3906482" y="2658119"/>
              <a:ext cx="819785" cy="1331595"/>
            </a:xfrm>
            <a:custGeom>
              <a:avLst/>
              <a:gdLst/>
              <a:ahLst/>
              <a:cxnLst/>
              <a:rect l="l" t="t" r="r" b="b"/>
              <a:pathLst>
                <a:path w="819785" h="1331595">
                  <a:moveTo>
                    <a:pt x="819721" y="873823"/>
                  </a:moveTo>
                  <a:lnTo>
                    <a:pt x="173228" y="873823"/>
                  </a:lnTo>
                  <a:lnTo>
                    <a:pt x="175006" y="871245"/>
                  </a:lnTo>
                  <a:lnTo>
                    <a:pt x="171386" y="868387"/>
                  </a:lnTo>
                  <a:lnTo>
                    <a:pt x="168148" y="863917"/>
                  </a:lnTo>
                  <a:lnTo>
                    <a:pt x="165290" y="857821"/>
                  </a:lnTo>
                  <a:lnTo>
                    <a:pt x="162242" y="851725"/>
                  </a:lnTo>
                  <a:lnTo>
                    <a:pt x="162712" y="845146"/>
                  </a:lnTo>
                  <a:lnTo>
                    <a:pt x="166712" y="838098"/>
                  </a:lnTo>
                  <a:lnTo>
                    <a:pt x="169951" y="833335"/>
                  </a:lnTo>
                  <a:lnTo>
                    <a:pt x="174053" y="831049"/>
                  </a:lnTo>
                  <a:lnTo>
                    <a:pt x="179006" y="831240"/>
                  </a:lnTo>
                  <a:lnTo>
                    <a:pt x="184150" y="831621"/>
                  </a:lnTo>
                  <a:lnTo>
                    <a:pt x="189484" y="833335"/>
                  </a:lnTo>
                  <a:lnTo>
                    <a:pt x="195008" y="836383"/>
                  </a:lnTo>
                  <a:lnTo>
                    <a:pt x="198437" y="831811"/>
                  </a:lnTo>
                  <a:lnTo>
                    <a:pt x="183578" y="812101"/>
                  </a:lnTo>
                  <a:lnTo>
                    <a:pt x="178816" y="804862"/>
                  </a:lnTo>
                  <a:lnTo>
                    <a:pt x="176339" y="797242"/>
                  </a:lnTo>
                  <a:lnTo>
                    <a:pt x="176149" y="789241"/>
                  </a:lnTo>
                  <a:lnTo>
                    <a:pt x="178358" y="779411"/>
                  </a:lnTo>
                  <a:lnTo>
                    <a:pt x="183007" y="769086"/>
                  </a:lnTo>
                  <a:lnTo>
                    <a:pt x="190080" y="758266"/>
                  </a:lnTo>
                  <a:lnTo>
                    <a:pt x="199580" y="746950"/>
                  </a:lnTo>
                  <a:lnTo>
                    <a:pt x="162712" y="702373"/>
                  </a:lnTo>
                  <a:lnTo>
                    <a:pt x="152996" y="702373"/>
                  </a:lnTo>
                  <a:lnTo>
                    <a:pt x="157594" y="708101"/>
                  </a:lnTo>
                  <a:lnTo>
                    <a:pt x="161366" y="714159"/>
                  </a:lnTo>
                  <a:lnTo>
                    <a:pt x="164312" y="720534"/>
                  </a:lnTo>
                  <a:lnTo>
                    <a:pt x="166433" y="727227"/>
                  </a:lnTo>
                  <a:lnTo>
                    <a:pt x="166509" y="733844"/>
                  </a:lnTo>
                  <a:lnTo>
                    <a:pt x="165569" y="740232"/>
                  </a:lnTo>
                  <a:lnTo>
                    <a:pt x="143852" y="772668"/>
                  </a:lnTo>
                  <a:lnTo>
                    <a:pt x="179857" y="819531"/>
                  </a:lnTo>
                  <a:lnTo>
                    <a:pt x="179857" y="820102"/>
                  </a:lnTo>
                  <a:lnTo>
                    <a:pt x="173189" y="816483"/>
                  </a:lnTo>
                  <a:lnTo>
                    <a:pt x="167284" y="814666"/>
                  </a:lnTo>
                  <a:lnTo>
                    <a:pt x="162140" y="814666"/>
                  </a:lnTo>
                  <a:lnTo>
                    <a:pt x="153276" y="816013"/>
                  </a:lnTo>
                  <a:lnTo>
                    <a:pt x="146646" y="819746"/>
                  </a:lnTo>
                  <a:lnTo>
                    <a:pt x="142265" y="825868"/>
                  </a:lnTo>
                  <a:lnTo>
                    <a:pt x="140144" y="834390"/>
                  </a:lnTo>
                  <a:lnTo>
                    <a:pt x="141376" y="840892"/>
                  </a:lnTo>
                  <a:lnTo>
                    <a:pt x="143649" y="846963"/>
                  </a:lnTo>
                  <a:lnTo>
                    <a:pt x="146951" y="852601"/>
                  </a:lnTo>
                  <a:lnTo>
                    <a:pt x="151282" y="857821"/>
                  </a:lnTo>
                  <a:lnTo>
                    <a:pt x="169570" y="873823"/>
                  </a:lnTo>
                  <a:lnTo>
                    <a:pt x="12700" y="87382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873823"/>
                  </a:lnTo>
                  <a:lnTo>
                    <a:pt x="0" y="873823"/>
                  </a:lnTo>
                  <a:lnTo>
                    <a:pt x="0" y="879538"/>
                  </a:lnTo>
                  <a:lnTo>
                    <a:pt x="4127" y="879538"/>
                  </a:lnTo>
                  <a:lnTo>
                    <a:pt x="4127" y="930973"/>
                  </a:lnTo>
                  <a:lnTo>
                    <a:pt x="0" y="930973"/>
                  </a:lnTo>
                  <a:lnTo>
                    <a:pt x="0" y="936688"/>
                  </a:lnTo>
                  <a:lnTo>
                    <a:pt x="4127" y="936688"/>
                  </a:lnTo>
                  <a:lnTo>
                    <a:pt x="4127" y="988123"/>
                  </a:lnTo>
                  <a:lnTo>
                    <a:pt x="0" y="988123"/>
                  </a:lnTo>
                  <a:lnTo>
                    <a:pt x="0" y="993838"/>
                  </a:lnTo>
                  <a:lnTo>
                    <a:pt x="4127" y="993838"/>
                  </a:lnTo>
                  <a:lnTo>
                    <a:pt x="4127" y="1045273"/>
                  </a:lnTo>
                  <a:lnTo>
                    <a:pt x="0" y="1045273"/>
                  </a:lnTo>
                  <a:lnTo>
                    <a:pt x="0" y="1050988"/>
                  </a:lnTo>
                  <a:lnTo>
                    <a:pt x="4127" y="1050988"/>
                  </a:lnTo>
                  <a:lnTo>
                    <a:pt x="4127" y="1102423"/>
                  </a:lnTo>
                  <a:lnTo>
                    <a:pt x="0" y="1102423"/>
                  </a:lnTo>
                  <a:lnTo>
                    <a:pt x="0" y="1108138"/>
                  </a:lnTo>
                  <a:lnTo>
                    <a:pt x="4127" y="1108138"/>
                  </a:lnTo>
                  <a:lnTo>
                    <a:pt x="12700" y="1108138"/>
                  </a:lnTo>
                  <a:lnTo>
                    <a:pt x="140144" y="1108138"/>
                  </a:lnTo>
                  <a:lnTo>
                    <a:pt x="140144" y="1155992"/>
                  </a:lnTo>
                  <a:lnTo>
                    <a:pt x="123621" y="1155992"/>
                  </a:lnTo>
                  <a:lnTo>
                    <a:pt x="123621" y="1163142"/>
                  </a:lnTo>
                  <a:lnTo>
                    <a:pt x="140144" y="1163142"/>
                  </a:lnTo>
                  <a:lnTo>
                    <a:pt x="140144" y="1331023"/>
                  </a:lnTo>
                  <a:lnTo>
                    <a:pt x="150139" y="1331023"/>
                  </a:lnTo>
                  <a:lnTo>
                    <a:pt x="150139" y="1163142"/>
                  </a:lnTo>
                  <a:lnTo>
                    <a:pt x="234772" y="1163142"/>
                  </a:lnTo>
                  <a:lnTo>
                    <a:pt x="234772" y="1155992"/>
                  </a:lnTo>
                  <a:lnTo>
                    <a:pt x="150139" y="1155992"/>
                  </a:lnTo>
                  <a:lnTo>
                    <a:pt x="150139" y="1108138"/>
                  </a:lnTo>
                  <a:lnTo>
                    <a:pt x="819721" y="1108138"/>
                  </a:lnTo>
                  <a:lnTo>
                    <a:pt x="819721" y="1102423"/>
                  </a:lnTo>
                  <a:lnTo>
                    <a:pt x="150139" y="1102423"/>
                  </a:lnTo>
                  <a:lnTo>
                    <a:pt x="150139" y="1050988"/>
                  </a:lnTo>
                  <a:lnTo>
                    <a:pt x="819721" y="1050988"/>
                  </a:lnTo>
                  <a:lnTo>
                    <a:pt x="819721" y="1045273"/>
                  </a:lnTo>
                  <a:lnTo>
                    <a:pt x="150139" y="1045273"/>
                  </a:lnTo>
                  <a:lnTo>
                    <a:pt x="150139" y="993838"/>
                  </a:lnTo>
                  <a:lnTo>
                    <a:pt x="819721" y="993838"/>
                  </a:lnTo>
                  <a:lnTo>
                    <a:pt x="819721" y="988123"/>
                  </a:lnTo>
                  <a:lnTo>
                    <a:pt x="150139" y="988123"/>
                  </a:lnTo>
                  <a:lnTo>
                    <a:pt x="150139" y="970978"/>
                  </a:lnTo>
                  <a:lnTo>
                    <a:pt x="140144" y="970978"/>
                  </a:lnTo>
                  <a:lnTo>
                    <a:pt x="140144" y="1102423"/>
                  </a:lnTo>
                  <a:lnTo>
                    <a:pt x="12700" y="1102423"/>
                  </a:lnTo>
                  <a:lnTo>
                    <a:pt x="12700" y="1050988"/>
                  </a:lnTo>
                  <a:lnTo>
                    <a:pt x="140144" y="1050988"/>
                  </a:lnTo>
                  <a:lnTo>
                    <a:pt x="140144" y="1045273"/>
                  </a:lnTo>
                  <a:lnTo>
                    <a:pt x="12700" y="1045273"/>
                  </a:lnTo>
                  <a:lnTo>
                    <a:pt x="12700" y="993838"/>
                  </a:lnTo>
                  <a:lnTo>
                    <a:pt x="140144" y="993838"/>
                  </a:lnTo>
                  <a:lnTo>
                    <a:pt x="140144" y="988123"/>
                  </a:lnTo>
                  <a:lnTo>
                    <a:pt x="12700" y="988123"/>
                  </a:lnTo>
                  <a:lnTo>
                    <a:pt x="12700" y="936688"/>
                  </a:lnTo>
                  <a:lnTo>
                    <a:pt x="819721" y="936688"/>
                  </a:lnTo>
                  <a:lnTo>
                    <a:pt x="819721" y="930973"/>
                  </a:lnTo>
                  <a:lnTo>
                    <a:pt x="12700" y="930973"/>
                  </a:lnTo>
                  <a:lnTo>
                    <a:pt x="12700" y="879538"/>
                  </a:lnTo>
                  <a:lnTo>
                    <a:pt x="819721" y="879538"/>
                  </a:lnTo>
                  <a:lnTo>
                    <a:pt x="819721" y="873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990625" y="3536505"/>
              <a:ext cx="166306" cy="160591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3990619" y="3736540"/>
              <a:ext cx="166370" cy="160655"/>
            </a:xfrm>
            <a:custGeom>
              <a:avLst/>
              <a:gdLst/>
              <a:ahLst/>
              <a:cxnLst/>
              <a:rect l="l" t="t" r="r" b="b"/>
              <a:pathLst>
                <a:path w="166370" h="160654">
                  <a:moveTo>
                    <a:pt x="40005" y="38862"/>
                  </a:moveTo>
                  <a:lnTo>
                    <a:pt x="32854" y="40665"/>
                  </a:lnTo>
                  <a:lnTo>
                    <a:pt x="32854" y="62572"/>
                  </a:lnTo>
                  <a:lnTo>
                    <a:pt x="32854" y="91440"/>
                  </a:lnTo>
                  <a:lnTo>
                    <a:pt x="7137" y="98298"/>
                  </a:lnTo>
                  <a:lnTo>
                    <a:pt x="7137" y="69151"/>
                  </a:lnTo>
                  <a:lnTo>
                    <a:pt x="32854" y="62572"/>
                  </a:lnTo>
                  <a:lnTo>
                    <a:pt x="32854" y="40665"/>
                  </a:lnTo>
                  <a:lnTo>
                    <a:pt x="7137" y="47142"/>
                  </a:lnTo>
                  <a:lnTo>
                    <a:pt x="7137" y="0"/>
                  </a:lnTo>
                  <a:lnTo>
                    <a:pt x="0" y="0"/>
                  </a:lnTo>
                  <a:lnTo>
                    <a:pt x="0" y="121729"/>
                  </a:lnTo>
                  <a:lnTo>
                    <a:pt x="32854" y="113436"/>
                  </a:lnTo>
                  <a:lnTo>
                    <a:pt x="32854" y="160591"/>
                  </a:lnTo>
                  <a:lnTo>
                    <a:pt x="40005" y="160591"/>
                  </a:lnTo>
                  <a:lnTo>
                    <a:pt x="40005" y="113436"/>
                  </a:lnTo>
                  <a:lnTo>
                    <a:pt x="40005" y="98298"/>
                  </a:lnTo>
                  <a:lnTo>
                    <a:pt x="40005" y="62572"/>
                  </a:lnTo>
                  <a:lnTo>
                    <a:pt x="40005" y="47142"/>
                  </a:lnTo>
                  <a:lnTo>
                    <a:pt x="40005" y="38862"/>
                  </a:lnTo>
                  <a:close/>
                </a:path>
                <a:path w="166370" h="160654">
                  <a:moveTo>
                    <a:pt x="131064" y="66103"/>
                  </a:moveTo>
                  <a:lnTo>
                    <a:pt x="128193" y="59143"/>
                  </a:lnTo>
                  <a:lnTo>
                    <a:pt x="128104" y="58953"/>
                  </a:lnTo>
                  <a:lnTo>
                    <a:pt x="122580" y="54381"/>
                  </a:lnTo>
                  <a:lnTo>
                    <a:pt x="122580" y="63715"/>
                  </a:lnTo>
                  <a:lnTo>
                    <a:pt x="122580" y="67335"/>
                  </a:lnTo>
                  <a:lnTo>
                    <a:pt x="90004" y="96583"/>
                  </a:lnTo>
                  <a:lnTo>
                    <a:pt x="73723" y="102196"/>
                  </a:lnTo>
                  <a:lnTo>
                    <a:pt x="69723" y="102006"/>
                  </a:lnTo>
                  <a:lnTo>
                    <a:pt x="65722" y="101625"/>
                  </a:lnTo>
                  <a:lnTo>
                    <a:pt x="63817" y="99910"/>
                  </a:lnTo>
                  <a:lnTo>
                    <a:pt x="64008" y="96862"/>
                  </a:lnTo>
                  <a:lnTo>
                    <a:pt x="90004" y="68580"/>
                  </a:lnTo>
                  <a:lnTo>
                    <a:pt x="111721" y="59143"/>
                  </a:lnTo>
                  <a:lnTo>
                    <a:pt x="117436" y="59715"/>
                  </a:lnTo>
                  <a:lnTo>
                    <a:pt x="120294" y="60096"/>
                  </a:lnTo>
                  <a:lnTo>
                    <a:pt x="122008" y="61429"/>
                  </a:lnTo>
                  <a:lnTo>
                    <a:pt x="122580" y="63715"/>
                  </a:lnTo>
                  <a:lnTo>
                    <a:pt x="122580" y="54381"/>
                  </a:lnTo>
                  <a:lnTo>
                    <a:pt x="121437" y="53428"/>
                  </a:lnTo>
                  <a:lnTo>
                    <a:pt x="116293" y="50571"/>
                  </a:lnTo>
                  <a:lnTo>
                    <a:pt x="110490" y="49428"/>
                  </a:lnTo>
                  <a:lnTo>
                    <a:pt x="104013" y="49999"/>
                  </a:lnTo>
                  <a:lnTo>
                    <a:pt x="65989" y="66611"/>
                  </a:lnTo>
                  <a:lnTo>
                    <a:pt x="55333" y="95631"/>
                  </a:lnTo>
                  <a:lnTo>
                    <a:pt x="58293" y="102768"/>
                  </a:lnTo>
                  <a:lnTo>
                    <a:pt x="65151" y="108292"/>
                  </a:lnTo>
                  <a:lnTo>
                    <a:pt x="70294" y="111150"/>
                  </a:lnTo>
                  <a:lnTo>
                    <a:pt x="76009" y="112293"/>
                  </a:lnTo>
                  <a:lnTo>
                    <a:pt x="82296" y="111721"/>
                  </a:lnTo>
                  <a:lnTo>
                    <a:pt x="90373" y="110820"/>
                  </a:lnTo>
                  <a:lnTo>
                    <a:pt x="98298" y="108648"/>
                  </a:lnTo>
                  <a:lnTo>
                    <a:pt x="106083" y="105244"/>
                  </a:lnTo>
                  <a:lnTo>
                    <a:pt x="111074" y="102196"/>
                  </a:lnTo>
                  <a:lnTo>
                    <a:pt x="113728" y="100584"/>
                  </a:lnTo>
                  <a:lnTo>
                    <a:pt x="120446" y="95008"/>
                  </a:lnTo>
                  <a:lnTo>
                    <a:pt x="125437" y="88861"/>
                  </a:lnTo>
                  <a:lnTo>
                    <a:pt x="128727" y="82143"/>
                  </a:lnTo>
                  <a:lnTo>
                    <a:pt x="130302" y="74866"/>
                  </a:lnTo>
                  <a:lnTo>
                    <a:pt x="131064" y="66103"/>
                  </a:lnTo>
                  <a:close/>
                </a:path>
                <a:path w="166370" h="160654">
                  <a:moveTo>
                    <a:pt x="166306" y="108864"/>
                  </a:moveTo>
                  <a:lnTo>
                    <a:pt x="165544" y="102387"/>
                  </a:lnTo>
                  <a:lnTo>
                    <a:pt x="161925" y="98869"/>
                  </a:lnTo>
                  <a:lnTo>
                    <a:pt x="155448" y="98298"/>
                  </a:lnTo>
                  <a:lnTo>
                    <a:pt x="148780" y="98869"/>
                  </a:lnTo>
                  <a:lnTo>
                    <a:pt x="145161" y="102387"/>
                  </a:lnTo>
                  <a:lnTo>
                    <a:pt x="144589" y="108864"/>
                  </a:lnTo>
                  <a:lnTo>
                    <a:pt x="145161" y="115341"/>
                  </a:lnTo>
                  <a:lnTo>
                    <a:pt x="148780" y="119062"/>
                  </a:lnTo>
                  <a:lnTo>
                    <a:pt x="155448" y="120015"/>
                  </a:lnTo>
                  <a:lnTo>
                    <a:pt x="161925" y="119062"/>
                  </a:lnTo>
                  <a:lnTo>
                    <a:pt x="165544" y="115341"/>
                  </a:lnTo>
                  <a:lnTo>
                    <a:pt x="166306" y="1088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29519" y="3303333"/>
              <a:ext cx="111140" cy="258317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28925" y="3303333"/>
              <a:ext cx="111140" cy="258317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4726203" y="2658119"/>
              <a:ext cx="855344" cy="1331595"/>
            </a:xfrm>
            <a:custGeom>
              <a:avLst/>
              <a:gdLst/>
              <a:ahLst/>
              <a:cxnLst/>
              <a:rect l="l" t="t" r="r" b="b"/>
              <a:pathLst>
                <a:path w="855345" h="1331595">
                  <a:moveTo>
                    <a:pt x="194437" y="1187284"/>
                  </a:moveTo>
                  <a:lnTo>
                    <a:pt x="193675" y="1180807"/>
                  </a:lnTo>
                  <a:lnTo>
                    <a:pt x="190055" y="1177290"/>
                  </a:lnTo>
                  <a:lnTo>
                    <a:pt x="183578" y="1176718"/>
                  </a:lnTo>
                  <a:lnTo>
                    <a:pt x="176911" y="1177290"/>
                  </a:lnTo>
                  <a:lnTo>
                    <a:pt x="173291" y="1180807"/>
                  </a:lnTo>
                  <a:lnTo>
                    <a:pt x="172720" y="1187284"/>
                  </a:lnTo>
                  <a:lnTo>
                    <a:pt x="173291" y="1193761"/>
                  </a:lnTo>
                  <a:lnTo>
                    <a:pt x="176911" y="1197483"/>
                  </a:lnTo>
                  <a:lnTo>
                    <a:pt x="183578" y="1198435"/>
                  </a:lnTo>
                  <a:lnTo>
                    <a:pt x="190055" y="1197483"/>
                  </a:lnTo>
                  <a:lnTo>
                    <a:pt x="193675" y="1193761"/>
                  </a:lnTo>
                  <a:lnTo>
                    <a:pt x="194437" y="1187284"/>
                  </a:lnTo>
                  <a:close/>
                </a:path>
                <a:path w="855345" h="1331595">
                  <a:moveTo>
                    <a:pt x="194437" y="958684"/>
                  </a:moveTo>
                  <a:lnTo>
                    <a:pt x="193675" y="952207"/>
                  </a:lnTo>
                  <a:lnTo>
                    <a:pt x="190055" y="948690"/>
                  </a:lnTo>
                  <a:lnTo>
                    <a:pt x="183578" y="948118"/>
                  </a:lnTo>
                  <a:lnTo>
                    <a:pt x="176911" y="948690"/>
                  </a:lnTo>
                  <a:lnTo>
                    <a:pt x="173291" y="952207"/>
                  </a:lnTo>
                  <a:lnTo>
                    <a:pt x="172720" y="958684"/>
                  </a:lnTo>
                  <a:lnTo>
                    <a:pt x="173291" y="965161"/>
                  </a:lnTo>
                  <a:lnTo>
                    <a:pt x="176911" y="968883"/>
                  </a:lnTo>
                  <a:lnTo>
                    <a:pt x="183578" y="969835"/>
                  </a:lnTo>
                  <a:lnTo>
                    <a:pt x="190055" y="968883"/>
                  </a:lnTo>
                  <a:lnTo>
                    <a:pt x="193675" y="965161"/>
                  </a:lnTo>
                  <a:lnTo>
                    <a:pt x="194437" y="958684"/>
                  </a:lnTo>
                  <a:close/>
                </a:path>
                <a:path w="855345" h="1331595">
                  <a:moveTo>
                    <a:pt x="855268" y="873823"/>
                  </a:moveTo>
                  <a:lnTo>
                    <a:pt x="106705" y="873823"/>
                  </a:lnTo>
                  <a:lnTo>
                    <a:pt x="110718" y="866673"/>
                  </a:lnTo>
                  <a:lnTo>
                    <a:pt x="113957" y="861910"/>
                  </a:lnTo>
                  <a:lnTo>
                    <a:pt x="118046" y="859624"/>
                  </a:lnTo>
                  <a:lnTo>
                    <a:pt x="122999" y="859815"/>
                  </a:lnTo>
                  <a:lnTo>
                    <a:pt x="128143" y="860196"/>
                  </a:lnTo>
                  <a:lnTo>
                    <a:pt x="133477" y="861910"/>
                  </a:lnTo>
                  <a:lnTo>
                    <a:pt x="139001" y="864958"/>
                  </a:lnTo>
                  <a:lnTo>
                    <a:pt x="142430" y="860386"/>
                  </a:lnTo>
                  <a:lnTo>
                    <a:pt x="127571" y="840676"/>
                  </a:lnTo>
                  <a:lnTo>
                    <a:pt x="122809" y="833437"/>
                  </a:lnTo>
                  <a:lnTo>
                    <a:pt x="120332" y="825817"/>
                  </a:lnTo>
                  <a:lnTo>
                    <a:pt x="120142" y="817816"/>
                  </a:lnTo>
                  <a:lnTo>
                    <a:pt x="122364" y="807986"/>
                  </a:lnTo>
                  <a:lnTo>
                    <a:pt x="127000" y="797661"/>
                  </a:lnTo>
                  <a:lnTo>
                    <a:pt x="134073" y="786841"/>
                  </a:lnTo>
                  <a:lnTo>
                    <a:pt x="143573" y="775525"/>
                  </a:lnTo>
                  <a:lnTo>
                    <a:pt x="106718" y="730948"/>
                  </a:lnTo>
                  <a:lnTo>
                    <a:pt x="97002" y="730948"/>
                  </a:lnTo>
                  <a:lnTo>
                    <a:pt x="101587" y="736676"/>
                  </a:lnTo>
                  <a:lnTo>
                    <a:pt x="105359" y="742734"/>
                  </a:lnTo>
                  <a:lnTo>
                    <a:pt x="108305" y="749109"/>
                  </a:lnTo>
                  <a:lnTo>
                    <a:pt x="110426" y="755802"/>
                  </a:lnTo>
                  <a:lnTo>
                    <a:pt x="110502" y="762419"/>
                  </a:lnTo>
                  <a:lnTo>
                    <a:pt x="109575" y="768807"/>
                  </a:lnTo>
                  <a:lnTo>
                    <a:pt x="87858" y="801243"/>
                  </a:lnTo>
                  <a:lnTo>
                    <a:pt x="123863" y="848106"/>
                  </a:lnTo>
                  <a:lnTo>
                    <a:pt x="123863" y="848677"/>
                  </a:lnTo>
                  <a:lnTo>
                    <a:pt x="117195" y="845058"/>
                  </a:lnTo>
                  <a:lnTo>
                    <a:pt x="111290" y="843241"/>
                  </a:lnTo>
                  <a:lnTo>
                    <a:pt x="106146" y="843241"/>
                  </a:lnTo>
                  <a:lnTo>
                    <a:pt x="97269" y="844588"/>
                  </a:lnTo>
                  <a:lnTo>
                    <a:pt x="90639" y="848321"/>
                  </a:lnTo>
                  <a:lnTo>
                    <a:pt x="86271" y="854443"/>
                  </a:lnTo>
                  <a:lnTo>
                    <a:pt x="84137" y="862965"/>
                  </a:lnTo>
                  <a:lnTo>
                    <a:pt x="85369" y="869467"/>
                  </a:lnTo>
                  <a:lnTo>
                    <a:pt x="86995" y="873823"/>
                  </a:lnTo>
                  <a:lnTo>
                    <a:pt x="12700" y="87382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873823"/>
                  </a:lnTo>
                  <a:lnTo>
                    <a:pt x="0" y="873823"/>
                  </a:lnTo>
                  <a:lnTo>
                    <a:pt x="0" y="879538"/>
                  </a:lnTo>
                  <a:lnTo>
                    <a:pt x="4127" y="879538"/>
                  </a:lnTo>
                  <a:lnTo>
                    <a:pt x="4127" y="930973"/>
                  </a:lnTo>
                  <a:lnTo>
                    <a:pt x="0" y="930973"/>
                  </a:lnTo>
                  <a:lnTo>
                    <a:pt x="0" y="936688"/>
                  </a:lnTo>
                  <a:lnTo>
                    <a:pt x="4127" y="936688"/>
                  </a:lnTo>
                  <a:lnTo>
                    <a:pt x="4127" y="988123"/>
                  </a:lnTo>
                  <a:lnTo>
                    <a:pt x="0" y="988123"/>
                  </a:lnTo>
                  <a:lnTo>
                    <a:pt x="0" y="993838"/>
                  </a:lnTo>
                  <a:lnTo>
                    <a:pt x="4127" y="993838"/>
                  </a:lnTo>
                  <a:lnTo>
                    <a:pt x="4127" y="1045273"/>
                  </a:lnTo>
                  <a:lnTo>
                    <a:pt x="0" y="1045273"/>
                  </a:lnTo>
                  <a:lnTo>
                    <a:pt x="0" y="1050988"/>
                  </a:lnTo>
                  <a:lnTo>
                    <a:pt x="4127" y="1050988"/>
                  </a:lnTo>
                  <a:lnTo>
                    <a:pt x="4127" y="1102423"/>
                  </a:lnTo>
                  <a:lnTo>
                    <a:pt x="0" y="1102423"/>
                  </a:lnTo>
                  <a:lnTo>
                    <a:pt x="0" y="1108138"/>
                  </a:lnTo>
                  <a:lnTo>
                    <a:pt x="4127" y="1108138"/>
                  </a:lnTo>
                  <a:lnTo>
                    <a:pt x="12700" y="1108138"/>
                  </a:lnTo>
                  <a:lnTo>
                    <a:pt x="84137" y="1108138"/>
                  </a:lnTo>
                  <a:lnTo>
                    <a:pt x="84137" y="1155992"/>
                  </a:lnTo>
                  <a:lnTo>
                    <a:pt x="67627" y="1155992"/>
                  </a:lnTo>
                  <a:lnTo>
                    <a:pt x="67627" y="1163142"/>
                  </a:lnTo>
                  <a:lnTo>
                    <a:pt x="84137" y="1163142"/>
                  </a:lnTo>
                  <a:lnTo>
                    <a:pt x="84137" y="1167980"/>
                  </a:lnTo>
                  <a:lnTo>
                    <a:pt x="83477" y="1174051"/>
                  </a:lnTo>
                  <a:lnTo>
                    <a:pt x="84137" y="1175651"/>
                  </a:lnTo>
                  <a:lnTo>
                    <a:pt x="84137" y="1331023"/>
                  </a:lnTo>
                  <a:lnTo>
                    <a:pt x="94145" y="1331023"/>
                  </a:lnTo>
                  <a:lnTo>
                    <a:pt x="94145" y="1187196"/>
                  </a:lnTo>
                  <a:lnTo>
                    <a:pt x="98425" y="1189570"/>
                  </a:lnTo>
                  <a:lnTo>
                    <a:pt x="104140" y="1190713"/>
                  </a:lnTo>
                  <a:lnTo>
                    <a:pt x="110426" y="1190142"/>
                  </a:lnTo>
                  <a:lnTo>
                    <a:pt x="118503" y="1189240"/>
                  </a:lnTo>
                  <a:lnTo>
                    <a:pt x="126428" y="1187069"/>
                  </a:lnTo>
                  <a:lnTo>
                    <a:pt x="134226" y="1183665"/>
                  </a:lnTo>
                  <a:lnTo>
                    <a:pt x="139204" y="1180617"/>
                  </a:lnTo>
                  <a:lnTo>
                    <a:pt x="141859" y="1179004"/>
                  </a:lnTo>
                  <a:lnTo>
                    <a:pt x="148577" y="1173429"/>
                  </a:lnTo>
                  <a:lnTo>
                    <a:pt x="153581" y="1167282"/>
                  </a:lnTo>
                  <a:lnTo>
                    <a:pt x="155600" y="1163142"/>
                  </a:lnTo>
                  <a:lnTo>
                    <a:pt x="178765" y="1163142"/>
                  </a:lnTo>
                  <a:lnTo>
                    <a:pt x="178765" y="1155992"/>
                  </a:lnTo>
                  <a:lnTo>
                    <a:pt x="157848" y="1155992"/>
                  </a:lnTo>
                  <a:lnTo>
                    <a:pt x="158432" y="1153287"/>
                  </a:lnTo>
                  <a:lnTo>
                    <a:pt x="159194" y="1144524"/>
                  </a:lnTo>
                  <a:lnTo>
                    <a:pt x="156324" y="1137564"/>
                  </a:lnTo>
                  <a:lnTo>
                    <a:pt x="156248" y="1137373"/>
                  </a:lnTo>
                  <a:lnTo>
                    <a:pt x="150723" y="1132801"/>
                  </a:lnTo>
                  <a:lnTo>
                    <a:pt x="150723" y="1142136"/>
                  </a:lnTo>
                  <a:lnTo>
                    <a:pt x="150723" y="1145755"/>
                  </a:lnTo>
                  <a:lnTo>
                    <a:pt x="148717" y="1149946"/>
                  </a:lnTo>
                  <a:lnTo>
                    <a:pt x="144716" y="1154709"/>
                  </a:lnTo>
                  <a:lnTo>
                    <a:pt x="143230" y="1155992"/>
                  </a:lnTo>
                  <a:lnTo>
                    <a:pt x="135001" y="1155992"/>
                  </a:lnTo>
                  <a:lnTo>
                    <a:pt x="135001" y="1163142"/>
                  </a:lnTo>
                  <a:lnTo>
                    <a:pt x="101854" y="1180617"/>
                  </a:lnTo>
                  <a:lnTo>
                    <a:pt x="97853" y="1180426"/>
                  </a:lnTo>
                  <a:lnTo>
                    <a:pt x="94145" y="1180084"/>
                  </a:lnTo>
                  <a:lnTo>
                    <a:pt x="94145" y="1168882"/>
                  </a:lnTo>
                  <a:lnTo>
                    <a:pt x="96431" y="1164996"/>
                  </a:lnTo>
                  <a:lnTo>
                    <a:pt x="98132" y="1163142"/>
                  </a:lnTo>
                  <a:lnTo>
                    <a:pt x="135001" y="1163142"/>
                  </a:lnTo>
                  <a:lnTo>
                    <a:pt x="135001" y="1155992"/>
                  </a:lnTo>
                  <a:lnTo>
                    <a:pt x="105829" y="1155992"/>
                  </a:lnTo>
                  <a:lnTo>
                    <a:pt x="112331" y="1150708"/>
                  </a:lnTo>
                  <a:lnTo>
                    <a:pt x="118148" y="1147000"/>
                  </a:lnTo>
                  <a:lnTo>
                    <a:pt x="125577" y="1143000"/>
                  </a:lnTo>
                  <a:lnTo>
                    <a:pt x="133197" y="1139190"/>
                  </a:lnTo>
                  <a:lnTo>
                    <a:pt x="139865" y="1137564"/>
                  </a:lnTo>
                  <a:lnTo>
                    <a:pt x="145580" y="1138135"/>
                  </a:lnTo>
                  <a:lnTo>
                    <a:pt x="148437" y="1138516"/>
                  </a:lnTo>
                  <a:lnTo>
                    <a:pt x="150152" y="1139850"/>
                  </a:lnTo>
                  <a:lnTo>
                    <a:pt x="150723" y="1142136"/>
                  </a:lnTo>
                  <a:lnTo>
                    <a:pt x="150723" y="1132801"/>
                  </a:lnTo>
                  <a:lnTo>
                    <a:pt x="149580" y="1131849"/>
                  </a:lnTo>
                  <a:lnTo>
                    <a:pt x="144437" y="1128991"/>
                  </a:lnTo>
                  <a:lnTo>
                    <a:pt x="138620" y="1127848"/>
                  </a:lnTo>
                  <a:lnTo>
                    <a:pt x="132143" y="1128420"/>
                  </a:lnTo>
                  <a:lnTo>
                    <a:pt x="94145" y="1145019"/>
                  </a:lnTo>
                  <a:lnTo>
                    <a:pt x="94145" y="1108138"/>
                  </a:lnTo>
                  <a:lnTo>
                    <a:pt x="855268" y="1108138"/>
                  </a:lnTo>
                  <a:lnTo>
                    <a:pt x="855268" y="1102423"/>
                  </a:lnTo>
                  <a:lnTo>
                    <a:pt x="94145" y="1102423"/>
                  </a:lnTo>
                  <a:lnTo>
                    <a:pt x="94145" y="1050988"/>
                  </a:lnTo>
                  <a:lnTo>
                    <a:pt x="855268" y="1050988"/>
                  </a:lnTo>
                  <a:lnTo>
                    <a:pt x="855268" y="1045273"/>
                  </a:lnTo>
                  <a:lnTo>
                    <a:pt x="94145" y="1045273"/>
                  </a:lnTo>
                  <a:lnTo>
                    <a:pt x="94145" y="993838"/>
                  </a:lnTo>
                  <a:lnTo>
                    <a:pt x="855268" y="993838"/>
                  </a:lnTo>
                  <a:lnTo>
                    <a:pt x="855268" y="988123"/>
                  </a:lnTo>
                  <a:lnTo>
                    <a:pt x="122478" y="988123"/>
                  </a:lnTo>
                  <a:lnTo>
                    <a:pt x="126428" y="987044"/>
                  </a:lnTo>
                  <a:lnTo>
                    <a:pt x="134226" y="983640"/>
                  </a:lnTo>
                  <a:lnTo>
                    <a:pt x="139204" y="980592"/>
                  </a:lnTo>
                  <a:lnTo>
                    <a:pt x="141859" y="978979"/>
                  </a:lnTo>
                  <a:lnTo>
                    <a:pt x="159194" y="944499"/>
                  </a:lnTo>
                  <a:lnTo>
                    <a:pt x="156324" y="937539"/>
                  </a:lnTo>
                  <a:lnTo>
                    <a:pt x="156248" y="937348"/>
                  </a:lnTo>
                  <a:lnTo>
                    <a:pt x="155448" y="936688"/>
                  </a:lnTo>
                  <a:lnTo>
                    <a:pt x="855268" y="936688"/>
                  </a:lnTo>
                  <a:lnTo>
                    <a:pt x="855268" y="930973"/>
                  </a:lnTo>
                  <a:lnTo>
                    <a:pt x="150723" y="930973"/>
                  </a:lnTo>
                  <a:lnTo>
                    <a:pt x="150723" y="942111"/>
                  </a:lnTo>
                  <a:lnTo>
                    <a:pt x="150723" y="945730"/>
                  </a:lnTo>
                  <a:lnTo>
                    <a:pt x="118148" y="974979"/>
                  </a:lnTo>
                  <a:lnTo>
                    <a:pt x="101854" y="980592"/>
                  </a:lnTo>
                  <a:lnTo>
                    <a:pt x="97853" y="980401"/>
                  </a:lnTo>
                  <a:lnTo>
                    <a:pt x="95859" y="980224"/>
                  </a:lnTo>
                  <a:lnTo>
                    <a:pt x="95859" y="988123"/>
                  </a:lnTo>
                  <a:lnTo>
                    <a:pt x="94145" y="988123"/>
                  </a:lnTo>
                  <a:lnTo>
                    <a:pt x="94145" y="987171"/>
                  </a:lnTo>
                  <a:lnTo>
                    <a:pt x="95859" y="988123"/>
                  </a:lnTo>
                  <a:lnTo>
                    <a:pt x="95859" y="980224"/>
                  </a:lnTo>
                  <a:lnTo>
                    <a:pt x="94145" y="980059"/>
                  </a:lnTo>
                  <a:lnTo>
                    <a:pt x="94145" y="970978"/>
                  </a:lnTo>
                  <a:lnTo>
                    <a:pt x="93167" y="970978"/>
                  </a:lnTo>
                  <a:lnTo>
                    <a:pt x="125577" y="942975"/>
                  </a:lnTo>
                  <a:lnTo>
                    <a:pt x="139865" y="937539"/>
                  </a:lnTo>
                  <a:lnTo>
                    <a:pt x="145580" y="938110"/>
                  </a:lnTo>
                  <a:lnTo>
                    <a:pt x="148437" y="938491"/>
                  </a:lnTo>
                  <a:lnTo>
                    <a:pt x="150152" y="939825"/>
                  </a:lnTo>
                  <a:lnTo>
                    <a:pt x="150723" y="942111"/>
                  </a:lnTo>
                  <a:lnTo>
                    <a:pt x="150723" y="930973"/>
                  </a:lnTo>
                  <a:lnTo>
                    <a:pt x="148043" y="930973"/>
                  </a:lnTo>
                  <a:lnTo>
                    <a:pt x="144437" y="928966"/>
                  </a:lnTo>
                  <a:lnTo>
                    <a:pt x="138620" y="927823"/>
                  </a:lnTo>
                  <a:lnTo>
                    <a:pt x="132143" y="928395"/>
                  </a:lnTo>
                  <a:lnTo>
                    <a:pt x="123964" y="929309"/>
                  </a:lnTo>
                  <a:lnTo>
                    <a:pt x="117817" y="930973"/>
                  </a:lnTo>
                  <a:lnTo>
                    <a:pt x="105333" y="930973"/>
                  </a:lnTo>
                  <a:lnTo>
                    <a:pt x="105333" y="936688"/>
                  </a:lnTo>
                  <a:lnTo>
                    <a:pt x="100711" y="939546"/>
                  </a:lnTo>
                  <a:lnTo>
                    <a:pt x="94119" y="945007"/>
                  </a:lnTo>
                  <a:lnTo>
                    <a:pt x="89217" y="951115"/>
                  </a:lnTo>
                  <a:lnTo>
                    <a:pt x="85979" y="957872"/>
                  </a:lnTo>
                  <a:lnTo>
                    <a:pt x="84429" y="965263"/>
                  </a:lnTo>
                  <a:lnTo>
                    <a:pt x="83477" y="974026"/>
                  </a:lnTo>
                  <a:lnTo>
                    <a:pt x="84137" y="975626"/>
                  </a:lnTo>
                  <a:lnTo>
                    <a:pt x="84137" y="988123"/>
                  </a:lnTo>
                  <a:lnTo>
                    <a:pt x="84137" y="993838"/>
                  </a:lnTo>
                  <a:lnTo>
                    <a:pt x="84137" y="1045273"/>
                  </a:lnTo>
                  <a:lnTo>
                    <a:pt x="84137" y="1050988"/>
                  </a:lnTo>
                  <a:lnTo>
                    <a:pt x="84137" y="1102423"/>
                  </a:lnTo>
                  <a:lnTo>
                    <a:pt x="12700" y="1102423"/>
                  </a:lnTo>
                  <a:lnTo>
                    <a:pt x="12700" y="1050988"/>
                  </a:lnTo>
                  <a:lnTo>
                    <a:pt x="84137" y="1050988"/>
                  </a:lnTo>
                  <a:lnTo>
                    <a:pt x="84137" y="1045273"/>
                  </a:lnTo>
                  <a:lnTo>
                    <a:pt x="12700" y="1045273"/>
                  </a:lnTo>
                  <a:lnTo>
                    <a:pt x="12700" y="993838"/>
                  </a:lnTo>
                  <a:lnTo>
                    <a:pt x="84137" y="993838"/>
                  </a:lnTo>
                  <a:lnTo>
                    <a:pt x="84137" y="988123"/>
                  </a:lnTo>
                  <a:lnTo>
                    <a:pt x="12700" y="988123"/>
                  </a:lnTo>
                  <a:lnTo>
                    <a:pt x="12700" y="936688"/>
                  </a:lnTo>
                  <a:lnTo>
                    <a:pt x="105333" y="936688"/>
                  </a:lnTo>
                  <a:lnTo>
                    <a:pt x="105333" y="930973"/>
                  </a:lnTo>
                  <a:lnTo>
                    <a:pt x="12700" y="930973"/>
                  </a:lnTo>
                  <a:lnTo>
                    <a:pt x="12700" y="879538"/>
                  </a:lnTo>
                  <a:lnTo>
                    <a:pt x="89979" y="879538"/>
                  </a:lnTo>
                  <a:lnTo>
                    <a:pt x="90944" y="881176"/>
                  </a:lnTo>
                  <a:lnTo>
                    <a:pt x="95288" y="886396"/>
                  </a:lnTo>
                  <a:lnTo>
                    <a:pt x="115862" y="904392"/>
                  </a:lnTo>
                  <a:lnTo>
                    <a:pt x="118999" y="899820"/>
                  </a:lnTo>
                  <a:lnTo>
                    <a:pt x="115379" y="896962"/>
                  </a:lnTo>
                  <a:lnTo>
                    <a:pt x="112141" y="892492"/>
                  </a:lnTo>
                  <a:lnTo>
                    <a:pt x="109283" y="886396"/>
                  </a:lnTo>
                  <a:lnTo>
                    <a:pt x="106235" y="880300"/>
                  </a:lnTo>
                  <a:lnTo>
                    <a:pt x="106286" y="879538"/>
                  </a:lnTo>
                  <a:lnTo>
                    <a:pt x="855268" y="879538"/>
                  </a:lnTo>
                  <a:lnTo>
                    <a:pt x="855268" y="873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93239" y="3303333"/>
              <a:ext cx="111140" cy="258317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92644" y="3303333"/>
              <a:ext cx="111140" cy="258317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5581472" y="2658119"/>
              <a:ext cx="763905" cy="1360170"/>
            </a:xfrm>
            <a:custGeom>
              <a:avLst/>
              <a:gdLst/>
              <a:ahLst/>
              <a:cxnLst/>
              <a:rect l="l" t="t" r="r" b="b"/>
              <a:pathLst>
                <a:path w="763904" h="1360170">
                  <a:moveTo>
                    <a:pt x="763714" y="873823"/>
                  </a:moveTo>
                  <a:lnTo>
                    <a:pt x="131013" y="873823"/>
                  </a:lnTo>
                  <a:lnTo>
                    <a:pt x="127571" y="869251"/>
                  </a:lnTo>
                  <a:lnTo>
                    <a:pt x="122809" y="862012"/>
                  </a:lnTo>
                  <a:lnTo>
                    <a:pt x="120332" y="854392"/>
                  </a:lnTo>
                  <a:lnTo>
                    <a:pt x="120142" y="846391"/>
                  </a:lnTo>
                  <a:lnTo>
                    <a:pt x="122351" y="836561"/>
                  </a:lnTo>
                  <a:lnTo>
                    <a:pt x="127000" y="826236"/>
                  </a:lnTo>
                  <a:lnTo>
                    <a:pt x="134073" y="815416"/>
                  </a:lnTo>
                  <a:lnTo>
                    <a:pt x="143573" y="804100"/>
                  </a:lnTo>
                  <a:lnTo>
                    <a:pt x="106718" y="759523"/>
                  </a:lnTo>
                  <a:lnTo>
                    <a:pt x="97002" y="759523"/>
                  </a:lnTo>
                  <a:lnTo>
                    <a:pt x="101587" y="765251"/>
                  </a:lnTo>
                  <a:lnTo>
                    <a:pt x="105359" y="771309"/>
                  </a:lnTo>
                  <a:lnTo>
                    <a:pt x="108305" y="777684"/>
                  </a:lnTo>
                  <a:lnTo>
                    <a:pt x="110426" y="784377"/>
                  </a:lnTo>
                  <a:lnTo>
                    <a:pt x="110502" y="790994"/>
                  </a:lnTo>
                  <a:lnTo>
                    <a:pt x="109575" y="797382"/>
                  </a:lnTo>
                  <a:lnTo>
                    <a:pt x="87858" y="829818"/>
                  </a:lnTo>
                  <a:lnTo>
                    <a:pt x="121666" y="873823"/>
                  </a:lnTo>
                  <a:lnTo>
                    <a:pt x="117538" y="873823"/>
                  </a:lnTo>
                  <a:lnTo>
                    <a:pt x="117195" y="873633"/>
                  </a:lnTo>
                  <a:lnTo>
                    <a:pt x="111290" y="871816"/>
                  </a:lnTo>
                  <a:lnTo>
                    <a:pt x="106146" y="871816"/>
                  </a:lnTo>
                  <a:lnTo>
                    <a:pt x="97269" y="873163"/>
                  </a:lnTo>
                  <a:lnTo>
                    <a:pt x="96088" y="873823"/>
                  </a:lnTo>
                  <a:lnTo>
                    <a:pt x="12700" y="87382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873823"/>
                  </a:lnTo>
                  <a:lnTo>
                    <a:pt x="0" y="873823"/>
                  </a:lnTo>
                  <a:lnTo>
                    <a:pt x="0" y="879538"/>
                  </a:lnTo>
                  <a:lnTo>
                    <a:pt x="4127" y="879538"/>
                  </a:lnTo>
                  <a:lnTo>
                    <a:pt x="4127" y="930973"/>
                  </a:lnTo>
                  <a:lnTo>
                    <a:pt x="0" y="930973"/>
                  </a:lnTo>
                  <a:lnTo>
                    <a:pt x="0" y="936688"/>
                  </a:lnTo>
                  <a:lnTo>
                    <a:pt x="4127" y="936688"/>
                  </a:lnTo>
                  <a:lnTo>
                    <a:pt x="4127" y="988123"/>
                  </a:lnTo>
                  <a:lnTo>
                    <a:pt x="0" y="988123"/>
                  </a:lnTo>
                  <a:lnTo>
                    <a:pt x="0" y="993838"/>
                  </a:lnTo>
                  <a:lnTo>
                    <a:pt x="4127" y="993838"/>
                  </a:lnTo>
                  <a:lnTo>
                    <a:pt x="4127" y="1045273"/>
                  </a:lnTo>
                  <a:lnTo>
                    <a:pt x="0" y="1045273"/>
                  </a:lnTo>
                  <a:lnTo>
                    <a:pt x="0" y="1050988"/>
                  </a:lnTo>
                  <a:lnTo>
                    <a:pt x="4127" y="1050988"/>
                  </a:lnTo>
                  <a:lnTo>
                    <a:pt x="4127" y="1102423"/>
                  </a:lnTo>
                  <a:lnTo>
                    <a:pt x="0" y="1102423"/>
                  </a:lnTo>
                  <a:lnTo>
                    <a:pt x="0" y="1108138"/>
                  </a:lnTo>
                  <a:lnTo>
                    <a:pt x="4127" y="1108138"/>
                  </a:lnTo>
                  <a:lnTo>
                    <a:pt x="12700" y="1108138"/>
                  </a:lnTo>
                  <a:lnTo>
                    <a:pt x="84137" y="1108138"/>
                  </a:lnTo>
                  <a:lnTo>
                    <a:pt x="84137" y="1155992"/>
                  </a:lnTo>
                  <a:lnTo>
                    <a:pt x="67614" y="1155992"/>
                  </a:lnTo>
                  <a:lnTo>
                    <a:pt x="67614" y="1163142"/>
                  </a:lnTo>
                  <a:lnTo>
                    <a:pt x="84137" y="1163142"/>
                  </a:lnTo>
                  <a:lnTo>
                    <a:pt x="84137" y="1359598"/>
                  </a:lnTo>
                  <a:lnTo>
                    <a:pt x="94145" y="1359598"/>
                  </a:lnTo>
                  <a:lnTo>
                    <a:pt x="94145" y="1163142"/>
                  </a:lnTo>
                  <a:lnTo>
                    <a:pt x="178765" y="1163142"/>
                  </a:lnTo>
                  <a:lnTo>
                    <a:pt x="178765" y="1155992"/>
                  </a:lnTo>
                  <a:lnTo>
                    <a:pt x="94145" y="1155992"/>
                  </a:lnTo>
                  <a:lnTo>
                    <a:pt x="94145" y="1108138"/>
                  </a:lnTo>
                  <a:lnTo>
                    <a:pt x="763714" y="1108138"/>
                  </a:lnTo>
                  <a:lnTo>
                    <a:pt x="763714" y="1102423"/>
                  </a:lnTo>
                  <a:lnTo>
                    <a:pt x="94145" y="1102423"/>
                  </a:lnTo>
                  <a:lnTo>
                    <a:pt x="94145" y="1050988"/>
                  </a:lnTo>
                  <a:lnTo>
                    <a:pt x="763714" y="1050988"/>
                  </a:lnTo>
                  <a:lnTo>
                    <a:pt x="763714" y="1045273"/>
                  </a:lnTo>
                  <a:lnTo>
                    <a:pt x="94145" y="1045273"/>
                  </a:lnTo>
                  <a:lnTo>
                    <a:pt x="94145" y="999553"/>
                  </a:lnTo>
                  <a:lnTo>
                    <a:pt x="84137" y="999553"/>
                  </a:lnTo>
                  <a:lnTo>
                    <a:pt x="84137" y="1045273"/>
                  </a:lnTo>
                  <a:lnTo>
                    <a:pt x="84137" y="1050988"/>
                  </a:lnTo>
                  <a:lnTo>
                    <a:pt x="84137" y="1102423"/>
                  </a:lnTo>
                  <a:lnTo>
                    <a:pt x="12700" y="1102423"/>
                  </a:lnTo>
                  <a:lnTo>
                    <a:pt x="12700" y="1050988"/>
                  </a:lnTo>
                  <a:lnTo>
                    <a:pt x="84137" y="1050988"/>
                  </a:lnTo>
                  <a:lnTo>
                    <a:pt x="84137" y="1045273"/>
                  </a:lnTo>
                  <a:lnTo>
                    <a:pt x="12700" y="1045273"/>
                  </a:lnTo>
                  <a:lnTo>
                    <a:pt x="12700" y="993838"/>
                  </a:lnTo>
                  <a:lnTo>
                    <a:pt x="763714" y="993838"/>
                  </a:lnTo>
                  <a:lnTo>
                    <a:pt x="763714" y="988123"/>
                  </a:lnTo>
                  <a:lnTo>
                    <a:pt x="12700" y="988123"/>
                  </a:lnTo>
                  <a:lnTo>
                    <a:pt x="12700" y="936688"/>
                  </a:lnTo>
                  <a:lnTo>
                    <a:pt x="763714" y="936688"/>
                  </a:lnTo>
                  <a:lnTo>
                    <a:pt x="763714" y="930973"/>
                  </a:lnTo>
                  <a:lnTo>
                    <a:pt x="117221" y="930973"/>
                  </a:lnTo>
                  <a:lnTo>
                    <a:pt x="118999" y="928395"/>
                  </a:lnTo>
                  <a:lnTo>
                    <a:pt x="115379" y="925537"/>
                  </a:lnTo>
                  <a:lnTo>
                    <a:pt x="113576" y="923048"/>
                  </a:lnTo>
                  <a:lnTo>
                    <a:pt x="113576" y="930973"/>
                  </a:lnTo>
                  <a:lnTo>
                    <a:pt x="12700" y="930973"/>
                  </a:lnTo>
                  <a:lnTo>
                    <a:pt x="12700" y="879538"/>
                  </a:lnTo>
                  <a:lnTo>
                    <a:pt x="88747" y="879538"/>
                  </a:lnTo>
                  <a:lnTo>
                    <a:pt x="86258" y="883018"/>
                  </a:lnTo>
                  <a:lnTo>
                    <a:pt x="84137" y="891540"/>
                  </a:lnTo>
                  <a:lnTo>
                    <a:pt x="113576" y="930973"/>
                  </a:lnTo>
                  <a:lnTo>
                    <a:pt x="113576" y="923048"/>
                  </a:lnTo>
                  <a:lnTo>
                    <a:pt x="112141" y="921067"/>
                  </a:lnTo>
                  <a:lnTo>
                    <a:pt x="109283" y="914971"/>
                  </a:lnTo>
                  <a:lnTo>
                    <a:pt x="106235" y="908875"/>
                  </a:lnTo>
                  <a:lnTo>
                    <a:pt x="106718" y="902296"/>
                  </a:lnTo>
                  <a:lnTo>
                    <a:pt x="110718" y="895248"/>
                  </a:lnTo>
                  <a:lnTo>
                    <a:pt x="113957" y="890485"/>
                  </a:lnTo>
                  <a:lnTo>
                    <a:pt x="118046" y="888199"/>
                  </a:lnTo>
                  <a:lnTo>
                    <a:pt x="122999" y="888390"/>
                  </a:lnTo>
                  <a:lnTo>
                    <a:pt x="128143" y="888771"/>
                  </a:lnTo>
                  <a:lnTo>
                    <a:pt x="133477" y="890485"/>
                  </a:lnTo>
                  <a:lnTo>
                    <a:pt x="139001" y="893533"/>
                  </a:lnTo>
                  <a:lnTo>
                    <a:pt x="142430" y="888961"/>
                  </a:lnTo>
                  <a:lnTo>
                    <a:pt x="135318" y="879538"/>
                  </a:lnTo>
                  <a:lnTo>
                    <a:pt x="763714" y="879538"/>
                  </a:lnTo>
                  <a:lnTo>
                    <a:pt x="763714" y="873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664949" y="3614515"/>
              <a:ext cx="110966" cy="70580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5664949" y="3814543"/>
              <a:ext cx="111125" cy="62865"/>
            </a:xfrm>
            <a:custGeom>
              <a:avLst/>
              <a:gdLst/>
              <a:ahLst/>
              <a:cxnLst/>
              <a:rect l="l" t="t" r="r" b="b"/>
              <a:pathLst>
                <a:path w="111125" h="62864">
                  <a:moveTo>
                    <a:pt x="75717" y="16675"/>
                  </a:moveTo>
                  <a:lnTo>
                    <a:pt x="72847" y="9715"/>
                  </a:lnTo>
                  <a:lnTo>
                    <a:pt x="72771" y="9525"/>
                  </a:lnTo>
                  <a:lnTo>
                    <a:pt x="67246" y="4953"/>
                  </a:lnTo>
                  <a:lnTo>
                    <a:pt x="67246" y="14287"/>
                  </a:lnTo>
                  <a:lnTo>
                    <a:pt x="67246" y="17907"/>
                  </a:lnTo>
                  <a:lnTo>
                    <a:pt x="65239" y="22098"/>
                  </a:lnTo>
                  <a:lnTo>
                    <a:pt x="34671" y="47155"/>
                  </a:lnTo>
                  <a:lnTo>
                    <a:pt x="18376" y="52768"/>
                  </a:lnTo>
                  <a:lnTo>
                    <a:pt x="14376" y="52578"/>
                  </a:lnTo>
                  <a:lnTo>
                    <a:pt x="10375" y="52197"/>
                  </a:lnTo>
                  <a:lnTo>
                    <a:pt x="8470" y="50482"/>
                  </a:lnTo>
                  <a:lnTo>
                    <a:pt x="8661" y="47434"/>
                  </a:lnTo>
                  <a:lnTo>
                    <a:pt x="34671" y="19151"/>
                  </a:lnTo>
                  <a:lnTo>
                    <a:pt x="56388" y="9715"/>
                  </a:lnTo>
                  <a:lnTo>
                    <a:pt x="62103" y="10287"/>
                  </a:lnTo>
                  <a:lnTo>
                    <a:pt x="64960" y="10668"/>
                  </a:lnTo>
                  <a:lnTo>
                    <a:pt x="66675" y="12001"/>
                  </a:lnTo>
                  <a:lnTo>
                    <a:pt x="67246" y="14287"/>
                  </a:lnTo>
                  <a:lnTo>
                    <a:pt x="67246" y="4953"/>
                  </a:lnTo>
                  <a:lnTo>
                    <a:pt x="66103" y="4000"/>
                  </a:lnTo>
                  <a:lnTo>
                    <a:pt x="60960" y="1143"/>
                  </a:lnTo>
                  <a:lnTo>
                    <a:pt x="55143" y="0"/>
                  </a:lnTo>
                  <a:lnTo>
                    <a:pt x="48666" y="571"/>
                  </a:lnTo>
                  <a:lnTo>
                    <a:pt x="10642" y="17183"/>
                  </a:lnTo>
                  <a:lnTo>
                    <a:pt x="0" y="46202"/>
                  </a:lnTo>
                  <a:lnTo>
                    <a:pt x="2946" y="53340"/>
                  </a:lnTo>
                  <a:lnTo>
                    <a:pt x="9804" y="58864"/>
                  </a:lnTo>
                  <a:lnTo>
                    <a:pt x="14947" y="61722"/>
                  </a:lnTo>
                  <a:lnTo>
                    <a:pt x="20662" y="62865"/>
                  </a:lnTo>
                  <a:lnTo>
                    <a:pt x="26949" y="62293"/>
                  </a:lnTo>
                  <a:lnTo>
                    <a:pt x="35026" y="61391"/>
                  </a:lnTo>
                  <a:lnTo>
                    <a:pt x="42951" y="59220"/>
                  </a:lnTo>
                  <a:lnTo>
                    <a:pt x="50736" y="55816"/>
                  </a:lnTo>
                  <a:lnTo>
                    <a:pt x="55727" y="52768"/>
                  </a:lnTo>
                  <a:lnTo>
                    <a:pt x="58381" y="51155"/>
                  </a:lnTo>
                  <a:lnTo>
                    <a:pt x="65100" y="45580"/>
                  </a:lnTo>
                  <a:lnTo>
                    <a:pt x="70104" y="39433"/>
                  </a:lnTo>
                  <a:lnTo>
                    <a:pt x="73380" y="32715"/>
                  </a:lnTo>
                  <a:lnTo>
                    <a:pt x="74955" y="25438"/>
                  </a:lnTo>
                  <a:lnTo>
                    <a:pt x="75717" y="16675"/>
                  </a:lnTo>
                  <a:close/>
                </a:path>
                <a:path w="111125" h="62864">
                  <a:moveTo>
                    <a:pt x="110959" y="30861"/>
                  </a:moveTo>
                  <a:lnTo>
                    <a:pt x="110197" y="24384"/>
                  </a:lnTo>
                  <a:lnTo>
                    <a:pt x="106578" y="20866"/>
                  </a:lnTo>
                  <a:lnTo>
                    <a:pt x="100101" y="20294"/>
                  </a:lnTo>
                  <a:lnTo>
                    <a:pt x="93433" y="20866"/>
                  </a:lnTo>
                  <a:lnTo>
                    <a:pt x="89814" y="24384"/>
                  </a:lnTo>
                  <a:lnTo>
                    <a:pt x="89242" y="30861"/>
                  </a:lnTo>
                  <a:lnTo>
                    <a:pt x="89814" y="37338"/>
                  </a:lnTo>
                  <a:lnTo>
                    <a:pt x="93433" y="41059"/>
                  </a:lnTo>
                  <a:lnTo>
                    <a:pt x="100101" y="42011"/>
                  </a:lnTo>
                  <a:lnTo>
                    <a:pt x="106578" y="41059"/>
                  </a:lnTo>
                  <a:lnTo>
                    <a:pt x="110197" y="37338"/>
                  </a:lnTo>
                  <a:lnTo>
                    <a:pt x="110959" y="308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865021" y="3331908"/>
              <a:ext cx="74294" cy="286892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064427" y="3331908"/>
              <a:ext cx="74294" cy="286892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6345187" y="2658119"/>
              <a:ext cx="923290" cy="1360170"/>
            </a:xfrm>
            <a:custGeom>
              <a:avLst/>
              <a:gdLst/>
              <a:ahLst/>
              <a:cxnLst/>
              <a:rect l="l" t="t" r="r" b="b"/>
              <a:pathLst>
                <a:path w="923290" h="1360170">
                  <a:moveTo>
                    <a:pt x="922705" y="873823"/>
                  </a:moveTo>
                  <a:lnTo>
                    <a:pt x="198450" y="873823"/>
                  </a:lnTo>
                  <a:lnTo>
                    <a:pt x="195008" y="869251"/>
                  </a:lnTo>
                  <a:lnTo>
                    <a:pt x="190246" y="862012"/>
                  </a:lnTo>
                  <a:lnTo>
                    <a:pt x="187769" y="854392"/>
                  </a:lnTo>
                  <a:lnTo>
                    <a:pt x="187579" y="846391"/>
                  </a:lnTo>
                  <a:lnTo>
                    <a:pt x="189801" y="836561"/>
                  </a:lnTo>
                  <a:lnTo>
                    <a:pt x="194437" y="826236"/>
                  </a:lnTo>
                  <a:lnTo>
                    <a:pt x="201510" y="815416"/>
                  </a:lnTo>
                  <a:lnTo>
                    <a:pt x="211010" y="804100"/>
                  </a:lnTo>
                  <a:lnTo>
                    <a:pt x="174155" y="759523"/>
                  </a:lnTo>
                  <a:lnTo>
                    <a:pt x="164439" y="759523"/>
                  </a:lnTo>
                  <a:lnTo>
                    <a:pt x="169024" y="765251"/>
                  </a:lnTo>
                  <a:lnTo>
                    <a:pt x="172796" y="771309"/>
                  </a:lnTo>
                  <a:lnTo>
                    <a:pt x="175742" y="777684"/>
                  </a:lnTo>
                  <a:lnTo>
                    <a:pt x="177863" y="784377"/>
                  </a:lnTo>
                  <a:lnTo>
                    <a:pt x="177939" y="790994"/>
                  </a:lnTo>
                  <a:lnTo>
                    <a:pt x="177012" y="797382"/>
                  </a:lnTo>
                  <a:lnTo>
                    <a:pt x="155295" y="829818"/>
                  </a:lnTo>
                  <a:lnTo>
                    <a:pt x="189103" y="873823"/>
                  </a:lnTo>
                  <a:lnTo>
                    <a:pt x="184975" y="873823"/>
                  </a:lnTo>
                  <a:lnTo>
                    <a:pt x="184632" y="873633"/>
                  </a:lnTo>
                  <a:lnTo>
                    <a:pt x="178727" y="871816"/>
                  </a:lnTo>
                  <a:lnTo>
                    <a:pt x="173583" y="871816"/>
                  </a:lnTo>
                  <a:lnTo>
                    <a:pt x="164706" y="873163"/>
                  </a:lnTo>
                  <a:lnTo>
                    <a:pt x="163525" y="873823"/>
                  </a:lnTo>
                  <a:lnTo>
                    <a:pt x="12700" y="87382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873823"/>
                  </a:lnTo>
                  <a:lnTo>
                    <a:pt x="0" y="873823"/>
                  </a:lnTo>
                  <a:lnTo>
                    <a:pt x="0" y="879538"/>
                  </a:lnTo>
                  <a:lnTo>
                    <a:pt x="4127" y="879538"/>
                  </a:lnTo>
                  <a:lnTo>
                    <a:pt x="4127" y="930973"/>
                  </a:lnTo>
                  <a:lnTo>
                    <a:pt x="0" y="930973"/>
                  </a:lnTo>
                  <a:lnTo>
                    <a:pt x="0" y="936688"/>
                  </a:lnTo>
                  <a:lnTo>
                    <a:pt x="4127" y="936688"/>
                  </a:lnTo>
                  <a:lnTo>
                    <a:pt x="4127" y="988123"/>
                  </a:lnTo>
                  <a:lnTo>
                    <a:pt x="0" y="988123"/>
                  </a:lnTo>
                  <a:lnTo>
                    <a:pt x="0" y="993838"/>
                  </a:lnTo>
                  <a:lnTo>
                    <a:pt x="4127" y="993838"/>
                  </a:lnTo>
                  <a:lnTo>
                    <a:pt x="4127" y="1045273"/>
                  </a:lnTo>
                  <a:lnTo>
                    <a:pt x="0" y="1045273"/>
                  </a:lnTo>
                  <a:lnTo>
                    <a:pt x="0" y="1050988"/>
                  </a:lnTo>
                  <a:lnTo>
                    <a:pt x="4127" y="1050988"/>
                  </a:lnTo>
                  <a:lnTo>
                    <a:pt x="4127" y="1102423"/>
                  </a:lnTo>
                  <a:lnTo>
                    <a:pt x="0" y="1102423"/>
                  </a:lnTo>
                  <a:lnTo>
                    <a:pt x="0" y="1108138"/>
                  </a:lnTo>
                  <a:lnTo>
                    <a:pt x="4127" y="1108138"/>
                  </a:lnTo>
                  <a:lnTo>
                    <a:pt x="12700" y="1108138"/>
                  </a:lnTo>
                  <a:lnTo>
                    <a:pt x="151574" y="1108138"/>
                  </a:lnTo>
                  <a:lnTo>
                    <a:pt x="151574" y="1155992"/>
                  </a:lnTo>
                  <a:lnTo>
                    <a:pt x="135064" y="1155992"/>
                  </a:lnTo>
                  <a:lnTo>
                    <a:pt x="135064" y="1163142"/>
                  </a:lnTo>
                  <a:lnTo>
                    <a:pt x="151574" y="1163142"/>
                  </a:lnTo>
                  <a:lnTo>
                    <a:pt x="151574" y="1359598"/>
                  </a:lnTo>
                  <a:lnTo>
                    <a:pt x="161582" y="1359598"/>
                  </a:lnTo>
                  <a:lnTo>
                    <a:pt x="161582" y="1163142"/>
                  </a:lnTo>
                  <a:lnTo>
                    <a:pt x="246202" y="1163142"/>
                  </a:lnTo>
                  <a:lnTo>
                    <a:pt x="246202" y="1155992"/>
                  </a:lnTo>
                  <a:lnTo>
                    <a:pt x="161582" y="1155992"/>
                  </a:lnTo>
                  <a:lnTo>
                    <a:pt x="161582" y="1108138"/>
                  </a:lnTo>
                  <a:lnTo>
                    <a:pt x="922705" y="1108138"/>
                  </a:lnTo>
                  <a:lnTo>
                    <a:pt x="922705" y="1102423"/>
                  </a:lnTo>
                  <a:lnTo>
                    <a:pt x="161582" y="1102423"/>
                  </a:lnTo>
                  <a:lnTo>
                    <a:pt x="161582" y="1050988"/>
                  </a:lnTo>
                  <a:lnTo>
                    <a:pt x="922705" y="1050988"/>
                  </a:lnTo>
                  <a:lnTo>
                    <a:pt x="922705" y="1045273"/>
                  </a:lnTo>
                  <a:lnTo>
                    <a:pt x="161582" y="1045273"/>
                  </a:lnTo>
                  <a:lnTo>
                    <a:pt x="161582" y="999553"/>
                  </a:lnTo>
                  <a:lnTo>
                    <a:pt x="151574" y="999553"/>
                  </a:lnTo>
                  <a:lnTo>
                    <a:pt x="151574" y="1045273"/>
                  </a:lnTo>
                  <a:lnTo>
                    <a:pt x="151574" y="1050988"/>
                  </a:lnTo>
                  <a:lnTo>
                    <a:pt x="151574" y="1102423"/>
                  </a:lnTo>
                  <a:lnTo>
                    <a:pt x="12700" y="1102423"/>
                  </a:lnTo>
                  <a:lnTo>
                    <a:pt x="12700" y="1050988"/>
                  </a:lnTo>
                  <a:lnTo>
                    <a:pt x="151574" y="1050988"/>
                  </a:lnTo>
                  <a:lnTo>
                    <a:pt x="151574" y="1045273"/>
                  </a:lnTo>
                  <a:lnTo>
                    <a:pt x="12700" y="1045273"/>
                  </a:lnTo>
                  <a:lnTo>
                    <a:pt x="12700" y="993838"/>
                  </a:lnTo>
                  <a:lnTo>
                    <a:pt x="922705" y="993838"/>
                  </a:lnTo>
                  <a:lnTo>
                    <a:pt x="922705" y="988123"/>
                  </a:lnTo>
                  <a:lnTo>
                    <a:pt x="12700" y="988123"/>
                  </a:lnTo>
                  <a:lnTo>
                    <a:pt x="12700" y="936688"/>
                  </a:lnTo>
                  <a:lnTo>
                    <a:pt x="922705" y="936688"/>
                  </a:lnTo>
                  <a:lnTo>
                    <a:pt x="922705" y="930973"/>
                  </a:lnTo>
                  <a:lnTo>
                    <a:pt x="184658" y="930973"/>
                  </a:lnTo>
                  <a:lnTo>
                    <a:pt x="186436" y="928395"/>
                  </a:lnTo>
                  <a:lnTo>
                    <a:pt x="182816" y="925537"/>
                  </a:lnTo>
                  <a:lnTo>
                    <a:pt x="181013" y="923048"/>
                  </a:lnTo>
                  <a:lnTo>
                    <a:pt x="181013" y="930973"/>
                  </a:lnTo>
                  <a:lnTo>
                    <a:pt x="12700" y="930973"/>
                  </a:lnTo>
                  <a:lnTo>
                    <a:pt x="12700" y="879538"/>
                  </a:lnTo>
                  <a:lnTo>
                    <a:pt x="156184" y="879538"/>
                  </a:lnTo>
                  <a:lnTo>
                    <a:pt x="153708" y="883018"/>
                  </a:lnTo>
                  <a:lnTo>
                    <a:pt x="151574" y="891540"/>
                  </a:lnTo>
                  <a:lnTo>
                    <a:pt x="181013" y="930973"/>
                  </a:lnTo>
                  <a:lnTo>
                    <a:pt x="181013" y="923048"/>
                  </a:lnTo>
                  <a:lnTo>
                    <a:pt x="179578" y="921067"/>
                  </a:lnTo>
                  <a:lnTo>
                    <a:pt x="176720" y="914971"/>
                  </a:lnTo>
                  <a:lnTo>
                    <a:pt x="173672" y="908875"/>
                  </a:lnTo>
                  <a:lnTo>
                    <a:pt x="174155" y="902296"/>
                  </a:lnTo>
                  <a:lnTo>
                    <a:pt x="178155" y="895248"/>
                  </a:lnTo>
                  <a:lnTo>
                    <a:pt x="181394" y="890485"/>
                  </a:lnTo>
                  <a:lnTo>
                    <a:pt x="185483" y="888199"/>
                  </a:lnTo>
                  <a:lnTo>
                    <a:pt x="190436" y="888390"/>
                  </a:lnTo>
                  <a:lnTo>
                    <a:pt x="195580" y="888771"/>
                  </a:lnTo>
                  <a:lnTo>
                    <a:pt x="200914" y="890485"/>
                  </a:lnTo>
                  <a:lnTo>
                    <a:pt x="206438" y="893533"/>
                  </a:lnTo>
                  <a:lnTo>
                    <a:pt x="209867" y="888961"/>
                  </a:lnTo>
                  <a:lnTo>
                    <a:pt x="202755" y="879538"/>
                  </a:lnTo>
                  <a:lnTo>
                    <a:pt x="922705" y="879538"/>
                  </a:lnTo>
                  <a:lnTo>
                    <a:pt x="922705" y="873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435622" y="3531933"/>
              <a:ext cx="171449" cy="153161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6435611" y="3731968"/>
              <a:ext cx="171450" cy="153670"/>
            </a:xfrm>
            <a:custGeom>
              <a:avLst/>
              <a:gdLst/>
              <a:ahLst/>
              <a:cxnLst/>
              <a:rect l="l" t="t" r="r" b="b"/>
              <a:pathLst>
                <a:path w="171450" h="153670">
                  <a:moveTo>
                    <a:pt x="45148" y="94678"/>
                  </a:moveTo>
                  <a:lnTo>
                    <a:pt x="43345" y="90195"/>
                  </a:lnTo>
                  <a:lnTo>
                    <a:pt x="39725" y="86575"/>
                  </a:lnTo>
                  <a:lnTo>
                    <a:pt x="36106" y="82765"/>
                  </a:lnTo>
                  <a:lnTo>
                    <a:pt x="31915" y="80860"/>
                  </a:lnTo>
                  <a:lnTo>
                    <a:pt x="28295" y="80860"/>
                  </a:lnTo>
                  <a:lnTo>
                    <a:pt x="28295" y="102006"/>
                  </a:lnTo>
                  <a:lnTo>
                    <a:pt x="27914" y="108483"/>
                  </a:lnTo>
                  <a:lnTo>
                    <a:pt x="25247" y="114960"/>
                  </a:lnTo>
                  <a:lnTo>
                    <a:pt x="20294" y="121437"/>
                  </a:lnTo>
                  <a:lnTo>
                    <a:pt x="6858" y="138303"/>
                  </a:lnTo>
                  <a:lnTo>
                    <a:pt x="6858" y="99720"/>
                  </a:lnTo>
                  <a:lnTo>
                    <a:pt x="16573" y="89535"/>
                  </a:lnTo>
                  <a:lnTo>
                    <a:pt x="19431" y="89725"/>
                  </a:lnTo>
                  <a:lnTo>
                    <a:pt x="24765" y="90678"/>
                  </a:lnTo>
                  <a:lnTo>
                    <a:pt x="27660" y="94678"/>
                  </a:lnTo>
                  <a:lnTo>
                    <a:pt x="27800" y="95821"/>
                  </a:lnTo>
                  <a:lnTo>
                    <a:pt x="28295" y="102006"/>
                  </a:lnTo>
                  <a:lnTo>
                    <a:pt x="28295" y="80860"/>
                  </a:lnTo>
                  <a:lnTo>
                    <a:pt x="27152" y="80860"/>
                  </a:lnTo>
                  <a:lnTo>
                    <a:pt x="19532" y="81432"/>
                  </a:lnTo>
                  <a:lnTo>
                    <a:pt x="12763" y="84289"/>
                  </a:lnTo>
                  <a:lnTo>
                    <a:pt x="6858" y="89433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153162"/>
                  </a:lnTo>
                  <a:lnTo>
                    <a:pt x="15252" y="138303"/>
                  </a:lnTo>
                  <a:lnTo>
                    <a:pt x="22288" y="131445"/>
                  </a:lnTo>
                  <a:lnTo>
                    <a:pt x="37147" y="118008"/>
                  </a:lnTo>
                  <a:lnTo>
                    <a:pt x="41910" y="112864"/>
                  </a:lnTo>
                  <a:lnTo>
                    <a:pt x="44577" y="106870"/>
                  </a:lnTo>
                  <a:lnTo>
                    <a:pt x="45148" y="100012"/>
                  </a:lnTo>
                  <a:lnTo>
                    <a:pt x="45148" y="94678"/>
                  </a:lnTo>
                  <a:close/>
                </a:path>
                <a:path w="171450" h="153670">
                  <a:moveTo>
                    <a:pt x="136207" y="99250"/>
                  </a:moveTo>
                  <a:lnTo>
                    <a:pt x="133337" y="92290"/>
                  </a:lnTo>
                  <a:lnTo>
                    <a:pt x="133261" y="92100"/>
                  </a:lnTo>
                  <a:lnTo>
                    <a:pt x="127736" y="87528"/>
                  </a:lnTo>
                  <a:lnTo>
                    <a:pt x="127736" y="96862"/>
                  </a:lnTo>
                  <a:lnTo>
                    <a:pt x="127736" y="100482"/>
                  </a:lnTo>
                  <a:lnTo>
                    <a:pt x="125730" y="104673"/>
                  </a:lnTo>
                  <a:lnTo>
                    <a:pt x="95161" y="129730"/>
                  </a:lnTo>
                  <a:lnTo>
                    <a:pt x="78867" y="135343"/>
                  </a:lnTo>
                  <a:lnTo>
                    <a:pt x="74866" y="135153"/>
                  </a:lnTo>
                  <a:lnTo>
                    <a:pt x="70866" y="134772"/>
                  </a:lnTo>
                  <a:lnTo>
                    <a:pt x="68961" y="133057"/>
                  </a:lnTo>
                  <a:lnTo>
                    <a:pt x="69151" y="130009"/>
                  </a:lnTo>
                  <a:lnTo>
                    <a:pt x="69227" y="129730"/>
                  </a:lnTo>
                  <a:lnTo>
                    <a:pt x="70370" y="124942"/>
                  </a:lnTo>
                  <a:lnTo>
                    <a:pt x="102590" y="97726"/>
                  </a:lnTo>
                  <a:lnTo>
                    <a:pt x="116878" y="92290"/>
                  </a:lnTo>
                  <a:lnTo>
                    <a:pt x="122593" y="92862"/>
                  </a:lnTo>
                  <a:lnTo>
                    <a:pt x="125450" y="93243"/>
                  </a:lnTo>
                  <a:lnTo>
                    <a:pt x="127165" y="94576"/>
                  </a:lnTo>
                  <a:lnTo>
                    <a:pt x="127736" y="96862"/>
                  </a:lnTo>
                  <a:lnTo>
                    <a:pt x="127736" y="87528"/>
                  </a:lnTo>
                  <a:lnTo>
                    <a:pt x="126593" y="86575"/>
                  </a:lnTo>
                  <a:lnTo>
                    <a:pt x="121450" y="83718"/>
                  </a:lnTo>
                  <a:lnTo>
                    <a:pt x="115633" y="82575"/>
                  </a:lnTo>
                  <a:lnTo>
                    <a:pt x="109156" y="83146"/>
                  </a:lnTo>
                  <a:lnTo>
                    <a:pt x="71145" y="99758"/>
                  </a:lnTo>
                  <a:lnTo>
                    <a:pt x="60490" y="128778"/>
                  </a:lnTo>
                  <a:lnTo>
                    <a:pt x="63436" y="135915"/>
                  </a:lnTo>
                  <a:lnTo>
                    <a:pt x="70294" y="141439"/>
                  </a:lnTo>
                  <a:lnTo>
                    <a:pt x="75438" y="144297"/>
                  </a:lnTo>
                  <a:lnTo>
                    <a:pt x="81153" y="145440"/>
                  </a:lnTo>
                  <a:lnTo>
                    <a:pt x="87439" y="144868"/>
                  </a:lnTo>
                  <a:lnTo>
                    <a:pt x="95516" y="143967"/>
                  </a:lnTo>
                  <a:lnTo>
                    <a:pt x="103441" y="141795"/>
                  </a:lnTo>
                  <a:lnTo>
                    <a:pt x="111239" y="138391"/>
                  </a:lnTo>
                  <a:lnTo>
                    <a:pt x="116217" y="135343"/>
                  </a:lnTo>
                  <a:lnTo>
                    <a:pt x="118872" y="133731"/>
                  </a:lnTo>
                  <a:lnTo>
                    <a:pt x="125590" y="128155"/>
                  </a:lnTo>
                  <a:lnTo>
                    <a:pt x="130594" y="122008"/>
                  </a:lnTo>
                  <a:lnTo>
                    <a:pt x="133883" y="115290"/>
                  </a:lnTo>
                  <a:lnTo>
                    <a:pt x="135445" y="108013"/>
                  </a:lnTo>
                  <a:lnTo>
                    <a:pt x="136207" y="99250"/>
                  </a:lnTo>
                  <a:close/>
                </a:path>
                <a:path w="171450" h="153670">
                  <a:moveTo>
                    <a:pt x="171450" y="113436"/>
                  </a:moveTo>
                  <a:lnTo>
                    <a:pt x="170688" y="106959"/>
                  </a:lnTo>
                  <a:lnTo>
                    <a:pt x="167068" y="103441"/>
                  </a:lnTo>
                  <a:lnTo>
                    <a:pt x="160591" y="102870"/>
                  </a:lnTo>
                  <a:lnTo>
                    <a:pt x="153924" y="103441"/>
                  </a:lnTo>
                  <a:lnTo>
                    <a:pt x="150304" y="106959"/>
                  </a:lnTo>
                  <a:lnTo>
                    <a:pt x="149733" y="113436"/>
                  </a:lnTo>
                  <a:lnTo>
                    <a:pt x="150304" y="119913"/>
                  </a:lnTo>
                  <a:lnTo>
                    <a:pt x="153924" y="123634"/>
                  </a:lnTo>
                  <a:lnTo>
                    <a:pt x="160591" y="124587"/>
                  </a:lnTo>
                  <a:lnTo>
                    <a:pt x="167068" y="123634"/>
                  </a:lnTo>
                  <a:lnTo>
                    <a:pt x="170688" y="119913"/>
                  </a:lnTo>
                  <a:lnTo>
                    <a:pt x="171450" y="113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696178" y="3331908"/>
              <a:ext cx="74294" cy="286892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895583" y="3331908"/>
              <a:ext cx="74294" cy="286892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7272027" y="2658110"/>
              <a:ext cx="8890" cy="1108710"/>
            </a:xfrm>
            <a:custGeom>
              <a:avLst/>
              <a:gdLst/>
              <a:ahLst/>
              <a:cxnLst/>
              <a:rect l="l" t="t" r="r" b="b"/>
              <a:pathLst>
                <a:path w="8890" h="1108710">
                  <a:moveTo>
                    <a:pt x="8572" y="1108138"/>
                  </a:moveTo>
                  <a:lnTo>
                    <a:pt x="0" y="110813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11081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266700" y="2378709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142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179387" y="4230687"/>
            <a:ext cx="7101840" cy="4253865"/>
            <a:chOff x="179387" y="4230687"/>
            <a:chExt cx="7101840" cy="4253865"/>
          </a:xfrm>
        </p:grpSpPr>
        <p:sp>
          <p:nvSpPr>
            <p:cNvPr id="126" name="object 126"/>
            <p:cNvSpPr/>
            <p:nvPr/>
          </p:nvSpPr>
          <p:spPr>
            <a:xfrm>
              <a:off x="179387" y="4299848"/>
              <a:ext cx="520065" cy="1309370"/>
            </a:xfrm>
            <a:custGeom>
              <a:avLst/>
              <a:gdLst/>
              <a:ahLst/>
              <a:cxnLst/>
              <a:rect l="l" t="t" r="r" b="b"/>
              <a:pathLst>
                <a:path w="520065" h="1309370">
                  <a:moveTo>
                    <a:pt x="68859" y="76212"/>
                  </a:moveTo>
                  <a:lnTo>
                    <a:pt x="46570" y="124625"/>
                  </a:lnTo>
                  <a:lnTo>
                    <a:pt x="28994" y="173189"/>
                  </a:lnTo>
                  <a:lnTo>
                    <a:pt x="14046" y="235254"/>
                  </a:lnTo>
                  <a:lnTo>
                    <a:pt x="7048" y="291439"/>
                  </a:lnTo>
                  <a:lnTo>
                    <a:pt x="6286" y="317525"/>
                  </a:lnTo>
                  <a:lnTo>
                    <a:pt x="7175" y="343255"/>
                  </a:lnTo>
                  <a:lnTo>
                    <a:pt x="8991" y="368896"/>
                  </a:lnTo>
                  <a:lnTo>
                    <a:pt x="11747" y="394449"/>
                  </a:lnTo>
                  <a:lnTo>
                    <a:pt x="15430" y="419887"/>
                  </a:lnTo>
                  <a:lnTo>
                    <a:pt x="35039" y="530542"/>
                  </a:lnTo>
                  <a:lnTo>
                    <a:pt x="37287" y="544969"/>
                  </a:lnTo>
                  <a:lnTo>
                    <a:pt x="39039" y="558634"/>
                  </a:lnTo>
                  <a:lnTo>
                    <a:pt x="40284" y="571525"/>
                  </a:lnTo>
                  <a:lnTo>
                    <a:pt x="41148" y="590384"/>
                  </a:lnTo>
                  <a:lnTo>
                    <a:pt x="40284" y="605790"/>
                  </a:lnTo>
                  <a:lnTo>
                    <a:pt x="29425" y="648119"/>
                  </a:lnTo>
                  <a:lnTo>
                    <a:pt x="8686" y="681316"/>
                  </a:lnTo>
                  <a:lnTo>
                    <a:pt x="0" y="690448"/>
                  </a:lnTo>
                  <a:lnTo>
                    <a:pt x="0" y="695071"/>
                  </a:lnTo>
                  <a:lnTo>
                    <a:pt x="23406" y="727405"/>
                  </a:lnTo>
                  <a:lnTo>
                    <a:pt x="37465" y="764895"/>
                  </a:lnTo>
                  <a:lnTo>
                    <a:pt x="41148" y="798220"/>
                  </a:lnTo>
                  <a:lnTo>
                    <a:pt x="40474" y="814451"/>
                  </a:lnTo>
                  <a:lnTo>
                    <a:pt x="38785" y="832370"/>
                  </a:lnTo>
                  <a:lnTo>
                    <a:pt x="36055" y="851979"/>
                  </a:lnTo>
                  <a:lnTo>
                    <a:pt x="15430" y="968324"/>
                  </a:lnTo>
                  <a:lnTo>
                    <a:pt x="11747" y="993927"/>
                  </a:lnTo>
                  <a:lnTo>
                    <a:pt x="8991" y="1019517"/>
                  </a:lnTo>
                  <a:lnTo>
                    <a:pt x="7175" y="1045108"/>
                  </a:lnTo>
                  <a:lnTo>
                    <a:pt x="6286" y="1070698"/>
                  </a:lnTo>
                  <a:lnTo>
                    <a:pt x="7048" y="1096746"/>
                  </a:lnTo>
                  <a:lnTo>
                    <a:pt x="14046" y="1152753"/>
                  </a:lnTo>
                  <a:lnTo>
                    <a:pt x="28676" y="1213535"/>
                  </a:lnTo>
                  <a:lnTo>
                    <a:pt x="52959" y="1276654"/>
                  </a:lnTo>
                  <a:lnTo>
                    <a:pt x="68859" y="1308938"/>
                  </a:lnTo>
                  <a:lnTo>
                    <a:pt x="68859" y="1304696"/>
                  </a:lnTo>
                  <a:lnTo>
                    <a:pt x="60032" y="1283766"/>
                  </a:lnTo>
                  <a:lnTo>
                    <a:pt x="52146" y="1262938"/>
                  </a:lnTo>
                  <a:lnTo>
                    <a:pt x="39141" y="1221574"/>
                  </a:lnTo>
                  <a:lnTo>
                    <a:pt x="31140" y="1178369"/>
                  </a:lnTo>
                  <a:lnTo>
                    <a:pt x="29425" y="1131125"/>
                  </a:lnTo>
                  <a:lnTo>
                    <a:pt x="30886" y="1107719"/>
                  </a:lnTo>
                  <a:lnTo>
                    <a:pt x="33286" y="1084072"/>
                  </a:lnTo>
                  <a:lnTo>
                    <a:pt x="36601" y="1060196"/>
                  </a:lnTo>
                  <a:lnTo>
                    <a:pt x="40855" y="1036066"/>
                  </a:lnTo>
                  <a:lnTo>
                    <a:pt x="59143" y="942924"/>
                  </a:lnTo>
                  <a:lnTo>
                    <a:pt x="63068" y="921042"/>
                  </a:lnTo>
                  <a:lnTo>
                    <a:pt x="66001" y="900404"/>
                  </a:lnTo>
                  <a:lnTo>
                    <a:pt x="67932" y="881011"/>
                  </a:lnTo>
                  <a:lnTo>
                    <a:pt x="68859" y="862876"/>
                  </a:lnTo>
                  <a:lnTo>
                    <a:pt x="67983" y="832929"/>
                  </a:lnTo>
                  <a:lnTo>
                    <a:pt x="60121" y="782701"/>
                  </a:lnTo>
                  <a:lnTo>
                    <a:pt x="43878" y="744169"/>
                  </a:lnTo>
                  <a:lnTo>
                    <a:pt x="13335" y="703973"/>
                  </a:lnTo>
                  <a:lnTo>
                    <a:pt x="2286" y="692759"/>
                  </a:lnTo>
                  <a:lnTo>
                    <a:pt x="13335" y="682256"/>
                  </a:lnTo>
                  <a:lnTo>
                    <a:pt x="40284" y="649274"/>
                  </a:lnTo>
                  <a:lnTo>
                    <a:pt x="60121" y="605332"/>
                  </a:lnTo>
                  <a:lnTo>
                    <a:pt x="67983" y="555485"/>
                  </a:lnTo>
                  <a:lnTo>
                    <a:pt x="68859" y="525729"/>
                  </a:lnTo>
                  <a:lnTo>
                    <a:pt x="67932" y="507428"/>
                  </a:lnTo>
                  <a:lnTo>
                    <a:pt x="66001" y="487921"/>
                  </a:lnTo>
                  <a:lnTo>
                    <a:pt x="63068" y="467207"/>
                  </a:lnTo>
                  <a:lnTo>
                    <a:pt x="59143" y="445300"/>
                  </a:lnTo>
                  <a:lnTo>
                    <a:pt x="40284" y="349465"/>
                  </a:lnTo>
                  <a:lnTo>
                    <a:pt x="36283" y="325958"/>
                  </a:lnTo>
                  <a:lnTo>
                    <a:pt x="33147" y="302793"/>
                  </a:lnTo>
                  <a:lnTo>
                    <a:pt x="30848" y="279971"/>
                  </a:lnTo>
                  <a:lnTo>
                    <a:pt x="29425" y="257479"/>
                  </a:lnTo>
                  <a:lnTo>
                    <a:pt x="29502" y="233324"/>
                  </a:lnTo>
                  <a:lnTo>
                    <a:pt x="34353" y="187921"/>
                  </a:lnTo>
                  <a:lnTo>
                    <a:pt x="46139" y="142455"/>
                  </a:lnTo>
                  <a:lnTo>
                    <a:pt x="60426" y="101663"/>
                  </a:lnTo>
                  <a:lnTo>
                    <a:pt x="68859" y="80822"/>
                  </a:lnTo>
                  <a:lnTo>
                    <a:pt x="68859" y="76212"/>
                  </a:lnTo>
                  <a:close/>
                </a:path>
                <a:path w="520065" h="1309370">
                  <a:moveTo>
                    <a:pt x="5199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307782"/>
                  </a:lnTo>
                  <a:lnTo>
                    <a:pt x="94449" y="1307782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19938" y="309372"/>
                  </a:lnTo>
                  <a:lnTo>
                    <a:pt x="5199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19938" y="252222"/>
                  </a:lnTo>
                  <a:lnTo>
                    <a:pt x="5199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19938" y="195072"/>
                  </a:lnTo>
                  <a:lnTo>
                    <a:pt x="5199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19938" y="137922"/>
                  </a:lnTo>
                  <a:lnTo>
                    <a:pt x="5199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19938" y="80772"/>
                  </a:lnTo>
                  <a:lnTo>
                    <a:pt x="5199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142" y="4289171"/>
              <a:ext cx="159448" cy="267461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699325" y="4230696"/>
              <a:ext cx="3093720" cy="516890"/>
            </a:xfrm>
            <a:custGeom>
              <a:avLst/>
              <a:gdLst/>
              <a:ahLst/>
              <a:cxnLst/>
              <a:rect l="l" t="t" r="r" b="b"/>
              <a:pathLst>
                <a:path w="3093720" h="516889">
                  <a:moveTo>
                    <a:pt x="3093580" y="144208"/>
                  </a:moveTo>
                  <a:lnTo>
                    <a:pt x="1576425" y="144208"/>
                  </a:lnTo>
                  <a:lnTo>
                    <a:pt x="1576425" y="149923"/>
                  </a:lnTo>
                  <a:lnTo>
                    <a:pt x="1576425" y="201358"/>
                  </a:lnTo>
                  <a:lnTo>
                    <a:pt x="1576425" y="372808"/>
                  </a:lnTo>
                  <a:lnTo>
                    <a:pt x="1572298" y="372808"/>
                  </a:lnTo>
                  <a:lnTo>
                    <a:pt x="1351026" y="372808"/>
                  </a:lnTo>
                  <a:lnTo>
                    <a:pt x="1351026" y="341706"/>
                  </a:lnTo>
                  <a:lnTo>
                    <a:pt x="1353019" y="343281"/>
                  </a:lnTo>
                  <a:lnTo>
                    <a:pt x="1358925" y="345186"/>
                  </a:lnTo>
                  <a:lnTo>
                    <a:pt x="1399032" y="333654"/>
                  </a:lnTo>
                  <a:lnTo>
                    <a:pt x="1410665" y="321373"/>
                  </a:lnTo>
                  <a:lnTo>
                    <a:pt x="1572298" y="321373"/>
                  </a:lnTo>
                  <a:lnTo>
                    <a:pt x="1576425" y="321373"/>
                  </a:lnTo>
                  <a:lnTo>
                    <a:pt x="1576425" y="315658"/>
                  </a:lnTo>
                  <a:lnTo>
                    <a:pt x="1572298" y="315658"/>
                  </a:lnTo>
                  <a:lnTo>
                    <a:pt x="1413268" y="315658"/>
                  </a:lnTo>
                  <a:lnTo>
                    <a:pt x="1413865" y="314363"/>
                  </a:lnTo>
                  <a:lnTo>
                    <a:pt x="1415313" y="306793"/>
                  </a:lnTo>
                  <a:lnTo>
                    <a:pt x="1415122" y="299554"/>
                  </a:lnTo>
                  <a:lnTo>
                    <a:pt x="1412557" y="294322"/>
                  </a:lnTo>
                  <a:lnTo>
                    <a:pt x="1407604" y="291084"/>
                  </a:lnTo>
                  <a:lnTo>
                    <a:pt x="1403032" y="287464"/>
                  </a:lnTo>
                  <a:lnTo>
                    <a:pt x="1396555" y="285750"/>
                  </a:lnTo>
                  <a:lnTo>
                    <a:pt x="1388173" y="285940"/>
                  </a:lnTo>
                  <a:lnTo>
                    <a:pt x="1380236" y="286905"/>
                  </a:lnTo>
                  <a:lnTo>
                    <a:pt x="1372450" y="289217"/>
                  </a:lnTo>
                  <a:lnTo>
                    <a:pt x="1364805" y="292900"/>
                  </a:lnTo>
                  <a:lnTo>
                    <a:pt x="1357312" y="297942"/>
                  </a:lnTo>
                  <a:lnTo>
                    <a:pt x="1351026" y="303390"/>
                  </a:lnTo>
                  <a:lnTo>
                    <a:pt x="1351026" y="264223"/>
                  </a:lnTo>
                  <a:lnTo>
                    <a:pt x="1572298" y="264223"/>
                  </a:lnTo>
                  <a:lnTo>
                    <a:pt x="1576425" y="264223"/>
                  </a:lnTo>
                  <a:lnTo>
                    <a:pt x="1576425" y="258508"/>
                  </a:lnTo>
                  <a:lnTo>
                    <a:pt x="1572298" y="258508"/>
                  </a:lnTo>
                  <a:lnTo>
                    <a:pt x="1351026" y="258508"/>
                  </a:lnTo>
                  <a:lnTo>
                    <a:pt x="1351026" y="207073"/>
                  </a:lnTo>
                  <a:lnTo>
                    <a:pt x="1572298" y="207073"/>
                  </a:lnTo>
                  <a:lnTo>
                    <a:pt x="1576425" y="207073"/>
                  </a:lnTo>
                  <a:lnTo>
                    <a:pt x="1576425" y="201358"/>
                  </a:lnTo>
                  <a:lnTo>
                    <a:pt x="1572298" y="201358"/>
                  </a:lnTo>
                  <a:lnTo>
                    <a:pt x="1351026" y="201358"/>
                  </a:lnTo>
                  <a:lnTo>
                    <a:pt x="1351026" y="149923"/>
                  </a:lnTo>
                  <a:lnTo>
                    <a:pt x="1572298" y="149923"/>
                  </a:lnTo>
                  <a:lnTo>
                    <a:pt x="1576425" y="149923"/>
                  </a:lnTo>
                  <a:lnTo>
                    <a:pt x="1576425" y="144208"/>
                  </a:lnTo>
                  <a:lnTo>
                    <a:pt x="1572298" y="144208"/>
                  </a:lnTo>
                  <a:lnTo>
                    <a:pt x="1375346" y="144208"/>
                  </a:lnTo>
                  <a:lnTo>
                    <a:pt x="1382953" y="142138"/>
                  </a:lnTo>
                  <a:lnTo>
                    <a:pt x="1413865" y="114338"/>
                  </a:lnTo>
                  <a:lnTo>
                    <a:pt x="1415313" y="106768"/>
                  </a:lnTo>
                  <a:lnTo>
                    <a:pt x="1415122" y="99529"/>
                  </a:lnTo>
                  <a:lnTo>
                    <a:pt x="1412557" y="94297"/>
                  </a:lnTo>
                  <a:lnTo>
                    <a:pt x="1407604" y="91059"/>
                  </a:lnTo>
                  <a:lnTo>
                    <a:pt x="1403032" y="87439"/>
                  </a:lnTo>
                  <a:lnTo>
                    <a:pt x="1396555" y="85725"/>
                  </a:lnTo>
                  <a:lnTo>
                    <a:pt x="1388173" y="85915"/>
                  </a:lnTo>
                  <a:lnTo>
                    <a:pt x="1380236" y="86880"/>
                  </a:lnTo>
                  <a:lnTo>
                    <a:pt x="1372450" y="89192"/>
                  </a:lnTo>
                  <a:lnTo>
                    <a:pt x="1364805" y="92875"/>
                  </a:lnTo>
                  <a:lnTo>
                    <a:pt x="1357312" y="97917"/>
                  </a:lnTo>
                  <a:lnTo>
                    <a:pt x="1355966" y="99085"/>
                  </a:lnTo>
                  <a:lnTo>
                    <a:pt x="1355966" y="144208"/>
                  </a:lnTo>
                  <a:lnTo>
                    <a:pt x="1351026" y="144208"/>
                  </a:lnTo>
                  <a:lnTo>
                    <a:pt x="1351026" y="141681"/>
                  </a:lnTo>
                  <a:lnTo>
                    <a:pt x="1353019" y="143256"/>
                  </a:lnTo>
                  <a:lnTo>
                    <a:pt x="1355966" y="144208"/>
                  </a:lnTo>
                  <a:lnTo>
                    <a:pt x="1355966" y="99085"/>
                  </a:lnTo>
                  <a:lnTo>
                    <a:pt x="1350606" y="103720"/>
                  </a:lnTo>
                  <a:lnTo>
                    <a:pt x="1345666" y="109982"/>
                  </a:lnTo>
                  <a:lnTo>
                    <a:pt x="1342466" y="116725"/>
                  </a:lnTo>
                  <a:lnTo>
                    <a:pt x="1341018" y="123913"/>
                  </a:lnTo>
                  <a:lnTo>
                    <a:pt x="1341107" y="127063"/>
                  </a:lnTo>
                  <a:lnTo>
                    <a:pt x="1341018" y="127063"/>
                  </a:lnTo>
                  <a:lnTo>
                    <a:pt x="1341018" y="372808"/>
                  </a:lnTo>
                  <a:lnTo>
                    <a:pt x="1115656" y="372808"/>
                  </a:lnTo>
                  <a:lnTo>
                    <a:pt x="1115656" y="321373"/>
                  </a:lnTo>
                  <a:lnTo>
                    <a:pt x="1341018" y="321373"/>
                  </a:lnTo>
                  <a:lnTo>
                    <a:pt x="1341018" y="315658"/>
                  </a:lnTo>
                  <a:lnTo>
                    <a:pt x="1115656" y="315658"/>
                  </a:lnTo>
                  <a:lnTo>
                    <a:pt x="1115656" y="264223"/>
                  </a:lnTo>
                  <a:lnTo>
                    <a:pt x="1341018" y="264223"/>
                  </a:lnTo>
                  <a:lnTo>
                    <a:pt x="1341018" y="258508"/>
                  </a:lnTo>
                  <a:lnTo>
                    <a:pt x="1139977" y="258508"/>
                  </a:lnTo>
                  <a:lnTo>
                    <a:pt x="1147584" y="256438"/>
                  </a:lnTo>
                  <a:lnTo>
                    <a:pt x="1155712" y="252844"/>
                  </a:lnTo>
                  <a:lnTo>
                    <a:pt x="1179944" y="221068"/>
                  </a:lnTo>
                  <a:lnTo>
                    <a:pt x="1179753" y="213829"/>
                  </a:lnTo>
                  <a:lnTo>
                    <a:pt x="1177188" y="208597"/>
                  </a:lnTo>
                  <a:lnTo>
                    <a:pt x="1174851" y="207073"/>
                  </a:lnTo>
                  <a:lnTo>
                    <a:pt x="1341018" y="207073"/>
                  </a:lnTo>
                  <a:lnTo>
                    <a:pt x="1341018" y="201358"/>
                  </a:lnTo>
                  <a:lnTo>
                    <a:pt x="1166215" y="201358"/>
                  </a:lnTo>
                  <a:lnTo>
                    <a:pt x="1161186" y="200025"/>
                  </a:lnTo>
                  <a:lnTo>
                    <a:pt x="1152804" y="200215"/>
                  </a:lnTo>
                  <a:lnTo>
                    <a:pt x="1144866" y="201180"/>
                  </a:lnTo>
                  <a:lnTo>
                    <a:pt x="1144257" y="201358"/>
                  </a:lnTo>
                  <a:lnTo>
                    <a:pt x="1129639" y="201358"/>
                  </a:lnTo>
                  <a:lnTo>
                    <a:pt x="1129639" y="207073"/>
                  </a:lnTo>
                  <a:lnTo>
                    <a:pt x="1129436" y="207175"/>
                  </a:lnTo>
                  <a:lnTo>
                    <a:pt x="1121943" y="212217"/>
                  </a:lnTo>
                  <a:lnTo>
                    <a:pt x="1120597" y="213385"/>
                  </a:lnTo>
                  <a:lnTo>
                    <a:pt x="1120597" y="258508"/>
                  </a:lnTo>
                  <a:lnTo>
                    <a:pt x="1115656" y="258508"/>
                  </a:lnTo>
                  <a:lnTo>
                    <a:pt x="1115656" y="255981"/>
                  </a:lnTo>
                  <a:lnTo>
                    <a:pt x="1117650" y="257556"/>
                  </a:lnTo>
                  <a:lnTo>
                    <a:pt x="1120597" y="258508"/>
                  </a:lnTo>
                  <a:lnTo>
                    <a:pt x="1120597" y="213385"/>
                  </a:lnTo>
                  <a:lnTo>
                    <a:pt x="1115656" y="217665"/>
                  </a:lnTo>
                  <a:lnTo>
                    <a:pt x="1115656" y="207073"/>
                  </a:lnTo>
                  <a:lnTo>
                    <a:pt x="1129639" y="207073"/>
                  </a:lnTo>
                  <a:lnTo>
                    <a:pt x="1129639" y="201358"/>
                  </a:lnTo>
                  <a:lnTo>
                    <a:pt x="1115656" y="201358"/>
                  </a:lnTo>
                  <a:lnTo>
                    <a:pt x="1115656" y="149923"/>
                  </a:lnTo>
                  <a:lnTo>
                    <a:pt x="1341018" y="149923"/>
                  </a:lnTo>
                  <a:lnTo>
                    <a:pt x="1341018" y="144208"/>
                  </a:lnTo>
                  <a:lnTo>
                    <a:pt x="1115656" y="144208"/>
                  </a:lnTo>
                  <a:lnTo>
                    <a:pt x="1115656" y="90627"/>
                  </a:lnTo>
                  <a:lnTo>
                    <a:pt x="1200277" y="90627"/>
                  </a:lnTo>
                  <a:lnTo>
                    <a:pt x="1200277" y="83477"/>
                  </a:lnTo>
                  <a:lnTo>
                    <a:pt x="1115656" y="83477"/>
                  </a:lnTo>
                  <a:lnTo>
                    <a:pt x="1115656" y="55956"/>
                  </a:lnTo>
                  <a:lnTo>
                    <a:pt x="1117650" y="57531"/>
                  </a:lnTo>
                  <a:lnTo>
                    <a:pt x="1123556" y="59436"/>
                  </a:lnTo>
                  <a:lnTo>
                    <a:pt x="1130795" y="59626"/>
                  </a:lnTo>
                  <a:lnTo>
                    <a:pt x="1139278" y="58674"/>
                  </a:lnTo>
                  <a:lnTo>
                    <a:pt x="1175296" y="35623"/>
                  </a:lnTo>
                  <a:lnTo>
                    <a:pt x="1176274" y="33477"/>
                  </a:lnTo>
                  <a:lnTo>
                    <a:pt x="1200277" y="33477"/>
                  </a:lnTo>
                  <a:lnTo>
                    <a:pt x="1200277" y="26327"/>
                  </a:lnTo>
                  <a:lnTo>
                    <a:pt x="1178928" y="26327"/>
                  </a:lnTo>
                  <a:lnTo>
                    <a:pt x="1179944" y="21043"/>
                  </a:lnTo>
                  <a:lnTo>
                    <a:pt x="1179753" y="13804"/>
                  </a:lnTo>
                  <a:lnTo>
                    <a:pt x="1177188" y="8572"/>
                  </a:lnTo>
                  <a:lnTo>
                    <a:pt x="1172235" y="5334"/>
                  </a:lnTo>
                  <a:lnTo>
                    <a:pt x="1167663" y="1714"/>
                  </a:lnTo>
                  <a:lnTo>
                    <a:pt x="1161186" y="0"/>
                  </a:lnTo>
                  <a:lnTo>
                    <a:pt x="1152804" y="190"/>
                  </a:lnTo>
                  <a:lnTo>
                    <a:pt x="1144866" y="1155"/>
                  </a:lnTo>
                  <a:lnTo>
                    <a:pt x="1110297" y="24257"/>
                  </a:lnTo>
                  <a:lnTo>
                    <a:pt x="1109306" y="26327"/>
                  </a:lnTo>
                  <a:lnTo>
                    <a:pt x="1089126" y="26327"/>
                  </a:lnTo>
                  <a:lnTo>
                    <a:pt x="1089126" y="33477"/>
                  </a:lnTo>
                  <a:lnTo>
                    <a:pt x="1106589" y="33477"/>
                  </a:lnTo>
                  <a:lnTo>
                    <a:pt x="1105649" y="38188"/>
                  </a:lnTo>
                  <a:lnTo>
                    <a:pt x="1105738" y="41338"/>
                  </a:lnTo>
                  <a:lnTo>
                    <a:pt x="1105649" y="83477"/>
                  </a:lnTo>
                  <a:lnTo>
                    <a:pt x="1089126" y="83477"/>
                  </a:lnTo>
                  <a:lnTo>
                    <a:pt x="1089126" y="90627"/>
                  </a:lnTo>
                  <a:lnTo>
                    <a:pt x="1105649" y="90627"/>
                  </a:lnTo>
                  <a:lnTo>
                    <a:pt x="1105649" y="144208"/>
                  </a:lnTo>
                  <a:lnTo>
                    <a:pt x="1105649" y="372808"/>
                  </a:lnTo>
                  <a:lnTo>
                    <a:pt x="880287" y="372808"/>
                  </a:lnTo>
                  <a:lnTo>
                    <a:pt x="880287" y="321373"/>
                  </a:lnTo>
                  <a:lnTo>
                    <a:pt x="1105649" y="321373"/>
                  </a:lnTo>
                  <a:lnTo>
                    <a:pt x="1105649" y="315658"/>
                  </a:lnTo>
                  <a:lnTo>
                    <a:pt x="880287" y="315658"/>
                  </a:lnTo>
                  <a:lnTo>
                    <a:pt x="880287" y="284556"/>
                  </a:lnTo>
                  <a:lnTo>
                    <a:pt x="882281" y="286131"/>
                  </a:lnTo>
                  <a:lnTo>
                    <a:pt x="888187" y="288036"/>
                  </a:lnTo>
                  <a:lnTo>
                    <a:pt x="928293" y="276504"/>
                  </a:lnTo>
                  <a:lnTo>
                    <a:pt x="939927" y="264223"/>
                  </a:lnTo>
                  <a:lnTo>
                    <a:pt x="1105649" y="264223"/>
                  </a:lnTo>
                  <a:lnTo>
                    <a:pt x="1105649" y="258508"/>
                  </a:lnTo>
                  <a:lnTo>
                    <a:pt x="942530" y="258508"/>
                  </a:lnTo>
                  <a:lnTo>
                    <a:pt x="943127" y="257213"/>
                  </a:lnTo>
                  <a:lnTo>
                    <a:pt x="944575" y="249643"/>
                  </a:lnTo>
                  <a:lnTo>
                    <a:pt x="944384" y="242404"/>
                  </a:lnTo>
                  <a:lnTo>
                    <a:pt x="941819" y="237172"/>
                  </a:lnTo>
                  <a:lnTo>
                    <a:pt x="936866" y="233934"/>
                  </a:lnTo>
                  <a:lnTo>
                    <a:pt x="932294" y="230314"/>
                  </a:lnTo>
                  <a:lnTo>
                    <a:pt x="925817" y="228600"/>
                  </a:lnTo>
                  <a:lnTo>
                    <a:pt x="917435" y="228790"/>
                  </a:lnTo>
                  <a:lnTo>
                    <a:pt x="909497" y="229755"/>
                  </a:lnTo>
                  <a:lnTo>
                    <a:pt x="901712" y="232067"/>
                  </a:lnTo>
                  <a:lnTo>
                    <a:pt x="894067" y="235750"/>
                  </a:lnTo>
                  <a:lnTo>
                    <a:pt x="886574" y="240792"/>
                  </a:lnTo>
                  <a:lnTo>
                    <a:pt x="880287" y="246240"/>
                  </a:lnTo>
                  <a:lnTo>
                    <a:pt x="880287" y="207073"/>
                  </a:lnTo>
                  <a:lnTo>
                    <a:pt x="1105649" y="207073"/>
                  </a:lnTo>
                  <a:lnTo>
                    <a:pt x="1105649" y="201358"/>
                  </a:lnTo>
                  <a:lnTo>
                    <a:pt x="880287" y="201358"/>
                  </a:lnTo>
                  <a:lnTo>
                    <a:pt x="880287" y="149923"/>
                  </a:lnTo>
                  <a:lnTo>
                    <a:pt x="1105649" y="149923"/>
                  </a:lnTo>
                  <a:lnTo>
                    <a:pt x="1105649" y="144208"/>
                  </a:lnTo>
                  <a:lnTo>
                    <a:pt x="880287" y="144208"/>
                  </a:lnTo>
                  <a:lnTo>
                    <a:pt x="880287" y="90627"/>
                  </a:lnTo>
                  <a:lnTo>
                    <a:pt x="964907" y="90627"/>
                  </a:lnTo>
                  <a:lnTo>
                    <a:pt x="964907" y="83477"/>
                  </a:lnTo>
                  <a:lnTo>
                    <a:pt x="915631" y="83477"/>
                  </a:lnTo>
                  <a:lnTo>
                    <a:pt x="920343" y="81394"/>
                  </a:lnTo>
                  <a:lnTo>
                    <a:pt x="944575" y="49618"/>
                  </a:lnTo>
                  <a:lnTo>
                    <a:pt x="944384" y="42379"/>
                  </a:lnTo>
                  <a:lnTo>
                    <a:pt x="941819" y="37147"/>
                  </a:lnTo>
                  <a:lnTo>
                    <a:pt x="936866" y="33909"/>
                  </a:lnTo>
                  <a:lnTo>
                    <a:pt x="932294" y="30289"/>
                  </a:lnTo>
                  <a:lnTo>
                    <a:pt x="925817" y="28575"/>
                  </a:lnTo>
                  <a:lnTo>
                    <a:pt x="917435" y="28765"/>
                  </a:lnTo>
                  <a:lnTo>
                    <a:pt x="909497" y="29730"/>
                  </a:lnTo>
                  <a:lnTo>
                    <a:pt x="874928" y="52832"/>
                  </a:lnTo>
                  <a:lnTo>
                    <a:pt x="870280" y="66763"/>
                  </a:lnTo>
                  <a:lnTo>
                    <a:pt x="870369" y="69913"/>
                  </a:lnTo>
                  <a:lnTo>
                    <a:pt x="870280" y="83477"/>
                  </a:lnTo>
                  <a:lnTo>
                    <a:pt x="853757" y="83477"/>
                  </a:lnTo>
                  <a:lnTo>
                    <a:pt x="853757" y="90627"/>
                  </a:lnTo>
                  <a:lnTo>
                    <a:pt x="870280" y="90627"/>
                  </a:lnTo>
                  <a:lnTo>
                    <a:pt x="870280" y="144208"/>
                  </a:lnTo>
                  <a:lnTo>
                    <a:pt x="870280" y="149923"/>
                  </a:lnTo>
                  <a:lnTo>
                    <a:pt x="870280" y="372808"/>
                  </a:lnTo>
                  <a:lnTo>
                    <a:pt x="798842" y="372808"/>
                  </a:lnTo>
                  <a:lnTo>
                    <a:pt x="798842" y="321373"/>
                  </a:lnTo>
                  <a:lnTo>
                    <a:pt x="870280" y="321373"/>
                  </a:lnTo>
                  <a:lnTo>
                    <a:pt x="870280" y="315658"/>
                  </a:lnTo>
                  <a:lnTo>
                    <a:pt x="798842" y="315658"/>
                  </a:lnTo>
                  <a:lnTo>
                    <a:pt x="798842" y="264223"/>
                  </a:lnTo>
                  <a:lnTo>
                    <a:pt x="870280" y="264223"/>
                  </a:lnTo>
                  <a:lnTo>
                    <a:pt x="870280" y="258508"/>
                  </a:lnTo>
                  <a:lnTo>
                    <a:pt x="798842" y="258508"/>
                  </a:lnTo>
                  <a:lnTo>
                    <a:pt x="798842" y="207073"/>
                  </a:lnTo>
                  <a:lnTo>
                    <a:pt x="870280" y="207073"/>
                  </a:lnTo>
                  <a:lnTo>
                    <a:pt x="870280" y="201358"/>
                  </a:lnTo>
                  <a:lnTo>
                    <a:pt x="798842" y="201358"/>
                  </a:lnTo>
                  <a:lnTo>
                    <a:pt x="798842" y="149923"/>
                  </a:lnTo>
                  <a:lnTo>
                    <a:pt x="870280" y="149923"/>
                  </a:lnTo>
                  <a:lnTo>
                    <a:pt x="870280" y="144208"/>
                  </a:lnTo>
                  <a:lnTo>
                    <a:pt x="790270" y="144208"/>
                  </a:lnTo>
                  <a:lnTo>
                    <a:pt x="790270" y="149923"/>
                  </a:lnTo>
                  <a:lnTo>
                    <a:pt x="790270" y="201358"/>
                  </a:lnTo>
                  <a:lnTo>
                    <a:pt x="790270" y="372808"/>
                  </a:lnTo>
                  <a:lnTo>
                    <a:pt x="786142" y="372808"/>
                  </a:lnTo>
                  <a:lnTo>
                    <a:pt x="628878" y="372808"/>
                  </a:lnTo>
                  <a:lnTo>
                    <a:pt x="628878" y="321373"/>
                  </a:lnTo>
                  <a:lnTo>
                    <a:pt x="786142" y="321373"/>
                  </a:lnTo>
                  <a:lnTo>
                    <a:pt x="790270" y="321373"/>
                  </a:lnTo>
                  <a:lnTo>
                    <a:pt x="790270" y="315658"/>
                  </a:lnTo>
                  <a:lnTo>
                    <a:pt x="786142" y="315658"/>
                  </a:lnTo>
                  <a:lnTo>
                    <a:pt x="628878" y="315658"/>
                  </a:lnTo>
                  <a:lnTo>
                    <a:pt x="628878" y="279704"/>
                  </a:lnTo>
                  <a:lnTo>
                    <a:pt x="629158" y="278218"/>
                  </a:lnTo>
                  <a:lnTo>
                    <a:pt x="628967" y="270979"/>
                  </a:lnTo>
                  <a:lnTo>
                    <a:pt x="628878" y="270802"/>
                  </a:lnTo>
                  <a:lnTo>
                    <a:pt x="628878" y="264223"/>
                  </a:lnTo>
                  <a:lnTo>
                    <a:pt x="786142" y="264223"/>
                  </a:lnTo>
                  <a:lnTo>
                    <a:pt x="790270" y="264223"/>
                  </a:lnTo>
                  <a:lnTo>
                    <a:pt x="790270" y="258508"/>
                  </a:lnTo>
                  <a:lnTo>
                    <a:pt x="786142" y="258508"/>
                  </a:lnTo>
                  <a:lnTo>
                    <a:pt x="628878" y="258508"/>
                  </a:lnTo>
                  <a:lnTo>
                    <a:pt x="628878" y="207073"/>
                  </a:lnTo>
                  <a:lnTo>
                    <a:pt x="786142" y="207073"/>
                  </a:lnTo>
                  <a:lnTo>
                    <a:pt x="790270" y="207073"/>
                  </a:lnTo>
                  <a:lnTo>
                    <a:pt x="790270" y="201358"/>
                  </a:lnTo>
                  <a:lnTo>
                    <a:pt x="786142" y="201358"/>
                  </a:lnTo>
                  <a:lnTo>
                    <a:pt x="628878" y="201358"/>
                  </a:lnTo>
                  <a:lnTo>
                    <a:pt x="628878" y="149923"/>
                  </a:lnTo>
                  <a:lnTo>
                    <a:pt x="786142" y="149923"/>
                  </a:lnTo>
                  <a:lnTo>
                    <a:pt x="790270" y="149923"/>
                  </a:lnTo>
                  <a:lnTo>
                    <a:pt x="790270" y="144208"/>
                  </a:lnTo>
                  <a:lnTo>
                    <a:pt x="786142" y="144208"/>
                  </a:lnTo>
                  <a:lnTo>
                    <a:pt x="628878" y="144208"/>
                  </a:lnTo>
                  <a:lnTo>
                    <a:pt x="628878" y="87058"/>
                  </a:lnTo>
                  <a:lnTo>
                    <a:pt x="618871" y="87058"/>
                  </a:lnTo>
                  <a:lnTo>
                    <a:pt x="618871" y="144208"/>
                  </a:lnTo>
                  <a:lnTo>
                    <a:pt x="618871" y="149923"/>
                  </a:lnTo>
                  <a:lnTo>
                    <a:pt x="618871" y="372808"/>
                  </a:lnTo>
                  <a:lnTo>
                    <a:pt x="329501" y="372808"/>
                  </a:lnTo>
                  <a:lnTo>
                    <a:pt x="329501" y="321373"/>
                  </a:lnTo>
                  <a:lnTo>
                    <a:pt x="618871" y="321373"/>
                  </a:lnTo>
                  <a:lnTo>
                    <a:pt x="618871" y="315658"/>
                  </a:lnTo>
                  <a:lnTo>
                    <a:pt x="589191" y="315658"/>
                  </a:lnTo>
                  <a:lnTo>
                    <a:pt x="596798" y="313588"/>
                  </a:lnTo>
                  <a:lnTo>
                    <a:pt x="604926" y="309994"/>
                  </a:lnTo>
                  <a:lnTo>
                    <a:pt x="612876" y="305079"/>
                  </a:lnTo>
                  <a:lnTo>
                    <a:pt x="618871" y="299847"/>
                  </a:lnTo>
                  <a:lnTo>
                    <a:pt x="618871" y="258508"/>
                  </a:lnTo>
                  <a:lnTo>
                    <a:pt x="615429" y="258508"/>
                  </a:lnTo>
                  <a:lnTo>
                    <a:pt x="610400" y="257175"/>
                  </a:lnTo>
                  <a:lnTo>
                    <a:pt x="602018" y="257365"/>
                  </a:lnTo>
                  <a:lnTo>
                    <a:pt x="594093" y="258330"/>
                  </a:lnTo>
                  <a:lnTo>
                    <a:pt x="593483" y="258508"/>
                  </a:lnTo>
                  <a:lnTo>
                    <a:pt x="578866" y="258508"/>
                  </a:lnTo>
                  <a:lnTo>
                    <a:pt x="578866" y="264223"/>
                  </a:lnTo>
                  <a:lnTo>
                    <a:pt x="578662" y="264325"/>
                  </a:lnTo>
                  <a:lnTo>
                    <a:pt x="571157" y="269367"/>
                  </a:lnTo>
                  <a:lnTo>
                    <a:pt x="564464" y="275170"/>
                  </a:lnTo>
                  <a:lnTo>
                    <a:pt x="559511" y="281432"/>
                  </a:lnTo>
                  <a:lnTo>
                    <a:pt x="556310" y="288175"/>
                  </a:lnTo>
                  <a:lnTo>
                    <a:pt x="554863" y="295363"/>
                  </a:lnTo>
                  <a:lnTo>
                    <a:pt x="555053" y="301840"/>
                  </a:lnTo>
                  <a:lnTo>
                    <a:pt x="557530" y="307086"/>
                  </a:lnTo>
                  <a:lnTo>
                    <a:pt x="562292" y="311086"/>
                  </a:lnTo>
                  <a:lnTo>
                    <a:pt x="566864" y="314706"/>
                  </a:lnTo>
                  <a:lnTo>
                    <a:pt x="569810" y="315658"/>
                  </a:lnTo>
                  <a:lnTo>
                    <a:pt x="353822" y="315658"/>
                  </a:lnTo>
                  <a:lnTo>
                    <a:pt x="389153" y="292798"/>
                  </a:lnTo>
                  <a:lnTo>
                    <a:pt x="393788" y="278218"/>
                  </a:lnTo>
                  <a:lnTo>
                    <a:pt x="393598" y="270979"/>
                  </a:lnTo>
                  <a:lnTo>
                    <a:pt x="391033" y="265747"/>
                  </a:lnTo>
                  <a:lnTo>
                    <a:pt x="388696" y="264223"/>
                  </a:lnTo>
                  <a:lnTo>
                    <a:pt x="578866" y="264223"/>
                  </a:lnTo>
                  <a:lnTo>
                    <a:pt x="578866" y="258508"/>
                  </a:lnTo>
                  <a:lnTo>
                    <a:pt x="380060" y="258508"/>
                  </a:lnTo>
                  <a:lnTo>
                    <a:pt x="375031" y="257175"/>
                  </a:lnTo>
                  <a:lnTo>
                    <a:pt x="366649" y="257365"/>
                  </a:lnTo>
                  <a:lnTo>
                    <a:pt x="358724" y="258330"/>
                  </a:lnTo>
                  <a:lnTo>
                    <a:pt x="358114" y="258508"/>
                  </a:lnTo>
                  <a:lnTo>
                    <a:pt x="343496" y="258508"/>
                  </a:lnTo>
                  <a:lnTo>
                    <a:pt x="343496" y="264223"/>
                  </a:lnTo>
                  <a:lnTo>
                    <a:pt x="343293" y="264325"/>
                  </a:lnTo>
                  <a:lnTo>
                    <a:pt x="335788" y="269367"/>
                  </a:lnTo>
                  <a:lnTo>
                    <a:pt x="334441" y="270548"/>
                  </a:lnTo>
                  <a:lnTo>
                    <a:pt x="334441" y="315658"/>
                  </a:lnTo>
                  <a:lnTo>
                    <a:pt x="329501" y="315658"/>
                  </a:lnTo>
                  <a:lnTo>
                    <a:pt x="329501" y="313131"/>
                  </a:lnTo>
                  <a:lnTo>
                    <a:pt x="331495" y="314706"/>
                  </a:lnTo>
                  <a:lnTo>
                    <a:pt x="334441" y="315658"/>
                  </a:lnTo>
                  <a:lnTo>
                    <a:pt x="334441" y="270548"/>
                  </a:lnTo>
                  <a:lnTo>
                    <a:pt x="329501" y="274828"/>
                  </a:lnTo>
                  <a:lnTo>
                    <a:pt x="329501" y="264223"/>
                  </a:lnTo>
                  <a:lnTo>
                    <a:pt x="343496" y="264223"/>
                  </a:lnTo>
                  <a:lnTo>
                    <a:pt x="343496" y="258508"/>
                  </a:lnTo>
                  <a:lnTo>
                    <a:pt x="329501" y="258508"/>
                  </a:lnTo>
                  <a:lnTo>
                    <a:pt x="329501" y="207073"/>
                  </a:lnTo>
                  <a:lnTo>
                    <a:pt x="618871" y="207073"/>
                  </a:lnTo>
                  <a:lnTo>
                    <a:pt x="618871" y="201358"/>
                  </a:lnTo>
                  <a:lnTo>
                    <a:pt x="329501" y="201358"/>
                  </a:lnTo>
                  <a:lnTo>
                    <a:pt x="329501" y="149923"/>
                  </a:lnTo>
                  <a:lnTo>
                    <a:pt x="618871" y="149923"/>
                  </a:lnTo>
                  <a:lnTo>
                    <a:pt x="618871" y="144208"/>
                  </a:lnTo>
                  <a:lnTo>
                    <a:pt x="329501" y="144208"/>
                  </a:lnTo>
                  <a:lnTo>
                    <a:pt x="329501" y="113106"/>
                  </a:lnTo>
                  <a:lnTo>
                    <a:pt x="331495" y="114681"/>
                  </a:lnTo>
                  <a:lnTo>
                    <a:pt x="337400" y="116586"/>
                  </a:lnTo>
                  <a:lnTo>
                    <a:pt x="344639" y="116776"/>
                  </a:lnTo>
                  <a:lnTo>
                    <a:pt x="353123" y="115824"/>
                  </a:lnTo>
                  <a:lnTo>
                    <a:pt x="389153" y="92773"/>
                  </a:lnTo>
                  <a:lnTo>
                    <a:pt x="390131" y="90627"/>
                  </a:lnTo>
                  <a:lnTo>
                    <a:pt x="414121" y="90627"/>
                  </a:lnTo>
                  <a:lnTo>
                    <a:pt x="414121" y="83477"/>
                  </a:lnTo>
                  <a:lnTo>
                    <a:pt x="392785" y="83477"/>
                  </a:lnTo>
                  <a:lnTo>
                    <a:pt x="393788" y="78193"/>
                  </a:lnTo>
                  <a:lnTo>
                    <a:pt x="393598" y="70954"/>
                  </a:lnTo>
                  <a:lnTo>
                    <a:pt x="391033" y="65722"/>
                  </a:lnTo>
                  <a:lnTo>
                    <a:pt x="386080" y="62484"/>
                  </a:lnTo>
                  <a:lnTo>
                    <a:pt x="381508" y="58864"/>
                  </a:lnTo>
                  <a:lnTo>
                    <a:pt x="375031" y="57150"/>
                  </a:lnTo>
                  <a:lnTo>
                    <a:pt x="366649" y="57340"/>
                  </a:lnTo>
                  <a:lnTo>
                    <a:pt x="358724" y="58305"/>
                  </a:lnTo>
                  <a:lnTo>
                    <a:pt x="324142" y="81407"/>
                  </a:lnTo>
                  <a:lnTo>
                    <a:pt x="323151" y="83477"/>
                  </a:lnTo>
                  <a:lnTo>
                    <a:pt x="302983" y="83477"/>
                  </a:lnTo>
                  <a:lnTo>
                    <a:pt x="302983" y="90627"/>
                  </a:lnTo>
                  <a:lnTo>
                    <a:pt x="320433" y="90627"/>
                  </a:lnTo>
                  <a:lnTo>
                    <a:pt x="319493" y="95338"/>
                  </a:lnTo>
                  <a:lnTo>
                    <a:pt x="319582" y="98488"/>
                  </a:lnTo>
                  <a:lnTo>
                    <a:pt x="319493" y="144208"/>
                  </a:lnTo>
                  <a:lnTo>
                    <a:pt x="319493" y="372808"/>
                  </a:lnTo>
                  <a:lnTo>
                    <a:pt x="94132" y="372808"/>
                  </a:lnTo>
                  <a:lnTo>
                    <a:pt x="94132" y="321373"/>
                  </a:lnTo>
                  <a:lnTo>
                    <a:pt x="319493" y="321373"/>
                  </a:lnTo>
                  <a:lnTo>
                    <a:pt x="319493" y="315658"/>
                  </a:lnTo>
                  <a:lnTo>
                    <a:pt x="94132" y="315658"/>
                  </a:lnTo>
                  <a:lnTo>
                    <a:pt x="94132" y="264223"/>
                  </a:lnTo>
                  <a:lnTo>
                    <a:pt x="319493" y="264223"/>
                  </a:lnTo>
                  <a:lnTo>
                    <a:pt x="319493" y="258508"/>
                  </a:lnTo>
                  <a:lnTo>
                    <a:pt x="118452" y="258508"/>
                  </a:lnTo>
                  <a:lnTo>
                    <a:pt x="126060" y="256438"/>
                  </a:lnTo>
                  <a:lnTo>
                    <a:pt x="134188" y="252844"/>
                  </a:lnTo>
                  <a:lnTo>
                    <a:pt x="158432" y="221068"/>
                  </a:lnTo>
                  <a:lnTo>
                    <a:pt x="158242" y="213829"/>
                  </a:lnTo>
                  <a:lnTo>
                    <a:pt x="155663" y="208597"/>
                  </a:lnTo>
                  <a:lnTo>
                    <a:pt x="153327" y="207073"/>
                  </a:lnTo>
                  <a:lnTo>
                    <a:pt x="319493" y="207073"/>
                  </a:lnTo>
                  <a:lnTo>
                    <a:pt x="319493" y="201358"/>
                  </a:lnTo>
                  <a:lnTo>
                    <a:pt x="144691" y="201358"/>
                  </a:lnTo>
                  <a:lnTo>
                    <a:pt x="139661" y="200025"/>
                  </a:lnTo>
                  <a:lnTo>
                    <a:pt x="131279" y="200215"/>
                  </a:lnTo>
                  <a:lnTo>
                    <a:pt x="123355" y="201180"/>
                  </a:lnTo>
                  <a:lnTo>
                    <a:pt x="122745" y="201358"/>
                  </a:lnTo>
                  <a:lnTo>
                    <a:pt x="108127" y="201358"/>
                  </a:lnTo>
                  <a:lnTo>
                    <a:pt x="108127" y="207073"/>
                  </a:lnTo>
                  <a:lnTo>
                    <a:pt x="107924" y="207175"/>
                  </a:lnTo>
                  <a:lnTo>
                    <a:pt x="100418" y="212217"/>
                  </a:lnTo>
                  <a:lnTo>
                    <a:pt x="99085" y="213385"/>
                  </a:lnTo>
                  <a:lnTo>
                    <a:pt x="99085" y="258508"/>
                  </a:lnTo>
                  <a:lnTo>
                    <a:pt x="94132" y="258508"/>
                  </a:lnTo>
                  <a:lnTo>
                    <a:pt x="94132" y="255968"/>
                  </a:lnTo>
                  <a:lnTo>
                    <a:pt x="96139" y="257556"/>
                  </a:lnTo>
                  <a:lnTo>
                    <a:pt x="99085" y="258508"/>
                  </a:lnTo>
                  <a:lnTo>
                    <a:pt x="99085" y="213385"/>
                  </a:lnTo>
                  <a:lnTo>
                    <a:pt x="94132" y="217678"/>
                  </a:lnTo>
                  <a:lnTo>
                    <a:pt x="94132" y="207073"/>
                  </a:lnTo>
                  <a:lnTo>
                    <a:pt x="108127" y="207073"/>
                  </a:lnTo>
                  <a:lnTo>
                    <a:pt x="108127" y="201358"/>
                  </a:lnTo>
                  <a:lnTo>
                    <a:pt x="94132" y="201358"/>
                  </a:lnTo>
                  <a:lnTo>
                    <a:pt x="94132" y="149923"/>
                  </a:lnTo>
                  <a:lnTo>
                    <a:pt x="319493" y="149923"/>
                  </a:lnTo>
                  <a:lnTo>
                    <a:pt x="319493" y="144208"/>
                  </a:lnTo>
                  <a:lnTo>
                    <a:pt x="94132" y="144208"/>
                  </a:lnTo>
                  <a:lnTo>
                    <a:pt x="94132" y="90627"/>
                  </a:lnTo>
                  <a:lnTo>
                    <a:pt x="178752" y="90627"/>
                  </a:lnTo>
                  <a:lnTo>
                    <a:pt x="178752" y="83477"/>
                  </a:lnTo>
                  <a:lnTo>
                    <a:pt x="94132" y="83477"/>
                  </a:lnTo>
                  <a:lnTo>
                    <a:pt x="94132" y="55943"/>
                  </a:lnTo>
                  <a:lnTo>
                    <a:pt x="96139" y="57531"/>
                  </a:lnTo>
                  <a:lnTo>
                    <a:pt x="102031" y="59436"/>
                  </a:lnTo>
                  <a:lnTo>
                    <a:pt x="109283" y="59626"/>
                  </a:lnTo>
                  <a:lnTo>
                    <a:pt x="117754" y="58674"/>
                  </a:lnTo>
                  <a:lnTo>
                    <a:pt x="153784" y="35623"/>
                  </a:lnTo>
                  <a:lnTo>
                    <a:pt x="154762" y="33477"/>
                  </a:lnTo>
                  <a:lnTo>
                    <a:pt x="178752" y="33477"/>
                  </a:lnTo>
                  <a:lnTo>
                    <a:pt x="178752" y="26327"/>
                  </a:lnTo>
                  <a:lnTo>
                    <a:pt x="157416" y="26327"/>
                  </a:lnTo>
                  <a:lnTo>
                    <a:pt x="158432" y="21043"/>
                  </a:lnTo>
                  <a:lnTo>
                    <a:pt x="158242" y="13804"/>
                  </a:lnTo>
                  <a:lnTo>
                    <a:pt x="155663" y="8572"/>
                  </a:lnTo>
                  <a:lnTo>
                    <a:pt x="150710" y="5334"/>
                  </a:lnTo>
                  <a:lnTo>
                    <a:pt x="146138" y="1714"/>
                  </a:lnTo>
                  <a:lnTo>
                    <a:pt x="139661" y="0"/>
                  </a:lnTo>
                  <a:lnTo>
                    <a:pt x="131279" y="190"/>
                  </a:lnTo>
                  <a:lnTo>
                    <a:pt x="123355" y="1155"/>
                  </a:lnTo>
                  <a:lnTo>
                    <a:pt x="88773" y="24257"/>
                  </a:lnTo>
                  <a:lnTo>
                    <a:pt x="87782" y="26327"/>
                  </a:lnTo>
                  <a:lnTo>
                    <a:pt x="67614" y="26327"/>
                  </a:lnTo>
                  <a:lnTo>
                    <a:pt x="67614" y="33477"/>
                  </a:lnTo>
                  <a:lnTo>
                    <a:pt x="85077" y="33477"/>
                  </a:lnTo>
                  <a:lnTo>
                    <a:pt x="84137" y="38188"/>
                  </a:lnTo>
                  <a:lnTo>
                    <a:pt x="84213" y="41338"/>
                  </a:lnTo>
                  <a:lnTo>
                    <a:pt x="84137" y="83477"/>
                  </a:lnTo>
                  <a:lnTo>
                    <a:pt x="67614" y="83477"/>
                  </a:lnTo>
                  <a:lnTo>
                    <a:pt x="67614" y="90627"/>
                  </a:lnTo>
                  <a:lnTo>
                    <a:pt x="84137" y="90627"/>
                  </a:lnTo>
                  <a:lnTo>
                    <a:pt x="84137" y="144208"/>
                  </a:lnTo>
                  <a:lnTo>
                    <a:pt x="0" y="144208"/>
                  </a:lnTo>
                  <a:lnTo>
                    <a:pt x="0" y="149923"/>
                  </a:lnTo>
                  <a:lnTo>
                    <a:pt x="84137" y="149923"/>
                  </a:lnTo>
                  <a:lnTo>
                    <a:pt x="84137" y="201358"/>
                  </a:lnTo>
                  <a:lnTo>
                    <a:pt x="0" y="201358"/>
                  </a:lnTo>
                  <a:lnTo>
                    <a:pt x="0" y="207073"/>
                  </a:lnTo>
                  <a:lnTo>
                    <a:pt x="84137" y="207073"/>
                  </a:lnTo>
                  <a:lnTo>
                    <a:pt x="84137" y="238213"/>
                  </a:lnTo>
                  <a:lnTo>
                    <a:pt x="84137" y="258508"/>
                  </a:lnTo>
                  <a:lnTo>
                    <a:pt x="0" y="258508"/>
                  </a:lnTo>
                  <a:lnTo>
                    <a:pt x="0" y="264223"/>
                  </a:lnTo>
                  <a:lnTo>
                    <a:pt x="84137" y="264223"/>
                  </a:lnTo>
                  <a:lnTo>
                    <a:pt x="84137" y="315658"/>
                  </a:lnTo>
                  <a:lnTo>
                    <a:pt x="0" y="315658"/>
                  </a:lnTo>
                  <a:lnTo>
                    <a:pt x="0" y="321373"/>
                  </a:lnTo>
                  <a:lnTo>
                    <a:pt x="84137" y="321373"/>
                  </a:lnTo>
                  <a:lnTo>
                    <a:pt x="84137" y="372808"/>
                  </a:lnTo>
                  <a:lnTo>
                    <a:pt x="0" y="372808"/>
                  </a:lnTo>
                  <a:lnTo>
                    <a:pt x="0" y="378523"/>
                  </a:lnTo>
                  <a:lnTo>
                    <a:pt x="84137" y="378523"/>
                  </a:lnTo>
                  <a:lnTo>
                    <a:pt x="84137" y="429958"/>
                  </a:lnTo>
                  <a:lnTo>
                    <a:pt x="94132" y="429958"/>
                  </a:lnTo>
                  <a:lnTo>
                    <a:pt x="94132" y="378523"/>
                  </a:lnTo>
                  <a:lnTo>
                    <a:pt x="319493" y="378523"/>
                  </a:lnTo>
                  <a:lnTo>
                    <a:pt x="319493" y="487108"/>
                  </a:lnTo>
                  <a:lnTo>
                    <a:pt x="329501" y="487108"/>
                  </a:lnTo>
                  <a:lnTo>
                    <a:pt x="329501" y="378523"/>
                  </a:lnTo>
                  <a:lnTo>
                    <a:pt x="618871" y="378523"/>
                  </a:lnTo>
                  <a:lnTo>
                    <a:pt x="618871" y="426377"/>
                  </a:lnTo>
                  <a:lnTo>
                    <a:pt x="538353" y="426377"/>
                  </a:lnTo>
                  <a:lnTo>
                    <a:pt x="538353" y="433527"/>
                  </a:lnTo>
                  <a:lnTo>
                    <a:pt x="618871" y="433527"/>
                  </a:lnTo>
                  <a:lnTo>
                    <a:pt x="618871" y="460502"/>
                  </a:lnTo>
                  <a:lnTo>
                    <a:pt x="616877" y="458914"/>
                  </a:lnTo>
                  <a:lnTo>
                    <a:pt x="610400" y="457200"/>
                  </a:lnTo>
                  <a:lnTo>
                    <a:pt x="571157" y="469392"/>
                  </a:lnTo>
                  <a:lnTo>
                    <a:pt x="558520" y="483527"/>
                  </a:lnTo>
                  <a:lnTo>
                    <a:pt x="538353" y="483527"/>
                  </a:lnTo>
                  <a:lnTo>
                    <a:pt x="538353" y="490677"/>
                  </a:lnTo>
                  <a:lnTo>
                    <a:pt x="555802" y="490677"/>
                  </a:lnTo>
                  <a:lnTo>
                    <a:pt x="554863" y="495388"/>
                  </a:lnTo>
                  <a:lnTo>
                    <a:pt x="580009" y="516826"/>
                  </a:lnTo>
                  <a:lnTo>
                    <a:pt x="588492" y="515874"/>
                  </a:lnTo>
                  <a:lnTo>
                    <a:pt x="624522" y="492823"/>
                  </a:lnTo>
                  <a:lnTo>
                    <a:pt x="625500" y="490677"/>
                  </a:lnTo>
                  <a:lnTo>
                    <a:pt x="649490" y="490677"/>
                  </a:lnTo>
                  <a:lnTo>
                    <a:pt x="649490" y="483527"/>
                  </a:lnTo>
                  <a:lnTo>
                    <a:pt x="628154" y="483527"/>
                  </a:lnTo>
                  <a:lnTo>
                    <a:pt x="629158" y="478243"/>
                  </a:lnTo>
                  <a:lnTo>
                    <a:pt x="628967" y="471004"/>
                  </a:lnTo>
                  <a:lnTo>
                    <a:pt x="628878" y="470827"/>
                  </a:lnTo>
                  <a:lnTo>
                    <a:pt x="628878" y="433527"/>
                  </a:lnTo>
                  <a:lnTo>
                    <a:pt x="649490" y="433527"/>
                  </a:lnTo>
                  <a:lnTo>
                    <a:pt x="649490" y="426377"/>
                  </a:lnTo>
                  <a:lnTo>
                    <a:pt x="628878" y="426377"/>
                  </a:lnTo>
                  <a:lnTo>
                    <a:pt x="628878" y="378523"/>
                  </a:lnTo>
                  <a:lnTo>
                    <a:pt x="786142" y="378523"/>
                  </a:lnTo>
                  <a:lnTo>
                    <a:pt x="790270" y="378523"/>
                  </a:lnTo>
                  <a:lnTo>
                    <a:pt x="798842" y="378523"/>
                  </a:lnTo>
                  <a:lnTo>
                    <a:pt x="870280" y="378523"/>
                  </a:lnTo>
                  <a:lnTo>
                    <a:pt x="870280" y="458533"/>
                  </a:lnTo>
                  <a:lnTo>
                    <a:pt x="880287" y="458533"/>
                  </a:lnTo>
                  <a:lnTo>
                    <a:pt x="880287" y="378523"/>
                  </a:lnTo>
                  <a:lnTo>
                    <a:pt x="1105649" y="378523"/>
                  </a:lnTo>
                  <a:lnTo>
                    <a:pt x="1105649" y="429958"/>
                  </a:lnTo>
                  <a:lnTo>
                    <a:pt x="1115656" y="429958"/>
                  </a:lnTo>
                  <a:lnTo>
                    <a:pt x="1115656" y="378523"/>
                  </a:lnTo>
                  <a:lnTo>
                    <a:pt x="1341018" y="378523"/>
                  </a:lnTo>
                  <a:lnTo>
                    <a:pt x="1341018" y="515683"/>
                  </a:lnTo>
                  <a:lnTo>
                    <a:pt x="1351026" y="515683"/>
                  </a:lnTo>
                  <a:lnTo>
                    <a:pt x="1351026" y="378523"/>
                  </a:lnTo>
                  <a:lnTo>
                    <a:pt x="1572298" y="378523"/>
                  </a:lnTo>
                  <a:lnTo>
                    <a:pt x="1576425" y="378523"/>
                  </a:lnTo>
                  <a:lnTo>
                    <a:pt x="1584998" y="378523"/>
                  </a:lnTo>
                  <a:lnTo>
                    <a:pt x="3093580" y="378523"/>
                  </a:lnTo>
                  <a:lnTo>
                    <a:pt x="3093580" y="372808"/>
                  </a:lnTo>
                  <a:lnTo>
                    <a:pt x="1584998" y="372808"/>
                  </a:lnTo>
                  <a:lnTo>
                    <a:pt x="1584998" y="321373"/>
                  </a:lnTo>
                  <a:lnTo>
                    <a:pt x="3093580" y="321373"/>
                  </a:lnTo>
                  <a:lnTo>
                    <a:pt x="3093580" y="315658"/>
                  </a:lnTo>
                  <a:lnTo>
                    <a:pt x="1584998" y="315658"/>
                  </a:lnTo>
                  <a:lnTo>
                    <a:pt x="1584998" y="264223"/>
                  </a:lnTo>
                  <a:lnTo>
                    <a:pt x="3093580" y="264223"/>
                  </a:lnTo>
                  <a:lnTo>
                    <a:pt x="3093580" y="258508"/>
                  </a:lnTo>
                  <a:lnTo>
                    <a:pt x="1584998" y="258508"/>
                  </a:lnTo>
                  <a:lnTo>
                    <a:pt x="1584998" y="207073"/>
                  </a:lnTo>
                  <a:lnTo>
                    <a:pt x="3093580" y="207073"/>
                  </a:lnTo>
                  <a:lnTo>
                    <a:pt x="3093580" y="201358"/>
                  </a:lnTo>
                  <a:lnTo>
                    <a:pt x="1584998" y="201358"/>
                  </a:lnTo>
                  <a:lnTo>
                    <a:pt x="1584998" y="149923"/>
                  </a:lnTo>
                  <a:lnTo>
                    <a:pt x="3093580" y="149923"/>
                  </a:lnTo>
                  <a:lnTo>
                    <a:pt x="3093580" y="144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341475" y="4386326"/>
              <a:ext cx="75437" cy="210311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2543911" y="4332042"/>
              <a:ext cx="81915" cy="443230"/>
            </a:xfrm>
            <a:custGeom>
              <a:avLst/>
              <a:gdLst/>
              <a:ahLst/>
              <a:cxnLst/>
              <a:rect l="l" t="t" r="r" b="b"/>
              <a:pathLst>
                <a:path w="81914" h="443229">
                  <a:moveTo>
                    <a:pt x="29997" y="18859"/>
                  </a:moveTo>
                  <a:lnTo>
                    <a:pt x="29235" y="15240"/>
                  </a:lnTo>
                  <a:lnTo>
                    <a:pt x="27520" y="11811"/>
                  </a:lnTo>
                  <a:lnTo>
                    <a:pt x="24853" y="8572"/>
                  </a:lnTo>
                  <a:lnTo>
                    <a:pt x="16852" y="0"/>
                  </a:lnTo>
                  <a:lnTo>
                    <a:pt x="12852" y="0"/>
                  </a:lnTo>
                  <a:lnTo>
                    <a:pt x="15709" y="2857"/>
                  </a:lnTo>
                  <a:lnTo>
                    <a:pt x="17526" y="6477"/>
                  </a:lnTo>
                  <a:lnTo>
                    <a:pt x="3898" y="27813"/>
                  </a:lnTo>
                  <a:lnTo>
                    <a:pt x="762" y="32575"/>
                  </a:lnTo>
                  <a:lnTo>
                    <a:pt x="0" y="38290"/>
                  </a:lnTo>
                  <a:lnTo>
                    <a:pt x="762" y="41910"/>
                  </a:lnTo>
                  <a:lnTo>
                    <a:pt x="2476" y="45339"/>
                  </a:lnTo>
                  <a:lnTo>
                    <a:pt x="5143" y="48577"/>
                  </a:lnTo>
                  <a:lnTo>
                    <a:pt x="12852" y="57150"/>
                  </a:lnTo>
                  <a:lnTo>
                    <a:pt x="15709" y="60007"/>
                  </a:lnTo>
                  <a:lnTo>
                    <a:pt x="17526" y="63627"/>
                  </a:lnTo>
                  <a:lnTo>
                    <a:pt x="3898" y="84963"/>
                  </a:lnTo>
                  <a:lnTo>
                    <a:pt x="762" y="89725"/>
                  </a:lnTo>
                  <a:lnTo>
                    <a:pt x="0" y="95440"/>
                  </a:lnTo>
                  <a:lnTo>
                    <a:pt x="762" y="99060"/>
                  </a:lnTo>
                  <a:lnTo>
                    <a:pt x="2476" y="102489"/>
                  </a:lnTo>
                  <a:lnTo>
                    <a:pt x="5143" y="105727"/>
                  </a:lnTo>
                  <a:lnTo>
                    <a:pt x="12852" y="114300"/>
                  </a:lnTo>
                  <a:lnTo>
                    <a:pt x="15709" y="117157"/>
                  </a:lnTo>
                  <a:lnTo>
                    <a:pt x="17526" y="120777"/>
                  </a:lnTo>
                  <a:lnTo>
                    <a:pt x="3898" y="142113"/>
                  </a:lnTo>
                  <a:lnTo>
                    <a:pt x="762" y="146875"/>
                  </a:lnTo>
                  <a:lnTo>
                    <a:pt x="0" y="152590"/>
                  </a:lnTo>
                  <a:lnTo>
                    <a:pt x="762" y="156210"/>
                  </a:lnTo>
                  <a:lnTo>
                    <a:pt x="2476" y="159639"/>
                  </a:lnTo>
                  <a:lnTo>
                    <a:pt x="5143" y="162877"/>
                  </a:lnTo>
                  <a:lnTo>
                    <a:pt x="12852" y="171450"/>
                  </a:lnTo>
                  <a:lnTo>
                    <a:pt x="15709" y="174307"/>
                  </a:lnTo>
                  <a:lnTo>
                    <a:pt x="17526" y="177927"/>
                  </a:lnTo>
                  <a:lnTo>
                    <a:pt x="3898" y="199263"/>
                  </a:lnTo>
                  <a:lnTo>
                    <a:pt x="762" y="204025"/>
                  </a:lnTo>
                  <a:lnTo>
                    <a:pt x="0" y="209740"/>
                  </a:lnTo>
                  <a:lnTo>
                    <a:pt x="762" y="213360"/>
                  </a:lnTo>
                  <a:lnTo>
                    <a:pt x="2476" y="216789"/>
                  </a:lnTo>
                  <a:lnTo>
                    <a:pt x="5143" y="220027"/>
                  </a:lnTo>
                  <a:lnTo>
                    <a:pt x="12852" y="228600"/>
                  </a:lnTo>
                  <a:lnTo>
                    <a:pt x="15709" y="231457"/>
                  </a:lnTo>
                  <a:lnTo>
                    <a:pt x="17526" y="235077"/>
                  </a:lnTo>
                  <a:lnTo>
                    <a:pt x="3898" y="256413"/>
                  </a:lnTo>
                  <a:lnTo>
                    <a:pt x="762" y="261175"/>
                  </a:lnTo>
                  <a:lnTo>
                    <a:pt x="0" y="266890"/>
                  </a:lnTo>
                  <a:lnTo>
                    <a:pt x="762" y="270510"/>
                  </a:lnTo>
                  <a:lnTo>
                    <a:pt x="2476" y="273939"/>
                  </a:lnTo>
                  <a:lnTo>
                    <a:pt x="5143" y="277177"/>
                  </a:lnTo>
                  <a:lnTo>
                    <a:pt x="12852" y="285750"/>
                  </a:lnTo>
                  <a:lnTo>
                    <a:pt x="16852" y="285750"/>
                  </a:lnTo>
                  <a:lnTo>
                    <a:pt x="13804" y="281749"/>
                  </a:lnTo>
                  <a:lnTo>
                    <a:pt x="12090" y="278218"/>
                  </a:lnTo>
                  <a:lnTo>
                    <a:pt x="11709" y="275170"/>
                  </a:lnTo>
                  <a:lnTo>
                    <a:pt x="12661" y="270027"/>
                  </a:lnTo>
                  <a:lnTo>
                    <a:pt x="15621" y="265645"/>
                  </a:lnTo>
                  <a:lnTo>
                    <a:pt x="20574" y="262026"/>
                  </a:lnTo>
                  <a:lnTo>
                    <a:pt x="26098" y="257835"/>
                  </a:lnTo>
                  <a:lnTo>
                    <a:pt x="29235" y="252984"/>
                  </a:lnTo>
                  <a:lnTo>
                    <a:pt x="29997" y="247459"/>
                  </a:lnTo>
                  <a:lnTo>
                    <a:pt x="29235" y="243840"/>
                  </a:lnTo>
                  <a:lnTo>
                    <a:pt x="27520" y="240411"/>
                  </a:lnTo>
                  <a:lnTo>
                    <a:pt x="24853" y="237172"/>
                  </a:lnTo>
                  <a:lnTo>
                    <a:pt x="16852" y="228600"/>
                  </a:lnTo>
                  <a:lnTo>
                    <a:pt x="13804" y="224599"/>
                  </a:lnTo>
                  <a:lnTo>
                    <a:pt x="12090" y="221068"/>
                  </a:lnTo>
                  <a:lnTo>
                    <a:pt x="11709" y="218020"/>
                  </a:lnTo>
                  <a:lnTo>
                    <a:pt x="12661" y="212877"/>
                  </a:lnTo>
                  <a:lnTo>
                    <a:pt x="15621" y="208495"/>
                  </a:lnTo>
                  <a:lnTo>
                    <a:pt x="20574" y="204876"/>
                  </a:lnTo>
                  <a:lnTo>
                    <a:pt x="26098" y="200685"/>
                  </a:lnTo>
                  <a:lnTo>
                    <a:pt x="29235" y="195834"/>
                  </a:lnTo>
                  <a:lnTo>
                    <a:pt x="29997" y="190309"/>
                  </a:lnTo>
                  <a:lnTo>
                    <a:pt x="29235" y="186690"/>
                  </a:lnTo>
                  <a:lnTo>
                    <a:pt x="27520" y="183261"/>
                  </a:lnTo>
                  <a:lnTo>
                    <a:pt x="24853" y="180022"/>
                  </a:lnTo>
                  <a:lnTo>
                    <a:pt x="16852" y="171450"/>
                  </a:lnTo>
                  <a:lnTo>
                    <a:pt x="13804" y="167449"/>
                  </a:lnTo>
                  <a:lnTo>
                    <a:pt x="12090" y="163918"/>
                  </a:lnTo>
                  <a:lnTo>
                    <a:pt x="11709" y="160870"/>
                  </a:lnTo>
                  <a:lnTo>
                    <a:pt x="12661" y="155727"/>
                  </a:lnTo>
                  <a:lnTo>
                    <a:pt x="15621" y="151345"/>
                  </a:lnTo>
                  <a:lnTo>
                    <a:pt x="20574" y="147726"/>
                  </a:lnTo>
                  <a:lnTo>
                    <a:pt x="26098" y="143535"/>
                  </a:lnTo>
                  <a:lnTo>
                    <a:pt x="29235" y="138684"/>
                  </a:lnTo>
                  <a:lnTo>
                    <a:pt x="29997" y="133159"/>
                  </a:lnTo>
                  <a:lnTo>
                    <a:pt x="29235" y="129540"/>
                  </a:lnTo>
                  <a:lnTo>
                    <a:pt x="27520" y="126111"/>
                  </a:lnTo>
                  <a:lnTo>
                    <a:pt x="24853" y="122872"/>
                  </a:lnTo>
                  <a:lnTo>
                    <a:pt x="16852" y="114300"/>
                  </a:lnTo>
                  <a:lnTo>
                    <a:pt x="13804" y="110299"/>
                  </a:lnTo>
                  <a:lnTo>
                    <a:pt x="12090" y="106768"/>
                  </a:lnTo>
                  <a:lnTo>
                    <a:pt x="11709" y="103720"/>
                  </a:lnTo>
                  <a:lnTo>
                    <a:pt x="12661" y="98577"/>
                  </a:lnTo>
                  <a:lnTo>
                    <a:pt x="15621" y="94195"/>
                  </a:lnTo>
                  <a:lnTo>
                    <a:pt x="20574" y="90576"/>
                  </a:lnTo>
                  <a:lnTo>
                    <a:pt x="26098" y="86385"/>
                  </a:lnTo>
                  <a:lnTo>
                    <a:pt x="29235" y="81534"/>
                  </a:lnTo>
                  <a:lnTo>
                    <a:pt x="29997" y="76009"/>
                  </a:lnTo>
                  <a:lnTo>
                    <a:pt x="29235" y="72390"/>
                  </a:lnTo>
                  <a:lnTo>
                    <a:pt x="27520" y="68961"/>
                  </a:lnTo>
                  <a:lnTo>
                    <a:pt x="24853" y="65722"/>
                  </a:lnTo>
                  <a:lnTo>
                    <a:pt x="16852" y="57150"/>
                  </a:lnTo>
                  <a:lnTo>
                    <a:pt x="13804" y="53149"/>
                  </a:lnTo>
                  <a:lnTo>
                    <a:pt x="12090" y="49618"/>
                  </a:lnTo>
                  <a:lnTo>
                    <a:pt x="11709" y="46570"/>
                  </a:lnTo>
                  <a:lnTo>
                    <a:pt x="12661" y="41427"/>
                  </a:lnTo>
                  <a:lnTo>
                    <a:pt x="15621" y="37045"/>
                  </a:lnTo>
                  <a:lnTo>
                    <a:pt x="20574" y="33426"/>
                  </a:lnTo>
                  <a:lnTo>
                    <a:pt x="26098" y="29235"/>
                  </a:lnTo>
                  <a:lnTo>
                    <a:pt x="29235" y="24384"/>
                  </a:lnTo>
                  <a:lnTo>
                    <a:pt x="29997" y="18859"/>
                  </a:lnTo>
                  <a:close/>
                </a:path>
                <a:path w="81914" h="443229">
                  <a:moveTo>
                    <a:pt x="81432" y="54292"/>
                  </a:moveTo>
                  <a:lnTo>
                    <a:pt x="71437" y="54292"/>
                  </a:lnTo>
                  <a:lnTo>
                    <a:pt x="71437" y="442912"/>
                  </a:lnTo>
                  <a:lnTo>
                    <a:pt x="81432" y="442912"/>
                  </a:lnTo>
                  <a:lnTo>
                    <a:pt x="81432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572488" y="4232592"/>
              <a:ext cx="151447" cy="80581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2614684" y="4343177"/>
              <a:ext cx="76200" cy="62865"/>
            </a:xfrm>
            <a:custGeom>
              <a:avLst/>
              <a:gdLst/>
              <a:ahLst/>
              <a:cxnLst/>
              <a:rect l="l" t="t" r="r" b="b"/>
              <a:pathLst>
                <a:path w="76200" h="62864">
                  <a:moveTo>
                    <a:pt x="20669" y="62864"/>
                  </a:moveTo>
                  <a:lnTo>
                    <a:pt x="14954" y="61721"/>
                  </a:lnTo>
                  <a:lnTo>
                    <a:pt x="9810" y="58864"/>
                  </a:lnTo>
                  <a:lnTo>
                    <a:pt x="2952" y="53339"/>
                  </a:lnTo>
                  <a:lnTo>
                    <a:pt x="0" y="46196"/>
                  </a:lnTo>
                  <a:lnTo>
                    <a:pt x="952" y="37433"/>
                  </a:lnTo>
                  <a:lnTo>
                    <a:pt x="24776" y="7054"/>
                  </a:lnTo>
                  <a:lnTo>
                    <a:pt x="55149" y="0"/>
                  </a:lnTo>
                  <a:lnTo>
                    <a:pt x="60960" y="1142"/>
                  </a:lnTo>
                  <a:lnTo>
                    <a:pt x="66103" y="4000"/>
                  </a:lnTo>
                  <a:lnTo>
                    <a:pt x="72771" y="9525"/>
                  </a:lnTo>
                  <a:lnTo>
                    <a:pt x="72849" y="9715"/>
                  </a:lnTo>
                  <a:lnTo>
                    <a:pt x="56388" y="9715"/>
                  </a:lnTo>
                  <a:lnTo>
                    <a:pt x="49720" y="11334"/>
                  </a:lnTo>
                  <a:lnTo>
                    <a:pt x="12954" y="37147"/>
                  </a:lnTo>
                  <a:lnTo>
                    <a:pt x="8736" y="47148"/>
                  </a:lnTo>
                  <a:lnTo>
                    <a:pt x="8667" y="47434"/>
                  </a:lnTo>
                  <a:lnTo>
                    <a:pt x="8477" y="50482"/>
                  </a:lnTo>
                  <a:lnTo>
                    <a:pt x="10382" y="52196"/>
                  </a:lnTo>
                  <a:lnTo>
                    <a:pt x="14382" y="52577"/>
                  </a:lnTo>
                  <a:lnTo>
                    <a:pt x="18383" y="52768"/>
                  </a:lnTo>
                  <a:lnTo>
                    <a:pt x="55732" y="52768"/>
                  </a:lnTo>
                  <a:lnTo>
                    <a:pt x="50744" y="55810"/>
                  </a:lnTo>
                  <a:lnTo>
                    <a:pt x="42957" y="59221"/>
                  </a:lnTo>
                  <a:lnTo>
                    <a:pt x="35028" y="61382"/>
                  </a:lnTo>
                  <a:lnTo>
                    <a:pt x="26955" y="62293"/>
                  </a:lnTo>
                  <a:lnTo>
                    <a:pt x="20669" y="62864"/>
                  </a:lnTo>
                  <a:close/>
                </a:path>
                <a:path w="76200" h="62864">
                  <a:moveTo>
                    <a:pt x="55732" y="52768"/>
                  </a:moveTo>
                  <a:lnTo>
                    <a:pt x="18383" y="52768"/>
                  </a:lnTo>
                  <a:lnTo>
                    <a:pt x="23241" y="51720"/>
                  </a:lnTo>
                  <a:lnTo>
                    <a:pt x="34671" y="47148"/>
                  </a:lnTo>
                  <a:lnTo>
                    <a:pt x="65246" y="22098"/>
                  </a:lnTo>
                  <a:lnTo>
                    <a:pt x="67246" y="17906"/>
                  </a:lnTo>
                  <a:lnTo>
                    <a:pt x="67246" y="14287"/>
                  </a:lnTo>
                  <a:lnTo>
                    <a:pt x="66675" y="12001"/>
                  </a:lnTo>
                  <a:lnTo>
                    <a:pt x="64960" y="10668"/>
                  </a:lnTo>
                  <a:lnTo>
                    <a:pt x="62103" y="10286"/>
                  </a:lnTo>
                  <a:lnTo>
                    <a:pt x="56388" y="9715"/>
                  </a:lnTo>
                  <a:lnTo>
                    <a:pt x="72849" y="9715"/>
                  </a:lnTo>
                  <a:lnTo>
                    <a:pt x="75723" y="16668"/>
                  </a:lnTo>
                  <a:lnTo>
                    <a:pt x="74961" y="25431"/>
                  </a:lnTo>
                  <a:lnTo>
                    <a:pt x="73390" y="32718"/>
                  </a:lnTo>
                  <a:lnTo>
                    <a:pt x="70104" y="39433"/>
                  </a:lnTo>
                  <a:lnTo>
                    <a:pt x="65103" y="45577"/>
                  </a:lnTo>
                  <a:lnTo>
                    <a:pt x="58388" y="51149"/>
                  </a:lnTo>
                  <a:lnTo>
                    <a:pt x="55732" y="527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3" name="object 13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614684" y="4428902"/>
              <a:ext cx="75723" cy="177164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3002318" y="4259271"/>
              <a:ext cx="515620" cy="459105"/>
            </a:xfrm>
            <a:custGeom>
              <a:avLst/>
              <a:gdLst/>
              <a:ahLst/>
              <a:cxnLst/>
              <a:rect l="l" t="t" r="r" b="b"/>
              <a:pathLst>
                <a:path w="515620" h="459104">
                  <a:moveTo>
                    <a:pt x="111137" y="54902"/>
                  </a:moveTo>
                  <a:lnTo>
                    <a:pt x="89801" y="54902"/>
                  </a:lnTo>
                  <a:lnTo>
                    <a:pt x="90805" y="49618"/>
                  </a:lnTo>
                  <a:lnTo>
                    <a:pt x="90614" y="42379"/>
                  </a:lnTo>
                  <a:lnTo>
                    <a:pt x="88049" y="37147"/>
                  </a:lnTo>
                  <a:lnTo>
                    <a:pt x="83096" y="33909"/>
                  </a:lnTo>
                  <a:lnTo>
                    <a:pt x="78524" y="30289"/>
                  </a:lnTo>
                  <a:lnTo>
                    <a:pt x="72047" y="28575"/>
                  </a:lnTo>
                  <a:lnTo>
                    <a:pt x="63665" y="28765"/>
                  </a:lnTo>
                  <a:lnTo>
                    <a:pt x="55740" y="29730"/>
                  </a:lnTo>
                  <a:lnTo>
                    <a:pt x="21158" y="52832"/>
                  </a:lnTo>
                  <a:lnTo>
                    <a:pt x="20167" y="54902"/>
                  </a:lnTo>
                  <a:lnTo>
                    <a:pt x="0" y="54902"/>
                  </a:lnTo>
                  <a:lnTo>
                    <a:pt x="0" y="62052"/>
                  </a:lnTo>
                  <a:lnTo>
                    <a:pt x="17449" y="62052"/>
                  </a:lnTo>
                  <a:lnTo>
                    <a:pt x="16510" y="66763"/>
                  </a:lnTo>
                  <a:lnTo>
                    <a:pt x="16598" y="69913"/>
                  </a:lnTo>
                  <a:lnTo>
                    <a:pt x="16510" y="266788"/>
                  </a:lnTo>
                  <a:lnTo>
                    <a:pt x="16510" y="458533"/>
                  </a:lnTo>
                  <a:lnTo>
                    <a:pt x="26517" y="458533"/>
                  </a:lnTo>
                  <a:lnTo>
                    <a:pt x="26517" y="284556"/>
                  </a:lnTo>
                  <a:lnTo>
                    <a:pt x="28511" y="286131"/>
                  </a:lnTo>
                  <a:lnTo>
                    <a:pt x="34417" y="288036"/>
                  </a:lnTo>
                  <a:lnTo>
                    <a:pt x="41656" y="288226"/>
                  </a:lnTo>
                  <a:lnTo>
                    <a:pt x="50139" y="287274"/>
                  </a:lnTo>
                  <a:lnTo>
                    <a:pt x="86169" y="264223"/>
                  </a:lnTo>
                  <a:lnTo>
                    <a:pt x="90805" y="249643"/>
                  </a:lnTo>
                  <a:lnTo>
                    <a:pt x="90614" y="242404"/>
                  </a:lnTo>
                  <a:lnTo>
                    <a:pt x="88049" y="237172"/>
                  </a:lnTo>
                  <a:lnTo>
                    <a:pt x="83096" y="233934"/>
                  </a:lnTo>
                  <a:lnTo>
                    <a:pt x="78524" y="230314"/>
                  </a:lnTo>
                  <a:lnTo>
                    <a:pt x="72047" y="228600"/>
                  </a:lnTo>
                  <a:lnTo>
                    <a:pt x="63665" y="228790"/>
                  </a:lnTo>
                  <a:lnTo>
                    <a:pt x="55740" y="229755"/>
                  </a:lnTo>
                  <a:lnTo>
                    <a:pt x="47942" y="232067"/>
                  </a:lnTo>
                  <a:lnTo>
                    <a:pt x="40309" y="235750"/>
                  </a:lnTo>
                  <a:lnTo>
                    <a:pt x="32804" y="240792"/>
                  </a:lnTo>
                  <a:lnTo>
                    <a:pt x="26517" y="246253"/>
                  </a:lnTo>
                  <a:lnTo>
                    <a:pt x="26517" y="84531"/>
                  </a:lnTo>
                  <a:lnTo>
                    <a:pt x="28511" y="86106"/>
                  </a:lnTo>
                  <a:lnTo>
                    <a:pt x="34417" y="88011"/>
                  </a:lnTo>
                  <a:lnTo>
                    <a:pt x="41656" y="88201"/>
                  </a:lnTo>
                  <a:lnTo>
                    <a:pt x="50139" y="87249"/>
                  </a:lnTo>
                  <a:lnTo>
                    <a:pt x="86169" y="64198"/>
                  </a:lnTo>
                  <a:lnTo>
                    <a:pt x="87147" y="62052"/>
                  </a:lnTo>
                  <a:lnTo>
                    <a:pt x="111137" y="62052"/>
                  </a:lnTo>
                  <a:lnTo>
                    <a:pt x="111137" y="54902"/>
                  </a:lnTo>
                  <a:close/>
                </a:path>
                <a:path w="515620" h="459104">
                  <a:moveTo>
                    <a:pt x="346506" y="54902"/>
                  </a:moveTo>
                  <a:lnTo>
                    <a:pt x="297230" y="54902"/>
                  </a:lnTo>
                  <a:lnTo>
                    <a:pt x="301942" y="52819"/>
                  </a:lnTo>
                  <a:lnTo>
                    <a:pt x="309892" y="47904"/>
                  </a:lnTo>
                  <a:lnTo>
                    <a:pt x="316585" y="42049"/>
                  </a:lnTo>
                  <a:lnTo>
                    <a:pt x="321538" y="35623"/>
                  </a:lnTo>
                  <a:lnTo>
                    <a:pt x="324739" y="28613"/>
                  </a:lnTo>
                  <a:lnTo>
                    <a:pt x="326174" y="21043"/>
                  </a:lnTo>
                  <a:lnTo>
                    <a:pt x="325983" y="13804"/>
                  </a:lnTo>
                  <a:lnTo>
                    <a:pt x="323418" y="8572"/>
                  </a:lnTo>
                  <a:lnTo>
                    <a:pt x="318465" y="5334"/>
                  </a:lnTo>
                  <a:lnTo>
                    <a:pt x="313893" y="1714"/>
                  </a:lnTo>
                  <a:lnTo>
                    <a:pt x="307416" y="0"/>
                  </a:lnTo>
                  <a:lnTo>
                    <a:pt x="299034" y="190"/>
                  </a:lnTo>
                  <a:lnTo>
                    <a:pt x="291109" y="1155"/>
                  </a:lnTo>
                  <a:lnTo>
                    <a:pt x="256527" y="24257"/>
                  </a:lnTo>
                  <a:lnTo>
                    <a:pt x="251879" y="38188"/>
                  </a:lnTo>
                  <a:lnTo>
                    <a:pt x="251968" y="41338"/>
                  </a:lnTo>
                  <a:lnTo>
                    <a:pt x="251879" y="54902"/>
                  </a:lnTo>
                  <a:lnTo>
                    <a:pt x="235369" y="54902"/>
                  </a:lnTo>
                  <a:lnTo>
                    <a:pt x="235369" y="62052"/>
                  </a:lnTo>
                  <a:lnTo>
                    <a:pt x="251879" y="62052"/>
                  </a:lnTo>
                  <a:lnTo>
                    <a:pt x="251879" y="238213"/>
                  </a:lnTo>
                  <a:lnTo>
                    <a:pt x="251879" y="429958"/>
                  </a:lnTo>
                  <a:lnTo>
                    <a:pt x="261886" y="429958"/>
                  </a:lnTo>
                  <a:lnTo>
                    <a:pt x="261886" y="255981"/>
                  </a:lnTo>
                  <a:lnTo>
                    <a:pt x="263880" y="257556"/>
                  </a:lnTo>
                  <a:lnTo>
                    <a:pt x="269786" y="259461"/>
                  </a:lnTo>
                  <a:lnTo>
                    <a:pt x="277025" y="259651"/>
                  </a:lnTo>
                  <a:lnTo>
                    <a:pt x="285508" y="258699"/>
                  </a:lnTo>
                  <a:lnTo>
                    <a:pt x="321538" y="235648"/>
                  </a:lnTo>
                  <a:lnTo>
                    <a:pt x="326174" y="221068"/>
                  </a:lnTo>
                  <a:lnTo>
                    <a:pt x="325983" y="213829"/>
                  </a:lnTo>
                  <a:lnTo>
                    <a:pt x="323418" y="208597"/>
                  </a:lnTo>
                  <a:lnTo>
                    <a:pt x="318465" y="205359"/>
                  </a:lnTo>
                  <a:lnTo>
                    <a:pt x="313893" y="201739"/>
                  </a:lnTo>
                  <a:lnTo>
                    <a:pt x="307416" y="200025"/>
                  </a:lnTo>
                  <a:lnTo>
                    <a:pt x="299034" y="200215"/>
                  </a:lnTo>
                  <a:lnTo>
                    <a:pt x="291109" y="201180"/>
                  </a:lnTo>
                  <a:lnTo>
                    <a:pt x="283311" y="203492"/>
                  </a:lnTo>
                  <a:lnTo>
                    <a:pt x="275678" y="207175"/>
                  </a:lnTo>
                  <a:lnTo>
                    <a:pt x="268173" y="212217"/>
                  </a:lnTo>
                  <a:lnTo>
                    <a:pt x="261886" y="217678"/>
                  </a:lnTo>
                  <a:lnTo>
                    <a:pt x="261886" y="62052"/>
                  </a:lnTo>
                  <a:lnTo>
                    <a:pt x="346506" y="62052"/>
                  </a:lnTo>
                  <a:lnTo>
                    <a:pt x="346506" y="54902"/>
                  </a:lnTo>
                  <a:close/>
                </a:path>
                <a:path w="515620" h="459104">
                  <a:moveTo>
                    <a:pt x="497255" y="117919"/>
                  </a:moveTo>
                  <a:lnTo>
                    <a:pt x="487248" y="117919"/>
                  </a:lnTo>
                  <a:lnTo>
                    <a:pt x="487248" y="349948"/>
                  </a:lnTo>
                  <a:lnTo>
                    <a:pt x="497255" y="349948"/>
                  </a:lnTo>
                  <a:lnTo>
                    <a:pt x="497255" y="117919"/>
                  </a:lnTo>
                  <a:close/>
                </a:path>
                <a:path w="515620" h="459104">
                  <a:moveTo>
                    <a:pt x="515251" y="117919"/>
                  </a:moveTo>
                  <a:lnTo>
                    <a:pt x="505256" y="117919"/>
                  </a:lnTo>
                  <a:lnTo>
                    <a:pt x="505256" y="349948"/>
                  </a:lnTo>
                  <a:lnTo>
                    <a:pt x="515251" y="349948"/>
                  </a:lnTo>
                  <a:lnTo>
                    <a:pt x="515251" y="1179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560443" y="4289171"/>
              <a:ext cx="216598" cy="267461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3792906" y="4260605"/>
              <a:ext cx="1148715" cy="443230"/>
            </a:xfrm>
            <a:custGeom>
              <a:avLst/>
              <a:gdLst/>
              <a:ahLst/>
              <a:cxnLst/>
              <a:rect l="l" t="t" r="r" b="b"/>
              <a:pathLst>
                <a:path w="1148714" h="443229">
                  <a:moveTo>
                    <a:pt x="1135824" y="114300"/>
                  </a:moveTo>
                  <a:lnTo>
                    <a:pt x="965111" y="114300"/>
                  </a:lnTo>
                  <a:lnTo>
                    <a:pt x="960081" y="112966"/>
                  </a:lnTo>
                  <a:lnTo>
                    <a:pt x="951699" y="113157"/>
                  </a:lnTo>
                  <a:lnTo>
                    <a:pt x="943762" y="114122"/>
                  </a:lnTo>
                  <a:lnTo>
                    <a:pt x="943152" y="114300"/>
                  </a:lnTo>
                  <a:lnTo>
                    <a:pt x="928535" y="114300"/>
                  </a:lnTo>
                  <a:lnTo>
                    <a:pt x="928535" y="120015"/>
                  </a:lnTo>
                  <a:lnTo>
                    <a:pt x="928331" y="120116"/>
                  </a:lnTo>
                  <a:lnTo>
                    <a:pt x="920838" y="125158"/>
                  </a:lnTo>
                  <a:lnTo>
                    <a:pt x="919492" y="126326"/>
                  </a:lnTo>
                  <a:lnTo>
                    <a:pt x="919492" y="171450"/>
                  </a:lnTo>
                  <a:lnTo>
                    <a:pt x="914552" y="171450"/>
                  </a:lnTo>
                  <a:lnTo>
                    <a:pt x="914552" y="168922"/>
                  </a:lnTo>
                  <a:lnTo>
                    <a:pt x="916546" y="170497"/>
                  </a:lnTo>
                  <a:lnTo>
                    <a:pt x="919492" y="171450"/>
                  </a:lnTo>
                  <a:lnTo>
                    <a:pt x="919492" y="126326"/>
                  </a:lnTo>
                  <a:lnTo>
                    <a:pt x="914133" y="130962"/>
                  </a:lnTo>
                  <a:lnTo>
                    <a:pt x="909193" y="137223"/>
                  </a:lnTo>
                  <a:lnTo>
                    <a:pt x="905992" y="143967"/>
                  </a:lnTo>
                  <a:lnTo>
                    <a:pt x="904544" y="151155"/>
                  </a:lnTo>
                  <a:lnTo>
                    <a:pt x="904633" y="154305"/>
                  </a:lnTo>
                  <a:lnTo>
                    <a:pt x="904544" y="154305"/>
                  </a:lnTo>
                  <a:lnTo>
                    <a:pt x="904544" y="342900"/>
                  </a:lnTo>
                  <a:lnTo>
                    <a:pt x="741426" y="342900"/>
                  </a:lnTo>
                  <a:lnTo>
                    <a:pt x="742022" y="341604"/>
                  </a:lnTo>
                  <a:lnTo>
                    <a:pt x="743470" y="334035"/>
                  </a:lnTo>
                  <a:lnTo>
                    <a:pt x="743280" y="326796"/>
                  </a:lnTo>
                  <a:lnTo>
                    <a:pt x="743191" y="326618"/>
                  </a:lnTo>
                  <a:lnTo>
                    <a:pt x="743191" y="291465"/>
                  </a:lnTo>
                  <a:lnTo>
                    <a:pt x="904544" y="291465"/>
                  </a:lnTo>
                  <a:lnTo>
                    <a:pt x="904544" y="285750"/>
                  </a:lnTo>
                  <a:lnTo>
                    <a:pt x="743191" y="285750"/>
                  </a:lnTo>
                  <a:lnTo>
                    <a:pt x="743191" y="234315"/>
                  </a:lnTo>
                  <a:lnTo>
                    <a:pt x="904544" y="234315"/>
                  </a:lnTo>
                  <a:lnTo>
                    <a:pt x="904544" y="228600"/>
                  </a:lnTo>
                  <a:lnTo>
                    <a:pt x="743191" y="228600"/>
                  </a:lnTo>
                  <a:lnTo>
                    <a:pt x="743191" y="192633"/>
                  </a:lnTo>
                  <a:lnTo>
                    <a:pt x="743470" y="191160"/>
                  </a:lnTo>
                  <a:lnTo>
                    <a:pt x="743280" y="183921"/>
                  </a:lnTo>
                  <a:lnTo>
                    <a:pt x="743191" y="183743"/>
                  </a:lnTo>
                  <a:lnTo>
                    <a:pt x="743191" y="177165"/>
                  </a:lnTo>
                  <a:lnTo>
                    <a:pt x="904544" y="177165"/>
                  </a:lnTo>
                  <a:lnTo>
                    <a:pt x="904544" y="171450"/>
                  </a:lnTo>
                  <a:lnTo>
                    <a:pt x="743191" y="171450"/>
                  </a:lnTo>
                  <a:lnTo>
                    <a:pt x="743191" y="120015"/>
                  </a:lnTo>
                  <a:lnTo>
                    <a:pt x="928535" y="120015"/>
                  </a:lnTo>
                  <a:lnTo>
                    <a:pt x="928535" y="114300"/>
                  </a:lnTo>
                  <a:lnTo>
                    <a:pt x="743191" y="114300"/>
                  </a:lnTo>
                  <a:lnTo>
                    <a:pt x="743191" y="0"/>
                  </a:lnTo>
                  <a:lnTo>
                    <a:pt x="733183" y="0"/>
                  </a:lnTo>
                  <a:lnTo>
                    <a:pt x="733183" y="114300"/>
                  </a:lnTo>
                  <a:lnTo>
                    <a:pt x="733183" y="120015"/>
                  </a:lnTo>
                  <a:lnTo>
                    <a:pt x="733183" y="316293"/>
                  </a:lnTo>
                  <a:lnTo>
                    <a:pt x="731189" y="314706"/>
                  </a:lnTo>
                  <a:lnTo>
                    <a:pt x="724712" y="312991"/>
                  </a:lnTo>
                  <a:lnTo>
                    <a:pt x="716330" y="313182"/>
                  </a:lnTo>
                  <a:lnTo>
                    <a:pt x="708393" y="314147"/>
                  </a:lnTo>
                  <a:lnTo>
                    <a:pt x="673823" y="337248"/>
                  </a:lnTo>
                  <a:lnTo>
                    <a:pt x="671131" y="342900"/>
                  </a:lnTo>
                  <a:lnTo>
                    <a:pt x="507822" y="342900"/>
                  </a:lnTo>
                  <a:lnTo>
                    <a:pt x="507822" y="291465"/>
                  </a:lnTo>
                  <a:lnTo>
                    <a:pt x="733183" y="291465"/>
                  </a:lnTo>
                  <a:lnTo>
                    <a:pt x="733183" y="285750"/>
                  </a:lnTo>
                  <a:lnTo>
                    <a:pt x="507822" y="285750"/>
                  </a:lnTo>
                  <a:lnTo>
                    <a:pt x="507822" y="249783"/>
                  </a:lnTo>
                  <a:lnTo>
                    <a:pt x="508101" y="248310"/>
                  </a:lnTo>
                  <a:lnTo>
                    <a:pt x="507911" y="241071"/>
                  </a:lnTo>
                  <a:lnTo>
                    <a:pt x="507822" y="240893"/>
                  </a:lnTo>
                  <a:lnTo>
                    <a:pt x="507822" y="234315"/>
                  </a:lnTo>
                  <a:lnTo>
                    <a:pt x="733183" y="234315"/>
                  </a:lnTo>
                  <a:lnTo>
                    <a:pt x="733183" y="228600"/>
                  </a:lnTo>
                  <a:lnTo>
                    <a:pt x="703503" y="228600"/>
                  </a:lnTo>
                  <a:lnTo>
                    <a:pt x="711111" y="226529"/>
                  </a:lnTo>
                  <a:lnTo>
                    <a:pt x="719239" y="222935"/>
                  </a:lnTo>
                  <a:lnTo>
                    <a:pt x="727189" y="218020"/>
                  </a:lnTo>
                  <a:lnTo>
                    <a:pt x="733183" y="212788"/>
                  </a:lnTo>
                  <a:lnTo>
                    <a:pt x="733183" y="171450"/>
                  </a:lnTo>
                  <a:lnTo>
                    <a:pt x="729742" y="171450"/>
                  </a:lnTo>
                  <a:lnTo>
                    <a:pt x="724712" y="170116"/>
                  </a:lnTo>
                  <a:lnTo>
                    <a:pt x="716330" y="170307"/>
                  </a:lnTo>
                  <a:lnTo>
                    <a:pt x="708393" y="171272"/>
                  </a:lnTo>
                  <a:lnTo>
                    <a:pt x="707783" y="171450"/>
                  </a:lnTo>
                  <a:lnTo>
                    <a:pt x="693166" y="171450"/>
                  </a:lnTo>
                  <a:lnTo>
                    <a:pt x="693166" y="177165"/>
                  </a:lnTo>
                  <a:lnTo>
                    <a:pt x="692962" y="177266"/>
                  </a:lnTo>
                  <a:lnTo>
                    <a:pt x="685469" y="182308"/>
                  </a:lnTo>
                  <a:lnTo>
                    <a:pt x="678764" y="188112"/>
                  </a:lnTo>
                  <a:lnTo>
                    <a:pt x="673823" y="194373"/>
                  </a:lnTo>
                  <a:lnTo>
                    <a:pt x="670623" y="201117"/>
                  </a:lnTo>
                  <a:lnTo>
                    <a:pt x="669175" y="208305"/>
                  </a:lnTo>
                  <a:lnTo>
                    <a:pt x="669366" y="214782"/>
                  </a:lnTo>
                  <a:lnTo>
                    <a:pt x="671842" y="220027"/>
                  </a:lnTo>
                  <a:lnTo>
                    <a:pt x="676605" y="224028"/>
                  </a:lnTo>
                  <a:lnTo>
                    <a:pt x="681177" y="227647"/>
                  </a:lnTo>
                  <a:lnTo>
                    <a:pt x="684123" y="228600"/>
                  </a:lnTo>
                  <a:lnTo>
                    <a:pt x="507822" y="228600"/>
                  </a:lnTo>
                  <a:lnTo>
                    <a:pt x="507822" y="177165"/>
                  </a:lnTo>
                  <a:lnTo>
                    <a:pt x="693166" y="177165"/>
                  </a:lnTo>
                  <a:lnTo>
                    <a:pt x="693166" y="171450"/>
                  </a:lnTo>
                  <a:lnTo>
                    <a:pt x="507822" y="171450"/>
                  </a:lnTo>
                  <a:lnTo>
                    <a:pt x="507822" y="120015"/>
                  </a:lnTo>
                  <a:lnTo>
                    <a:pt x="733183" y="120015"/>
                  </a:lnTo>
                  <a:lnTo>
                    <a:pt x="733183" y="114300"/>
                  </a:lnTo>
                  <a:lnTo>
                    <a:pt x="507822" y="114300"/>
                  </a:lnTo>
                  <a:lnTo>
                    <a:pt x="507822" y="57150"/>
                  </a:lnTo>
                  <a:lnTo>
                    <a:pt x="497814" y="57150"/>
                  </a:lnTo>
                  <a:lnTo>
                    <a:pt x="497814" y="342900"/>
                  </a:lnTo>
                  <a:lnTo>
                    <a:pt x="391134" y="342900"/>
                  </a:lnTo>
                  <a:lnTo>
                    <a:pt x="389902" y="340423"/>
                  </a:lnTo>
                  <a:lnTo>
                    <a:pt x="387235" y="337185"/>
                  </a:lnTo>
                  <a:lnTo>
                    <a:pt x="380657" y="330136"/>
                  </a:lnTo>
                  <a:lnTo>
                    <a:pt x="380657" y="339471"/>
                  </a:lnTo>
                  <a:lnTo>
                    <a:pt x="379996" y="342900"/>
                  </a:lnTo>
                  <a:lnTo>
                    <a:pt x="270687" y="342900"/>
                  </a:lnTo>
                  <a:lnTo>
                    <a:pt x="271284" y="341604"/>
                  </a:lnTo>
                  <a:lnTo>
                    <a:pt x="272732" y="334035"/>
                  </a:lnTo>
                  <a:lnTo>
                    <a:pt x="272542" y="326796"/>
                  </a:lnTo>
                  <a:lnTo>
                    <a:pt x="272453" y="326618"/>
                  </a:lnTo>
                  <a:lnTo>
                    <a:pt x="272453" y="291465"/>
                  </a:lnTo>
                  <a:lnTo>
                    <a:pt x="376885" y="291465"/>
                  </a:lnTo>
                  <a:lnTo>
                    <a:pt x="376758" y="291655"/>
                  </a:lnTo>
                  <a:lnTo>
                    <a:pt x="371805" y="295465"/>
                  </a:lnTo>
                  <a:lnTo>
                    <a:pt x="366280" y="299275"/>
                  </a:lnTo>
                  <a:lnTo>
                    <a:pt x="363131" y="304038"/>
                  </a:lnTo>
                  <a:lnTo>
                    <a:pt x="362369" y="309753"/>
                  </a:lnTo>
                  <a:lnTo>
                    <a:pt x="363131" y="313372"/>
                  </a:lnTo>
                  <a:lnTo>
                    <a:pt x="364845" y="316801"/>
                  </a:lnTo>
                  <a:lnTo>
                    <a:pt x="367512" y="320040"/>
                  </a:lnTo>
                  <a:lnTo>
                    <a:pt x="375234" y="328612"/>
                  </a:lnTo>
                  <a:lnTo>
                    <a:pt x="378091" y="331470"/>
                  </a:lnTo>
                  <a:lnTo>
                    <a:pt x="379895" y="335089"/>
                  </a:lnTo>
                  <a:lnTo>
                    <a:pt x="380657" y="339471"/>
                  </a:lnTo>
                  <a:lnTo>
                    <a:pt x="380657" y="330136"/>
                  </a:lnTo>
                  <a:lnTo>
                    <a:pt x="379234" y="328612"/>
                  </a:lnTo>
                  <a:lnTo>
                    <a:pt x="376186" y="324612"/>
                  </a:lnTo>
                  <a:lnTo>
                    <a:pt x="374472" y="321081"/>
                  </a:lnTo>
                  <a:lnTo>
                    <a:pt x="374091" y="318033"/>
                  </a:lnTo>
                  <a:lnTo>
                    <a:pt x="375043" y="312889"/>
                  </a:lnTo>
                  <a:lnTo>
                    <a:pt x="377990" y="308508"/>
                  </a:lnTo>
                  <a:lnTo>
                    <a:pt x="382943" y="304888"/>
                  </a:lnTo>
                  <a:lnTo>
                    <a:pt x="388467" y="300697"/>
                  </a:lnTo>
                  <a:lnTo>
                    <a:pt x="391617" y="295846"/>
                  </a:lnTo>
                  <a:lnTo>
                    <a:pt x="392214" y="291465"/>
                  </a:lnTo>
                  <a:lnTo>
                    <a:pt x="497814" y="291465"/>
                  </a:lnTo>
                  <a:lnTo>
                    <a:pt x="497814" y="285750"/>
                  </a:lnTo>
                  <a:lnTo>
                    <a:pt x="468134" y="285750"/>
                  </a:lnTo>
                  <a:lnTo>
                    <a:pt x="475742" y="283679"/>
                  </a:lnTo>
                  <a:lnTo>
                    <a:pt x="483870" y="280085"/>
                  </a:lnTo>
                  <a:lnTo>
                    <a:pt x="491820" y="275170"/>
                  </a:lnTo>
                  <a:lnTo>
                    <a:pt x="497814" y="269938"/>
                  </a:lnTo>
                  <a:lnTo>
                    <a:pt x="497814" y="228600"/>
                  </a:lnTo>
                  <a:lnTo>
                    <a:pt x="494372" y="228600"/>
                  </a:lnTo>
                  <a:lnTo>
                    <a:pt x="489343" y="227266"/>
                  </a:lnTo>
                  <a:lnTo>
                    <a:pt x="480961" y="227457"/>
                  </a:lnTo>
                  <a:lnTo>
                    <a:pt x="473024" y="228422"/>
                  </a:lnTo>
                  <a:lnTo>
                    <a:pt x="472414" y="228600"/>
                  </a:lnTo>
                  <a:lnTo>
                    <a:pt x="457796" y="228600"/>
                  </a:lnTo>
                  <a:lnTo>
                    <a:pt x="457796" y="234315"/>
                  </a:lnTo>
                  <a:lnTo>
                    <a:pt x="457593" y="234416"/>
                  </a:lnTo>
                  <a:lnTo>
                    <a:pt x="450100" y="239458"/>
                  </a:lnTo>
                  <a:lnTo>
                    <a:pt x="443407" y="245262"/>
                  </a:lnTo>
                  <a:lnTo>
                    <a:pt x="438454" y="251523"/>
                  </a:lnTo>
                  <a:lnTo>
                    <a:pt x="435254" y="258267"/>
                  </a:lnTo>
                  <a:lnTo>
                    <a:pt x="433806" y="265455"/>
                  </a:lnTo>
                  <a:lnTo>
                    <a:pt x="433997" y="271932"/>
                  </a:lnTo>
                  <a:lnTo>
                    <a:pt x="436473" y="277177"/>
                  </a:lnTo>
                  <a:lnTo>
                    <a:pt x="441236" y="281178"/>
                  </a:lnTo>
                  <a:lnTo>
                    <a:pt x="445808" y="284797"/>
                  </a:lnTo>
                  <a:lnTo>
                    <a:pt x="448754" y="285750"/>
                  </a:lnTo>
                  <a:lnTo>
                    <a:pt x="391134" y="285750"/>
                  </a:lnTo>
                  <a:lnTo>
                    <a:pt x="389902" y="283273"/>
                  </a:lnTo>
                  <a:lnTo>
                    <a:pt x="387235" y="280035"/>
                  </a:lnTo>
                  <a:lnTo>
                    <a:pt x="380657" y="272986"/>
                  </a:lnTo>
                  <a:lnTo>
                    <a:pt x="380657" y="282321"/>
                  </a:lnTo>
                  <a:lnTo>
                    <a:pt x="379996" y="285750"/>
                  </a:lnTo>
                  <a:lnTo>
                    <a:pt x="272453" y="285750"/>
                  </a:lnTo>
                  <a:lnTo>
                    <a:pt x="272453" y="234315"/>
                  </a:lnTo>
                  <a:lnTo>
                    <a:pt x="376885" y="234315"/>
                  </a:lnTo>
                  <a:lnTo>
                    <a:pt x="376758" y="234505"/>
                  </a:lnTo>
                  <a:lnTo>
                    <a:pt x="371805" y="238315"/>
                  </a:lnTo>
                  <a:lnTo>
                    <a:pt x="366280" y="242125"/>
                  </a:lnTo>
                  <a:lnTo>
                    <a:pt x="363131" y="246888"/>
                  </a:lnTo>
                  <a:lnTo>
                    <a:pt x="362369" y="252603"/>
                  </a:lnTo>
                  <a:lnTo>
                    <a:pt x="363131" y="256222"/>
                  </a:lnTo>
                  <a:lnTo>
                    <a:pt x="364845" y="259651"/>
                  </a:lnTo>
                  <a:lnTo>
                    <a:pt x="367512" y="262890"/>
                  </a:lnTo>
                  <a:lnTo>
                    <a:pt x="375234" y="271462"/>
                  </a:lnTo>
                  <a:lnTo>
                    <a:pt x="378091" y="274320"/>
                  </a:lnTo>
                  <a:lnTo>
                    <a:pt x="379895" y="277939"/>
                  </a:lnTo>
                  <a:lnTo>
                    <a:pt x="380657" y="282321"/>
                  </a:lnTo>
                  <a:lnTo>
                    <a:pt x="380657" y="272986"/>
                  </a:lnTo>
                  <a:lnTo>
                    <a:pt x="379234" y="271462"/>
                  </a:lnTo>
                  <a:lnTo>
                    <a:pt x="376186" y="267462"/>
                  </a:lnTo>
                  <a:lnTo>
                    <a:pt x="374472" y="263931"/>
                  </a:lnTo>
                  <a:lnTo>
                    <a:pt x="374091" y="260883"/>
                  </a:lnTo>
                  <a:lnTo>
                    <a:pt x="375043" y="255739"/>
                  </a:lnTo>
                  <a:lnTo>
                    <a:pt x="377990" y="251358"/>
                  </a:lnTo>
                  <a:lnTo>
                    <a:pt x="382943" y="247738"/>
                  </a:lnTo>
                  <a:lnTo>
                    <a:pt x="388467" y="243547"/>
                  </a:lnTo>
                  <a:lnTo>
                    <a:pt x="391617" y="238696"/>
                  </a:lnTo>
                  <a:lnTo>
                    <a:pt x="392214" y="234315"/>
                  </a:lnTo>
                  <a:lnTo>
                    <a:pt x="457796" y="234315"/>
                  </a:lnTo>
                  <a:lnTo>
                    <a:pt x="457796" y="228600"/>
                  </a:lnTo>
                  <a:lnTo>
                    <a:pt x="391134" y="228600"/>
                  </a:lnTo>
                  <a:lnTo>
                    <a:pt x="389902" y="226123"/>
                  </a:lnTo>
                  <a:lnTo>
                    <a:pt x="387235" y="222885"/>
                  </a:lnTo>
                  <a:lnTo>
                    <a:pt x="379234" y="214312"/>
                  </a:lnTo>
                  <a:lnTo>
                    <a:pt x="375234" y="214312"/>
                  </a:lnTo>
                  <a:lnTo>
                    <a:pt x="378091" y="217170"/>
                  </a:lnTo>
                  <a:lnTo>
                    <a:pt x="379895" y="220789"/>
                  </a:lnTo>
                  <a:lnTo>
                    <a:pt x="380657" y="225171"/>
                  </a:lnTo>
                  <a:lnTo>
                    <a:pt x="379996" y="228600"/>
                  </a:lnTo>
                  <a:lnTo>
                    <a:pt x="272453" y="228600"/>
                  </a:lnTo>
                  <a:lnTo>
                    <a:pt x="272453" y="192633"/>
                  </a:lnTo>
                  <a:lnTo>
                    <a:pt x="272732" y="191160"/>
                  </a:lnTo>
                  <a:lnTo>
                    <a:pt x="272542" y="183921"/>
                  </a:lnTo>
                  <a:lnTo>
                    <a:pt x="272453" y="183743"/>
                  </a:lnTo>
                  <a:lnTo>
                    <a:pt x="272453" y="177165"/>
                  </a:lnTo>
                  <a:lnTo>
                    <a:pt x="497814" y="177165"/>
                  </a:lnTo>
                  <a:lnTo>
                    <a:pt x="497814" y="171450"/>
                  </a:lnTo>
                  <a:lnTo>
                    <a:pt x="272453" y="171450"/>
                  </a:lnTo>
                  <a:lnTo>
                    <a:pt x="272453" y="120015"/>
                  </a:lnTo>
                  <a:lnTo>
                    <a:pt x="497814" y="120015"/>
                  </a:lnTo>
                  <a:lnTo>
                    <a:pt x="497814" y="114300"/>
                  </a:lnTo>
                  <a:lnTo>
                    <a:pt x="272453" y="114300"/>
                  </a:lnTo>
                  <a:lnTo>
                    <a:pt x="272453" y="0"/>
                  </a:lnTo>
                  <a:lnTo>
                    <a:pt x="262445" y="0"/>
                  </a:lnTo>
                  <a:lnTo>
                    <a:pt x="2624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262445" y="120015"/>
                  </a:lnTo>
                  <a:lnTo>
                    <a:pt x="262445" y="171450"/>
                  </a:lnTo>
                  <a:lnTo>
                    <a:pt x="262445" y="212788"/>
                  </a:lnTo>
                  <a:lnTo>
                    <a:pt x="262445" y="316293"/>
                  </a:lnTo>
                  <a:lnTo>
                    <a:pt x="260451" y="314706"/>
                  </a:lnTo>
                  <a:lnTo>
                    <a:pt x="253974" y="312991"/>
                  </a:lnTo>
                  <a:lnTo>
                    <a:pt x="245592" y="313182"/>
                  </a:lnTo>
                  <a:lnTo>
                    <a:pt x="237667" y="314147"/>
                  </a:lnTo>
                  <a:lnTo>
                    <a:pt x="203085" y="337248"/>
                  </a:lnTo>
                  <a:lnTo>
                    <a:pt x="200393" y="342900"/>
                  </a:lnTo>
                  <a:lnTo>
                    <a:pt x="155765" y="342900"/>
                  </a:lnTo>
                  <a:lnTo>
                    <a:pt x="154533" y="340423"/>
                  </a:lnTo>
                  <a:lnTo>
                    <a:pt x="151866" y="337185"/>
                  </a:lnTo>
                  <a:lnTo>
                    <a:pt x="143865" y="328612"/>
                  </a:lnTo>
                  <a:lnTo>
                    <a:pt x="140817" y="324612"/>
                  </a:lnTo>
                  <a:lnTo>
                    <a:pt x="139103" y="321081"/>
                  </a:lnTo>
                  <a:lnTo>
                    <a:pt x="138722" y="318033"/>
                  </a:lnTo>
                  <a:lnTo>
                    <a:pt x="139674" y="312889"/>
                  </a:lnTo>
                  <a:lnTo>
                    <a:pt x="142621" y="308508"/>
                  </a:lnTo>
                  <a:lnTo>
                    <a:pt x="147574" y="304888"/>
                  </a:lnTo>
                  <a:lnTo>
                    <a:pt x="153098" y="300697"/>
                  </a:lnTo>
                  <a:lnTo>
                    <a:pt x="156248" y="295846"/>
                  </a:lnTo>
                  <a:lnTo>
                    <a:pt x="156845" y="291465"/>
                  </a:lnTo>
                  <a:lnTo>
                    <a:pt x="262445" y="291465"/>
                  </a:lnTo>
                  <a:lnTo>
                    <a:pt x="262445" y="285750"/>
                  </a:lnTo>
                  <a:lnTo>
                    <a:pt x="155765" y="285750"/>
                  </a:lnTo>
                  <a:lnTo>
                    <a:pt x="154533" y="283273"/>
                  </a:lnTo>
                  <a:lnTo>
                    <a:pt x="151866" y="280035"/>
                  </a:lnTo>
                  <a:lnTo>
                    <a:pt x="143865" y="271462"/>
                  </a:lnTo>
                  <a:lnTo>
                    <a:pt x="140817" y="267462"/>
                  </a:lnTo>
                  <a:lnTo>
                    <a:pt x="139103" y="263931"/>
                  </a:lnTo>
                  <a:lnTo>
                    <a:pt x="138722" y="260883"/>
                  </a:lnTo>
                  <a:lnTo>
                    <a:pt x="139674" y="255739"/>
                  </a:lnTo>
                  <a:lnTo>
                    <a:pt x="142621" y="251358"/>
                  </a:lnTo>
                  <a:lnTo>
                    <a:pt x="147574" y="247738"/>
                  </a:lnTo>
                  <a:lnTo>
                    <a:pt x="153098" y="243547"/>
                  </a:lnTo>
                  <a:lnTo>
                    <a:pt x="156248" y="238696"/>
                  </a:lnTo>
                  <a:lnTo>
                    <a:pt x="156845" y="234315"/>
                  </a:lnTo>
                  <a:lnTo>
                    <a:pt x="262445" y="234315"/>
                  </a:lnTo>
                  <a:lnTo>
                    <a:pt x="262445" y="228600"/>
                  </a:lnTo>
                  <a:lnTo>
                    <a:pt x="232765" y="228600"/>
                  </a:lnTo>
                  <a:lnTo>
                    <a:pt x="240372" y="226529"/>
                  </a:lnTo>
                  <a:lnTo>
                    <a:pt x="248500" y="222935"/>
                  </a:lnTo>
                  <a:lnTo>
                    <a:pt x="256451" y="218020"/>
                  </a:lnTo>
                  <a:lnTo>
                    <a:pt x="262445" y="212788"/>
                  </a:lnTo>
                  <a:lnTo>
                    <a:pt x="262445" y="171450"/>
                  </a:lnTo>
                  <a:lnTo>
                    <a:pt x="259003" y="171450"/>
                  </a:lnTo>
                  <a:lnTo>
                    <a:pt x="253974" y="170116"/>
                  </a:lnTo>
                  <a:lnTo>
                    <a:pt x="245592" y="170307"/>
                  </a:lnTo>
                  <a:lnTo>
                    <a:pt x="237667" y="171272"/>
                  </a:lnTo>
                  <a:lnTo>
                    <a:pt x="237058" y="171450"/>
                  </a:lnTo>
                  <a:lnTo>
                    <a:pt x="222440" y="171450"/>
                  </a:lnTo>
                  <a:lnTo>
                    <a:pt x="222440" y="177165"/>
                  </a:lnTo>
                  <a:lnTo>
                    <a:pt x="222237" y="177266"/>
                  </a:lnTo>
                  <a:lnTo>
                    <a:pt x="214731" y="182308"/>
                  </a:lnTo>
                  <a:lnTo>
                    <a:pt x="208038" y="188112"/>
                  </a:lnTo>
                  <a:lnTo>
                    <a:pt x="203085" y="194373"/>
                  </a:lnTo>
                  <a:lnTo>
                    <a:pt x="199885" y="201117"/>
                  </a:lnTo>
                  <a:lnTo>
                    <a:pt x="198437" y="208305"/>
                  </a:lnTo>
                  <a:lnTo>
                    <a:pt x="198628" y="214782"/>
                  </a:lnTo>
                  <a:lnTo>
                    <a:pt x="201104" y="220027"/>
                  </a:lnTo>
                  <a:lnTo>
                    <a:pt x="205867" y="224028"/>
                  </a:lnTo>
                  <a:lnTo>
                    <a:pt x="210439" y="227647"/>
                  </a:lnTo>
                  <a:lnTo>
                    <a:pt x="213385" y="228600"/>
                  </a:lnTo>
                  <a:lnTo>
                    <a:pt x="155765" y="228600"/>
                  </a:lnTo>
                  <a:lnTo>
                    <a:pt x="154533" y="226123"/>
                  </a:lnTo>
                  <a:lnTo>
                    <a:pt x="151866" y="222885"/>
                  </a:lnTo>
                  <a:lnTo>
                    <a:pt x="143865" y="214312"/>
                  </a:lnTo>
                  <a:lnTo>
                    <a:pt x="140817" y="210312"/>
                  </a:lnTo>
                  <a:lnTo>
                    <a:pt x="139103" y="206781"/>
                  </a:lnTo>
                  <a:lnTo>
                    <a:pt x="138722" y="203733"/>
                  </a:lnTo>
                  <a:lnTo>
                    <a:pt x="139674" y="198589"/>
                  </a:lnTo>
                  <a:lnTo>
                    <a:pt x="142621" y="194208"/>
                  </a:lnTo>
                  <a:lnTo>
                    <a:pt x="147574" y="190588"/>
                  </a:lnTo>
                  <a:lnTo>
                    <a:pt x="153098" y="186397"/>
                  </a:lnTo>
                  <a:lnTo>
                    <a:pt x="156248" y="181546"/>
                  </a:lnTo>
                  <a:lnTo>
                    <a:pt x="156845" y="177165"/>
                  </a:lnTo>
                  <a:lnTo>
                    <a:pt x="222440" y="177165"/>
                  </a:lnTo>
                  <a:lnTo>
                    <a:pt x="222440" y="171450"/>
                  </a:lnTo>
                  <a:lnTo>
                    <a:pt x="155765" y="171450"/>
                  </a:lnTo>
                  <a:lnTo>
                    <a:pt x="154533" y="168973"/>
                  </a:lnTo>
                  <a:lnTo>
                    <a:pt x="151866" y="165735"/>
                  </a:lnTo>
                  <a:lnTo>
                    <a:pt x="143865" y="157162"/>
                  </a:lnTo>
                  <a:lnTo>
                    <a:pt x="139865" y="157162"/>
                  </a:lnTo>
                  <a:lnTo>
                    <a:pt x="142722" y="160020"/>
                  </a:lnTo>
                  <a:lnTo>
                    <a:pt x="144526" y="163639"/>
                  </a:lnTo>
                  <a:lnTo>
                    <a:pt x="145288" y="168021"/>
                  </a:lnTo>
                  <a:lnTo>
                    <a:pt x="14462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141516" y="177165"/>
                  </a:lnTo>
                  <a:lnTo>
                    <a:pt x="141389" y="177355"/>
                  </a:lnTo>
                  <a:lnTo>
                    <a:pt x="136436" y="181165"/>
                  </a:lnTo>
                  <a:lnTo>
                    <a:pt x="130911" y="184975"/>
                  </a:lnTo>
                  <a:lnTo>
                    <a:pt x="127762" y="189738"/>
                  </a:lnTo>
                  <a:lnTo>
                    <a:pt x="127000" y="195453"/>
                  </a:lnTo>
                  <a:lnTo>
                    <a:pt x="127762" y="199072"/>
                  </a:lnTo>
                  <a:lnTo>
                    <a:pt x="129476" y="202501"/>
                  </a:lnTo>
                  <a:lnTo>
                    <a:pt x="132143" y="205740"/>
                  </a:lnTo>
                  <a:lnTo>
                    <a:pt x="139865" y="214312"/>
                  </a:lnTo>
                  <a:lnTo>
                    <a:pt x="142722" y="217170"/>
                  </a:lnTo>
                  <a:lnTo>
                    <a:pt x="144526" y="220789"/>
                  </a:lnTo>
                  <a:lnTo>
                    <a:pt x="145288" y="225171"/>
                  </a:lnTo>
                  <a:lnTo>
                    <a:pt x="14462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141516" y="234315"/>
                  </a:lnTo>
                  <a:lnTo>
                    <a:pt x="141389" y="234505"/>
                  </a:lnTo>
                  <a:lnTo>
                    <a:pt x="136436" y="238315"/>
                  </a:lnTo>
                  <a:lnTo>
                    <a:pt x="130911" y="242125"/>
                  </a:lnTo>
                  <a:lnTo>
                    <a:pt x="127762" y="246888"/>
                  </a:lnTo>
                  <a:lnTo>
                    <a:pt x="127000" y="252603"/>
                  </a:lnTo>
                  <a:lnTo>
                    <a:pt x="127762" y="256222"/>
                  </a:lnTo>
                  <a:lnTo>
                    <a:pt x="129476" y="259651"/>
                  </a:lnTo>
                  <a:lnTo>
                    <a:pt x="132143" y="262890"/>
                  </a:lnTo>
                  <a:lnTo>
                    <a:pt x="139865" y="271462"/>
                  </a:lnTo>
                  <a:lnTo>
                    <a:pt x="142722" y="274320"/>
                  </a:lnTo>
                  <a:lnTo>
                    <a:pt x="144526" y="277939"/>
                  </a:lnTo>
                  <a:lnTo>
                    <a:pt x="145288" y="282321"/>
                  </a:lnTo>
                  <a:lnTo>
                    <a:pt x="144627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141516" y="291465"/>
                  </a:lnTo>
                  <a:lnTo>
                    <a:pt x="141389" y="291655"/>
                  </a:lnTo>
                  <a:lnTo>
                    <a:pt x="136436" y="295465"/>
                  </a:lnTo>
                  <a:lnTo>
                    <a:pt x="130911" y="299275"/>
                  </a:lnTo>
                  <a:lnTo>
                    <a:pt x="127762" y="304038"/>
                  </a:lnTo>
                  <a:lnTo>
                    <a:pt x="127000" y="309753"/>
                  </a:lnTo>
                  <a:lnTo>
                    <a:pt x="127762" y="313372"/>
                  </a:lnTo>
                  <a:lnTo>
                    <a:pt x="129476" y="316801"/>
                  </a:lnTo>
                  <a:lnTo>
                    <a:pt x="132143" y="320040"/>
                  </a:lnTo>
                  <a:lnTo>
                    <a:pt x="139865" y="328612"/>
                  </a:lnTo>
                  <a:lnTo>
                    <a:pt x="142722" y="331470"/>
                  </a:lnTo>
                  <a:lnTo>
                    <a:pt x="144526" y="335089"/>
                  </a:lnTo>
                  <a:lnTo>
                    <a:pt x="145288" y="339471"/>
                  </a:lnTo>
                  <a:lnTo>
                    <a:pt x="144627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141516" y="348615"/>
                  </a:lnTo>
                  <a:lnTo>
                    <a:pt x="141389" y="348805"/>
                  </a:lnTo>
                  <a:lnTo>
                    <a:pt x="136436" y="352615"/>
                  </a:lnTo>
                  <a:lnTo>
                    <a:pt x="130911" y="356425"/>
                  </a:lnTo>
                  <a:lnTo>
                    <a:pt x="127762" y="361188"/>
                  </a:lnTo>
                  <a:lnTo>
                    <a:pt x="127000" y="366903"/>
                  </a:lnTo>
                  <a:lnTo>
                    <a:pt x="127762" y="370522"/>
                  </a:lnTo>
                  <a:lnTo>
                    <a:pt x="129476" y="373951"/>
                  </a:lnTo>
                  <a:lnTo>
                    <a:pt x="132143" y="377190"/>
                  </a:lnTo>
                  <a:lnTo>
                    <a:pt x="139865" y="385762"/>
                  </a:lnTo>
                  <a:lnTo>
                    <a:pt x="143865" y="385762"/>
                  </a:lnTo>
                  <a:lnTo>
                    <a:pt x="140817" y="381762"/>
                  </a:lnTo>
                  <a:lnTo>
                    <a:pt x="139103" y="378231"/>
                  </a:lnTo>
                  <a:lnTo>
                    <a:pt x="138722" y="375183"/>
                  </a:lnTo>
                  <a:lnTo>
                    <a:pt x="139674" y="370039"/>
                  </a:lnTo>
                  <a:lnTo>
                    <a:pt x="142621" y="365658"/>
                  </a:lnTo>
                  <a:lnTo>
                    <a:pt x="147574" y="362038"/>
                  </a:lnTo>
                  <a:lnTo>
                    <a:pt x="153098" y="357847"/>
                  </a:lnTo>
                  <a:lnTo>
                    <a:pt x="156248" y="352996"/>
                  </a:lnTo>
                  <a:lnTo>
                    <a:pt x="156845" y="348615"/>
                  </a:lnTo>
                  <a:lnTo>
                    <a:pt x="198945" y="348615"/>
                  </a:lnTo>
                  <a:lnTo>
                    <a:pt x="198437" y="351180"/>
                  </a:lnTo>
                  <a:lnTo>
                    <a:pt x="198628" y="357657"/>
                  </a:lnTo>
                  <a:lnTo>
                    <a:pt x="201104" y="362902"/>
                  </a:lnTo>
                  <a:lnTo>
                    <a:pt x="205867" y="366903"/>
                  </a:lnTo>
                  <a:lnTo>
                    <a:pt x="210439" y="370522"/>
                  </a:lnTo>
                  <a:lnTo>
                    <a:pt x="216344" y="372427"/>
                  </a:lnTo>
                  <a:lnTo>
                    <a:pt x="223583" y="372618"/>
                  </a:lnTo>
                  <a:lnTo>
                    <a:pt x="232067" y="371665"/>
                  </a:lnTo>
                  <a:lnTo>
                    <a:pt x="268097" y="348615"/>
                  </a:lnTo>
                  <a:lnTo>
                    <a:pt x="376885" y="348615"/>
                  </a:lnTo>
                  <a:lnTo>
                    <a:pt x="376758" y="348805"/>
                  </a:lnTo>
                  <a:lnTo>
                    <a:pt x="371805" y="352615"/>
                  </a:lnTo>
                  <a:lnTo>
                    <a:pt x="366280" y="356425"/>
                  </a:lnTo>
                  <a:lnTo>
                    <a:pt x="363131" y="361188"/>
                  </a:lnTo>
                  <a:lnTo>
                    <a:pt x="362369" y="366903"/>
                  </a:lnTo>
                  <a:lnTo>
                    <a:pt x="363131" y="370522"/>
                  </a:lnTo>
                  <a:lnTo>
                    <a:pt x="364845" y="373951"/>
                  </a:lnTo>
                  <a:lnTo>
                    <a:pt x="367512" y="377190"/>
                  </a:lnTo>
                  <a:lnTo>
                    <a:pt x="375234" y="385762"/>
                  </a:lnTo>
                  <a:lnTo>
                    <a:pt x="378091" y="388620"/>
                  </a:lnTo>
                  <a:lnTo>
                    <a:pt x="379895" y="392239"/>
                  </a:lnTo>
                  <a:lnTo>
                    <a:pt x="366280" y="413575"/>
                  </a:lnTo>
                  <a:lnTo>
                    <a:pt x="363131" y="418338"/>
                  </a:lnTo>
                  <a:lnTo>
                    <a:pt x="362369" y="424053"/>
                  </a:lnTo>
                  <a:lnTo>
                    <a:pt x="363131" y="427672"/>
                  </a:lnTo>
                  <a:lnTo>
                    <a:pt x="364845" y="431101"/>
                  </a:lnTo>
                  <a:lnTo>
                    <a:pt x="367512" y="434340"/>
                  </a:lnTo>
                  <a:lnTo>
                    <a:pt x="375234" y="442912"/>
                  </a:lnTo>
                  <a:lnTo>
                    <a:pt x="379234" y="442912"/>
                  </a:lnTo>
                  <a:lnTo>
                    <a:pt x="376186" y="438912"/>
                  </a:lnTo>
                  <a:lnTo>
                    <a:pt x="374472" y="435381"/>
                  </a:lnTo>
                  <a:lnTo>
                    <a:pt x="374091" y="432333"/>
                  </a:lnTo>
                  <a:lnTo>
                    <a:pt x="375043" y="427189"/>
                  </a:lnTo>
                  <a:lnTo>
                    <a:pt x="377990" y="422808"/>
                  </a:lnTo>
                  <a:lnTo>
                    <a:pt x="382943" y="419188"/>
                  </a:lnTo>
                  <a:lnTo>
                    <a:pt x="388467" y="414997"/>
                  </a:lnTo>
                  <a:lnTo>
                    <a:pt x="391617" y="410146"/>
                  </a:lnTo>
                  <a:lnTo>
                    <a:pt x="392379" y="404622"/>
                  </a:lnTo>
                  <a:lnTo>
                    <a:pt x="391617" y="401002"/>
                  </a:lnTo>
                  <a:lnTo>
                    <a:pt x="389902" y="397573"/>
                  </a:lnTo>
                  <a:lnTo>
                    <a:pt x="387235" y="394335"/>
                  </a:lnTo>
                  <a:lnTo>
                    <a:pt x="379234" y="385762"/>
                  </a:lnTo>
                  <a:lnTo>
                    <a:pt x="376186" y="381762"/>
                  </a:lnTo>
                  <a:lnTo>
                    <a:pt x="374472" y="378231"/>
                  </a:lnTo>
                  <a:lnTo>
                    <a:pt x="374091" y="375183"/>
                  </a:lnTo>
                  <a:lnTo>
                    <a:pt x="375043" y="370039"/>
                  </a:lnTo>
                  <a:lnTo>
                    <a:pt x="377990" y="365658"/>
                  </a:lnTo>
                  <a:lnTo>
                    <a:pt x="382943" y="362038"/>
                  </a:lnTo>
                  <a:lnTo>
                    <a:pt x="388467" y="357847"/>
                  </a:lnTo>
                  <a:lnTo>
                    <a:pt x="391617" y="352996"/>
                  </a:lnTo>
                  <a:lnTo>
                    <a:pt x="392214" y="348615"/>
                  </a:lnTo>
                  <a:lnTo>
                    <a:pt x="497814" y="348615"/>
                  </a:lnTo>
                  <a:lnTo>
                    <a:pt x="497814" y="373443"/>
                  </a:lnTo>
                  <a:lnTo>
                    <a:pt x="495820" y="371856"/>
                  </a:lnTo>
                  <a:lnTo>
                    <a:pt x="489343" y="370141"/>
                  </a:lnTo>
                  <a:lnTo>
                    <a:pt x="450100" y="382333"/>
                  </a:lnTo>
                  <a:lnTo>
                    <a:pt x="437464" y="396468"/>
                  </a:lnTo>
                  <a:lnTo>
                    <a:pt x="417296" y="396468"/>
                  </a:lnTo>
                  <a:lnTo>
                    <a:pt x="417296" y="403618"/>
                  </a:lnTo>
                  <a:lnTo>
                    <a:pt x="434746" y="403618"/>
                  </a:lnTo>
                  <a:lnTo>
                    <a:pt x="433806" y="408330"/>
                  </a:lnTo>
                  <a:lnTo>
                    <a:pt x="458952" y="429768"/>
                  </a:lnTo>
                  <a:lnTo>
                    <a:pt x="467436" y="428815"/>
                  </a:lnTo>
                  <a:lnTo>
                    <a:pt x="503466" y="405765"/>
                  </a:lnTo>
                  <a:lnTo>
                    <a:pt x="504431" y="403618"/>
                  </a:lnTo>
                  <a:lnTo>
                    <a:pt x="528434" y="403618"/>
                  </a:lnTo>
                  <a:lnTo>
                    <a:pt x="528434" y="396468"/>
                  </a:lnTo>
                  <a:lnTo>
                    <a:pt x="507085" y="396468"/>
                  </a:lnTo>
                  <a:lnTo>
                    <a:pt x="508101" y="391185"/>
                  </a:lnTo>
                  <a:lnTo>
                    <a:pt x="507911" y="383946"/>
                  </a:lnTo>
                  <a:lnTo>
                    <a:pt x="507822" y="383768"/>
                  </a:lnTo>
                  <a:lnTo>
                    <a:pt x="507822" y="348615"/>
                  </a:lnTo>
                  <a:lnTo>
                    <a:pt x="669683" y="348615"/>
                  </a:lnTo>
                  <a:lnTo>
                    <a:pt x="669175" y="351180"/>
                  </a:lnTo>
                  <a:lnTo>
                    <a:pt x="669366" y="357657"/>
                  </a:lnTo>
                  <a:lnTo>
                    <a:pt x="694321" y="372618"/>
                  </a:lnTo>
                  <a:lnTo>
                    <a:pt x="702805" y="371665"/>
                  </a:lnTo>
                  <a:lnTo>
                    <a:pt x="738835" y="348615"/>
                  </a:lnTo>
                  <a:lnTo>
                    <a:pt x="1135824" y="348615"/>
                  </a:lnTo>
                  <a:lnTo>
                    <a:pt x="1135824" y="342900"/>
                  </a:lnTo>
                  <a:lnTo>
                    <a:pt x="914552" y="342900"/>
                  </a:lnTo>
                  <a:lnTo>
                    <a:pt x="914552" y="291465"/>
                  </a:lnTo>
                  <a:lnTo>
                    <a:pt x="1135824" y="291465"/>
                  </a:lnTo>
                  <a:lnTo>
                    <a:pt x="1135824" y="285750"/>
                  </a:lnTo>
                  <a:lnTo>
                    <a:pt x="914552" y="285750"/>
                  </a:lnTo>
                  <a:lnTo>
                    <a:pt x="914552" y="234315"/>
                  </a:lnTo>
                  <a:lnTo>
                    <a:pt x="1135824" y="234315"/>
                  </a:lnTo>
                  <a:lnTo>
                    <a:pt x="1135824" y="228600"/>
                  </a:lnTo>
                  <a:lnTo>
                    <a:pt x="914552" y="228600"/>
                  </a:lnTo>
                  <a:lnTo>
                    <a:pt x="914552" y="177165"/>
                  </a:lnTo>
                  <a:lnTo>
                    <a:pt x="1135824" y="177165"/>
                  </a:lnTo>
                  <a:lnTo>
                    <a:pt x="1135824" y="171450"/>
                  </a:lnTo>
                  <a:lnTo>
                    <a:pt x="938872" y="171450"/>
                  </a:lnTo>
                  <a:lnTo>
                    <a:pt x="946480" y="169379"/>
                  </a:lnTo>
                  <a:lnTo>
                    <a:pt x="977392" y="141579"/>
                  </a:lnTo>
                  <a:lnTo>
                    <a:pt x="978839" y="134010"/>
                  </a:lnTo>
                  <a:lnTo>
                    <a:pt x="978649" y="126771"/>
                  </a:lnTo>
                  <a:lnTo>
                    <a:pt x="976083" y="121539"/>
                  </a:lnTo>
                  <a:lnTo>
                    <a:pt x="973747" y="120015"/>
                  </a:lnTo>
                  <a:lnTo>
                    <a:pt x="1135824" y="120015"/>
                  </a:lnTo>
                  <a:lnTo>
                    <a:pt x="1135824" y="114300"/>
                  </a:lnTo>
                  <a:close/>
                </a:path>
                <a:path w="1148714" h="443229">
                  <a:moveTo>
                    <a:pt x="1148524" y="116586"/>
                  </a:moveTo>
                  <a:lnTo>
                    <a:pt x="1139952" y="116586"/>
                  </a:lnTo>
                  <a:lnTo>
                    <a:pt x="1139952" y="348615"/>
                  </a:lnTo>
                  <a:lnTo>
                    <a:pt x="1148524" y="348615"/>
                  </a:lnTo>
                  <a:lnTo>
                    <a:pt x="1148524" y="1165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957064" y="4960112"/>
              <a:ext cx="179355" cy="133921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4928730" y="4314605"/>
              <a:ext cx="1203960" cy="403225"/>
            </a:xfrm>
            <a:custGeom>
              <a:avLst/>
              <a:gdLst/>
              <a:ahLst/>
              <a:cxnLst/>
              <a:rect l="l" t="t" r="r" b="b"/>
              <a:pathLst>
                <a:path w="1203960" h="403225">
                  <a:moveTo>
                    <a:pt x="1203350" y="60299"/>
                  </a:moveTo>
                  <a:lnTo>
                    <a:pt x="236778" y="60299"/>
                  </a:lnTo>
                  <a:lnTo>
                    <a:pt x="240728" y="59220"/>
                  </a:lnTo>
                  <a:lnTo>
                    <a:pt x="248513" y="55816"/>
                  </a:lnTo>
                  <a:lnTo>
                    <a:pt x="253504" y="52768"/>
                  </a:lnTo>
                  <a:lnTo>
                    <a:pt x="256159" y="51155"/>
                  </a:lnTo>
                  <a:lnTo>
                    <a:pt x="262877" y="45580"/>
                  </a:lnTo>
                  <a:lnTo>
                    <a:pt x="267868" y="39433"/>
                  </a:lnTo>
                  <a:lnTo>
                    <a:pt x="271157" y="32715"/>
                  </a:lnTo>
                  <a:lnTo>
                    <a:pt x="272732" y="25438"/>
                  </a:lnTo>
                  <a:lnTo>
                    <a:pt x="273494" y="16675"/>
                  </a:lnTo>
                  <a:lnTo>
                    <a:pt x="270624" y="9715"/>
                  </a:lnTo>
                  <a:lnTo>
                    <a:pt x="270535" y="9525"/>
                  </a:lnTo>
                  <a:lnTo>
                    <a:pt x="265010" y="4953"/>
                  </a:lnTo>
                  <a:lnTo>
                    <a:pt x="265010" y="14287"/>
                  </a:lnTo>
                  <a:lnTo>
                    <a:pt x="265010" y="17907"/>
                  </a:lnTo>
                  <a:lnTo>
                    <a:pt x="232435" y="47155"/>
                  </a:lnTo>
                  <a:lnTo>
                    <a:pt x="216154" y="52768"/>
                  </a:lnTo>
                  <a:lnTo>
                    <a:pt x="212153" y="52578"/>
                  </a:lnTo>
                  <a:lnTo>
                    <a:pt x="210159" y="52400"/>
                  </a:lnTo>
                  <a:lnTo>
                    <a:pt x="210159" y="60299"/>
                  </a:lnTo>
                  <a:lnTo>
                    <a:pt x="208432" y="60299"/>
                  </a:lnTo>
                  <a:lnTo>
                    <a:pt x="208432" y="59347"/>
                  </a:lnTo>
                  <a:lnTo>
                    <a:pt x="210159" y="60299"/>
                  </a:lnTo>
                  <a:lnTo>
                    <a:pt x="210159" y="52400"/>
                  </a:lnTo>
                  <a:lnTo>
                    <a:pt x="208432" y="52235"/>
                  </a:lnTo>
                  <a:lnTo>
                    <a:pt x="208432" y="43154"/>
                  </a:lnTo>
                  <a:lnTo>
                    <a:pt x="207467" y="43154"/>
                  </a:lnTo>
                  <a:lnTo>
                    <a:pt x="239864" y="15151"/>
                  </a:lnTo>
                  <a:lnTo>
                    <a:pt x="254152" y="9715"/>
                  </a:lnTo>
                  <a:lnTo>
                    <a:pt x="259867" y="10287"/>
                  </a:lnTo>
                  <a:lnTo>
                    <a:pt x="262724" y="10668"/>
                  </a:lnTo>
                  <a:lnTo>
                    <a:pt x="264439" y="12001"/>
                  </a:lnTo>
                  <a:lnTo>
                    <a:pt x="265010" y="14287"/>
                  </a:lnTo>
                  <a:lnTo>
                    <a:pt x="265010" y="4953"/>
                  </a:lnTo>
                  <a:lnTo>
                    <a:pt x="263867" y="4000"/>
                  </a:lnTo>
                  <a:lnTo>
                    <a:pt x="258724" y="1143"/>
                  </a:lnTo>
                  <a:lnTo>
                    <a:pt x="252920" y="0"/>
                  </a:lnTo>
                  <a:lnTo>
                    <a:pt x="246443" y="571"/>
                  </a:lnTo>
                  <a:lnTo>
                    <a:pt x="208419" y="17183"/>
                  </a:lnTo>
                  <a:lnTo>
                    <a:pt x="197764" y="46202"/>
                  </a:lnTo>
                  <a:lnTo>
                    <a:pt x="198437" y="47828"/>
                  </a:lnTo>
                  <a:lnTo>
                    <a:pt x="198437" y="60299"/>
                  </a:lnTo>
                  <a:lnTo>
                    <a:pt x="198437" y="231749"/>
                  </a:lnTo>
                  <a:lnTo>
                    <a:pt x="143852" y="231749"/>
                  </a:lnTo>
                  <a:lnTo>
                    <a:pt x="140804" y="227749"/>
                  </a:lnTo>
                  <a:lnTo>
                    <a:pt x="139090" y="224218"/>
                  </a:lnTo>
                  <a:lnTo>
                    <a:pt x="138709" y="221170"/>
                  </a:lnTo>
                  <a:lnTo>
                    <a:pt x="139661" y="216027"/>
                  </a:lnTo>
                  <a:lnTo>
                    <a:pt x="142621" y="211645"/>
                  </a:lnTo>
                  <a:lnTo>
                    <a:pt x="147574" y="208026"/>
                  </a:lnTo>
                  <a:lnTo>
                    <a:pt x="153098" y="203835"/>
                  </a:lnTo>
                  <a:lnTo>
                    <a:pt x="156235" y="198983"/>
                  </a:lnTo>
                  <a:lnTo>
                    <a:pt x="156997" y="193459"/>
                  </a:lnTo>
                  <a:lnTo>
                    <a:pt x="156235" y="189839"/>
                  </a:lnTo>
                  <a:lnTo>
                    <a:pt x="154520" y="186410"/>
                  </a:lnTo>
                  <a:lnTo>
                    <a:pt x="151853" y="183172"/>
                  </a:lnTo>
                  <a:lnTo>
                    <a:pt x="149186" y="180314"/>
                  </a:lnTo>
                  <a:lnTo>
                    <a:pt x="198437" y="180314"/>
                  </a:lnTo>
                  <a:lnTo>
                    <a:pt x="198437" y="174599"/>
                  </a:lnTo>
                  <a:lnTo>
                    <a:pt x="143852" y="174599"/>
                  </a:lnTo>
                  <a:lnTo>
                    <a:pt x="140804" y="170599"/>
                  </a:lnTo>
                  <a:lnTo>
                    <a:pt x="139090" y="167068"/>
                  </a:lnTo>
                  <a:lnTo>
                    <a:pt x="138709" y="164020"/>
                  </a:lnTo>
                  <a:lnTo>
                    <a:pt x="139661" y="158877"/>
                  </a:lnTo>
                  <a:lnTo>
                    <a:pt x="142621" y="154495"/>
                  </a:lnTo>
                  <a:lnTo>
                    <a:pt x="147574" y="150876"/>
                  </a:lnTo>
                  <a:lnTo>
                    <a:pt x="153098" y="146685"/>
                  </a:lnTo>
                  <a:lnTo>
                    <a:pt x="156235" y="141833"/>
                  </a:lnTo>
                  <a:lnTo>
                    <a:pt x="156997" y="136309"/>
                  </a:lnTo>
                  <a:lnTo>
                    <a:pt x="156235" y="132689"/>
                  </a:lnTo>
                  <a:lnTo>
                    <a:pt x="154520" y="129260"/>
                  </a:lnTo>
                  <a:lnTo>
                    <a:pt x="151853" y="126022"/>
                  </a:lnTo>
                  <a:lnTo>
                    <a:pt x="149186" y="123164"/>
                  </a:lnTo>
                  <a:lnTo>
                    <a:pt x="198437" y="123164"/>
                  </a:lnTo>
                  <a:lnTo>
                    <a:pt x="198437" y="117449"/>
                  </a:lnTo>
                  <a:lnTo>
                    <a:pt x="143852" y="117449"/>
                  </a:lnTo>
                  <a:lnTo>
                    <a:pt x="140804" y="113449"/>
                  </a:lnTo>
                  <a:lnTo>
                    <a:pt x="139090" y="109918"/>
                  </a:lnTo>
                  <a:lnTo>
                    <a:pt x="138709" y="106870"/>
                  </a:lnTo>
                  <a:lnTo>
                    <a:pt x="139661" y="101727"/>
                  </a:lnTo>
                  <a:lnTo>
                    <a:pt x="142621" y="97345"/>
                  </a:lnTo>
                  <a:lnTo>
                    <a:pt x="147574" y="93726"/>
                  </a:lnTo>
                  <a:lnTo>
                    <a:pt x="153098" y="89535"/>
                  </a:lnTo>
                  <a:lnTo>
                    <a:pt x="156235" y="84683"/>
                  </a:lnTo>
                  <a:lnTo>
                    <a:pt x="156997" y="79159"/>
                  </a:lnTo>
                  <a:lnTo>
                    <a:pt x="156235" y="75539"/>
                  </a:lnTo>
                  <a:lnTo>
                    <a:pt x="154520" y="72110"/>
                  </a:lnTo>
                  <a:lnTo>
                    <a:pt x="151853" y="68872"/>
                  </a:lnTo>
                  <a:lnTo>
                    <a:pt x="149186" y="66014"/>
                  </a:lnTo>
                  <a:lnTo>
                    <a:pt x="198437" y="66014"/>
                  </a:lnTo>
                  <a:lnTo>
                    <a:pt x="198437" y="60299"/>
                  </a:lnTo>
                  <a:lnTo>
                    <a:pt x="143852" y="60299"/>
                  </a:lnTo>
                  <a:lnTo>
                    <a:pt x="140804" y="56299"/>
                  </a:lnTo>
                  <a:lnTo>
                    <a:pt x="139090" y="52768"/>
                  </a:lnTo>
                  <a:lnTo>
                    <a:pt x="138709" y="49720"/>
                  </a:lnTo>
                  <a:lnTo>
                    <a:pt x="139661" y="44577"/>
                  </a:lnTo>
                  <a:lnTo>
                    <a:pt x="142621" y="40195"/>
                  </a:lnTo>
                  <a:lnTo>
                    <a:pt x="147574" y="36576"/>
                  </a:lnTo>
                  <a:lnTo>
                    <a:pt x="153098" y="32385"/>
                  </a:lnTo>
                  <a:lnTo>
                    <a:pt x="156235" y="27533"/>
                  </a:lnTo>
                  <a:lnTo>
                    <a:pt x="156997" y="22009"/>
                  </a:lnTo>
                  <a:lnTo>
                    <a:pt x="156235" y="18389"/>
                  </a:lnTo>
                  <a:lnTo>
                    <a:pt x="154520" y="14960"/>
                  </a:lnTo>
                  <a:lnTo>
                    <a:pt x="151853" y="11722"/>
                  </a:lnTo>
                  <a:lnTo>
                    <a:pt x="143852" y="3149"/>
                  </a:lnTo>
                  <a:lnTo>
                    <a:pt x="139852" y="3149"/>
                  </a:lnTo>
                  <a:lnTo>
                    <a:pt x="142709" y="6007"/>
                  </a:lnTo>
                  <a:lnTo>
                    <a:pt x="144526" y="9626"/>
                  </a:lnTo>
                  <a:lnTo>
                    <a:pt x="130898" y="30962"/>
                  </a:lnTo>
                  <a:lnTo>
                    <a:pt x="127762" y="35725"/>
                  </a:lnTo>
                  <a:lnTo>
                    <a:pt x="127000" y="41440"/>
                  </a:lnTo>
                  <a:lnTo>
                    <a:pt x="127762" y="45059"/>
                  </a:lnTo>
                  <a:lnTo>
                    <a:pt x="129476" y="48488"/>
                  </a:lnTo>
                  <a:lnTo>
                    <a:pt x="132143" y="51727"/>
                  </a:lnTo>
                  <a:lnTo>
                    <a:pt x="139852" y="60299"/>
                  </a:lnTo>
                  <a:lnTo>
                    <a:pt x="0" y="60299"/>
                  </a:lnTo>
                  <a:lnTo>
                    <a:pt x="0" y="66014"/>
                  </a:lnTo>
                  <a:lnTo>
                    <a:pt x="144132" y="66014"/>
                  </a:lnTo>
                  <a:lnTo>
                    <a:pt x="144526" y="66776"/>
                  </a:lnTo>
                  <a:lnTo>
                    <a:pt x="130898" y="88112"/>
                  </a:lnTo>
                  <a:lnTo>
                    <a:pt x="127762" y="92875"/>
                  </a:lnTo>
                  <a:lnTo>
                    <a:pt x="127000" y="98590"/>
                  </a:lnTo>
                  <a:lnTo>
                    <a:pt x="127762" y="102209"/>
                  </a:lnTo>
                  <a:lnTo>
                    <a:pt x="129476" y="105638"/>
                  </a:lnTo>
                  <a:lnTo>
                    <a:pt x="132143" y="108877"/>
                  </a:lnTo>
                  <a:lnTo>
                    <a:pt x="139852" y="117449"/>
                  </a:lnTo>
                  <a:lnTo>
                    <a:pt x="0" y="117449"/>
                  </a:lnTo>
                  <a:lnTo>
                    <a:pt x="0" y="123164"/>
                  </a:lnTo>
                  <a:lnTo>
                    <a:pt x="144132" y="123164"/>
                  </a:lnTo>
                  <a:lnTo>
                    <a:pt x="144526" y="123926"/>
                  </a:lnTo>
                  <a:lnTo>
                    <a:pt x="130898" y="145262"/>
                  </a:lnTo>
                  <a:lnTo>
                    <a:pt x="127762" y="150025"/>
                  </a:lnTo>
                  <a:lnTo>
                    <a:pt x="127000" y="155740"/>
                  </a:lnTo>
                  <a:lnTo>
                    <a:pt x="127762" y="159359"/>
                  </a:lnTo>
                  <a:lnTo>
                    <a:pt x="129476" y="162788"/>
                  </a:lnTo>
                  <a:lnTo>
                    <a:pt x="132143" y="166027"/>
                  </a:lnTo>
                  <a:lnTo>
                    <a:pt x="139852" y="174599"/>
                  </a:lnTo>
                  <a:lnTo>
                    <a:pt x="0" y="174599"/>
                  </a:lnTo>
                  <a:lnTo>
                    <a:pt x="0" y="180314"/>
                  </a:lnTo>
                  <a:lnTo>
                    <a:pt x="144132" y="180314"/>
                  </a:lnTo>
                  <a:lnTo>
                    <a:pt x="144526" y="181076"/>
                  </a:lnTo>
                  <a:lnTo>
                    <a:pt x="130898" y="202412"/>
                  </a:lnTo>
                  <a:lnTo>
                    <a:pt x="127762" y="207175"/>
                  </a:lnTo>
                  <a:lnTo>
                    <a:pt x="127000" y="212890"/>
                  </a:lnTo>
                  <a:lnTo>
                    <a:pt x="127762" y="216509"/>
                  </a:lnTo>
                  <a:lnTo>
                    <a:pt x="129476" y="219938"/>
                  </a:lnTo>
                  <a:lnTo>
                    <a:pt x="132143" y="223177"/>
                  </a:lnTo>
                  <a:lnTo>
                    <a:pt x="139852" y="231749"/>
                  </a:lnTo>
                  <a:lnTo>
                    <a:pt x="0" y="231749"/>
                  </a:lnTo>
                  <a:lnTo>
                    <a:pt x="0" y="237464"/>
                  </a:lnTo>
                  <a:lnTo>
                    <a:pt x="198437" y="237464"/>
                  </a:lnTo>
                  <a:lnTo>
                    <a:pt x="198437" y="288899"/>
                  </a:lnTo>
                  <a:lnTo>
                    <a:pt x="0" y="288899"/>
                  </a:lnTo>
                  <a:lnTo>
                    <a:pt x="0" y="294614"/>
                  </a:lnTo>
                  <a:lnTo>
                    <a:pt x="198437" y="294614"/>
                  </a:lnTo>
                  <a:lnTo>
                    <a:pt x="198437" y="403199"/>
                  </a:lnTo>
                  <a:lnTo>
                    <a:pt x="208432" y="403199"/>
                  </a:lnTo>
                  <a:lnTo>
                    <a:pt x="208432" y="294614"/>
                  </a:lnTo>
                  <a:lnTo>
                    <a:pt x="1203350" y="294614"/>
                  </a:lnTo>
                  <a:lnTo>
                    <a:pt x="1203350" y="288899"/>
                  </a:lnTo>
                  <a:lnTo>
                    <a:pt x="208432" y="288899"/>
                  </a:lnTo>
                  <a:lnTo>
                    <a:pt x="208432" y="237464"/>
                  </a:lnTo>
                  <a:lnTo>
                    <a:pt x="1203350" y="237464"/>
                  </a:lnTo>
                  <a:lnTo>
                    <a:pt x="1203350" y="231749"/>
                  </a:lnTo>
                  <a:lnTo>
                    <a:pt x="208432" y="231749"/>
                  </a:lnTo>
                  <a:lnTo>
                    <a:pt x="208432" y="180314"/>
                  </a:lnTo>
                  <a:lnTo>
                    <a:pt x="1203350" y="180314"/>
                  </a:lnTo>
                  <a:lnTo>
                    <a:pt x="1203350" y="174599"/>
                  </a:lnTo>
                  <a:lnTo>
                    <a:pt x="208432" y="174599"/>
                  </a:lnTo>
                  <a:lnTo>
                    <a:pt x="208432" y="123164"/>
                  </a:lnTo>
                  <a:lnTo>
                    <a:pt x="1203350" y="123164"/>
                  </a:lnTo>
                  <a:lnTo>
                    <a:pt x="1203350" y="117449"/>
                  </a:lnTo>
                  <a:lnTo>
                    <a:pt x="208432" y="117449"/>
                  </a:lnTo>
                  <a:lnTo>
                    <a:pt x="208432" y="66014"/>
                  </a:lnTo>
                  <a:lnTo>
                    <a:pt x="1203350" y="66014"/>
                  </a:lnTo>
                  <a:lnTo>
                    <a:pt x="1203350" y="6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126506" y="4428902"/>
              <a:ext cx="75723" cy="120014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5221470" y="4416728"/>
              <a:ext cx="424180" cy="44450"/>
            </a:xfrm>
            <a:custGeom>
              <a:avLst/>
              <a:gdLst/>
              <a:ahLst/>
              <a:cxnLst/>
              <a:rect l="l" t="t" r="r" b="b"/>
              <a:pathLst>
                <a:path w="424179" h="44450">
                  <a:moveTo>
                    <a:pt x="423963" y="43892"/>
                  </a:moveTo>
                  <a:lnTo>
                    <a:pt x="391008" y="27814"/>
                  </a:lnTo>
                  <a:lnTo>
                    <a:pt x="344693" y="16330"/>
                  </a:lnTo>
                  <a:lnTo>
                    <a:pt x="285017" y="9440"/>
                  </a:lnTo>
                  <a:lnTo>
                    <a:pt x="211981" y="7143"/>
                  </a:lnTo>
                  <a:lnTo>
                    <a:pt x="138945" y="9440"/>
                  </a:lnTo>
                  <a:lnTo>
                    <a:pt x="79270" y="16330"/>
                  </a:lnTo>
                  <a:lnTo>
                    <a:pt x="32954" y="27814"/>
                  </a:lnTo>
                  <a:lnTo>
                    <a:pt x="0" y="43892"/>
                  </a:lnTo>
                  <a:lnTo>
                    <a:pt x="32954" y="24689"/>
                  </a:lnTo>
                  <a:lnTo>
                    <a:pt x="79270" y="10973"/>
                  </a:lnTo>
                  <a:lnTo>
                    <a:pt x="138945" y="2743"/>
                  </a:lnTo>
                  <a:lnTo>
                    <a:pt x="211981" y="0"/>
                  </a:lnTo>
                  <a:lnTo>
                    <a:pt x="285017" y="2743"/>
                  </a:lnTo>
                  <a:lnTo>
                    <a:pt x="344693" y="10973"/>
                  </a:lnTo>
                  <a:lnTo>
                    <a:pt x="391008" y="24689"/>
                  </a:lnTo>
                  <a:lnTo>
                    <a:pt x="423963" y="43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5221470" y="4416728"/>
              <a:ext cx="424180" cy="44450"/>
            </a:xfrm>
            <a:custGeom>
              <a:avLst/>
              <a:gdLst/>
              <a:ahLst/>
              <a:cxnLst/>
              <a:rect l="l" t="t" r="r" b="b"/>
              <a:pathLst>
                <a:path w="424179" h="44450">
                  <a:moveTo>
                    <a:pt x="0" y="43892"/>
                  </a:moveTo>
                  <a:lnTo>
                    <a:pt x="32954" y="27814"/>
                  </a:lnTo>
                  <a:lnTo>
                    <a:pt x="79270" y="16330"/>
                  </a:lnTo>
                  <a:lnTo>
                    <a:pt x="138945" y="9440"/>
                  </a:lnTo>
                  <a:lnTo>
                    <a:pt x="211981" y="7143"/>
                  </a:lnTo>
                  <a:lnTo>
                    <a:pt x="285017" y="9440"/>
                  </a:lnTo>
                  <a:lnTo>
                    <a:pt x="344693" y="16330"/>
                  </a:lnTo>
                  <a:lnTo>
                    <a:pt x="391008" y="27814"/>
                  </a:lnTo>
                  <a:lnTo>
                    <a:pt x="423963" y="43892"/>
                  </a:lnTo>
                  <a:lnTo>
                    <a:pt x="391008" y="24689"/>
                  </a:lnTo>
                  <a:lnTo>
                    <a:pt x="344693" y="10973"/>
                  </a:lnTo>
                  <a:lnTo>
                    <a:pt x="285017" y="2743"/>
                  </a:lnTo>
                  <a:lnTo>
                    <a:pt x="211981" y="0"/>
                  </a:lnTo>
                  <a:lnTo>
                    <a:pt x="138945" y="2743"/>
                  </a:lnTo>
                  <a:lnTo>
                    <a:pt x="79270" y="10973"/>
                  </a:lnTo>
                  <a:lnTo>
                    <a:pt x="32954" y="24689"/>
                  </a:lnTo>
                  <a:lnTo>
                    <a:pt x="0" y="4389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5221470" y="4517770"/>
              <a:ext cx="424180" cy="44450"/>
            </a:xfrm>
            <a:custGeom>
              <a:avLst/>
              <a:gdLst/>
              <a:ahLst/>
              <a:cxnLst/>
              <a:rect l="l" t="t" r="r" b="b"/>
              <a:pathLst>
                <a:path w="424179" h="44450">
                  <a:moveTo>
                    <a:pt x="211981" y="43892"/>
                  </a:moveTo>
                  <a:lnTo>
                    <a:pt x="138945" y="41149"/>
                  </a:lnTo>
                  <a:lnTo>
                    <a:pt x="79270" y="32919"/>
                  </a:lnTo>
                  <a:lnTo>
                    <a:pt x="32954" y="19202"/>
                  </a:lnTo>
                  <a:lnTo>
                    <a:pt x="0" y="0"/>
                  </a:lnTo>
                  <a:lnTo>
                    <a:pt x="32954" y="16077"/>
                  </a:lnTo>
                  <a:lnTo>
                    <a:pt x="79270" y="27561"/>
                  </a:lnTo>
                  <a:lnTo>
                    <a:pt x="138945" y="34451"/>
                  </a:lnTo>
                  <a:lnTo>
                    <a:pt x="211981" y="36748"/>
                  </a:lnTo>
                  <a:lnTo>
                    <a:pt x="285017" y="34451"/>
                  </a:lnTo>
                  <a:lnTo>
                    <a:pt x="344693" y="27561"/>
                  </a:lnTo>
                  <a:lnTo>
                    <a:pt x="391008" y="16077"/>
                  </a:lnTo>
                  <a:lnTo>
                    <a:pt x="423963" y="0"/>
                  </a:lnTo>
                  <a:lnTo>
                    <a:pt x="391008" y="19202"/>
                  </a:lnTo>
                  <a:lnTo>
                    <a:pt x="344693" y="32919"/>
                  </a:lnTo>
                  <a:lnTo>
                    <a:pt x="285017" y="41149"/>
                  </a:lnTo>
                  <a:lnTo>
                    <a:pt x="211981" y="43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5221470" y="4517770"/>
              <a:ext cx="424180" cy="44450"/>
            </a:xfrm>
            <a:custGeom>
              <a:avLst/>
              <a:gdLst/>
              <a:ahLst/>
              <a:cxnLst/>
              <a:rect l="l" t="t" r="r" b="b"/>
              <a:pathLst>
                <a:path w="424179" h="44450">
                  <a:moveTo>
                    <a:pt x="0" y="0"/>
                  </a:moveTo>
                  <a:lnTo>
                    <a:pt x="32954" y="19202"/>
                  </a:lnTo>
                  <a:lnTo>
                    <a:pt x="79270" y="32919"/>
                  </a:lnTo>
                  <a:lnTo>
                    <a:pt x="138945" y="41149"/>
                  </a:lnTo>
                  <a:lnTo>
                    <a:pt x="211981" y="43892"/>
                  </a:lnTo>
                  <a:lnTo>
                    <a:pt x="285017" y="41149"/>
                  </a:lnTo>
                  <a:lnTo>
                    <a:pt x="344693" y="32919"/>
                  </a:lnTo>
                  <a:lnTo>
                    <a:pt x="391008" y="19202"/>
                  </a:lnTo>
                  <a:lnTo>
                    <a:pt x="423963" y="0"/>
                  </a:lnTo>
                  <a:lnTo>
                    <a:pt x="391008" y="16077"/>
                  </a:lnTo>
                  <a:lnTo>
                    <a:pt x="344693" y="27561"/>
                  </a:lnTo>
                  <a:lnTo>
                    <a:pt x="285017" y="34451"/>
                  </a:lnTo>
                  <a:lnTo>
                    <a:pt x="211981" y="36748"/>
                  </a:lnTo>
                  <a:lnTo>
                    <a:pt x="138945" y="34451"/>
                  </a:lnTo>
                  <a:lnTo>
                    <a:pt x="79270" y="27561"/>
                  </a:lnTo>
                  <a:lnTo>
                    <a:pt x="32954" y="1607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5664758" y="4343180"/>
              <a:ext cx="76200" cy="374650"/>
            </a:xfrm>
            <a:custGeom>
              <a:avLst/>
              <a:gdLst/>
              <a:ahLst/>
              <a:cxnLst/>
              <a:rect l="l" t="t" r="r" b="b"/>
              <a:pathLst>
                <a:path w="76200" h="374650">
                  <a:moveTo>
                    <a:pt x="75730" y="16675"/>
                  </a:moveTo>
                  <a:lnTo>
                    <a:pt x="72859" y="9715"/>
                  </a:lnTo>
                  <a:lnTo>
                    <a:pt x="72771" y="9525"/>
                  </a:lnTo>
                  <a:lnTo>
                    <a:pt x="67246" y="4953"/>
                  </a:lnTo>
                  <a:lnTo>
                    <a:pt x="67246" y="14287"/>
                  </a:lnTo>
                  <a:lnTo>
                    <a:pt x="67246" y="17907"/>
                  </a:lnTo>
                  <a:lnTo>
                    <a:pt x="34671" y="47155"/>
                  </a:lnTo>
                  <a:lnTo>
                    <a:pt x="18389" y="52768"/>
                  </a:lnTo>
                  <a:lnTo>
                    <a:pt x="14389" y="52578"/>
                  </a:lnTo>
                  <a:lnTo>
                    <a:pt x="10668" y="52235"/>
                  </a:lnTo>
                  <a:lnTo>
                    <a:pt x="10668" y="43154"/>
                  </a:lnTo>
                  <a:lnTo>
                    <a:pt x="9702" y="43154"/>
                  </a:lnTo>
                  <a:lnTo>
                    <a:pt x="42100" y="15151"/>
                  </a:lnTo>
                  <a:lnTo>
                    <a:pt x="56388" y="9715"/>
                  </a:lnTo>
                  <a:lnTo>
                    <a:pt x="62103" y="10287"/>
                  </a:lnTo>
                  <a:lnTo>
                    <a:pt x="64960" y="10668"/>
                  </a:lnTo>
                  <a:lnTo>
                    <a:pt x="66675" y="12001"/>
                  </a:lnTo>
                  <a:lnTo>
                    <a:pt x="67246" y="14287"/>
                  </a:lnTo>
                  <a:lnTo>
                    <a:pt x="67246" y="4953"/>
                  </a:lnTo>
                  <a:lnTo>
                    <a:pt x="66103" y="4000"/>
                  </a:lnTo>
                  <a:lnTo>
                    <a:pt x="60960" y="1143"/>
                  </a:lnTo>
                  <a:lnTo>
                    <a:pt x="55156" y="0"/>
                  </a:lnTo>
                  <a:lnTo>
                    <a:pt x="48679" y="571"/>
                  </a:lnTo>
                  <a:lnTo>
                    <a:pt x="10655" y="17183"/>
                  </a:lnTo>
                  <a:lnTo>
                    <a:pt x="0" y="46202"/>
                  </a:lnTo>
                  <a:lnTo>
                    <a:pt x="673" y="47828"/>
                  </a:lnTo>
                  <a:lnTo>
                    <a:pt x="673" y="374624"/>
                  </a:lnTo>
                  <a:lnTo>
                    <a:pt x="10668" y="374624"/>
                  </a:lnTo>
                  <a:lnTo>
                    <a:pt x="10668" y="59347"/>
                  </a:lnTo>
                  <a:lnTo>
                    <a:pt x="14960" y="61722"/>
                  </a:lnTo>
                  <a:lnTo>
                    <a:pt x="20675" y="62865"/>
                  </a:lnTo>
                  <a:lnTo>
                    <a:pt x="26962" y="62293"/>
                  </a:lnTo>
                  <a:lnTo>
                    <a:pt x="35039" y="61391"/>
                  </a:lnTo>
                  <a:lnTo>
                    <a:pt x="42964" y="59220"/>
                  </a:lnTo>
                  <a:lnTo>
                    <a:pt x="50749" y="55816"/>
                  </a:lnTo>
                  <a:lnTo>
                    <a:pt x="55740" y="52768"/>
                  </a:lnTo>
                  <a:lnTo>
                    <a:pt x="58394" y="51155"/>
                  </a:lnTo>
                  <a:lnTo>
                    <a:pt x="65112" y="45580"/>
                  </a:lnTo>
                  <a:lnTo>
                    <a:pt x="70104" y="39433"/>
                  </a:lnTo>
                  <a:lnTo>
                    <a:pt x="73393" y="32715"/>
                  </a:lnTo>
                  <a:lnTo>
                    <a:pt x="74968" y="25438"/>
                  </a:lnTo>
                  <a:lnTo>
                    <a:pt x="75730" y="166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664770" y="4428902"/>
              <a:ext cx="75723" cy="120014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6132081" y="4287846"/>
              <a:ext cx="1136015" cy="401955"/>
            </a:xfrm>
            <a:custGeom>
              <a:avLst/>
              <a:gdLst/>
              <a:ahLst/>
              <a:cxnLst/>
              <a:rect l="l" t="t" r="r" b="b"/>
              <a:pathLst>
                <a:path w="1136015" h="401954">
                  <a:moveTo>
                    <a:pt x="1135811" y="87058"/>
                  </a:moveTo>
                  <a:lnTo>
                    <a:pt x="208432" y="87058"/>
                  </a:lnTo>
                  <a:lnTo>
                    <a:pt x="208432" y="55943"/>
                  </a:lnTo>
                  <a:lnTo>
                    <a:pt x="210439" y="57531"/>
                  </a:lnTo>
                  <a:lnTo>
                    <a:pt x="216344" y="59436"/>
                  </a:lnTo>
                  <a:lnTo>
                    <a:pt x="256438" y="47904"/>
                  </a:lnTo>
                  <a:lnTo>
                    <a:pt x="269062" y="33477"/>
                  </a:lnTo>
                  <a:lnTo>
                    <a:pt x="293052" y="33477"/>
                  </a:lnTo>
                  <a:lnTo>
                    <a:pt x="293052" y="26327"/>
                  </a:lnTo>
                  <a:lnTo>
                    <a:pt x="271716" y="26327"/>
                  </a:lnTo>
                  <a:lnTo>
                    <a:pt x="272732" y="21043"/>
                  </a:lnTo>
                  <a:lnTo>
                    <a:pt x="272542" y="13804"/>
                  </a:lnTo>
                  <a:lnTo>
                    <a:pt x="269963" y="8572"/>
                  </a:lnTo>
                  <a:lnTo>
                    <a:pt x="265010" y="5334"/>
                  </a:lnTo>
                  <a:lnTo>
                    <a:pt x="260438" y="1714"/>
                  </a:lnTo>
                  <a:lnTo>
                    <a:pt x="253961" y="0"/>
                  </a:lnTo>
                  <a:lnTo>
                    <a:pt x="245579" y="190"/>
                  </a:lnTo>
                  <a:lnTo>
                    <a:pt x="237655" y="1155"/>
                  </a:lnTo>
                  <a:lnTo>
                    <a:pt x="203073" y="24257"/>
                  </a:lnTo>
                  <a:lnTo>
                    <a:pt x="202082" y="26327"/>
                  </a:lnTo>
                  <a:lnTo>
                    <a:pt x="181914" y="26327"/>
                  </a:lnTo>
                  <a:lnTo>
                    <a:pt x="181914" y="33477"/>
                  </a:lnTo>
                  <a:lnTo>
                    <a:pt x="199377" y="33477"/>
                  </a:lnTo>
                  <a:lnTo>
                    <a:pt x="198437" y="38188"/>
                  </a:lnTo>
                  <a:lnTo>
                    <a:pt x="198526" y="41338"/>
                  </a:lnTo>
                  <a:lnTo>
                    <a:pt x="198437" y="87058"/>
                  </a:lnTo>
                  <a:lnTo>
                    <a:pt x="198437" y="315658"/>
                  </a:lnTo>
                  <a:lnTo>
                    <a:pt x="12700" y="315658"/>
                  </a:lnTo>
                  <a:lnTo>
                    <a:pt x="12700" y="264223"/>
                  </a:lnTo>
                  <a:lnTo>
                    <a:pt x="198437" y="264223"/>
                  </a:lnTo>
                  <a:lnTo>
                    <a:pt x="198437" y="258508"/>
                  </a:lnTo>
                  <a:lnTo>
                    <a:pt x="12700" y="258508"/>
                  </a:lnTo>
                  <a:lnTo>
                    <a:pt x="12700" y="207073"/>
                  </a:lnTo>
                  <a:lnTo>
                    <a:pt x="127533" y="207073"/>
                  </a:lnTo>
                  <a:lnTo>
                    <a:pt x="127000" y="211074"/>
                  </a:lnTo>
                  <a:lnTo>
                    <a:pt x="127762" y="214693"/>
                  </a:lnTo>
                  <a:lnTo>
                    <a:pt x="129476" y="218122"/>
                  </a:lnTo>
                  <a:lnTo>
                    <a:pt x="132143" y="221361"/>
                  </a:lnTo>
                  <a:lnTo>
                    <a:pt x="139852" y="229933"/>
                  </a:lnTo>
                  <a:lnTo>
                    <a:pt x="143852" y="229933"/>
                  </a:lnTo>
                  <a:lnTo>
                    <a:pt x="140804" y="225933"/>
                  </a:lnTo>
                  <a:lnTo>
                    <a:pt x="139090" y="222402"/>
                  </a:lnTo>
                  <a:lnTo>
                    <a:pt x="138709" y="219354"/>
                  </a:lnTo>
                  <a:lnTo>
                    <a:pt x="139661" y="214210"/>
                  </a:lnTo>
                  <a:lnTo>
                    <a:pt x="142621" y="209829"/>
                  </a:lnTo>
                  <a:lnTo>
                    <a:pt x="146380" y="207073"/>
                  </a:lnTo>
                  <a:lnTo>
                    <a:pt x="198437" y="207073"/>
                  </a:lnTo>
                  <a:lnTo>
                    <a:pt x="198437" y="201358"/>
                  </a:lnTo>
                  <a:lnTo>
                    <a:pt x="153517" y="201358"/>
                  </a:lnTo>
                  <a:lnTo>
                    <a:pt x="156235" y="197167"/>
                  </a:lnTo>
                  <a:lnTo>
                    <a:pt x="156997" y="191643"/>
                  </a:lnTo>
                  <a:lnTo>
                    <a:pt x="156235" y="188023"/>
                  </a:lnTo>
                  <a:lnTo>
                    <a:pt x="154520" y="184594"/>
                  </a:lnTo>
                  <a:lnTo>
                    <a:pt x="151853" y="181356"/>
                  </a:lnTo>
                  <a:lnTo>
                    <a:pt x="145288" y="174332"/>
                  </a:lnTo>
                  <a:lnTo>
                    <a:pt x="145288" y="183642"/>
                  </a:lnTo>
                  <a:lnTo>
                    <a:pt x="144335" y="188595"/>
                  </a:lnTo>
                  <a:lnTo>
                    <a:pt x="141376" y="192976"/>
                  </a:lnTo>
                  <a:lnTo>
                    <a:pt x="136423" y="196786"/>
                  </a:lnTo>
                  <a:lnTo>
                    <a:pt x="130898" y="200596"/>
                  </a:lnTo>
                  <a:lnTo>
                    <a:pt x="130390" y="201358"/>
                  </a:lnTo>
                  <a:lnTo>
                    <a:pt x="12700" y="201358"/>
                  </a:lnTo>
                  <a:lnTo>
                    <a:pt x="12700" y="149923"/>
                  </a:lnTo>
                  <a:lnTo>
                    <a:pt x="127533" y="149923"/>
                  </a:lnTo>
                  <a:lnTo>
                    <a:pt x="127000" y="153924"/>
                  </a:lnTo>
                  <a:lnTo>
                    <a:pt x="127762" y="157543"/>
                  </a:lnTo>
                  <a:lnTo>
                    <a:pt x="129476" y="160972"/>
                  </a:lnTo>
                  <a:lnTo>
                    <a:pt x="132143" y="164211"/>
                  </a:lnTo>
                  <a:lnTo>
                    <a:pt x="139852" y="172783"/>
                  </a:lnTo>
                  <a:lnTo>
                    <a:pt x="142709" y="175641"/>
                  </a:lnTo>
                  <a:lnTo>
                    <a:pt x="144526" y="179260"/>
                  </a:lnTo>
                  <a:lnTo>
                    <a:pt x="145288" y="183642"/>
                  </a:lnTo>
                  <a:lnTo>
                    <a:pt x="145288" y="174332"/>
                  </a:lnTo>
                  <a:lnTo>
                    <a:pt x="143852" y="172783"/>
                  </a:lnTo>
                  <a:lnTo>
                    <a:pt x="140804" y="168783"/>
                  </a:lnTo>
                  <a:lnTo>
                    <a:pt x="139090" y="165252"/>
                  </a:lnTo>
                  <a:lnTo>
                    <a:pt x="138709" y="162204"/>
                  </a:lnTo>
                  <a:lnTo>
                    <a:pt x="139661" y="157060"/>
                  </a:lnTo>
                  <a:lnTo>
                    <a:pt x="142621" y="152679"/>
                  </a:lnTo>
                  <a:lnTo>
                    <a:pt x="146380" y="149923"/>
                  </a:lnTo>
                  <a:lnTo>
                    <a:pt x="198437" y="149923"/>
                  </a:lnTo>
                  <a:lnTo>
                    <a:pt x="198437" y="144208"/>
                  </a:lnTo>
                  <a:lnTo>
                    <a:pt x="153517" y="144208"/>
                  </a:lnTo>
                  <a:lnTo>
                    <a:pt x="156235" y="140017"/>
                  </a:lnTo>
                  <a:lnTo>
                    <a:pt x="156997" y="134493"/>
                  </a:lnTo>
                  <a:lnTo>
                    <a:pt x="156235" y="130873"/>
                  </a:lnTo>
                  <a:lnTo>
                    <a:pt x="154520" y="127444"/>
                  </a:lnTo>
                  <a:lnTo>
                    <a:pt x="151853" y="124206"/>
                  </a:lnTo>
                  <a:lnTo>
                    <a:pt x="145288" y="117182"/>
                  </a:lnTo>
                  <a:lnTo>
                    <a:pt x="145288" y="126492"/>
                  </a:lnTo>
                  <a:lnTo>
                    <a:pt x="144335" y="131445"/>
                  </a:lnTo>
                  <a:lnTo>
                    <a:pt x="141376" y="135826"/>
                  </a:lnTo>
                  <a:lnTo>
                    <a:pt x="136423" y="139636"/>
                  </a:lnTo>
                  <a:lnTo>
                    <a:pt x="130898" y="143446"/>
                  </a:lnTo>
                  <a:lnTo>
                    <a:pt x="130390" y="144208"/>
                  </a:lnTo>
                  <a:lnTo>
                    <a:pt x="12700" y="144208"/>
                  </a:lnTo>
                  <a:lnTo>
                    <a:pt x="12700" y="92773"/>
                  </a:lnTo>
                  <a:lnTo>
                    <a:pt x="127533" y="92773"/>
                  </a:lnTo>
                  <a:lnTo>
                    <a:pt x="127000" y="96774"/>
                  </a:lnTo>
                  <a:lnTo>
                    <a:pt x="127762" y="100393"/>
                  </a:lnTo>
                  <a:lnTo>
                    <a:pt x="129476" y="103822"/>
                  </a:lnTo>
                  <a:lnTo>
                    <a:pt x="132143" y="107061"/>
                  </a:lnTo>
                  <a:lnTo>
                    <a:pt x="139852" y="115633"/>
                  </a:lnTo>
                  <a:lnTo>
                    <a:pt x="142709" y="118491"/>
                  </a:lnTo>
                  <a:lnTo>
                    <a:pt x="144526" y="122110"/>
                  </a:lnTo>
                  <a:lnTo>
                    <a:pt x="145288" y="126492"/>
                  </a:lnTo>
                  <a:lnTo>
                    <a:pt x="145288" y="117182"/>
                  </a:lnTo>
                  <a:lnTo>
                    <a:pt x="143852" y="115633"/>
                  </a:lnTo>
                  <a:lnTo>
                    <a:pt x="140804" y="111633"/>
                  </a:lnTo>
                  <a:lnTo>
                    <a:pt x="139090" y="108102"/>
                  </a:lnTo>
                  <a:lnTo>
                    <a:pt x="138709" y="105054"/>
                  </a:lnTo>
                  <a:lnTo>
                    <a:pt x="139661" y="99910"/>
                  </a:lnTo>
                  <a:lnTo>
                    <a:pt x="142621" y="95529"/>
                  </a:lnTo>
                  <a:lnTo>
                    <a:pt x="146380" y="92773"/>
                  </a:lnTo>
                  <a:lnTo>
                    <a:pt x="198437" y="92773"/>
                  </a:lnTo>
                  <a:lnTo>
                    <a:pt x="198437" y="87058"/>
                  </a:lnTo>
                  <a:lnTo>
                    <a:pt x="153517" y="87058"/>
                  </a:lnTo>
                  <a:lnTo>
                    <a:pt x="156235" y="82867"/>
                  </a:lnTo>
                  <a:lnTo>
                    <a:pt x="156997" y="77343"/>
                  </a:lnTo>
                  <a:lnTo>
                    <a:pt x="156235" y="73723"/>
                  </a:lnTo>
                  <a:lnTo>
                    <a:pt x="154520" y="70294"/>
                  </a:lnTo>
                  <a:lnTo>
                    <a:pt x="151853" y="67056"/>
                  </a:lnTo>
                  <a:lnTo>
                    <a:pt x="143852" y="58483"/>
                  </a:lnTo>
                  <a:lnTo>
                    <a:pt x="140804" y="54483"/>
                  </a:lnTo>
                  <a:lnTo>
                    <a:pt x="139090" y="50952"/>
                  </a:lnTo>
                  <a:lnTo>
                    <a:pt x="138709" y="47904"/>
                  </a:lnTo>
                  <a:lnTo>
                    <a:pt x="139661" y="42760"/>
                  </a:lnTo>
                  <a:lnTo>
                    <a:pt x="142621" y="38379"/>
                  </a:lnTo>
                  <a:lnTo>
                    <a:pt x="147574" y="34759"/>
                  </a:lnTo>
                  <a:lnTo>
                    <a:pt x="153098" y="30568"/>
                  </a:lnTo>
                  <a:lnTo>
                    <a:pt x="156235" y="25717"/>
                  </a:lnTo>
                  <a:lnTo>
                    <a:pt x="156997" y="20193"/>
                  </a:lnTo>
                  <a:lnTo>
                    <a:pt x="156235" y="16573"/>
                  </a:lnTo>
                  <a:lnTo>
                    <a:pt x="154520" y="13144"/>
                  </a:lnTo>
                  <a:lnTo>
                    <a:pt x="151853" y="9906"/>
                  </a:lnTo>
                  <a:lnTo>
                    <a:pt x="143852" y="1333"/>
                  </a:lnTo>
                  <a:lnTo>
                    <a:pt x="139852" y="1333"/>
                  </a:lnTo>
                  <a:lnTo>
                    <a:pt x="142709" y="4191"/>
                  </a:lnTo>
                  <a:lnTo>
                    <a:pt x="144526" y="7810"/>
                  </a:lnTo>
                  <a:lnTo>
                    <a:pt x="130898" y="29146"/>
                  </a:lnTo>
                  <a:lnTo>
                    <a:pt x="127762" y="33909"/>
                  </a:lnTo>
                  <a:lnTo>
                    <a:pt x="127000" y="39624"/>
                  </a:lnTo>
                  <a:lnTo>
                    <a:pt x="127762" y="43243"/>
                  </a:lnTo>
                  <a:lnTo>
                    <a:pt x="129476" y="46672"/>
                  </a:lnTo>
                  <a:lnTo>
                    <a:pt x="132143" y="49911"/>
                  </a:lnTo>
                  <a:lnTo>
                    <a:pt x="139852" y="58483"/>
                  </a:lnTo>
                  <a:lnTo>
                    <a:pt x="142709" y="61341"/>
                  </a:lnTo>
                  <a:lnTo>
                    <a:pt x="144526" y="64960"/>
                  </a:lnTo>
                  <a:lnTo>
                    <a:pt x="130898" y="86296"/>
                  </a:lnTo>
                  <a:lnTo>
                    <a:pt x="130390" y="87058"/>
                  </a:lnTo>
                  <a:lnTo>
                    <a:pt x="0" y="87058"/>
                  </a:lnTo>
                  <a:lnTo>
                    <a:pt x="0" y="92773"/>
                  </a:lnTo>
                  <a:lnTo>
                    <a:pt x="4127" y="92773"/>
                  </a:lnTo>
                  <a:lnTo>
                    <a:pt x="4127" y="144208"/>
                  </a:lnTo>
                  <a:lnTo>
                    <a:pt x="0" y="144208"/>
                  </a:lnTo>
                  <a:lnTo>
                    <a:pt x="0" y="149923"/>
                  </a:lnTo>
                  <a:lnTo>
                    <a:pt x="4127" y="149923"/>
                  </a:lnTo>
                  <a:lnTo>
                    <a:pt x="4127" y="201358"/>
                  </a:lnTo>
                  <a:lnTo>
                    <a:pt x="0" y="201358"/>
                  </a:lnTo>
                  <a:lnTo>
                    <a:pt x="0" y="207073"/>
                  </a:lnTo>
                  <a:lnTo>
                    <a:pt x="4127" y="207073"/>
                  </a:lnTo>
                  <a:lnTo>
                    <a:pt x="4127" y="258508"/>
                  </a:lnTo>
                  <a:lnTo>
                    <a:pt x="0" y="258508"/>
                  </a:lnTo>
                  <a:lnTo>
                    <a:pt x="0" y="264223"/>
                  </a:lnTo>
                  <a:lnTo>
                    <a:pt x="4127" y="264223"/>
                  </a:lnTo>
                  <a:lnTo>
                    <a:pt x="4127" y="315658"/>
                  </a:lnTo>
                  <a:lnTo>
                    <a:pt x="0" y="315658"/>
                  </a:lnTo>
                  <a:lnTo>
                    <a:pt x="0" y="321373"/>
                  </a:lnTo>
                  <a:lnTo>
                    <a:pt x="4127" y="321373"/>
                  </a:lnTo>
                  <a:lnTo>
                    <a:pt x="12700" y="321373"/>
                  </a:lnTo>
                  <a:lnTo>
                    <a:pt x="198437" y="321373"/>
                  </a:lnTo>
                  <a:lnTo>
                    <a:pt x="198437" y="401383"/>
                  </a:lnTo>
                  <a:lnTo>
                    <a:pt x="208432" y="401383"/>
                  </a:lnTo>
                  <a:lnTo>
                    <a:pt x="208432" y="321373"/>
                  </a:lnTo>
                  <a:lnTo>
                    <a:pt x="1135811" y="321373"/>
                  </a:lnTo>
                  <a:lnTo>
                    <a:pt x="1135811" y="315658"/>
                  </a:lnTo>
                  <a:lnTo>
                    <a:pt x="208432" y="315658"/>
                  </a:lnTo>
                  <a:lnTo>
                    <a:pt x="208432" y="264223"/>
                  </a:lnTo>
                  <a:lnTo>
                    <a:pt x="1135811" y="264223"/>
                  </a:lnTo>
                  <a:lnTo>
                    <a:pt x="1135811" y="258508"/>
                  </a:lnTo>
                  <a:lnTo>
                    <a:pt x="208432" y="258508"/>
                  </a:lnTo>
                  <a:lnTo>
                    <a:pt x="208432" y="207073"/>
                  </a:lnTo>
                  <a:lnTo>
                    <a:pt x="1135811" y="207073"/>
                  </a:lnTo>
                  <a:lnTo>
                    <a:pt x="1135811" y="201358"/>
                  </a:lnTo>
                  <a:lnTo>
                    <a:pt x="208432" y="201358"/>
                  </a:lnTo>
                  <a:lnTo>
                    <a:pt x="208432" y="149923"/>
                  </a:lnTo>
                  <a:lnTo>
                    <a:pt x="1135811" y="149923"/>
                  </a:lnTo>
                  <a:lnTo>
                    <a:pt x="1135811" y="144208"/>
                  </a:lnTo>
                  <a:lnTo>
                    <a:pt x="208432" y="144208"/>
                  </a:lnTo>
                  <a:lnTo>
                    <a:pt x="208432" y="92773"/>
                  </a:lnTo>
                  <a:lnTo>
                    <a:pt x="1135811" y="92773"/>
                  </a:lnTo>
                  <a:lnTo>
                    <a:pt x="1135811" y="870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7" name="object 14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330518" y="4402137"/>
              <a:ext cx="74294" cy="116776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6494450" y="4332042"/>
              <a:ext cx="81915" cy="386080"/>
            </a:xfrm>
            <a:custGeom>
              <a:avLst/>
              <a:gdLst/>
              <a:ahLst/>
              <a:cxnLst/>
              <a:rect l="l" t="t" r="r" b="b"/>
              <a:pathLst>
                <a:path w="81915" h="386079">
                  <a:moveTo>
                    <a:pt x="29997" y="18859"/>
                  </a:moveTo>
                  <a:lnTo>
                    <a:pt x="29235" y="15240"/>
                  </a:lnTo>
                  <a:lnTo>
                    <a:pt x="27520" y="11811"/>
                  </a:lnTo>
                  <a:lnTo>
                    <a:pt x="24853" y="8572"/>
                  </a:lnTo>
                  <a:lnTo>
                    <a:pt x="16852" y="0"/>
                  </a:lnTo>
                  <a:lnTo>
                    <a:pt x="12852" y="0"/>
                  </a:lnTo>
                  <a:lnTo>
                    <a:pt x="15709" y="2857"/>
                  </a:lnTo>
                  <a:lnTo>
                    <a:pt x="17526" y="6477"/>
                  </a:lnTo>
                  <a:lnTo>
                    <a:pt x="3898" y="27813"/>
                  </a:lnTo>
                  <a:lnTo>
                    <a:pt x="762" y="32575"/>
                  </a:lnTo>
                  <a:lnTo>
                    <a:pt x="0" y="38290"/>
                  </a:lnTo>
                  <a:lnTo>
                    <a:pt x="762" y="41910"/>
                  </a:lnTo>
                  <a:lnTo>
                    <a:pt x="2476" y="45339"/>
                  </a:lnTo>
                  <a:lnTo>
                    <a:pt x="5143" y="48577"/>
                  </a:lnTo>
                  <a:lnTo>
                    <a:pt x="12852" y="57150"/>
                  </a:lnTo>
                  <a:lnTo>
                    <a:pt x="15709" y="60007"/>
                  </a:lnTo>
                  <a:lnTo>
                    <a:pt x="17526" y="63627"/>
                  </a:lnTo>
                  <a:lnTo>
                    <a:pt x="3898" y="84963"/>
                  </a:lnTo>
                  <a:lnTo>
                    <a:pt x="762" y="89725"/>
                  </a:lnTo>
                  <a:lnTo>
                    <a:pt x="0" y="95440"/>
                  </a:lnTo>
                  <a:lnTo>
                    <a:pt x="762" y="99060"/>
                  </a:lnTo>
                  <a:lnTo>
                    <a:pt x="2476" y="102489"/>
                  </a:lnTo>
                  <a:lnTo>
                    <a:pt x="5143" y="105727"/>
                  </a:lnTo>
                  <a:lnTo>
                    <a:pt x="12852" y="114300"/>
                  </a:lnTo>
                  <a:lnTo>
                    <a:pt x="15709" y="117157"/>
                  </a:lnTo>
                  <a:lnTo>
                    <a:pt x="17526" y="120777"/>
                  </a:lnTo>
                  <a:lnTo>
                    <a:pt x="3898" y="142113"/>
                  </a:lnTo>
                  <a:lnTo>
                    <a:pt x="762" y="146875"/>
                  </a:lnTo>
                  <a:lnTo>
                    <a:pt x="0" y="152590"/>
                  </a:lnTo>
                  <a:lnTo>
                    <a:pt x="762" y="156210"/>
                  </a:lnTo>
                  <a:lnTo>
                    <a:pt x="2476" y="159639"/>
                  </a:lnTo>
                  <a:lnTo>
                    <a:pt x="5143" y="162877"/>
                  </a:lnTo>
                  <a:lnTo>
                    <a:pt x="12852" y="171450"/>
                  </a:lnTo>
                  <a:lnTo>
                    <a:pt x="15709" y="174307"/>
                  </a:lnTo>
                  <a:lnTo>
                    <a:pt x="17526" y="177927"/>
                  </a:lnTo>
                  <a:lnTo>
                    <a:pt x="3898" y="199263"/>
                  </a:lnTo>
                  <a:lnTo>
                    <a:pt x="762" y="204025"/>
                  </a:lnTo>
                  <a:lnTo>
                    <a:pt x="0" y="209740"/>
                  </a:lnTo>
                  <a:lnTo>
                    <a:pt x="762" y="213360"/>
                  </a:lnTo>
                  <a:lnTo>
                    <a:pt x="2476" y="216789"/>
                  </a:lnTo>
                  <a:lnTo>
                    <a:pt x="5143" y="220027"/>
                  </a:lnTo>
                  <a:lnTo>
                    <a:pt x="12852" y="228600"/>
                  </a:lnTo>
                  <a:lnTo>
                    <a:pt x="16852" y="228600"/>
                  </a:lnTo>
                  <a:lnTo>
                    <a:pt x="13804" y="224599"/>
                  </a:lnTo>
                  <a:lnTo>
                    <a:pt x="12090" y="221068"/>
                  </a:lnTo>
                  <a:lnTo>
                    <a:pt x="11709" y="218020"/>
                  </a:lnTo>
                  <a:lnTo>
                    <a:pt x="12661" y="212877"/>
                  </a:lnTo>
                  <a:lnTo>
                    <a:pt x="15621" y="208495"/>
                  </a:lnTo>
                  <a:lnTo>
                    <a:pt x="20574" y="204876"/>
                  </a:lnTo>
                  <a:lnTo>
                    <a:pt x="26098" y="200685"/>
                  </a:lnTo>
                  <a:lnTo>
                    <a:pt x="29235" y="195834"/>
                  </a:lnTo>
                  <a:lnTo>
                    <a:pt x="29997" y="190309"/>
                  </a:lnTo>
                  <a:lnTo>
                    <a:pt x="29235" y="186690"/>
                  </a:lnTo>
                  <a:lnTo>
                    <a:pt x="27520" y="183261"/>
                  </a:lnTo>
                  <a:lnTo>
                    <a:pt x="24853" y="180022"/>
                  </a:lnTo>
                  <a:lnTo>
                    <a:pt x="16852" y="171450"/>
                  </a:lnTo>
                  <a:lnTo>
                    <a:pt x="13804" y="167449"/>
                  </a:lnTo>
                  <a:lnTo>
                    <a:pt x="12090" y="163918"/>
                  </a:lnTo>
                  <a:lnTo>
                    <a:pt x="11709" y="160870"/>
                  </a:lnTo>
                  <a:lnTo>
                    <a:pt x="12661" y="155727"/>
                  </a:lnTo>
                  <a:lnTo>
                    <a:pt x="15621" y="151345"/>
                  </a:lnTo>
                  <a:lnTo>
                    <a:pt x="20574" y="147726"/>
                  </a:lnTo>
                  <a:lnTo>
                    <a:pt x="26098" y="143535"/>
                  </a:lnTo>
                  <a:lnTo>
                    <a:pt x="29235" y="138684"/>
                  </a:lnTo>
                  <a:lnTo>
                    <a:pt x="29997" y="133159"/>
                  </a:lnTo>
                  <a:lnTo>
                    <a:pt x="29235" y="129540"/>
                  </a:lnTo>
                  <a:lnTo>
                    <a:pt x="27520" y="126111"/>
                  </a:lnTo>
                  <a:lnTo>
                    <a:pt x="24853" y="122872"/>
                  </a:lnTo>
                  <a:lnTo>
                    <a:pt x="16852" y="114300"/>
                  </a:lnTo>
                  <a:lnTo>
                    <a:pt x="13804" y="110299"/>
                  </a:lnTo>
                  <a:lnTo>
                    <a:pt x="12090" y="106768"/>
                  </a:lnTo>
                  <a:lnTo>
                    <a:pt x="11709" y="103720"/>
                  </a:lnTo>
                  <a:lnTo>
                    <a:pt x="12661" y="98577"/>
                  </a:lnTo>
                  <a:lnTo>
                    <a:pt x="15621" y="94195"/>
                  </a:lnTo>
                  <a:lnTo>
                    <a:pt x="20574" y="90576"/>
                  </a:lnTo>
                  <a:lnTo>
                    <a:pt x="26098" y="86385"/>
                  </a:lnTo>
                  <a:lnTo>
                    <a:pt x="29235" y="81534"/>
                  </a:lnTo>
                  <a:lnTo>
                    <a:pt x="29997" y="76009"/>
                  </a:lnTo>
                  <a:lnTo>
                    <a:pt x="29235" y="72390"/>
                  </a:lnTo>
                  <a:lnTo>
                    <a:pt x="27520" y="68961"/>
                  </a:lnTo>
                  <a:lnTo>
                    <a:pt x="24853" y="65722"/>
                  </a:lnTo>
                  <a:lnTo>
                    <a:pt x="16852" y="57150"/>
                  </a:lnTo>
                  <a:lnTo>
                    <a:pt x="13804" y="53149"/>
                  </a:lnTo>
                  <a:lnTo>
                    <a:pt x="12090" y="49618"/>
                  </a:lnTo>
                  <a:lnTo>
                    <a:pt x="11709" y="46570"/>
                  </a:lnTo>
                  <a:lnTo>
                    <a:pt x="12661" y="41427"/>
                  </a:lnTo>
                  <a:lnTo>
                    <a:pt x="15621" y="37045"/>
                  </a:lnTo>
                  <a:lnTo>
                    <a:pt x="20574" y="33426"/>
                  </a:lnTo>
                  <a:lnTo>
                    <a:pt x="26098" y="29235"/>
                  </a:lnTo>
                  <a:lnTo>
                    <a:pt x="29235" y="24384"/>
                  </a:lnTo>
                  <a:lnTo>
                    <a:pt x="29997" y="18859"/>
                  </a:lnTo>
                  <a:close/>
                </a:path>
                <a:path w="81915" h="386079">
                  <a:moveTo>
                    <a:pt x="81432" y="54292"/>
                  </a:moveTo>
                  <a:lnTo>
                    <a:pt x="71437" y="54292"/>
                  </a:lnTo>
                  <a:lnTo>
                    <a:pt x="71437" y="385762"/>
                  </a:lnTo>
                  <a:lnTo>
                    <a:pt x="81432" y="385762"/>
                  </a:lnTo>
                  <a:lnTo>
                    <a:pt x="81432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565887" y="4344987"/>
              <a:ext cx="74294" cy="116776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6565887" y="4232030"/>
              <a:ext cx="565785" cy="471805"/>
            </a:xfrm>
            <a:custGeom>
              <a:avLst/>
              <a:gdLst/>
              <a:ahLst/>
              <a:cxnLst/>
              <a:rect l="l" t="t" r="r" b="b"/>
              <a:pathLst>
                <a:path w="565784" h="471804">
                  <a:moveTo>
                    <a:pt x="74295" y="276885"/>
                  </a:moveTo>
                  <a:lnTo>
                    <a:pt x="74104" y="269646"/>
                  </a:lnTo>
                  <a:lnTo>
                    <a:pt x="71526" y="264414"/>
                  </a:lnTo>
                  <a:lnTo>
                    <a:pt x="66573" y="261175"/>
                  </a:lnTo>
                  <a:lnTo>
                    <a:pt x="62001" y="257556"/>
                  </a:lnTo>
                  <a:lnTo>
                    <a:pt x="55524" y="255841"/>
                  </a:lnTo>
                  <a:lnTo>
                    <a:pt x="47142" y="256032"/>
                  </a:lnTo>
                  <a:lnTo>
                    <a:pt x="39217" y="256997"/>
                  </a:lnTo>
                  <a:lnTo>
                    <a:pt x="4635" y="280098"/>
                  </a:lnTo>
                  <a:lnTo>
                    <a:pt x="0" y="294030"/>
                  </a:lnTo>
                  <a:lnTo>
                    <a:pt x="190" y="300507"/>
                  </a:lnTo>
                  <a:lnTo>
                    <a:pt x="25146" y="315468"/>
                  </a:lnTo>
                  <a:lnTo>
                    <a:pt x="33616" y="314515"/>
                  </a:lnTo>
                  <a:lnTo>
                    <a:pt x="69646" y="291465"/>
                  </a:lnTo>
                  <a:lnTo>
                    <a:pt x="72847" y="284454"/>
                  </a:lnTo>
                  <a:lnTo>
                    <a:pt x="74295" y="276885"/>
                  </a:lnTo>
                  <a:close/>
                </a:path>
                <a:path w="565784" h="471804">
                  <a:moveTo>
                    <a:pt x="193929" y="176022"/>
                  </a:moveTo>
                  <a:lnTo>
                    <a:pt x="193167" y="172402"/>
                  </a:lnTo>
                  <a:lnTo>
                    <a:pt x="191452" y="168973"/>
                  </a:lnTo>
                  <a:lnTo>
                    <a:pt x="188785" y="165735"/>
                  </a:lnTo>
                  <a:lnTo>
                    <a:pt x="180784" y="157162"/>
                  </a:lnTo>
                  <a:lnTo>
                    <a:pt x="176784" y="157162"/>
                  </a:lnTo>
                  <a:lnTo>
                    <a:pt x="179641" y="160020"/>
                  </a:lnTo>
                  <a:lnTo>
                    <a:pt x="181444" y="163639"/>
                  </a:lnTo>
                  <a:lnTo>
                    <a:pt x="167830" y="184975"/>
                  </a:lnTo>
                  <a:lnTo>
                    <a:pt x="164680" y="189738"/>
                  </a:lnTo>
                  <a:lnTo>
                    <a:pt x="163918" y="195453"/>
                  </a:lnTo>
                  <a:lnTo>
                    <a:pt x="164680" y="199072"/>
                  </a:lnTo>
                  <a:lnTo>
                    <a:pt x="166395" y="202501"/>
                  </a:lnTo>
                  <a:lnTo>
                    <a:pt x="169062" y="205740"/>
                  </a:lnTo>
                  <a:lnTo>
                    <a:pt x="176784" y="214312"/>
                  </a:lnTo>
                  <a:lnTo>
                    <a:pt x="179641" y="217170"/>
                  </a:lnTo>
                  <a:lnTo>
                    <a:pt x="181444" y="220789"/>
                  </a:lnTo>
                  <a:lnTo>
                    <a:pt x="167830" y="242125"/>
                  </a:lnTo>
                  <a:lnTo>
                    <a:pt x="164680" y="246888"/>
                  </a:lnTo>
                  <a:lnTo>
                    <a:pt x="163918" y="252603"/>
                  </a:lnTo>
                  <a:lnTo>
                    <a:pt x="164680" y="256222"/>
                  </a:lnTo>
                  <a:lnTo>
                    <a:pt x="166395" y="259651"/>
                  </a:lnTo>
                  <a:lnTo>
                    <a:pt x="169062" y="262890"/>
                  </a:lnTo>
                  <a:lnTo>
                    <a:pt x="176784" y="271462"/>
                  </a:lnTo>
                  <a:lnTo>
                    <a:pt x="179641" y="274320"/>
                  </a:lnTo>
                  <a:lnTo>
                    <a:pt x="181444" y="277939"/>
                  </a:lnTo>
                  <a:lnTo>
                    <a:pt x="167830" y="299275"/>
                  </a:lnTo>
                  <a:lnTo>
                    <a:pt x="164680" y="304038"/>
                  </a:lnTo>
                  <a:lnTo>
                    <a:pt x="163918" y="309753"/>
                  </a:lnTo>
                  <a:lnTo>
                    <a:pt x="164680" y="313372"/>
                  </a:lnTo>
                  <a:lnTo>
                    <a:pt x="166395" y="316801"/>
                  </a:lnTo>
                  <a:lnTo>
                    <a:pt x="169062" y="320040"/>
                  </a:lnTo>
                  <a:lnTo>
                    <a:pt x="176784" y="328612"/>
                  </a:lnTo>
                  <a:lnTo>
                    <a:pt x="179641" y="331470"/>
                  </a:lnTo>
                  <a:lnTo>
                    <a:pt x="181444" y="335089"/>
                  </a:lnTo>
                  <a:lnTo>
                    <a:pt x="167830" y="356425"/>
                  </a:lnTo>
                  <a:lnTo>
                    <a:pt x="164680" y="361188"/>
                  </a:lnTo>
                  <a:lnTo>
                    <a:pt x="163918" y="366903"/>
                  </a:lnTo>
                  <a:lnTo>
                    <a:pt x="164680" y="370522"/>
                  </a:lnTo>
                  <a:lnTo>
                    <a:pt x="166395" y="373951"/>
                  </a:lnTo>
                  <a:lnTo>
                    <a:pt x="169062" y="377190"/>
                  </a:lnTo>
                  <a:lnTo>
                    <a:pt x="176784" y="385762"/>
                  </a:lnTo>
                  <a:lnTo>
                    <a:pt x="179641" y="388620"/>
                  </a:lnTo>
                  <a:lnTo>
                    <a:pt x="181444" y="392239"/>
                  </a:lnTo>
                  <a:lnTo>
                    <a:pt x="167830" y="413575"/>
                  </a:lnTo>
                  <a:lnTo>
                    <a:pt x="164680" y="418338"/>
                  </a:lnTo>
                  <a:lnTo>
                    <a:pt x="163918" y="424053"/>
                  </a:lnTo>
                  <a:lnTo>
                    <a:pt x="164680" y="427672"/>
                  </a:lnTo>
                  <a:lnTo>
                    <a:pt x="166395" y="431101"/>
                  </a:lnTo>
                  <a:lnTo>
                    <a:pt x="169062" y="434340"/>
                  </a:lnTo>
                  <a:lnTo>
                    <a:pt x="176784" y="442912"/>
                  </a:lnTo>
                  <a:lnTo>
                    <a:pt x="180784" y="442912"/>
                  </a:lnTo>
                  <a:lnTo>
                    <a:pt x="177736" y="438912"/>
                  </a:lnTo>
                  <a:lnTo>
                    <a:pt x="176022" y="435381"/>
                  </a:lnTo>
                  <a:lnTo>
                    <a:pt x="175641" y="432333"/>
                  </a:lnTo>
                  <a:lnTo>
                    <a:pt x="176593" y="427189"/>
                  </a:lnTo>
                  <a:lnTo>
                    <a:pt x="179539" y="422808"/>
                  </a:lnTo>
                  <a:lnTo>
                    <a:pt x="184492" y="419188"/>
                  </a:lnTo>
                  <a:lnTo>
                    <a:pt x="190017" y="414997"/>
                  </a:lnTo>
                  <a:lnTo>
                    <a:pt x="193167" y="410146"/>
                  </a:lnTo>
                  <a:lnTo>
                    <a:pt x="193929" y="404622"/>
                  </a:lnTo>
                  <a:lnTo>
                    <a:pt x="193167" y="401002"/>
                  </a:lnTo>
                  <a:lnTo>
                    <a:pt x="191452" y="397573"/>
                  </a:lnTo>
                  <a:lnTo>
                    <a:pt x="188785" y="394335"/>
                  </a:lnTo>
                  <a:lnTo>
                    <a:pt x="180784" y="385762"/>
                  </a:lnTo>
                  <a:lnTo>
                    <a:pt x="177736" y="381762"/>
                  </a:lnTo>
                  <a:lnTo>
                    <a:pt x="176022" y="378231"/>
                  </a:lnTo>
                  <a:lnTo>
                    <a:pt x="175641" y="375183"/>
                  </a:lnTo>
                  <a:lnTo>
                    <a:pt x="176593" y="370039"/>
                  </a:lnTo>
                  <a:lnTo>
                    <a:pt x="179539" y="365658"/>
                  </a:lnTo>
                  <a:lnTo>
                    <a:pt x="184492" y="362038"/>
                  </a:lnTo>
                  <a:lnTo>
                    <a:pt x="190017" y="357847"/>
                  </a:lnTo>
                  <a:lnTo>
                    <a:pt x="193167" y="352996"/>
                  </a:lnTo>
                  <a:lnTo>
                    <a:pt x="193929" y="347472"/>
                  </a:lnTo>
                  <a:lnTo>
                    <a:pt x="193167" y="343852"/>
                  </a:lnTo>
                  <a:lnTo>
                    <a:pt x="191452" y="340423"/>
                  </a:lnTo>
                  <a:lnTo>
                    <a:pt x="188785" y="337185"/>
                  </a:lnTo>
                  <a:lnTo>
                    <a:pt x="180784" y="328612"/>
                  </a:lnTo>
                  <a:lnTo>
                    <a:pt x="177736" y="324612"/>
                  </a:lnTo>
                  <a:lnTo>
                    <a:pt x="176022" y="321081"/>
                  </a:lnTo>
                  <a:lnTo>
                    <a:pt x="175641" y="318033"/>
                  </a:lnTo>
                  <a:lnTo>
                    <a:pt x="176593" y="312889"/>
                  </a:lnTo>
                  <a:lnTo>
                    <a:pt x="179539" y="308508"/>
                  </a:lnTo>
                  <a:lnTo>
                    <a:pt x="184492" y="304888"/>
                  </a:lnTo>
                  <a:lnTo>
                    <a:pt x="190017" y="300697"/>
                  </a:lnTo>
                  <a:lnTo>
                    <a:pt x="193167" y="295846"/>
                  </a:lnTo>
                  <a:lnTo>
                    <a:pt x="193929" y="290322"/>
                  </a:lnTo>
                  <a:lnTo>
                    <a:pt x="193167" y="286702"/>
                  </a:lnTo>
                  <a:lnTo>
                    <a:pt x="191452" y="283273"/>
                  </a:lnTo>
                  <a:lnTo>
                    <a:pt x="188785" y="280035"/>
                  </a:lnTo>
                  <a:lnTo>
                    <a:pt x="180784" y="271462"/>
                  </a:lnTo>
                  <a:lnTo>
                    <a:pt x="177736" y="267462"/>
                  </a:lnTo>
                  <a:lnTo>
                    <a:pt x="176022" y="263931"/>
                  </a:lnTo>
                  <a:lnTo>
                    <a:pt x="175641" y="260883"/>
                  </a:lnTo>
                  <a:lnTo>
                    <a:pt x="176593" y="255739"/>
                  </a:lnTo>
                  <a:lnTo>
                    <a:pt x="179539" y="251358"/>
                  </a:lnTo>
                  <a:lnTo>
                    <a:pt x="184492" y="247738"/>
                  </a:lnTo>
                  <a:lnTo>
                    <a:pt x="190017" y="243547"/>
                  </a:lnTo>
                  <a:lnTo>
                    <a:pt x="193167" y="238696"/>
                  </a:lnTo>
                  <a:lnTo>
                    <a:pt x="193929" y="233172"/>
                  </a:lnTo>
                  <a:lnTo>
                    <a:pt x="193167" y="229552"/>
                  </a:lnTo>
                  <a:lnTo>
                    <a:pt x="191452" y="226123"/>
                  </a:lnTo>
                  <a:lnTo>
                    <a:pt x="188785" y="222885"/>
                  </a:lnTo>
                  <a:lnTo>
                    <a:pt x="180784" y="214312"/>
                  </a:lnTo>
                  <a:lnTo>
                    <a:pt x="177736" y="210312"/>
                  </a:lnTo>
                  <a:lnTo>
                    <a:pt x="176022" y="206781"/>
                  </a:lnTo>
                  <a:lnTo>
                    <a:pt x="175641" y="203733"/>
                  </a:lnTo>
                  <a:lnTo>
                    <a:pt x="176593" y="198589"/>
                  </a:lnTo>
                  <a:lnTo>
                    <a:pt x="179539" y="194208"/>
                  </a:lnTo>
                  <a:lnTo>
                    <a:pt x="184492" y="190588"/>
                  </a:lnTo>
                  <a:lnTo>
                    <a:pt x="190017" y="186397"/>
                  </a:lnTo>
                  <a:lnTo>
                    <a:pt x="193167" y="181546"/>
                  </a:lnTo>
                  <a:lnTo>
                    <a:pt x="193929" y="176022"/>
                  </a:lnTo>
                  <a:close/>
                </a:path>
                <a:path w="565784" h="471804">
                  <a:moveTo>
                    <a:pt x="309651" y="191160"/>
                  </a:moveTo>
                  <a:lnTo>
                    <a:pt x="309460" y="183921"/>
                  </a:lnTo>
                  <a:lnTo>
                    <a:pt x="309372" y="183743"/>
                  </a:lnTo>
                  <a:lnTo>
                    <a:pt x="309372" y="0"/>
                  </a:lnTo>
                  <a:lnTo>
                    <a:pt x="299364" y="0"/>
                  </a:lnTo>
                  <a:lnTo>
                    <a:pt x="299364" y="173418"/>
                  </a:lnTo>
                  <a:lnTo>
                    <a:pt x="297370" y="171831"/>
                  </a:lnTo>
                  <a:lnTo>
                    <a:pt x="290893" y="170116"/>
                  </a:lnTo>
                  <a:lnTo>
                    <a:pt x="282511" y="170307"/>
                  </a:lnTo>
                  <a:lnTo>
                    <a:pt x="274586" y="171272"/>
                  </a:lnTo>
                  <a:lnTo>
                    <a:pt x="240004" y="194373"/>
                  </a:lnTo>
                  <a:lnTo>
                    <a:pt x="235356" y="208305"/>
                  </a:lnTo>
                  <a:lnTo>
                    <a:pt x="235546" y="214782"/>
                  </a:lnTo>
                  <a:lnTo>
                    <a:pt x="260502" y="229743"/>
                  </a:lnTo>
                  <a:lnTo>
                    <a:pt x="268986" y="228790"/>
                  </a:lnTo>
                  <a:lnTo>
                    <a:pt x="277291" y="226529"/>
                  </a:lnTo>
                  <a:lnTo>
                    <a:pt x="285419" y="222935"/>
                  </a:lnTo>
                  <a:lnTo>
                    <a:pt x="293370" y="218020"/>
                  </a:lnTo>
                  <a:lnTo>
                    <a:pt x="299364" y="212788"/>
                  </a:lnTo>
                  <a:lnTo>
                    <a:pt x="299364" y="259143"/>
                  </a:lnTo>
                  <a:lnTo>
                    <a:pt x="297370" y="257556"/>
                  </a:lnTo>
                  <a:lnTo>
                    <a:pt x="290893" y="255841"/>
                  </a:lnTo>
                  <a:lnTo>
                    <a:pt x="282511" y="256032"/>
                  </a:lnTo>
                  <a:lnTo>
                    <a:pt x="244957" y="273837"/>
                  </a:lnTo>
                  <a:lnTo>
                    <a:pt x="235356" y="294030"/>
                  </a:lnTo>
                  <a:lnTo>
                    <a:pt x="235546" y="300507"/>
                  </a:lnTo>
                  <a:lnTo>
                    <a:pt x="260502" y="315468"/>
                  </a:lnTo>
                  <a:lnTo>
                    <a:pt x="268986" y="314515"/>
                  </a:lnTo>
                  <a:lnTo>
                    <a:pt x="277291" y="312254"/>
                  </a:lnTo>
                  <a:lnTo>
                    <a:pt x="285419" y="308660"/>
                  </a:lnTo>
                  <a:lnTo>
                    <a:pt x="293370" y="303745"/>
                  </a:lnTo>
                  <a:lnTo>
                    <a:pt x="299364" y="298513"/>
                  </a:lnTo>
                  <a:lnTo>
                    <a:pt x="299364" y="373443"/>
                  </a:lnTo>
                  <a:lnTo>
                    <a:pt x="297370" y="371856"/>
                  </a:lnTo>
                  <a:lnTo>
                    <a:pt x="290893" y="370141"/>
                  </a:lnTo>
                  <a:lnTo>
                    <a:pt x="282511" y="370332"/>
                  </a:lnTo>
                  <a:lnTo>
                    <a:pt x="244957" y="388137"/>
                  </a:lnTo>
                  <a:lnTo>
                    <a:pt x="235356" y="408330"/>
                  </a:lnTo>
                  <a:lnTo>
                    <a:pt x="235546" y="414807"/>
                  </a:lnTo>
                  <a:lnTo>
                    <a:pt x="260502" y="429768"/>
                  </a:lnTo>
                  <a:lnTo>
                    <a:pt x="268986" y="428815"/>
                  </a:lnTo>
                  <a:lnTo>
                    <a:pt x="305015" y="405765"/>
                  </a:lnTo>
                  <a:lnTo>
                    <a:pt x="309651" y="391185"/>
                  </a:lnTo>
                  <a:lnTo>
                    <a:pt x="309460" y="383946"/>
                  </a:lnTo>
                  <a:lnTo>
                    <a:pt x="309372" y="383768"/>
                  </a:lnTo>
                  <a:lnTo>
                    <a:pt x="309372" y="278371"/>
                  </a:lnTo>
                  <a:lnTo>
                    <a:pt x="309651" y="276885"/>
                  </a:lnTo>
                  <a:lnTo>
                    <a:pt x="309460" y="269646"/>
                  </a:lnTo>
                  <a:lnTo>
                    <a:pt x="309372" y="269468"/>
                  </a:lnTo>
                  <a:lnTo>
                    <a:pt x="309372" y="192646"/>
                  </a:lnTo>
                  <a:lnTo>
                    <a:pt x="309651" y="191160"/>
                  </a:lnTo>
                  <a:close/>
                </a:path>
                <a:path w="565784" h="471804">
                  <a:moveTo>
                    <a:pt x="429298" y="204597"/>
                  </a:moveTo>
                  <a:lnTo>
                    <a:pt x="428536" y="200977"/>
                  </a:lnTo>
                  <a:lnTo>
                    <a:pt x="426821" y="197548"/>
                  </a:lnTo>
                  <a:lnTo>
                    <a:pt x="424154" y="194310"/>
                  </a:lnTo>
                  <a:lnTo>
                    <a:pt x="416153" y="185737"/>
                  </a:lnTo>
                  <a:lnTo>
                    <a:pt x="412153" y="185737"/>
                  </a:lnTo>
                  <a:lnTo>
                    <a:pt x="415010" y="188595"/>
                  </a:lnTo>
                  <a:lnTo>
                    <a:pt x="416814" y="192214"/>
                  </a:lnTo>
                  <a:lnTo>
                    <a:pt x="403199" y="213550"/>
                  </a:lnTo>
                  <a:lnTo>
                    <a:pt x="400050" y="218313"/>
                  </a:lnTo>
                  <a:lnTo>
                    <a:pt x="399288" y="224028"/>
                  </a:lnTo>
                  <a:lnTo>
                    <a:pt x="400050" y="227647"/>
                  </a:lnTo>
                  <a:lnTo>
                    <a:pt x="401764" y="231076"/>
                  </a:lnTo>
                  <a:lnTo>
                    <a:pt x="404431" y="234315"/>
                  </a:lnTo>
                  <a:lnTo>
                    <a:pt x="412153" y="242887"/>
                  </a:lnTo>
                  <a:lnTo>
                    <a:pt x="415010" y="245745"/>
                  </a:lnTo>
                  <a:lnTo>
                    <a:pt x="416814" y="249364"/>
                  </a:lnTo>
                  <a:lnTo>
                    <a:pt x="403199" y="270700"/>
                  </a:lnTo>
                  <a:lnTo>
                    <a:pt x="400050" y="275463"/>
                  </a:lnTo>
                  <a:lnTo>
                    <a:pt x="399288" y="281178"/>
                  </a:lnTo>
                  <a:lnTo>
                    <a:pt x="400050" y="284797"/>
                  </a:lnTo>
                  <a:lnTo>
                    <a:pt x="401764" y="288226"/>
                  </a:lnTo>
                  <a:lnTo>
                    <a:pt x="404431" y="291465"/>
                  </a:lnTo>
                  <a:lnTo>
                    <a:pt x="412153" y="300037"/>
                  </a:lnTo>
                  <a:lnTo>
                    <a:pt x="415010" y="302895"/>
                  </a:lnTo>
                  <a:lnTo>
                    <a:pt x="416814" y="306514"/>
                  </a:lnTo>
                  <a:lnTo>
                    <a:pt x="403199" y="327850"/>
                  </a:lnTo>
                  <a:lnTo>
                    <a:pt x="400050" y="332613"/>
                  </a:lnTo>
                  <a:lnTo>
                    <a:pt x="399288" y="338328"/>
                  </a:lnTo>
                  <a:lnTo>
                    <a:pt x="400050" y="341947"/>
                  </a:lnTo>
                  <a:lnTo>
                    <a:pt x="401764" y="345376"/>
                  </a:lnTo>
                  <a:lnTo>
                    <a:pt x="404431" y="348615"/>
                  </a:lnTo>
                  <a:lnTo>
                    <a:pt x="412153" y="357187"/>
                  </a:lnTo>
                  <a:lnTo>
                    <a:pt x="415010" y="360045"/>
                  </a:lnTo>
                  <a:lnTo>
                    <a:pt x="416814" y="363664"/>
                  </a:lnTo>
                  <a:lnTo>
                    <a:pt x="403199" y="385000"/>
                  </a:lnTo>
                  <a:lnTo>
                    <a:pt x="400050" y="389763"/>
                  </a:lnTo>
                  <a:lnTo>
                    <a:pt x="399288" y="395478"/>
                  </a:lnTo>
                  <a:lnTo>
                    <a:pt x="400050" y="399097"/>
                  </a:lnTo>
                  <a:lnTo>
                    <a:pt x="401764" y="402526"/>
                  </a:lnTo>
                  <a:lnTo>
                    <a:pt x="404431" y="405765"/>
                  </a:lnTo>
                  <a:lnTo>
                    <a:pt x="412153" y="414337"/>
                  </a:lnTo>
                  <a:lnTo>
                    <a:pt x="415010" y="417195"/>
                  </a:lnTo>
                  <a:lnTo>
                    <a:pt x="416814" y="420814"/>
                  </a:lnTo>
                  <a:lnTo>
                    <a:pt x="403199" y="442150"/>
                  </a:lnTo>
                  <a:lnTo>
                    <a:pt x="400050" y="446913"/>
                  </a:lnTo>
                  <a:lnTo>
                    <a:pt x="399288" y="452628"/>
                  </a:lnTo>
                  <a:lnTo>
                    <a:pt x="400050" y="456247"/>
                  </a:lnTo>
                  <a:lnTo>
                    <a:pt x="401764" y="459676"/>
                  </a:lnTo>
                  <a:lnTo>
                    <a:pt x="404431" y="462915"/>
                  </a:lnTo>
                  <a:lnTo>
                    <a:pt x="412153" y="471487"/>
                  </a:lnTo>
                  <a:lnTo>
                    <a:pt x="416153" y="471487"/>
                  </a:lnTo>
                  <a:lnTo>
                    <a:pt x="413105" y="467487"/>
                  </a:lnTo>
                  <a:lnTo>
                    <a:pt x="411391" y="463956"/>
                  </a:lnTo>
                  <a:lnTo>
                    <a:pt x="411010" y="460908"/>
                  </a:lnTo>
                  <a:lnTo>
                    <a:pt x="411962" y="455764"/>
                  </a:lnTo>
                  <a:lnTo>
                    <a:pt x="414909" y="451383"/>
                  </a:lnTo>
                  <a:lnTo>
                    <a:pt x="419862" y="447763"/>
                  </a:lnTo>
                  <a:lnTo>
                    <a:pt x="425386" y="443572"/>
                  </a:lnTo>
                  <a:lnTo>
                    <a:pt x="428536" y="438721"/>
                  </a:lnTo>
                  <a:lnTo>
                    <a:pt x="429298" y="433197"/>
                  </a:lnTo>
                  <a:lnTo>
                    <a:pt x="428536" y="429577"/>
                  </a:lnTo>
                  <a:lnTo>
                    <a:pt x="426821" y="426148"/>
                  </a:lnTo>
                  <a:lnTo>
                    <a:pt x="424154" y="422910"/>
                  </a:lnTo>
                  <a:lnTo>
                    <a:pt x="416153" y="414337"/>
                  </a:lnTo>
                  <a:lnTo>
                    <a:pt x="413105" y="410337"/>
                  </a:lnTo>
                  <a:lnTo>
                    <a:pt x="411391" y="406806"/>
                  </a:lnTo>
                  <a:lnTo>
                    <a:pt x="411010" y="403758"/>
                  </a:lnTo>
                  <a:lnTo>
                    <a:pt x="411962" y="398614"/>
                  </a:lnTo>
                  <a:lnTo>
                    <a:pt x="414909" y="394233"/>
                  </a:lnTo>
                  <a:lnTo>
                    <a:pt x="419862" y="390613"/>
                  </a:lnTo>
                  <a:lnTo>
                    <a:pt x="425386" y="386422"/>
                  </a:lnTo>
                  <a:lnTo>
                    <a:pt x="428536" y="381571"/>
                  </a:lnTo>
                  <a:lnTo>
                    <a:pt x="429298" y="376047"/>
                  </a:lnTo>
                  <a:lnTo>
                    <a:pt x="428536" y="372427"/>
                  </a:lnTo>
                  <a:lnTo>
                    <a:pt x="426821" y="368998"/>
                  </a:lnTo>
                  <a:lnTo>
                    <a:pt x="424154" y="365760"/>
                  </a:lnTo>
                  <a:lnTo>
                    <a:pt x="416153" y="357187"/>
                  </a:lnTo>
                  <a:lnTo>
                    <a:pt x="413105" y="353187"/>
                  </a:lnTo>
                  <a:lnTo>
                    <a:pt x="411391" y="349656"/>
                  </a:lnTo>
                  <a:lnTo>
                    <a:pt x="411010" y="346608"/>
                  </a:lnTo>
                  <a:lnTo>
                    <a:pt x="411962" y="341464"/>
                  </a:lnTo>
                  <a:lnTo>
                    <a:pt x="414909" y="337083"/>
                  </a:lnTo>
                  <a:lnTo>
                    <a:pt x="419862" y="333463"/>
                  </a:lnTo>
                  <a:lnTo>
                    <a:pt x="425386" y="329272"/>
                  </a:lnTo>
                  <a:lnTo>
                    <a:pt x="428536" y="324421"/>
                  </a:lnTo>
                  <a:lnTo>
                    <a:pt x="429298" y="318897"/>
                  </a:lnTo>
                  <a:lnTo>
                    <a:pt x="428536" y="315277"/>
                  </a:lnTo>
                  <a:lnTo>
                    <a:pt x="426821" y="311848"/>
                  </a:lnTo>
                  <a:lnTo>
                    <a:pt x="424154" y="308610"/>
                  </a:lnTo>
                  <a:lnTo>
                    <a:pt x="416153" y="300037"/>
                  </a:lnTo>
                  <a:lnTo>
                    <a:pt x="413105" y="296037"/>
                  </a:lnTo>
                  <a:lnTo>
                    <a:pt x="411391" y="292506"/>
                  </a:lnTo>
                  <a:lnTo>
                    <a:pt x="411010" y="289458"/>
                  </a:lnTo>
                  <a:lnTo>
                    <a:pt x="411962" y="284314"/>
                  </a:lnTo>
                  <a:lnTo>
                    <a:pt x="414909" y="279933"/>
                  </a:lnTo>
                  <a:lnTo>
                    <a:pt x="419862" y="276313"/>
                  </a:lnTo>
                  <a:lnTo>
                    <a:pt x="425386" y="272122"/>
                  </a:lnTo>
                  <a:lnTo>
                    <a:pt x="428536" y="267271"/>
                  </a:lnTo>
                  <a:lnTo>
                    <a:pt x="429298" y="261747"/>
                  </a:lnTo>
                  <a:lnTo>
                    <a:pt x="428536" y="258127"/>
                  </a:lnTo>
                  <a:lnTo>
                    <a:pt x="426821" y="254698"/>
                  </a:lnTo>
                  <a:lnTo>
                    <a:pt x="424154" y="251460"/>
                  </a:lnTo>
                  <a:lnTo>
                    <a:pt x="416153" y="242887"/>
                  </a:lnTo>
                  <a:lnTo>
                    <a:pt x="413105" y="238887"/>
                  </a:lnTo>
                  <a:lnTo>
                    <a:pt x="411391" y="235356"/>
                  </a:lnTo>
                  <a:lnTo>
                    <a:pt x="411010" y="232308"/>
                  </a:lnTo>
                  <a:lnTo>
                    <a:pt x="411962" y="227164"/>
                  </a:lnTo>
                  <a:lnTo>
                    <a:pt x="414909" y="222783"/>
                  </a:lnTo>
                  <a:lnTo>
                    <a:pt x="419862" y="219163"/>
                  </a:lnTo>
                  <a:lnTo>
                    <a:pt x="425386" y="214972"/>
                  </a:lnTo>
                  <a:lnTo>
                    <a:pt x="428536" y="210121"/>
                  </a:lnTo>
                  <a:lnTo>
                    <a:pt x="429298" y="204597"/>
                  </a:lnTo>
                  <a:close/>
                </a:path>
                <a:path w="565784" h="471804">
                  <a:moveTo>
                    <a:pt x="565353" y="425043"/>
                  </a:moveTo>
                  <a:lnTo>
                    <a:pt x="544017" y="425043"/>
                  </a:lnTo>
                  <a:lnTo>
                    <a:pt x="545020" y="419760"/>
                  </a:lnTo>
                  <a:lnTo>
                    <a:pt x="544830" y="412521"/>
                  </a:lnTo>
                  <a:lnTo>
                    <a:pt x="544741" y="412343"/>
                  </a:lnTo>
                  <a:lnTo>
                    <a:pt x="544741" y="28575"/>
                  </a:lnTo>
                  <a:lnTo>
                    <a:pt x="534733" y="28575"/>
                  </a:lnTo>
                  <a:lnTo>
                    <a:pt x="534733" y="402018"/>
                  </a:lnTo>
                  <a:lnTo>
                    <a:pt x="532739" y="400431"/>
                  </a:lnTo>
                  <a:lnTo>
                    <a:pt x="526262" y="398716"/>
                  </a:lnTo>
                  <a:lnTo>
                    <a:pt x="487019" y="410908"/>
                  </a:lnTo>
                  <a:lnTo>
                    <a:pt x="474383" y="425043"/>
                  </a:lnTo>
                  <a:lnTo>
                    <a:pt x="454215" y="425043"/>
                  </a:lnTo>
                  <a:lnTo>
                    <a:pt x="454215" y="432193"/>
                  </a:lnTo>
                  <a:lnTo>
                    <a:pt x="471665" y="432193"/>
                  </a:lnTo>
                  <a:lnTo>
                    <a:pt x="470725" y="436905"/>
                  </a:lnTo>
                  <a:lnTo>
                    <a:pt x="495871" y="458343"/>
                  </a:lnTo>
                  <a:lnTo>
                    <a:pt x="504355" y="457390"/>
                  </a:lnTo>
                  <a:lnTo>
                    <a:pt x="540385" y="434340"/>
                  </a:lnTo>
                  <a:lnTo>
                    <a:pt x="541362" y="432193"/>
                  </a:lnTo>
                  <a:lnTo>
                    <a:pt x="565353" y="432193"/>
                  </a:lnTo>
                  <a:lnTo>
                    <a:pt x="565353" y="425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" name="object 15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036624" y="4430712"/>
              <a:ext cx="74294" cy="116776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266700" y="4377191"/>
              <a:ext cx="7014209" cy="1236345"/>
            </a:xfrm>
            <a:custGeom>
              <a:avLst/>
              <a:gdLst/>
              <a:ahLst/>
              <a:cxnLst/>
              <a:rect l="l" t="t" r="r" b="b"/>
              <a:pathLst>
                <a:path w="7014209" h="1236345">
                  <a:moveTo>
                    <a:pt x="432625" y="1230439"/>
                  </a:moveTo>
                  <a:lnTo>
                    <a:pt x="0" y="1230439"/>
                  </a:lnTo>
                  <a:lnTo>
                    <a:pt x="0" y="1236154"/>
                  </a:lnTo>
                  <a:lnTo>
                    <a:pt x="432625" y="1236154"/>
                  </a:lnTo>
                  <a:lnTo>
                    <a:pt x="432625" y="1230439"/>
                  </a:lnTo>
                  <a:close/>
                </a:path>
                <a:path w="7014209" h="1236345">
                  <a:moveTo>
                    <a:pt x="432625" y="1173289"/>
                  </a:moveTo>
                  <a:lnTo>
                    <a:pt x="0" y="1173289"/>
                  </a:lnTo>
                  <a:lnTo>
                    <a:pt x="0" y="1179004"/>
                  </a:lnTo>
                  <a:lnTo>
                    <a:pt x="432625" y="1179004"/>
                  </a:lnTo>
                  <a:lnTo>
                    <a:pt x="432625" y="1173289"/>
                  </a:lnTo>
                  <a:close/>
                </a:path>
                <a:path w="7014209" h="1236345">
                  <a:moveTo>
                    <a:pt x="432625" y="1116139"/>
                  </a:moveTo>
                  <a:lnTo>
                    <a:pt x="0" y="1116139"/>
                  </a:lnTo>
                  <a:lnTo>
                    <a:pt x="0" y="1121854"/>
                  </a:lnTo>
                  <a:lnTo>
                    <a:pt x="432625" y="1121854"/>
                  </a:lnTo>
                  <a:lnTo>
                    <a:pt x="432625" y="1116139"/>
                  </a:lnTo>
                  <a:close/>
                </a:path>
                <a:path w="7014209" h="1236345">
                  <a:moveTo>
                    <a:pt x="432625" y="1058989"/>
                  </a:moveTo>
                  <a:lnTo>
                    <a:pt x="0" y="1058989"/>
                  </a:lnTo>
                  <a:lnTo>
                    <a:pt x="0" y="1064704"/>
                  </a:lnTo>
                  <a:lnTo>
                    <a:pt x="432625" y="1064704"/>
                  </a:lnTo>
                  <a:lnTo>
                    <a:pt x="432625" y="1058989"/>
                  </a:lnTo>
                  <a:close/>
                </a:path>
                <a:path w="7014209" h="1236345">
                  <a:moveTo>
                    <a:pt x="432625" y="1001839"/>
                  </a:moveTo>
                  <a:lnTo>
                    <a:pt x="0" y="1001839"/>
                  </a:lnTo>
                  <a:lnTo>
                    <a:pt x="0" y="1007554"/>
                  </a:lnTo>
                  <a:lnTo>
                    <a:pt x="432625" y="1007554"/>
                  </a:lnTo>
                  <a:lnTo>
                    <a:pt x="432625" y="1001839"/>
                  </a:lnTo>
                  <a:close/>
                </a:path>
                <a:path w="7014209" h="1236345">
                  <a:moveTo>
                    <a:pt x="7013892" y="0"/>
                  </a:moveTo>
                  <a:lnTo>
                    <a:pt x="7005320" y="0"/>
                  </a:lnTo>
                  <a:lnTo>
                    <a:pt x="7005320" y="232029"/>
                  </a:lnTo>
                  <a:lnTo>
                    <a:pt x="7013892" y="232029"/>
                  </a:lnTo>
                  <a:lnTo>
                    <a:pt x="7013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3" name="object 15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07975" y="5379021"/>
              <a:ext cx="158876" cy="182879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24002" y="5350446"/>
              <a:ext cx="159448" cy="267461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699325" y="5293305"/>
              <a:ext cx="786765" cy="600075"/>
            </a:xfrm>
            <a:custGeom>
              <a:avLst/>
              <a:gdLst/>
              <a:ahLst/>
              <a:cxnLst/>
              <a:rect l="l" t="t" r="r" b="b"/>
              <a:pathLst>
                <a:path w="786765" h="600075">
                  <a:moveTo>
                    <a:pt x="194424" y="456336"/>
                  </a:moveTo>
                  <a:lnTo>
                    <a:pt x="193675" y="449859"/>
                  </a:lnTo>
                  <a:lnTo>
                    <a:pt x="190042" y="446341"/>
                  </a:lnTo>
                  <a:lnTo>
                    <a:pt x="183565" y="445770"/>
                  </a:lnTo>
                  <a:lnTo>
                    <a:pt x="176898" y="446341"/>
                  </a:lnTo>
                  <a:lnTo>
                    <a:pt x="173278" y="449859"/>
                  </a:lnTo>
                  <a:lnTo>
                    <a:pt x="172707" y="456336"/>
                  </a:lnTo>
                  <a:lnTo>
                    <a:pt x="173278" y="462813"/>
                  </a:lnTo>
                  <a:lnTo>
                    <a:pt x="176898" y="466534"/>
                  </a:lnTo>
                  <a:lnTo>
                    <a:pt x="183565" y="467487"/>
                  </a:lnTo>
                  <a:lnTo>
                    <a:pt x="190042" y="466534"/>
                  </a:lnTo>
                  <a:lnTo>
                    <a:pt x="193675" y="462813"/>
                  </a:lnTo>
                  <a:lnTo>
                    <a:pt x="194424" y="456336"/>
                  </a:lnTo>
                  <a:close/>
                </a:path>
                <a:path w="786765" h="600075">
                  <a:moveTo>
                    <a:pt x="194424" y="227736"/>
                  </a:moveTo>
                  <a:lnTo>
                    <a:pt x="193675" y="221259"/>
                  </a:lnTo>
                  <a:lnTo>
                    <a:pt x="190042" y="217741"/>
                  </a:lnTo>
                  <a:lnTo>
                    <a:pt x="183565" y="217170"/>
                  </a:lnTo>
                  <a:lnTo>
                    <a:pt x="176898" y="217741"/>
                  </a:lnTo>
                  <a:lnTo>
                    <a:pt x="173278" y="221259"/>
                  </a:lnTo>
                  <a:lnTo>
                    <a:pt x="172707" y="227736"/>
                  </a:lnTo>
                  <a:lnTo>
                    <a:pt x="173278" y="234213"/>
                  </a:lnTo>
                  <a:lnTo>
                    <a:pt x="176898" y="237934"/>
                  </a:lnTo>
                  <a:lnTo>
                    <a:pt x="183565" y="238887"/>
                  </a:lnTo>
                  <a:lnTo>
                    <a:pt x="190042" y="237934"/>
                  </a:lnTo>
                  <a:lnTo>
                    <a:pt x="193675" y="234213"/>
                  </a:lnTo>
                  <a:lnTo>
                    <a:pt x="194424" y="227736"/>
                  </a:lnTo>
                  <a:close/>
                </a:path>
                <a:path w="786765" h="600075">
                  <a:moveTo>
                    <a:pt x="786142" y="200025"/>
                  </a:moveTo>
                  <a:lnTo>
                    <a:pt x="150710" y="200025"/>
                  </a:lnTo>
                  <a:lnTo>
                    <a:pt x="150710" y="211162"/>
                  </a:lnTo>
                  <a:lnTo>
                    <a:pt x="150710" y="214782"/>
                  </a:lnTo>
                  <a:lnTo>
                    <a:pt x="118135" y="244030"/>
                  </a:lnTo>
                  <a:lnTo>
                    <a:pt x="101854" y="249643"/>
                  </a:lnTo>
                  <a:lnTo>
                    <a:pt x="97853" y="249453"/>
                  </a:lnTo>
                  <a:lnTo>
                    <a:pt x="95859" y="249275"/>
                  </a:lnTo>
                  <a:lnTo>
                    <a:pt x="95859" y="257175"/>
                  </a:lnTo>
                  <a:lnTo>
                    <a:pt x="94132" y="257175"/>
                  </a:lnTo>
                  <a:lnTo>
                    <a:pt x="94132" y="256222"/>
                  </a:lnTo>
                  <a:lnTo>
                    <a:pt x="95859" y="257175"/>
                  </a:lnTo>
                  <a:lnTo>
                    <a:pt x="95859" y="249275"/>
                  </a:lnTo>
                  <a:lnTo>
                    <a:pt x="94132" y="249110"/>
                  </a:lnTo>
                  <a:lnTo>
                    <a:pt x="94132" y="240030"/>
                  </a:lnTo>
                  <a:lnTo>
                    <a:pt x="93154" y="240030"/>
                  </a:lnTo>
                  <a:lnTo>
                    <a:pt x="125564" y="212026"/>
                  </a:lnTo>
                  <a:lnTo>
                    <a:pt x="139852" y="206590"/>
                  </a:lnTo>
                  <a:lnTo>
                    <a:pt x="145567" y="207162"/>
                  </a:lnTo>
                  <a:lnTo>
                    <a:pt x="148424" y="207543"/>
                  </a:lnTo>
                  <a:lnTo>
                    <a:pt x="150139" y="208876"/>
                  </a:lnTo>
                  <a:lnTo>
                    <a:pt x="150710" y="211162"/>
                  </a:lnTo>
                  <a:lnTo>
                    <a:pt x="150710" y="200025"/>
                  </a:lnTo>
                  <a:lnTo>
                    <a:pt x="148031" y="200025"/>
                  </a:lnTo>
                  <a:lnTo>
                    <a:pt x="144424" y="198018"/>
                  </a:lnTo>
                  <a:lnTo>
                    <a:pt x="138607" y="196875"/>
                  </a:lnTo>
                  <a:lnTo>
                    <a:pt x="132143" y="197446"/>
                  </a:lnTo>
                  <a:lnTo>
                    <a:pt x="123952" y="198361"/>
                  </a:lnTo>
                  <a:lnTo>
                    <a:pt x="117805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05321" y="205740"/>
                  </a:lnTo>
                  <a:lnTo>
                    <a:pt x="100711" y="208597"/>
                  </a:lnTo>
                  <a:lnTo>
                    <a:pt x="83464" y="243078"/>
                  </a:lnTo>
                  <a:lnTo>
                    <a:pt x="84137" y="244703"/>
                  </a:lnTo>
                  <a:lnTo>
                    <a:pt x="84137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84137" y="262890"/>
                  </a:lnTo>
                  <a:lnTo>
                    <a:pt x="84137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84137" y="320040"/>
                  </a:lnTo>
                  <a:lnTo>
                    <a:pt x="84137" y="367893"/>
                  </a:lnTo>
                  <a:lnTo>
                    <a:pt x="67614" y="367893"/>
                  </a:lnTo>
                  <a:lnTo>
                    <a:pt x="67614" y="375043"/>
                  </a:lnTo>
                  <a:lnTo>
                    <a:pt x="84137" y="375043"/>
                  </a:lnTo>
                  <a:lnTo>
                    <a:pt x="84137" y="425043"/>
                  </a:lnTo>
                  <a:lnTo>
                    <a:pt x="67614" y="425043"/>
                  </a:lnTo>
                  <a:lnTo>
                    <a:pt x="67614" y="432193"/>
                  </a:lnTo>
                  <a:lnTo>
                    <a:pt x="84137" y="432193"/>
                  </a:lnTo>
                  <a:lnTo>
                    <a:pt x="84137" y="436918"/>
                  </a:lnTo>
                  <a:lnTo>
                    <a:pt x="83464" y="443103"/>
                  </a:lnTo>
                  <a:lnTo>
                    <a:pt x="84137" y="444728"/>
                  </a:lnTo>
                  <a:lnTo>
                    <a:pt x="84137" y="600075"/>
                  </a:lnTo>
                  <a:lnTo>
                    <a:pt x="94132" y="600075"/>
                  </a:lnTo>
                  <a:lnTo>
                    <a:pt x="94132" y="456247"/>
                  </a:lnTo>
                  <a:lnTo>
                    <a:pt x="98425" y="458622"/>
                  </a:lnTo>
                  <a:lnTo>
                    <a:pt x="104140" y="459765"/>
                  </a:lnTo>
                  <a:lnTo>
                    <a:pt x="110426" y="459193"/>
                  </a:lnTo>
                  <a:lnTo>
                    <a:pt x="118491" y="458292"/>
                  </a:lnTo>
                  <a:lnTo>
                    <a:pt x="126428" y="456120"/>
                  </a:lnTo>
                  <a:lnTo>
                    <a:pt x="134213" y="452716"/>
                  </a:lnTo>
                  <a:lnTo>
                    <a:pt x="139192" y="449668"/>
                  </a:lnTo>
                  <a:lnTo>
                    <a:pt x="141859" y="448056"/>
                  </a:lnTo>
                  <a:lnTo>
                    <a:pt x="148564" y="442480"/>
                  </a:lnTo>
                  <a:lnTo>
                    <a:pt x="153568" y="436333"/>
                  </a:lnTo>
                  <a:lnTo>
                    <a:pt x="155587" y="432193"/>
                  </a:lnTo>
                  <a:lnTo>
                    <a:pt x="178752" y="432193"/>
                  </a:lnTo>
                  <a:lnTo>
                    <a:pt x="178752" y="425043"/>
                  </a:lnTo>
                  <a:lnTo>
                    <a:pt x="157835" y="425043"/>
                  </a:lnTo>
                  <a:lnTo>
                    <a:pt x="158432" y="422338"/>
                  </a:lnTo>
                  <a:lnTo>
                    <a:pt x="159181" y="413575"/>
                  </a:lnTo>
                  <a:lnTo>
                    <a:pt x="156311" y="406615"/>
                  </a:lnTo>
                  <a:lnTo>
                    <a:pt x="156235" y="406425"/>
                  </a:lnTo>
                  <a:lnTo>
                    <a:pt x="150710" y="401853"/>
                  </a:lnTo>
                  <a:lnTo>
                    <a:pt x="150710" y="411187"/>
                  </a:lnTo>
                  <a:lnTo>
                    <a:pt x="150710" y="414807"/>
                  </a:lnTo>
                  <a:lnTo>
                    <a:pt x="148717" y="418998"/>
                  </a:lnTo>
                  <a:lnTo>
                    <a:pt x="144716" y="423760"/>
                  </a:lnTo>
                  <a:lnTo>
                    <a:pt x="143230" y="425043"/>
                  </a:lnTo>
                  <a:lnTo>
                    <a:pt x="134988" y="425043"/>
                  </a:lnTo>
                  <a:lnTo>
                    <a:pt x="134988" y="432193"/>
                  </a:lnTo>
                  <a:lnTo>
                    <a:pt x="101854" y="449668"/>
                  </a:lnTo>
                  <a:lnTo>
                    <a:pt x="97853" y="449478"/>
                  </a:lnTo>
                  <a:lnTo>
                    <a:pt x="94132" y="449135"/>
                  </a:lnTo>
                  <a:lnTo>
                    <a:pt x="94132" y="437934"/>
                  </a:lnTo>
                  <a:lnTo>
                    <a:pt x="96418" y="434047"/>
                  </a:lnTo>
                  <a:lnTo>
                    <a:pt x="98120" y="432193"/>
                  </a:lnTo>
                  <a:lnTo>
                    <a:pt x="134988" y="432193"/>
                  </a:lnTo>
                  <a:lnTo>
                    <a:pt x="134988" y="425043"/>
                  </a:lnTo>
                  <a:lnTo>
                    <a:pt x="105816" y="425043"/>
                  </a:lnTo>
                  <a:lnTo>
                    <a:pt x="112318" y="419760"/>
                  </a:lnTo>
                  <a:lnTo>
                    <a:pt x="118135" y="416052"/>
                  </a:lnTo>
                  <a:lnTo>
                    <a:pt x="125564" y="412051"/>
                  </a:lnTo>
                  <a:lnTo>
                    <a:pt x="133184" y="408241"/>
                  </a:lnTo>
                  <a:lnTo>
                    <a:pt x="139852" y="406615"/>
                  </a:lnTo>
                  <a:lnTo>
                    <a:pt x="145567" y="407187"/>
                  </a:lnTo>
                  <a:lnTo>
                    <a:pt x="148424" y="407568"/>
                  </a:lnTo>
                  <a:lnTo>
                    <a:pt x="150139" y="408901"/>
                  </a:lnTo>
                  <a:lnTo>
                    <a:pt x="150710" y="411187"/>
                  </a:lnTo>
                  <a:lnTo>
                    <a:pt x="150710" y="401853"/>
                  </a:lnTo>
                  <a:lnTo>
                    <a:pt x="149567" y="400900"/>
                  </a:lnTo>
                  <a:lnTo>
                    <a:pt x="144424" y="398043"/>
                  </a:lnTo>
                  <a:lnTo>
                    <a:pt x="138607" y="396900"/>
                  </a:lnTo>
                  <a:lnTo>
                    <a:pt x="132143" y="397471"/>
                  </a:lnTo>
                  <a:lnTo>
                    <a:pt x="94132" y="414083"/>
                  </a:lnTo>
                  <a:lnTo>
                    <a:pt x="94132" y="375043"/>
                  </a:lnTo>
                  <a:lnTo>
                    <a:pt x="178752" y="375043"/>
                  </a:lnTo>
                  <a:lnTo>
                    <a:pt x="178752" y="367893"/>
                  </a:lnTo>
                  <a:lnTo>
                    <a:pt x="94132" y="367893"/>
                  </a:lnTo>
                  <a:lnTo>
                    <a:pt x="94132" y="320040"/>
                  </a:lnTo>
                  <a:lnTo>
                    <a:pt x="786142" y="320040"/>
                  </a:lnTo>
                  <a:lnTo>
                    <a:pt x="786142" y="314325"/>
                  </a:lnTo>
                  <a:lnTo>
                    <a:pt x="94132" y="314325"/>
                  </a:lnTo>
                  <a:lnTo>
                    <a:pt x="94132" y="262890"/>
                  </a:lnTo>
                  <a:lnTo>
                    <a:pt x="786142" y="262890"/>
                  </a:lnTo>
                  <a:lnTo>
                    <a:pt x="786142" y="257175"/>
                  </a:lnTo>
                  <a:lnTo>
                    <a:pt x="122478" y="257175"/>
                  </a:lnTo>
                  <a:lnTo>
                    <a:pt x="126428" y="256095"/>
                  </a:lnTo>
                  <a:lnTo>
                    <a:pt x="134213" y="252691"/>
                  </a:lnTo>
                  <a:lnTo>
                    <a:pt x="139192" y="249643"/>
                  </a:lnTo>
                  <a:lnTo>
                    <a:pt x="141859" y="248031"/>
                  </a:lnTo>
                  <a:lnTo>
                    <a:pt x="159181" y="213550"/>
                  </a:lnTo>
                  <a:lnTo>
                    <a:pt x="156311" y="206590"/>
                  </a:lnTo>
                  <a:lnTo>
                    <a:pt x="156235" y="206400"/>
                  </a:lnTo>
                  <a:lnTo>
                    <a:pt x="155435" y="205740"/>
                  </a:lnTo>
                  <a:lnTo>
                    <a:pt x="786142" y="205740"/>
                  </a:lnTo>
                  <a:lnTo>
                    <a:pt x="786142" y="200025"/>
                  </a:lnTo>
                  <a:close/>
                </a:path>
                <a:path w="786765" h="600075">
                  <a:moveTo>
                    <a:pt x="786142" y="85725"/>
                  </a:moveTo>
                  <a:lnTo>
                    <a:pt x="120396" y="85725"/>
                  </a:lnTo>
                  <a:lnTo>
                    <a:pt x="122351" y="77038"/>
                  </a:lnTo>
                  <a:lnTo>
                    <a:pt x="126987" y="66713"/>
                  </a:lnTo>
                  <a:lnTo>
                    <a:pt x="134061" y="55892"/>
                  </a:lnTo>
                  <a:lnTo>
                    <a:pt x="143573" y="44577"/>
                  </a:lnTo>
                  <a:lnTo>
                    <a:pt x="106705" y="0"/>
                  </a:lnTo>
                  <a:lnTo>
                    <a:pt x="96989" y="0"/>
                  </a:lnTo>
                  <a:lnTo>
                    <a:pt x="101574" y="5727"/>
                  </a:lnTo>
                  <a:lnTo>
                    <a:pt x="105346" y="11785"/>
                  </a:lnTo>
                  <a:lnTo>
                    <a:pt x="108292" y="18161"/>
                  </a:lnTo>
                  <a:lnTo>
                    <a:pt x="110426" y="24853"/>
                  </a:lnTo>
                  <a:lnTo>
                    <a:pt x="110490" y="31470"/>
                  </a:lnTo>
                  <a:lnTo>
                    <a:pt x="109562" y="37858"/>
                  </a:lnTo>
                  <a:lnTo>
                    <a:pt x="87845" y="70294"/>
                  </a:lnTo>
                  <a:lnTo>
                    <a:pt x="99695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104089" y="91440"/>
                  </a:lnTo>
                  <a:lnTo>
                    <a:pt x="123850" y="117157"/>
                  </a:lnTo>
                  <a:lnTo>
                    <a:pt x="123850" y="117729"/>
                  </a:lnTo>
                  <a:lnTo>
                    <a:pt x="117182" y="114109"/>
                  </a:lnTo>
                  <a:lnTo>
                    <a:pt x="111277" y="112293"/>
                  </a:lnTo>
                  <a:lnTo>
                    <a:pt x="106133" y="112293"/>
                  </a:lnTo>
                  <a:lnTo>
                    <a:pt x="97256" y="113639"/>
                  </a:lnTo>
                  <a:lnTo>
                    <a:pt x="90627" y="117373"/>
                  </a:lnTo>
                  <a:lnTo>
                    <a:pt x="86258" y="123494"/>
                  </a:lnTo>
                  <a:lnTo>
                    <a:pt x="84137" y="132016"/>
                  </a:lnTo>
                  <a:lnTo>
                    <a:pt x="85369" y="138518"/>
                  </a:lnTo>
                  <a:lnTo>
                    <a:pt x="86982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89966" y="148590"/>
                  </a:lnTo>
                  <a:lnTo>
                    <a:pt x="90932" y="150228"/>
                  </a:lnTo>
                  <a:lnTo>
                    <a:pt x="95275" y="155448"/>
                  </a:lnTo>
                  <a:lnTo>
                    <a:pt x="115849" y="173443"/>
                  </a:lnTo>
                  <a:lnTo>
                    <a:pt x="118999" y="168871"/>
                  </a:lnTo>
                  <a:lnTo>
                    <a:pt x="115379" y="166014"/>
                  </a:lnTo>
                  <a:lnTo>
                    <a:pt x="112141" y="161544"/>
                  </a:lnTo>
                  <a:lnTo>
                    <a:pt x="109283" y="155448"/>
                  </a:lnTo>
                  <a:lnTo>
                    <a:pt x="106235" y="149352"/>
                  </a:lnTo>
                  <a:lnTo>
                    <a:pt x="106286" y="148590"/>
                  </a:lnTo>
                  <a:lnTo>
                    <a:pt x="786142" y="148590"/>
                  </a:lnTo>
                  <a:lnTo>
                    <a:pt x="786142" y="142875"/>
                  </a:lnTo>
                  <a:lnTo>
                    <a:pt x="106692" y="142875"/>
                  </a:lnTo>
                  <a:lnTo>
                    <a:pt x="110705" y="135724"/>
                  </a:lnTo>
                  <a:lnTo>
                    <a:pt x="113944" y="130962"/>
                  </a:lnTo>
                  <a:lnTo>
                    <a:pt x="118033" y="128676"/>
                  </a:lnTo>
                  <a:lnTo>
                    <a:pt x="122999" y="128866"/>
                  </a:lnTo>
                  <a:lnTo>
                    <a:pt x="128143" y="129247"/>
                  </a:lnTo>
                  <a:lnTo>
                    <a:pt x="133464" y="130962"/>
                  </a:lnTo>
                  <a:lnTo>
                    <a:pt x="139001" y="134010"/>
                  </a:lnTo>
                  <a:lnTo>
                    <a:pt x="142430" y="129438"/>
                  </a:lnTo>
                  <a:lnTo>
                    <a:pt x="127571" y="109728"/>
                  </a:lnTo>
                  <a:lnTo>
                    <a:pt x="122809" y="102489"/>
                  </a:lnTo>
                  <a:lnTo>
                    <a:pt x="120319" y="94869"/>
                  </a:lnTo>
                  <a:lnTo>
                    <a:pt x="120243" y="91440"/>
                  </a:lnTo>
                  <a:lnTo>
                    <a:pt x="786142" y="91440"/>
                  </a:lnTo>
                  <a:lnTo>
                    <a:pt x="786142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018831" y="5207571"/>
              <a:ext cx="74294" cy="258317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254200" y="5207571"/>
              <a:ext cx="74294" cy="258317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1485468" y="4374905"/>
              <a:ext cx="786765" cy="1405890"/>
            </a:xfrm>
            <a:custGeom>
              <a:avLst/>
              <a:gdLst/>
              <a:ahLst/>
              <a:cxnLst/>
              <a:rect l="l" t="t" r="r" b="b"/>
              <a:pathLst>
                <a:path w="786764" h="1405889">
                  <a:moveTo>
                    <a:pt x="786155" y="1004125"/>
                  </a:moveTo>
                  <a:lnTo>
                    <a:pt x="329514" y="1004125"/>
                  </a:lnTo>
                  <a:lnTo>
                    <a:pt x="329514" y="986980"/>
                  </a:lnTo>
                  <a:lnTo>
                    <a:pt x="319506" y="986980"/>
                  </a:lnTo>
                  <a:lnTo>
                    <a:pt x="319506" y="1232725"/>
                  </a:lnTo>
                  <a:lnTo>
                    <a:pt x="158153" y="1232725"/>
                  </a:lnTo>
                  <a:lnTo>
                    <a:pt x="158153" y="1181290"/>
                  </a:lnTo>
                  <a:lnTo>
                    <a:pt x="319506" y="1181290"/>
                  </a:lnTo>
                  <a:lnTo>
                    <a:pt x="319506" y="1175575"/>
                  </a:lnTo>
                  <a:lnTo>
                    <a:pt x="158153" y="1175575"/>
                  </a:lnTo>
                  <a:lnTo>
                    <a:pt x="158153" y="1168184"/>
                  </a:lnTo>
                  <a:lnTo>
                    <a:pt x="158432" y="1166710"/>
                  </a:lnTo>
                  <a:lnTo>
                    <a:pt x="158242" y="1159471"/>
                  </a:lnTo>
                  <a:lnTo>
                    <a:pt x="158153" y="1159294"/>
                  </a:lnTo>
                  <a:lnTo>
                    <a:pt x="158153" y="1124140"/>
                  </a:lnTo>
                  <a:lnTo>
                    <a:pt x="319506" y="1124140"/>
                  </a:lnTo>
                  <a:lnTo>
                    <a:pt x="319506" y="1118425"/>
                  </a:lnTo>
                  <a:lnTo>
                    <a:pt x="158153" y="1118425"/>
                  </a:lnTo>
                  <a:lnTo>
                    <a:pt x="158153" y="1066990"/>
                  </a:lnTo>
                  <a:lnTo>
                    <a:pt x="319506" y="1066990"/>
                  </a:lnTo>
                  <a:lnTo>
                    <a:pt x="319506" y="1061275"/>
                  </a:lnTo>
                  <a:lnTo>
                    <a:pt x="158153" y="1061275"/>
                  </a:lnTo>
                  <a:lnTo>
                    <a:pt x="158153" y="1009840"/>
                  </a:lnTo>
                  <a:lnTo>
                    <a:pt x="319506" y="1009840"/>
                  </a:lnTo>
                  <a:lnTo>
                    <a:pt x="319506" y="1004125"/>
                  </a:lnTo>
                  <a:lnTo>
                    <a:pt x="158153" y="1004125"/>
                  </a:lnTo>
                  <a:lnTo>
                    <a:pt x="158153" y="975550"/>
                  </a:lnTo>
                  <a:lnTo>
                    <a:pt x="148145" y="975550"/>
                  </a:lnTo>
                  <a:lnTo>
                    <a:pt x="148145" y="1232725"/>
                  </a:lnTo>
                  <a:lnTo>
                    <a:pt x="12700" y="1232725"/>
                  </a:lnTo>
                  <a:lnTo>
                    <a:pt x="12700" y="1181290"/>
                  </a:lnTo>
                  <a:lnTo>
                    <a:pt x="84645" y="1181290"/>
                  </a:lnTo>
                  <a:lnTo>
                    <a:pt x="84137" y="1183855"/>
                  </a:lnTo>
                  <a:lnTo>
                    <a:pt x="84328" y="1190332"/>
                  </a:lnTo>
                  <a:lnTo>
                    <a:pt x="109283" y="1205293"/>
                  </a:lnTo>
                  <a:lnTo>
                    <a:pt x="117767" y="1204341"/>
                  </a:lnTo>
                  <a:lnTo>
                    <a:pt x="126072" y="1202080"/>
                  </a:lnTo>
                  <a:lnTo>
                    <a:pt x="134200" y="1198486"/>
                  </a:lnTo>
                  <a:lnTo>
                    <a:pt x="142151" y="1193571"/>
                  </a:lnTo>
                  <a:lnTo>
                    <a:pt x="148145" y="1188339"/>
                  </a:lnTo>
                  <a:lnTo>
                    <a:pt x="148145" y="1148969"/>
                  </a:lnTo>
                  <a:lnTo>
                    <a:pt x="146151" y="1147381"/>
                  </a:lnTo>
                  <a:lnTo>
                    <a:pt x="139674" y="1145667"/>
                  </a:lnTo>
                  <a:lnTo>
                    <a:pt x="131292" y="1145857"/>
                  </a:lnTo>
                  <a:lnTo>
                    <a:pt x="93726" y="1163662"/>
                  </a:lnTo>
                  <a:lnTo>
                    <a:pt x="86093" y="1175575"/>
                  </a:lnTo>
                  <a:lnTo>
                    <a:pt x="12700" y="1175575"/>
                  </a:lnTo>
                  <a:lnTo>
                    <a:pt x="12700" y="1124140"/>
                  </a:lnTo>
                  <a:lnTo>
                    <a:pt x="148145" y="1124140"/>
                  </a:lnTo>
                  <a:lnTo>
                    <a:pt x="148145" y="1118425"/>
                  </a:lnTo>
                  <a:lnTo>
                    <a:pt x="12700" y="1118425"/>
                  </a:lnTo>
                  <a:lnTo>
                    <a:pt x="12700" y="1066990"/>
                  </a:lnTo>
                  <a:lnTo>
                    <a:pt x="148145" y="1066990"/>
                  </a:lnTo>
                  <a:lnTo>
                    <a:pt x="148145" y="1061275"/>
                  </a:lnTo>
                  <a:lnTo>
                    <a:pt x="12700" y="1061275"/>
                  </a:lnTo>
                  <a:lnTo>
                    <a:pt x="12700" y="1009840"/>
                  </a:lnTo>
                  <a:lnTo>
                    <a:pt x="148145" y="1009840"/>
                  </a:lnTo>
                  <a:lnTo>
                    <a:pt x="148145" y="1004125"/>
                  </a:lnTo>
                  <a:lnTo>
                    <a:pt x="12700" y="100412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04125"/>
                  </a:lnTo>
                  <a:lnTo>
                    <a:pt x="0" y="1004125"/>
                  </a:lnTo>
                  <a:lnTo>
                    <a:pt x="0" y="1009840"/>
                  </a:lnTo>
                  <a:lnTo>
                    <a:pt x="4127" y="1009840"/>
                  </a:lnTo>
                  <a:lnTo>
                    <a:pt x="4127" y="1061275"/>
                  </a:lnTo>
                  <a:lnTo>
                    <a:pt x="0" y="1061275"/>
                  </a:lnTo>
                  <a:lnTo>
                    <a:pt x="0" y="1066990"/>
                  </a:lnTo>
                  <a:lnTo>
                    <a:pt x="4127" y="1066990"/>
                  </a:lnTo>
                  <a:lnTo>
                    <a:pt x="4127" y="1118425"/>
                  </a:lnTo>
                  <a:lnTo>
                    <a:pt x="0" y="1118425"/>
                  </a:lnTo>
                  <a:lnTo>
                    <a:pt x="0" y="1124140"/>
                  </a:lnTo>
                  <a:lnTo>
                    <a:pt x="4127" y="1124140"/>
                  </a:lnTo>
                  <a:lnTo>
                    <a:pt x="4127" y="1175575"/>
                  </a:lnTo>
                  <a:lnTo>
                    <a:pt x="0" y="1175575"/>
                  </a:lnTo>
                  <a:lnTo>
                    <a:pt x="0" y="1181290"/>
                  </a:lnTo>
                  <a:lnTo>
                    <a:pt x="4127" y="1181290"/>
                  </a:lnTo>
                  <a:lnTo>
                    <a:pt x="4127" y="1232725"/>
                  </a:lnTo>
                  <a:lnTo>
                    <a:pt x="0" y="1232725"/>
                  </a:lnTo>
                  <a:lnTo>
                    <a:pt x="0" y="1238440"/>
                  </a:lnTo>
                  <a:lnTo>
                    <a:pt x="4127" y="1238440"/>
                  </a:lnTo>
                  <a:lnTo>
                    <a:pt x="12700" y="1238440"/>
                  </a:lnTo>
                  <a:lnTo>
                    <a:pt x="148145" y="1238440"/>
                  </a:lnTo>
                  <a:lnTo>
                    <a:pt x="148145" y="1286294"/>
                  </a:lnTo>
                  <a:lnTo>
                    <a:pt x="67614" y="1286294"/>
                  </a:lnTo>
                  <a:lnTo>
                    <a:pt x="67614" y="1293444"/>
                  </a:lnTo>
                  <a:lnTo>
                    <a:pt x="148145" y="1293444"/>
                  </a:lnTo>
                  <a:lnTo>
                    <a:pt x="148145" y="1343444"/>
                  </a:lnTo>
                  <a:lnTo>
                    <a:pt x="67614" y="1343444"/>
                  </a:lnTo>
                  <a:lnTo>
                    <a:pt x="67614" y="1350594"/>
                  </a:lnTo>
                  <a:lnTo>
                    <a:pt x="112585" y="1350594"/>
                  </a:lnTo>
                  <a:lnTo>
                    <a:pt x="107924" y="1352842"/>
                  </a:lnTo>
                  <a:lnTo>
                    <a:pt x="84137" y="1383880"/>
                  </a:lnTo>
                  <a:lnTo>
                    <a:pt x="84328" y="1390357"/>
                  </a:lnTo>
                  <a:lnTo>
                    <a:pt x="109283" y="1405318"/>
                  </a:lnTo>
                  <a:lnTo>
                    <a:pt x="117767" y="1404366"/>
                  </a:lnTo>
                  <a:lnTo>
                    <a:pt x="153784" y="1381315"/>
                  </a:lnTo>
                  <a:lnTo>
                    <a:pt x="158432" y="1366735"/>
                  </a:lnTo>
                  <a:lnTo>
                    <a:pt x="158242" y="1359496"/>
                  </a:lnTo>
                  <a:lnTo>
                    <a:pt x="158153" y="1359319"/>
                  </a:lnTo>
                  <a:lnTo>
                    <a:pt x="158153" y="1350594"/>
                  </a:lnTo>
                  <a:lnTo>
                    <a:pt x="178765" y="1350594"/>
                  </a:lnTo>
                  <a:lnTo>
                    <a:pt x="178765" y="1343444"/>
                  </a:lnTo>
                  <a:lnTo>
                    <a:pt x="158153" y="1343444"/>
                  </a:lnTo>
                  <a:lnTo>
                    <a:pt x="158153" y="1293444"/>
                  </a:lnTo>
                  <a:lnTo>
                    <a:pt x="178765" y="1293444"/>
                  </a:lnTo>
                  <a:lnTo>
                    <a:pt x="178765" y="1286294"/>
                  </a:lnTo>
                  <a:lnTo>
                    <a:pt x="158153" y="1286294"/>
                  </a:lnTo>
                  <a:lnTo>
                    <a:pt x="158153" y="1238440"/>
                  </a:lnTo>
                  <a:lnTo>
                    <a:pt x="319506" y="1238440"/>
                  </a:lnTo>
                  <a:lnTo>
                    <a:pt x="319506" y="1318450"/>
                  </a:lnTo>
                  <a:lnTo>
                    <a:pt x="329514" y="1318450"/>
                  </a:lnTo>
                  <a:lnTo>
                    <a:pt x="329514" y="1238440"/>
                  </a:lnTo>
                  <a:lnTo>
                    <a:pt x="786155" y="1238440"/>
                  </a:lnTo>
                  <a:lnTo>
                    <a:pt x="786155" y="1232725"/>
                  </a:lnTo>
                  <a:lnTo>
                    <a:pt x="329514" y="1232725"/>
                  </a:lnTo>
                  <a:lnTo>
                    <a:pt x="329514" y="1181290"/>
                  </a:lnTo>
                  <a:lnTo>
                    <a:pt x="786155" y="1181290"/>
                  </a:lnTo>
                  <a:lnTo>
                    <a:pt x="786155" y="1175575"/>
                  </a:lnTo>
                  <a:lnTo>
                    <a:pt x="329514" y="1175575"/>
                  </a:lnTo>
                  <a:lnTo>
                    <a:pt x="329514" y="1124140"/>
                  </a:lnTo>
                  <a:lnTo>
                    <a:pt x="786155" y="1124140"/>
                  </a:lnTo>
                  <a:lnTo>
                    <a:pt x="786155" y="1118425"/>
                  </a:lnTo>
                  <a:lnTo>
                    <a:pt x="329514" y="1118425"/>
                  </a:lnTo>
                  <a:lnTo>
                    <a:pt x="329514" y="1066990"/>
                  </a:lnTo>
                  <a:lnTo>
                    <a:pt x="786155" y="1066990"/>
                  </a:lnTo>
                  <a:lnTo>
                    <a:pt x="786155" y="1061275"/>
                  </a:lnTo>
                  <a:lnTo>
                    <a:pt x="329514" y="1061275"/>
                  </a:lnTo>
                  <a:lnTo>
                    <a:pt x="329514" y="1009840"/>
                  </a:lnTo>
                  <a:lnTo>
                    <a:pt x="786155" y="1009840"/>
                  </a:lnTo>
                  <a:lnTo>
                    <a:pt x="786155" y="1004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743831" y="5320538"/>
              <a:ext cx="135445" cy="211645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2040350" y="5419026"/>
              <a:ext cx="10160" cy="302895"/>
            </a:xfrm>
            <a:custGeom>
              <a:avLst/>
              <a:gdLst/>
              <a:ahLst/>
              <a:cxnLst/>
              <a:rect l="l" t="t" r="r" b="b"/>
              <a:pathLst>
                <a:path w="10160" h="302895">
                  <a:moveTo>
                    <a:pt x="10001" y="302895"/>
                  </a:moveTo>
                  <a:lnTo>
                    <a:pt x="0" y="30289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02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1" name="object 16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984343" y="5377688"/>
              <a:ext cx="130301" cy="173926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2271623" y="4374905"/>
              <a:ext cx="1521460" cy="1238885"/>
            </a:xfrm>
            <a:custGeom>
              <a:avLst/>
              <a:gdLst/>
              <a:ahLst/>
              <a:cxnLst/>
              <a:rect l="l" t="t" r="r" b="b"/>
              <a:pathLst>
                <a:path w="1521460" h="1238885">
                  <a:moveTo>
                    <a:pt x="1521282" y="1004125"/>
                  </a:moveTo>
                  <a:lnTo>
                    <a:pt x="12700" y="100412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04125"/>
                  </a:lnTo>
                  <a:lnTo>
                    <a:pt x="0" y="1004125"/>
                  </a:lnTo>
                  <a:lnTo>
                    <a:pt x="0" y="1009840"/>
                  </a:lnTo>
                  <a:lnTo>
                    <a:pt x="4127" y="1009840"/>
                  </a:lnTo>
                  <a:lnTo>
                    <a:pt x="4127" y="1061275"/>
                  </a:lnTo>
                  <a:lnTo>
                    <a:pt x="0" y="1061275"/>
                  </a:lnTo>
                  <a:lnTo>
                    <a:pt x="0" y="1066990"/>
                  </a:lnTo>
                  <a:lnTo>
                    <a:pt x="4127" y="1066990"/>
                  </a:lnTo>
                  <a:lnTo>
                    <a:pt x="4127" y="1118425"/>
                  </a:lnTo>
                  <a:lnTo>
                    <a:pt x="0" y="1118425"/>
                  </a:lnTo>
                  <a:lnTo>
                    <a:pt x="0" y="1124140"/>
                  </a:lnTo>
                  <a:lnTo>
                    <a:pt x="4127" y="1124140"/>
                  </a:lnTo>
                  <a:lnTo>
                    <a:pt x="4127" y="1175575"/>
                  </a:lnTo>
                  <a:lnTo>
                    <a:pt x="0" y="1175575"/>
                  </a:lnTo>
                  <a:lnTo>
                    <a:pt x="0" y="1181290"/>
                  </a:lnTo>
                  <a:lnTo>
                    <a:pt x="4127" y="1181290"/>
                  </a:lnTo>
                  <a:lnTo>
                    <a:pt x="4127" y="1232725"/>
                  </a:lnTo>
                  <a:lnTo>
                    <a:pt x="0" y="1232725"/>
                  </a:lnTo>
                  <a:lnTo>
                    <a:pt x="0" y="1238440"/>
                  </a:lnTo>
                  <a:lnTo>
                    <a:pt x="4127" y="1238440"/>
                  </a:lnTo>
                  <a:lnTo>
                    <a:pt x="12700" y="1238440"/>
                  </a:lnTo>
                  <a:lnTo>
                    <a:pt x="1521282" y="1238440"/>
                  </a:lnTo>
                  <a:lnTo>
                    <a:pt x="1521282" y="1232725"/>
                  </a:lnTo>
                  <a:lnTo>
                    <a:pt x="12700" y="1232725"/>
                  </a:lnTo>
                  <a:lnTo>
                    <a:pt x="12700" y="1181290"/>
                  </a:lnTo>
                  <a:lnTo>
                    <a:pt x="1521282" y="1181290"/>
                  </a:lnTo>
                  <a:lnTo>
                    <a:pt x="1521282" y="1175575"/>
                  </a:lnTo>
                  <a:lnTo>
                    <a:pt x="12700" y="1175575"/>
                  </a:lnTo>
                  <a:lnTo>
                    <a:pt x="12700" y="1124140"/>
                  </a:lnTo>
                  <a:lnTo>
                    <a:pt x="1521282" y="1124140"/>
                  </a:lnTo>
                  <a:lnTo>
                    <a:pt x="1521282" y="1118425"/>
                  </a:lnTo>
                  <a:lnTo>
                    <a:pt x="12700" y="1118425"/>
                  </a:lnTo>
                  <a:lnTo>
                    <a:pt x="12700" y="1066990"/>
                  </a:lnTo>
                  <a:lnTo>
                    <a:pt x="1521282" y="1066990"/>
                  </a:lnTo>
                  <a:lnTo>
                    <a:pt x="1521282" y="1061275"/>
                  </a:lnTo>
                  <a:lnTo>
                    <a:pt x="12700" y="1061275"/>
                  </a:lnTo>
                  <a:lnTo>
                    <a:pt x="12700" y="1009840"/>
                  </a:lnTo>
                  <a:lnTo>
                    <a:pt x="1521282" y="1009840"/>
                  </a:lnTo>
                  <a:lnTo>
                    <a:pt x="1521282" y="1004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341475" y="5390451"/>
              <a:ext cx="75437" cy="210311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2679359" y="5236146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5" name="object 165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572488" y="5122417"/>
              <a:ext cx="151447" cy="80581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2614676" y="5333310"/>
              <a:ext cx="414655" cy="334645"/>
            </a:xfrm>
            <a:custGeom>
              <a:avLst/>
              <a:gdLst/>
              <a:ahLst/>
              <a:cxnLst/>
              <a:rect l="l" t="t" r="r" b="b"/>
              <a:pathLst>
                <a:path w="414655" h="334645">
                  <a:moveTo>
                    <a:pt x="75730" y="287845"/>
                  </a:moveTo>
                  <a:lnTo>
                    <a:pt x="72847" y="280885"/>
                  </a:lnTo>
                  <a:lnTo>
                    <a:pt x="72771" y="280695"/>
                  </a:lnTo>
                  <a:lnTo>
                    <a:pt x="67246" y="276123"/>
                  </a:lnTo>
                  <a:lnTo>
                    <a:pt x="67246" y="285457"/>
                  </a:lnTo>
                  <a:lnTo>
                    <a:pt x="67246" y="289077"/>
                  </a:lnTo>
                  <a:lnTo>
                    <a:pt x="65252" y="293268"/>
                  </a:lnTo>
                  <a:lnTo>
                    <a:pt x="34671" y="318325"/>
                  </a:lnTo>
                  <a:lnTo>
                    <a:pt x="18389" y="323938"/>
                  </a:lnTo>
                  <a:lnTo>
                    <a:pt x="14389" y="323748"/>
                  </a:lnTo>
                  <a:lnTo>
                    <a:pt x="10388" y="323367"/>
                  </a:lnTo>
                  <a:lnTo>
                    <a:pt x="8483" y="321652"/>
                  </a:lnTo>
                  <a:lnTo>
                    <a:pt x="8674" y="318604"/>
                  </a:lnTo>
                  <a:lnTo>
                    <a:pt x="34671" y="290322"/>
                  </a:lnTo>
                  <a:lnTo>
                    <a:pt x="56388" y="280885"/>
                  </a:lnTo>
                  <a:lnTo>
                    <a:pt x="62103" y="281457"/>
                  </a:lnTo>
                  <a:lnTo>
                    <a:pt x="64960" y="281838"/>
                  </a:lnTo>
                  <a:lnTo>
                    <a:pt x="66675" y="283171"/>
                  </a:lnTo>
                  <a:lnTo>
                    <a:pt x="67246" y="285457"/>
                  </a:lnTo>
                  <a:lnTo>
                    <a:pt x="67246" y="276123"/>
                  </a:lnTo>
                  <a:lnTo>
                    <a:pt x="66103" y="275170"/>
                  </a:lnTo>
                  <a:lnTo>
                    <a:pt x="60960" y="272313"/>
                  </a:lnTo>
                  <a:lnTo>
                    <a:pt x="55156" y="271170"/>
                  </a:lnTo>
                  <a:lnTo>
                    <a:pt x="48679" y="271741"/>
                  </a:lnTo>
                  <a:lnTo>
                    <a:pt x="10655" y="288353"/>
                  </a:lnTo>
                  <a:lnTo>
                    <a:pt x="0" y="317373"/>
                  </a:lnTo>
                  <a:lnTo>
                    <a:pt x="2959" y="324510"/>
                  </a:lnTo>
                  <a:lnTo>
                    <a:pt x="9817" y="330034"/>
                  </a:lnTo>
                  <a:lnTo>
                    <a:pt x="14960" y="332892"/>
                  </a:lnTo>
                  <a:lnTo>
                    <a:pt x="20675" y="334035"/>
                  </a:lnTo>
                  <a:lnTo>
                    <a:pt x="26962" y="333463"/>
                  </a:lnTo>
                  <a:lnTo>
                    <a:pt x="35026" y="332562"/>
                  </a:lnTo>
                  <a:lnTo>
                    <a:pt x="42964" y="330390"/>
                  </a:lnTo>
                  <a:lnTo>
                    <a:pt x="50749" y="326986"/>
                  </a:lnTo>
                  <a:lnTo>
                    <a:pt x="55740" y="323938"/>
                  </a:lnTo>
                  <a:lnTo>
                    <a:pt x="58394" y="322326"/>
                  </a:lnTo>
                  <a:lnTo>
                    <a:pt x="65100" y="316750"/>
                  </a:lnTo>
                  <a:lnTo>
                    <a:pt x="70104" y="310603"/>
                  </a:lnTo>
                  <a:lnTo>
                    <a:pt x="73393" y="303885"/>
                  </a:lnTo>
                  <a:lnTo>
                    <a:pt x="74968" y="296608"/>
                  </a:lnTo>
                  <a:lnTo>
                    <a:pt x="75730" y="287845"/>
                  </a:lnTo>
                  <a:close/>
                </a:path>
                <a:path w="414655" h="334645">
                  <a:moveTo>
                    <a:pt x="75730" y="87820"/>
                  </a:moveTo>
                  <a:lnTo>
                    <a:pt x="72847" y="80860"/>
                  </a:lnTo>
                  <a:lnTo>
                    <a:pt x="72771" y="80670"/>
                  </a:lnTo>
                  <a:lnTo>
                    <a:pt x="67246" y="76098"/>
                  </a:lnTo>
                  <a:lnTo>
                    <a:pt x="67246" y="85432"/>
                  </a:lnTo>
                  <a:lnTo>
                    <a:pt x="67246" y="89052"/>
                  </a:lnTo>
                  <a:lnTo>
                    <a:pt x="65252" y="93243"/>
                  </a:lnTo>
                  <a:lnTo>
                    <a:pt x="34671" y="118300"/>
                  </a:lnTo>
                  <a:lnTo>
                    <a:pt x="18389" y="123913"/>
                  </a:lnTo>
                  <a:lnTo>
                    <a:pt x="14389" y="123723"/>
                  </a:lnTo>
                  <a:lnTo>
                    <a:pt x="10388" y="123342"/>
                  </a:lnTo>
                  <a:lnTo>
                    <a:pt x="8483" y="121627"/>
                  </a:lnTo>
                  <a:lnTo>
                    <a:pt x="8674" y="118579"/>
                  </a:lnTo>
                  <a:lnTo>
                    <a:pt x="34671" y="90297"/>
                  </a:lnTo>
                  <a:lnTo>
                    <a:pt x="56388" y="80860"/>
                  </a:lnTo>
                  <a:lnTo>
                    <a:pt x="62103" y="81432"/>
                  </a:lnTo>
                  <a:lnTo>
                    <a:pt x="64960" y="81813"/>
                  </a:lnTo>
                  <a:lnTo>
                    <a:pt x="66675" y="83146"/>
                  </a:lnTo>
                  <a:lnTo>
                    <a:pt x="67246" y="85432"/>
                  </a:lnTo>
                  <a:lnTo>
                    <a:pt x="67246" y="76098"/>
                  </a:lnTo>
                  <a:lnTo>
                    <a:pt x="66103" y="75145"/>
                  </a:lnTo>
                  <a:lnTo>
                    <a:pt x="60960" y="72288"/>
                  </a:lnTo>
                  <a:lnTo>
                    <a:pt x="55156" y="71145"/>
                  </a:lnTo>
                  <a:lnTo>
                    <a:pt x="48679" y="71716"/>
                  </a:lnTo>
                  <a:lnTo>
                    <a:pt x="10655" y="88328"/>
                  </a:lnTo>
                  <a:lnTo>
                    <a:pt x="0" y="117348"/>
                  </a:lnTo>
                  <a:lnTo>
                    <a:pt x="2959" y="124485"/>
                  </a:lnTo>
                  <a:lnTo>
                    <a:pt x="9817" y="130009"/>
                  </a:lnTo>
                  <a:lnTo>
                    <a:pt x="14960" y="132867"/>
                  </a:lnTo>
                  <a:lnTo>
                    <a:pt x="20675" y="134010"/>
                  </a:lnTo>
                  <a:lnTo>
                    <a:pt x="26962" y="133438"/>
                  </a:lnTo>
                  <a:lnTo>
                    <a:pt x="35026" y="132537"/>
                  </a:lnTo>
                  <a:lnTo>
                    <a:pt x="42964" y="130365"/>
                  </a:lnTo>
                  <a:lnTo>
                    <a:pt x="50749" y="126961"/>
                  </a:lnTo>
                  <a:lnTo>
                    <a:pt x="55740" y="123913"/>
                  </a:lnTo>
                  <a:lnTo>
                    <a:pt x="58394" y="122301"/>
                  </a:lnTo>
                  <a:lnTo>
                    <a:pt x="65100" y="116725"/>
                  </a:lnTo>
                  <a:lnTo>
                    <a:pt x="70104" y="110578"/>
                  </a:lnTo>
                  <a:lnTo>
                    <a:pt x="73393" y="103860"/>
                  </a:lnTo>
                  <a:lnTo>
                    <a:pt x="74968" y="96583"/>
                  </a:lnTo>
                  <a:lnTo>
                    <a:pt x="75730" y="87820"/>
                  </a:lnTo>
                  <a:close/>
                </a:path>
                <a:path w="414655" h="334645">
                  <a:moveTo>
                    <a:pt x="414159" y="0"/>
                  </a:moveTo>
                  <a:lnTo>
                    <a:pt x="404152" y="0"/>
                  </a:lnTo>
                  <a:lnTo>
                    <a:pt x="404152" y="331470"/>
                  </a:lnTo>
                  <a:lnTo>
                    <a:pt x="414159" y="331470"/>
                  </a:lnTo>
                  <a:lnTo>
                    <a:pt x="4141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7" name="object 167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002322" y="5291963"/>
              <a:ext cx="111140" cy="116776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3018828" y="5304735"/>
              <a:ext cx="245745" cy="360045"/>
            </a:xfrm>
            <a:custGeom>
              <a:avLst/>
              <a:gdLst/>
              <a:ahLst/>
              <a:cxnLst/>
              <a:rect l="l" t="t" r="r" b="b"/>
              <a:pathLst>
                <a:path w="245745" h="360045">
                  <a:moveTo>
                    <a:pt x="74295" y="151155"/>
                  </a:moveTo>
                  <a:lnTo>
                    <a:pt x="74104" y="143916"/>
                  </a:lnTo>
                  <a:lnTo>
                    <a:pt x="71539" y="138684"/>
                  </a:lnTo>
                  <a:lnTo>
                    <a:pt x="66586" y="135445"/>
                  </a:lnTo>
                  <a:lnTo>
                    <a:pt x="62014" y="131826"/>
                  </a:lnTo>
                  <a:lnTo>
                    <a:pt x="55537" y="130111"/>
                  </a:lnTo>
                  <a:lnTo>
                    <a:pt x="47155" y="130302"/>
                  </a:lnTo>
                  <a:lnTo>
                    <a:pt x="39230" y="131267"/>
                  </a:lnTo>
                  <a:lnTo>
                    <a:pt x="4648" y="154368"/>
                  </a:lnTo>
                  <a:lnTo>
                    <a:pt x="0" y="168300"/>
                  </a:lnTo>
                  <a:lnTo>
                    <a:pt x="190" y="174777"/>
                  </a:lnTo>
                  <a:lnTo>
                    <a:pt x="25146" y="189738"/>
                  </a:lnTo>
                  <a:lnTo>
                    <a:pt x="33629" y="188785"/>
                  </a:lnTo>
                  <a:lnTo>
                    <a:pt x="69659" y="165735"/>
                  </a:lnTo>
                  <a:lnTo>
                    <a:pt x="72859" y="158724"/>
                  </a:lnTo>
                  <a:lnTo>
                    <a:pt x="74295" y="151155"/>
                  </a:lnTo>
                  <a:close/>
                </a:path>
                <a:path w="245745" h="360045">
                  <a:moveTo>
                    <a:pt x="245376" y="0"/>
                  </a:moveTo>
                  <a:lnTo>
                    <a:pt x="235369" y="0"/>
                  </a:lnTo>
                  <a:lnTo>
                    <a:pt x="235369" y="360045"/>
                  </a:lnTo>
                  <a:lnTo>
                    <a:pt x="245376" y="360045"/>
                  </a:lnTo>
                  <a:lnTo>
                    <a:pt x="2453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9" name="object 169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3193058" y="5178996"/>
              <a:ext cx="155773" cy="153161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3254209" y="5377688"/>
              <a:ext cx="74294" cy="116776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3489566" y="4374905"/>
              <a:ext cx="28575" cy="1238885"/>
            </a:xfrm>
            <a:custGeom>
              <a:avLst/>
              <a:gdLst/>
              <a:ahLst/>
              <a:cxnLst/>
              <a:rect l="l" t="t" r="r" b="b"/>
              <a:pathLst>
                <a:path w="28575" h="1238885">
                  <a:moveTo>
                    <a:pt x="10007" y="0"/>
                  </a:moveTo>
                  <a:lnTo>
                    <a:pt x="0" y="0"/>
                  </a:lnTo>
                  <a:lnTo>
                    <a:pt x="0" y="1238440"/>
                  </a:lnTo>
                  <a:lnTo>
                    <a:pt x="10007" y="1238440"/>
                  </a:lnTo>
                  <a:lnTo>
                    <a:pt x="10007" y="0"/>
                  </a:lnTo>
                  <a:close/>
                </a:path>
                <a:path w="28575" h="1238885">
                  <a:moveTo>
                    <a:pt x="28003" y="0"/>
                  </a:moveTo>
                  <a:lnTo>
                    <a:pt x="18008" y="0"/>
                  </a:lnTo>
                  <a:lnTo>
                    <a:pt x="18008" y="1238440"/>
                  </a:lnTo>
                  <a:lnTo>
                    <a:pt x="28003" y="1238440"/>
                  </a:lnTo>
                  <a:lnTo>
                    <a:pt x="280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2" name="object 172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560443" y="5350446"/>
              <a:ext cx="216598" cy="267461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3792906" y="4374905"/>
              <a:ext cx="2339340" cy="1491615"/>
            </a:xfrm>
            <a:custGeom>
              <a:avLst/>
              <a:gdLst/>
              <a:ahLst/>
              <a:cxnLst/>
              <a:rect l="l" t="t" r="r" b="b"/>
              <a:pathLst>
                <a:path w="2339340" h="1491614">
                  <a:moveTo>
                    <a:pt x="2339175" y="1004125"/>
                  </a:moveTo>
                  <a:lnTo>
                    <a:pt x="1579626" y="1004125"/>
                  </a:lnTo>
                  <a:lnTo>
                    <a:pt x="1579626" y="901255"/>
                  </a:lnTo>
                  <a:lnTo>
                    <a:pt x="1569631" y="901255"/>
                  </a:lnTo>
                  <a:lnTo>
                    <a:pt x="1569631" y="1232725"/>
                  </a:lnTo>
                  <a:lnTo>
                    <a:pt x="1408264" y="1232725"/>
                  </a:lnTo>
                  <a:lnTo>
                    <a:pt x="1408264" y="1181290"/>
                  </a:lnTo>
                  <a:lnTo>
                    <a:pt x="1569631" y="1181290"/>
                  </a:lnTo>
                  <a:lnTo>
                    <a:pt x="1569631" y="1175575"/>
                  </a:lnTo>
                  <a:lnTo>
                    <a:pt x="1408264" y="1175575"/>
                  </a:lnTo>
                  <a:lnTo>
                    <a:pt x="1408264" y="1124140"/>
                  </a:lnTo>
                  <a:lnTo>
                    <a:pt x="1569631" y="1124140"/>
                  </a:lnTo>
                  <a:lnTo>
                    <a:pt x="1569631" y="1118425"/>
                  </a:lnTo>
                  <a:lnTo>
                    <a:pt x="1408264" y="1118425"/>
                  </a:lnTo>
                  <a:lnTo>
                    <a:pt x="1408264" y="1066990"/>
                  </a:lnTo>
                  <a:lnTo>
                    <a:pt x="1498727" y="1066990"/>
                  </a:lnTo>
                  <a:lnTo>
                    <a:pt x="1498193" y="1070991"/>
                  </a:lnTo>
                  <a:lnTo>
                    <a:pt x="1498955" y="1074610"/>
                  </a:lnTo>
                  <a:lnTo>
                    <a:pt x="1500670" y="1078039"/>
                  </a:lnTo>
                  <a:lnTo>
                    <a:pt x="1503337" y="1081278"/>
                  </a:lnTo>
                  <a:lnTo>
                    <a:pt x="1511046" y="1089850"/>
                  </a:lnTo>
                  <a:lnTo>
                    <a:pt x="1515046" y="1089850"/>
                  </a:lnTo>
                  <a:lnTo>
                    <a:pt x="1511998" y="1085850"/>
                  </a:lnTo>
                  <a:lnTo>
                    <a:pt x="1510284" y="1082319"/>
                  </a:lnTo>
                  <a:lnTo>
                    <a:pt x="1509903" y="1079271"/>
                  </a:lnTo>
                  <a:lnTo>
                    <a:pt x="1510855" y="1074127"/>
                  </a:lnTo>
                  <a:lnTo>
                    <a:pt x="1513814" y="1069746"/>
                  </a:lnTo>
                  <a:lnTo>
                    <a:pt x="1517573" y="1066990"/>
                  </a:lnTo>
                  <a:lnTo>
                    <a:pt x="1569631" y="1066990"/>
                  </a:lnTo>
                  <a:lnTo>
                    <a:pt x="1569631" y="1061275"/>
                  </a:lnTo>
                  <a:lnTo>
                    <a:pt x="1524711" y="1061275"/>
                  </a:lnTo>
                  <a:lnTo>
                    <a:pt x="1527429" y="1057084"/>
                  </a:lnTo>
                  <a:lnTo>
                    <a:pt x="1528191" y="1051560"/>
                  </a:lnTo>
                  <a:lnTo>
                    <a:pt x="1527429" y="1047940"/>
                  </a:lnTo>
                  <a:lnTo>
                    <a:pt x="1525714" y="1044511"/>
                  </a:lnTo>
                  <a:lnTo>
                    <a:pt x="1523047" y="1041273"/>
                  </a:lnTo>
                  <a:lnTo>
                    <a:pt x="1516481" y="1034249"/>
                  </a:lnTo>
                  <a:lnTo>
                    <a:pt x="1516481" y="1043559"/>
                  </a:lnTo>
                  <a:lnTo>
                    <a:pt x="1515529" y="1048512"/>
                  </a:lnTo>
                  <a:lnTo>
                    <a:pt x="1512570" y="1052893"/>
                  </a:lnTo>
                  <a:lnTo>
                    <a:pt x="1507617" y="1056703"/>
                  </a:lnTo>
                  <a:lnTo>
                    <a:pt x="1502092" y="1060513"/>
                  </a:lnTo>
                  <a:lnTo>
                    <a:pt x="1501584" y="1061275"/>
                  </a:lnTo>
                  <a:lnTo>
                    <a:pt x="1408264" y="1061275"/>
                  </a:lnTo>
                  <a:lnTo>
                    <a:pt x="1398270" y="1061275"/>
                  </a:lnTo>
                  <a:lnTo>
                    <a:pt x="1398270" y="1066990"/>
                  </a:lnTo>
                  <a:lnTo>
                    <a:pt x="1398270" y="1286294"/>
                  </a:lnTo>
                  <a:lnTo>
                    <a:pt x="1379613" y="1286294"/>
                  </a:lnTo>
                  <a:lnTo>
                    <a:pt x="1384325" y="1284211"/>
                  </a:lnTo>
                  <a:lnTo>
                    <a:pt x="1392262" y="1279296"/>
                  </a:lnTo>
                  <a:lnTo>
                    <a:pt x="1398270" y="1274064"/>
                  </a:lnTo>
                  <a:lnTo>
                    <a:pt x="1398270" y="1232725"/>
                  </a:lnTo>
                  <a:lnTo>
                    <a:pt x="1394815" y="1232725"/>
                  </a:lnTo>
                  <a:lnTo>
                    <a:pt x="1389786" y="1231392"/>
                  </a:lnTo>
                  <a:lnTo>
                    <a:pt x="1381404" y="1231582"/>
                  </a:lnTo>
                  <a:lnTo>
                    <a:pt x="1373479" y="1232547"/>
                  </a:lnTo>
                  <a:lnTo>
                    <a:pt x="1372870" y="1232725"/>
                  </a:lnTo>
                  <a:lnTo>
                    <a:pt x="1148524" y="1232725"/>
                  </a:lnTo>
                  <a:lnTo>
                    <a:pt x="1148524" y="1181290"/>
                  </a:lnTo>
                  <a:lnTo>
                    <a:pt x="1398270" y="1181290"/>
                  </a:lnTo>
                  <a:lnTo>
                    <a:pt x="1398270" y="1175575"/>
                  </a:lnTo>
                  <a:lnTo>
                    <a:pt x="1148524" y="1175575"/>
                  </a:lnTo>
                  <a:lnTo>
                    <a:pt x="1148524" y="1124140"/>
                  </a:lnTo>
                  <a:lnTo>
                    <a:pt x="1398270" y="1124140"/>
                  </a:lnTo>
                  <a:lnTo>
                    <a:pt x="1398270" y="1118425"/>
                  </a:lnTo>
                  <a:lnTo>
                    <a:pt x="1148524" y="1118425"/>
                  </a:lnTo>
                  <a:lnTo>
                    <a:pt x="1148524" y="1066990"/>
                  </a:lnTo>
                  <a:lnTo>
                    <a:pt x="1398270" y="1066990"/>
                  </a:lnTo>
                  <a:lnTo>
                    <a:pt x="1398270" y="1061275"/>
                  </a:lnTo>
                  <a:lnTo>
                    <a:pt x="1148524" y="1061275"/>
                  </a:lnTo>
                  <a:lnTo>
                    <a:pt x="1148524" y="1009840"/>
                  </a:lnTo>
                  <a:lnTo>
                    <a:pt x="1498727" y="1009840"/>
                  </a:lnTo>
                  <a:lnTo>
                    <a:pt x="1498193" y="1013841"/>
                  </a:lnTo>
                  <a:lnTo>
                    <a:pt x="1498955" y="1017460"/>
                  </a:lnTo>
                  <a:lnTo>
                    <a:pt x="1500670" y="1020889"/>
                  </a:lnTo>
                  <a:lnTo>
                    <a:pt x="1503337" y="1024128"/>
                  </a:lnTo>
                  <a:lnTo>
                    <a:pt x="1511046" y="1032700"/>
                  </a:lnTo>
                  <a:lnTo>
                    <a:pt x="1513903" y="1035558"/>
                  </a:lnTo>
                  <a:lnTo>
                    <a:pt x="1515719" y="1039177"/>
                  </a:lnTo>
                  <a:lnTo>
                    <a:pt x="1516481" y="1043559"/>
                  </a:lnTo>
                  <a:lnTo>
                    <a:pt x="1516481" y="1034249"/>
                  </a:lnTo>
                  <a:lnTo>
                    <a:pt x="1515046" y="1032700"/>
                  </a:lnTo>
                  <a:lnTo>
                    <a:pt x="1511998" y="1028700"/>
                  </a:lnTo>
                  <a:lnTo>
                    <a:pt x="1510284" y="1025169"/>
                  </a:lnTo>
                  <a:lnTo>
                    <a:pt x="1509903" y="1022121"/>
                  </a:lnTo>
                  <a:lnTo>
                    <a:pt x="1510855" y="1016977"/>
                  </a:lnTo>
                  <a:lnTo>
                    <a:pt x="1513814" y="1012596"/>
                  </a:lnTo>
                  <a:lnTo>
                    <a:pt x="1517573" y="1009840"/>
                  </a:lnTo>
                  <a:lnTo>
                    <a:pt x="1569631" y="1009840"/>
                  </a:lnTo>
                  <a:lnTo>
                    <a:pt x="1569631" y="1004125"/>
                  </a:lnTo>
                  <a:lnTo>
                    <a:pt x="1524711" y="1004125"/>
                  </a:lnTo>
                  <a:lnTo>
                    <a:pt x="1527429" y="999934"/>
                  </a:lnTo>
                  <a:lnTo>
                    <a:pt x="1528191" y="994410"/>
                  </a:lnTo>
                  <a:lnTo>
                    <a:pt x="1527429" y="990790"/>
                  </a:lnTo>
                  <a:lnTo>
                    <a:pt x="1525714" y="987361"/>
                  </a:lnTo>
                  <a:lnTo>
                    <a:pt x="1523047" y="984123"/>
                  </a:lnTo>
                  <a:lnTo>
                    <a:pt x="1515046" y="975550"/>
                  </a:lnTo>
                  <a:lnTo>
                    <a:pt x="1511998" y="971550"/>
                  </a:lnTo>
                  <a:lnTo>
                    <a:pt x="1510284" y="968019"/>
                  </a:lnTo>
                  <a:lnTo>
                    <a:pt x="1509903" y="964971"/>
                  </a:lnTo>
                  <a:lnTo>
                    <a:pt x="1510855" y="959827"/>
                  </a:lnTo>
                  <a:lnTo>
                    <a:pt x="1513814" y="955446"/>
                  </a:lnTo>
                  <a:lnTo>
                    <a:pt x="1518767" y="951826"/>
                  </a:lnTo>
                  <a:lnTo>
                    <a:pt x="1524292" y="947635"/>
                  </a:lnTo>
                  <a:lnTo>
                    <a:pt x="1527429" y="942784"/>
                  </a:lnTo>
                  <a:lnTo>
                    <a:pt x="1528191" y="937260"/>
                  </a:lnTo>
                  <a:lnTo>
                    <a:pt x="1527429" y="933640"/>
                  </a:lnTo>
                  <a:lnTo>
                    <a:pt x="1525714" y="930211"/>
                  </a:lnTo>
                  <a:lnTo>
                    <a:pt x="1523047" y="926973"/>
                  </a:lnTo>
                  <a:lnTo>
                    <a:pt x="1515046" y="918400"/>
                  </a:lnTo>
                  <a:lnTo>
                    <a:pt x="1511998" y="914400"/>
                  </a:lnTo>
                  <a:lnTo>
                    <a:pt x="1510284" y="910869"/>
                  </a:lnTo>
                  <a:lnTo>
                    <a:pt x="1509903" y="907821"/>
                  </a:lnTo>
                  <a:lnTo>
                    <a:pt x="1510855" y="902677"/>
                  </a:lnTo>
                  <a:lnTo>
                    <a:pt x="1513814" y="898296"/>
                  </a:lnTo>
                  <a:lnTo>
                    <a:pt x="1518767" y="894676"/>
                  </a:lnTo>
                  <a:lnTo>
                    <a:pt x="1524292" y="890485"/>
                  </a:lnTo>
                  <a:lnTo>
                    <a:pt x="1527429" y="885634"/>
                  </a:lnTo>
                  <a:lnTo>
                    <a:pt x="1528191" y="880110"/>
                  </a:lnTo>
                  <a:lnTo>
                    <a:pt x="1527429" y="876490"/>
                  </a:lnTo>
                  <a:lnTo>
                    <a:pt x="1525714" y="873061"/>
                  </a:lnTo>
                  <a:lnTo>
                    <a:pt x="1523047" y="869823"/>
                  </a:lnTo>
                  <a:lnTo>
                    <a:pt x="1515046" y="861250"/>
                  </a:lnTo>
                  <a:lnTo>
                    <a:pt x="1511046" y="861250"/>
                  </a:lnTo>
                  <a:lnTo>
                    <a:pt x="1513903" y="864108"/>
                  </a:lnTo>
                  <a:lnTo>
                    <a:pt x="1515719" y="867727"/>
                  </a:lnTo>
                  <a:lnTo>
                    <a:pt x="1502092" y="889063"/>
                  </a:lnTo>
                  <a:lnTo>
                    <a:pt x="1498955" y="893826"/>
                  </a:lnTo>
                  <a:lnTo>
                    <a:pt x="1498193" y="899541"/>
                  </a:lnTo>
                  <a:lnTo>
                    <a:pt x="1498955" y="903160"/>
                  </a:lnTo>
                  <a:lnTo>
                    <a:pt x="1500670" y="906589"/>
                  </a:lnTo>
                  <a:lnTo>
                    <a:pt x="1503337" y="909828"/>
                  </a:lnTo>
                  <a:lnTo>
                    <a:pt x="1511046" y="918400"/>
                  </a:lnTo>
                  <a:lnTo>
                    <a:pt x="1513903" y="921258"/>
                  </a:lnTo>
                  <a:lnTo>
                    <a:pt x="1515719" y="924877"/>
                  </a:lnTo>
                  <a:lnTo>
                    <a:pt x="1502092" y="946213"/>
                  </a:lnTo>
                  <a:lnTo>
                    <a:pt x="1498955" y="950976"/>
                  </a:lnTo>
                  <a:lnTo>
                    <a:pt x="1498193" y="956691"/>
                  </a:lnTo>
                  <a:lnTo>
                    <a:pt x="1498955" y="960310"/>
                  </a:lnTo>
                  <a:lnTo>
                    <a:pt x="1500670" y="963739"/>
                  </a:lnTo>
                  <a:lnTo>
                    <a:pt x="1503337" y="966978"/>
                  </a:lnTo>
                  <a:lnTo>
                    <a:pt x="1511046" y="975550"/>
                  </a:lnTo>
                  <a:lnTo>
                    <a:pt x="1513903" y="978408"/>
                  </a:lnTo>
                  <a:lnTo>
                    <a:pt x="1515719" y="982027"/>
                  </a:lnTo>
                  <a:lnTo>
                    <a:pt x="1502092" y="1003363"/>
                  </a:lnTo>
                  <a:lnTo>
                    <a:pt x="1501584" y="1004125"/>
                  </a:lnTo>
                  <a:lnTo>
                    <a:pt x="1148524" y="1004125"/>
                  </a:lnTo>
                  <a:lnTo>
                    <a:pt x="1148524" y="0"/>
                  </a:lnTo>
                  <a:lnTo>
                    <a:pt x="1139952" y="0"/>
                  </a:lnTo>
                  <a:lnTo>
                    <a:pt x="1139952" y="1232725"/>
                  </a:lnTo>
                  <a:lnTo>
                    <a:pt x="1135824" y="1232725"/>
                  </a:lnTo>
                  <a:lnTo>
                    <a:pt x="978560" y="1232725"/>
                  </a:lnTo>
                  <a:lnTo>
                    <a:pt x="978560" y="1225334"/>
                  </a:lnTo>
                  <a:lnTo>
                    <a:pt x="978839" y="1223860"/>
                  </a:lnTo>
                  <a:lnTo>
                    <a:pt x="978649" y="1216621"/>
                  </a:lnTo>
                  <a:lnTo>
                    <a:pt x="978560" y="1216444"/>
                  </a:lnTo>
                  <a:lnTo>
                    <a:pt x="978560" y="1181290"/>
                  </a:lnTo>
                  <a:lnTo>
                    <a:pt x="1135824" y="1181290"/>
                  </a:lnTo>
                  <a:lnTo>
                    <a:pt x="1139952" y="1181290"/>
                  </a:lnTo>
                  <a:lnTo>
                    <a:pt x="1139952" y="1175575"/>
                  </a:lnTo>
                  <a:lnTo>
                    <a:pt x="1135824" y="1175575"/>
                  </a:lnTo>
                  <a:lnTo>
                    <a:pt x="978560" y="1175575"/>
                  </a:lnTo>
                  <a:lnTo>
                    <a:pt x="978560" y="1124140"/>
                  </a:lnTo>
                  <a:lnTo>
                    <a:pt x="1135824" y="1124140"/>
                  </a:lnTo>
                  <a:lnTo>
                    <a:pt x="1139952" y="1124140"/>
                  </a:lnTo>
                  <a:lnTo>
                    <a:pt x="1139952" y="1118425"/>
                  </a:lnTo>
                  <a:lnTo>
                    <a:pt x="1135824" y="1118425"/>
                  </a:lnTo>
                  <a:lnTo>
                    <a:pt x="978560" y="1118425"/>
                  </a:lnTo>
                  <a:lnTo>
                    <a:pt x="978560" y="1066990"/>
                  </a:lnTo>
                  <a:lnTo>
                    <a:pt x="1135824" y="1066990"/>
                  </a:lnTo>
                  <a:lnTo>
                    <a:pt x="1139952" y="1066990"/>
                  </a:lnTo>
                  <a:lnTo>
                    <a:pt x="1139952" y="1061275"/>
                  </a:lnTo>
                  <a:lnTo>
                    <a:pt x="1135824" y="1061275"/>
                  </a:lnTo>
                  <a:lnTo>
                    <a:pt x="978560" y="1061275"/>
                  </a:lnTo>
                  <a:lnTo>
                    <a:pt x="978560" y="1032700"/>
                  </a:lnTo>
                  <a:lnTo>
                    <a:pt x="968552" y="1032700"/>
                  </a:lnTo>
                  <a:lnTo>
                    <a:pt x="968552" y="1061275"/>
                  </a:lnTo>
                  <a:lnTo>
                    <a:pt x="968552" y="1066990"/>
                  </a:lnTo>
                  <a:lnTo>
                    <a:pt x="968552" y="1206119"/>
                  </a:lnTo>
                  <a:lnTo>
                    <a:pt x="966558" y="1204531"/>
                  </a:lnTo>
                  <a:lnTo>
                    <a:pt x="960081" y="1202817"/>
                  </a:lnTo>
                  <a:lnTo>
                    <a:pt x="951699" y="1203007"/>
                  </a:lnTo>
                  <a:lnTo>
                    <a:pt x="943762" y="1203972"/>
                  </a:lnTo>
                  <a:lnTo>
                    <a:pt x="909193" y="1227074"/>
                  </a:lnTo>
                  <a:lnTo>
                    <a:pt x="906500" y="1232725"/>
                  </a:lnTo>
                  <a:lnTo>
                    <a:pt x="443814" y="1232725"/>
                  </a:lnTo>
                  <a:lnTo>
                    <a:pt x="443814" y="1181290"/>
                  </a:lnTo>
                  <a:lnTo>
                    <a:pt x="968552" y="1181290"/>
                  </a:lnTo>
                  <a:lnTo>
                    <a:pt x="968552" y="1175575"/>
                  </a:lnTo>
                  <a:lnTo>
                    <a:pt x="443814" y="1175575"/>
                  </a:lnTo>
                  <a:lnTo>
                    <a:pt x="443814" y="1124140"/>
                  </a:lnTo>
                  <a:lnTo>
                    <a:pt x="968552" y="1124140"/>
                  </a:lnTo>
                  <a:lnTo>
                    <a:pt x="968552" y="1118425"/>
                  </a:lnTo>
                  <a:lnTo>
                    <a:pt x="472147" y="1118425"/>
                  </a:lnTo>
                  <a:lnTo>
                    <a:pt x="476097" y="1117346"/>
                  </a:lnTo>
                  <a:lnTo>
                    <a:pt x="483882" y="1113942"/>
                  </a:lnTo>
                  <a:lnTo>
                    <a:pt x="488873" y="1110894"/>
                  </a:lnTo>
                  <a:lnTo>
                    <a:pt x="491528" y="1109281"/>
                  </a:lnTo>
                  <a:lnTo>
                    <a:pt x="498246" y="1103706"/>
                  </a:lnTo>
                  <a:lnTo>
                    <a:pt x="503250" y="1097559"/>
                  </a:lnTo>
                  <a:lnTo>
                    <a:pt x="506539" y="1090841"/>
                  </a:lnTo>
                  <a:lnTo>
                    <a:pt x="508101" y="1083564"/>
                  </a:lnTo>
                  <a:lnTo>
                    <a:pt x="508863" y="1074801"/>
                  </a:lnTo>
                  <a:lnTo>
                    <a:pt x="505993" y="1067841"/>
                  </a:lnTo>
                  <a:lnTo>
                    <a:pt x="505917" y="1067650"/>
                  </a:lnTo>
                  <a:lnTo>
                    <a:pt x="505117" y="1066990"/>
                  </a:lnTo>
                  <a:lnTo>
                    <a:pt x="968552" y="1066990"/>
                  </a:lnTo>
                  <a:lnTo>
                    <a:pt x="968552" y="1061275"/>
                  </a:lnTo>
                  <a:lnTo>
                    <a:pt x="500392" y="1061275"/>
                  </a:lnTo>
                  <a:lnTo>
                    <a:pt x="500392" y="1072413"/>
                  </a:lnTo>
                  <a:lnTo>
                    <a:pt x="500392" y="1076032"/>
                  </a:lnTo>
                  <a:lnTo>
                    <a:pt x="467817" y="1105281"/>
                  </a:lnTo>
                  <a:lnTo>
                    <a:pt x="451523" y="1110894"/>
                  </a:lnTo>
                  <a:lnTo>
                    <a:pt x="447522" y="1110703"/>
                  </a:lnTo>
                  <a:lnTo>
                    <a:pt x="445528" y="1110526"/>
                  </a:lnTo>
                  <a:lnTo>
                    <a:pt x="445528" y="1118425"/>
                  </a:lnTo>
                  <a:lnTo>
                    <a:pt x="443814" y="1118425"/>
                  </a:lnTo>
                  <a:lnTo>
                    <a:pt x="443814" y="1117473"/>
                  </a:lnTo>
                  <a:lnTo>
                    <a:pt x="445528" y="1118425"/>
                  </a:lnTo>
                  <a:lnTo>
                    <a:pt x="445528" y="1110526"/>
                  </a:lnTo>
                  <a:lnTo>
                    <a:pt x="443814" y="1110361"/>
                  </a:lnTo>
                  <a:lnTo>
                    <a:pt x="443814" y="1099159"/>
                  </a:lnTo>
                  <a:lnTo>
                    <a:pt x="475246" y="1073277"/>
                  </a:lnTo>
                  <a:lnTo>
                    <a:pt x="489534" y="1067841"/>
                  </a:lnTo>
                  <a:lnTo>
                    <a:pt x="495249" y="1068412"/>
                  </a:lnTo>
                  <a:lnTo>
                    <a:pt x="498106" y="1068793"/>
                  </a:lnTo>
                  <a:lnTo>
                    <a:pt x="499821" y="1070127"/>
                  </a:lnTo>
                  <a:lnTo>
                    <a:pt x="500392" y="1072413"/>
                  </a:lnTo>
                  <a:lnTo>
                    <a:pt x="500392" y="1061275"/>
                  </a:lnTo>
                  <a:lnTo>
                    <a:pt x="497713" y="1061275"/>
                  </a:lnTo>
                  <a:lnTo>
                    <a:pt x="494106" y="1059268"/>
                  </a:lnTo>
                  <a:lnTo>
                    <a:pt x="488289" y="1058125"/>
                  </a:lnTo>
                  <a:lnTo>
                    <a:pt x="481812" y="1058697"/>
                  </a:lnTo>
                  <a:lnTo>
                    <a:pt x="473633" y="1059611"/>
                  </a:lnTo>
                  <a:lnTo>
                    <a:pt x="467487" y="1061275"/>
                  </a:lnTo>
                  <a:lnTo>
                    <a:pt x="455002" y="1061275"/>
                  </a:lnTo>
                  <a:lnTo>
                    <a:pt x="455002" y="1066990"/>
                  </a:lnTo>
                  <a:lnTo>
                    <a:pt x="450380" y="1069848"/>
                  </a:lnTo>
                  <a:lnTo>
                    <a:pt x="443814" y="1075296"/>
                  </a:lnTo>
                  <a:lnTo>
                    <a:pt x="443814" y="1066990"/>
                  </a:lnTo>
                  <a:lnTo>
                    <a:pt x="455002" y="1066990"/>
                  </a:lnTo>
                  <a:lnTo>
                    <a:pt x="455002" y="1061275"/>
                  </a:lnTo>
                  <a:lnTo>
                    <a:pt x="443814" y="1061275"/>
                  </a:lnTo>
                  <a:lnTo>
                    <a:pt x="443814" y="1031748"/>
                  </a:lnTo>
                  <a:lnTo>
                    <a:pt x="448094" y="1034122"/>
                  </a:lnTo>
                  <a:lnTo>
                    <a:pt x="453809" y="1035265"/>
                  </a:lnTo>
                  <a:lnTo>
                    <a:pt x="488873" y="1025169"/>
                  </a:lnTo>
                  <a:lnTo>
                    <a:pt x="491528" y="1023556"/>
                  </a:lnTo>
                  <a:lnTo>
                    <a:pt x="498246" y="1017981"/>
                  </a:lnTo>
                  <a:lnTo>
                    <a:pt x="503250" y="1011834"/>
                  </a:lnTo>
                  <a:lnTo>
                    <a:pt x="504215" y="1009840"/>
                  </a:lnTo>
                  <a:lnTo>
                    <a:pt x="1135824" y="1009840"/>
                  </a:lnTo>
                  <a:lnTo>
                    <a:pt x="1139952" y="1009840"/>
                  </a:lnTo>
                  <a:lnTo>
                    <a:pt x="1139952" y="1004125"/>
                  </a:lnTo>
                  <a:lnTo>
                    <a:pt x="1135824" y="1004125"/>
                  </a:lnTo>
                  <a:lnTo>
                    <a:pt x="506742" y="1004125"/>
                  </a:lnTo>
                  <a:lnTo>
                    <a:pt x="508101" y="997839"/>
                  </a:lnTo>
                  <a:lnTo>
                    <a:pt x="508863" y="989076"/>
                  </a:lnTo>
                  <a:lnTo>
                    <a:pt x="505993" y="982116"/>
                  </a:lnTo>
                  <a:lnTo>
                    <a:pt x="505917" y="981925"/>
                  </a:lnTo>
                  <a:lnTo>
                    <a:pt x="500392" y="977353"/>
                  </a:lnTo>
                  <a:lnTo>
                    <a:pt x="500392" y="986688"/>
                  </a:lnTo>
                  <a:lnTo>
                    <a:pt x="500392" y="990307"/>
                  </a:lnTo>
                  <a:lnTo>
                    <a:pt x="498386" y="994498"/>
                  </a:lnTo>
                  <a:lnTo>
                    <a:pt x="494385" y="999261"/>
                  </a:lnTo>
                  <a:lnTo>
                    <a:pt x="488772" y="1004125"/>
                  </a:lnTo>
                  <a:lnTo>
                    <a:pt x="482193" y="1004125"/>
                  </a:lnTo>
                  <a:lnTo>
                    <a:pt x="482193" y="1009840"/>
                  </a:lnTo>
                  <a:lnTo>
                    <a:pt x="451523" y="1025169"/>
                  </a:lnTo>
                  <a:lnTo>
                    <a:pt x="447522" y="1024978"/>
                  </a:lnTo>
                  <a:lnTo>
                    <a:pt x="443814" y="1024636"/>
                  </a:lnTo>
                  <a:lnTo>
                    <a:pt x="443814" y="1015555"/>
                  </a:lnTo>
                  <a:lnTo>
                    <a:pt x="442836" y="1015555"/>
                  </a:lnTo>
                  <a:lnTo>
                    <a:pt x="443026" y="1014768"/>
                  </a:lnTo>
                  <a:lnTo>
                    <a:pt x="445922" y="1009840"/>
                  </a:lnTo>
                  <a:lnTo>
                    <a:pt x="482193" y="1009840"/>
                  </a:lnTo>
                  <a:lnTo>
                    <a:pt x="482193" y="1004125"/>
                  </a:lnTo>
                  <a:lnTo>
                    <a:pt x="451104" y="1004125"/>
                  </a:lnTo>
                  <a:lnTo>
                    <a:pt x="462000" y="995260"/>
                  </a:lnTo>
                  <a:lnTo>
                    <a:pt x="467817" y="991552"/>
                  </a:lnTo>
                  <a:lnTo>
                    <a:pt x="475246" y="987552"/>
                  </a:lnTo>
                  <a:lnTo>
                    <a:pt x="482866" y="983742"/>
                  </a:lnTo>
                  <a:lnTo>
                    <a:pt x="489534" y="982116"/>
                  </a:lnTo>
                  <a:lnTo>
                    <a:pt x="495249" y="982687"/>
                  </a:lnTo>
                  <a:lnTo>
                    <a:pt x="498106" y="983068"/>
                  </a:lnTo>
                  <a:lnTo>
                    <a:pt x="499821" y="984402"/>
                  </a:lnTo>
                  <a:lnTo>
                    <a:pt x="500392" y="986688"/>
                  </a:lnTo>
                  <a:lnTo>
                    <a:pt x="500392" y="977353"/>
                  </a:lnTo>
                  <a:lnTo>
                    <a:pt x="499249" y="976401"/>
                  </a:lnTo>
                  <a:lnTo>
                    <a:pt x="494106" y="973543"/>
                  </a:lnTo>
                  <a:lnTo>
                    <a:pt x="488289" y="972400"/>
                  </a:lnTo>
                  <a:lnTo>
                    <a:pt x="481812" y="972972"/>
                  </a:lnTo>
                  <a:lnTo>
                    <a:pt x="443788" y="989584"/>
                  </a:lnTo>
                  <a:lnTo>
                    <a:pt x="435292" y="1004125"/>
                  </a:lnTo>
                  <a:lnTo>
                    <a:pt x="434098" y="1004125"/>
                  </a:lnTo>
                  <a:lnTo>
                    <a:pt x="434098" y="1009840"/>
                  </a:lnTo>
                  <a:lnTo>
                    <a:pt x="433146" y="1018603"/>
                  </a:lnTo>
                  <a:lnTo>
                    <a:pt x="433806" y="1020203"/>
                  </a:lnTo>
                  <a:lnTo>
                    <a:pt x="433806" y="1061275"/>
                  </a:lnTo>
                  <a:lnTo>
                    <a:pt x="433806" y="1066990"/>
                  </a:lnTo>
                  <a:lnTo>
                    <a:pt x="433806" y="1098257"/>
                  </a:lnTo>
                  <a:lnTo>
                    <a:pt x="433146" y="1104328"/>
                  </a:lnTo>
                  <a:lnTo>
                    <a:pt x="433806" y="1105928"/>
                  </a:lnTo>
                  <a:lnTo>
                    <a:pt x="433806" y="1118425"/>
                  </a:lnTo>
                  <a:lnTo>
                    <a:pt x="433806" y="1124140"/>
                  </a:lnTo>
                  <a:lnTo>
                    <a:pt x="433806" y="1175575"/>
                  </a:lnTo>
                  <a:lnTo>
                    <a:pt x="433806" y="1181290"/>
                  </a:lnTo>
                  <a:lnTo>
                    <a:pt x="433806" y="1232725"/>
                  </a:lnTo>
                  <a:lnTo>
                    <a:pt x="272453" y="1232725"/>
                  </a:lnTo>
                  <a:lnTo>
                    <a:pt x="272453" y="1196759"/>
                  </a:lnTo>
                  <a:lnTo>
                    <a:pt x="272732" y="1195285"/>
                  </a:lnTo>
                  <a:lnTo>
                    <a:pt x="272542" y="1188046"/>
                  </a:lnTo>
                  <a:lnTo>
                    <a:pt x="272453" y="1187869"/>
                  </a:lnTo>
                  <a:lnTo>
                    <a:pt x="272453" y="1181290"/>
                  </a:lnTo>
                  <a:lnTo>
                    <a:pt x="433806" y="1181290"/>
                  </a:lnTo>
                  <a:lnTo>
                    <a:pt x="433806" y="1175575"/>
                  </a:lnTo>
                  <a:lnTo>
                    <a:pt x="272453" y="1175575"/>
                  </a:lnTo>
                  <a:lnTo>
                    <a:pt x="272453" y="1124140"/>
                  </a:lnTo>
                  <a:lnTo>
                    <a:pt x="433806" y="1124140"/>
                  </a:lnTo>
                  <a:lnTo>
                    <a:pt x="433806" y="1118425"/>
                  </a:lnTo>
                  <a:lnTo>
                    <a:pt x="272453" y="1118425"/>
                  </a:lnTo>
                  <a:lnTo>
                    <a:pt x="272453" y="1066990"/>
                  </a:lnTo>
                  <a:lnTo>
                    <a:pt x="433806" y="1066990"/>
                  </a:lnTo>
                  <a:lnTo>
                    <a:pt x="433806" y="1061275"/>
                  </a:lnTo>
                  <a:lnTo>
                    <a:pt x="272453" y="1061275"/>
                  </a:lnTo>
                  <a:lnTo>
                    <a:pt x="272453" y="1009840"/>
                  </a:lnTo>
                  <a:lnTo>
                    <a:pt x="434098" y="1009840"/>
                  </a:lnTo>
                  <a:lnTo>
                    <a:pt x="434098" y="1004125"/>
                  </a:lnTo>
                  <a:lnTo>
                    <a:pt x="272453" y="1004125"/>
                  </a:lnTo>
                  <a:lnTo>
                    <a:pt x="262445" y="1004125"/>
                  </a:lnTo>
                  <a:lnTo>
                    <a:pt x="0" y="1004125"/>
                  </a:lnTo>
                  <a:lnTo>
                    <a:pt x="0" y="1009840"/>
                  </a:lnTo>
                  <a:lnTo>
                    <a:pt x="262445" y="1009840"/>
                  </a:lnTo>
                  <a:lnTo>
                    <a:pt x="262445" y="1061275"/>
                  </a:lnTo>
                  <a:lnTo>
                    <a:pt x="0" y="1061275"/>
                  </a:lnTo>
                  <a:lnTo>
                    <a:pt x="0" y="1066990"/>
                  </a:lnTo>
                  <a:lnTo>
                    <a:pt x="262445" y="1066990"/>
                  </a:lnTo>
                  <a:lnTo>
                    <a:pt x="262445" y="1118425"/>
                  </a:lnTo>
                  <a:lnTo>
                    <a:pt x="0" y="1118425"/>
                  </a:lnTo>
                  <a:lnTo>
                    <a:pt x="0" y="1124140"/>
                  </a:lnTo>
                  <a:lnTo>
                    <a:pt x="262445" y="1124140"/>
                  </a:lnTo>
                  <a:lnTo>
                    <a:pt x="262445" y="1175575"/>
                  </a:lnTo>
                  <a:lnTo>
                    <a:pt x="262445" y="1216914"/>
                  </a:lnTo>
                  <a:lnTo>
                    <a:pt x="262445" y="1232725"/>
                  </a:lnTo>
                  <a:lnTo>
                    <a:pt x="232765" y="1232725"/>
                  </a:lnTo>
                  <a:lnTo>
                    <a:pt x="240372" y="1230655"/>
                  </a:lnTo>
                  <a:lnTo>
                    <a:pt x="248500" y="1227061"/>
                  </a:lnTo>
                  <a:lnTo>
                    <a:pt x="256451" y="1222146"/>
                  </a:lnTo>
                  <a:lnTo>
                    <a:pt x="262445" y="1216914"/>
                  </a:lnTo>
                  <a:lnTo>
                    <a:pt x="262445" y="1175575"/>
                  </a:lnTo>
                  <a:lnTo>
                    <a:pt x="259003" y="1175575"/>
                  </a:lnTo>
                  <a:lnTo>
                    <a:pt x="253974" y="1174242"/>
                  </a:lnTo>
                  <a:lnTo>
                    <a:pt x="245592" y="1174432"/>
                  </a:lnTo>
                  <a:lnTo>
                    <a:pt x="237667" y="1175397"/>
                  </a:lnTo>
                  <a:lnTo>
                    <a:pt x="237058" y="1175575"/>
                  </a:lnTo>
                  <a:lnTo>
                    <a:pt x="0" y="1175575"/>
                  </a:lnTo>
                  <a:lnTo>
                    <a:pt x="0" y="1181290"/>
                  </a:lnTo>
                  <a:lnTo>
                    <a:pt x="222440" y="1181290"/>
                  </a:lnTo>
                  <a:lnTo>
                    <a:pt x="222237" y="1181392"/>
                  </a:lnTo>
                  <a:lnTo>
                    <a:pt x="198437" y="1212430"/>
                  </a:lnTo>
                  <a:lnTo>
                    <a:pt x="198628" y="1218907"/>
                  </a:lnTo>
                  <a:lnTo>
                    <a:pt x="201104" y="1224153"/>
                  </a:lnTo>
                  <a:lnTo>
                    <a:pt x="205867" y="1228153"/>
                  </a:lnTo>
                  <a:lnTo>
                    <a:pt x="210439" y="1231773"/>
                  </a:lnTo>
                  <a:lnTo>
                    <a:pt x="213385" y="1232725"/>
                  </a:lnTo>
                  <a:lnTo>
                    <a:pt x="0" y="1232725"/>
                  </a:lnTo>
                  <a:lnTo>
                    <a:pt x="0" y="1238440"/>
                  </a:lnTo>
                  <a:lnTo>
                    <a:pt x="262445" y="1238440"/>
                  </a:lnTo>
                  <a:lnTo>
                    <a:pt x="262445" y="1286294"/>
                  </a:lnTo>
                  <a:lnTo>
                    <a:pt x="181927" y="1286294"/>
                  </a:lnTo>
                  <a:lnTo>
                    <a:pt x="181927" y="1293444"/>
                  </a:lnTo>
                  <a:lnTo>
                    <a:pt x="262445" y="1293444"/>
                  </a:lnTo>
                  <a:lnTo>
                    <a:pt x="262445" y="1343444"/>
                  </a:lnTo>
                  <a:lnTo>
                    <a:pt x="181927" y="1343444"/>
                  </a:lnTo>
                  <a:lnTo>
                    <a:pt x="181927" y="1350594"/>
                  </a:lnTo>
                  <a:lnTo>
                    <a:pt x="262445" y="1350594"/>
                  </a:lnTo>
                  <a:lnTo>
                    <a:pt x="262445" y="1377569"/>
                  </a:lnTo>
                  <a:lnTo>
                    <a:pt x="260451" y="1375981"/>
                  </a:lnTo>
                  <a:lnTo>
                    <a:pt x="253974" y="1374267"/>
                  </a:lnTo>
                  <a:lnTo>
                    <a:pt x="245592" y="1374457"/>
                  </a:lnTo>
                  <a:lnTo>
                    <a:pt x="208038" y="1392262"/>
                  </a:lnTo>
                  <a:lnTo>
                    <a:pt x="202095" y="1400594"/>
                  </a:lnTo>
                  <a:lnTo>
                    <a:pt x="181927" y="1400594"/>
                  </a:lnTo>
                  <a:lnTo>
                    <a:pt x="181927" y="1407744"/>
                  </a:lnTo>
                  <a:lnTo>
                    <a:pt x="199377" y="1407744"/>
                  </a:lnTo>
                  <a:lnTo>
                    <a:pt x="198437" y="1412455"/>
                  </a:lnTo>
                  <a:lnTo>
                    <a:pt x="223583" y="1433893"/>
                  </a:lnTo>
                  <a:lnTo>
                    <a:pt x="232067" y="1432941"/>
                  </a:lnTo>
                  <a:lnTo>
                    <a:pt x="268097" y="1409890"/>
                  </a:lnTo>
                  <a:lnTo>
                    <a:pt x="269062" y="1407744"/>
                  </a:lnTo>
                  <a:lnTo>
                    <a:pt x="293065" y="1407744"/>
                  </a:lnTo>
                  <a:lnTo>
                    <a:pt x="293065" y="1400594"/>
                  </a:lnTo>
                  <a:lnTo>
                    <a:pt x="271716" y="1400594"/>
                  </a:lnTo>
                  <a:lnTo>
                    <a:pt x="272732" y="1395310"/>
                  </a:lnTo>
                  <a:lnTo>
                    <a:pt x="272542" y="1388071"/>
                  </a:lnTo>
                  <a:lnTo>
                    <a:pt x="272453" y="1387894"/>
                  </a:lnTo>
                  <a:lnTo>
                    <a:pt x="272453" y="1350594"/>
                  </a:lnTo>
                  <a:lnTo>
                    <a:pt x="293065" y="1350594"/>
                  </a:lnTo>
                  <a:lnTo>
                    <a:pt x="293065" y="1343444"/>
                  </a:lnTo>
                  <a:lnTo>
                    <a:pt x="272453" y="1343444"/>
                  </a:lnTo>
                  <a:lnTo>
                    <a:pt x="272453" y="1293444"/>
                  </a:lnTo>
                  <a:lnTo>
                    <a:pt x="293065" y="1293444"/>
                  </a:lnTo>
                  <a:lnTo>
                    <a:pt x="293065" y="1286294"/>
                  </a:lnTo>
                  <a:lnTo>
                    <a:pt x="272453" y="1286294"/>
                  </a:lnTo>
                  <a:lnTo>
                    <a:pt x="272453" y="1238440"/>
                  </a:lnTo>
                  <a:lnTo>
                    <a:pt x="433806" y="1238440"/>
                  </a:lnTo>
                  <a:lnTo>
                    <a:pt x="433806" y="1289875"/>
                  </a:lnTo>
                  <a:lnTo>
                    <a:pt x="443814" y="1289875"/>
                  </a:lnTo>
                  <a:lnTo>
                    <a:pt x="443814" y="1238440"/>
                  </a:lnTo>
                  <a:lnTo>
                    <a:pt x="905052" y="1238440"/>
                  </a:lnTo>
                  <a:lnTo>
                    <a:pt x="904544" y="1241005"/>
                  </a:lnTo>
                  <a:lnTo>
                    <a:pt x="904735" y="1247482"/>
                  </a:lnTo>
                  <a:lnTo>
                    <a:pt x="929690" y="1262443"/>
                  </a:lnTo>
                  <a:lnTo>
                    <a:pt x="938174" y="1261491"/>
                  </a:lnTo>
                  <a:lnTo>
                    <a:pt x="946480" y="1259230"/>
                  </a:lnTo>
                  <a:lnTo>
                    <a:pt x="954608" y="1255636"/>
                  </a:lnTo>
                  <a:lnTo>
                    <a:pt x="962558" y="1250721"/>
                  </a:lnTo>
                  <a:lnTo>
                    <a:pt x="968552" y="1245489"/>
                  </a:lnTo>
                  <a:lnTo>
                    <a:pt x="968552" y="1286294"/>
                  </a:lnTo>
                  <a:lnTo>
                    <a:pt x="888034" y="1286294"/>
                  </a:lnTo>
                  <a:lnTo>
                    <a:pt x="888034" y="1293444"/>
                  </a:lnTo>
                  <a:lnTo>
                    <a:pt x="968552" y="1293444"/>
                  </a:lnTo>
                  <a:lnTo>
                    <a:pt x="968552" y="1343444"/>
                  </a:lnTo>
                  <a:lnTo>
                    <a:pt x="888034" y="1343444"/>
                  </a:lnTo>
                  <a:lnTo>
                    <a:pt x="888034" y="1350594"/>
                  </a:lnTo>
                  <a:lnTo>
                    <a:pt x="968552" y="1350594"/>
                  </a:lnTo>
                  <a:lnTo>
                    <a:pt x="968552" y="1400594"/>
                  </a:lnTo>
                  <a:lnTo>
                    <a:pt x="888034" y="1400594"/>
                  </a:lnTo>
                  <a:lnTo>
                    <a:pt x="888034" y="1407744"/>
                  </a:lnTo>
                  <a:lnTo>
                    <a:pt x="932992" y="1407744"/>
                  </a:lnTo>
                  <a:lnTo>
                    <a:pt x="928331" y="1409992"/>
                  </a:lnTo>
                  <a:lnTo>
                    <a:pt x="904544" y="1441030"/>
                  </a:lnTo>
                  <a:lnTo>
                    <a:pt x="904735" y="1447507"/>
                  </a:lnTo>
                  <a:lnTo>
                    <a:pt x="929690" y="1462468"/>
                  </a:lnTo>
                  <a:lnTo>
                    <a:pt x="938174" y="1461516"/>
                  </a:lnTo>
                  <a:lnTo>
                    <a:pt x="974204" y="1438465"/>
                  </a:lnTo>
                  <a:lnTo>
                    <a:pt x="978839" y="1423885"/>
                  </a:lnTo>
                  <a:lnTo>
                    <a:pt x="978649" y="1416646"/>
                  </a:lnTo>
                  <a:lnTo>
                    <a:pt x="978560" y="1416469"/>
                  </a:lnTo>
                  <a:lnTo>
                    <a:pt x="978560" y="1407744"/>
                  </a:lnTo>
                  <a:lnTo>
                    <a:pt x="999172" y="1407744"/>
                  </a:lnTo>
                  <a:lnTo>
                    <a:pt x="999172" y="1400594"/>
                  </a:lnTo>
                  <a:lnTo>
                    <a:pt x="978560" y="1400594"/>
                  </a:lnTo>
                  <a:lnTo>
                    <a:pt x="978560" y="1350594"/>
                  </a:lnTo>
                  <a:lnTo>
                    <a:pt x="999172" y="1350594"/>
                  </a:lnTo>
                  <a:lnTo>
                    <a:pt x="999172" y="1343444"/>
                  </a:lnTo>
                  <a:lnTo>
                    <a:pt x="978560" y="1343444"/>
                  </a:lnTo>
                  <a:lnTo>
                    <a:pt x="978560" y="1293444"/>
                  </a:lnTo>
                  <a:lnTo>
                    <a:pt x="999172" y="1293444"/>
                  </a:lnTo>
                  <a:lnTo>
                    <a:pt x="999172" y="1286294"/>
                  </a:lnTo>
                  <a:lnTo>
                    <a:pt x="978560" y="1286294"/>
                  </a:lnTo>
                  <a:lnTo>
                    <a:pt x="978560" y="1238440"/>
                  </a:lnTo>
                  <a:lnTo>
                    <a:pt x="1135824" y="1238440"/>
                  </a:lnTo>
                  <a:lnTo>
                    <a:pt x="1139952" y="1238440"/>
                  </a:lnTo>
                  <a:lnTo>
                    <a:pt x="1148524" y="1238440"/>
                  </a:lnTo>
                  <a:lnTo>
                    <a:pt x="1358252" y="1238440"/>
                  </a:lnTo>
                  <a:lnTo>
                    <a:pt x="1358049" y="1238542"/>
                  </a:lnTo>
                  <a:lnTo>
                    <a:pt x="1334262" y="1269580"/>
                  </a:lnTo>
                  <a:lnTo>
                    <a:pt x="1334452" y="1276057"/>
                  </a:lnTo>
                  <a:lnTo>
                    <a:pt x="1336929" y="1281303"/>
                  </a:lnTo>
                  <a:lnTo>
                    <a:pt x="1341691" y="1285303"/>
                  </a:lnTo>
                  <a:lnTo>
                    <a:pt x="1342936" y="1286294"/>
                  </a:lnTo>
                  <a:lnTo>
                    <a:pt x="1317739" y="1286294"/>
                  </a:lnTo>
                  <a:lnTo>
                    <a:pt x="1317739" y="1293444"/>
                  </a:lnTo>
                  <a:lnTo>
                    <a:pt x="1398270" y="1293444"/>
                  </a:lnTo>
                  <a:lnTo>
                    <a:pt x="1398270" y="1343444"/>
                  </a:lnTo>
                  <a:lnTo>
                    <a:pt x="1317739" y="1343444"/>
                  </a:lnTo>
                  <a:lnTo>
                    <a:pt x="1317739" y="1350594"/>
                  </a:lnTo>
                  <a:lnTo>
                    <a:pt x="1398270" y="1350594"/>
                  </a:lnTo>
                  <a:lnTo>
                    <a:pt x="1398270" y="1400594"/>
                  </a:lnTo>
                  <a:lnTo>
                    <a:pt x="1317739" y="1400594"/>
                  </a:lnTo>
                  <a:lnTo>
                    <a:pt x="1317739" y="1407744"/>
                  </a:lnTo>
                  <a:lnTo>
                    <a:pt x="1398270" y="1407744"/>
                  </a:lnTo>
                  <a:lnTo>
                    <a:pt x="1398270" y="1434731"/>
                  </a:lnTo>
                  <a:lnTo>
                    <a:pt x="1396263" y="1433131"/>
                  </a:lnTo>
                  <a:lnTo>
                    <a:pt x="1389786" y="1431417"/>
                  </a:lnTo>
                  <a:lnTo>
                    <a:pt x="1381404" y="1431607"/>
                  </a:lnTo>
                  <a:lnTo>
                    <a:pt x="1343850" y="1449412"/>
                  </a:lnTo>
                  <a:lnTo>
                    <a:pt x="1337919" y="1457744"/>
                  </a:lnTo>
                  <a:lnTo>
                    <a:pt x="1317739" y="1457744"/>
                  </a:lnTo>
                  <a:lnTo>
                    <a:pt x="1317739" y="1464894"/>
                  </a:lnTo>
                  <a:lnTo>
                    <a:pt x="1335201" y="1464894"/>
                  </a:lnTo>
                  <a:lnTo>
                    <a:pt x="1334262" y="1469605"/>
                  </a:lnTo>
                  <a:lnTo>
                    <a:pt x="1359408" y="1491043"/>
                  </a:lnTo>
                  <a:lnTo>
                    <a:pt x="1367891" y="1490091"/>
                  </a:lnTo>
                  <a:lnTo>
                    <a:pt x="1403908" y="1467040"/>
                  </a:lnTo>
                  <a:lnTo>
                    <a:pt x="1404886" y="1464894"/>
                  </a:lnTo>
                  <a:lnTo>
                    <a:pt x="1428889" y="1464894"/>
                  </a:lnTo>
                  <a:lnTo>
                    <a:pt x="1428889" y="1457744"/>
                  </a:lnTo>
                  <a:lnTo>
                    <a:pt x="1407541" y="1457744"/>
                  </a:lnTo>
                  <a:lnTo>
                    <a:pt x="1408557" y="1452460"/>
                  </a:lnTo>
                  <a:lnTo>
                    <a:pt x="1408366" y="1445221"/>
                  </a:lnTo>
                  <a:lnTo>
                    <a:pt x="1408264" y="1445018"/>
                  </a:lnTo>
                  <a:lnTo>
                    <a:pt x="1408264" y="1407744"/>
                  </a:lnTo>
                  <a:lnTo>
                    <a:pt x="1428889" y="1407744"/>
                  </a:lnTo>
                  <a:lnTo>
                    <a:pt x="1428889" y="1400594"/>
                  </a:lnTo>
                  <a:lnTo>
                    <a:pt x="1408264" y="1400594"/>
                  </a:lnTo>
                  <a:lnTo>
                    <a:pt x="1408264" y="1350594"/>
                  </a:lnTo>
                  <a:lnTo>
                    <a:pt x="1428889" y="1350594"/>
                  </a:lnTo>
                  <a:lnTo>
                    <a:pt x="1428889" y="1343444"/>
                  </a:lnTo>
                  <a:lnTo>
                    <a:pt x="1408264" y="1343444"/>
                  </a:lnTo>
                  <a:lnTo>
                    <a:pt x="1408264" y="1293444"/>
                  </a:lnTo>
                  <a:lnTo>
                    <a:pt x="1428889" y="1293444"/>
                  </a:lnTo>
                  <a:lnTo>
                    <a:pt x="1428889" y="1286294"/>
                  </a:lnTo>
                  <a:lnTo>
                    <a:pt x="1408264" y="1286294"/>
                  </a:lnTo>
                  <a:lnTo>
                    <a:pt x="1408264" y="1253972"/>
                  </a:lnTo>
                  <a:lnTo>
                    <a:pt x="1408557" y="1252435"/>
                  </a:lnTo>
                  <a:lnTo>
                    <a:pt x="1408366" y="1245196"/>
                  </a:lnTo>
                  <a:lnTo>
                    <a:pt x="1408264" y="1244993"/>
                  </a:lnTo>
                  <a:lnTo>
                    <a:pt x="1408264" y="1238440"/>
                  </a:lnTo>
                  <a:lnTo>
                    <a:pt x="1569631" y="1238440"/>
                  </a:lnTo>
                  <a:lnTo>
                    <a:pt x="1569631" y="1261300"/>
                  </a:lnTo>
                  <a:lnTo>
                    <a:pt x="1579626" y="1261300"/>
                  </a:lnTo>
                  <a:lnTo>
                    <a:pt x="1579626" y="1238440"/>
                  </a:lnTo>
                  <a:lnTo>
                    <a:pt x="2339175" y="1238440"/>
                  </a:lnTo>
                  <a:lnTo>
                    <a:pt x="2339175" y="1232725"/>
                  </a:lnTo>
                  <a:lnTo>
                    <a:pt x="1579626" y="1232725"/>
                  </a:lnTo>
                  <a:lnTo>
                    <a:pt x="1579626" y="1181290"/>
                  </a:lnTo>
                  <a:lnTo>
                    <a:pt x="2339175" y="1181290"/>
                  </a:lnTo>
                  <a:lnTo>
                    <a:pt x="2339175" y="1175575"/>
                  </a:lnTo>
                  <a:lnTo>
                    <a:pt x="1579626" y="1175575"/>
                  </a:lnTo>
                  <a:lnTo>
                    <a:pt x="1579626" y="1124140"/>
                  </a:lnTo>
                  <a:lnTo>
                    <a:pt x="2339175" y="1124140"/>
                  </a:lnTo>
                  <a:lnTo>
                    <a:pt x="2339175" y="1118425"/>
                  </a:lnTo>
                  <a:lnTo>
                    <a:pt x="1579626" y="1118425"/>
                  </a:lnTo>
                  <a:lnTo>
                    <a:pt x="1579626" y="1066990"/>
                  </a:lnTo>
                  <a:lnTo>
                    <a:pt x="2339175" y="1066990"/>
                  </a:lnTo>
                  <a:lnTo>
                    <a:pt x="2339175" y="1061275"/>
                  </a:lnTo>
                  <a:lnTo>
                    <a:pt x="1579626" y="1061275"/>
                  </a:lnTo>
                  <a:lnTo>
                    <a:pt x="1579626" y="1009840"/>
                  </a:lnTo>
                  <a:lnTo>
                    <a:pt x="2339175" y="1009840"/>
                  </a:lnTo>
                  <a:lnTo>
                    <a:pt x="2339175" y="1004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4" name="object 174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5346024" y="5217654"/>
              <a:ext cx="302585" cy="265584"/>
            </a:xfrm>
            <a:prstGeom prst="rect">
              <a:avLst/>
            </a:prstGeom>
          </p:spPr>
        </p:pic>
        <p:sp>
          <p:nvSpPr>
            <p:cNvPr id="175" name="object 175"/>
            <p:cNvSpPr/>
            <p:nvPr/>
          </p:nvSpPr>
          <p:spPr>
            <a:xfrm>
              <a:off x="5665437" y="5276151"/>
              <a:ext cx="10160" cy="360045"/>
            </a:xfrm>
            <a:custGeom>
              <a:avLst/>
              <a:gdLst/>
              <a:ahLst/>
              <a:cxnLst/>
              <a:rect l="l" t="t" r="r" b="b"/>
              <a:pathLst>
                <a:path w="10160" h="360045">
                  <a:moveTo>
                    <a:pt x="10001" y="360045"/>
                  </a:moveTo>
                  <a:lnTo>
                    <a:pt x="0" y="36004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600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6" name="object 176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648919" y="5234813"/>
              <a:ext cx="111140" cy="116776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5665432" y="5236155"/>
              <a:ext cx="245745" cy="400050"/>
            </a:xfrm>
            <a:custGeom>
              <a:avLst/>
              <a:gdLst/>
              <a:ahLst/>
              <a:cxnLst/>
              <a:rect l="l" t="t" r="r" b="b"/>
              <a:pathLst>
                <a:path w="245745" h="400050">
                  <a:moveTo>
                    <a:pt x="74295" y="191160"/>
                  </a:moveTo>
                  <a:lnTo>
                    <a:pt x="74104" y="183921"/>
                  </a:lnTo>
                  <a:lnTo>
                    <a:pt x="71526" y="178689"/>
                  </a:lnTo>
                  <a:lnTo>
                    <a:pt x="66573" y="175450"/>
                  </a:lnTo>
                  <a:lnTo>
                    <a:pt x="62001" y="171831"/>
                  </a:lnTo>
                  <a:lnTo>
                    <a:pt x="55524" y="170116"/>
                  </a:lnTo>
                  <a:lnTo>
                    <a:pt x="47142" y="170307"/>
                  </a:lnTo>
                  <a:lnTo>
                    <a:pt x="39217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69646" y="205740"/>
                  </a:lnTo>
                  <a:lnTo>
                    <a:pt x="72847" y="198729"/>
                  </a:lnTo>
                  <a:lnTo>
                    <a:pt x="74295" y="191160"/>
                  </a:lnTo>
                  <a:close/>
                </a:path>
                <a:path w="245745" h="400050">
                  <a:moveTo>
                    <a:pt x="193929" y="18859"/>
                  </a:moveTo>
                  <a:lnTo>
                    <a:pt x="193167" y="15240"/>
                  </a:lnTo>
                  <a:lnTo>
                    <a:pt x="191452" y="11811"/>
                  </a:lnTo>
                  <a:lnTo>
                    <a:pt x="188785" y="8572"/>
                  </a:lnTo>
                  <a:lnTo>
                    <a:pt x="180784" y="0"/>
                  </a:lnTo>
                  <a:lnTo>
                    <a:pt x="176784" y="0"/>
                  </a:lnTo>
                  <a:lnTo>
                    <a:pt x="179641" y="2857"/>
                  </a:lnTo>
                  <a:lnTo>
                    <a:pt x="181457" y="6477"/>
                  </a:lnTo>
                  <a:lnTo>
                    <a:pt x="167830" y="27813"/>
                  </a:lnTo>
                  <a:lnTo>
                    <a:pt x="164693" y="32575"/>
                  </a:lnTo>
                  <a:lnTo>
                    <a:pt x="163931" y="38290"/>
                  </a:lnTo>
                  <a:lnTo>
                    <a:pt x="164693" y="41910"/>
                  </a:lnTo>
                  <a:lnTo>
                    <a:pt x="166408" y="45339"/>
                  </a:lnTo>
                  <a:lnTo>
                    <a:pt x="169075" y="48577"/>
                  </a:lnTo>
                  <a:lnTo>
                    <a:pt x="176784" y="57150"/>
                  </a:lnTo>
                  <a:lnTo>
                    <a:pt x="179641" y="60007"/>
                  </a:lnTo>
                  <a:lnTo>
                    <a:pt x="181457" y="63627"/>
                  </a:lnTo>
                  <a:lnTo>
                    <a:pt x="167830" y="84963"/>
                  </a:lnTo>
                  <a:lnTo>
                    <a:pt x="164693" y="89725"/>
                  </a:lnTo>
                  <a:lnTo>
                    <a:pt x="163931" y="95440"/>
                  </a:lnTo>
                  <a:lnTo>
                    <a:pt x="164693" y="99060"/>
                  </a:lnTo>
                  <a:lnTo>
                    <a:pt x="166408" y="102489"/>
                  </a:lnTo>
                  <a:lnTo>
                    <a:pt x="169075" y="105727"/>
                  </a:lnTo>
                  <a:lnTo>
                    <a:pt x="176784" y="114300"/>
                  </a:lnTo>
                  <a:lnTo>
                    <a:pt x="179641" y="117157"/>
                  </a:lnTo>
                  <a:lnTo>
                    <a:pt x="181457" y="120777"/>
                  </a:lnTo>
                  <a:lnTo>
                    <a:pt x="167830" y="142113"/>
                  </a:lnTo>
                  <a:lnTo>
                    <a:pt x="164693" y="146875"/>
                  </a:lnTo>
                  <a:lnTo>
                    <a:pt x="163931" y="152590"/>
                  </a:lnTo>
                  <a:lnTo>
                    <a:pt x="164693" y="156210"/>
                  </a:lnTo>
                  <a:lnTo>
                    <a:pt x="166408" y="159639"/>
                  </a:lnTo>
                  <a:lnTo>
                    <a:pt x="169075" y="162877"/>
                  </a:lnTo>
                  <a:lnTo>
                    <a:pt x="176784" y="171450"/>
                  </a:lnTo>
                  <a:lnTo>
                    <a:pt x="179641" y="174307"/>
                  </a:lnTo>
                  <a:lnTo>
                    <a:pt x="181457" y="177927"/>
                  </a:lnTo>
                  <a:lnTo>
                    <a:pt x="167830" y="199263"/>
                  </a:lnTo>
                  <a:lnTo>
                    <a:pt x="164693" y="204025"/>
                  </a:lnTo>
                  <a:lnTo>
                    <a:pt x="163931" y="209740"/>
                  </a:lnTo>
                  <a:lnTo>
                    <a:pt x="164693" y="213360"/>
                  </a:lnTo>
                  <a:lnTo>
                    <a:pt x="166408" y="216789"/>
                  </a:lnTo>
                  <a:lnTo>
                    <a:pt x="169075" y="220027"/>
                  </a:lnTo>
                  <a:lnTo>
                    <a:pt x="176784" y="228600"/>
                  </a:lnTo>
                  <a:lnTo>
                    <a:pt x="180784" y="228600"/>
                  </a:lnTo>
                  <a:lnTo>
                    <a:pt x="177736" y="224599"/>
                  </a:lnTo>
                  <a:lnTo>
                    <a:pt x="176022" y="221068"/>
                  </a:lnTo>
                  <a:lnTo>
                    <a:pt x="175641" y="218020"/>
                  </a:lnTo>
                  <a:lnTo>
                    <a:pt x="176593" y="212877"/>
                  </a:lnTo>
                  <a:lnTo>
                    <a:pt x="179552" y="208495"/>
                  </a:lnTo>
                  <a:lnTo>
                    <a:pt x="184505" y="204876"/>
                  </a:lnTo>
                  <a:lnTo>
                    <a:pt x="190030" y="200685"/>
                  </a:lnTo>
                  <a:lnTo>
                    <a:pt x="193167" y="195834"/>
                  </a:lnTo>
                  <a:lnTo>
                    <a:pt x="193929" y="190309"/>
                  </a:lnTo>
                  <a:lnTo>
                    <a:pt x="193167" y="186690"/>
                  </a:lnTo>
                  <a:lnTo>
                    <a:pt x="191452" y="183261"/>
                  </a:lnTo>
                  <a:lnTo>
                    <a:pt x="188785" y="180022"/>
                  </a:lnTo>
                  <a:lnTo>
                    <a:pt x="180784" y="171450"/>
                  </a:lnTo>
                  <a:lnTo>
                    <a:pt x="177736" y="167449"/>
                  </a:lnTo>
                  <a:lnTo>
                    <a:pt x="176022" y="163918"/>
                  </a:lnTo>
                  <a:lnTo>
                    <a:pt x="175641" y="160870"/>
                  </a:lnTo>
                  <a:lnTo>
                    <a:pt x="176593" y="155727"/>
                  </a:lnTo>
                  <a:lnTo>
                    <a:pt x="179552" y="151345"/>
                  </a:lnTo>
                  <a:lnTo>
                    <a:pt x="184505" y="147726"/>
                  </a:lnTo>
                  <a:lnTo>
                    <a:pt x="190030" y="143535"/>
                  </a:lnTo>
                  <a:lnTo>
                    <a:pt x="193167" y="138684"/>
                  </a:lnTo>
                  <a:lnTo>
                    <a:pt x="193929" y="133159"/>
                  </a:lnTo>
                  <a:lnTo>
                    <a:pt x="193167" y="129540"/>
                  </a:lnTo>
                  <a:lnTo>
                    <a:pt x="191452" y="126111"/>
                  </a:lnTo>
                  <a:lnTo>
                    <a:pt x="188785" y="122872"/>
                  </a:lnTo>
                  <a:lnTo>
                    <a:pt x="180784" y="114300"/>
                  </a:lnTo>
                  <a:lnTo>
                    <a:pt x="177736" y="110299"/>
                  </a:lnTo>
                  <a:lnTo>
                    <a:pt x="176022" y="106768"/>
                  </a:lnTo>
                  <a:lnTo>
                    <a:pt x="175641" y="103720"/>
                  </a:lnTo>
                  <a:lnTo>
                    <a:pt x="176593" y="98577"/>
                  </a:lnTo>
                  <a:lnTo>
                    <a:pt x="179552" y="94195"/>
                  </a:lnTo>
                  <a:lnTo>
                    <a:pt x="184505" y="90576"/>
                  </a:lnTo>
                  <a:lnTo>
                    <a:pt x="190030" y="86385"/>
                  </a:lnTo>
                  <a:lnTo>
                    <a:pt x="193167" y="81534"/>
                  </a:lnTo>
                  <a:lnTo>
                    <a:pt x="193929" y="76009"/>
                  </a:lnTo>
                  <a:lnTo>
                    <a:pt x="193167" y="72390"/>
                  </a:lnTo>
                  <a:lnTo>
                    <a:pt x="191452" y="68961"/>
                  </a:lnTo>
                  <a:lnTo>
                    <a:pt x="188785" y="65722"/>
                  </a:lnTo>
                  <a:lnTo>
                    <a:pt x="180784" y="57150"/>
                  </a:lnTo>
                  <a:lnTo>
                    <a:pt x="177736" y="53149"/>
                  </a:lnTo>
                  <a:lnTo>
                    <a:pt x="176022" y="49618"/>
                  </a:lnTo>
                  <a:lnTo>
                    <a:pt x="175641" y="46570"/>
                  </a:lnTo>
                  <a:lnTo>
                    <a:pt x="176593" y="41427"/>
                  </a:lnTo>
                  <a:lnTo>
                    <a:pt x="179552" y="37045"/>
                  </a:lnTo>
                  <a:lnTo>
                    <a:pt x="184505" y="33426"/>
                  </a:lnTo>
                  <a:lnTo>
                    <a:pt x="190030" y="29235"/>
                  </a:lnTo>
                  <a:lnTo>
                    <a:pt x="193167" y="24384"/>
                  </a:lnTo>
                  <a:lnTo>
                    <a:pt x="193929" y="18859"/>
                  </a:lnTo>
                  <a:close/>
                </a:path>
                <a:path w="245745" h="400050">
                  <a:moveTo>
                    <a:pt x="245364" y="40005"/>
                  </a:moveTo>
                  <a:lnTo>
                    <a:pt x="235369" y="40005"/>
                  </a:lnTo>
                  <a:lnTo>
                    <a:pt x="235369" y="400050"/>
                  </a:lnTo>
                  <a:lnTo>
                    <a:pt x="245364" y="400050"/>
                  </a:lnTo>
                  <a:lnTo>
                    <a:pt x="245364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8" name="object 178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884287" y="5234813"/>
              <a:ext cx="111140" cy="116776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5900801" y="4374905"/>
              <a:ext cx="1367155" cy="1405890"/>
            </a:xfrm>
            <a:custGeom>
              <a:avLst/>
              <a:gdLst/>
              <a:ahLst/>
              <a:cxnLst/>
              <a:rect l="l" t="t" r="r" b="b"/>
              <a:pathLst>
                <a:path w="1367154" h="1405889">
                  <a:moveTo>
                    <a:pt x="74295" y="1052410"/>
                  </a:moveTo>
                  <a:lnTo>
                    <a:pt x="74104" y="1045171"/>
                  </a:lnTo>
                  <a:lnTo>
                    <a:pt x="71526" y="1039939"/>
                  </a:lnTo>
                  <a:lnTo>
                    <a:pt x="66573" y="1036701"/>
                  </a:lnTo>
                  <a:lnTo>
                    <a:pt x="62001" y="1033081"/>
                  </a:lnTo>
                  <a:lnTo>
                    <a:pt x="55524" y="1031367"/>
                  </a:lnTo>
                  <a:lnTo>
                    <a:pt x="47142" y="1031557"/>
                  </a:lnTo>
                  <a:lnTo>
                    <a:pt x="39217" y="1032522"/>
                  </a:lnTo>
                  <a:lnTo>
                    <a:pt x="4648" y="1055624"/>
                  </a:lnTo>
                  <a:lnTo>
                    <a:pt x="0" y="1069555"/>
                  </a:lnTo>
                  <a:lnTo>
                    <a:pt x="190" y="1076032"/>
                  </a:lnTo>
                  <a:lnTo>
                    <a:pt x="25146" y="1090993"/>
                  </a:lnTo>
                  <a:lnTo>
                    <a:pt x="33629" y="1090041"/>
                  </a:lnTo>
                  <a:lnTo>
                    <a:pt x="69646" y="1066990"/>
                  </a:lnTo>
                  <a:lnTo>
                    <a:pt x="72847" y="1059980"/>
                  </a:lnTo>
                  <a:lnTo>
                    <a:pt x="74295" y="1052410"/>
                  </a:lnTo>
                  <a:close/>
                </a:path>
                <a:path w="1367154" h="1405889">
                  <a:moveTo>
                    <a:pt x="1367091" y="1004125"/>
                  </a:moveTo>
                  <a:lnTo>
                    <a:pt x="675081" y="1004125"/>
                  </a:lnTo>
                  <a:lnTo>
                    <a:pt x="675081" y="929830"/>
                  </a:lnTo>
                  <a:lnTo>
                    <a:pt x="665086" y="929830"/>
                  </a:lnTo>
                  <a:lnTo>
                    <a:pt x="665086" y="1232725"/>
                  </a:lnTo>
                  <a:lnTo>
                    <a:pt x="503720" y="1232725"/>
                  </a:lnTo>
                  <a:lnTo>
                    <a:pt x="503720" y="1181290"/>
                  </a:lnTo>
                  <a:lnTo>
                    <a:pt x="665086" y="1181290"/>
                  </a:lnTo>
                  <a:lnTo>
                    <a:pt x="665086" y="1175575"/>
                  </a:lnTo>
                  <a:lnTo>
                    <a:pt x="503720" y="1175575"/>
                  </a:lnTo>
                  <a:lnTo>
                    <a:pt x="503720" y="1168247"/>
                  </a:lnTo>
                  <a:lnTo>
                    <a:pt x="504012" y="1166710"/>
                  </a:lnTo>
                  <a:lnTo>
                    <a:pt x="503821" y="1159471"/>
                  </a:lnTo>
                  <a:lnTo>
                    <a:pt x="503720" y="1159268"/>
                  </a:lnTo>
                  <a:lnTo>
                    <a:pt x="503720" y="1124140"/>
                  </a:lnTo>
                  <a:lnTo>
                    <a:pt x="665086" y="1124140"/>
                  </a:lnTo>
                  <a:lnTo>
                    <a:pt x="665086" y="1118425"/>
                  </a:lnTo>
                  <a:lnTo>
                    <a:pt x="503720" y="1118425"/>
                  </a:lnTo>
                  <a:lnTo>
                    <a:pt x="503720" y="1066990"/>
                  </a:lnTo>
                  <a:lnTo>
                    <a:pt x="608152" y="1066990"/>
                  </a:lnTo>
                  <a:lnTo>
                    <a:pt x="608025" y="1067181"/>
                  </a:lnTo>
                  <a:lnTo>
                    <a:pt x="603072" y="1070991"/>
                  </a:lnTo>
                  <a:lnTo>
                    <a:pt x="597547" y="1074801"/>
                  </a:lnTo>
                  <a:lnTo>
                    <a:pt x="594410" y="1079563"/>
                  </a:lnTo>
                  <a:lnTo>
                    <a:pt x="593648" y="1085278"/>
                  </a:lnTo>
                  <a:lnTo>
                    <a:pt x="594410" y="1088898"/>
                  </a:lnTo>
                  <a:lnTo>
                    <a:pt x="596125" y="1092327"/>
                  </a:lnTo>
                  <a:lnTo>
                    <a:pt x="598792" y="1095565"/>
                  </a:lnTo>
                  <a:lnTo>
                    <a:pt x="606501" y="1104138"/>
                  </a:lnTo>
                  <a:lnTo>
                    <a:pt x="610501" y="1104138"/>
                  </a:lnTo>
                  <a:lnTo>
                    <a:pt x="607453" y="1100137"/>
                  </a:lnTo>
                  <a:lnTo>
                    <a:pt x="605739" y="1096606"/>
                  </a:lnTo>
                  <a:lnTo>
                    <a:pt x="605358" y="1093558"/>
                  </a:lnTo>
                  <a:lnTo>
                    <a:pt x="606310" y="1088415"/>
                  </a:lnTo>
                  <a:lnTo>
                    <a:pt x="609269" y="1084033"/>
                  </a:lnTo>
                  <a:lnTo>
                    <a:pt x="614222" y="1080414"/>
                  </a:lnTo>
                  <a:lnTo>
                    <a:pt x="619747" y="1076223"/>
                  </a:lnTo>
                  <a:lnTo>
                    <a:pt x="622884" y="1071372"/>
                  </a:lnTo>
                  <a:lnTo>
                    <a:pt x="623481" y="1066990"/>
                  </a:lnTo>
                  <a:lnTo>
                    <a:pt x="665086" y="1066990"/>
                  </a:lnTo>
                  <a:lnTo>
                    <a:pt x="665086" y="1061275"/>
                  </a:lnTo>
                  <a:lnTo>
                    <a:pt x="622401" y="1061275"/>
                  </a:lnTo>
                  <a:lnTo>
                    <a:pt x="621169" y="1058799"/>
                  </a:lnTo>
                  <a:lnTo>
                    <a:pt x="618502" y="1055560"/>
                  </a:lnTo>
                  <a:lnTo>
                    <a:pt x="611936" y="1048537"/>
                  </a:lnTo>
                  <a:lnTo>
                    <a:pt x="611936" y="1057846"/>
                  </a:lnTo>
                  <a:lnTo>
                    <a:pt x="611276" y="1061275"/>
                  </a:lnTo>
                  <a:lnTo>
                    <a:pt x="503720" y="1061275"/>
                  </a:lnTo>
                  <a:lnTo>
                    <a:pt x="503720" y="1009840"/>
                  </a:lnTo>
                  <a:lnTo>
                    <a:pt x="608152" y="1009840"/>
                  </a:lnTo>
                  <a:lnTo>
                    <a:pt x="608025" y="1010031"/>
                  </a:lnTo>
                  <a:lnTo>
                    <a:pt x="603072" y="1013841"/>
                  </a:lnTo>
                  <a:lnTo>
                    <a:pt x="597547" y="1017651"/>
                  </a:lnTo>
                  <a:lnTo>
                    <a:pt x="594410" y="1022413"/>
                  </a:lnTo>
                  <a:lnTo>
                    <a:pt x="593648" y="1028128"/>
                  </a:lnTo>
                  <a:lnTo>
                    <a:pt x="594410" y="1031748"/>
                  </a:lnTo>
                  <a:lnTo>
                    <a:pt x="596125" y="1035177"/>
                  </a:lnTo>
                  <a:lnTo>
                    <a:pt x="598792" y="1038415"/>
                  </a:lnTo>
                  <a:lnTo>
                    <a:pt x="606501" y="1046988"/>
                  </a:lnTo>
                  <a:lnTo>
                    <a:pt x="609358" y="1049845"/>
                  </a:lnTo>
                  <a:lnTo>
                    <a:pt x="611174" y="1053465"/>
                  </a:lnTo>
                  <a:lnTo>
                    <a:pt x="611936" y="1057846"/>
                  </a:lnTo>
                  <a:lnTo>
                    <a:pt x="611936" y="1048537"/>
                  </a:lnTo>
                  <a:lnTo>
                    <a:pt x="610501" y="1046988"/>
                  </a:lnTo>
                  <a:lnTo>
                    <a:pt x="607453" y="1042987"/>
                  </a:lnTo>
                  <a:lnTo>
                    <a:pt x="605739" y="1039456"/>
                  </a:lnTo>
                  <a:lnTo>
                    <a:pt x="605358" y="1036408"/>
                  </a:lnTo>
                  <a:lnTo>
                    <a:pt x="606310" y="1031265"/>
                  </a:lnTo>
                  <a:lnTo>
                    <a:pt x="609269" y="1026883"/>
                  </a:lnTo>
                  <a:lnTo>
                    <a:pt x="614222" y="1023264"/>
                  </a:lnTo>
                  <a:lnTo>
                    <a:pt x="619747" y="1019073"/>
                  </a:lnTo>
                  <a:lnTo>
                    <a:pt x="622884" y="1014222"/>
                  </a:lnTo>
                  <a:lnTo>
                    <a:pt x="623481" y="1009840"/>
                  </a:lnTo>
                  <a:lnTo>
                    <a:pt x="665086" y="1009840"/>
                  </a:lnTo>
                  <a:lnTo>
                    <a:pt x="665086" y="1004125"/>
                  </a:lnTo>
                  <a:lnTo>
                    <a:pt x="622401" y="1004125"/>
                  </a:lnTo>
                  <a:lnTo>
                    <a:pt x="621169" y="1001649"/>
                  </a:lnTo>
                  <a:lnTo>
                    <a:pt x="618502" y="998410"/>
                  </a:lnTo>
                  <a:lnTo>
                    <a:pt x="610501" y="989838"/>
                  </a:lnTo>
                  <a:lnTo>
                    <a:pt x="607453" y="985837"/>
                  </a:lnTo>
                  <a:lnTo>
                    <a:pt x="605739" y="982306"/>
                  </a:lnTo>
                  <a:lnTo>
                    <a:pt x="605358" y="979258"/>
                  </a:lnTo>
                  <a:lnTo>
                    <a:pt x="606310" y="974115"/>
                  </a:lnTo>
                  <a:lnTo>
                    <a:pt x="609269" y="969733"/>
                  </a:lnTo>
                  <a:lnTo>
                    <a:pt x="614222" y="966114"/>
                  </a:lnTo>
                  <a:lnTo>
                    <a:pt x="619747" y="961923"/>
                  </a:lnTo>
                  <a:lnTo>
                    <a:pt x="622884" y="957072"/>
                  </a:lnTo>
                  <a:lnTo>
                    <a:pt x="623646" y="951547"/>
                  </a:lnTo>
                  <a:lnTo>
                    <a:pt x="622884" y="947928"/>
                  </a:lnTo>
                  <a:lnTo>
                    <a:pt x="621169" y="944499"/>
                  </a:lnTo>
                  <a:lnTo>
                    <a:pt x="618502" y="941260"/>
                  </a:lnTo>
                  <a:lnTo>
                    <a:pt x="610501" y="932688"/>
                  </a:lnTo>
                  <a:lnTo>
                    <a:pt x="607453" y="928687"/>
                  </a:lnTo>
                  <a:lnTo>
                    <a:pt x="605739" y="925156"/>
                  </a:lnTo>
                  <a:lnTo>
                    <a:pt x="605358" y="922108"/>
                  </a:lnTo>
                  <a:lnTo>
                    <a:pt x="606310" y="916965"/>
                  </a:lnTo>
                  <a:lnTo>
                    <a:pt x="609269" y="912583"/>
                  </a:lnTo>
                  <a:lnTo>
                    <a:pt x="614222" y="908964"/>
                  </a:lnTo>
                  <a:lnTo>
                    <a:pt x="619747" y="904773"/>
                  </a:lnTo>
                  <a:lnTo>
                    <a:pt x="622884" y="899922"/>
                  </a:lnTo>
                  <a:lnTo>
                    <a:pt x="623646" y="894397"/>
                  </a:lnTo>
                  <a:lnTo>
                    <a:pt x="622884" y="890778"/>
                  </a:lnTo>
                  <a:lnTo>
                    <a:pt x="621169" y="887349"/>
                  </a:lnTo>
                  <a:lnTo>
                    <a:pt x="618502" y="884110"/>
                  </a:lnTo>
                  <a:lnTo>
                    <a:pt x="610501" y="875538"/>
                  </a:lnTo>
                  <a:lnTo>
                    <a:pt x="606501" y="875538"/>
                  </a:lnTo>
                  <a:lnTo>
                    <a:pt x="609358" y="878395"/>
                  </a:lnTo>
                  <a:lnTo>
                    <a:pt x="611174" y="882015"/>
                  </a:lnTo>
                  <a:lnTo>
                    <a:pt x="597547" y="903351"/>
                  </a:lnTo>
                  <a:lnTo>
                    <a:pt x="594410" y="908113"/>
                  </a:lnTo>
                  <a:lnTo>
                    <a:pt x="593648" y="913828"/>
                  </a:lnTo>
                  <a:lnTo>
                    <a:pt x="594410" y="917448"/>
                  </a:lnTo>
                  <a:lnTo>
                    <a:pt x="596125" y="920877"/>
                  </a:lnTo>
                  <a:lnTo>
                    <a:pt x="598792" y="924115"/>
                  </a:lnTo>
                  <a:lnTo>
                    <a:pt x="606501" y="932688"/>
                  </a:lnTo>
                  <a:lnTo>
                    <a:pt x="609358" y="935545"/>
                  </a:lnTo>
                  <a:lnTo>
                    <a:pt x="611174" y="939165"/>
                  </a:lnTo>
                  <a:lnTo>
                    <a:pt x="597547" y="960501"/>
                  </a:lnTo>
                  <a:lnTo>
                    <a:pt x="594410" y="965263"/>
                  </a:lnTo>
                  <a:lnTo>
                    <a:pt x="593648" y="970978"/>
                  </a:lnTo>
                  <a:lnTo>
                    <a:pt x="594410" y="974598"/>
                  </a:lnTo>
                  <a:lnTo>
                    <a:pt x="596125" y="978027"/>
                  </a:lnTo>
                  <a:lnTo>
                    <a:pt x="598792" y="981265"/>
                  </a:lnTo>
                  <a:lnTo>
                    <a:pt x="606501" y="989838"/>
                  </a:lnTo>
                  <a:lnTo>
                    <a:pt x="609358" y="992695"/>
                  </a:lnTo>
                  <a:lnTo>
                    <a:pt x="611174" y="996315"/>
                  </a:lnTo>
                  <a:lnTo>
                    <a:pt x="611936" y="1000696"/>
                  </a:lnTo>
                  <a:lnTo>
                    <a:pt x="611276" y="1004125"/>
                  </a:lnTo>
                  <a:lnTo>
                    <a:pt x="503720" y="1004125"/>
                  </a:lnTo>
                  <a:lnTo>
                    <a:pt x="503720" y="975550"/>
                  </a:lnTo>
                  <a:lnTo>
                    <a:pt x="493725" y="975550"/>
                  </a:lnTo>
                  <a:lnTo>
                    <a:pt x="493725" y="1232725"/>
                  </a:lnTo>
                  <a:lnTo>
                    <a:pt x="243979" y="1232725"/>
                  </a:lnTo>
                  <a:lnTo>
                    <a:pt x="243979" y="1181290"/>
                  </a:lnTo>
                  <a:lnTo>
                    <a:pt x="430225" y="1181290"/>
                  </a:lnTo>
                  <a:lnTo>
                    <a:pt x="429717" y="1183855"/>
                  </a:lnTo>
                  <a:lnTo>
                    <a:pt x="429907" y="1190332"/>
                  </a:lnTo>
                  <a:lnTo>
                    <a:pt x="454863" y="1205293"/>
                  </a:lnTo>
                  <a:lnTo>
                    <a:pt x="463346" y="1204341"/>
                  </a:lnTo>
                  <a:lnTo>
                    <a:pt x="471639" y="1202080"/>
                  </a:lnTo>
                  <a:lnTo>
                    <a:pt x="479767" y="1198486"/>
                  </a:lnTo>
                  <a:lnTo>
                    <a:pt x="487718" y="1193571"/>
                  </a:lnTo>
                  <a:lnTo>
                    <a:pt x="493725" y="1188326"/>
                  </a:lnTo>
                  <a:lnTo>
                    <a:pt x="493725" y="1148981"/>
                  </a:lnTo>
                  <a:lnTo>
                    <a:pt x="491718" y="1147381"/>
                  </a:lnTo>
                  <a:lnTo>
                    <a:pt x="485241" y="1145667"/>
                  </a:lnTo>
                  <a:lnTo>
                    <a:pt x="476859" y="1145857"/>
                  </a:lnTo>
                  <a:lnTo>
                    <a:pt x="439305" y="1163662"/>
                  </a:lnTo>
                  <a:lnTo>
                    <a:pt x="431660" y="1175575"/>
                  </a:lnTo>
                  <a:lnTo>
                    <a:pt x="243979" y="1175575"/>
                  </a:lnTo>
                  <a:lnTo>
                    <a:pt x="243979" y="1124140"/>
                  </a:lnTo>
                  <a:lnTo>
                    <a:pt x="493725" y="1124140"/>
                  </a:lnTo>
                  <a:lnTo>
                    <a:pt x="493725" y="1118425"/>
                  </a:lnTo>
                  <a:lnTo>
                    <a:pt x="243979" y="1118425"/>
                  </a:lnTo>
                  <a:lnTo>
                    <a:pt x="243979" y="1066990"/>
                  </a:lnTo>
                  <a:lnTo>
                    <a:pt x="493725" y="1066990"/>
                  </a:lnTo>
                  <a:lnTo>
                    <a:pt x="493725" y="1061275"/>
                  </a:lnTo>
                  <a:lnTo>
                    <a:pt x="243979" y="1061275"/>
                  </a:lnTo>
                  <a:lnTo>
                    <a:pt x="243979" y="1009840"/>
                  </a:lnTo>
                  <a:lnTo>
                    <a:pt x="493725" y="1009840"/>
                  </a:lnTo>
                  <a:lnTo>
                    <a:pt x="493725" y="1004125"/>
                  </a:lnTo>
                  <a:lnTo>
                    <a:pt x="243979" y="1004125"/>
                  </a:lnTo>
                  <a:lnTo>
                    <a:pt x="243979" y="0"/>
                  </a:lnTo>
                  <a:lnTo>
                    <a:pt x="235407" y="0"/>
                  </a:lnTo>
                  <a:lnTo>
                    <a:pt x="235407" y="1004125"/>
                  </a:lnTo>
                  <a:lnTo>
                    <a:pt x="231279" y="1004125"/>
                  </a:lnTo>
                  <a:lnTo>
                    <a:pt x="231279" y="1009840"/>
                  </a:lnTo>
                  <a:lnTo>
                    <a:pt x="235407" y="1009840"/>
                  </a:lnTo>
                  <a:lnTo>
                    <a:pt x="235407" y="1061275"/>
                  </a:lnTo>
                  <a:lnTo>
                    <a:pt x="231279" y="1061275"/>
                  </a:lnTo>
                  <a:lnTo>
                    <a:pt x="231279" y="1066990"/>
                  </a:lnTo>
                  <a:lnTo>
                    <a:pt x="235407" y="1066990"/>
                  </a:lnTo>
                  <a:lnTo>
                    <a:pt x="235407" y="1118425"/>
                  </a:lnTo>
                  <a:lnTo>
                    <a:pt x="231279" y="1118425"/>
                  </a:lnTo>
                  <a:lnTo>
                    <a:pt x="231279" y="1124140"/>
                  </a:lnTo>
                  <a:lnTo>
                    <a:pt x="235407" y="1124140"/>
                  </a:lnTo>
                  <a:lnTo>
                    <a:pt x="235407" y="1175575"/>
                  </a:lnTo>
                  <a:lnTo>
                    <a:pt x="231279" y="1175575"/>
                  </a:lnTo>
                  <a:lnTo>
                    <a:pt x="231279" y="1181290"/>
                  </a:lnTo>
                  <a:lnTo>
                    <a:pt x="235407" y="1181290"/>
                  </a:lnTo>
                  <a:lnTo>
                    <a:pt x="235407" y="1232725"/>
                  </a:lnTo>
                  <a:lnTo>
                    <a:pt x="231279" y="1232725"/>
                  </a:lnTo>
                  <a:lnTo>
                    <a:pt x="231279" y="1238440"/>
                  </a:lnTo>
                  <a:lnTo>
                    <a:pt x="235407" y="1238440"/>
                  </a:lnTo>
                  <a:lnTo>
                    <a:pt x="243979" y="1238440"/>
                  </a:lnTo>
                  <a:lnTo>
                    <a:pt x="493725" y="1238440"/>
                  </a:lnTo>
                  <a:lnTo>
                    <a:pt x="493725" y="1286294"/>
                  </a:lnTo>
                  <a:lnTo>
                    <a:pt x="413194" y="1286294"/>
                  </a:lnTo>
                  <a:lnTo>
                    <a:pt x="413194" y="1293444"/>
                  </a:lnTo>
                  <a:lnTo>
                    <a:pt x="493725" y="1293444"/>
                  </a:lnTo>
                  <a:lnTo>
                    <a:pt x="493725" y="1343444"/>
                  </a:lnTo>
                  <a:lnTo>
                    <a:pt x="413194" y="1343444"/>
                  </a:lnTo>
                  <a:lnTo>
                    <a:pt x="413194" y="1350594"/>
                  </a:lnTo>
                  <a:lnTo>
                    <a:pt x="458165" y="1350594"/>
                  </a:lnTo>
                  <a:lnTo>
                    <a:pt x="453504" y="1352842"/>
                  </a:lnTo>
                  <a:lnTo>
                    <a:pt x="429717" y="1383880"/>
                  </a:lnTo>
                  <a:lnTo>
                    <a:pt x="429907" y="1390357"/>
                  </a:lnTo>
                  <a:lnTo>
                    <a:pt x="454863" y="1405318"/>
                  </a:lnTo>
                  <a:lnTo>
                    <a:pt x="463346" y="1404366"/>
                  </a:lnTo>
                  <a:lnTo>
                    <a:pt x="499364" y="1381315"/>
                  </a:lnTo>
                  <a:lnTo>
                    <a:pt x="504012" y="1366735"/>
                  </a:lnTo>
                  <a:lnTo>
                    <a:pt x="503821" y="1359496"/>
                  </a:lnTo>
                  <a:lnTo>
                    <a:pt x="503720" y="1359293"/>
                  </a:lnTo>
                  <a:lnTo>
                    <a:pt x="503720" y="1350594"/>
                  </a:lnTo>
                  <a:lnTo>
                    <a:pt x="524332" y="1350594"/>
                  </a:lnTo>
                  <a:lnTo>
                    <a:pt x="524332" y="1343444"/>
                  </a:lnTo>
                  <a:lnTo>
                    <a:pt x="503720" y="1343444"/>
                  </a:lnTo>
                  <a:lnTo>
                    <a:pt x="503720" y="1293444"/>
                  </a:lnTo>
                  <a:lnTo>
                    <a:pt x="524332" y="1293444"/>
                  </a:lnTo>
                  <a:lnTo>
                    <a:pt x="524332" y="1286294"/>
                  </a:lnTo>
                  <a:lnTo>
                    <a:pt x="503720" y="1286294"/>
                  </a:lnTo>
                  <a:lnTo>
                    <a:pt x="503720" y="1238440"/>
                  </a:lnTo>
                  <a:lnTo>
                    <a:pt x="665086" y="1238440"/>
                  </a:lnTo>
                  <a:lnTo>
                    <a:pt x="665086" y="1261300"/>
                  </a:lnTo>
                  <a:lnTo>
                    <a:pt x="675081" y="1261300"/>
                  </a:lnTo>
                  <a:lnTo>
                    <a:pt x="675081" y="1238440"/>
                  </a:lnTo>
                  <a:lnTo>
                    <a:pt x="1367091" y="1238440"/>
                  </a:lnTo>
                  <a:lnTo>
                    <a:pt x="1367091" y="1232725"/>
                  </a:lnTo>
                  <a:lnTo>
                    <a:pt x="675081" y="1232725"/>
                  </a:lnTo>
                  <a:lnTo>
                    <a:pt x="675081" y="1181290"/>
                  </a:lnTo>
                  <a:lnTo>
                    <a:pt x="1367091" y="1181290"/>
                  </a:lnTo>
                  <a:lnTo>
                    <a:pt x="1367091" y="1175575"/>
                  </a:lnTo>
                  <a:lnTo>
                    <a:pt x="675081" y="1175575"/>
                  </a:lnTo>
                  <a:lnTo>
                    <a:pt x="675081" y="1124140"/>
                  </a:lnTo>
                  <a:lnTo>
                    <a:pt x="1367091" y="1124140"/>
                  </a:lnTo>
                  <a:lnTo>
                    <a:pt x="1367091" y="1118425"/>
                  </a:lnTo>
                  <a:lnTo>
                    <a:pt x="675081" y="1118425"/>
                  </a:lnTo>
                  <a:lnTo>
                    <a:pt x="675081" y="1066990"/>
                  </a:lnTo>
                  <a:lnTo>
                    <a:pt x="1367091" y="1066990"/>
                  </a:lnTo>
                  <a:lnTo>
                    <a:pt x="1367091" y="1061275"/>
                  </a:lnTo>
                  <a:lnTo>
                    <a:pt x="675081" y="1061275"/>
                  </a:lnTo>
                  <a:lnTo>
                    <a:pt x="675081" y="1009840"/>
                  </a:lnTo>
                  <a:lnTo>
                    <a:pt x="1367091" y="1009840"/>
                  </a:lnTo>
                  <a:lnTo>
                    <a:pt x="1367091" y="1004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0" name="object 18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549369" y="5261578"/>
              <a:ext cx="111140" cy="120014"/>
            </a:xfrm>
            <a:prstGeom prst="rect">
              <a:avLst/>
            </a:prstGeom>
          </p:spPr>
        </p:pic>
        <p:sp>
          <p:nvSpPr>
            <p:cNvPr id="181" name="object 181"/>
            <p:cNvSpPr/>
            <p:nvPr/>
          </p:nvSpPr>
          <p:spPr>
            <a:xfrm>
              <a:off x="6565214" y="5250443"/>
              <a:ext cx="481965" cy="386080"/>
            </a:xfrm>
            <a:custGeom>
              <a:avLst/>
              <a:gdLst/>
              <a:ahLst/>
              <a:cxnLst/>
              <a:rect l="l" t="t" r="r" b="b"/>
              <a:pathLst>
                <a:path w="481965" h="386079">
                  <a:moveTo>
                    <a:pt x="75730" y="170688"/>
                  </a:moveTo>
                  <a:lnTo>
                    <a:pt x="72847" y="163728"/>
                  </a:lnTo>
                  <a:lnTo>
                    <a:pt x="72771" y="163537"/>
                  </a:lnTo>
                  <a:lnTo>
                    <a:pt x="67246" y="158965"/>
                  </a:lnTo>
                  <a:lnTo>
                    <a:pt x="67246" y="168300"/>
                  </a:lnTo>
                  <a:lnTo>
                    <a:pt x="67246" y="171919"/>
                  </a:lnTo>
                  <a:lnTo>
                    <a:pt x="65252" y="176110"/>
                  </a:lnTo>
                  <a:lnTo>
                    <a:pt x="34671" y="201168"/>
                  </a:lnTo>
                  <a:lnTo>
                    <a:pt x="18389" y="206781"/>
                  </a:lnTo>
                  <a:lnTo>
                    <a:pt x="14389" y="206590"/>
                  </a:lnTo>
                  <a:lnTo>
                    <a:pt x="10388" y="206209"/>
                  </a:lnTo>
                  <a:lnTo>
                    <a:pt x="8483" y="204495"/>
                  </a:lnTo>
                  <a:lnTo>
                    <a:pt x="8674" y="201447"/>
                  </a:lnTo>
                  <a:lnTo>
                    <a:pt x="34671" y="173164"/>
                  </a:lnTo>
                  <a:lnTo>
                    <a:pt x="56388" y="163728"/>
                  </a:lnTo>
                  <a:lnTo>
                    <a:pt x="62103" y="164299"/>
                  </a:lnTo>
                  <a:lnTo>
                    <a:pt x="64960" y="164680"/>
                  </a:lnTo>
                  <a:lnTo>
                    <a:pt x="66675" y="166014"/>
                  </a:lnTo>
                  <a:lnTo>
                    <a:pt x="67246" y="168300"/>
                  </a:lnTo>
                  <a:lnTo>
                    <a:pt x="67246" y="158965"/>
                  </a:lnTo>
                  <a:lnTo>
                    <a:pt x="66103" y="158013"/>
                  </a:lnTo>
                  <a:lnTo>
                    <a:pt x="60960" y="155155"/>
                  </a:lnTo>
                  <a:lnTo>
                    <a:pt x="55156" y="154012"/>
                  </a:lnTo>
                  <a:lnTo>
                    <a:pt x="48679" y="154584"/>
                  </a:lnTo>
                  <a:lnTo>
                    <a:pt x="10655" y="171196"/>
                  </a:lnTo>
                  <a:lnTo>
                    <a:pt x="0" y="200215"/>
                  </a:lnTo>
                  <a:lnTo>
                    <a:pt x="2959" y="207352"/>
                  </a:lnTo>
                  <a:lnTo>
                    <a:pt x="9817" y="212877"/>
                  </a:lnTo>
                  <a:lnTo>
                    <a:pt x="14960" y="215734"/>
                  </a:lnTo>
                  <a:lnTo>
                    <a:pt x="20675" y="216877"/>
                  </a:lnTo>
                  <a:lnTo>
                    <a:pt x="26962" y="216306"/>
                  </a:lnTo>
                  <a:lnTo>
                    <a:pt x="35026" y="215404"/>
                  </a:lnTo>
                  <a:lnTo>
                    <a:pt x="42964" y="213233"/>
                  </a:lnTo>
                  <a:lnTo>
                    <a:pt x="50749" y="209829"/>
                  </a:lnTo>
                  <a:lnTo>
                    <a:pt x="55727" y="206781"/>
                  </a:lnTo>
                  <a:lnTo>
                    <a:pt x="58394" y="205168"/>
                  </a:lnTo>
                  <a:lnTo>
                    <a:pt x="65100" y="199593"/>
                  </a:lnTo>
                  <a:lnTo>
                    <a:pt x="70104" y="193446"/>
                  </a:lnTo>
                  <a:lnTo>
                    <a:pt x="73393" y="186728"/>
                  </a:lnTo>
                  <a:lnTo>
                    <a:pt x="74968" y="179451"/>
                  </a:lnTo>
                  <a:lnTo>
                    <a:pt x="75730" y="170688"/>
                  </a:lnTo>
                  <a:close/>
                </a:path>
                <a:path w="481965" h="386079">
                  <a:moveTo>
                    <a:pt x="429971" y="18859"/>
                  </a:moveTo>
                  <a:lnTo>
                    <a:pt x="429209" y="15240"/>
                  </a:lnTo>
                  <a:lnTo>
                    <a:pt x="427494" y="11811"/>
                  </a:lnTo>
                  <a:lnTo>
                    <a:pt x="424827" y="8572"/>
                  </a:lnTo>
                  <a:lnTo>
                    <a:pt x="416826" y="0"/>
                  </a:lnTo>
                  <a:lnTo>
                    <a:pt x="412826" y="0"/>
                  </a:lnTo>
                  <a:lnTo>
                    <a:pt x="415683" y="2857"/>
                  </a:lnTo>
                  <a:lnTo>
                    <a:pt x="417487" y="6477"/>
                  </a:lnTo>
                  <a:lnTo>
                    <a:pt x="403872" y="27813"/>
                  </a:lnTo>
                  <a:lnTo>
                    <a:pt x="400723" y="32575"/>
                  </a:lnTo>
                  <a:lnTo>
                    <a:pt x="399961" y="38290"/>
                  </a:lnTo>
                  <a:lnTo>
                    <a:pt x="400723" y="41910"/>
                  </a:lnTo>
                  <a:lnTo>
                    <a:pt x="402437" y="45339"/>
                  </a:lnTo>
                  <a:lnTo>
                    <a:pt x="405104" y="48577"/>
                  </a:lnTo>
                  <a:lnTo>
                    <a:pt x="412826" y="57150"/>
                  </a:lnTo>
                  <a:lnTo>
                    <a:pt x="415683" y="60007"/>
                  </a:lnTo>
                  <a:lnTo>
                    <a:pt x="417487" y="63627"/>
                  </a:lnTo>
                  <a:lnTo>
                    <a:pt x="403872" y="84963"/>
                  </a:lnTo>
                  <a:lnTo>
                    <a:pt x="400723" y="89725"/>
                  </a:lnTo>
                  <a:lnTo>
                    <a:pt x="399961" y="95440"/>
                  </a:lnTo>
                  <a:lnTo>
                    <a:pt x="400723" y="99060"/>
                  </a:lnTo>
                  <a:lnTo>
                    <a:pt x="402437" y="102489"/>
                  </a:lnTo>
                  <a:lnTo>
                    <a:pt x="405104" y="105727"/>
                  </a:lnTo>
                  <a:lnTo>
                    <a:pt x="412826" y="114300"/>
                  </a:lnTo>
                  <a:lnTo>
                    <a:pt x="415683" y="117157"/>
                  </a:lnTo>
                  <a:lnTo>
                    <a:pt x="417487" y="120777"/>
                  </a:lnTo>
                  <a:lnTo>
                    <a:pt x="403872" y="142113"/>
                  </a:lnTo>
                  <a:lnTo>
                    <a:pt x="400723" y="146875"/>
                  </a:lnTo>
                  <a:lnTo>
                    <a:pt x="399961" y="152590"/>
                  </a:lnTo>
                  <a:lnTo>
                    <a:pt x="400723" y="156210"/>
                  </a:lnTo>
                  <a:lnTo>
                    <a:pt x="402437" y="159639"/>
                  </a:lnTo>
                  <a:lnTo>
                    <a:pt x="405104" y="162877"/>
                  </a:lnTo>
                  <a:lnTo>
                    <a:pt x="412826" y="171450"/>
                  </a:lnTo>
                  <a:lnTo>
                    <a:pt x="415683" y="174307"/>
                  </a:lnTo>
                  <a:lnTo>
                    <a:pt x="417487" y="177927"/>
                  </a:lnTo>
                  <a:lnTo>
                    <a:pt x="403872" y="199263"/>
                  </a:lnTo>
                  <a:lnTo>
                    <a:pt x="400723" y="204025"/>
                  </a:lnTo>
                  <a:lnTo>
                    <a:pt x="399961" y="209740"/>
                  </a:lnTo>
                  <a:lnTo>
                    <a:pt x="400723" y="213360"/>
                  </a:lnTo>
                  <a:lnTo>
                    <a:pt x="402437" y="216789"/>
                  </a:lnTo>
                  <a:lnTo>
                    <a:pt x="405104" y="220027"/>
                  </a:lnTo>
                  <a:lnTo>
                    <a:pt x="412826" y="228600"/>
                  </a:lnTo>
                  <a:lnTo>
                    <a:pt x="416826" y="228600"/>
                  </a:lnTo>
                  <a:lnTo>
                    <a:pt x="413778" y="224599"/>
                  </a:lnTo>
                  <a:lnTo>
                    <a:pt x="412064" y="221068"/>
                  </a:lnTo>
                  <a:lnTo>
                    <a:pt x="411683" y="218020"/>
                  </a:lnTo>
                  <a:lnTo>
                    <a:pt x="412635" y="212877"/>
                  </a:lnTo>
                  <a:lnTo>
                    <a:pt x="415582" y="208495"/>
                  </a:lnTo>
                  <a:lnTo>
                    <a:pt x="420535" y="204876"/>
                  </a:lnTo>
                  <a:lnTo>
                    <a:pt x="426059" y="200685"/>
                  </a:lnTo>
                  <a:lnTo>
                    <a:pt x="429209" y="195834"/>
                  </a:lnTo>
                  <a:lnTo>
                    <a:pt x="429971" y="190309"/>
                  </a:lnTo>
                  <a:lnTo>
                    <a:pt x="429209" y="186690"/>
                  </a:lnTo>
                  <a:lnTo>
                    <a:pt x="427494" y="183261"/>
                  </a:lnTo>
                  <a:lnTo>
                    <a:pt x="424827" y="180022"/>
                  </a:lnTo>
                  <a:lnTo>
                    <a:pt x="416826" y="171450"/>
                  </a:lnTo>
                  <a:lnTo>
                    <a:pt x="413778" y="167449"/>
                  </a:lnTo>
                  <a:lnTo>
                    <a:pt x="412064" y="163918"/>
                  </a:lnTo>
                  <a:lnTo>
                    <a:pt x="411683" y="160870"/>
                  </a:lnTo>
                  <a:lnTo>
                    <a:pt x="412635" y="155727"/>
                  </a:lnTo>
                  <a:lnTo>
                    <a:pt x="415582" y="151345"/>
                  </a:lnTo>
                  <a:lnTo>
                    <a:pt x="420535" y="147726"/>
                  </a:lnTo>
                  <a:lnTo>
                    <a:pt x="426059" y="143535"/>
                  </a:lnTo>
                  <a:lnTo>
                    <a:pt x="429209" y="138684"/>
                  </a:lnTo>
                  <a:lnTo>
                    <a:pt x="429971" y="133159"/>
                  </a:lnTo>
                  <a:lnTo>
                    <a:pt x="429209" y="129540"/>
                  </a:lnTo>
                  <a:lnTo>
                    <a:pt x="427494" y="126111"/>
                  </a:lnTo>
                  <a:lnTo>
                    <a:pt x="424827" y="122872"/>
                  </a:lnTo>
                  <a:lnTo>
                    <a:pt x="416826" y="114300"/>
                  </a:lnTo>
                  <a:lnTo>
                    <a:pt x="413778" y="110299"/>
                  </a:lnTo>
                  <a:lnTo>
                    <a:pt x="412064" y="106768"/>
                  </a:lnTo>
                  <a:lnTo>
                    <a:pt x="411683" y="103720"/>
                  </a:lnTo>
                  <a:lnTo>
                    <a:pt x="412635" y="98577"/>
                  </a:lnTo>
                  <a:lnTo>
                    <a:pt x="415582" y="94195"/>
                  </a:lnTo>
                  <a:lnTo>
                    <a:pt x="420535" y="90576"/>
                  </a:lnTo>
                  <a:lnTo>
                    <a:pt x="426059" y="86385"/>
                  </a:lnTo>
                  <a:lnTo>
                    <a:pt x="429209" y="81534"/>
                  </a:lnTo>
                  <a:lnTo>
                    <a:pt x="429971" y="76009"/>
                  </a:lnTo>
                  <a:lnTo>
                    <a:pt x="429209" y="72390"/>
                  </a:lnTo>
                  <a:lnTo>
                    <a:pt x="427494" y="68961"/>
                  </a:lnTo>
                  <a:lnTo>
                    <a:pt x="424827" y="65722"/>
                  </a:lnTo>
                  <a:lnTo>
                    <a:pt x="416826" y="57150"/>
                  </a:lnTo>
                  <a:lnTo>
                    <a:pt x="413778" y="53149"/>
                  </a:lnTo>
                  <a:lnTo>
                    <a:pt x="412064" y="49618"/>
                  </a:lnTo>
                  <a:lnTo>
                    <a:pt x="411683" y="46570"/>
                  </a:lnTo>
                  <a:lnTo>
                    <a:pt x="412635" y="41427"/>
                  </a:lnTo>
                  <a:lnTo>
                    <a:pt x="415582" y="37045"/>
                  </a:lnTo>
                  <a:lnTo>
                    <a:pt x="420535" y="33426"/>
                  </a:lnTo>
                  <a:lnTo>
                    <a:pt x="426059" y="29235"/>
                  </a:lnTo>
                  <a:lnTo>
                    <a:pt x="429209" y="24384"/>
                  </a:lnTo>
                  <a:lnTo>
                    <a:pt x="429971" y="18859"/>
                  </a:lnTo>
                  <a:close/>
                </a:path>
                <a:path w="481965" h="386079">
                  <a:moveTo>
                    <a:pt x="481406" y="54292"/>
                  </a:moveTo>
                  <a:lnTo>
                    <a:pt x="471398" y="54292"/>
                  </a:lnTo>
                  <a:lnTo>
                    <a:pt x="471398" y="385762"/>
                  </a:lnTo>
                  <a:lnTo>
                    <a:pt x="481406" y="385762"/>
                  </a:lnTo>
                  <a:lnTo>
                    <a:pt x="481406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2" name="object 18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020106" y="5263388"/>
              <a:ext cx="111140" cy="116776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179387" y="4374905"/>
              <a:ext cx="7101205" cy="2477770"/>
            </a:xfrm>
            <a:custGeom>
              <a:avLst/>
              <a:gdLst/>
              <a:ahLst/>
              <a:cxnLst/>
              <a:rect l="l" t="t" r="r" b="b"/>
              <a:pathLst>
                <a:path w="7101205" h="2477770">
                  <a:moveTo>
                    <a:pt x="68859" y="1702079"/>
                  </a:moveTo>
                  <a:lnTo>
                    <a:pt x="40284" y="1742516"/>
                  </a:lnTo>
                  <a:lnTo>
                    <a:pt x="20281" y="1783194"/>
                  </a:lnTo>
                  <a:lnTo>
                    <a:pt x="9639" y="1820240"/>
                  </a:lnTo>
                  <a:lnTo>
                    <a:pt x="6286" y="1853895"/>
                  </a:lnTo>
                  <a:lnTo>
                    <a:pt x="7175" y="1870087"/>
                  </a:lnTo>
                  <a:lnTo>
                    <a:pt x="8991" y="1886216"/>
                  </a:lnTo>
                  <a:lnTo>
                    <a:pt x="11747" y="1902282"/>
                  </a:lnTo>
                  <a:lnTo>
                    <a:pt x="15430" y="1918296"/>
                  </a:lnTo>
                  <a:lnTo>
                    <a:pt x="35039" y="1987905"/>
                  </a:lnTo>
                  <a:lnTo>
                    <a:pt x="37287" y="1996986"/>
                  </a:lnTo>
                  <a:lnTo>
                    <a:pt x="39039" y="2005584"/>
                  </a:lnTo>
                  <a:lnTo>
                    <a:pt x="40284" y="2013686"/>
                  </a:lnTo>
                  <a:lnTo>
                    <a:pt x="41148" y="2025561"/>
                  </a:lnTo>
                  <a:lnTo>
                    <a:pt x="40284" y="2035238"/>
                  </a:lnTo>
                  <a:lnTo>
                    <a:pt x="23406" y="2069439"/>
                  </a:lnTo>
                  <a:lnTo>
                    <a:pt x="0" y="2088515"/>
                  </a:lnTo>
                  <a:lnTo>
                    <a:pt x="0" y="2091410"/>
                  </a:lnTo>
                  <a:lnTo>
                    <a:pt x="29425" y="2119503"/>
                  </a:lnTo>
                  <a:lnTo>
                    <a:pt x="41148" y="2156307"/>
                  </a:lnTo>
                  <a:lnTo>
                    <a:pt x="40474" y="2166518"/>
                  </a:lnTo>
                  <a:lnTo>
                    <a:pt x="38785" y="2177796"/>
                  </a:lnTo>
                  <a:lnTo>
                    <a:pt x="36055" y="2190127"/>
                  </a:lnTo>
                  <a:lnTo>
                    <a:pt x="15430" y="2263317"/>
                  </a:lnTo>
                  <a:lnTo>
                    <a:pt x="11747" y="2279421"/>
                  </a:lnTo>
                  <a:lnTo>
                    <a:pt x="8991" y="2295525"/>
                  </a:lnTo>
                  <a:lnTo>
                    <a:pt x="7175" y="2311628"/>
                  </a:lnTo>
                  <a:lnTo>
                    <a:pt x="6286" y="2327732"/>
                  </a:lnTo>
                  <a:lnTo>
                    <a:pt x="7048" y="2344115"/>
                  </a:lnTo>
                  <a:lnTo>
                    <a:pt x="20281" y="2398191"/>
                  </a:lnTo>
                  <a:lnTo>
                    <a:pt x="39573" y="2437295"/>
                  </a:lnTo>
                  <a:lnTo>
                    <a:pt x="68859" y="2477605"/>
                  </a:lnTo>
                  <a:lnTo>
                    <a:pt x="68859" y="2474938"/>
                  </a:lnTo>
                  <a:lnTo>
                    <a:pt x="60032" y="2461780"/>
                  </a:lnTo>
                  <a:lnTo>
                    <a:pt x="52146" y="2448674"/>
                  </a:lnTo>
                  <a:lnTo>
                    <a:pt x="34353" y="2409367"/>
                  </a:lnTo>
                  <a:lnTo>
                    <a:pt x="29425" y="2365743"/>
                  </a:lnTo>
                  <a:lnTo>
                    <a:pt x="30886" y="2351024"/>
                  </a:lnTo>
                  <a:lnTo>
                    <a:pt x="33286" y="2336139"/>
                  </a:lnTo>
                  <a:lnTo>
                    <a:pt x="36601" y="2321115"/>
                  </a:lnTo>
                  <a:lnTo>
                    <a:pt x="40855" y="2305939"/>
                  </a:lnTo>
                  <a:lnTo>
                    <a:pt x="59143" y="2247341"/>
                  </a:lnTo>
                  <a:lnTo>
                    <a:pt x="63068" y="2233574"/>
                  </a:lnTo>
                  <a:lnTo>
                    <a:pt x="66001" y="2220582"/>
                  </a:lnTo>
                  <a:lnTo>
                    <a:pt x="67932" y="2208390"/>
                  </a:lnTo>
                  <a:lnTo>
                    <a:pt x="68859" y="2196985"/>
                  </a:lnTo>
                  <a:lnTo>
                    <a:pt x="67983" y="2178139"/>
                  </a:lnTo>
                  <a:lnTo>
                    <a:pt x="53149" y="2133790"/>
                  </a:lnTo>
                  <a:lnTo>
                    <a:pt x="23355" y="2104123"/>
                  </a:lnTo>
                  <a:lnTo>
                    <a:pt x="2286" y="2089962"/>
                  </a:lnTo>
                  <a:lnTo>
                    <a:pt x="13335" y="2083346"/>
                  </a:lnTo>
                  <a:lnTo>
                    <a:pt x="45237" y="2057603"/>
                  </a:lnTo>
                  <a:lnTo>
                    <a:pt x="65074" y="2020290"/>
                  </a:lnTo>
                  <a:lnTo>
                    <a:pt x="68859" y="1984883"/>
                  </a:lnTo>
                  <a:lnTo>
                    <a:pt x="67932" y="1973364"/>
                  </a:lnTo>
                  <a:lnTo>
                    <a:pt x="66001" y="1961095"/>
                  </a:lnTo>
                  <a:lnTo>
                    <a:pt x="63068" y="1948065"/>
                  </a:lnTo>
                  <a:lnTo>
                    <a:pt x="59143" y="1934273"/>
                  </a:lnTo>
                  <a:lnTo>
                    <a:pt x="40284" y="1873986"/>
                  </a:lnTo>
                  <a:lnTo>
                    <a:pt x="36283" y="1859203"/>
                  </a:lnTo>
                  <a:lnTo>
                    <a:pt x="33147" y="1844624"/>
                  </a:lnTo>
                  <a:lnTo>
                    <a:pt x="30848" y="1830273"/>
                  </a:lnTo>
                  <a:lnTo>
                    <a:pt x="29425" y="1816112"/>
                  </a:lnTo>
                  <a:lnTo>
                    <a:pt x="29502" y="1800923"/>
                  </a:lnTo>
                  <a:lnTo>
                    <a:pt x="39141" y="1758975"/>
                  </a:lnTo>
                  <a:lnTo>
                    <a:pt x="60426" y="1718094"/>
                  </a:lnTo>
                  <a:lnTo>
                    <a:pt x="68859" y="1704987"/>
                  </a:lnTo>
                  <a:lnTo>
                    <a:pt x="68859" y="1702079"/>
                  </a:lnTo>
                  <a:close/>
                </a:path>
                <a:path w="7101205" h="2477770">
                  <a:moveTo>
                    <a:pt x="577088" y="1701355"/>
                  </a:moveTo>
                  <a:lnTo>
                    <a:pt x="239356" y="1701355"/>
                  </a:lnTo>
                  <a:lnTo>
                    <a:pt x="240309" y="1693633"/>
                  </a:lnTo>
                  <a:lnTo>
                    <a:pt x="239776" y="1686648"/>
                  </a:lnTo>
                  <a:lnTo>
                    <a:pt x="234124" y="1660779"/>
                  </a:lnTo>
                  <a:lnTo>
                    <a:pt x="232791" y="1656384"/>
                  </a:lnTo>
                  <a:lnTo>
                    <a:pt x="230314" y="1649412"/>
                  </a:lnTo>
                  <a:lnTo>
                    <a:pt x="230314" y="1671535"/>
                  </a:lnTo>
                  <a:lnTo>
                    <a:pt x="230314" y="1675345"/>
                  </a:lnTo>
                  <a:lnTo>
                    <a:pt x="229793" y="1685099"/>
                  </a:lnTo>
                  <a:lnTo>
                    <a:pt x="227952" y="1694637"/>
                  </a:lnTo>
                  <a:lnTo>
                    <a:pt x="225666" y="1701355"/>
                  </a:lnTo>
                  <a:lnTo>
                    <a:pt x="223253" y="1701355"/>
                  </a:lnTo>
                  <a:lnTo>
                    <a:pt x="223253" y="1707070"/>
                  </a:lnTo>
                  <a:lnTo>
                    <a:pt x="195732" y="1742503"/>
                  </a:lnTo>
                  <a:lnTo>
                    <a:pt x="194094" y="1735594"/>
                  </a:lnTo>
                  <a:lnTo>
                    <a:pt x="192874" y="1728571"/>
                  </a:lnTo>
                  <a:lnTo>
                    <a:pt x="192087" y="1721446"/>
                  </a:lnTo>
                  <a:lnTo>
                    <a:pt x="191731" y="1714207"/>
                  </a:lnTo>
                  <a:lnTo>
                    <a:pt x="191808" y="1713064"/>
                  </a:lnTo>
                  <a:lnTo>
                    <a:pt x="192214" y="1707070"/>
                  </a:lnTo>
                  <a:lnTo>
                    <a:pt x="223253" y="1707070"/>
                  </a:lnTo>
                  <a:lnTo>
                    <a:pt x="223253" y="1701355"/>
                  </a:lnTo>
                  <a:lnTo>
                    <a:pt x="193116" y="1701355"/>
                  </a:lnTo>
                  <a:lnTo>
                    <a:pt x="193446" y="1699348"/>
                  </a:lnTo>
                  <a:lnTo>
                    <a:pt x="211518" y="1663763"/>
                  </a:lnTo>
                  <a:lnTo>
                    <a:pt x="218020" y="1660779"/>
                  </a:lnTo>
                  <a:lnTo>
                    <a:pt x="222021" y="1660969"/>
                  </a:lnTo>
                  <a:lnTo>
                    <a:pt x="225069" y="1662493"/>
                  </a:lnTo>
                  <a:lnTo>
                    <a:pt x="229260" y="1668208"/>
                  </a:lnTo>
                  <a:lnTo>
                    <a:pt x="229323" y="1668424"/>
                  </a:lnTo>
                  <a:lnTo>
                    <a:pt x="230314" y="1671535"/>
                  </a:lnTo>
                  <a:lnTo>
                    <a:pt x="230314" y="1649412"/>
                  </a:lnTo>
                  <a:lnTo>
                    <a:pt x="230238" y="1649196"/>
                  </a:lnTo>
                  <a:lnTo>
                    <a:pt x="227507" y="1642668"/>
                  </a:lnTo>
                  <a:lnTo>
                    <a:pt x="224599" y="1636776"/>
                  </a:lnTo>
                  <a:lnTo>
                    <a:pt x="220599" y="1629537"/>
                  </a:lnTo>
                  <a:lnTo>
                    <a:pt x="216979" y="1626298"/>
                  </a:lnTo>
                  <a:lnTo>
                    <a:pt x="213741" y="1627060"/>
                  </a:lnTo>
                  <a:lnTo>
                    <a:pt x="190017" y="1657921"/>
                  </a:lnTo>
                  <a:lnTo>
                    <a:pt x="189166" y="1660715"/>
                  </a:lnTo>
                  <a:lnTo>
                    <a:pt x="189166" y="1748790"/>
                  </a:lnTo>
                  <a:lnTo>
                    <a:pt x="179336" y="1758505"/>
                  </a:lnTo>
                  <a:lnTo>
                    <a:pt x="173913" y="1758505"/>
                  </a:lnTo>
                  <a:lnTo>
                    <a:pt x="173913" y="1764220"/>
                  </a:lnTo>
                  <a:lnTo>
                    <a:pt x="167513" y="1771078"/>
                  </a:lnTo>
                  <a:lnTo>
                    <a:pt x="157175" y="1783080"/>
                  </a:lnTo>
                  <a:lnTo>
                    <a:pt x="147154" y="1795653"/>
                  </a:lnTo>
                  <a:lnTo>
                    <a:pt x="138595" y="1809102"/>
                  </a:lnTo>
                  <a:lnTo>
                    <a:pt x="135877" y="1815655"/>
                  </a:lnTo>
                  <a:lnTo>
                    <a:pt x="133502" y="1815655"/>
                  </a:lnTo>
                  <a:lnTo>
                    <a:pt x="133502" y="1821370"/>
                  </a:lnTo>
                  <a:lnTo>
                    <a:pt x="132651" y="1823440"/>
                  </a:lnTo>
                  <a:lnTo>
                    <a:pt x="129311" y="1838667"/>
                  </a:lnTo>
                  <a:lnTo>
                    <a:pt x="128587" y="1854796"/>
                  </a:lnTo>
                  <a:lnTo>
                    <a:pt x="131254" y="1870646"/>
                  </a:lnTo>
                  <a:lnTo>
                    <a:pt x="131978" y="1872805"/>
                  </a:lnTo>
                  <a:lnTo>
                    <a:pt x="94449" y="1872805"/>
                  </a:lnTo>
                  <a:lnTo>
                    <a:pt x="94449" y="1821370"/>
                  </a:lnTo>
                  <a:lnTo>
                    <a:pt x="133502" y="1821370"/>
                  </a:lnTo>
                  <a:lnTo>
                    <a:pt x="133502" y="1815655"/>
                  </a:lnTo>
                  <a:lnTo>
                    <a:pt x="94449" y="1815655"/>
                  </a:lnTo>
                  <a:lnTo>
                    <a:pt x="94449" y="1764220"/>
                  </a:lnTo>
                  <a:lnTo>
                    <a:pt x="173913" y="1764220"/>
                  </a:lnTo>
                  <a:lnTo>
                    <a:pt x="173913" y="1758505"/>
                  </a:lnTo>
                  <a:lnTo>
                    <a:pt x="94449" y="1758505"/>
                  </a:lnTo>
                  <a:lnTo>
                    <a:pt x="94449" y="1707070"/>
                  </a:lnTo>
                  <a:lnTo>
                    <a:pt x="182664" y="1707070"/>
                  </a:lnTo>
                  <a:lnTo>
                    <a:pt x="182841" y="1711020"/>
                  </a:lnTo>
                  <a:lnTo>
                    <a:pt x="184162" y="1723707"/>
                  </a:lnTo>
                  <a:lnTo>
                    <a:pt x="186258" y="1736267"/>
                  </a:lnTo>
                  <a:lnTo>
                    <a:pt x="189166" y="1748790"/>
                  </a:lnTo>
                  <a:lnTo>
                    <a:pt x="189166" y="1660715"/>
                  </a:lnTo>
                  <a:lnTo>
                    <a:pt x="186639" y="1669008"/>
                  </a:lnTo>
                  <a:lnTo>
                    <a:pt x="184226" y="1679422"/>
                  </a:lnTo>
                  <a:lnTo>
                    <a:pt x="182778" y="1689150"/>
                  </a:lnTo>
                  <a:lnTo>
                    <a:pt x="182676" y="1691284"/>
                  </a:lnTo>
                  <a:lnTo>
                    <a:pt x="182549" y="1693633"/>
                  </a:lnTo>
                  <a:lnTo>
                    <a:pt x="182486" y="1694637"/>
                  </a:lnTo>
                  <a:lnTo>
                    <a:pt x="182308" y="1698205"/>
                  </a:lnTo>
                  <a:lnTo>
                    <a:pt x="182346" y="1699348"/>
                  </a:lnTo>
                  <a:lnTo>
                    <a:pt x="182422" y="1701355"/>
                  </a:lnTo>
                  <a:lnTo>
                    <a:pt x="94449" y="1701355"/>
                  </a:lnTo>
                  <a:lnTo>
                    <a:pt x="87312" y="1701355"/>
                  </a:lnTo>
                  <a:lnTo>
                    <a:pt x="87312" y="1707070"/>
                  </a:lnTo>
                  <a:lnTo>
                    <a:pt x="87312" y="1758505"/>
                  </a:lnTo>
                  <a:lnTo>
                    <a:pt x="87312" y="2476881"/>
                  </a:lnTo>
                  <a:lnTo>
                    <a:pt x="94449" y="2476881"/>
                  </a:lnTo>
                  <a:lnTo>
                    <a:pt x="94449" y="1935670"/>
                  </a:lnTo>
                  <a:lnTo>
                    <a:pt x="225869" y="1935670"/>
                  </a:lnTo>
                  <a:lnTo>
                    <a:pt x="231686" y="1962238"/>
                  </a:lnTo>
                  <a:lnTo>
                    <a:pt x="233641" y="1971001"/>
                  </a:lnTo>
                  <a:lnTo>
                    <a:pt x="233756" y="1972144"/>
                  </a:lnTo>
                  <a:lnTo>
                    <a:pt x="234213" y="1976526"/>
                  </a:lnTo>
                  <a:lnTo>
                    <a:pt x="234162" y="1977961"/>
                  </a:lnTo>
                  <a:lnTo>
                    <a:pt x="234022" y="1981669"/>
                  </a:lnTo>
                  <a:lnTo>
                    <a:pt x="233921" y="1982241"/>
                  </a:lnTo>
                  <a:lnTo>
                    <a:pt x="231813" y="1994725"/>
                  </a:lnTo>
                  <a:lnTo>
                    <a:pt x="225742" y="2004745"/>
                  </a:lnTo>
                  <a:lnTo>
                    <a:pt x="215811" y="2011730"/>
                  </a:lnTo>
                  <a:lnTo>
                    <a:pt x="202018" y="2015680"/>
                  </a:lnTo>
                  <a:lnTo>
                    <a:pt x="189445" y="2013966"/>
                  </a:lnTo>
                  <a:lnTo>
                    <a:pt x="184683" y="2012251"/>
                  </a:lnTo>
                  <a:lnTo>
                    <a:pt x="181914" y="2009482"/>
                  </a:lnTo>
                  <a:lnTo>
                    <a:pt x="181165" y="2005672"/>
                  </a:lnTo>
                  <a:lnTo>
                    <a:pt x="185166" y="2006625"/>
                  </a:lnTo>
                  <a:lnTo>
                    <a:pt x="188899" y="2005672"/>
                  </a:lnTo>
                  <a:lnTo>
                    <a:pt x="190017" y="2005393"/>
                  </a:lnTo>
                  <a:lnTo>
                    <a:pt x="195732" y="2001964"/>
                  </a:lnTo>
                  <a:lnTo>
                    <a:pt x="201447" y="1998726"/>
                  </a:lnTo>
                  <a:lnTo>
                    <a:pt x="204406" y="1992718"/>
                  </a:lnTo>
                  <a:lnTo>
                    <a:pt x="204419" y="1991677"/>
                  </a:lnTo>
                  <a:lnTo>
                    <a:pt x="204584" y="1984438"/>
                  </a:lnTo>
                  <a:lnTo>
                    <a:pt x="204457" y="1981669"/>
                  </a:lnTo>
                  <a:lnTo>
                    <a:pt x="204203" y="1977478"/>
                  </a:lnTo>
                  <a:lnTo>
                    <a:pt x="201739" y="1972144"/>
                  </a:lnTo>
                  <a:lnTo>
                    <a:pt x="197167" y="1967953"/>
                  </a:lnTo>
                  <a:lnTo>
                    <a:pt x="192595" y="1963572"/>
                  </a:lnTo>
                  <a:lnTo>
                    <a:pt x="187261" y="1961667"/>
                  </a:lnTo>
                  <a:lnTo>
                    <a:pt x="181165" y="1962238"/>
                  </a:lnTo>
                  <a:lnTo>
                    <a:pt x="174307" y="1963381"/>
                  </a:lnTo>
                  <a:lnTo>
                    <a:pt x="168871" y="1966722"/>
                  </a:lnTo>
                  <a:lnTo>
                    <a:pt x="164934" y="1972144"/>
                  </a:lnTo>
                  <a:lnTo>
                    <a:pt x="161061" y="1977961"/>
                  </a:lnTo>
                  <a:lnTo>
                    <a:pt x="159346" y="1984438"/>
                  </a:lnTo>
                  <a:lnTo>
                    <a:pt x="159727" y="1991677"/>
                  </a:lnTo>
                  <a:lnTo>
                    <a:pt x="188226" y="2022246"/>
                  </a:lnTo>
                  <a:lnTo>
                    <a:pt x="194868" y="2023389"/>
                  </a:lnTo>
                  <a:lnTo>
                    <a:pt x="202590" y="2023389"/>
                  </a:lnTo>
                  <a:lnTo>
                    <a:pt x="219290" y="2018893"/>
                  </a:lnTo>
                  <a:lnTo>
                    <a:pt x="223939" y="2015680"/>
                  </a:lnTo>
                  <a:lnTo>
                    <a:pt x="231381" y="2010537"/>
                  </a:lnTo>
                  <a:lnTo>
                    <a:pt x="238861" y="1998319"/>
                  </a:lnTo>
                  <a:lnTo>
                    <a:pt x="241744" y="1982241"/>
                  </a:lnTo>
                  <a:lnTo>
                    <a:pt x="241706" y="1981669"/>
                  </a:lnTo>
                  <a:lnTo>
                    <a:pt x="241173" y="1971675"/>
                  </a:lnTo>
                  <a:lnTo>
                    <a:pt x="233819" y="1935670"/>
                  </a:lnTo>
                  <a:lnTo>
                    <a:pt x="577088" y="1935670"/>
                  </a:lnTo>
                  <a:lnTo>
                    <a:pt x="577088" y="1929955"/>
                  </a:lnTo>
                  <a:lnTo>
                    <a:pt x="232664" y="1929955"/>
                  </a:lnTo>
                  <a:lnTo>
                    <a:pt x="232371" y="1928520"/>
                  </a:lnTo>
                  <a:lnTo>
                    <a:pt x="231736" y="1925383"/>
                  </a:lnTo>
                  <a:lnTo>
                    <a:pt x="234848" y="1923669"/>
                  </a:lnTo>
                  <a:lnTo>
                    <a:pt x="239610" y="1921040"/>
                  </a:lnTo>
                  <a:lnTo>
                    <a:pt x="265899" y="1889379"/>
                  </a:lnTo>
                  <a:lnTo>
                    <a:pt x="268071" y="1878520"/>
                  </a:lnTo>
                  <a:lnTo>
                    <a:pt x="577088" y="1878520"/>
                  </a:lnTo>
                  <a:lnTo>
                    <a:pt x="577088" y="1872805"/>
                  </a:lnTo>
                  <a:lnTo>
                    <a:pt x="268541" y="1872805"/>
                  </a:lnTo>
                  <a:lnTo>
                    <a:pt x="268579" y="1872500"/>
                  </a:lnTo>
                  <a:lnTo>
                    <a:pt x="254889" y="1833372"/>
                  </a:lnTo>
                  <a:lnTo>
                    <a:pt x="252869" y="1831428"/>
                  </a:lnTo>
                  <a:lnTo>
                    <a:pt x="252869" y="1880184"/>
                  </a:lnTo>
                  <a:lnTo>
                    <a:pt x="252768" y="1881174"/>
                  </a:lnTo>
                  <a:lnTo>
                    <a:pt x="251358" y="1892376"/>
                  </a:lnTo>
                  <a:lnTo>
                    <a:pt x="247091" y="1902802"/>
                  </a:lnTo>
                  <a:lnTo>
                    <a:pt x="240080" y="1911515"/>
                  </a:lnTo>
                  <a:lnTo>
                    <a:pt x="230314" y="1918525"/>
                  </a:lnTo>
                  <a:lnTo>
                    <a:pt x="224612" y="1890471"/>
                  </a:lnTo>
                  <a:lnTo>
                    <a:pt x="224612" y="1929955"/>
                  </a:lnTo>
                  <a:lnTo>
                    <a:pt x="214922" y="1929955"/>
                  </a:lnTo>
                  <a:lnTo>
                    <a:pt x="224307" y="1928520"/>
                  </a:lnTo>
                  <a:lnTo>
                    <a:pt x="224612" y="1929955"/>
                  </a:lnTo>
                  <a:lnTo>
                    <a:pt x="224612" y="1890471"/>
                  </a:lnTo>
                  <a:lnTo>
                    <a:pt x="223164" y="1883333"/>
                  </a:lnTo>
                  <a:lnTo>
                    <a:pt x="223164" y="1920811"/>
                  </a:lnTo>
                  <a:lnTo>
                    <a:pt x="208305" y="1923669"/>
                  </a:lnTo>
                  <a:lnTo>
                    <a:pt x="195910" y="1923097"/>
                  </a:lnTo>
                  <a:lnTo>
                    <a:pt x="189179" y="1921586"/>
                  </a:lnTo>
                  <a:lnTo>
                    <a:pt x="189179" y="1929955"/>
                  </a:lnTo>
                  <a:lnTo>
                    <a:pt x="94449" y="1929955"/>
                  </a:lnTo>
                  <a:lnTo>
                    <a:pt x="94449" y="1878520"/>
                  </a:lnTo>
                  <a:lnTo>
                    <a:pt x="133934" y="1878520"/>
                  </a:lnTo>
                  <a:lnTo>
                    <a:pt x="136156" y="1885022"/>
                  </a:lnTo>
                  <a:lnTo>
                    <a:pt x="143256" y="1897926"/>
                  </a:lnTo>
                  <a:lnTo>
                    <a:pt x="152590" y="1909381"/>
                  </a:lnTo>
                  <a:lnTo>
                    <a:pt x="163601" y="1918804"/>
                  </a:lnTo>
                  <a:lnTo>
                    <a:pt x="175806" y="1925662"/>
                  </a:lnTo>
                  <a:lnTo>
                    <a:pt x="189179" y="1929955"/>
                  </a:lnTo>
                  <a:lnTo>
                    <a:pt x="189179" y="1921586"/>
                  </a:lnTo>
                  <a:lnTo>
                    <a:pt x="184442" y="1920519"/>
                  </a:lnTo>
                  <a:lnTo>
                    <a:pt x="173913" y="1915947"/>
                  </a:lnTo>
                  <a:lnTo>
                    <a:pt x="164299" y="1909381"/>
                  </a:lnTo>
                  <a:lnTo>
                    <a:pt x="156375" y="1901177"/>
                  </a:lnTo>
                  <a:lnTo>
                    <a:pt x="150583" y="1891449"/>
                  </a:lnTo>
                  <a:lnTo>
                    <a:pt x="150495" y="1891157"/>
                  </a:lnTo>
                  <a:lnTo>
                    <a:pt x="146939" y="1880184"/>
                  </a:lnTo>
                  <a:lnTo>
                    <a:pt x="146735" y="1878520"/>
                  </a:lnTo>
                  <a:lnTo>
                    <a:pt x="174078" y="1878520"/>
                  </a:lnTo>
                  <a:lnTo>
                    <a:pt x="176110" y="1883460"/>
                  </a:lnTo>
                  <a:lnTo>
                    <a:pt x="179730" y="1889379"/>
                  </a:lnTo>
                  <a:lnTo>
                    <a:pt x="184175" y="1894560"/>
                  </a:lnTo>
                  <a:lnTo>
                    <a:pt x="189230" y="1898942"/>
                  </a:lnTo>
                  <a:lnTo>
                    <a:pt x="194894" y="1902561"/>
                  </a:lnTo>
                  <a:lnTo>
                    <a:pt x="201168" y="1905381"/>
                  </a:lnTo>
                  <a:lnTo>
                    <a:pt x="204304" y="1903095"/>
                  </a:lnTo>
                  <a:lnTo>
                    <a:pt x="202590" y="1900809"/>
                  </a:lnTo>
                  <a:lnTo>
                    <a:pt x="195376" y="1896681"/>
                  </a:lnTo>
                  <a:lnTo>
                    <a:pt x="190017" y="1891157"/>
                  </a:lnTo>
                  <a:lnTo>
                    <a:pt x="186512" y="1884248"/>
                  </a:lnTo>
                  <a:lnTo>
                    <a:pt x="185381" y="1878520"/>
                  </a:lnTo>
                  <a:lnTo>
                    <a:pt x="214884" y="1878520"/>
                  </a:lnTo>
                  <a:lnTo>
                    <a:pt x="223164" y="1920811"/>
                  </a:lnTo>
                  <a:lnTo>
                    <a:pt x="223164" y="1883333"/>
                  </a:lnTo>
                  <a:lnTo>
                    <a:pt x="222186" y="1878520"/>
                  </a:lnTo>
                  <a:lnTo>
                    <a:pt x="252590" y="1878520"/>
                  </a:lnTo>
                  <a:lnTo>
                    <a:pt x="252869" y="1880184"/>
                  </a:lnTo>
                  <a:lnTo>
                    <a:pt x="252869" y="1831428"/>
                  </a:lnTo>
                  <a:lnTo>
                    <a:pt x="251650" y="1830247"/>
                  </a:lnTo>
                  <a:lnTo>
                    <a:pt x="251650" y="1872805"/>
                  </a:lnTo>
                  <a:lnTo>
                    <a:pt x="221018" y="1872805"/>
                  </a:lnTo>
                  <a:lnTo>
                    <a:pt x="215315" y="1844687"/>
                  </a:lnTo>
                  <a:lnTo>
                    <a:pt x="215163" y="1843938"/>
                  </a:lnTo>
                  <a:lnTo>
                    <a:pt x="222681" y="1844687"/>
                  </a:lnTo>
                  <a:lnTo>
                    <a:pt x="251612" y="1872500"/>
                  </a:lnTo>
                  <a:lnTo>
                    <a:pt x="251650" y="1872805"/>
                  </a:lnTo>
                  <a:lnTo>
                    <a:pt x="251650" y="1830247"/>
                  </a:lnTo>
                  <a:lnTo>
                    <a:pt x="247484" y="1826209"/>
                  </a:lnTo>
                  <a:lnTo>
                    <a:pt x="239598" y="1821370"/>
                  </a:lnTo>
                  <a:lnTo>
                    <a:pt x="577088" y="1821370"/>
                  </a:lnTo>
                  <a:lnTo>
                    <a:pt x="577088" y="1815655"/>
                  </a:lnTo>
                  <a:lnTo>
                    <a:pt x="213766" y="1815655"/>
                  </a:lnTo>
                  <a:lnTo>
                    <a:pt x="213766" y="1872805"/>
                  </a:lnTo>
                  <a:lnTo>
                    <a:pt x="184873" y="1872805"/>
                  </a:lnTo>
                  <a:lnTo>
                    <a:pt x="184873" y="1868703"/>
                  </a:lnTo>
                  <a:lnTo>
                    <a:pt x="187159" y="1862226"/>
                  </a:lnTo>
                  <a:lnTo>
                    <a:pt x="191731" y="1856511"/>
                  </a:lnTo>
                  <a:lnTo>
                    <a:pt x="196113" y="1850796"/>
                  </a:lnTo>
                  <a:lnTo>
                    <a:pt x="201637" y="1846897"/>
                  </a:lnTo>
                  <a:lnTo>
                    <a:pt x="208292" y="1844802"/>
                  </a:lnTo>
                  <a:lnTo>
                    <a:pt x="213766" y="1872805"/>
                  </a:lnTo>
                  <a:lnTo>
                    <a:pt x="213766" y="1815655"/>
                  </a:lnTo>
                  <a:lnTo>
                    <a:pt x="209677" y="1815655"/>
                  </a:lnTo>
                  <a:lnTo>
                    <a:pt x="203695" y="1784794"/>
                  </a:lnTo>
                  <a:lnTo>
                    <a:pt x="202717" y="1779739"/>
                  </a:lnTo>
                  <a:lnTo>
                    <a:pt x="202717" y="1815655"/>
                  </a:lnTo>
                  <a:lnTo>
                    <a:pt x="199212" y="1815655"/>
                  </a:lnTo>
                  <a:lnTo>
                    <a:pt x="199212" y="1821370"/>
                  </a:lnTo>
                  <a:lnTo>
                    <a:pt x="197129" y="1822361"/>
                  </a:lnTo>
                  <a:lnTo>
                    <a:pt x="172262" y="1856232"/>
                  </a:lnTo>
                  <a:lnTo>
                    <a:pt x="172237" y="1856511"/>
                  </a:lnTo>
                  <a:lnTo>
                    <a:pt x="171450" y="1863369"/>
                  </a:lnTo>
                  <a:lnTo>
                    <a:pt x="171958" y="1870468"/>
                  </a:lnTo>
                  <a:lnTo>
                    <a:pt x="172008" y="1870646"/>
                  </a:lnTo>
                  <a:lnTo>
                    <a:pt x="172504" y="1872805"/>
                  </a:lnTo>
                  <a:lnTo>
                    <a:pt x="146075" y="1872805"/>
                  </a:lnTo>
                  <a:lnTo>
                    <a:pt x="145440" y="1867369"/>
                  </a:lnTo>
                  <a:lnTo>
                    <a:pt x="146900" y="1854619"/>
                  </a:lnTo>
                  <a:lnTo>
                    <a:pt x="147015" y="1854225"/>
                  </a:lnTo>
                  <a:lnTo>
                    <a:pt x="150152" y="1842655"/>
                  </a:lnTo>
                  <a:lnTo>
                    <a:pt x="155194" y="1831479"/>
                  </a:lnTo>
                  <a:lnTo>
                    <a:pt x="161836" y="1821370"/>
                  </a:lnTo>
                  <a:lnTo>
                    <a:pt x="199212" y="1821370"/>
                  </a:lnTo>
                  <a:lnTo>
                    <a:pt x="199212" y="1815655"/>
                  </a:lnTo>
                  <a:lnTo>
                    <a:pt x="166382" y="1815655"/>
                  </a:lnTo>
                  <a:lnTo>
                    <a:pt x="169964" y="1811210"/>
                  </a:lnTo>
                  <a:lnTo>
                    <a:pt x="178371" y="1801863"/>
                  </a:lnTo>
                  <a:lnTo>
                    <a:pt x="187248" y="1793062"/>
                  </a:lnTo>
                  <a:lnTo>
                    <a:pt x="196596" y="1784794"/>
                  </a:lnTo>
                  <a:lnTo>
                    <a:pt x="202717" y="1815655"/>
                  </a:lnTo>
                  <a:lnTo>
                    <a:pt x="202717" y="1779739"/>
                  </a:lnTo>
                  <a:lnTo>
                    <a:pt x="202590" y="1779079"/>
                  </a:lnTo>
                  <a:lnTo>
                    <a:pt x="214960" y="1764220"/>
                  </a:lnTo>
                  <a:lnTo>
                    <a:pt x="577088" y="1764220"/>
                  </a:lnTo>
                  <a:lnTo>
                    <a:pt x="577088" y="1758505"/>
                  </a:lnTo>
                  <a:lnTo>
                    <a:pt x="219341" y="1758505"/>
                  </a:lnTo>
                  <a:lnTo>
                    <a:pt x="228358" y="1742503"/>
                  </a:lnTo>
                  <a:lnTo>
                    <a:pt x="230162" y="1739290"/>
                  </a:lnTo>
                  <a:lnTo>
                    <a:pt x="237413" y="1717192"/>
                  </a:lnTo>
                  <a:lnTo>
                    <a:pt x="238645" y="1707070"/>
                  </a:lnTo>
                  <a:lnTo>
                    <a:pt x="577088" y="1707070"/>
                  </a:lnTo>
                  <a:lnTo>
                    <a:pt x="577088" y="1701355"/>
                  </a:lnTo>
                  <a:close/>
                </a:path>
                <a:path w="7101205" h="2477770">
                  <a:moveTo>
                    <a:pt x="6931520" y="1052410"/>
                  </a:moveTo>
                  <a:lnTo>
                    <a:pt x="6931330" y="1045171"/>
                  </a:lnTo>
                  <a:lnTo>
                    <a:pt x="6928764" y="1039939"/>
                  </a:lnTo>
                  <a:lnTo>
                    <a:pt x="6923811" y="1036701"/>
                  </a:lnTo>
                  <a:lnTo>
                    <a:pt x="6919239" y="1033081"/>
                  </a:lnTo>
                  <a:lnTo>
                    <a:pt x="6912762" y="1031367"/>
                  </a:lnTo>
                  <a:lnTo>
                    <a:pt x="6904380" y="1031557"/>
                  </a:lnTo>
                  <a:lnTo>
                    <a:pt x="6896455" y="1032522"/>
                  </a:lnTo>
                  <a:lnTo>
                    <a:pt x="6861873" y="1055624"/>
                  </a:lnTo>
                  <a:lnTo>
                    <a:pt x="6857225" y="1069555"/>
                  </a:lnTo>
                  <a:lnTo>
                    <a:pt x="6857416" y="1076032"/>
                  </a:lnTo>
                  <a:lnTo>
                    <a:pt x="6882371" y="1090993"/>
                  </a:lnTo>
                  <a:lnTo>
                    <a:pt x="6890855" y="1090041"/>
                  </a:lnTo>
                  <a:lnTo>
                    <a:pt x="6926885" y="1066990"/>
                  </a:lnTo>
                  <a:lnTo>
                    <a:pt x="6930085" y="1059980"/>
                  </a:lnTo>
                  <a:lnTo>
                    <a:pt x="6931520" y="1052410"/>
                  </a:lnTo>
                  <a:close/>
                </a:path>
                <a:path w="7101205" h="2477770">
                  <a:moveTo>
                    <a:pt x="7101205" y="0"/>
                  </a:moveTo>
                  <a:lnTo>
                    <a:pt x="7092632" y="0"/>
                  </a:lnTo>
                  <a:lnTo>
                    <a:pt x="7092632" y="1238440"/>
                  </a:lnTo>
                  <a:lnTo>
                    <a:pt x="7101205" y="1238440"/>
                  </a:lnTo>
                  <a:lnTo>
                    <a:pt x="7101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4" name="object 18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05142" y="5990526"/>
              <a:ext cx="216598" cy="267461"/>
            </a:xfrm>
            <a:prstGeom prst="rect">
              <a:avLst/>
            </a:prstGeom>
          </p:spPr>
        </p:pic>
        <p:sp>
          <p:nvSpPr>
            <p:cNvPr id="185" name="object 185"/>
            <p:cNvSpPr/>
            <p:nvPr/>
          </p:nvSpPr>
          <p:spPr>
            <a:xfrm>
              <a:off x="756475" y="5961960"/>
              <a:ext cx="1106170" cy="414655"/>
            </a:xfrm>
            <a:custGeom>
              <a:avLst/>
              <a:gdLst/>
              <a:ahLst/>
              <a:cxnLst/>
              <a:rect l="l" t="t" r="r" b="b"/>
              <a:pathLst>
                <a:path w="1106170" h="414654">
                  <a:moveTo>
                    <a:pt x="1105992" y="114300"/>
                  </a:moveTo>
                  <a:lnTo>
                    <a:pt x="671093" y="114300"/>
                  </a:lnTo>
                  <a:lnTo>
                    <a:pt x="671093" y="28575"/>
                  </a:lnTo>
                  <a:lnTo>
                    <a:pt x="661085" y="28575"/>
                  </a:lnTo>
                  <a:lnTo>
                    <a:pt x="661085" y="342900"/>
                  </a:lnTo>
                  <a:lnTo>
                    <a:pt x="538048" y="342900"/>
                  </a:lnTo>
                  <a:lnTo>
                    <a:pt x="538314" y="341464"/>
                  </a:lnTo>
                  <a:lnTo>
                    <a:pt x="541261" y="337083"/>
                  </a:lnTo>
                  <a:lnTo>
                    <a:pt x="546214" y="333463"/>
                  </a:lnTo>
                  <a:lnTo>
                    <a:pt x="551738" y="329272"/>
                  </a:lnTo>
                  <a:lnTo>
                    <a:pt x="554888" y="324421"/>
                  </a:lnTo>
                  <a:lnTo>
                    <a:pt x="555650" y="318897"/>
                  </a:lnTo>
                  <a:lnTo>
                    <a:pt x="554888" y="315277"/>
                  </a:lnTo>
                  <a:lnTo>
                    <a:pt x="553173" y="311848"/>
                  </a:lnTo>
                  <a:lnTo>
                    <a:pt x="550506" y="308610"/>
                  </a:lnTo>
                  <a:lnTo>
                    <a:pt x="543928" y="301561"/>
                  </a:lnTo>
                  <a:lnTo>
                    <a:pt x="543928" y="310896"/>
                  </a:lnTo>
                  <a:lnTo>
                    <a:pt x="542975" y="315849"/>
                  </a:lnTo>
                  <a:lnTo>
                    <a:pt x="540029" y="320230"/>
                  </a:lnTo>
                  <a:lnTo>
                    <a:pt x="535076" y="324040"/>
                  </a:lnTo>
                  <a:lnTo>
                    <a:pt x="529551" y="327850"/>
                  </a:lnTo>
                  <a:lnTo>
                    <a:pt x="526402" y="332613"/>
                  </a:lnTo>
                  <a:lnTo>
                    <a:pt x="525640" y="338328"/>
                  </a:lnTo>
                  <a:lnTo>
                    <a:pt x="526402" y="341947"/>
                  </a:lnTo>
                  <a:lnTo>
                    <a:pt x="526872" y="342900"/>
                  </a:lnTo>
                  <a:lnTo>
                    <a:pt x="272440" y="342900"/>
                  </a:lnTo>
                  <a:lnTo>
                    <a:pt x="272440" y="291465"/>
                  </a:lnTo>
                  <a:lnTo>
                    <a:pt x="530783" y="291465"/>
                  </a:lnTo>
                  <a:lnTo>
                    <a:pt x="538505" y="300037"/>
                  </a:lnTo>
                  <a:lnTo>
                    <a:pt x="541362" y="302895"/>
                  </a:lnTo>
                  <a:lnTo>
                    <a:pt x="543166" y="306514"/>
                  </a:lnTo>
                  <a:lnTo>
                    <a:pt x="543928" y="310896"/>
                  </a:lnTo>
                  <a:lnTo>
                    <a:pt x="543928" y="301561"/>
                  </a:lnTo>
                  <a:lnTo>
                    <a:pt x="542505" y="300037"/>
                  </a:lnTo>
                  <a:lnTo>
                    <a:pt x="539457" y="296037"/>
                  </a:lnTo>
                  <a:lnTo>
                    <a:pt x="537743" y="292506"/>
                  </a:lnTo>
                  <a:lnTo>
                    <a:pt x="537603" y="291465"/>
                  </a:lnTo>
                  <a:lnTo>
                    <a:pt x="661085" y="291465"/>
                  </a:lnTo>
                  <a:lnTo>
                    <a:pt x="661085" y="285750"/>
                  </a:lnTo>
                  <a:lnTo>
                    <a:pt x="538048" y="285750"/>
                  </a:lnTo>
                  <a:lnTo>
                    <a:pt x="538314" y="284314"/>
                  </a:lnTo>
                  <a:lnTo>
                    <a:pt x="541261" y="279933"/>
                  </a:lnTo>
                  <a:lnTo>
                    <a:pt x="546214" y="276313"/>
                  </a:lnTo>
                  <a:lnTo>
                    <a:pt x="551738" y="272122"/>
                  </a:lnTo>
                  <a:lnTo>
                    <a:pt x="554888" y="267271"/>
                  </a:lnTo>
                  <a:lnTo>
                    <a:pt x="555650" y="261747"/>
                  </a:lnTo>
                  <a:lnTo>
                    <a:pt x="554888" y="258127"/>
                  </a:lnTo>
                  <a:lnTo>
                    <a:pt x="553173" y="254698"/>
                  </a:lnTo>
                  <a:lnTo>
                    <a:pt x="550506" y="251460"/>
                  </a:lnTo>
                  <a:lnTo>
                    <a:pt x="543928" y="244411"/>
                  </a:lnTo>
                  <a:lnTo>
                    <a:pt x="543928" y="253746"/>
                  </a:lnTo>
                  <a:lnTo>
                    <a:pt x="542975" y="258699"/>
                  </a:lnTo>
                  <a:lnTo>
                    <a:pt x="540029" y="263080"/>
                  </a:lnTo>
                  <a:lnTo>
                    <a:pt x="535076" y="266890"/>
                  </a:lnTo>
                  <a:lnTo>
                    <a:pt x="529551" y="270700"/>
                  </a:lnTo>
                  <a:lnTo>
                    <a:pt x="526402" y="275463"/>
                  </a:lnTo>
                  <a:lnTo>
                    <a:pt x="525640" y="281178"/>
                  </a:lnTo>
                  <a:lnTo>
                    <a:pt x="526402" y="284797"/>
                  </a:lnTo>
                  <a:lnTo>
                    <a:pt x="526872" y="285750"/>
                  </a:lnTo>
                  <a:lnTo>
                    <a:pt x="272440" y="285750"/>
                  </a:lnTo>
                  <a:lnTo>
                    <a:pt x="272440" y="280822"/>
                  </a:lnTo>
                  <a:lnTo>
                    <a:pt x="272732" y="279463"/>
                  </a:lnTo>
                  <a:lnTo>
                    <a:pt x="273481" y="270700"/>
                  </a:lnTo>
                  <a:lnTo>
                    <a:pt x="272440" y="268185"/>
                  </a:lnTo>
                  <a:lnTo>
                    <a:pt x="272440" y="234315"/>
                  </a:lnTo>
                  <a:lnTo>
                    <a:pt x="530783" y="234315"/>
                  </a:lnTo>
                  <a:lnTo>
                    <a:pt x="538505" y="242887"/>
                  </a:lnTo>
                  <a:lnTo>
                    <a:pt x="541362" y="245745"/>
                  </a:lnTo>
                  <a:lnTo>
                    <a:pt x="543166" y="249364"/>
                  </a:lnTo>
                  <a:lnTo>
                    <a:pt x="543928" y="253746"/>
                  </a:lnTo>
                  <a:lnTo>
                    <a:pt x="543928" y="244411"/>
                  </a:lnTo>
                  <a:lnTo>
                    <a:pt x="542505" y="242887"/>
                  </a:lnTo>
                  <a:lnTo>
                    <a:pt x="539457" y="238887"/>
                  </a:lnTo>
                  <a:lnTo>
                    <a:pt x="537743" y="235356"/>
                  </a:lnTo>
                  <a:lnTo>
                    <a:pt x="537603" y="234315"/>
                  </a:lnTo>
                  <a:lnTo>
                    <a:pt x="661085" y="234315"/>
                  </a:lnTo>
                  <a:lnTo>
                    <a:pt x="661085" y="228600"/>
                  </a:lnTo>
                  <a:lnTo>
                    <a:pt x="538048" y="228600"/>
                  </a:lnTo>
                  <a:lnTo>
                    <a:pt x="538314" y="227164"/>
                  </a:lnTo>
                  <a:lnTo>
                    <a:pt x="541261" y="222783"/>
                  </a:lnTo>
                  <a:lnTo>
                    <a:pt x="546214" y="219163"/>
                  </a:lnTo>
                  <a:lnTo>
                    <a:pt x="551738" y="214972"/>
                  </a:lnTo>
                  <a:lnTo>
                    <a:pt x="554888" y="210121"/>
                  </a:lnTo>
                  <a:lnTo>
                    <a:pt x="555650" y="204597"/>
                  </a:lnTo>
                  <a:lnTo>
                    <a:pt x="554888" y="200977"/>
                  </a:lnTo>
                  <a:lnTo>
                    <a:pt x="553173" y="197548"/>
                  </a:lnTo>
                  <a:lnTo>
                    <a:pt x="550506" y="194310"/>
                  </a:lnTo>
                  <a:lnTo>
                    <a:pt x="542505" y="185737"/>
                  </a:lnTo>
                  <a:lnTo>
                    <a:pt x="538505" y="185737"/>
                  </a:lnTo>
                  <a:lnTo>
                    <a:pt x="541362" y="188595"/>
                  </a:lnTo>
                  <a:lnTo>
                    <a:pt x="543166" y="192214"/>
                  </a:lnTo>
                  <a:lnTo>
                    <a:pt x="529551" y="213550"/>
                  </a:lnTo>
                  <a:lnTo>
                    <a:pt x="526402" y="218313"/>
                  </a:lnTo>
                  <a:lnTo>
                    <a:pt x="525640" y="224028"/>
                  </a:lnTo>
                  <a:lnTo>
                    <a:pt x="526402" y="227647"/>
                  </a:lnTo>
                  <a:lnTo>
                    <a:pt x="526872" y="228600"/>
                  </a:lnTo>
                  <a:lnTo>
                    <a:pt x="272440" y="228600"/>
                  </a:lnTo>
                  <a:lnTo>
                    <a:pt x="272440" y="195097"/>
                  </a:lnTo>
                  <a:lnTo>
                    <a:pt x="272732" y="193738"/>
                  </a:lnTo>
                  <a:lnTo>
                    <a:pt x="273481" y="184975"/>
                  </a:lnTo>
                  <a:lnTo>
                    <a:pt x="272440" y="182460"/>
                  </a:lnTo>
                  <a:lnTo>
                    <a:pt x="272440" y="177165"/>
                  </a:lnTo>
                  <a:lnTo>
                    <a:pt x="661085" y="177165"/>
                  </a:lnTo>
                  <a:lnTo>
                    <a:pt x="661085" y="171450"/>
                  </a:lnTo>
                  <a:lnTo>
                    <a:pt x="272440" y="171450"/>
                  </a:lnTo>
                  <a:lnTo>
                    <a:pt x="272440" y="120015"/>
                  </a:lnTo>
                  <a:lnTo>
                    <a:pt x="661085" y="120015"/>
                  </a:lnTo>
                  <a:lnTo>
                    <a:pt x="661085" y="114300"/>
                  </a:lnTo>
                  <a:lnTo>
                    <a:pt x="272440" y="114300"/>
                  </a:lnTo>
                  <a:lnTo>
                    <a:pt x="272440" y="0"/>
                  </a:lnTo>
                  <a:lnTo>
                    <a:pt x="263867" y="0"/>
                  </a:lnTo>
                  <a:lnTo>
                    <a:pt x="263867" y="360045"/>
                  </a:lnTo>
                  <a:lnTo>
                    <a:pt x="263017" y="361848"/>
                  </a:lnTo>
                  <a:lnTo>
                    <a:pt x="232435" y="386905"/>
                  </a:lnTo>
                  <a:lnTo>
                    <a:pt x="216154" y="392518"/>
                  </a:lnTo>
                  <a:lnTo>
                    <a:pt x="212153" y="392328"/>
                  </a:lnTo>
                  <a:lnTo>
                    <a:pt x="208153" y="391947"/>
                  </a:lnTo>
                  <a:lnTo>
                    <a:pt x="206248" y="390232"/>
                  </a:lnTo>
                  <a:lnTo>
                    <a:pt x="206438" y="387184"/>
                  </a:lnTo>
                  <a:lnTo>
                    <a:pt x="232435" y="358902"/>
                  </a:lnTo>
                  <a:lnTo>
                    <a:pt x="262445" y="360045"/>
                  </a:lnTo>
                  <a:lnTo>
                    <a:pt x="263867" y="360045"/>
                  </a:lnTo>
                  <a:lnTo>
                    <a:pt x="263867" y="0"/>
                  </a:lnTo>
                  <a:lnTo>
                    <a:pt x="262445" y="0"/>
                  </a:lnTo>
                  <a:lnTo>
                    <a:pt x="2624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262445" y="120015"/>
                  </a:lnTo>
                  <a:lnTo>
                    <a:pt x="262445" y="171450"/>
                  </a:lnTo>
                  <a:lnTo>
                    <a:pt x="262445" y="342900"/>
                  </a:lnTo>
                  <a:lnTo>
                    <a:pt x="258724" y="340893"/>
                  </a:lnTo>
                  <a:lnTo>
                    <a:pt x="252907" y="339750"/>
                  </a:lnTo>
                  <a:lnTo>
                    <a:pt x="246443" y="340321"/>
                  </a:lnTo>
                  <a:lnTo>
                    <a:pt x="238252" y="341236"/>
                  </a:lnTo>
                  <a:lnTo>
                    <a:pt x="232105" y="342900"/>
                  </a:lnTo>
                  <a:lnTo>
                    <a:pt x="143852" y="342900"/>
                  </a:lnTo>
                  <a:lnTo>
                    <a:pt x="140804" y="338899"/>
                  </a:lnTo>
                  <a:lnTo>
                    <a:pt x="139090" y="335368"/>
                  </a:lnTo>
                  <a:lnTo>
                    <a:pt x="138709" y="332320"/>
                  </a:lnTo>
                  <a:lnTo>
                    <a:pt x="139661" y="327177"/>
                  </a:lnTo>
                  <a:lnTo>
                    <a:pt x="142608" y="322795"/>
                  </a:lnTo>
                  <a:lnTo>
                    <a:pt x="147574" y="319176"/>
                  </a:lnTo>
                  <a:lnTo>
                    <a:pt x="153098" y="314985"/>
                  </a:lnTo>
                  <a:lnTo>
                    <a:pt x="156235" y="310134"/>
                  </a:lnTo>
                  <a:lnTo>
                    <a:pt x="156997" y="304609"/>
                  </a:lnTo>
                  <a:lnTo>
                    <a:pt x="156235" y="300990"/>
                  </a:lnTo>
                  <a:lnTo>
                    <a:pt x="154520" y="297561"/>
                  </a:lnTo>
                  <a:lnTo>
                    <a:pt x="151853" y="294322"/>
                  </a:lnTo>
                  <a:lnTo>
                    <a:pt x="149186" y="291465"/>
                  </a:lnTo>
                  <a:lnTo>
                    <a:pt x="198716" y="291465"/>
                  </a:lnTo>
                  <a:lnTo>
                    <a:pt x="218440" y="316890"/>
                  </a:lnTo>
                  <a:lnTo>
                    <a:pt x="224726" y="316318"/>
                  </a:lnTo>
                  <a:lnTo>
                    <a:pt x="232791" y="315417"/>
                  </a:lnTo>
                  <a:lnTo>
                    <a:pt x="240728" y="313245"/>
                  </a:lnTo>
                  <a:lnTo>
                    <a:pt x="248513" y="309841"/>
                  </a:lnTo>
                  <a:lnTo>
                    <a:pt x="253492" y="306793"/>
                  </a:lnTo>
                  <a:lnTo>
                    <a:pt x="256159" y="305181"/>
                  </a:lnTo>
                  <a:lnTo>
                    <a:pt x="262445" y="299961"/>
                  </a:lnTo>
                  <a:lnTo>
                    <a:pt x="262445" y="276809"/>
                  </a:lnTo>
                  <a:lnTo>
                    <a:pt x="259016" y="280885"/>
                  </a:lnTo>
                  <a:lnTo>
                    <a:pt x="253403" y="285750"/>
                  </a:lnTo>
                  <a:lnTo>
                    <a:pt x="246811" y="285750"/>
                  </a:lnTo>
                  <a:lnTo>
                    <a:pt x="246811" y="291465"/>
                  </a:lnTo>
                  <a:lnTo>
                    <a:pt x="243865" y="294030"/>
                  </a:lnTo>
                  <a:lnTo>
                    <a:pt x="238150" y="298030"/>
                  </a:lnTo>
                  <a:lnTo>
                    <a:pt x="232435" y="301180"/>
                  </a:lnTo>
                  <a:lnTo>
                    <a:pt x="221005" y="305752"/>
                  </a:lnTo>
                  <a:lnTo>
                    <a:pt x="216154" y="306793"/>
                  </a:lnTo>
                  <a:lnTo>
                    <a:pt x="212153" y="306603"/>
                  </a:lnTo>
                  <a:lnTo>
                    <a:pt x="208153" y="306222"/>
                  </a:lnTo>
                  <a:lnTo>
                    <a:pt x="206248" y="304507"/>
                  </a:lnTo>
                  <a:lnTo>
                    <a:pt x="206438" y="301459"/>
                  </a:lnTo>
                  <a:lnTo>
                    <a:pt x="206502" y="301180"/>
                  </a:lnTo>
                  <a:lnTo>
                    <a:pt x="207645" y="296392"/>
                  </a:lnTo>
                  <a:lnTo>
                    <a:pt x="210540" y="291465"/>
                  </a:lnTo>
                  <a:lnTo>
                    <a:pt x="246811" y="291465"/>
                  </a:lnTo>
                  <a:lnTo>
                    <a:pt x="246811" y="285750"/>
                  </a:lnTo>
                  <a:lnTo>
                    <a:pt x="215722" y="285750"/>
                  </a:lnTo>
                  <a:lnTo>
                    <a:pt x="226618" y="276885"/>
                  </a:lnTo>
                  <a:lnTo>
                    <a:pt x="232435" y="273177"/>
                  </a:lnTo>
                  <a:lnTo>
                    <a:pt x="239864" y="269176"/>
                  </a:lnTo>
                  <a:lnTo>
                    <a:pt x="247484" y="265366"/>
                  </a:lnTo>
                  <a:lnTo>
                    <a:pt x="254152" y="263740"/>
                  </a:lnTo>
                  <a:lnTo>
                    <a:pt x="259867" y="264312"/>
                  </a:lnTo>
                  <a:lnTo>
                    <a:pt x="262445" y="264668"/>
                  </a:lnTo>
                  <a:lnTo>
                    <a:pt x="262445" y="257238"/>
                  </a:lnTo>
                  <a:lnTo>
                    <a:pt x="258724" y="255168"/>
                  </a:lnTo>
                  <a:lnTo>
                    <a:pt x="252907" y="254025"/>
                  </a:lnTo>
                  <a:lnTo>
                    <a:pt x="246443" y="254596"/>
                  </a:lnTo>
                  <a:lnTo>
                    <a:pt x="208419" y="271208"/>
                  </a:lnTo>
                  <a:lnTo>
                    <a:pt x="199910" y="285750"/>
                  </a:lnTo>
                  <a:lnTo>
                    <a:pt x="143852" y="285750"/>
                  </a:lnTo>
                  <a:lnTo>
                    <a:pt x="140804" y="281749"/>
                  </a:lnTo>
                  <a:lnTo>
                    <a:pt x="139090" y="278218"/>
                  </a:lnTo>
                  <a:lnTo>
                    <a:pt x="138709" y="275170"/>
                  </a:lnTo>
                  <a:lnTo>
                    <a:pt x="139661" y="270027"/>
                  </a:lnTo>
                  <a:lnTo>
                    <a:pt x="142608" y="265645"/>
                  </a:lnTo>
                  <a:lnTo>
                    <a:pt x="147574" y="262026"/>
                  </a:lnTo>
                  <a:lnTo>
                    <a:pt x="153098" y="257835"/>
                  </a:lnTo>
                  <a:lnTo>
                    <a:pt x="156235" y="252984"/>
                  </a:lnTo>
                  <a:lnTo>
                    <a:pt x="156997" y="247459"/>
                  </a:lnTo>
                  <a:lnTo>
                    <a:pt x="156235" y="243840"/>
                  </a:lnTo>
                  <a:lnTo>
                    <a:pt x="154520" y="240411"/>
                  </a:lnTo>
                  <a:lnTo>
                    <a:pt x="151853" y="237172"/>
                  </a:lnTo>
                  <a:lnTo>
                    <a:pt x="149186" y="234315"/>
                  </a:lnTo>
                  <a:lnTo>
                    <a:pt x="262445" y="234315"/>
                  </a:lnTo>
                  <a:lnTo>
                    <a:pt x="262445" y="228600"/>
                  </a:lnTo>
                  <a:lnTo>
                    <a:pt x="236778" y="228600"/>
                  </a:lnTo>
                  <a:lnTo>
                    <a:pt x="240728" y="227520"/>
                  </a:lnTo>
                  <a:lnTo>
                    <a:pt x="248513" y="224116"/>
                  </a:lnTo>
                  <a:lnTo>
                    <a:pt x="253492" y="221068"/>
                  </a:lnTo>
                  <a:lnTo>
                    <a:pt x="256159" y="219456"/>
                  </a:lnTo>
                  <a:lnTo>
                    <a:pt x="262445" y="214236"/>
                  </a:lnTo>
                  <a:lnTo>
                    <a:pt x="262445" y="191084"/>
                  </a:lnTo>
                  <a:lnTo>
                    <a:pt x="259016" y="195160"/>
                  </a:lnTo>
                  <a:lnTo>
                    <a:pt x="243865" y="208305"/>
                  </a:lnTo>
                  <a:lnTo>
                    <a:pt x="238150" y="212305"/>
                  </a:lnTo>
                  <a:lnTo>
                    <a:pt x="232435" y="215455"/>
                  </a:lnTo>
                  <a:lnTo>
                    <a:pt x="221005" y="220027"/>
                  </a:lnTo>
                  <a:lnTo>
                    <a:pt x="216154" y="221068"/>
                  </a:lnTo>
                  <a:lnTo>
                    <a:pt x="212153" y="220878"/>
                  </a:lnTo>
                  <a:lnTo>
                    <a:pt x="208153" y="220497"/>
                  </a:lnTo>
                  <a:lnTo>
                    <a:pt x="206248" y="218782"/>
                  </a:lnTo>
                  <a:lnTo>
                    <a:pt x="206438" y="215734"/>
                  </a:lnTo>
                  <a:lnTo>
                    <a:pt x="232435" y="187452"/>
                  </a:lnTo>
                  <a:lnTo>
                    <a:pt x="254152" y="178015"/>
                  </a:lnTo>
                  <a:lnTo>
                    <a:pt x="259867" y="178587"/>
                  </a:lnTo>
                  <a:lnTo>
                    <a:pt x="262445" y="178943"/>
                  </a:lnTo>
                  <a:lnTo>
                    <a:pt x="262445" y="171450"/>
                  </a:lnTo>
                  <a:lnTo>
                    <a:pt x="258724" y="169443"/>
                  </a:lnTo>
                  <a:lnTo>
                    <a:pt x="252907" y="168300"/>
                  </a:lnTo>
                  <a:lnTo>
                    <a:pt x="246443" y="168871"/>
                  </a:lnTo>
                  <a:lnTo>
                    <a:pt x="238252" y="169786"/>
                  </a:lnTo>
                  <a:lnTo>
                    <a:pt x="232105" y="171450"/>
                  </a:lnTo>
                  <a:lnTo>
                    <a:pt x="219621" y="171450"/>
                  </a:lnTo>
                  <a:lnTo>
                    <a:pt x="219621" y="177165"/>
                  </a:lnTo>
                  <a:lnTo>
                    <a:pt x="215011" y="180022"/>
                  </a:lnTo>
                  <a:lnTo>
                    <a:pt x="208419" y="185483"/>
                  </a:lnTo>
                  <a:lnTo>
                    <a:pt x="203504" y="191592"/>
                  </a:lnTo>
                  <a:lnTo>
                    <a:pt x="200266" y="198348"/>
                  </a:lnTo>
                  <a:lnTo>
                    <a:pt x="198716" y="205740"/>
                  </a:lnTo>
                  <a:lnTo>
                    <a:pt x="197764" y="214503"/>
                  </a:lnTo>
                  <a:lnTo>
                    <a:pt x="200723" y="221640"/>
                  </a:lnTo>
                  <a:lnTo>
                    <a:pt x="207581" y="227164"/>
                  </a:lnTo>
                  <a:lnTo>
                    <a:pt x="210159" y="228600"/>
                  </a:lnTo>
                  <a:lnTo>
                    <a:pt x="143852" y="228600"/>
                  </a:lnTo>
                  <a:lnTo>
                    <a:pt x="140804" y="224599"/>
                  </a:lnTo>
                  <a:lnTo>
                    <a:pt x="139090" y="221068"/>
                  </a:lnTo>
                  <a:lnTo>
                    <a:pt x="138709" y="218020"/>
                  </a:lnTo>
                  <a:lnTo>
                    <a:pt x="139661" y="212877"/>
                  </a:lnTo>
                  <a:lnTo>
                    <a:pt x="142608" y="208495"/>
                  </a:lnTo>
                  <a:lnTo>
                    <a:pt x="147574" y="204876"/>
                  </a:lnTo>
                  <a:lnTo>
                    <a:pt x="153098" y="200685"/>
                  </a:lnTo>
                  <a:lnTo>
                    <a:pt x="156235" y="195834"/>
                  </a:lnTo>
                  <a:lnTo>
                    <a:pt x="156997" y="190309"/>
                  </a:lnTo>
                  <a:lnTo>
                    <a:pt x="156235" y="186690"/>
                  </a:lnTo>
                  <a:lnTo>
                    <a:pt x="154520" y="183261"/>
                  </a:lnTo>
                  <a:lnTo>
                    <a:pt x="151853" y="180022"/>
                  </a:lnTo>
                  <a:lnTo>
                    <a:pt x="149186" y="177165"/>
                  </a:lnTo>
                  <a:lnTo>
                    <a:pt x="219621" y="177165"/>
                  </a:lnTo>
                  <a:lnTo>
                    <a:pt x="219621" y="171450"/>
                  </a:lnTo>
                  <a:lnTo>
                    <a:pt x="143852" y="171450"/>
                  </a:lnTo>
                  <a:lnTo>
                    <a:pt x="139852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144132" y="177165"/>
                  </a:lnTo>
                  <a:lnTo>
                    <a:pt x="144526" y="177927"/>
                  </a:lnTo>
                  <a:lnTo>
                    <a:pt x="130898" y="199263"/>
                  </a:lnTo>
                  <a:lnTo>
                    <a:pt x="127749" y="204025"/>
                  </a:lnTo>
                  <a:lnTo>
                    <a:pt x="127000" y="209740"/>
                  </a:lnTo>
                  <a:lnTo>
                    <a:pt x="127749" y="213360"/>
                  </a:lnTo>
                  <a:lnTo>
                    <a:pt x="129463" y="216789"/>
                  </a:lnTo>
                  <a:lnTo>
                    <a:pt x="132143" y="220027"/>
                  </a:lnTo>
                  <a:lnTo>
                    <a:pt x="139852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144132" y="234315"/>
                  </a:lnTo>
                  <a:lnTo>
                    <a:pt x="144526" y="235077"/>
                  </a:lnTo>
                  <a:lnTo>
                    <a:pt x="130898" y="256413"/>
                  </a:lnTo>
                  <a:lnTo>
                    <a:pt x="127749" y="261175"/>
                  </a:lnTo>
                  <a:lnTo>
                    <a:pt x="127000" y="266890"/>
                  </a:lnTo>
                  <a:lnTo>
                    <a:pt x="127749" y="270510"/>
                  </a:lnTo>
                  <a:lnTo>
                    <a:pt x="129463" y="273939"/>
                  </a:lnTo>
                  <a:lnTo>
                    <a:pt x="132143" y="277177"/>
                  </a:lnTo>
                  <a:lnTo>
                    <a:pt x="139852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144132" y="291465"/>
                  </a:lnTo>
                  <a:lnTo>
                    <a:pt x="144526" y="292227"/>
                  </a:lnTo>
                  <a:lnTo>
                    <a:pt x="130898" y="313563"/>
                  </a:lnTo>
                  <a:lnTo>
                    <a:pt x="127749" y="318325"/>
                  </a:lnTo>
                  <a:lnTo>
                    <a:pt x="127000" y="324040"/>
                  </a:lnTo>
                  <a:lnTo>
                    <a:pt x="127749" y="327660"/>
                  </a:lnTo>
                  <a:lnTo>
                    <a:pt x="129463" y="331089"/>
                  </a:lnTo>
                  <a:lnTo>
                    <a:pt x="132143" y="334327"/>
                  </a:lnTo>
                  <a:lnTo>
                    <a:pt x="139852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144132" y="348615"/>
                  </a:lnTo>
                  <a:lnTo>
                    <a:pt x="144526" y="349377"/>
                  </a:lnTo>
                  <a:lnTo>
                    <a:pt x="130898" y="370713"/>
                  </a:lnTo>
                  <a:lnTo>
                    <a:pt x="127749" y="375475"/>
                  </a:lnTo>
                  <a:lnTo>
                    <a:pt x="127000" y="381190"/>
                  </a:lnTo>
                  <a:lnTo>
                    <a:pt x="127749" y="384810"/>
                  </a:lnTo>
                  <a:lnTo>
                    <a:pt x="129463" y="388239"/>
                  </a:lnTo>
                  <a:lnTo>
                    <a:pt x="132143" y="391477"/>
                  </a:lnTo>
                  <a:lnTo>
                    <a:pt x="139852" y="400050"/>
                  </a:lnTo>
                  <a:lnTo>
                    <a:pt x="143852" y="400050"/>
                  </a:lnTo>
                  <a:lnTo>
                    <a:pt x="140804" y="396049"/>
                  </a:lnTo>
                  <a:lnTo>
                    <a:pt x="139090" y="392518"/>
                  </a:lnTo>
                  <a:lnTo>
                    <a:pt x="138709" y="389470"/>
                  </a:lnTo>
                  <a:lnTo>
                    <a:pt x="139661" y="384327"/>
                  </a:lnTo>
                  <a:lnTo>
                    <a:pt x="142608" y="379945"/>
                  </a:lnTo>
                  <a:lnTo>
                    <a:pt x="147574" y="376326"/>
                  </a:lnTo>
                  <a:lnTo>
                    <a:pt x="153098" y="372135"/>
                  </a:lnTo>
                  <a:lnTo>
                    <a:pt x="156235" y="367284"/>
                  </a:lnTo>
                  <a:lnTo>
                    <a:pt x="156997" y="361759"/>
                  </a:lnTo>
                  <a:lnTo>
                    <a:pt x="156235" y="358140"/>
                  </a:lnTo>
                  <a:lnTo>
                    <a:pt x="154520" y="354711"/>
                  </a:lnTo>
                  <a:lnTo>
                    <a:pt x="151853" y="351472"/>
                  </a:lnTo>
                  <a:lnTo>
                    <a:pt x="149186" y="348615"/>
                  </a:lnTo>
                  <a:lnTo>
                    <a:pt x="219621" y="348615"/>
                  </a:lnTo>
                  <a:lnTo>
                    <a:pt x="197764" y="385953"/>
                  </a:lnTo>
                  <a:lnTo>
                    <a:pt x="200723" y="393090"/>
                  </a:lnTo>
                  <a:lnTo>
                    <a:pt x="207581" y="398614"/>
                  </a:lnTo>
                  <a:lnTo>
                    <a:pt x="212725" y="401472"/>
                  </a:lnTo>
                  <a:lnTo>
                    <a:pt x="218440" y="402615"/>
                  </a:lnTo>
                  <a:lnTo>
                    <a:pt x="224726" y="402043"/>
                  </a:lnTo>
                  <a:lnTo>
                    <a:pt x="232791" y="401142"/>
                  </a:lnTo>
                  <a:lnTo>
                    <a:pt x="240728" y="398970"/>
                  </a:lnTo>
                  <a:lnTo>
                    <a:pt x="248513" y="395566"/>
                  </a:lnTo>
                  <a:lnTo>
                    <a:pt x="253492" y="392518"/>
                  </a:lnTo>
                  <a:lnTo>
                    <a:pt x="256159" y="390906"/>
                  </a:lnTo>
                  <a:lnTo>
                    <a:pt x="273481" y="356425"/>
                  </a:lnTo>
                  <a:lnTo>
                    <a:pt x="272440" y="353910"/>
                  </a:lnTo>
                  <a:lnTo>
                    <a:pt x="272440" y="348615"/>
                  </a:lnTo>
                  <a:lnTo>
                    <a:pt x="530783" y="348615"/>
                  </a:lnTo>
                  <a:lnTo>
                    <a:pt x="538505" y="357187"/>
                  </a:lnTo>
                  <a:lnTo>
                    <a:pt x="541362" y="360045"/>
                  </a:lnTo>
                  <a:lnTo>
                    <a:pt x="543166" y="363664"/>
                  </a:lnTo>
                  <a:lnTo>
                    <a:pt x="543928" y="368046"/>
                  </a:lnTo>
                  <a:lnTo>
                    <a:pt x="542975" y="372999"/>
                  </a:lnTo>
                  <a:lnTo>
                    <a:pt x="540029" y="377380"/>
                  </a:lnTo>
                  <a:lnTo>
                    <a:pt x="535076" y="381190"/>
                  </a:lnTo>
                  <a:lnTo>
                    <a:pt x="529551" y="385000"/>
                  </a:lnTo>
                  <a:lnTo>
                    <a:pt x="526402" y="389763"/>
                  </a:lnTo>
                  <a:lnTo>
                    <a:pt x="525640" y="395478"/>
                  </a:lnTo>
                  <a:lnTo>
                    <a:pt x="526402" y="399097"/>
                  </a:lnTo>
                  <a:lnTo>
                    <a:pt x="528116" y="402526"/>
                  </a:lnTo>
                  <a:lnTo>
                    <a:pt x="530783" y="405765"/>
                  </a:lnTo>
                  <a:lnTo>
                    <a:pt x="538505" y="414337"/>
                  </a:lnTo>
                  <a:lnTo>
                    <a:pt x="542505" y="414337"/>
                  </a:lnTo>
                  <a:lnTo>
                    <a:pt x="539457" y="410337"/>
                  </a:lnTo>
                  <a:lnTo>
                    <a:pt x="537743" y="406806"/>
                  </a:lnTo>
                  <a:lnTo>
                    <a:pt x="537362" y="403758"/>
                  </a:lnTo>
                  <a:lnTo>
                    <a:pt x="538314" y="398614"/>
                  </a:lnTo>
                  <a:lnTo>
                    <a:pt x="541261" y="394233"/>
                  </a:lnTo>
                  <a:lnTo>
                    <a:pt x="546214" y="390613"/>
                  </a:lnTo>
                  <a:lnTo>
                    <a:pt x="551738" y="386422"/>
                  </a:lnTo>
                  <a:lnTo>
                    <a:pt x="554888" y="381571"/>
                  </a:lnTo>
                  <a:lnTo>
                    <a:pt x="555650" y="376047"/>
                  </a:lnTo>
                  <a:lnTo>
                    <a:pt x="554888" y="372427"/>
                  </a:lnTo>
                  <a:lnTo>
                    <a:pt x="553173" y="368998"/>
                  </a:lnTo>
                  <a:lnTo>
                    <a:pt x="550506" y="365760"/>
                  </a:lnTo>
                  <a:lnTo>
                    <a:pt x="542505" y="357187"/>
                  </a:lnTo>
                  <a:lnTo>
                    <a:pt x="539457" y="353187"/>
                  </a:lnTo>
                  <a:lnTo>
                    <a:pt x="537743" y="349656"/>
                  </a:lnTo>
                  <a:lnTo>
                    <a:pt x="537603" y="348615"/>
                  </a:lnTo>
                  <a:lnTo>
                    <a:pt x="661085" y="348615"/>
                  </a:lnTo>
                  <a:lnTo>
                    <a:pt x="661085" y="360045"/>
                  </a:lnTo>
                  <a:lnTo>
                    <a:pt x="671093" y="360045"/>
                  </a:lnTo>
                  <a:lnTo>
                    <a:pt x="671093" y="348615"/>
                  </a:lnTo>
                  <a:lnTo>
                    <a:pt x="1105992" y="348615"/>
                  </a:lnTo>
                  <a:lnTo>
                    <a:pt x="1105992" y="342900"/>
                  </a:lnTo>
                  <a:lnTo>
                    <a:pt x="671093" y="342900"/>
                  </a:lnTo>
                  <a:lnTo>
                    <a:pt x="671093" y="291465"/>
                  </a:lnTo>
                  <a:lnTo>
                    <a:pt x="1105992" y="291465"/>
                  </a:lnTo>
                  <a:lnTo>
                    <a:pt x="1105992" y="285750"/>
                  </a:lnTo>
                  <a:lnTo>
                    <a:pt x="671093" y="285750"/>
                  </a:lnTo>
                  <a:lnTo>
                    <a:pt x="671093" y="234315"/>
                  </a:lnTo>
                  <a:lnTo>
                    <a:pt x="1105992" y="234315"/>
                  </a:lnTo>
                  <a:lnTo>
                    <a:pt x="1105992" y="228600"/>
                  </a:lnTo>
                  <a:lnTo>
                    <a:pt x="671093" y="228600"/>
                  </a:lnTo>
                  <a:lnTo>
                    <a:pt x="671093" y="177165"/>
                  </a:lnTo>
                  <a:lnTo>
                    <a:pt x="1105992" y="177165"/>
                  </a:lnTo>
                  <a:lnTo>
                    <a:pt x="1105992" y="171450"/>
                  </a:lnTo>
                  <a:lnTo>
                    <a:pt x="671093" y="171450"/>
                  </a:lnTo>
                  <a:lnTo>
                    <a:pt x="671093" y="120015"/>
                  </a:lnTo>
                  <a:lnTo>
                    <a:pt x="1105992" y="120015"/>
                  </a:lnTo>
                  <a:lnTo>
                    <a:pt x="1105992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6" name="object 186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353563" y="6142883"/>
              <a:ext cx="295782" cy="233405"/>
            </a:xfrm>
            <a:prstGeom prst="rect">
              <a:avLst/>
            </a:prstGeom>
          </p:spPr>
        </p:pic>
        <p:sp>
          <p:nvSpPr>
            <p:cNvPr id="187" name="object 187"/>
            <p:cNvSpPr/>
            <p:nvPr/>
          </p:nvSpPr>
          <p:spPr>
            <a:xfrm>
              <a:off x="1666163" y="5990535"/>
              <a:ext cx="74295" cy="372745"/>
            </a:xfrm>
            <a:custGeom>
              <a:avLst/>
              <a:gdLst/>
              <a:ahLst/>
              <a:cxnLst/>
              <a:rect l="l" t="t" r="r" b="b"/>
              <a:pathLst>
                <a:path w="74294" h="372745">
                  <a:moveTo>
                    <a:pt x="74295" y="334035"/>
                  </a:moveTo>
                  <a:lnTo>
                    <a:pt x="74104" y="326796"/>
                  </a:lnTo>
                  <a:lnTo>
                    <a:pt x="74015" y="326618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316293"/>
                  </a:lnTo>
                  <a:lnTo>
                    <a:pt x="62014" y="314706"/>
                  </a:lnTo>
                  <a:lnTo>
                    <a:pt x="55537" y="312991"/>
                  </a:lnTo>
                  <a:lnTo>
                    <a:pt x="47155" y="313182"/>
                  </a:lnTo>
                  <a:lnTo>
                    <a:pt x="39217" y="314147"/>
                  </a:lnTo>
                  <a:lnTo>
                    <a:pt x="4648" y="337248"/>
                  </a:lnTo>
                  <a:lnTo>
                    <a:pt x="0" y="351180"/>
                  </a:lnTo>
                  <a:lnTo>
                    <a:pt x="190" y="357657"/>
                  </a:lnTo>
                  <a:lnTo>
                    <a:pt x="25146" y="372618"/>
                  </a:lnTo>
                  <a:lnTo>
                    <a:pt x="33629" y="371665"/>
                  </a:lnTo>
                  <a:lnTo>
                    <a:pt x="69659" y="348615"/>
                  </a:lnTo>
                  <a:lnTo>
                    <a:pt x="72847" y="341604"/>
                  </a:lnTo>
                  <a:lnTo>
                    <a:pt x="74295" y="334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8" name="object 188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666174" y="6160642"/>
              <a:ext cx="74294" cy="116776"/>
            </a:xfrm>
            <a:prstGeom prst="rect">
              <a:avLst/>
            </a:prstGeom>
          </p:spPr>
        </p:pic>
        <p:sp>
          <p:nvSpPr>
            <p:cNvPr id="189" name="object 189"/>
            <p:cNvSpPr/>
            <p:nvPr/>
          </p:nvSpPr>
          <p:spPr>
            <a:xfrm>
              <a:off x="1862467" y="5961960"/>
              <a:ext cx="2092325" cy="457200"/>
            </a:xfrm>
            <a:custGeom>
              <a:avLst/>
              <a:gdLst/>
              <a:ahLst/>
              <a:cxnLst/>
              <a:rect l="l" t="t" r="r" b="b"/>
              <a:pathLst>
                <a:path w="2092325" h="457200">
                  <a:moveTo>
                    <a:pt x="2092198" y="114300"/>
                  </a:moveTo>
                  <a:lnTo>
                    <a:pt x="1230845" y="114300"/>
                  </a:lnTo>
                  <a:lnTo>
                    <a:pt x="1230845" y="97155"/>
                  </a:lnTo>
                  <a:lnTo>
                    <a:pt x="1220838" y="97155"/>
                  </a:lnTo>
                  <a:lnTo>
                    <a:pt x="1220838" y="342900"/>
                  </a:lnTo>
                  <a:lnTo>
                    <a:pt x="1035100" y="342900"/>
                  </a:lnTo>
                  <a:lnTo>
                    <a:pt x="1035100" y="291465"/>
                  </a:lnTo>
                  <a:lnTo>
                    <a:pt x="1220838" y="291465"/>
                  </a:lnTo>
                  <a:lnTo>
                    <a:pt x="1220838" y="285750"/>
                  </a:lnTo>
                  <a:lnTo>
                    <a:pt x="1166266" y="285750"/>
                  </a:lnTo>
                  <a:lnTo>
                    <a:pt x="1163218" y="281749"/>
                  </a:lnTo>
                  <a:lnTo>
                    <a:pt x="1161503" y="278218"/>
                  </a:lnTo>
                  <a:lnTo>
                    <a:pt x="1161122" y="275170"/>
                  </a:lnTo>
                  <a:lnTo>
                    <a:pt x="1162075" y="270027"/>
                  </a:lnTo>
                  <a:lnTo>
                    <a:pt x="1165021" y="265645"/>
                  </a:lnTo>
                  <a:lnTo>
                    <a:pt x="1169974" y="262026"/>
                  </a:lnTo>
                  <a:lnTo>
                    <a:pt x="1175499" y="257835"/>
                  </a:lnTo>
                  <a:lnTo>
                    <a:pt x="1178648" y="252984"/>
                  </a:lnTo>
                  <a:lnTo>
                    <a:pt x="1179410" y="247459"/>
                  </a:lnTo>
                  <a:lnTo>
                    <a:pt x="1178648" y="243840"/>
                  </a:lnTo>
                  <a:lnTo>
                    <a:pt x="1176934" y="240411"/>
                  </a:lnTo>
                  <a:lnTo>
                    <a:pt x="1174267" y="237172"/>
                  </a:lnTo>
                  <a:lnTo>
                    <a:pt x="1171600" y="234315"/>
                  </a:lnTo>
                  <a:lnTo>
                    <a:pt x="1220838" y="234315"/>
                  </a:lnTo>
                  <a:lnTo>
                    <a:pt x="1220838" y="228600"/>
                  </a:lnTo>
                  <a:lnTo>
                    <a:pt x="1167688" y="228600"/>
                  </a:lnTo>
                  <a:lnTo>
                    <a:pt x="1167688" y="239458"/>
                  </a:lnTo>
                  <a:lnTo>
                    <a:pt x="1166736" y="244411"/>
                  </a:lnTo>
                  <a:lnTo>
                    <a:pt x="1163789" y="248793"/>
                  </a:lnTo>
                  <a:lnTo>
                    <a:pt x="1158836" y="252603"/>
                  </a:lnTo>
                  <a:lnTo>
                    <a:pt x="1153312" y="256413"/>
                  </a:lnTo>
                  <a:lnTo>
                    <a:pt x="1150162" y="261175"/>
                  </a:lnTo>
                  <a:lnTo>
                    <a:pt x="1149400" y="266890"/>
                  </a:lnTo>
                  <a:lnTo>
                    <a:pt x="1150162" y="270510"/>
                  </a:lnTo>
                  <a:lnTo>
                    <a:pt x="1151877" y="273939"/>
                  </a:lnTo>
                  <a:lnTo>
                    <a:pt x="1154544" y="277177"/>
                  </a:lnTo>
                  <a:lnTo>
                    <a:pt x="1162265" y="285750"/>
                  </a:lnTo>
                  <a:lnTo>
                    <a:pt x="1035100" y="285750"/>
                  </a:lnTo>
                  <a:lnTo>
                    <a:pt x="1035100" y="234315"/>
                  </a:lnTo>
                  <a:lnTo>
                    <a:pt x="1166545" y="234315"/>
                  </a:lnTo>
                  <a:lnTo>
                    <a:pt x="1166926" y="235077"/>
                  </a:lnTo>
                  <a:lnTo>
                    <a:pt x="1167688" y="239458"/>
                  </a:lnTo>
                  <a:lnTo>
                    <a:pt x="1167688" y="228600"/>
                  </a:lnTo>
                  <a:lnTo>
                    <a:pt x="1166266" y="228600"/>
                  </a:lnTo>
                  <a:lnTo>
                    <a:pt x="1163218" y="224599"/>
                  </a:lnTo>
                  <a:lnTo>
                    <a:pt x="1161503" y="221068"/>
                  </a:lnTo>
                  <a:lnTo>
                    <a:pt x="1161122" y="218020"/>
                  </a:lnTo>
                  <a:lnTo>
                    <a:pt x="1162075" y="212877"/>
                  </a:lnTo>
                  <a:lnTo>
                    <a:pt x="1165021" y="208495"/>
                  </a:lnTo>
                  <a:lnTo>
                    <a:pt x="1169974" y="204876"/>
                  </a:lnTo>
                  <a:lnTo>
                    <a:pt x="1175499" y="200685"/>
                  </a:lnTo>
                  <a:lnTo>
                    <a:pt x="1178648" y="195834"/>
                  </a:lnTo>
                  <a:lnTo>
                    <a:pt x="1179410" y="190309"/>
                  </a:lnTo>
                  <a:lnTo>
                    <a:pt x="1178648" y="186690"/>
                  </a:lnTo>
                  <a:lnTo>
                    <a:pt x="1176934" y="183261"/>
                  </a:lnTo>
                  <a:lnTo>
                    <a:pt x="1174267" y="180022"/>
                  </a:lnTo>
                  <a:lnTo>
                    <a:pt x="1171600" y="177165"/>
                  </a:lnTo>
                  <a:lnTo>
                    <a:pt x="1220838" y="177165"/>
                  </a:lnTo>
                  <a:lnTo>
                    <a:pt x="1220838" y="171450"/>
                  </a:lnTo>
                  <a:lnTo>
                    <a:pt x="1167688" y="171450"/>
                  </a:lnTo>
                  <a:lnTo>
                    <a:pt x="1167688" y="182308"/>
                  </a:lnTo>
                  <a:lnTo>
                    <a:pt x="1166736" y="187261"/>
                  </a:lnTo>
                  <a:lnTo>
                    <a:pt x="1163789" y="191643"/>
                  </a:lnTo>
                  <a:lnTo>
                    <a:pt x="1158836" y="195453"/>
                  </a:lnTo>
                  <a:lnTo>
                    <a:pt x="1153312" y="199263"/>
                  </a:lnTo>
                  <a:lnTo>
                    <a:pt x="1150162" y="204025"/>
                  </a:lnTo>
                  <a:lnTo>
                    <a:pt x="1149400" y="209740"/>
                  </a:lnTo>
                  <a:lnTo>
                    <a:pt x="1150162" y="213360"/>
                  </a:lnTo>
                  <a:lnTo>
                    <a:pt x="1151877" y="216789"/>
                  </a:lnTo>
                  <a:lnTo>
                    <a:pt x="1154544" y="220027"/>
                  </a:lnTo>
                  <a:lnTo>
                    <a:pt x="1162265" y="228600"/>
                  </a:lnTo>
                  <a:lnTo>
                    <a:pt x="1035100" y="228600"/>
                  </a:lnTo>
                  <a:lnTo>
                    <a:pt x="1035100" y="177165"/>
                  </a:lnTo>
                  <a:lnTo>
                    <a:pt x="1166545" y="177165"/>
                  </a:lnTo>
                  <a:lnTo>
                    <a:pt x="1166926" y="177927"/>
                  </a:lnTo>
                  <a:lnTo>
                    <a:pt x="1167688" y="182308"/>
                  </a:lnTo>
                  <a:lnTo>
                    <a:pt x="1167688" y="171450"/>
                  </a:lnTo>
                  <a:lnTo>
                    <a:pt x="1166266" y="171450"/>
                  </a:lnTo>
                  <a:lnTo>
                    <a:pt x="1163218" y="167449"/>
                  </a:lnTo>
                  <a:lnTo>
                    <a:pt x="1161503" y="163918"/>
                  </a:lnTo>
                  <a:lnTo>
                    <a:pt x="1161122" y="160870"/>
                  </a:lnTo>
                  <a:lnTo>
                    <a:pt x="1162075" y="155727"/>
                  </a:lnTo>
                  <a:lnTo>
                    <a:pt x="1165021" y="151345"/>
                  </a:lnTo>
                  <a:lnTo>
                    <a:pt x="1169974" y="147726"/>
                  </a:lnTo>
                  <a:lnTo>
                    <a:pt x="1175499" y="143535"/>
                  </a:lnTo>
                  <a:lnTo>
                    <a:pt x="1178648" y="138684"/>
                  </a:lnTo>
                  <a:lnTo>
                    <a:pt x="1179410" y="133159"/>
                  </a:lnTo>
                  <a:lnTo>
                    <a:pt x="1178648" y="129540"/>
                  </a:lnTo>
                  <a:lnTo>
                    <a:pt x="1176934" y="126111"/>
                  </a:lnTo>
                  <a:lnTo>
                    <a:pt x="1174267" y="122872"/>
                  </a:lnTo>
                  <a:lnTo>
                    <a:pt x="1171600" y="120015"/>
                  </a:lnTo>
                  <a:lnTo>
                    <a:pt x="1220838" y="120015"/>
                  </a:lnTo>
                  <a:lnTo>
                    <a:pt x="1220838" y="114300"/>
                  </a:lnTo>
                  <a:lnTo>
                    <a:pt x="1167688" y="114300"/>
                  </a:lnTo>
                  <a:lnTo>
                    <a:pt x="1167688" y="125158"/>
                  </a:lnTo>
                  <a:lnTo>
                    <a:pt x="1166736" y="130111"/>
                  </a:lnTo>
                  <a:lnTo>
                    <a:pt x="1163789" y="134493"/>
                  </a:lnTo>
                  <a:lnTo>
                    <a:pt x="1158836" y="138303"/>
                  </a:lnTo>
                  <a:lnTo>
                    <a:pt x="1153312" y="142113"/>
                  </a:lnTo>
                  <a:lnTo>
                    <a:pt x="1150162" y="146875"/>
                  </a:lnTo>
                  <a:lnTo>
                    <a:pt x="1149400" y="152590"/>
                  </a:lnTo>
                  <a:lnTo>
                    <a:pt x="1150162" y="156210"/>
                  </a:lnTo>
                  <a:lnTo>
                    <a:pt x="1151877" y="159639"/>
                  </a:lnTo>
                  <a:lnTo>
                    <a:pt x="1154544" y="162877"/>
                  </a:lnTo>
                  <a:lnTo>
                    <a:pt x="1162265" y="171450"/>
                  </a:lnTo>
                  <a:lnTo>
                    <a:pt x="1035100" y="171450"/>
                  </a:lnTo>
                  <a:lnTo>
                    <a:pt x="1035100" y="120015"/>
                  </a:lnTo>
                  <a:lnTo>
                    <a:pt x="1166545" y="120015"/>
                  </a:lnTo>
                  <a:lnTo>
                    <a:pt x="1166926" y="120777"/>
                  </a:lnTo>
                  <a:lnTo>
                    <a:pt x="1167688" y="125158"/>
                  </a:lnTo>
                  <a:lnTo>
                    <a:pt x="1167688" y="114300"/>
                  </a:lnTo>
                  <a:lnTo>
                    <a:pt x="1166266" y="114300"/>
                  </a:lnTo>
                  <a:lnTo>
                    <a:pt x="1163218" y="110299"/>
                  </a:lnTo>
                  <a:lnTo>
                    <a:pt x="1161503" y="106768"/>
                  </a:lnTo>
                  <a:lnTo>
                    <a:pt x="1161122" y="103720"/>
                  </a:lnTo>
                  <a:lnTo>
                    <a:pt x="1162075" y="98577"/>
                  </a:lnTo>
                  <a:lnTo>
                    <a:pt x="1165021" y="94195"/>
                  </a:lnTo>
                  <a:lnTo>
                    <a:pt x="1169974" y="90576"/>
                  </a:lnTo>
                  <a:lnTo>
                    <a:pt x="1175499" y="86385"/>
                  </a:lnTo>
                  <a:lnTo>
                    <a:pt x="1178648" y="81534"/>
                  </a:lnTo>
                  <a:lnTo>
                    <a:pt x="1179410" y="76009"/>
                  </a:lnTo>
                  <a:lnTo>
                    <a:pt x="1178648" y="72390"/>
                  </a:lnTo>
                  <a:lnTo>
                    <a:pt x="1176934" y="68961"/>
                  </a:lnTo>
                  <a:lnTo>
                    <a:pt x="1174267" y="65722"/>
                  </a:lnTo>
                  <a:lnTo>
                    <a:pt x="1166266" y="57150"/>
                  </a:lnTo>
                  <a:lnTo>
                    <a:pt x="1162265" y="57150"/>
                  </a:lnTo>
                  <a:lnTo>
                    <a:pt x="1165123" y="60007"/>
                  </a:lnTo>
                  <a:lnTo>
                    <a:pt x="1166926" y="63627"/>
                  </a:lnTo>
                  <a:lnTo>
                    <a:pt x="1153312" y="84963"/>
                  </a:lnTo>
                  <a:lnTo>
                    <a:pt x="1150162" y="89725"/>
                  </a:lnTo>
                  <a:lnTo>
                    <a:pt x="1149400" y="95440"/>
                  </a:lnTo>
                  <a:lnTo>
                    <a:pt x="1150162" y="99060"/>
                  </a:lnTo>
                  <a:lnTo>
                    <a:pt x="1151877" y="102489"/>
                  </a:lnTo>
                  <a:lnTo>
                    <a:pt x="1154544" y="105727"/>
                  </a:lnTo>
                  <a:lnTo>
                    <a:pt x="1162265" y="114300"/>
                  </a:lnTo>
                  <a:lnTo>
                    <a:pt x="1026528" y="114300"/>
                  </a:lnTo>
                  <a:lnTo>
                    <a:pt x="1026528" y="342900"/>
                  </a:lnTo>
                  <a:lnTo>
                    <a:pt x="1022400" y="342900"/>
                  </a:lnTo>
                  <a:lnTo>
                    <a:pt x="836104" y="342900"/>
                  </a:lnTo>
                  <a:lnTo>
                    <a:pt x="836104" y="291465"/>
                  </a:lnTo>
                  <a:lnTo>
                    <a:pt x="1022400" y="291465"/>
                  </a:lnTo>
                  <a:lnTo>
                    <a:pt x="1026528" y="291465"/>
                  </a:lnTo>
                  <a:lnTo>
                    <a:pt x="1026528" y="285750"/>
                  </a:lnTo>
                  <a:lnTo>
                    <a:pt x="1022400" y="285750"/>
                  </a:lnTo>
                  <a:lnTo>
                    <a:pt x="836104" y="285750"/>
                  </a:lnTo>
                  <a:lnTo>
                    <a:pt x="836104" y="234315"/>
                  </a:lnTo>
                  <a:lnTo>
                    <a:pt x="1022400" y="234315"/>
                  </a:lnTo>
                  <a:lnTo>
                    <a:pt x="1026528" y="234315"/>
                  </a:lnTo>
                  <a:lnTo>
                    <a:pt x="1026528" y="228600"/>
                  </a:lnTo>
                  <a:lnTo>
                    <a:pt x="1022400" y="228600"/>
                  </a:lnTo>
                  <a:lnTo>
                    <a:pt x="836104" y="228600"/>
                  </a:lnTo>
                  <a:lnTo>
                    <a:pt x="836104" y="177165"/>
                  </a:lnTo>
                  <a:lnTo>
                    <a:pt x="1022400" y="177165"/>
                  </a:lnTo>
                  <a:lnTo>
                    <a:pt x="1026528" y="177165"/>
                  </a:lnTo>
                  <a:lnTo>
                    <a:pt x="1026528" y="171450"/>
                  </a:lnTo>
                  <a:lnTo>
                    <a:pt x="1022400" y="171450"/>
                  </a:lnTo>
                  <a:lnTo>
                    <a:pt x="860437" y="171450"/>
                  </a:lnTo>
                  <a:lnTo>
                    <a:pt x="895756" y="148590"/>
                  </a:lnTo>
                  <a:lnTo>
                    <a:pt x="900404" y="134010"/>
                  </a:lnTo>
                  <a:lnTo>
                    <a:pt x="900214" y="126771"/>
                  </a:lnTo>
                  <a:lnTo>
                    <a:pt x="897636" y="121539"/>
                  </a:lnTo>
                  <a:lnTo>
                    <a:pt x="895299" y="120015"/>
                  </a:lnTo>
                  <a:lnTo>
                    <a:pt x="1022400" y="120015"/>
                  </a:lnTo>
                  <a:lnTo>
                    <a:pt x="1026528" y="120015"/>
                  </a:lnTo>
                  <a:lnTo>
                    <a:pt x="1026528" y="114300"/>
                  </a:lnTo>
                  <a:lnTo>
                    <a:pt x="1022400" y="114300"/>
                  </a:lnTo>
                  <a:lnTo>
                    <a:pt x="886663" y="114300"/>
                  </a:lnTo>
                  <a:lnTo>
                    <a:pt x="881634" y="112966"/>
                  </a:lnTo>
                  <a:lnTo>
                    <a:pt x="873252" y="113157"/>
                  </a:lnTo>
                  <a:lnTo>
                    <a:pt x="865327" y="114122"/>
                  </a:lnTo>
                  <a:lnTo>
                    <a:pt x="864717" y="114300"/>
                  </a:lnTo>
                  <a:lnTo>
                    <a:pt x="850099" y="114300"/>
                  </a:lnTo>
                  <a:lnTo>
                    <a:pt x="850099" y="120015"/>
                  </a:lnTo>
                  <a:lnTo>
                    <a:pt x="849896" y="120116"/>
                  </a:lnTo>
                  <a:lnTo>
                    <a:pt x="842391" y="125158"/>
                  </a:lnTo>
                  <a:lnTo>
                    <a:pt x="841057" y="126326"/>
                  </a:lnTo>
                  <a:lnTo>
                    <a:pt x="841057" y="171450"/>
                  </a:lnTo>
                  <a:lnTo>
                    <a:pt x="836104" y="171450"/>
                  </a:lnTo>
                  <a:lnTo>
                    <a:pt x="836104" y="168910"/>
                  </a:lnTo>
                  <a:lnTo>
                    <a:pt x="838111" y="170497"/>
                  </a:lnTo>
                  <a:lnTo>
                    <a:pt x="841057" y="171450"/>
                  </a:lnTo>
                  <a:lnTo>
                    <a:pt x="841057" y="126326"/>
                  </a:lnTo>
                  <a:lnTo>
                    <a:pt x="835698" y="130962"/>
                  </a:lnTo>
                  <a:lnTo>
                    <a:pt x="830745" y="137223"/>
                  </a:lnTo>
                  <a:lnTo>
                    <a:pt x="827557" y="143967"/>
                  </a:lnTo>
                  <a:lnTo>
                    <a:pt x="826109" y="151155"/>
                  </a:lnTo>
                  <a:lnTo>
                    <a:pt x="826198" y="154305"/>
                  </a:lnTo>
                  <a:lnTo>
                    <a:pt x="826109" y="154305"/>
                  </a:lnTo>
                  <a:lnTo>
                    <a:pt x="826109" y="342900"/>
                  </a:lnTo>
                  <a:lnTo>
                    <a:pt x="697966" y="342900"/>
                  </a:lnTo>
                  <a:lnTo>
                    <a:pt x="698563" y="341604"/>
                  </a:lnTo>
                  <a:lnTo>
                    <a:pt x="700011" y="334035"/>
                  </a:lnTo>
                  <a:lnTo>
                    <a:pt x="699820" y="326796"/>
                  </a:lnTo>
                  <a:lnTo>
                    <a:pt x="699719" y="326593"/>
                  </a:lnTo>
                  <a:lnTo>
                    <a:pt x="699719" y="291465"/>
                  </a:lnTo>
                  <a:lnTo>
                    <a:pt x="826109" y="291465"/>
                  </a:lnTo>
                  <a:lnTo>
                    <a:pt x="826109" y="285750"/>
                  </a:lnTo>
                  <a:lnTo>
                    <a:pt x="699719" y="285750"/>
                  </a:lnTo>
                  <a:lnTo>
                    <a:pt x="699719" y="234315"/>
                  </a:lnTo>
                  <a:lnTo>
                    <a:pt x="826109" y="234315"/>
                  </a:lnTo>
                  <a:lnTo>
                    <a:pt x="826109" y="228600"/>
                  </a:lnTo>
                  <a:lnTo>
                    <a:pt x="699719" y="228600"/>
                  </a:lnTo>
                  <a:lnTo>
                    <a:pt x="699719" y="192697"/>
                  </a:lnTo>
                  <a:lnTo>
                    <a:pt x="700011" y="191160"/>
                  </a:lnTo>
                  <a:lnTo>
                    <a:pt x="699820" y="183921"/>
                  </a:lnTo>
                  <a:lnTo>
                    <a:pt x="699719" y="183718"/>
                  </a:lnTo>
                  <a:lnTo>
                    <a:pt x="699719" y="177165"/>
                  </a:lnTo>
                  <a:lnTo>
                    <a:pt x="826109" y="177165"/>
                  </a:lnTo>
                  <a:lnTo>
                    <a:pt x="826109" y="171450"/>
                  </a:lnTo>
                  <a:lnTo>
                    <a:pt x="699719" y="171450"/>
                  </a:lnTo>
                  <a:lnTo>
                    <a:pt x="699719" y="120015"/>
                  </a:lnTo>
                  <a:lnTo>
                    <a:pt x="850099" y="120015"/>
                  </a:lnTo>
                  <a:lnTo>
                    <a:pt x="850099" y="114300"/>
                  </a:lnTo>
                  <a:lnTo>
                    <a:pt x="699719" y="114300"/>
                  </a:lnTo>
                  <a:lnTo>
                    <a:pt x="699719" y="0"/>
                  </a:lnTo>
                  <a:lnTo>
                    <a:pt x="689724" y="0"/>
                  </a:lnTo>
                  <a:lnTo>
                    <a:pt x="689724" y="114300"/>
                  </a:lnTo>
                  <a:lnTo>
                    <a:pt x="689724" y="120015"/>
                  </a:lnTo>
                  <a:lnTo>
                    <a:pt x="689724" y="316306"/>
                  </a:lnTo>
                  <a:lnTo>
                    <a:pt x="687717" y="314706"/>
                  </a:lnTo>
                  <a:lnTo>
                    <a:pt x="681240" y="312991"/>
                  </a:lnTo>
                  <a:lnTo>
                    <a:pt x="672858" y="313182"/>
                  </a:lnTo>
                  <a:lnTo>
                    <a:pt x="664933" y="314147"/>
                  </a:lnTo>
                  <a:lnTo>
                    <a:pt x="630364" y="337248"/>
                  </a:lnTo>
                  <a:lnTo>
                    <a:pt x="627672" y="342900"/>
                  </a:lnTo>
                  <a:lnTo>
                    <a:pt x="499325" y="342900"/>
                  </a:lnTo>
                  <a:lnTo>
                    <a:pt x="499325" y="291465"/>
                  </a:lnTo>
                  <a:lnTo>
                    <a:pt x="689724" y="291465"/>
                  </a:lnTo>
                  <a:lnTo>
                    <a:pt x="689724" y="285750"/>
                  </a:lnTo>
                  <a:lnTo>
                    <a:pt x="499325" y="285750"/>
                  </a:lnTo>
                  <a:lnTo>
                    <a:pt x="499325" y="249847"/>
                  </a:lnTo>
                  <a:lnTo>
                    <a:pt x="499618" y="248310"/>
                  </a:lnTo>
                  <a:lnTo>
                    <a:pt x="499427" y="241071"/>
                  </a:lnTo>
                  <a:lnTo>
                    <a:pt x="499325" y="240868"/>
                  </a:lnTo>
                  <a:lnTo>
                    <a:pt x="499325" y="234315"/>
                  </a:lnTo>
                  <a:lnTo>
                    <a:pt x="689724" y="234315"/>
                  </a:lnTo>
                  <a:lnTo>
                    <a:pt x="689724" y="228600"/>
                  </a:lnTo>
                  <a:lnTo>
                    <a:pt x="660044" y="228600"/>
                  </a:lnTo>
                  <a:lnTo>
                    <a:pt x="667651" y="226529"/>
                  </a:lnTo>
                  <a:lnTo>
                    <a:pt x="675779" y="222935"/>
                  </a:lnTo>
                  <a:lnTo>
                    <a:pt x="683717" y="218020"/>
                  </a:lnTo>
                  <a:lnTo>
                    <a:pt x="689724" y="212788"/>
                  </a:lnTo>
                  <a:lnTo>
                    <a:pt x="689724" y="171450"/>
                  </a:lnTo>
                  <a:lnTo>
                    <a:pt x="686269" y="171450"/>
                  </a:lnTo>
                  <a:lnTo>
                    <a:pt x="681240" y="170116"/>
                  </a:lnTo>
                  <a:lnTo>
                    <a:pt x="672858" y="170307"/>
                  </a:lnTo>
                  <a:lnTo>
                    <a:pt x="664933" y="171272"/>
                  </a:lnTo>
                  <a:lnTo>
                    <a:pt x="664324" y="171450"/>
                  </a:lnTo>
                  <a:lnTo>
                    <a:pt x="649706" y="171450"/>
                  </a:lnTo>
                  <a:lnTo>
                    <a:pt x="649706" y="177165"/>
                  </a:lnTo>
                  <a:lnTo>
                    <a:pt x="649503" y="177266"/>
                  </a:lnTo>
                  <a:lnTo>
                    <a:pt x="641997" y="182308"/>
                  </a:lnTo>
                  <a:lnTo>
                    <a:pt x="635304" y="188112"/>
                  </a:lnTo>
                  <a:lnTo>
                    <a:pt x="630364" y="194373"/>
                  </a:lnTo>
                  <a:lnTo>
                    <a:pt x="627164" y="201117"/>
                  </a:lnTo>
                  <a:lnTo>
                    <a:pt x="625716" y="208305"/>
                  </a:lnTo>
                  <a:lnTo>
                    <a:pt x="625906" y="214782"/>
                  </a:lnTo>
                  <a:lnTo>
                    <a:pt x="628383" y="220027"/>
                  </a:lnTo>
                  <a:lnTo>
                    <a:pt x="633145" y="224028"/>
                  </a:lnTo>
                  <a:lnTo>
                    <a:pt x="637717" y="227647"/>
                  </a:lnTo>
                  <a:lnTo>
                    <a:pt x="640664" y="228600"/>
                  </a:lnTo>
                  <a:lnTo>
                    <a:pt x="499325" y="228600"/>
                  </a:lnTo>
                  <a:lnTo>
                    <a:pt x="499325" y="177165"/>
                  </a:lnTo>
                  <a:lnTo>
                    <a:pt x="649706" y="177165"/>
                  </a:lnTo>
                  <a:lnTo>
                    <a:pt x="649706" y="171450"/>
                  </a:lnTo>
                  <a:lnTo>
                    <a:pt x="499325" y="171450"/>
                  </a:lnTo>
                  <a:lnTo>
                    <a:pt x="499325" y="120015"/>
                  </a:lnTo>
                  <a:lnTo>
                    <a:pt x="689724" y="120015"/>
                  </a:lnTo>
                  <a:lnTo>
                    <a:pt x="689724" y="114300"/>
                  </a:lnTo>
                  <a:lnTo>
                    <a:pt x="499325" y="114300"/>
                  </a:lnTo>
                  <a:lnTo>
                    <a:pt x="499325" y="57150"/>
                  </a:lnTo>
                  <a:lnTo>
                    <a:pt x="489331" y="57150"/>
                  </a:lnTo>
                  <a:lnTo>
                    <a:pt x="489331" y="342900"/>
                  </a:lnTo>
                  <a:lnTo>
                    <a:pt x="382638" y="342900"/>
                  </a:lnTo>
                  <a:lnTo>
                    <a:pt x="381406" y="340423"/>
                  </a:lnTo>
                  <a:lnTo>
                    <a:pt x="378739" y="337185"/>
                  </a:lnTo>
                  <a:lnTo>
                    <a:pt x="372173" y="330161"/>
                  </a:lnTo>
                  <a:lnTo>
                    <a:pt x="372173" y="339471"/>
                  </a:lnTo>
                  <a:lnTo>
                    <a:pt x="371513" y="342900"/>
                  </a:lnTo>
                  <a:lnTo>
                    <a:pt x="270687" y="342900"/>
                  </a:lnTo>
                  <a:lnTo>
                    <a:pt x="271284" y="341604"/>
                  </a:lnTo>
                  <a:lnTo>
                    <a:pt x="272732" y="334035"/>
                  </a:lnTo>
                  <a:lnTo>
                    <a:pt x="272542" y="326796"/>
                  </a:lnTo>
                  <a:lnTo>
                    <a:pt x="272440" y="326593"/>
                  </a:lnTo>
                  <a:lnTo>
                    <a:pt x="272440" y="291465"/>
                  </a:lnTo>
                  <a:lnTo>
                    <a:pt x="368388" y="291465"/>
                  </a:lnTo>
                  <a:lnTo>
                    <a:pt x="368261" y="291655"/>
                  </a:lnTo>
                  <a:lnTo>
                    <a:pt x="363308" y="295465"/>
                  </a:lnTo>
                  <a:lnTo>
                    <a:pt x="357784" y="299275"/>
                  </a:lnTo>
                  <a:lnTo>
                    <a:pt x="354647" y="304038"/>
                  </a:lnTo>
                  <a:lnTo>
                    <a:pt x="353885" y="309753"/>
                  </a:lnTo>
                  <a:lnTo>
                    <a:pt x="354647" y="313372"/>
                  </a:lnTo>
                  <a:lnTo>
                    <a:pt x="356362" y="316801"/>
                  </a:lnTo>
                  <a:lnTo>
                    <a:pt x="359029" y="320040"/>
                  </a:lnTo>
                  <a:lnTo>
                    <a:pt x="366737" y="328612"/>
                  </a:lnTo>
                  <a:lnTo>
                    <a:pt x="369595" y="331470"/>
                  </a:lnTo>
                  <a:lnTo>
                    <a:pt x="371411" y="335089"/>
                  </a:lnTo>
                  <a:lnTo>
                    <a:pt x="372173" y="339471"/>
                  </a:lnTo>
                  <a:lnTo>
                    <a:pt x="372173" y="330161"/>
                  </a:lnTo>
                  <a:lnTo>
                    <a:pt x="370738" y="328612"/>
                  </a:lnTo>
                  <a:lnTo>
                    <a:pt x="367690" y="324612"/>
                  </a:lnTo>
                  <a:lnTo>
                    <a:pt x="365975" y="321081"/>
                  </a:lnTo>
                  <a:lnTo>
                    <a:pt x="365594" y="318033"/>
                  </a:lnTo>
                  <a:lnTo>
                    <a:pt x="366547" y="312889"/>
                  </a:lnTo>
                  <a:lnTo>
                    <a:pt x="369506" y="308508"/>
                  </a:lnTo>
                  <a:lnTo>
                    <a:pt x="374459" y="304888"/>
                  </a:lnTo>
                  <a:lnTo>
                    <a:pt x="379984" y="300697"/>
                  </a:lnTo>
                  <a:lnTo>
                    <a:pt x="383120" y="295846"/>
                  </a:lnTo>
                  <a:lnTo>
                    <a:pt x="383717" y="291465"/>
                  </a:lnTo>
                  <a:lnTo>
                    <a:pt x="489331" y="291465"/>
                  </a:lnTo>
                  <a:lnTo>
                    <a:pt x="489331" y="285750"/>
                  </a:lnTo>
                  <a:lnTo>
                    <a:pt x="459651" y="285750"/>
                  </a:lnTo>
                  <a:lnTo>
                    <a:pt x="467258" y="283679"/>
                  </a:lnTo>
                  <a:lnTo>
                    <a:pt x="475386" y="280085"/>
                  </a:lnTo>
                  <a:lnTo>
                    <a:pt x="483323" y="275170"/>
                  </a:lnTo>
                  <a:lnTo>
                    <a:pt x="489331" y="269938"/>
                  </a:lnTo>
                  <a:lnTo>
                    <a:pt x="489331" y="228600"/>
                  </a:lnTo>
                  <a:lnTo>
                    <a:pt x="485876" y="228600"/>
                  </a:lnTo>
                  <a:lnTo>
                    <a:pt x="480847" y="227266"/>
                  </a:lnTo>
                  <a:lnTo>
                    <a:pt x="472465" y="227457"/>
                  </a:lnTo>
                  <a:lnTo>
                    <a:pt x="464540" y="228422"/>
                  </a:lnTo>
                  <a:lnTo>
                    <a:pt x="463931" y="228600"/>
                  </a:lnTo>
                  <a:lnTo>
                    <a:pt x="449313" y="228600"/>
                  </a:lnTo>
                  <a:lnTo>
                    <a:pt x="449313" y="234315"/>
                  </a:lnTo>
                  <a:lnTo>
                    <a:pt x="449110" y="234416"/>
                  </a:lnTo>
                  <a:lnTo>
                    <a:pt x="441604" y="239458"/>
                  </a:lnTo>
                  <a:lnTo>
                    <a:pt x="434911" y="245262"/>
                  </a:lnTo>
                  <a:lnTo>
                    <a:pt x="429971" y="251523"/>
                  </a:lnTo>
                  <a:lnTo>
                    <a:pt x="426770" y="258267"/>
                  </a:lnTo>
                  <a:lnTo>
                    <a:pt x="425323" y="265455"/>
                  </a:lnTo>
                  <a:lnTo>
                    <a:pt x="425513" y="271932"/>
                  </a:lnTo>
                  <a:lnTo>
                    <a:pt x="427990" y="277177"/>
                  </a:lnTo>
                  <a:lnTo>
                    <a:pt x="432752" y="281178"/>
                  </a:lnTo>
                  <a:lnTo>
                    <a:pt x="437324" y="284797"/>
                  </a:lnTo>
                  <a:lnTo>
                    <a:pt x="440270" y="285750"/>
                  </a:lnTo>
                  <a:lnTo>
                    <a:pt x="382638" y="285750"/>
                  </a:lnTo>
                  <a:lnTo>
                    <a:pt x="381406" y="283273"/>
                  </a:lnTo>
                  <a:lnTo>
                    <a:pt x="378739" y="280035"/>
                  </a:lnTo>
                  <a:lnTo>
                    <a:pt x="372173" y="273011"/>
                  </a:lnTo>
                  <a:lnTo>
                    <a:pt x="372173" y="282321"/>
                  </a:lnTo>
                  <a:lnTo>
                    <a:pt x="371513" y="285750"/>
                  </a:lnTo>
                  <a:lnTo>
                    <a:pt x="272440" y="285750"/>
                  </a:lnTo>
                  <a:lnTo>
                    <a:pt x="272440" y="234315"/>
                  </a:lnTo>
                  <a:lnTo>
                    <a:pt x="368388" y="234315"/>
                  </a:lnTo>
                  <a:lnTo>
                    <a:pt x="368261" y="234505"/>
                  </a:lnTo>
                  <a:lnTo>
                    <a:pt x="363308" y="238315"/>
                  </a:lnTo>
                  <a:lnTo>
                    <a:pt x="357784" y="242125"/>
                  </a:lnTo>
                  <a:lnTo>
                    <a:pt x="354647" y="246888"/>
                  </a:lnTo>
                  <a:lnTo>
                    <a:pt x="353885" y="252603"/>
                  </a:lnTo>
                  <a:lnTo>
                    <a:pt x="354647" y="256222"/>
                  </a:lnTo>
                  <a:lnTo>
                    <a:pt x="356362" y="259651"/>
                  </a:lnTo>
                  <a:lnTo>
                    <a:pt x="359029" y="262890"/>
                  </a:lnTo>
                  <a:lnTo>
                    <a:pt x="366737" y="271462"/>
                  </a:lnTo>
                  <a:lnTo>
                    <a:pt x="369595" y="274320"/>
                  </a:lnTo>
                  <a:lnTo>
                    <a:pt x="371411" y="277939"/>
                  </a:lnTo>
                  <a:lnTo>
                    <a:pt x="372173" y="282321"/>
                  </a:lnTo>
                  <a:lnTo>
                    <a:pt x="372173" y="273011"/>
                  </a:lnTo>
                  <a:lnTo>
                    <a:pt x="370738" y="271462"/>
                  </a:lnTo>
                  <a:lnTo>
                    <a:pt x="367690" y="267462"/>
                  </a:lnTo>
                  <a:lnTo>
                    <a:pt x="365975" y="263931"/>
                  </a:lnTo>
                  <a:lnTo>
                    <a:pt x="365594" y="260883"/>
                  </a:lnTo>
                  <a:lnTo>
                    <a:pt x="366547" y="255739"/>
                  </a:lnTo>
                  <a:lnTo>
                    <a:pt x="369506" y="251358"/>
                  </a:lnTo>
                  <a:lnTo>
                    <a:pt x="374459" y="247738"/>
                  </a:lnTo>
                  <a:lnTo>
                    <a:pt x="379984" y="243547"/>
                  </a:lnTo>
                  <a:lnTo>
                    <a:pt x="383120" y="238696"/>
                  </a:lnTo>
                  <a:lnTo>
                    <a:pt x="383717" y="234315"/>
                  </a:lnTo>
                  <a:lnTo>
                    <a:pt x="449313" y="234315"/>
                  </a:lnTo>
                  <a:lnTo>
                    <a:pt x="449313" y="228600"/>
                  </a:lnTo>
                  <a:lnTo>
                    <a:pt x="382638" y="228600"/>
                  </a:lnTo>
                  <a:lnTo>
                    <a:pt x="381406" y="226123"/>
                  </a:lnTo>
                  <a:lnTo>
                    <a:pt x="378739" y="222885"/>
                  </a:lnTo>
                  <a:lnTo>
                    <a:pt x="370738" y="214312"/>
                  </a:lnTo>
                  <a:lnTo>
                    <a:pt x="366737" y="214312"/>
                  </a:lnTo>
                  <a:lnTo>
                    <a:pt x="369595" y="217170"/>
                  </a:lnTo>
                  <a:lnTo>
                    <a:pt x="371411" y="220789"/>
                  </a:lnTo>
                  <a:lnTo>
                    <a:pt x="372173" y="225171"/>
                  </a:lnTo>
                  <a:lnTo>
                    <a:pt x="371513" y="228600"/>
                  </a:lnTo>
                  <a:lnTo>
                    <a:pt x="272440" y="228600"/>
                  </a:lnTo>
                  <a:lnTo>
                    <a:pt x="272440" y="192697"/>
                  </a:lnTo>
                  <a:lnTo>
                    <a:pt x="272732" y="191160"/>
                  </a:lnTo>
                  <a:lnTo>
                    <a:pt x="272542" y="183921"/>
                  </a:lnTo>
                  <a:lnTo>
                    <a:pt x="272440" y="183718"/>
                  </a:lnTo>
                  <a:lnTo>
                    <a:pt x="272440" y="177165"/>
                  </a:lnTo>
                  <a:lnTo>
                    <a:pt x="489331" y="177165"/>
                  </a:lnTo>
                  <a:lnTo>
                    <a:pt x="489331" y="171450"/>
                  </a:lnTo>
                  <a:lnTo>
                    <a:pt x="272440" y="171450"/>
                  </a:lnTo>
                  <a:lnTo>
                    <a:pt x="272440" y="120015"/>
                  </a:lnTo>
                  <a:lnTo>
                    <a:pt x="489331" y="120015"/>
                  </a:lnTo>
                  <a:lnTo>
                    <a:pt x="489331" y="114300"/>
                  </a:lnTo>
                  <a:lnTo>
                    <a:pt x="272440" y="114300"/>
                  </a:lnTo>
                  <a:lnTo>
                    <a:pt x="272440" y="0"/>
                  </a:lnTo>
                  <a:lnTo>
                    <a:pt x="262445" y="0"/>
                  </a:lnTo>
                  <a:lnTo>
                    <a:pt x="262445" y="316306"/>
                  </a:lnTo>
                  <a:lnTo>
                    <a:pt x="260438" y="314706"/>
                  </a:lnTo>
                  <a:lnTo>
                    <a:pt x="253961" y="312991"/>
                  </a:lnTo>
                  <a:lnTo>
                    <a:pt x="245579" y="313182"/>
                  </a:lnTo>
                  <a:lnTo>
                    <a:pt x="237655" y="314147"/>
                  </a:lnTo>
                  <a:lnTo>
                    <a:pt x="203085" y="337248"/>
                  </a:lnTo>
                  <a:lnTo>
                    <a:pt x="200393" y="342900"/>
                  </a:lnTo>
                  <a:lnTo>
                    <a:pt x="155752" y="342900"/>
                  </a:lnTo>
                  <a:lnTo>
                    <a:pt x="154520" y="340423"/>
                  </a:lnTo>
                  <a:lnTo>
                    <a:pt x="151853" y="337185"/>
                  </a:lnTo>
                  <a:lnTo>
                    <a:pt x="145288" y="330161"/>
                  </a:lnTo>
                  <a:lnTo>
                    <a:pt x="145288" y="339471"/>
                  </a:lnTo>
                  <a:lnTo>
                    <a:pt x="144627" y="342900"/>
                  </a:lnTo>
                  <a:lnTo>
                    <a:pt x="12700" y="342900"/>
                  </a:lnTo>
                  <a:lnTo>
                    <a:pt x="12700" y="291465"/>
                  </a:lnTo>
                  <a:lnTo>
                    <a:pt x="141503" y="291465"/>
                  </a:lnTo>
                  <a:lnTo>
                    <a:pt x="141376" y="291655"/>
                  </a:lnTo>
                  <a:lnTo>
                    <a:pt x="136423" y="295465"/>
                  </a:lnTo>
                  <a:lnTo>
                    <a:pt x="130898" y="299275"/>
                  </a:lnTo>
                  <a:lnTo>
                    <a:pt x="127762" y="304038"/>
                  </a:lnTo>
                  <a:lnTo>
                    <a:pt x="127000" y="309753"/>
                  </a:lnTo>
                  <a:lnTo>
                    <a:pt x="127762" y="313372"/>
                  </a:lnTo>
                  <a:lnTo>
                    <a:pt x="129476" y="316801"/>
                  </a:lnTo>
                  <a:lnTo>
                    <a:pt x="132143" y="320040"/>
                  </a:lnTo>
                  <a:lnTo>
                    <a:pt x="139852" y="328612"/>
                  </a:lnTo>
                  <a:lnTo>
                    <a:pt x="142709" y="331470"/>
                  </a:lnTo>
                  <a:lnTo>
                    <a:pt x="144526" y="335089"/>
                  </a:lnTo>
                  <a:lnTo>
                    <a:pt x="145288" y="339471"/>
                  </a:lnTo>
                  <a:lnTo>
                    <a:pt x="145288" y="330161"/>
                  </a:lnTo>
                  <a:lnTo>
                    <a:pt x="143852" y="328612"/>
                  </a:lnTo>
                  <a:lnTo>
                    <a:pt x="140804" y="324612"/>
                  </a:lnTo>
                  <a:lnTo>
                    <a:pt x="139090" y="321081"/>
                  </a:lnTo>
                  <a:lnTo>
                    <a:pt x="138709" y="318033"/>
                  </a:lnTo>
                  <a:lnTo>
                    <a:pt x="139661" y="312889"/>
                  </a:lnTo>
                  <a:lnTo>
                    <a:pt x="142621" y="308508"/>
                  </a:lnTo>
                  <a:lnTo>
                    <a:pt x="147574" y="304888"/>
                  </a:lnTo>
                  <a:lnTo>
                    <a:pt x="153098" y="300697"/>
                  </a:lnTo>
                  <a:lnTo>
                    <a:pt x="156235" y="295846"/>
                  </a:lnTo>
                  <a:lnTo>
                    <a:pt x="156832" y="291465"/>
                  </a:lnTo>
                  <a:lnTo>
                    <a:pt x="262445" y="291465"/>
                  </a:lnTo>
                  <a:lnTo>
                    <a:pt x="262445" y="285750"/>
                  </a:lnTo>
                  <a:lnTo>
                    <a:pt x="155752" y="285750"/>
                  </a:lnTo>
                  <a:lnTo>
                    <a:pt x="154520" y="283273"/>
                  </a:lnTo>
                  <a:lnTo>
                    <a:pt x="151853" y="280035"/>
                  </a:lnTo>
                  <a:lnTo>
                    <a:pt x="145288" y="273011"/>
                  </a:lnTo>
                  <a:lnTo>
                    <a:pt x="145288" y="282321"/>
                  </a:lnTo>
                  <a:lnTo>
                    <a:pt x="144627" y="285750"/>
                  </a:lnTo>
                  <a:lnTo>
                    <a:pt x="12700" y="285750"/>
                  </a:lnTo>
                  <a:lnTo>
                    <a:pt x="12700" y="234315"/>
                  </a:lnTo>
                  <a:lnTo>
                    <a:pt x="141503" y="234315"/>
                  </a:lnTo>
                  <a:lnTo>
                    <a:pt x="141376" y="234505"/>
                  </a:lnTo>
                  <a:lnTo>
                    <a:pt x="136423" y="238315"/>
                  </a:lnTo>
                  <a:lnTo>
                    <a:pt x="130898" y="242125"/>
                  </a:lnTo>
                  <a:lnTo>
                    <a:pt x="127762" y="246888"/>
                  </a:lnTo>
                  <a:lnTo>
                    <a:pt x="127000" y="252603"/>
                  </a:lnTo>
                  <a:lnTo>
                    <a:pt x="127762" y="256222"/>
                  </a:lnTo>
                  <a:lnTo>
                    <a:pt x="129476" y="259651"/>
                  </a:lnTo>
                  <a:lnTo>
                    <a:pt x="132143" y="262890"/>
                  </a:lnTo>
                  <a:lnTo>
                    <a:pt x="139852" y="271462"/>
                  </a:lnTo>
                  <a:lnTo>
                    <a:pt x="142709" y="274320"/>
                  </a:lnTo>
                  <a:lnTo>
                    <a:pt x="144526" y="277939"/>
                  </a:lnTo>
                  <a:lnTo>
                    <a:pt x="145288" y="282321"/>
                  </a:lnTo>
                  <a:lnTo>
                    <a:pt x="145288" y="273011"/>
                  </a:lnTo>
                  <a:lnTo>
                    <a:pt x="143852" y="271462"/>
                  </a:lnTo>
                  <a:lnTo>
                    <a:pt x="140804" y="267462"/>
                  </a:lnTo>
                  <a:lnTo>
                    <a:pt x="139090" y="263931"/>
                  </a:lnTo>
                  <a:lnTo>
                    <a:pt x="138709" y="260883"/>
                  </a:lnTo>
                  <a:lnTo>
                    <a:pt x="139661" y="255739"/>
                  </a:lnTo>
                  <a:lnTo>
                    <a:pt x="142621" y="251358"/>
                  </a:lnTo>
                  <a:lnTo>
                    <a:pt x="147574" y="247738"/>
                  </a:lnTo>
                  <a:lnTo>
                    <a:pt x="153098" y="243547"/>
                  </a:lnTo>
                  <a:lnTo>
                    <a:pt x="156235" y="238696"/>
                  </a:lnTo>
                  <a:lnTo>
                    <a:pt x="156832" y="234315"/>
                  </a:lnTo>
                  <a:lnTo>
                    <a:pt x="262445" y="234315"/>
                  </a:lnTo>
                  <a:lnTo>
                    <a:pt x="262445" y="228600"/>
                  </a:lnTo>
                  <a:lnTo>
                    <a:pt x="232765" y="228600"/>
                  </a:lnTo>
                  <a:lnTo>
                    <a:pt x="240372" y="226529"/>
                  </a:lnTo>
                  <a:lnTo>
                    <a:pt x="248500" y="222935"/>
                  </a:lnTo>
                  <a:lnTo>
                    <a:pt x="256438" y="218020"/>
                  </a:lnTo>
                  <a:lnTo>
                    <a:pt x="262445" y="212788"/>
                  </a:lnTo>
                  <a:lnTo>
                    <a:pt x="262445" y="171450"/>
                  </a:lnTo>
                  <a:lnTo>
                    <a:pt x="258991" y="171450"/>
                  </a:lnTo>
                  <a:lnTo>
                    <a:pt x="253961" y="170116"/>
                  </a:lnTo>
                  <a:lnTo>
                    <a:pt x="245579" y="170307"/>
                  </a:lnTo>
                  <a:lnTo>
                    <a:pt x="237655" y="171272"/>
                  </a:lnTo>
                  <a:lnTo>
                    <a:pt x="237045" y="171450"/>
                  </a:lnTo>
                  <a:lnTo>
                    <a:pt x="222427" y="171450"/>
                  </a:lnTo>
                  <a:lnTo>
                    <a:pt x="222427" y="177165"/>
                  </a:lnTo>
                  <a:lnTo>
                    <a:pt x="222224" y="177266"/>
                  </a:lnTo>
                  <a:lnTo>
                    <a:pt x="214718" y="182308"/>
                  </a:lnTo>
                  <a:lnTo>
                    <a:pt x="208026" y="188112"/>
                  </a:lnTo>
                  <a:lnTo>
                    <a:pt x="203085" y="194373"/>
                  </a:lnTo>
                  <a:lnTo>
                    <a:pt x="199885" y="201117"/>
                  </a:lnTo>
                  <a:lnTo>
                    <a:pt x="198437" y="208305"/>
                  </a:lnTo>
                  <a:lnTo>
                    <a:pt x="198628" y="214782"/>
                  </a:lnTo>
                  <a:lnTo>
                    <a:pt x="201104" y="220027"/>
                  </a:lnTo>
                  <a:lnTo>
                    <a:pt x="205867" y="224028"/>
                  </a:lnTo>
                  <a:lnTo>
                    <a:pt x="210439" y="227647"/>
                  </a:lnTo>
                  <a:lnTo>
                    <a:pt x="213385" y="228600"/>
                  </a:lnTo>
                  <a:lnTo>
                    <a:pt x="155752" y="228600"/>
                  </a:lnTo>
                  <a:lnTo>
                    <a:pt x="154520" y="226123"/>
                  </a:lnTo>
                  <a:lnTo>
                    <a:pt x="151853" y="222885"/>
                  </a:lnTo>
                  <a:lnTo>
                    <a:pt x="145288" y="215861"/>
                  </a:lnTo>
                  <a:lnTo>
                    <a:pt x="145288" y="225171"/>
                  </a:lnTo>
                  <a:lnTo>
                    <a:pt x="144627" y="228600"/>
                  </a:lnTo>
                  <a:lnTo>
                    <a:pt x="12700" y="228600"/>
                  </a:lnTo>
                  <a:lnTo>
                    <a:pt x="12700" y="177165"/>
                  </a:lnTo>
                  <a:lnTo>
                    <a:pt x="141503" y="177165"/>
                  </a:lnTo>
                  <a:lnTo>
                    <a:pt x="141376" y="177355"/>
                  </a:lnTo>
                  <a:lnTo>
                    <a:pt x="136423" y="181165"/>
                  </a:lnTo>
                  <a:lnTo>
                    <a:pt x="130898" y="184975"/>
                  </a:lnTo>
                  <a:lnTo>
                    <a:pt x="127762" y="189738"/>
                  </a:lnTo>
                  <a:lnTo>
                    <a:pt x="127000" y="195453"/>
                  </a:lnTo>
                  <a:lnTo>
                    <a:pt x="127762" y="199072"/>
                  </a:lnTo>
                  <a:lnTo>
                    <a:pt x="129476" y="202501"/>
                  </a:lnTo>
                  <a:lnTo>
                    <a:pt x="132143" y="205740"/>
                  </a:lnTo>
                  <a:lnTo>
                    <a:pt x="139852" y="214312"/>
                  </a:lnTo>
                  <a:lnTo>
                    <a:pt x="142709" y="217170"/>
                  </a:lnTo>
                  <a:lnTo>
                    <a:pt x="144526" y="220789"/>
                  </a:lnTo>
                  <a:lnTo>
                    <a:pt x="145288" y="225171"/>
                  </a:lnTo>
                  <a:lnTo>
                    <a:pt x="145288" y="215861"/>
                  </a:lnTo>
                  <a:lnTo>
                    <a:pt x="143852" y="214312"/>
                  </a:lnTo>
                  <a:lnTo>
                    <a:pt x="140804" y="210312"/>
                  </a:lnTo>
                  <a:lnTo>
                    <a:pt x="139090" y="206781"/>
                  </a:lnTo>
                  <a:lnTo>
                    <a:pt x="138709" y="203733"/>
                  </a:lnTo>
                  <a:lnTo>
                    <a:pt x="139661" y="198589"/>
                  </a:lnTo>
                  <a:lnTo>
                    <a:pt x="142621" y="194208"/>
                  </a:lnTo>
                  <a:lnTo>
                    <a:pt x="147574" y="190588"/>
                  </a:lnTo>
                  <a:lnTo>
                    <a:pt x="153098" y="186397"/>
                  </a:lnTo>
                  <a:lnTo>
                    <a:pt x="156235" y="181546"/>
                  </a:lnTo>
                  <a:lnTo>
                    <a:pt x="156832" y="177165"/>
                  </a:lnTo>
                  <a:lnTo>
                    <a:pt x="222427" y="177165"/>
                  </a:lnTo>
                  <a:lnTo>
                    <a:pt x="222427" y="171450"/>
                  </a:lnTo>
                  <a:lnTo>
                    <a:pt x="155752" y="171450"/>
                  </a:lnTo>
                  <a:lnTo>
                    <a:pt x="154520" y="168973"/>
                  </a:lnTo>
                  <a:lnTo>
                    <a:pt x="151853" y="165735"/>
                  </a:lnTo>
                  <a:lnTo>
                    <a:pt x="143852" y="157162"/>
                  </a:lnTo>
                  <a:lnTo>
                    <a:pt x="139852" y="157162"/>
                  </a:lnTo>
                  <a:lnTo>
                    <a:pt x="142709" y="160020"/>
                  </a:lnTo>
                  <a:lnTo>
                    <a:pt x="144526" y="163639"/>
                  </a:lnTo>
                  <a:lnTo>
                    <a:pt x="145288" y="168021"/>
                  </a:lnTo>
                  <a:lnTo>
                    <a:pt x="144627" y="171450"/>
                  </a:lnTo>
                  <a:lnTo>
                    <a:pt x="12700" y="171450"/>
                  </a:lnTo>
                  <a:lnTo>
                    <a:pt x="12700" y="120015"/>
                  </a:lnTo>
                  <a:lnTo>
                    <a:pt x="262445" y="120015"/>
                  </a:lnTo>
                  <a:lnTo>
                    <a:pt x="2624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4127" y="120015"/>
                  </a:lnTo>
                  <a:lnTo>
                    <a:pt x="412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4127" y="177165"/>
                  </a:lnTo>
                  <a:lnTo>
                    <a:pt x="412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4127" y="234315"/>
                  </a:lnTo>
                  <a:lnTo>
                    <a:pt x="4127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4127" y="291465"/>
                  </a:lnTo>
                  <a:lnTo>
                    <a:pt x="4127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4127" y="348615"/>
                  </a:lnTo>
                  <a:lnTo>
                    <a:pt x="12700" y="348615"/>
                  </a:lnTo>
                  <a:lnTo>
                    <a:pt x="141503" y="348615"/>
                  </a:lnTo>
                  <a:lnTo>
                    <a:pt x="141376" y="348805"/>
                  </a:lnTo>
                  <a:lnTo>
                    <a:pt x="136423" y="352615"/>
                  </a:lnTo>
                  <a:lnTo>
                    <a:pt x="130898" y="356425"/>
                  </a:lnTo>
                  <a:lnTo>
                    <a:pt x="127762" y="361188"/>
                  </a:lnTo>
                  <a:lnTo>
                    <a:pt x="127000" y="366903"/>
                  </a:lnTo>
                  <a:lnTo>
                    <a:pt x="127762" y="370522"/>
                  </a:lnTo>
                  <a:lnTo>
                    <a:pt x="129476" y="373951"/>
                  </a:lnTo>
                  <a:lnTo>
                    <a:pt x="132143" y="377190"/>
                  </a:lnTo>
                  <a:lnTo>
                    <a:pt x="139852" y="385762"/>
                  </a:lnTo>
                  <a:lnTo>
                    <a:pt x="143852" y="385762"/>
                  </a:lnTo>
                  <a:lnTo>
                    <a:pt x="140804" y="381762"/>
                  </a:lnTo>
                  <a:lnTo>
                    <a:pt x="139090" y="378231"/>
                  </a:lnTo>
                  <a:lnTo>
                    <a:pt x="138709" y="375183"/>
                  </a:lnTo>
                  <a:lnTo>
                    <a:pt x="139661" y="370039"/>
                  </a:lnTo>
                  <a:lnTo>
                    <a:pt x="142621" y="365658"/>
                  </a:lnTo>
                  <a:lnTo>
                    <a:pt x="147574" y="362038"/>
                  </a:lnTo>
                  <a:lnTo>
                    <a:pt x="153098" y="357847"/>
                  </a:lnTo>
                  <a:lnTo>
                    <a:pt x="156235" y="352996"/>
                  </a:lnTo>
                  <a:lnTo>
                    <a:pt x="156832" y="348615"/>
                  </a:lnTo>
                  <a:lnTo>
                    <a:pt x="198945" y="348615"/>
                  </a:lnTo>
                  <a:lnTo>
                    <a:pt x="198437" y="351180"/>
                  </a:lnTo>
                  <a:lnTo>
                    <a:pt x="198628" y="357657"/>
                  </a:lnTo>
                  <a:lnTo>
                    <a:pt x="201104" y="362902"/>
                  </a:lnTo>
                  <a:lnTo>
                    <a:pt x="205867" y="366903"/>
                  </a:lnTo>
                  <a:lnTo>
                    <a:pt x="210439" y="370522"/>
                  </a:lnTo>
                  <a:lnTo>
                    <a:pt x="216344" y="372427"/>
                  </a:lnTo>
                  <a:lnTo>
                    <a:pt x="223583" y="372618"/>
                  </a:lnTo>
                  <a:lnTo>
                    <a:pt x="232067" y="371665"/>
                  </a:lnTo>
                  <a:lnTo>
                    <a:pt x="268084" y="348615"/>
                  </a:lnTo>
                  <a:lnTo>
                    <a:pt x="368388" y="348615"/>
                  </a:lnTo>
                  <a:lnTo>
                    <a:pt x="368261" y="348805"/>
                  </a:lnTo>
                  <a:lnTo>
                    <a:pt x="363308" y="352615"/>
                  </a:lnTo>
                  <a:lnTo>
                    <a:pt x="357784" y="356425"/>
                  </a:lnTo>
                  <a:lnTo>
                    <a:pt x="354647" y="361188"/>
                  </a:lnTo>
                  <a:lnTo>
                    <a:pt x="353885" y="366903"/>
                  </a:lnTo>
                  <a:lnTo>
                    <a:pt x="354647" y="370522"/>
                  </a:lnTo>
                  <a:lnTo>
                    <a:pt x="356362" y="373951"/>
                  </a:lnTo>
                  <a:lnTo>
                    <a:pt x="359029" y="377190"/>
                  </a:lnTo>
                  <a:lnTo>
                    <a:pt x="366737" y="385762"/>
                  </a:lnTo>
                  <a:lnTo>
                    <a:pt x="369595" y="388620"/>
                  </a:lnTo>
                  <a:lnTo>
                    <a:pt x="371411" y="392239"/>
                  </a:lnTo>
                  <a:lnTo>
                    <a:pt x="357784" y="413575"/>
                  </a:lnTo>
                  <a:lnTo>
                    <a:pt x="354647" y="418338"/>
                  </a:lnTo>
                  <a:lnTo>
                    <a:pt x="353885" y="424053"/>
                  </a:lnTo>
                  <a:lnTo>
                    <a:pt x="354647" y="427672"/>
                  </a:lnTo>
                  <a:lnTo>
                    <a:pt x="356362" y="431101"/>
                  </a:lnTo>
                  <a:lnTo>
                    <a:pt x="359029" y="434340"/>
                  </a:lnTo>
                  <a:lnTo>
                    <a:pt x="366737" y="442912"/>
                  </a:lnTo>
                  <a:lnTo>
                    <a:pt x="370738" y="442912"/>
                  </a:lnTo>
                  <a:lnTo>
                    <a:pt x="367690" y="438912"/>
                  </a:lnTo>
                  <a:lnTo>
                    <a:pt x="365975" y="435381"/>
                  </a:lnTo>
                  <a:lnTo>
                    <a:pt x="365594" y="432333"/>
                  </a:lnTo>
                  <a:lnTo>
                    <a:pt x="366547" y="427189"/>
                  </a:lnTo>
                  <a:lnTo>
                    <a:pt x="369506" y="422808"/>
                  </a:lnTo>
                  <a:lnTo>
                    <a:pt x="374459" y="419188"/>
                  </a:lnTo>
                  <a:lnTo>
                    <a:pt x="379984" y="414997"/>
                  </a:lnTo>
                  <a:lnTo>
                    <a:pt x="383120" y="410146"/>
                  </a:lnTo>
                  <a:lnTo>
                    <a:pt x="383882" y="404622"/>
                  </a:lnTo>
                  <a:lnTo>
                    <a:pt x="383120" y="401002"/>
                  </a:lnTo>
                  <a:lnTo>
                    <a:pt x="381406" y="397573"/>
                  </a:lnTo>
                  <a:lnTo>
                    <a:pt x="378739" y="394335"/>
                  </a:lnTo>
                  <a:lnTo>
                    <a:pt x="370738" y="385762"/>
                  </a:lnTo>
                  <a:lnTo>
                    <a:pt x="367690" y="381762"/>
                  </a:lnTo>
                  <a:lnTo>
                    <a:pt x="365975" y="378231"/>
                  </a:lnTo>
                  <a:lnTo>
                    <a:pt x="365594" y="375183"/>
                  </a:lnTo>
                  <a:lnTo>
                    <a:pt x="366547" y="370039"/>
                  </a:lnTo>
                  <a:lnTo>
                    <a:pt x="369506" y="365658"/>
                  </a:lnTo>
                  <a:lnTo>
                    <a:pt x="374459" y="362038"/>
                  </a:lnTo>
                  <a:lnTo>
                    <a:pt x="379984" y="357847"/>
                  </a:lnTo>
                  <a:lnTo>
                    <a:pt x="383120" y="352996"/>
                  </a:lnTo>
                  <a:lnTo>
                    <a:pt x="383717" y="348615"/>
                  </a:lnTo>
                  <a:lnTo>
                    <a:pt x="489331" y="348615"/>
                  </a:lnTo>
                  <a:lnTo>
                    <a:pt x="489331" y="373456"/>
                  </a:lnTo>
                  <a:lnTo>
                    <a:pt x="487324" y="371856"/>
                  </a:lnTo>
                  <a:lnTo>
                    <a:pt x="480847" y="370141"/>
                  </a:lnTo>
                  <a:lnTo>
                    <a:pt x="441604" y="382333"/>
                  </a:lnTo>
                  <a:lnTo>
                    <a:pt x="428980" y="396468"/>
                  </a:lnTo>
                  <a:lnTo>
                    <a:pt x="408800" y="396468"/>
                  </a:lnTo>
                  <a:lnTo>
                    <a:pt x="408800" y="403618"/>
                  </a:lnTo>
                  <a:lnTo>
                    <a:pt x="426262" y="403618"/>
                  </a:lnTo>
                  <a:lnTo>
                    <a:pt x="425323" y="408330"/>
                  </a:lnTo>
                  <a:lnTo>
                    <a:pt x="450469" y="429768"/>
                  </a:lnTo>
                  <a:lnTo>
                    <a:pt x="458952" y="428815"/>
                  </a:lnTo>
                  <a:lnTo>
                    <a:pt x="494969" y="405765"/>
                  </a:lnTo>
                  <a:lnTo>
                    <a:pt x="495947" y="403618"/>
                  </a:lnTo>
                  <a:lnTo>
                    <a:pt x="519950" y="403618"/>
                  </a:lnTo>
                  <a:lnTo>
                    <a:pt x="519950" y="396468"/>
                  </a:lnTo>
                  <a:lnTo>
                    <a:pt x="498602" y="396468"/>
                  </a:lnTo>
                  <a:lnTo>
                    <a:pt x="499618" y="391185"/>
                  </a:lnTo>
                  <a:lnTo>
                    <a:pt x="499427" y="383946"/>
                  </a:lnTo>
                  <a:lnTo>
                    <a:pt x="499325" y="383743"/>
                  </a:lnTo>
                  <a:lnTo>
                    <a:pt x="499325" y="348615"/>
                  </a:lnTo>
                  <a:lnTo>
                    <a:pt x="626224" y="348615"/>
                  </a:lnTo>
                  <a:lnTo>
                    <a:pt x="625716" y="351180"/>
                  </a:lnTo>
                  <a:lnTo>
                    <a:pt x="625906" y="357657"/>
                  </a:lnTo>
                  <a:lnTo>
                    <a:pt x="650862" y="372618"/>
                  </a:lnTo>
                  <a:lnTo>
                    <a:pt x="659345" y="371665"/>
                  </a:lnTo>
                  <a:lnTo>
                    <a:pt x="695363" y="348615"/>
                  </a:lnTo>
                  <a:lnTo>
                    <a:pt x="1022400" y="348615"/>
                  </a:lnTo>
                  <a:lnTo>
                    <a:pt x="1026528" y="348615"/>
                  </a:lnTo>
                  <a:lnTo>
                    <a:pt x="1035100" y="348615"/>
                  </a:lnTo>
                  <a:lnTo>
                    <a:pt x="1220838" y="348615"/>
                  </a:lnTo>
                  <a:lnTo>
                    <a:pt x="1220838" y="457200"/>
                  </a:lnTo>
                  <a:lnTo>
                    <a:pt x="1230845" y="457200"/>
                  </a:lnTo>
                  <a:lnTo>
                    <a:pt x="1230845" y="348615"/>
                  </a:lnTo>
                  <a:lnTo>
                    <a:pt x="2092198" y="348615"/>
                  </a:lnTo>
                  <a:lnTo>
                    <a:pt x="2092198" y="342900"/>
                  </a:lnTo>
                  <a:lnTo>
                    <a:pt x="1230845" y="342900"/>
                  </a:lnTo>
                  <a:lnTo>
                    <a:pt x="1230845" y="291465"/>
                  </a:lnTo>
                  <a:lnTo>
                    <a:pt x="2092198" y="291465"/>
                  </a:lnTo>
                  <a:lnTo>
                    <a:pt x="2092198" y="285750"/>
                  </a:lnTo>
                  <a:lnTo>
                    <a:pt x="1230845" y="285750"/>
                  </a:lnTo>
                  <a:lnTo>
                    <a:pt x="1230845" y="234315"/>
                  </a:lnTo>
                  <a:lnTo>
                    <a:pt x="2092198" y="234315"/>
                  </a:lnTo>
                  <a:lnTo>
                    <a:pt x="2092198" y="228600"/>
                  </a:lnTo>
                  <a:lnTo>
                    <a:pt x="1230845" y="228600"/>
                  </a:lnTo>
                  <a:lnTo>
                    <a:pt x="1230845" y="177165"/>
                  </a:lnTo>
                  <a:lnTo>
                    <a:pt x="2092198" y="177165"/>
                  </a:lnTo>
                  <a:lnTo>
                    <a:pt x="2092198" y="171450"/>
                  </a:lnTo>
                  <a:lnTo>
                    <a:pt x="1230845" y="171450"/>
                  </a:lnTo>
                  <a:lnTo>
                    <a:pt x="1230845" y="120015"/>
                  </a:lnTo>
                  <a:lnTo>
                    <a:pt x="2092198" y="120015"/>
                  </a:lnTo>
                  <a:lnTo>
                    <a:pt x="2092198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0" name="object 190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083318" y="6014896"/>
              <a:ext cx="286067" cy="237009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3386201" y="6017777"/>
              <a:ext cx="74295" cy="401955"/>
            </a:xfrm>
            <a:custGeom>
              <a:avLst/>
              <a:gdLst/>
              <a:ahLst/>
              <a:cxnLst/>
              <a:rect l="l" t="t" r="r" b="b"/>
              <a:pathLst>
                <a:path w="74295" h="401954">
                  <a:moveTo>
                    <a:pt x="74295" y="21043"/>
                  </a:moveTo>
                  <a:lnTo>
                    <a:pt x="74104" y="13804"/>
                  </a:lnTo>
                  <a:lnTo>
                    <a:pt x="71539" y="8572"/>
                  </a:lnTo>
                  <a:lnTo>
                    <a:pt x="66586" y="5334"/>
                  </a:lnTo>
                  <a:lnTo>
                    <a:pt x="62014" y="1714"/>
                  </a:lnTo>
                  <a:lnTo>
                    <a:pt x="55537" y="0"/>
                  </a:lnTo>
                  <a:lnTo>
                    <a:pt x="47155" y="190"/>
                  </a:lnTo>
                  <a:lnTo>
                    <a:pt x="39230" y="1155"/>
                  </a:lnTo>
                  <a:lnTo>
                    <a:pt x="4648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401383"/>
                  </a:lnTo>
                  <a:lnTo>
                    <a:pt x="10007" y="401383"/>
                  </a:lnTo>
                  <a:lnTo>
                    <a:pt x="10007" y="55956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59" y="35623"/>
                  </a:lnTo>
                  <a:lnTo>
                    <a:pt x="72859" y="28613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2" name="object 192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386213" y="6132067"/>
              <a:ext cx="183565" cy="116776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3585934" y="6044536"/>
              <a:ext cx="76200" cy="374650"/>
            </a:xfrm>
            <a:custGeom>
              <a:avLst/>
              <a:gdLst/>
              <a:ahLst/>
              <a:cxnLst/>
              <a:rect l="l" t="t" r="r" b="b"/>
              <a:pathLst>
                <a:path w="76200" h="374650">
                  <a:moveTo>
                    <a:pt x="75717" y="16675"/>
                  </a:moveTo>
                  <a:lnTo>
                    <a:pt x="72847" y="9715"/>
                  </a:lnTo>
                  <a:lnTo>
                    <a:pt x="72771" y="9525"/>
                  </a:lnTo>
                  <a:lnTo>
                    <a:pt x="67246" y="4953"/>
                  </a:lnTo>
                  <a:lnTo>
                    <a:pt x="67246" y="14287"/>
                  </a:lnTo>
                  <a:lnTo>
                    <a:pt x="67246" y="17907"/>
                  </a:lnTo>
                  <a:lnTo>
                    <a:pt x="65239" y="22098"/>
                  </a:lnTo>
                  <a:lnTo>
                    <a:pt x="34671" y="47155"/>
                  </a:lnTo>
                  <a:lnTo>
                    <a:pt x="18376" y="52768"/>
                  </a:lnTo>
                  <a:lnTo>
                    <a:pt x="14376" y="52578"/>
                  </a:lnTo>
                  <a:lnTo>
                    <a:pt x="10668" y="52235"/>
                  </a:lnTo>
                  <a:lnTo>
                    <a:pt x="10668" y="43154"/>
                  </a:lnTo>
                  <a:lnTo>
                    <a:pt x="9690" y="43154"/>
                  </a:lnTo>
                  <a:lnTo>
                    <a:pt x="42100" y="15151"/>
                  </a:lnTo>
                  <a:lnTo>
                    <a:pt x="56388" y="9715"/>
                  </a:lnTo>
                  <a:lnTo>
                    <a:pt x="62103" y="10287"/>
                  </a:lnTo>
                  <a:lnTo>
                    <a:pt x="64960" y="10668"/>
                  </a:lnTo>
                  <a:lnTo>
                    <a:pt x="66675" y="12001"/>
                  </a:lnTo>
                  <a:lnTo>
                    <a:pt x="67246" y="14287"/>
                  </a:lnTo>
                  <a:lnTo>
                    <a:pt x="67246" y="4953"/>
                  </a:lnTo>
                  <a:lnTo>
                    <a:pt x="66103" y="4000"/>
                  </a:lnTo>
                  <a:lnTo>
                    <a:pt x="60960" y="1143"/>
                  </a:lnTo>
                  <a:lnTo>
                    <a:pt x="55143" y="0"/>
                  </a:lnTo>
                  <a:lnTo>
                    <a:pt x="48666" y="571"/>
                  </a:lnTo>
                  <a:lnTo>
                    <a:pt x="10655" y="17183"/>
                  </a:lnTo>
                  <a:lnTo>
                    <a:pt x="0" y="46202"/>
                  </a:lnTo>
                  <a:lnTo>
                    <a:pt x="660" y="47802"/>
                  </a:lnTo>
                  <a:lnTo>
                    <a:pt x="660" y="374624"/>
                  </a:lnTo>
                  <a:lnTo>
                    <a:pt x="10668" y="374624"/>
                  </a:lnTo>
                  <a:lnTo>
                    <a:pt x="10668" y="59347"/>
                  </a:lnTo>
                  <a:lnTo>
                    <a:pt x="14947" y="61722"/>
                  </a:lnTo>
                  <a:lnTo>
                    <a:pt x="20662" y="62865"/>
                  </a:lnTo>
                  <a:lnTo>
                    <a:pt x="26949" y="62293"/>
                  </a:lnTo>
                  <a:lnTo>
                    <a:pt x="35026" y="61391"/>
                  </a:lnTo>
                  <a:lnTo>
                    <a:pt x="42951" y="59220"/>
                  </a:lnTo>
                  <a:lnTo>
                    <a:pt x="50749" y="55816"/>
                  </a:lnTo>
                  <a:lnTo>
                    <a:pt x="55727" y="52768"/>
                  </a:lnTo>
                  <a:lnTo>
                    <a:pt x="58381" y="51155"/>
                  </a:lnTo>
                  <a:lnTo>
                    <a:pt x="65100" y="45580"/>
                  </a:lnTo>
                  <a:lnTo>
                    <a:pt x="70104" y="39433"/>
                  </a:lnTo>
                  <a:lnTo>
                    <a:pt x="73393" y="32715"/>
                  </a:lnTo>
                  <a:lnTo>
                    <a:pt x="74955" y="25438"/>
                  </a:lnTo>
                  <a:lnTo>
                    <a:pt x="75717" y="166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4" name="object 19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585939" y="6130258"/>
              <a:ext cx="75723" cy="120014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3954665" y="5932052"/>
              <a:ext cx="1066165" cy="459105"/>
            </a:xfrm>
            <a:custGeom>
              <a:avLst/>
              <a:gdLst/>
              <a:ahLst/>
              <a:cxnLst/>
              <a:rect l="l" t="t" r="r" b="b"/>
              <a:pathLst>
                <a:path w="1066164" h="459104">
                  <a:moveTo>
                    <a:pt x="1065669" y="144208"/>
                  </a:moveTo>
                  <a:lnTo>
                    <a:pt x="208432" y="144208"/>
                  </a:lnTo>
                  <a:lnTo>
                    <a:pt x="208432" y="90627"/>
                  </a:lnTo>
                  <a:lnTo>
                    <a:pt x="293052" y="90627"/>
                  </a:lnTo>
                  <a:lnTo>
                    <a:pt x="293052" y="83477"/>
                  </a:lnTo>
                  <a:lnTo>
                    <a:pt x="208432" y="83477"/>
                  </a:lnTo>
                  <a:lnTo>
                    <a:pt x="208432" y="55943"/>
                  </a:lnTo>
                  <a:lnTo>
                    <a:pt x="210439" y="57531"/>
                  </a:lnTo>
                  <a:lnTo>
                    <a:pt x="216344" y="59436"/>
                  </a:lnTo>
                  <a:lnTo>
                    <a:pt x="256438" y="47904"/>
                  </a:lnTo>
                  <a:lnTo>
                    <a:pt x="269062" y="33477"/>
                  </a:lnTo>
                  <a:lnTo>
                    <a:pt x="293052" y="33477"/>
                  </a:lnTo>
                  <a:lnTo>
                    <a:pt x="293052" y="26327"/>
                  </a:lnTo>
                  <a:lnTo>
                    <a:pt x="271716" y="26327"/>
                  </a:lnTo>
                  <a:lnTo>
                    <a:pt x="272732" y="21043"/>
                  </a:lnTo>
                  <a:lnTo>
                    <a:pt x="272542" y="13804"/>
                  </a:lnTo>
                  <a:lnTo>
                    <a:pt x="269963" y="8572"/>
                  </a:lnTo>
                  <a:lnTo>
                    <a:pt x="265010" y="5334"/>
                  </a:lnTo>
                  <a:lnTo>
                    <a:pt x="260438" y="1714"/>
                  </a:lnTo>
                  <a:lnTo>
                    <a:pt x="253961" y="0"/>
                  </a:lnTo>
                  <a:lnTo>
                    <a:pt x="245579" y="190"/>
                  </a:lnTo>
                  <a:lnTo>
                    <a:pt x="237655" y="1155"/>
                  </a:lnTo>
                  <a:lnTo>
                    <a:pt x="203073" y="24257"/>
                  </a:lnTo>
                  <a:lnTo>
                    <a:pt x="202082" y="26327"/>
                  </a:lnTo>
                  <a:lnTo>
                    <a:pt x="181914" y="26327"/>
                  </a:lnTo>
                  <a:lnTo>
                    <a:pt x="181914" y="33477"/>
                  </a:lnTo>
                  <a:lnTo>
                    <a:pt x="199377" y="33477"/>
                  </a:lnTo>
                  <a:lnTo>
                    <a:pt x="198437" y="38188"/>
                  </a:lnTo>
                  <a:lnTo>
                    <a:pt x="198526" y="41338"/>
                  </a:lnTo>
                  <a:lnTo>
                    <a:pt x="198437" y="83477"/>
                  </a:lnTo>
                  <a:lnTo>
                    <a:pt x="181914" y="83477"/>
                  </a:lnTo>
                  <a:lnTo>
                    <a:pt x="181914" y="90627"/>
                  </a:lnTo>
                  <a:lnTo>
                    <a:pt x="198437" y="90627"/>
                  </a:lnTo>
                  <a:lnTo>
                    <a:pt x="198437" y="144208"/>
                  </a:lnTo>
                  <a:lnTo>
                    <a:pt x="198437" y="372808"/>
                  </a:lnTo>
                  <a:lnTo>
                    <a:pt x="12700" y="372808"/>
                  </a:lnTo>
                  <a:lnTo>
                    <a:pt x="12700" y="321373"/>
                  </a:lnTo>
                  <a:lnTo>
                    <a:pt x="198437" y="321373"/>
                  </a:lnTo>
                  <a:lnTo>
                    <a:pt x="198437" y="315658"/>
                  </a:lnTo>
                  <a:lnTo>
                    <a:pt x="12700" y="315658"/>
                  </a:lnTo>
                  <a:lnTo>
                    <a:pt x="12700" y="264223"/>
                  </a:lnTo>
                  <a:lnTo>
                    <a:pt x="127533" y="264223"/>
                  </a:lnTo>
                  <a:lnTo>
                    <a:pt x="127000" y="268224"/>
                  </a:lnTo>
                  <a:lnTo>
                    <a:pt x="127762" y="271843"/>
                  </a:lnTo>
                  <a:lnTo>
                    <a:pt x="129476" y="275272"/>
                  </a:lnTo>
                  <a:lnTo>
                    <a:pt x="132143" y="278511"/>
                  </a:lnTo>
                  <a:lnTo>
                    <a:pt x="139852" y="287083"/>
                  </a:lnTo>
                  <a:lnTo>
                    <a:pt x="143852" y="287083"/>
                  </a:lnTo>
                  <a:lnTo>
                    <a:pt x="140804" y="283083"/>
                  </a:lnTo>
                  <a:lnTo>
                    <a:pt x="139090" y="279552"/>
                  </a:lnTo>
                  <a:lnTo>
                    <a:pt x="138709" y="276504"/>
                  </a:lnTo>
                  <a:lnTo>
                    <a:pt x="139661" y="271360"/>
                  </a:lnTo>
                  <a:lnTo>
                    <a:pt x="142621" y="266979"/>
                  </a:lnTo>
                  <a:lnTo>
                    <a:pt x="146380" y="264223"/>
                  </a:lnTo>
                  <a:lnTo>
                    <a:pt x="198437" y="264223"/>
                  </a:lnTo>
                  <a:lnTo>
                    <a:pt x="198437" y="258508"/>
                  </a:lnTo>
                  <a:lnTo>
                    <a:pt x="153517" y="258508"/>
                  </a:lnTo>
                  <a:lnTo>
                    <a:pt x="156235" y="254317"/>
                  </a:lnTo>
                  <a:lnTo>
                    <a:pt x="156997" y="248793"/>
                  </a:lnTo>
                  <a:lnTo>
                    <a:pt x="156235" y="245173"/>
                  </a:lnTo>
                  <a:lnTo>
                    <a:pt x="154520" y="241744"/>
                  </a:lnTo>
                  <a:lnTo>
                    <a:pt x="151853" y="238506"/>
                  </a:lnTo>
                  <a:lnTo>
                    <a:pt x="145288" y="231482"/>
                  </a:lnTo>
                  <a:lnTo>
                    <a:pt x="145288" y="240792"/>
                  </a:lnTo>
                  <a:lnTo>
                    <a:pt x="144335" y="245745"/>
                  </a:lnTo>
                  <a:lnTo>
                    <a:pt x="141376" y="250126"/>
                  </a:lnTo>
                  <a:lnTo>
                    <a:pt x="136423" y="253936"/>
                  </a:lnTo>
                  <a:lnTo>
                    <a:pt x="130898" y="257746"/>
                  </a:lnTo>
                  <a:lnTo>
                    <a:pt x="130390" y="258508"/>
                  </a:lnTo>
                  <a:lnTo>
                    <a:pt x="12700" y="258508"/>
                  </a:lnTo>
                  <a:lnTo>
                    <a:pt x="12700" y="207073"/>
                  </a:lnTo>
                  <a:lnTo>
                    <a:pt x="127533" y="207073"/>
                  </a:lnTo>
                  <a:lnTo>
                    <a:pt x="127000" y="211074"/>
                  </a:lnTo>
                  <a:lnTo>
                    <a:pt x="127762" y="214693"/>
                  </a:lnTo>
                  <a:lnTo>
                    <a:pt x="129476" y="218122"/>
                  </a:lnTo>
                  <a:lnTo>
                    <a:pt x="132143" y="221361"/>
                  </a:lnTo>
                  <a:lnTo>
                    <a:pt x="139852" y="229933"/>
                  </a:lnTo>
                  <a:lnTo>
                    <a:pt x="142709" y="232791"/>
                  </a:lnTo>
                  <a:lnTo>
                    <a:pt x="144526" y="236410"/>
                  </a:lnTo>
                  <a:lnTo>
                    <a:pt x="145288" y="240792"/>
                  </a:lnTo>
                  <a:lnTo>
                    <a:pt x="145288" y="231482"/>
                  </a:lnTo>
                  <a:lnTo>
                    <a:pt x="143852" y="229933"/>
                  </a:lnTo>
                  <a:lnTo>
                    <a:pt x="140804" y="225933"/>
                  </a:lnTo>
                  <a:lnTo>
                    <a:pt x="139090" y="222402"/>
                  </a:lnTo>
                  <a:lnTo>
                    <a:pt x="138709" y="219354"/>
                  </a:lnTo>
                  <a:lnTo>
                    <a:pt x="139661" y="214210"/>
                  </a:lnTo>
                  <a:lnTo>
                    <a:pt x="142621" y="209829"/>
                  </a:lnTo>
                  <a:lnTo>
                    <a:pt x="146380" y="207073"/>
                  </a:lnTo>
                  <a:lnTo>
                    <a:pt x="198437" y="207073"/>
                  </a:lnTo>
                  <a:lnTo>
                    <a:pt x="198437" y="201358"/>
                  </a:lnTo>
                  <a:lnTo>
                    <a:pt x="153517" y="201358"/>
                  </a:lnTo>
                  <a:lnTo>
                    <a:pt x="156235" y="197167"/>
                  </a:lnTo>
                  <a:lnTo>
                    <a:pt x="156997" y="191643"/>
                  </a:lnTo>
                  <a:lnTo>
                    <a:pt x="156235" y="188023"/>
                  </a:lnTo>
                  <a:lnTo>
                    <a:pt x="154520" y="184594"/>
                  </a:lnTo>
                  <a:lnTo>
                    <a:pt x="151853" y="181356"/>
                  </a:lnTo>
                  <a:lnTo>
                    <a:pt x="145288" y="174332"/>
                  </a:lnTo>
                  <a:lnTo>
                    <a:pt x="145288" y="183642"/>
                  </a:lnTo>
                  <a:lnTo>
                    <a:pt x="144335" y="188595"/>
                  </a:lnTo>
                  <a:lnTo>
                    <a:pt x="141376" y="192976"/>
                  </a:lnTo>
                  <a:lnTo>
                    <a:pt x="136423" y="196786"/>
                  </a:lnTo>
                  <a:lnTo>
                    <a:pt x="130898" y="200596"/>
                  </a:lnTo>
                  <a:lnTo>
                    <a:pt x="130390" y="201358"/>
                  </a:lnTo>
                  <a:lnTo>
                    <a:pt x="12700" y="201358"/>
                  </a:lnTo>
                  <a:lnTo>
                    <a:pt x="12700" y="149923"/>
                  </a:lnTo>
                  <a:lnTo>
                    <a:pt x="127533" y="149923"/>
                  </a:lnTo>
                  <a:lnTo>
                    <a:pt x="127000" y="153924"/>
                  </a:lnTo>
                  <a:lnTo>
                    <a:pt x="127762" y="157543"/>
                  </a:lnTo>
                  <a:lnTo>
                    <a:pt x="129476" y="160972"/>
                  </a:lnTo>
                  <a:lnTo>
                    <a:pt x="132143" y="164211"/>
                  </a:lnTo>
                  <a:lnTo>
                    <a:pt x="139852" y="172783"/>
                  </a:lnTo>
                  <a:lnTo>
                    <a:pt x="142709" y="175641"/>
                  </a:lnTo>
                  <a:lnTo>
                    <a:pt x="144526" y="179260"/>
                  </a:lnTo>
                  <a:lnTo>
                    <a:pt x="145288" y="183642"/>
                  </a:lnTo>
                  <a:lnTo>
                    <a:pt x="145288" y="174332"/>
                  </a:lnTo>
                  <a:lnTo>
                    <a:pt x="143852" y="172783"/>
                  </a:lnTo>
                  <a:lnTo>
                    <a:pt x="140804" y="168783"/>
                  </a:lnTo>
                  <a:lnTo>
                    <a:pt x="139090" y="165252"/>
                  </a:lnTo>
                  <a:lnTo>
                    <a:pt x="138709" y="162204"/>
                  </a:lnTo>
                  <a:lnTo>
                    <a:pt x="139661" y="157060"/>
                  </a:lnTo>
                  <a:lnTo>
                    <a:pt x="142621" y="152679"/>
                  </a:lnTo>
                  <a:lnTo>
                    <a:pt x="146380" y="149923"/>
                  </a:lnTo>
                  <a:lnTo>
                    <a:pt x="198437" y="149923"/>
                  </a:lnTo>
                  <a:lnTo>
                    <a:pt x="198437" y="144208"/>
                  </a:lnTo>
                  <a:lnTo>
                    <a:pt x="153517" y="144208"/>
                  </a:lnTo>
                  <a:lnTo>
                    <a:pt x="156235" y="140017"/>
                  </a:lnTo>
                  <a:lnTo>
                    <a:pt x="156997" y="134493"/>
                  </a:lnTo>
                  <a:lnTo>
                    <a:pt x="156235" y="130873"/>
                  </a:lnTo>
                  <a:lnTo>
                    <a:pt x="154520" y="127444"/>
                  </a:lnTo>
                  <a:lnTo>
                    <a:pt x="151853" y="124206"/>
                  </a:lnTo>
                  <a:lnTo>
                    <a:pt x="143852" y="115633"/>
                  </a:lnTo>
                  <a:lnTo>
                    <a:pt x="140804" y="111633"/>
                  </a:lnTo>
                  <a:lnTo>
                    <a:pt x="139090" y="108102"/>
                  </a:lnTo>
                  <a:lnTo>
                    <a:pt x="138709" y="105054"/>
                  </a:lnTo>
                  <a:lnTo>
                    <a:pt x="139661" y="99910"/>
                  </a:lnTo>
                  <a:lnTo>
                    <a:pt x="142621" y="95529"/>
                  </a:lnTo>
                  <a:lnTo>
                    <a:pt x="147574" y="91909"/>
                  </a:lnTo>
                  <a:lnTo>
                    <a:pt x="153098" y="87718"/>
                  </a:lnTo>
                  <a:lnTo>
                    <a:pt x="156235" y="82867"/>
                  </a:lnTo>
                  <a:lnTo>
                    <a:pt x="156997" y="77343"/>
                  </a:lnTo>
                  <a:lnTo>
                    <a:pt x="156235" y="73723"/>
                  </a:lnTo>
                  <a:lnTo>
                    <a:pt x="154520" y="70294"/>
                  </a:lnTo>
                  <a:lnTo>
                    <a:pt x="151853" y="67056"/>
                  </a:lnTo>
                  <a:lnTo>
                    <a:pt x="143852" y="58483"/>
                  </a:lnTo>
                  <a:lnTo>
                    <a:pt x="140804" y="54483"/>
                  </a:lnTo>
                  <a:lnTo>
                    <a:pt x="139090" y="50952"/>
                  </a:lnTo>
                  <a:lnTo>
                    <a:pt x="138709" y="47904"/>
                  </a:lnTo>
                  <a:lnTo>
                    <a:pt x="139661" y="42760"/>
                  </a:lnTo>
                  <a:lnTo>
                    <a:pt x="142621" y="38379"/>
                  </a:lnTo>
                  <a:lnTo>
                    <a:pt x="147574" y="34759"/>
                  </a:lnTo>
                  <a:lnTo>
                    <a:pt x="153098" y="30568"/>
                  </a:lnTo>
                  <a:lnTo>
                    <a:pt x="156235" y="25717"/>
                  </a:lnTo>
                  <a:lnTo>
                    <a:pt x="156997" y="20193"/>
                  </a:lnTo>
                  <a:lnTo>
                    <a:pt x="156235" y="16573"/>
                  </a:lnTo>
                  <a:lnTo>
                    <a:pt x="154520" y="13144"/>
                  </a:lnTo>
                  <a:lnTo>
                    <a:pt x="151853" y="9906"/>
                  </a:lnTo>
                  <a:lnTo>
                    <a:pt x="143852" y="1333"/>
                  </a:lnTo>
                  <a:lnTo>
                    <a:pt x="139852" y="1333"/>
                  </a:lnTo>
                  <a:lnTo>
                    <a:pt x="142709" y="4191"/>
                  </a:lnTo>
                  <a:lnTo>
                    <a:pt x="144526" y="7810"/>
                  </a:lnTo>
                  <a:lnTo>
                    <a:pt x="130898" y="29146"/>
                  </a:lnTo>
                  <a:lnTo>
                    <a:pt x="127762" y="33909"/>
                  </a:lnTo>
                  <a:lnTo>
                    <a:pt x="127000" y="39624"/>
                  </a:lnTo>
                  <a:lnTo>
                    <a:pt x="127762" y="43243"/>
                  </a:lnTo>
                  <a:lnTo>
                    <a:pt x="129476" y="46672"/>
                  </a:lnTo>
                  <a:lnTo>
                    <a:pt x="132143" y="49911"/>
                  </a:lnTo>
                  <a:lnTo>
                    <a:pt x="139852" y="58483"/>
                  </a:lnTo>
                  <a:lnTo>
                    <a:pt x="142709" y="61341"/>
                  </a:lnTo>
                  <a:lnTo>
                    <a:pt x="144526" y="64960"/>
                  </a:lnTo>
                  <a:lnTo>
                    <a:pt x="130898" y="86296"/>
                  </a:lnTo>
                  <a:lnTo>
                    <a:pt x="127762" y="91059"/>
                  </a:lnTo>
                  <a:lnTo>
                    <a:pt x="127000" y="96774"/>
                  </a:lnTo>
                  <a:lnTo>
                    <a:pt x="127762" y="100393"/>
                  </a:lnTo>
                  <a:lnTo>
                    <a:pt x="129476" y="103822"/>
                  </a:lnTo>
                  <a:lnTo>
                    <a:pt x="132143" y="107061"/>
                  </a:lnTo>
                  <a:lnTo>
                    <a:pt x="139852" y="115633"/>
                  </a:lnTo>
                  <a:lnTo>
                    <a:pt x="142709" y="118491"/>
                  </a:lnTo>
                  <a:lnTo>
                    <a:pt x="144526" y="122110"/>
                  </a:lnTo>
                  <a:lnTo>
                    <a:pt x="130898" y="143446"/>
                  </a:lnTo>
                  <a:lnTo>
                    <a:pt x="130390" y="144208"/>
                  </a:lnTo>
                  <a:lnTo>
                    <a:pt x="0" y="144208"/>
                  </a:lnTo>
                  <a:lnTo>
                    <a:pt x="0" y="149923"/>
                  </a:lnTo>
                  <a:lnTo>
                    <a:pt x="4127" y="149923"/>
                  </a:lnTo>
                  <a:lnTo>
                    <a:pt x="4127" y="201358"/>
                  </a:lnTo>
                  <a:lnTo>
                    <a:pt x="0" y="201358"/>
                  </a:lnTo>
                  <a:lnTo>
                    <a:pt x="0" y="207073"/>
                  </a:lnTo>
                  <a:lnTo>
                    <a:pt x="4127" y="207073"/>
                  </a:lnTo>
                  <a:lnTo>
                    <a:pt x="4127" y="258508"/>
                  </a:lnTo>
                  <a:lnTo>
                    <a:pt x="0" y="258508"/>
                  </a:lnTo>
                  <a:lnTo>
                    <a:pt x="0" y="264223"/>
                  </a:lnTo>
                  <a:lnTo>
                    <a:pt x="4127" y="264223"/>
                  </a:lnTo>
                  <a:lnTo>
                    <a:pt x="4127" y="315658"/>
                  </a:lnTo>
                  <a:lnTo>
                    <a:pt x="0" y="315658"/>
                  </a:lnTo>
                  <a:lnTo>
                    <a:pt x="0" y="321373"/>
                  </a:lnTo>
                  <a:lnTo>
                    <a:pt x="4127" y="321373"/>
                  </a:lnTo>
                  <a:lnTo>
                    <a:pt x="4127" y="372808"/>
                  </a:lnTo>
                  <a:lnTo>
                    <a:pt x="0" y="372808"/>
                  </a:lnTo>
                  <a:lnTo>
                    <a:pt x="0" y="378523"/>
                  </a:lnTo>
                  <a:lnTo>
                    <a:pt x="4127" y="378523"/>
                  </a:lnTo>
                  <a:lnTo>
                    <a:pt x="12700" y="378523"/>
                  </a:lnTo>
                  <a:lnTo>
                    <a:pt x="198437" y="378523"/>
                  </a:lnTo>
                  <a:lnTo>
                    <a:pt x="198437" y="458533"/>
                  </a:lnTo>
                  <a:lnTo>
                    <a:pt x="208432" y="458533"/>
                  </a:lnTo>
                  <a:lnTo>
                    <a:pt x="208432" y="378523"/>
                  </a:lnTo>
                  <a:lnTo>
                    <a:pt x="1065669" y="378523"/>
                  </a:lnTo>
                  <a:lnTo>
                    <a:pt x="1065669" y="372808"/>
                  </a:lnTo>
                  <a:lnTo>
                    <a:pt x="208432" y="372808"/>
                  </a:lnTo>
                  <a:lnTo>
                    <a:pt x="208432" y="321373"/>
                  </a:lnTo>
                  <a:lnTo>
                    <a:pt x="1065669" y="321373"/>
                  </a:lnTo>
                  <a:lnTo>
                    <a:pt x="1065669" y="315658"/>
                  </a:lnTo>
                  <a:lnTo>
                    <a:pt x="208432" y="315658"/>
                  </a:lnTo>
                  <a:lnTo>
                    <a:pt x="208432" y="264223"/>
                  </a:lnTo>
                  <a:lnTo>
                    <a:pt x="1065669" y="264223"/>
                  </a:lnTo>
                  <a:lnTo>
                    <a:pt x="1065669" y="258508"/>
                  </a:lnTo>
                  <a:lnTo>
                    <a:pt x="208432" y="258508"/>
                  </a:lnTo>
                  <a:lnTo>
                    <a:pt x="208432" y="207073"/>
                  </a:lnTo>
                  <a:lnTo>
                    <a:pt x="1065669" y="207073"/>
                  </a:lnTo>
                  <a:lnTo>
                    <a:pt x="1065669" y="201358"/>
                  </a:lnTo>
                  <a:lnTo>
                    <a:pt x="208432" y="201358"/>
                  </a:lnTo>
                  <a:lnTo>
                    <a:pt x="208432" y="149923"/>
                  </a:lnTo>
                  <a:lnTo>
                    <a:pt x="1065669" y="149923"/>
                  </a:lnTo>
                  <a:lnTo>
                    <a:pt x="1065669" y="144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6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4153107" y="6046342"/>
              <a:ext cx="74294" cy="173926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4308551" y="5990535"/>
              <a:ext cx="81915" cy="342900"/>
            </a:xfrm>
            <a:custGeom>
              <a:avLst/>
              <a:gdLst/>
              <a:ahLst/>
              <a:cxnLst/>
              <a:rect l="l" t="t" r="r" b="b"/>
              <a:pathLst>
                <a:path w="81914" h="342900">
                  <a:moveTo>
                    <a:pt x="29997" y="18859"/>
                  </a:moveTo>
                  <a:lnTo>
                    <a:pt x="29235" y="15240"/>
                  </a:lnTo>
                  <a:lnTo>
                    <a:pt x="27520" y="11811"/>
                  </a:lnTo>
                  <a:lnTo>
                    <a:pt x="24853" y="8572"/>
                  </a:lnTo>
                  <a:lnTo>
                    <a:pt x="16852" y="0"/>
                  </a:lnTo>
                  <a:lnTo>
                    <a:pt x="12852" y="0"/>
                  </a:lnTo>
                  <a:lnTo>
                    <a:pt x="15709" y="2857"/>
                  </a:lnTo>
                  <a:lnTo>
                    <a:pt x="17526" y="6477"/>
                  </a:lnTo>
                  <a:lnTo>
                    <a:pt x="3898" y="27813"/>
                  </a:lnTo>
                  <a:lnTo>
                    <a:pt x="762" y="32575"/>
                  </a:lnTo>
                  <a:lnTo>
                    <a:pt x="0" y="38290"/>
                  </a:lnTo>
                  <a:lnTo>
                    <a:pt x="762" y="41910"/>
                  </a:lnTo>
                  <a:lnTo>
                    <a:pt x="2476" y="45339"/>
                  </a:lnTo>
                  <a:lnTo>
                    <a:pt x="5143" y="48577"/>
                  </a:lnTo>
                  <a:lnTo>
                    <a:pt x="12852" y="57150"/>
                  </a:lnTo>
                  <a:lnTo>
                    <a:pt x="15709" y="60007"/>
                  </a:lnTo>
                  <a:lnTo>
                    <a:pt x="17526" y="63627"/>
                  </a:lnTo>
                  <a:lnTo>
                    <a:pt x="3898" y="84963"/>
                  </a:lnTo>
                  <a:lnTo>
                    <a:pt x="762" y="89725"/>
                  </a:lnTo>
                  <a:lnTo>
                    <a:pt x="0" y="95440"/>
                  </a:lnTo>
                  <a:lnTo>
                    <a:pt x="762" y="99060"/>
                  </a:lnTo>
                  <a:lnTo>
                    <a:pt x="2476" y="102489"/>
                  </a:lnTo>
                  <a:lnTo>
                    <a:pt x="5143" y="105727"/>
                  </a:lnTo>
                  <a:lnTo>
                    <a:pt x="12852" y="114300"/>
                  </a:lnTo>
                  <a:lnTo>
                    <a:pt x="15709" y="117157"/>
                  </a:lnTo>
                  <a:lnTo>
                    <a:pt x="17526" y="120777"/>
                  </a:lnTo>
                  <a:lnTo>
                    <a:pt x="3898" y="142113"/>
                  </a:lnTo>
                  <a:lnTo>
                    <a:pt x="762" y="146875"/>
                  </a:lnTo>
                  <a:lnTo>
                    <a:pt x="0" y="152590"/>
                  </a:lnTo>
                  <a:lnTo>
                    <a:pt x="762" y="156210"/>
                  </a:lnTo>
                  <a:lnTo>
                    <a:pt x="2476" y="159639"/>
                  </a:lnTo>
                  <a:lnTo>
                    <a:pt x="5143" y="162877"/>
                  </a:lnTo>
                  <a:lnTo>
                    <a:pt x="12852" y="171450"/>
                  </a:lnTo>
                  <a:lnTo>
                    <a:pt x="16852" y="171450"/>
                  </a:lnTo>
                  <a:lnTo>
                    <a:pt x="13804" y="167449"/>
                  </a:lnTo>
                  <a:lnTo>
                    <a:pt x="12090" y="163918"/>
                  </a:lnTo>
                  <a:lnTo>
                    <a:pt x="11709" y="160870"/>
                  </a:lnTo>
                  <a:lnTo>
                    <a:pt x="12661" y="155727"/>
                  </a:lnTo>
                  <a:lnTo>
                    <a:pt x="15621" y="151345"/>
                  </a:lnTo>
                  <a:lnTo>
                    <a:pt x="20574" y="147726"/>
                  </a:lnTo>
                  <a:lnTo>
                    <a:pt x="26098" y="143535"/>
                  </a:lnTo>
                  <a:lnTo>
                    <a:pt x="29235" y="138684"/>
                  </a:lnTo>
                  <a:lnTo>
                    <a:pt x="29997" y="133159"/>
                  </a:lnTo>
                  <a:lnTo>
                    <a:pt x="29235" y="129540"/>
                  </a:lnTo>
                  <a:lnTo>
                    <a:pt x="27520" y="126111"/>
                  </a:lnTo>
                  <a:lnTo>
                    <a:pt x="24853" y="122872"/>
                  </a:lnTo>
                  <a:lnTo>
                    <a:pt x="16852" y="114300"/>
                  </a:lnTo>
                  <a:lnTo>
                    <a:pt x="13804" y="110299"/>
                  </a:lnTo>
                  <a:lnTo>
                    <a:pt x="12090" y="106768"/>
                  </a:lnTo>
                  <a:lnTo>
                    <a:pt x="11709" y="103720"/>
                  </a:lnTo>
                  <a:lnTo>
                    <a:pt x="12661" y="98577"/>
                  </a:lnTo>
                  <a:lnTo>
                    <a:pt x="15621" y="94195"/>
                  </a:lnTo>
                  <a:lnTo>
                    <a:pt x="20574" y="90576"/>
                  </a:lnTo>
                  <a:lnTo>
                    <a:pt x="26098" y="86385"/>
                  </a:lnTo>
                  <a:lnTo>
                    <a:pt x="29235" y="81534"/>
                  </a:lnTo>
                  <a:lnTo>
                    <a:pt x="29997" y="76009"/>
                  </a:lnTo>
                  <a:lnTo>
                    <a:pt x="29235" y="72390"/>
                  </a:lnTo>
                  <a:lnTo>
                    <a:pt x="27520" y="68961"/>
                  </a:lnTo>
                  <a:lnTo>
                    <a:pt x="24853" y="65722"/>
                  </a:lnTo>
                  <a:lnTo>
                    <a:pt x="16852" y="57150"/>
                  </a:lnTo>
                  <a:lnTo>
                    <a:pt x="13804" y="53149"/>
                  </a:lnTo>
                  <a:lnTo>
                    <a:pt x="12090" y="49618"/>
                  </a:lnTo>
                  <a:lnTo>
                    <a:pt x="11709" y="46570"/>
                  </a:lnTo>
                  <a:lnTo>
                    <a:pt x="12661" y="41427"/>
                  </a:lnTo>
                  <a:lnTo>
                    <a:pt x="15621" y="37045"/>
                  </a:lnTo>
                  <a:lnTo>
                    <a:pt x="20574" y="33426"/>
                  </a:lnTo>
                  <a:lnTo>
                    <a:pt x="26098" y="29235"/>
                  </a:lnTo>
                  <a:lnTo>
                    <a:pt x="29235" y="24384"/>
                  </a:lnTo>
                  <a:lnTo>
                    <a:pt x="29997" y="18859"/>
                  </a:lnTo>
                  <a:close/>
                </a:path>
                <a:path w="81914" h="342900">
                  <a:moveTo>
                    <a:pt x="81432" y="40005"/>
                  </a:moveTo>
                  <a:lnTo>
                    <a:pt x="71437" y="40005"/>
                  </a:lnTo>
                  <a:lnTo>
                    <a:pt x="71437" y="342900"/>
                  </a:lnTo>
                  <a:lnTo>
                    <a:pt x="81432" y="342900"/>
                  </a:lnTo>
                  <a:lnTo>
                    <a:pt x="81432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8" name="object 198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363475" y="5989192"/>
              <a:ext cx="111140" cy="173926"/>
            </a:xfrm>
            <a:prstGeom prst="rect">
              <a:avLst/>
            </a:prstGeom>
          </p:spPr>
        </p:pic>
        <p:sp>
          <p:nvSpPr>
            <p:cNvPr id="199" name="object 199"/>
            <p:cNvSpPr/>
            <p:nvPr/>
          </p:nvSpPr>
          <p:spPr>
            <a:xfrm>
              <a:off x="4525721" y="5933385"/>
              <a:ext cx="372745" cy="443230"/>
            </a:xfrm>
            <a:custGeom>
              <a:avLst/>
              <a:gdLst/>
              <a:ahLst/>
              <a:cxnLst/>
              <a:rect l="l" t="t" r="r" b="b"/>
              <a:pathLst>
                <a:path w="372745" h="443229">
                  <a:moveTo>
                    <a:pt x="29997" y="176022"/>
                  </a:moveTo>
                  <a:lnTo>
                    <a:pt x="29235" y="172402"/>
                  </a:lnTo>
                  <a:lnTo>
                    <a:pt x="27520" y="168973"/>
                  </a:lnTo>
                  <a:lnTo>
                    <a:pt x="24853" y="165735"/>
                  </a:lnTo>
                  <a:lnTo>
                    <a:pt x="16852" y="157162"/>
                  </a:lnTo>
                  <a:lnTo>
                    <a:pt x="12852" y="157162"/>
                  </a:lnTo>
                  <a:lnTo>
                    <a:pt x="15709" y="160020"/>
                  </a:lnTo>
                  <a:lnTo>
                    <a:pt x="17526" y="163639"/>
                  </a:lnTo>
                  <a:lnTo>
                    <a:pt x="3898" y="184975"/>
                  </a:lnTo>
                  <a:lnTo>
                    <a:pt x="762" y="189738"/>
                  </a:lnTo>
                  <a:lnTo>
                    <a:pt x="0" y="195453"/>
                  </a:lnTo>
                  <a:lnTo>
                    <a:pt x="762" y="199072"/>
                  </a:lnTo>
                  <a:lnTo>
                    <a:pt x="2476" y="202501"/>
                  </a:lnTo>
                  <a:lnTo>
                    <a:pt x="5143" y="205740"/>
                  </a:lnTo>
                  <a:lnTo>
                    <a:pt x="12852" y="214312"/>
                  </a:lnTo>
                  <a:lnTo>
                    <a:pt x="15709" y="217170"/>
                  </a:lnTo>
                  <a:lnTo>
                    <a:pt x="17526" y="220789"/>
                  </a:lnTo>
                  <a:lnTo>
                    <a:pt x="3898" y="242125"/>
                  </a:lnTo>
                  <a:lnTo>
                    <a:pt x="762" y="246888"/>
                  </a:lnTo>
                  <a:lnTo>
                    <a:pt x="0" y="252603"/>
                  </a:lnTo>
                  <a:lnTo>
                    <a:pt x="762" y="256222"/>
                  </a:lnTo>
                  <a:lnTo>
                    <a:pt x="2476" y="259651"/>
                  </a:lnTo>
                  <a:lnTo>
                    <a:pt x="5143" y="262890"/>
                  </a:lnTo>
                  <a:lnTo>
                    <a:pt x="12852" y="271462"/>
                  </a:lnTo>
                  <a:lnTo>
                    <a:pt x="15709" y="274320"/>
                  </a:lnTo>
                  <a:lnTo>
                    <a:pt x="17526" y="277939"/>
                  </a:lnTo>
                  <a:lnTo>
                    <a:pt x="3898" y="299275"/>
                  </a:lnTo>
                  <a:lnTo>
                    <a:pt x="762" y="304038"/>
                  </a:lnTo>
                  <a:lnTo>
                    <a:pt x="0" y="309753"/>
                  </a:lnTo>
                  <a:lnTo>
                    <a:pt x="762" y="313372"/>
                  </a:lnTo>
                  <a:lnTo>
                    <a:pt x="2476" y="316801"/>
                  </a:lnTo>
                  <a:lnTo>
                    <a:pt x="5143" y="320040"/>
                  </a:lnTo>
                  <a:lnTo>
                    <a:pt x="12852" y="328612"/>
                  </a:lnTo>
                  <a:lnTo>
                    <a:pt x="15709" y="331470"/>
                  </a:lnTo>
                  <a:lnTo>
                    <a:pt x="17526" y="335089"/>
                  </a:lnTo>
                  <a:lnTo>
                    <a:pt x="3898" y="356425"/>
                  </a:lnTo>
                  <a:lnTo>
                    <a:pt x="762" y="361188"/>
                  </a:lnTo>
                  <a:lnTo>
                    <a:pt x="0" y="366903"/>
                  </a:lnTo>
                  <a:lnTo>
                    <a:pt x="762" y="370522"/>
                  </a:lnTo>
                  <a:lnTo>
                    <a:pt x="2476" y="373951"/>
                  </a:lnTo>
                  <a:lnTo>
                    <a:pt x="5143" y="377190"/>
                  </a:lnTo>
                  <a:lnTo>
                    <a:pt x="12852" y="385762"/>
                  </a:lnTo>
                  <a:lnTo>
                    <a:pt x="15709" y="388620"/>
                  </a:lnTo>
                  <a:lnTo>
                    <a:pt x="17526" y="392239"/>
                  </a:lnTo>
                  <a:lnTo>
                    <a:pt x="3898" y="413575"/>
                  </a:lnTo>
                  <a:lnTo>
                    <a:pt x="762" y="418338"/>
                  </a:lnTo>
                  <a:lnTo>
                    <a:pt x="0" y="424053"/>
                  </a:lnTo>
                  <a:lnTo>
                    <a:pt x="762" y="427672"/>
                  </a:lnTo>
                  <a:lnTo>
                    <a:pt x="2476" y="431101"/>
                  </a:lnTo>
                  <a:lnTo>
                    <a:pt x="5143" y="434340"/>
                  </a:lnTo>
                  <a:lnTo>
                    <a:pt x="12852" y="442912"/>
                  </a:lnTo>
                  <a:lnTo>
                    <a:pt x="16852" y="442912"/>
                  </a:lnTo>
                  <a:lnTo>
                    <a:pt x="13804" y="438912"/>
                  </a:lnTo>
                  <a:lnTo>
                    <a:pt x="12090" y="435381"/>
                  </a:lnTo>
                  <a:lnTo>
                    <a:pt x="11709" y="432333"/>
                  </a:lnTo>
                  <a:lnTo>
                    <a:pt x="12661" y="427189"/>
                  </a:lnTo>
                  <a:lnTo>
                    <a:pt x="15621" y="422808"/>
                  </a:lnTo>
                  <a:lnTo>
                    <a:pt x="20574" y="419188"/>
                  </a:lnTo>
                  <a:lnTo>
                    <a:pt x="26098" y="414997"/>
                  </a:lnTo>
                  <a:lnTo>
                    <a:pt x="29235" y="410146"/>
                  </a:lnTo>
                  <a:lnTo>
                    <a:pt x="29997" y="404622"/>
                  </a:lnTo>
                  <a:lnTo>
                    <a:pt x="29235" y="401002"/>
                  </a:lnTo>
                  <a:lnTo>
                    <a:pt x="27520" y="397573"/>
                  </a:lnTo>
                  <a:lnTo>
                    <a:pt x="24853" y="394335"/>
                  </a:lnTo>
                  <a:lnTo>
                    <a:pt x="16852" y="385762"/>
                  </a:lnTo>
                  <a:lnTo>
                    <a:pt x="13804" y="381762"/>
                  </a:lnTo>
                  <a:lnTo>
                    <a:pt x="12090" y="378231"/>
                  </a:lnTo>
                  <a:lnTo>
                    <a:pt x="11709" y="375183"/>
                  </a:lnTo>
                  <a:lnTo>
                    <a:pt x="12661" y="370039"/>
                  </a:lnTo>
                  <a:lnTo>
                    <a:pt x="15621" y="365658"/>
                  </a:lnTo>
                  <a:lnTo>
                    <a:pt x="20574" y="362038"/>
                  </a:lnTo>
                  <a:lnTo>
                    <a:pt x="26098" y="357847"/>
                  </a:lnTo>
                  <a:lnTo>
                    <a:pt x="29235" y="352996"/>
                  </a:lnTo>
                  <a:lnTo>
                    <a:pt x="29997" y="347472"/>
                  </a:lnTo>
                  <a:lnTo>
                    <a:pt x="29235" y="343852"/>
                  </a:lnTo>
                  <a:lnTo>
                    <a:pt x="27520" y="340423"/>
                  </a:lnTo>
                  <a:lnTo>
                    <a:pt x="24853" y="337185"/>
                  </a:lnTo>
                  <a:lnTo>
                    <a:pt x="16852" y="328612"/>
                  </a:lnTo>
                  <a:lnTo>
                    <a:pt x="13804" y="324612"/>
                  </a:lnTo>
                  <a:lnTo>
                    <a:pt x="12090" y="321081"/>
                  </a:lnTo>
                  <a:lnTo>
                    <a:pt x="11709" y="318033"/>
                  </a:lnTo>
                  <a:lnTo>
                    <a:pt x="12661" y="312889"/>
                  </a:lnTo>
                  <a:lnTo>
                    <a:pt x="15621" y="308508"/>
                  </a:lnTo>
                  <a:lnTo>
                    <a:pt x="20574" y="304888"/>
                  </a:lnTo>
                  <a:lnTo>
                    <a:pt x="26098" y="300697"/>
                  </a:lnTo>
                  <a:lnTo>
                    <a:pt x="29235" y="295846"/>
                  </a:lnTo>
                  <a:lnTo>
                    <a:pt x="29997" y="290322"/>
                  </a:lnTo>
                  <a:lnTo>
                    <a:pt x="29235" y="286702"/>
                  </a:lnTo>
                  <a:lnTo>
                    <a:pt x="27520" y="283273"/>
                  </a:lnTo>
                  <a:lnTo>
                    <a:pt x="24853" y="280035"/>
                  </a:lnTo>
                  <a:lnTo>
                    <a:pt x="16852" y="271462"/>
                  </a:lnTo>
                  <a:lnTo>
                    <a:pt x="13804" y="267462"/>
                  </a:lnTo>
                  <a:lnTo>
                    <a:pt x="12090" y="263931"/>
                  </a:lnTo>
                  <a:lnTo>
                    <a:pt x="11709" y="260883"/>
                  </a:lnTo>
                  <a:lnTo>
                    <a:pt x="12661" y="255739"/>
                  </a:lnTo>
                  <a:lnTo>
                    <a:pt x="15621" y="251358"/>
                  </a:lnTo>
                  <a:lnTo>
                    <a:pt x="20574" y="247738"/>
                  </a:lnTo>
                  <a:lnTo>
                    <a:pt x="26098" y="243547"/>
                  </a:lnTo>
                  <a:lnTo>
                    <a:pt x="29235" y="238696"/>
                  </a:lnTo>
                  <a:lnTo>
                    <a:pt x="29997" y="233172"/>
                  </a:lnTo>
                  <a:lnTo>
                    <a:pt x="29235" y="229552"/>
                  </a:lnTo>
                  <a:lnTo>
                    <a:pt x="27520" y="226123"/>
                  </a:lnTo>
                  <a:lnTo>
                    <a:pt x="24853" y="222885"/>
                  </a:lnTo>
                  <a:lnTo>
                    <a:pt x="16852" y="214312"/>
                  </a:lnTo>
                  <a:lnTo>
                    <a:pt x="13804" y="210312"/>
                  </a:lnTo>
                  <a:lnTo>
                    <a:pt x="12090" y="206781"/>
                  </a:lnTo>
                  <a:lnTo>
                    <a:pt x="11709" y="203733"/>
                  </a:lnTo>
                  <a:lnTo>
                    <a:pt x="12661" y="198589"/>
                  </a:lnTo>
                  <a:lnTo>
                    <a:pt x="15621" y="194208"/>
                  </a:lnTo>
                  <a:lnTo>
                    <a:pt x="20574" y="190588"/>
                  </a:lnTo>
                  <a:lnTo>
                    <a:pt x="26098" y="186397"/>
                  </a:lnTo>
                  <a:lnTo>
                    <a:pt x="29235" y="181546"/>
                  </a:lnTo>
                  <a:lnTo>
                    <a:pt x="29997" y="176022"/>
                  </a:lnTo>
                  <a:close/>
                </a:path>
                <a:path w="372745" h="443229">
                  <a:moveTo>
                    <a:pt x="145732" y="191160"/>
                  </a:moveTo>
                  <a:lnTo>
                    <a:pt x="145542" y="183921"/>
                  </a:lnTo>
                  <a:lnTo>
                    <a:pt x="145440" y="183718"/>
                  </a:lnTo>
                  <a:lnTo>
                    <a:pt x="145440" y="0"/>
                  </a:lnTo>
                  <a:lnTo>
                    <a:pt x="135445" y="0"/>
                  </a:lnTo>
                  <a:lnTo>
                    <a:pt x="135445" y="173431"/>
                  </a:lnTo>
                  <a:lnTo>
                    <a:pt x="133438" y="171831"/>
                  </a:lnTo>
                  <a:lnTo>
                    <a:pt x="126961" y="170116"/>
                  </a:lnTo>
                  <a:lnTo>
                    <a:pt x="118579" y="170307"/>
                  </a:lnTo>
                  <a:lnTo>
                    <a:pt x="110655" y="171272"/>
                  </a:lnTo>
                  <a:lnTo>
                    <a:pt x="76073" y="194373"/>
                  </a:lnTo>
                  <a:lnTo>
                    <a:pt x="71437" y="208305"/>
                  </a:lnTo>
                  <a:lnTo>
                    <a:pt x="71628" y="214782"/>
                  </a:lnTo>
                  <a:lnTo>
                    <a:pt x="96583" y="229743"/>
                  </a:lnTo>
                  <a:lnTo>
                    <a:pt x="105067" y="228790"/>
                  </a:lnTo>
                  <a:lnTo>
                    <a:pt x="113372" y="226529"/>
                  </a:lnTo>
                  <a:lnTo>
                    <a:pt x="121500" y="222935"/>
                  </a:lnTo>
                  <a:lnTo>
                    <a:pt x="129438" y="218020"/>
                  </a:lnTo>
                  <a:lnTo>
                    <a:pt x="135445" y="212788"/>
                  </a:lnTo>
                  <a:lnTo>
                    <a:pt x="135445" y="259156"/>
                  </a:lnTo>
                  <a:lnTo>
                    <a:pt x="133438" y="257556"/>
                  </a:lnTo>
                  <a:lnTo>
                    <a:pt x="126961" y="255841"/>
                  </a:lnTo>
                  <a:lnTo>
                    <a:pt x="118579" y="256032"/>
                  </a:lnTo>
                  <a:lnTo>
                    <a:pt x="81026" y="273837"/>
                  </a:lnTo>
                  <a:lnTo>
                    <a:pt x="71437" y="294030"/>
                  </a:lnTo>
                  <a:lnTo>
                    <a:pt x="71628" y="300507"/>
                  </a:lnTo>
                  <a:lnTo>
                    <a:pt x="96583" y="315468"/>
                  </a:lnTo>
                  <a:lnTo>
                    <a:pt x="105067" y="314515"/>
                  </a:lnTo>
                  <a:lnTo>
                    <a:pt x="113372" y="312254"/>
                  </a:lnTo>
                  <a:lnTo>
                    <a:pt x="121500" y="308660"/>
                  </a:lnTo>
                  <a:lnTo>
                    <a:pt x="129438" y="303745"/>
                  </a:lnTo>
                  <a:lnTo>
                    <a:pt x="135445" y="298513"/>
                  </a:lnTo>
                  <a:lnTo>
                    <a:pt x="135445" y="373456"/>
                  </a:lnTo>
                  <a:lnTo>
                    <a:pt x="133438" y="371856"/>
                  </a:lnTo>
                  <a:lnTo>
                    <a:pt x="126961" y="370141"/>
                  </a:lnTo>
                  <a:lnTo>
                    <a:pt x="118579" y="370332"/>
                  </a:lnTo>
                  <a:lnTo>
                    <a:pt x="81026" y="388137"/>
                  </a:lnTo>
                  <a:lnTo>
                    <a:pt x="71437" y="408330"/>
                  </a:lnTo>
                  <a:lnTo>
                    <a:pt x="71628" y="414807"/>
                  </a:lnTo>
                  <a:lnTo>
                    <a:pt x="96583" y="429768"/>
                  </a:lnTo>
                  <a:lnTo>
                    <a:pt x="105067" y="428815"/>
                  </a:lnTo>
                  <a:lnTo>
                    <a:pt x="141084" y="405765"/>
                  </a:lnTo>
                  <a:lnTo>
                    <a:pt x="145732" y="391185"/>
                  </a:lnTo>
                  <a:lnTo>
                    <a:pt x="145542" y="383946"/>
                  </a:lnTo>
                  <a:lnTo>
                    <a:pt x="145440" y="383743"/>
                  </a:lnTo>
                  <a:lnTo>
                    <a:pt x="145440" y="278422"/>
                  </a:lnTo>
                  <a:lnTo>
                    <a:pt x="145732" y="276885"/>
                  </a:lnTo>
                  <a:lnTo>
                    <a:pt x="145542" y="269646"/>
                  </a:lnTo>
                  <a:lnTo>
                    <a:pt x="145440" y="269443"/>
                  </a:lnTo>
                  <a:lnTo>
                    <a:pt x="145440" y="192697"/>
                  </a:lnTo>
                  <a:lnTo>
                    <a:pt x="145732" y="191160"/>
                  </a:lnTo>
                  <a:close/>
                </a:path>
                <a:path w="372745" h="443229">
                  <a:moveTo>
                    <a:pt x="256882" y="218884"/>
                  </a:moveTo>
                  <a:lnTo>
                    <a:pt x="256120" y="215265"/>
                  </a:lnTo>
                  <a:lnTo>
                    <a:pt x="254406" y="211836"/>
                  </a:lnTo>
                  <a:lnTo>
                    <a:pt x="251739" y="208597"/>
                  </a:lnTo>
                  <a:lnTo>
                    <a:pt x="243738" y="200025"/>
                  </a:lnTo>
                  <a:lnTo>
                    <a:pt x="239737" y="200025"/>
                  </a:lnTo>
                  <a:lnTo>
                    <a:pt x="242595" y="202882"/>
                  </a:lnTo>
                  <a:lnTo>
                    <a:pt x="244411" y="206502"/>
                  </a:lnTo>
                  <a:lnTo>
                    <a:pt x="230784" y="227838"/>
                  </a:lnTo>
                  <a:lnTo>
                    <a:pt x="227647" y="232600"/>
                  </a:lnTo>
                  <a:lnTo>
                    <a:pt x="226885" y="238315"/>
                  </a:lnTo>
                  <a:lnTo>
                    <a:pt x="227647" y="241935"/>
                  </a:lnTo>
                  <a:lnTo>
                    <a:pt x="229362" y="245364"/>
                  </a:lnTo>
                  <a:lnTo>
                    <a:pt x="232029" y="248602"/>
                  </a:lnTo>
                  <a:lnTo>
                    <a:pt x="239737" y="257175"/>
                  </a:lnTo>
                  <a:lnTo>
                    <a:pt x="242595" y="260032"/>
                  </a:lnTo>
                  <a:lnTo>
                    <a:pt x="244411" y="263652"/>
                  </a:lnTo>
                  <a:lnTo>
                    <a:pt x="230784" y="284988"/>
                  </a:lnTo>
                  <a:lnTo>
                    <a:pt x="227647" y="289750"/>
                  </a:lnTo>
                  <a:lnTo>
                    <a:pt x="226885" y="295465"/>
                  </a:lnTo>
                  <a:lnTo>
                    <a:pt x="227647" y="299085"/>
                  </a:lnTo>
                  <a:lnTo>
                    <a:pt x="229362" y="302514"/>
                  </a:lnTo>
                  <a:lnTo>
                    <a:pt x="232029" y="305752"/>
                  </a:lnTo>
                  <a:lnTo>
                    <a:pt x="239737" y="314325"/>
                  </a:lnTo>
                  <a:lnTo>
                    <a:pt x="242595" y="317182"/>
                  </a:lnTo>
                  <a:lnTo>
                    <a:pt x="244411" y="320802"/>
                  </a:lnTo>
                  <a:lnTo>
                    <a:pt x="230784" y="342138"/>
                  </a:lnTo>
                  <a:lnTo>
                    <a:pt x="227647" y="346900"/>
                  </a:lnTo>
                  <a:lnTo>
                    <a:pt x="226885" y="352615"/>
                  </a:lnTo>
                  <a:lnTo>
                    <a:pt x="227647" y="356235"/>
                  </a:lnTo>
                  <a:lnTo>
                    <a:pt x="229362" y="359664"/>
                  </a:lnTo>
                  <a:lnTo>
                    <a:pt x="232029" y="362902"/>
                  </a:lnTo>
                  <a:lnTo>
                    <a:pt x="239737" y="371475"/>
                  </a:lnTo>
                  <a:lnTo>
                    <a:pt x="242595" y="374332"/>
                  </a:lnTo>
                  <a:lnTo>
                    <a:pt x="244411" y="377952"/>
                  </a:lnTo>
                  <a:lnTo>
                    <a:pt x="230784" y="399288"/>
                  </a:lnTo>
                  <a:lnTo>
                    <a:pt x="227647" y="404050"/>
                  </a:lnTo>
                  <a:lnTo>
                    <a:pt x="226885" y="409765"/>
                  </a:lnTo>
                  <a:lnTo>
                    <a:pt x="227647" y="413385"/>
                  </a:lnTo>
                  <a:lnTo>
                    <a:pt x="229362" y="416814"/>
                  </a:lnTo>
                  <a:lnTo>
                    <a:pt x="232029" y="420052"/>
                  </a:lnTo>
                  <a:lnTo>
                    <a:pt x="239737" y="428625"/>
                  </a:lnTo>
                  <a:lnTo>
                    <a:pt x="243738" y="428625"/>
                  </a:lnTo>
                  <a:lnTo>
                    <a:pt x="240690" y="424624"/>
                  </a:lnTo>
                  <a:lnTo>
                    <a:pt x="238975" y="421093"/>
                  </a:lnTo>
                  <a:lnTo>
                    <a:pt x="238594" y="418045"/>
                  </a:lnTo>
                  <a:lnTo>
                    <a:pt x="239547" y="412902"/>
                  </a:lnTo>
                  <a:lnTo>
                    <a:pt x="242506" y="408520"/>
                  </a:lnTo>
                  <a:lnTo>
                    <a:pt x="247459" y="404901"/>
                  </a:lnTo>
                  <a:lnTo>
                    <a:pt x="252984" y="400710"/>
                  </a:lnTo>
                  <a:lnTo>
                    <a:pt x="256120" y="395859"/>
                  </a:lnTo>
                  <a:lnTo>
                    <a:pt x="256882" y="390334"/>
                  </a:lnTo>
                  <a:lnTo>
                    <a:pt x="256120" y="386715"/>
                  </a:lnTo>
                  <a:lnTo>
                    <a:pt x="254406" y="383286"/>
                  </a:lnTo>
                  <a:lnTo>
                    <a:pt x="251739" y="380047"/>
                  </a:lnTo>
                  <a:lnTo>
                    <a:pt x="243738" y="371475"/>
                  </a:lnTo>
                  <a:lnTo>
                    <a:pt x="240690" y="367474"/>
                  </a:lnTo>
                  <a:lnTo>
                    <a:pt x="238975" y="363943"/>
                  </a:lnTo>
                  <a:lnTo>
                    <a:pt x="238594" y="360895"/>
                  </a:lnTo>
                  <a:lnTo>
                    <a:pt x="239547" y="355752"/>
                  </a:lnTo>
                  <a:lnTo>
                    <a:pt x="242506" y="351370"/>
                  </a:lnTo>
                  <a:lnTo>
                    <a:pt x="247459" y="347751"/>
                  </a:lnTo>
                  <a:lnTo>
                    <a:pt x="252984" y="343560"/>
                  </a:lnTo>
                  <a:lnTo>
                    <a:pt x="256120" y="338709"/>
                  </a:lnTo>
                  <a:lnTo>
                    <a:pt x="256882" y="333184"/>
                  </a:lnTo>
                  <a:lnTo>
                    <a:pt x="256120" y="329565"/>
                  </a:lnTo>
                  <a:lnTo>
                    <a:pt x="254406" y="326136"/>
                  </a:lnTo>
                  <a:lnTo>
                    <a:pt x="251739" y="322897"/>
                  </a:lnTo>
                  <a:lnTo>
                    <a:pt x="243738" y="314325"/>
                  </a:lnTo>
                  <a:lnTo>
                    <a:pt x="240690" y="310324"/>
                  </a:lnTo>
                  <a:lnTo>
                    <a:pt x="238975" y="306793"/>
                  </a:lnTo>
                  <a:lnTo>
                    <a:pt x="238594" y="303745"/>
                  </a:lnTo>
                  <a:lnTo>
                    <a:pt x="239547" y="298602"/>
                  </a:lnTo>
                  <a:lnTo>
                    <a:pt x="242506" y="294220"/>
                  </a:lnTo>
                  <a:lnTo>
                    <a:pt x="247459" y="290601"/>
                  </a:lnTo>
                  <a:lnTo>
                    <a:pt x="252984" y="286410"/>
                  </a:lnTo>
                  <a:lnTo>
                    <a:pt x="256120" y="281559"/>
                  </a:lnTo>
                  <a:lnTo>
                    <a:pt x="256882" y="276034"/>
                  </a:lnTo>
                  <a:lnTo>
                    <a:pt x="256120" y="272415"/>
                  </a:lnTo>
                  <a:lnTo>
                    <a:pt x="254406" y="268986"/>
                  </a:lnTo>
                  <a:lnTo>
                    <a:pt x="251739" y="265747"/>
                  </a:lnTo>
                  <a:lnTo>
                    <a:pt x="243738" y="257175"/>
                  </a:lnTo>
                  <a:lnTo>
                    <a:pt x="240690" y="253174"/>
                  </a:lnTo>
                  <a:lnTo>
                    <a:pt x="238975" y="249643"/>
                  </a:lnTo>
                  <a:lnTo>
                    <a:pt x="238594" y="246595"/>
                  </a:lnTo>
                  <a:lnTo>
                    <a:pt x="239547" y="241452"/>
                  </a:lnTo>
                  <a:lnTo>
                    <a:pt x="242506" y="237070"/>
                  </a:lnTo>
                  <a:lnTo>
                    <a:pt x="247459" y="233451"/>
                  </a:lnTo>
                  <a:lnTo>
                    <a:pt x="252984" y="229260"/>
                  </a:lnTo>
                  <a:lnTo>
                    <a:pt x="256120" y="224409"/>
                  </a:lnTo>
                  <a:lnTo>
                    <a:pt x="256882" y="218884"/>
                  </a:lnTo>
                  <a:close/>
                </a:path>
                <a:path w="372745" h="443229">
                  <a:moveTo>
                    <a:pt x="372618" y="391185"/>
                  </a:moveTo>
                  <a:lnTo>
                    <a:pt x="372427" y="383946"/>
                  </a:lnTo>
                  <a:lnTo>
                    <a:pt x="372325" y="383743"/>
                  </a:lnTo>
                  <a:lnTo>
                    <a:pt x="372325" y="28575"/>
                  </a:lnTo>
                  <a:lnTo>
                    <a:pt x="362331" y="28575"/>
                  </a:lnTo>
                  <a:lnTo>
                    <a:pt x="362331" y="373456"/>
                  </a:lnTo>
                  <a:lnTo>
                    <a:pt x="360324" y="371856"/>
                  </a:lnTo>
                  <a:lnTo>
                    <a:pt x="353847" y="370141"/>
                  </a:lnTo>
                  <a:lnTo>
                    <a:pt x="345465" y="370332"/>
                  </a:lnTo>
                  <a:lnTo>
                    <a:pt x="337540" y="371297"/>
                  </a:lnTo>
                  <a:lnTo>
                    <a:pt x="302958" y="394398"/>
                  </a:lnTo>
                  <a:lnTo>
                    <a:pt x="298323" y="408330"/>
                  </a:lnTo>
                  <a:lnTo>
                    <a:pt x="298513" y="414807"/>
                  </a:lnTo>
                  <a:lnTo>
                    <a:pt x="323469" y="429768"/>
                  </a:lnTo>
                  <a:lnTo>
                    <a:pt x="331952" y="428815"/>
                  </a:lnTo>
                  <a:lnTo>
                    <a:pt x="367969" y="405765"/>
                  </a:lnTo>
                  <a:lnTo>
                    <a:pt x="371170" y="398754"/>
                  </a:lnTo>
                  <a:lnTo>
                    <a:pt x="372618" y="3911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0" name="object 200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824048" y="6132067"/>
              <a:ext cx="74294" cy="116776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5020335" y="5961960"/>
              <a:ext cx="1022985" cy="403225"/>
            </a:xfrm>
            <a:custGeom>
              <a:avLst/>
              <a:gdLst/>
              <a:ahLst/>
              <a:cxnLst/>
              <a:rect l="l" t="t" r="r" b="b"/>
              <a:pathLst>
                <a:path w="1022985" h="403225">
                  <a:moveTo>
                    <a:pt x="1022413" y="114300"/>
                  </a:moveTo>
                  <a:lnTo>
                    <a:pt x="699731" y="114300"/>
                  </a:lnTo>
                  <a:lnTo>
                    <a:pt x="699731" y="28575"/>
                  </a:lnTo>
                  <a:lnTo>
                    <a:pt x="689724" y="28575"/>
                  </a:lnTo>
                  <a:lnTo>
                    <a:pt x="689724" y="285750"/>
                  </a:lnTo>
                  <a:lnTo>
                    <a:pt x="580796" y="285750"/>
                  </a:lnTo>
                  <a:lnTo>
                    <a:pt x="583526" y="281559"/>
                  </a:lnTo>
                  <a:lnTo>
                    <a:pt x="584288" y="276034"/>
                  </a:lnTo>
                  <a:lnTo>
                    <a:pt x="583526" y="272415"/>
                  </a:lnTo>
                  <a:lnTo>
                    <a:pt x="581812" y="268986"/>
                  </a:lnTo>
                  <a:lnTo>
                    <a:pt x="579145" y="265747"/>
                  </a:lnTo>
                  <a:lnTo>
                    <a:pt x="572566" y="258699"/>
                  </a:lnTo>
                  <a:lnTo>
                    <a:pt x="572566" y="268033"/>
                  </a:lnTo>
                  <a:lnTo>
                    <a:pt x="571614" y="272986"/>
                  </a:lnTo>
                  <a:lnTo>
                    <a:pt x="568667" y="277368"/>
                  </a:lnTo>
                  <a:lnTo>
                    <a:pt x="563714" y="281178"/>
                  </a:lnTo>
                  <a:lnTo>
                    <a:pt x="558190" y="284988"/>
                  </a:lnTo>
                  <a:lnTo>
                    <a:pt x="557682" y="285750"/>
                  </a:lnTo>
                  <a:lnTo>
                    <a:pt x="272453" y="285750"/>
                  </a:lnTo>
                  <a:lnTo>
                    <a:pt x="272453" y="280771"/>
                  </a:lnTo>
                  <a:lnTo>
                    <a:pt x="272732" y="279463"/>
                  </a:lnTo>
                  <a:lnTo>
                    <a:pt x="273494" y="270700"/>
                  </a:lnTo>
                  <a:lnTo>
                    <a:pt x="272453" y="268185"/>
                  </a:lnTo>
                  <a:lnTo>
                    <a:pt x="272453" y="234315"/>
                  </a:lnTo>
                  <a:lnTo>
                    <a:pt x="554812" y="234315"/>
                  </a:lnTo>
                  <a:lnTo>
                    <a:pt x="554278" y="238315"/>
                  </a:lnTo>
                  <a:lnTo>
                    <a:pt x="555040" y="241935"/>
                  </a:lnTo>
                  <a:lnTo>
                    <a:pt x="556755" y="245364"/>
                  </a:lnTo>
                  <a:lnTo>
                    <a:pt x="559422" y="248602"/>
                  </a:lnTo>
                  <a:lnTo>
                    <a:pt x="567143" y="257175"/>
                  </a:lnTo>
                  <a:lnTo>
                    <a:pt x="570001" y="260032"/>
                  </a:lnTo>
                  <a:lnTo>
                    <a:pt x="571804" y="263652"/>
                  </a:lnTo>
                  <a:lnTo>
                    <a:pt x="572566" y="268033"/>
                  </a:lnTo>
                  <a:lnTo>
                    <a:pt x="572566" y="258699"/>
                  </a:lnTo>
                  <a:lnTo>
                    <a:pt x="571144" y="257175"/>
                  </a:lnTo>
                  <a:lnTo>
                    <a:pt x="568096" y="253174"/>
                  </a:lnTo>
                  <a:lnTo>
                    <a:pt x="566381" y="249643"/>
                  </a:lnTo>
                  <a:lnTo>
                    <a:pt x="566000" y="246595"/>
                  </a:lnTo>
                  <a:lnTo>
                    <a:pt x="566953" y="241452"/>
                  </a:lnTo>
                  <a:lnTo>
                    <a:pt x="569899" y="237070"/>
                  </a:lnTo>
                  <a:lnTo>
                    <a:pt x="573659" y="234315"/>
                  </a:lnTo>
                  <a:lnTo>
                    <a:pt x="689724" y="234315"/>
                  </a:lnTo>
                  <a:lnTo>
                    <a:pt x="689724" y="228600"/>
                  </a:lnTo>
                  <a:lnTo>
                    <a:pt x="580796" y="228600"/>
                  </a:lnTo>
                  <a:lnTo>
                    <a:pt x="583526" y="224409"/>
                  </a:lnTo>
                  <a:lnTo>
                    <a:pt x="584288" y="218884"/>
                  </a:lnTo>
                  <a:lnTo>
                    <a:pt x="583526" y="215265"/>
                  </a:lnTo>
                  <a:lnTo>
                    <a:pt x="581812" y="211836"/>
                  </a:lnTo>
                  <a:lnTo>
                    <a:pt x="579145" y="208597"/>
                  </a:lnTo>
                  <a:lnTo>
                    <a:pt x="571144" y="200025"/>
                  </a:lnTo>
                  <a:lnTo>
                    <a:pt x="567143" y="200025"/>
                  </a:lnTo>
                  <a:lnTo>
                    <a:pt x="570001" y="202882"/>
                  </a:lnTo>
                  <a:lnTo>
                    <a:pt x="571804" y="206502"/>
                  </a:lnTo>
                  <a:lnTo>
                    <a:pt x="558190" y="227838"/>
                  </a:lnTo>
                  <a:lnTo>
                    <a:pt x="557682" y="228600"/>
                  </a:lnTo>
                  <a:lnTo>
                    <a:pt x="272453" y="228600"/>
                  </a:lnTo>
                  <a:lnTo>
                    <a:pt x="272453" y="195046"/>
                  </a:lnTo>
                  <a:lnTo>
                    <a:pt x="272732" y="193738"/>
                  </a:lnTo>
                  <a:lnTo>
                    <a:pt x="273494" y="184975"/>
                  </a:lnTo>
                  <a:lnTo>
                    <a:pt x="272453" y="182460"/>
                  </a:lnTo>
                  <a:lnTo>
                    <a:pt x="272453" y="177165"/>
                  </a:lnTo>
                  <a:lnTo>
                    <a:pt x="689724" y="177165"/>
                  </a:lnTo>
                  <a:lnTo>
                    <a:pt x="689724" y="171450"/>
                  </a:lnTo>
                  <a:lnTo>
                    <a:pt x="272453" y="171450"/>
                  </a:lnTo>
                  <a:lnTo>
                    <a:pt x="272453" y="120015"/>
                  </a:lnTo>
                  <a:lnTo>
                    <a:pt x="689724" y="120015"/>
                  </a:lnTo>
                  <a:lnTo>
                    <a:pt x="689724" y="114300"/>
                  </a:lnTo>
                  <a:lnTo>
                    <a:pt x="272453" y="114300"/>
                  </a:lnTo>
                  <a:lnTo>
                    <a:pt x="272453" y="0"/>
                  </a:lnTo>
                  <a:lnTo>
                    <a:pt x="263867" y="0"/>
                  </a:lnTo>
                  <a:lnTo>
                    <a:pt x="263867" y="360045"/>
                  </a:lnTo>
                  <a:lnTo>
                    <a:pt x="263017" y="361848"/>
                  </a:lnTo>
                  <a:lnTo>
                    <a:pt x="232448" y="386905"/>
                  </a:lnTo>
                  <a:lnTo>
                    <a:pt x="216154" y="392518"/>
                  </a:lnTo>
                  <a:lnTo>
                    <a:pt x="212153" y="392328"/>
                  </a:lnTo>
                  <a:lnTo>
                    <a:pt x="208153" y="391947"/>
                  </a:lnTo>
                  <a:lnTo>
                    <a:pt x="206248" y="390232"/>
                  </a:lnTo>
                  <a:lnTo>
                    <a:pt x="206438" y="387184"/>
                  </a:lnTo>
                  <a:lnTo>
                    <a:pt x="206514" y="386905"/>
                  </a:lnTo>
                  <a:lnTo>
                    <a:pt x="207657" y="382117"/>
                  </a:lnTo>
                  <a:lnTo>
                    <a:pt x="239877" y="354901"/>
                  </a:lnTo>
                  <a:lnTo>
                    <a:pt x="254165" y="349465"/>
                  </a:lnTo>
                  <a:lnTo>
                    <a:pt x="259880" y="350037"/>
                  </a:lnTo>
                  <a:lnTo>
                    <a:pt x="262445" y="350380"/>
                  </a:lnTo>
                  <a:lnTo>
                    <a:pt x="262445" y="360045"/>
                  </a:lnTo>
                  <a:lnTo>
                    <a:pt x="263867" y="360045"/>
                  </a:lnTo>
                  <a:lnTo>
                    <a:pt x="263867" y="0"/>
                  </a:lnTo>
                  <a:lnTo>
                    <a:pt x="262445" y="0"/>
                  </a:lnTo>
                  <a:lnTo>
                    <a:pt x="262445" y="114300"/>
                  </a:lnTo>
                  <a:lnTo>
                    <a:pt x="262445" y="120015"/>
                  </a:lnTo>
                  <a:lnTo>
                    <a:pt x="262445" y="342900"/>
                  </a:lnTo>
                  <a:lnTo>
                    <a:pt x="258737" y="340893"/>
                  </a:lnTo>
                  <a:lnTo>
                    <a:pt x="252920" y="339750"/>
                  </a:lnTo>
                  <a:lnTo>
                    <a:pt x="246443" y="340321"/>
                  </a:lnTo>
                  <a:lnTo>
                    <a:pt x="238264" y="341236"/>
                  </a:lnTo>
                  <a:lnTo>
                    <a:pt x="232117" y="342900"/>
                  </a:lnTo>
                  <a:lnTo>
                    <a:pt x="143865" y="342900"/>
                  </a:lnTo>
                  <a:lnTo>
                    <a:pt x="140817" y="338899"/>
                  </a:lnTo>
                  <a:lnTo>
                    <a:pt x="139103" y="335368"/>
                  </a:lnTo>
                  <a:lnTo>
                    <a:pt x="138722" y="332320"/>
                  </a:lnTo>
                  <a:lnTo>
                    <a:pt x="139674" y="327177"/>
                  </a:lnTo>
                  <a:lnTo>
                    <a:pt x="142621" y="322795"/>
                  </a:lnTo>
                  <a:lnTo>
                    <a:pt x="147574" y="319176"/>
                  </a:lnTo>
                  <a:lnTo>
                    <a:pt x="153098" y="314985"/>
                  </a:lnTo>
                  <a:lnTo>
                    <a:pt x="156248" y="310134"/>
                  </a:lnTo>
                  <a:lnTo>
                    <a:pt x="157010" y="304609"/>
                  </a:lnTo>
                  <a:lnTo>
                    <a:pt x="156248" y="300990"/>
                  </a:lnTo>
                  <a:lnTo>
                    <a:pt x="154533" y="297561"/>
                  </a:lnTo>
                  <a:lnTo>
                    <a:pt x="151866" y="294322"/>
                  </a:lnTo>
                  <a:lnTo>
                    <a:pt x="149199" y="291465"/>
                  </a:lnTo>
                  <a:lnTo>
                    <a:pt x="198729" y="291465"/>
                  </a:lnTo>
                  <a:lnTo>
                    <a:pt x="218440" y="316890"/>
                  </a:lnTo>
                  <a:lnTo>
                    <a:pt x="224726" y="316318"/>
                  </a:lnTo>
                  <a:lnTo>
                    <a:pt x="232803" y="315417"/>
                  </a:lnTo>
                  <a:lnTo>
                    <a:pt x="240728" y="313245"/>
                  </a:lnTo>
                  <a:lnTo>
                    <a:pt x="248526" y="309841"/>
                  </a:lnTo>
                  <a:lnTo>
                    <a:pt x="253504" y="306793"/>
                  </a:lnTo>
                  <a:lnTo>
                    <a:pt x="256159" y="305181"/>
                  </a:lnTo>
                  <a:lnTo>
                    <a:pt x="262445" y="299974"/>
                  </a:lnTo>
                  <a:lnTo>
                    <a:pt x="262445" y="276809"/>
                  </a:lnTo>
                  <a:lnTo>
                    <a:pt x="259016" y="280885"/>
                  </a:lnTo>
                  <a:lnTo>
                    <a:pt x="253403" y="285750"/>
                  </a:lnTo>
                  <a:lnTo>
                    <a:pt x="246824" y="285750"/>
                  </a:lnTo>
                  <a:lnTo>
                    <a:pt x="246824" y="291465"/>
                  </a:lnTo>
                  <a:lnTo>
                    <a:pt x="243878" y="294030"/>
                  </a:lnTo>
                  <a:lnTo>
                    <a:pt x="238163" y="298030"/>
                  </a:lnTo>
                  <a:lnTo>
                    <a:pt x="232448" y="301180"/>
                  </a:lnTo>
                  <a:lnTo>
                    <a:pt x="221018" y="305752"/>
                  </a:lnTo>
                  <a:lnTo>
                    <a:pt x="216154" y="306793"/>
                  </a:lnTo>
                  <a:lnTo>
                    <a:pt x="212153" y="306603"/>
                  </a:lnTo>
                  <a:lnTo>
                    <a:pt x="208153" y="306222"/>
                  </a:lnTo>
                  <a:lnTo>
                    <a:pt x="206248" y="304507"/>
                  </a:lnTo>
                  <a:lnTo>
                    <a:pt x="206438" y="301459"/>
                  </a:lnTo>
                  <a:lnTo>
                    <a:pt x="206514" y="301180"/>
                  </a:lnTo>
                  <a:lnTo>
                    <a:pt x="207657" y="296392"/>
                  </a:lnTo>
                  <a:lnTo>
                    <a:pt x="210553" y="291465"/>
                  </a:lnTo>
                  <a:lnTo>
                    <a:pt x="246824" y="291465"/>
                  </a:lnTo>
                  <a:lnTo>
                    <a:pt x="246824" y="285750"/>
                  </a:lnTo>
                  <a:lnTo>
                    <a:pt x="215734" y="285750"/>
                  </a:lnTo>
                  <a:lnTo>
                    <a:pt x="226631" y="276885"/>
                  </a:lnTo>
                  <a:lnTo>
                    <a:pt x="232448" y="273177"/>
                  </a:lnTo>
                  <a:lnTo>
                    <a:pt x="239877" y="269176"/>
                  </a:lnTo>
                  <a:lnTo>
                    <a:pt x="247497" y="265366"/>
                  </a:lnTo>
                  <a:lnTo>
                    <a:pt x="254165" y="263740"/>
                  </a:lnTo>
                  <a:lnTo>
                    <a:pt x="259880" y="264312"/>
                  </a:lnTo>
                  <a:lnTo>
                    <a:pt x="262445" y="264655"/>
                  </a:lnTo>
                  <a:lnTo>
                    <a:pt x="262445" y="257238"/>
                  </a:lnTo>
                  <a:lnTo>
                    <a:pt x="258737" y="255168"/>
                  </a:lnTo>
                  <a:lnTo>
                    <a:pt x="252920" y="254025"/>
                  </a:lnTo>
                  <a:lnTo>
                    <a:pt x="246443" y="254596"/>
                  </a:lnTo>
                  <a:lnTo>
                    <a:pt x="208432" y="271208"/>
                  </a:lnTo>
                  <a:lnTo>
                    <a:pt x="199923" y="285750"/>
                  </a:lnTo>
                  <a:lnTo>
                    <a:pt x="145288" y="285750"/>
                  </a:lnTo>
                  <a:lnTo>
                    <a:pt x="145288" y="296608"/>
                  </a:lnTo>
                  <a:lnTo>
                    <a:pt x="144335" y="301561"/>
                  </a:lnTo>
                  <a:lnTo>
                    <a:pt x="141389" y="305943"/>
                  </a:lnTo>
                  <a:lnTo>
                    <a:pt x="136436" y="309753"/>
                  </a:lnTo>
                  <a:lnTo>
                    <a:pt x="130911" y="313563"/>
                  </a:lnTo>
                  <a:lnTo>
                    <a:pt x="127762" y="318325"/>
                  </a:lnTo>
                  <a:lnTo>
                    <a:pt x="127000" y="324040"/>
                  </a:lnTo>
                  <a:lnTo>
                    <a:pt x="127762" y="327660"/>
                  </a:lnTo>
                  <a:lnTo>
                    <a:pt x="129476" y="331089"/>
                  </a:lnTo>
                  <a:lnTo>
                    <a:pt x="132143" y="334327"/>
                  </a:lnTo>
                  <a:lnTo>
                    <a:pt x="139865" y="342900"/>
                  </a:lnTo>
                  <a:lnTo>
                    <a:pt x="12700" y="342900"/>
                  </a:lnTo>
                  <a:lnTo>
                    <a:pt x="12700" y="291465"/>
                  </a:lnTo>
                  <a:lnTo>
                    <a:pt x="144145" y="291465"/>
                  </a:lnTo>
                  <a:lnTo>
                    <a:pt x="144526" y="292227"/>
                  </a:lnTo>
                  <a:lnTo>
                    <a:pt x="145288" y="296608"/>
                  </a:lnTo>
                  <a:lnTo>
                    <a:pt x="145288" y="285750"/>
                  </a:lnTo>
                  <a:lnTo>
                    <a:pt x="143865" y="285750"/>
                  </a:lnTo>
                  <a:lnTo>
                    <a:pt x="140817" y="281749"/>
                  </a:lnTo>
                  <a:lnTo>
                    <a:pt x="139103" y="278218"/>
                  </a:lnTo>
                  <a:lnTo>
                    <a:pt x="138722" y="275170"/>
                  </a:lnTo>
                  <a:lnTo>
                    <a:pt x="139674" y="270027"/>
                  </a:lnTo>
                  <a:lnTo>
                    <a:pt x="142621" y="265645"/>
                  </a:lnTo>
                  <a:lnTo>
                    <a:pt x="147574" y="262026"/>
                  </a:lnTo>
                  <a:lnTo>
                    <a:pt x="153098" y="257835"/>
                  </a:lnTo>
                  <a:lnTo>
                    <a:pt x="156248" y="252984"/>
                  </a:lnTo>
                  <a:lnTo>
                    <a:pt x="157010" y="247459"/>
                  </a:lnTo>
                  <a:lnTo>
                    <a:pt x="156248" y="243840"/>
                  </a:lnTo>
                  <a:lnTo>
                    <a:pt x="154533" y="240411"/>
                  </a:lnTo>
                  <a:lnTo>
                    <a:pt x="151866" y="237172"/>
                  </a:lnTo>
                  <a:lnTo>
                    <a:pt x="149199" y="234315"/>
                  </a:lnTo>
                  <a:lnTo>
                    <a:pt x="262445" y="234315"/>
                  </a:lnTo>
                  <a:lnTo>
                    <a:pt x="262445" y="228600"/>
                  </a:lnTo>
                  <a:lnTo>
                    <a:pt x="236778" y="228600"/>
                  </a:lnTo>
                  <a:lnTo>
                    <a:pt x="240728" y="227520"/>
                  </a:lnTo>
                  <a:lnTo>
                    <a:pt x="248526" y="224116"/>
                  </a:lnTo>
                  <a:lnTo>
                    <a:pt x="253504" y="221068"/>
                  </a:lnTo>
                  <a:lnTo>
                    <a:pt x="256159" y="219456"/>
                  </a:lnTo>
                  <a:lnTo>
                    <a:pt x="262445" y="214249"/>
                  </a:lnTo>
                  <a:lnTo>
                    <a:pt x="262445" y="191084"/>
                  </a:lnTo>
                  <a:lnTo>
                    <a:pt x="259016" y="195160"/>
                  </a:lnTo>
                  <a:lnTo>
                    <a:pt x="243878" y="208305"/>
                  </a:lnTo>
                  <a:lnTo>
                    <a:pt x="238163" y="212305"/>
                  </a:lnTo>
                  <a:lnTo>
                    <a:pt x="232448" y="215455"/>
                  </a:lnTo>
                  <a:lnTo>
                    <a:pt x="221018" y="220027"/>
                  </a:lnTo>
                  <a:lnTo>
                    <a:pt x="216154" y="221068"/>
                  </a:lnTo>
                  <a:lnTo>
                    <a:pt x="212153" y="220878"/>
                  </a:lnTo>
                  <a:lnTo>
                    <a:pt x="208153" y="220497"/>
                  </a:lnTo>
                  <a:lnTo>
                    <a:pt x="206248" y="218782"/>
                  </a:lnTo>
                  <a:lnTo>
                    <a:pt x="206438" y="215734"/>
                  </a:lnTo>
                  <a:lnTo>
                    <a:pt x="206514" y="215455"/>
                  </a:lnTo>
                  <a:lnTo>
                    <a:pt x="207657" y="210667"/>
                  </a:lnTo>
                  <a:lnTo>
                    <a:pt x="239877" y="183451"/>
                  </a:lnTo>
                  <a:lnTo>
                    <a:pt x="254165" y="178015"/>
                  </a:lnTo>
                  <a:lnTo>
                    <a:pt x="259880" y="178587"/>
                  </a:lnTo>
                  <a:lnTo>
                    <a:pt x="262445" y="178930"/>
                  </a:lnTo>
                  <a:lnTo>
                    <a:pt x="262445" y="171450"/>
                  </a:lnTo>
                  <a:lnTo>
                    <a:pt x="258737" y="169443"/>
                  </a:lnTo>
                  <a:lnTo>
                    <a:pt x="252920" y="168300"/>
                  </a:lnTo>
                  <a:lnTo>
                    <a:pt x="246443" y="168871"/>
                  </a:lnTo>
                  <a:lnTo>
                    <a:pt x="238264" y="169786"/>
                  </a:lnTo>
                  <a:lnTo>
                    <a:pt x="232117" y="171450"/>
                  </a:lnTo>
                  <a:lnTo>
                    <a:pt x="219633" y="171450"/>
                  </a:lnTo>
                  <a:lnTo>
                    <a:pt x="219633" y="177165"/>
                  </a:lnTo>
                  <a:lnTo>
                    <a:pt x="215011" y="180022"/>
                  </a:lnTo>
                  <a:lnTo>
                    <a:pt x="208432" y="185483"/>
                  </a:lnTo>
                  <a:lnTo>
                    <a:pt x="203517" y="191592"/>
                  </a:lnTo>
                  <a:lnTo>
                    <a:pt x="200279" y="198348"/>
                  </a:lnTo>
                  <a:lnTo>
                    <a:pt x="198729" y="205740"/>
                  </a:lnTo>
                  <a:lnTo>
                    <a:pt x="197777" y="214503"/>
                  </a:lnTo>
                  <a:lnTo>
                    <a:pt x="200723" y="221640"/>
                  </a:lnTo>
                  <a:lnTo>
                    <a:pt x="207581" y="227164"/>
                  </a:lnTo>
                  <a:lnTo>
                    <a:pt x="210159" y="228600"/>
                  </a:lnTo>
                  <a:lnTo>
                    <a:pt x="145288" y="228600"/>
                  </a:lnTo>
                  <a:lnTo>
                    <a:pt x="145288" y="239458"/>
                  </a:lnTo>
                  <a:lnTo>
                    <a:pt x="144335" y="244411"/>
                  </a:lnTo>
                  <a:lnTo>
                    <a:pt x="141389" y="248793"/>
                  </a:lnTo>
                  <a:lnTo>
                    <a:pt x="136436" y="252603"/>
                  </a:lnTo>
                  <a:lnTo>
                    <a:pt x="130911" y="256413"/>
                  </a:lnTo>
                  <a:lnTo>
                    <a:pt x="127762" y="261175"/>
                  </a:lnTo>
                  <a:lnTo>
                    <a:pt x="127000" y="266890"/>
                  </a:lnTo>
                  <a:lnTo>
                    <a:pt x="127762" y="270510"/>
                  </a:lnTo>
                  <a:lnTo>
                    <a:pt x="129476" y="273939"/>
                  </a:lnTo>
                  <a:lnTo>
                    <a:pt x="132143" y="277177"/>
                  </a:lnTo>
                  <a:lnTo>
                    <a:pt x="139865" y="285750"/>
                  </a:lnTo>
                  <a:lnTo>
                    <a:pt x="12700" y="285750"/>
                  </a:lnTo>
                  <a:lnTo>
                    <a:pt x="12700" y="234315"/>
                  </a:lnTo>
                  <a:lnTo>
                    <a:pt x="144145" y="234315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5288" y="228600"/>
                  </a:lnTo>
                  <a:lnTo>
                    <a:pt x="143865" y="228600"/>
                  </a:lnTo>
                  <a:lnTo>
                    <a:pt x="140817" y="224599"/>
                  </a:lnTo>
                  <a:lnTo>
                    <a:pt x="139103" y="221068"/>
                  </a:lnTo>
                  <a:lnTo>
                    <a:pt x="138722" y="218020"/>
                  </a:lnTo>
                  <a:lnTo>
                    <a:pt x="139674" y="212877"/>
                  </a:lnTo>
                  <a:lnTo>
                    <a:pt x="142621" y="208495"/>
                  </a:lnTo>
                  <a:lnTo>
                    <a:pt x="147574" y="204876"/>
                  </a:lnTo>
                  <a:lnTo>
                    <a:pt x="153098" y="200685"/>
                  </a:lnTo>
                  <a:lnTo>
                    <a:pt x="156248" y="195834"/>
                  </a:lnTo>
                  <a:lnTo>
                    <a:pt x="157010" y="190309"/>
                  </a:lnTo>
                  <a:lnTo>
                    <a:pt x="156248" y="186690"/>
                  </a:lnTo>
                  <a:lnTo>
                    <a:pt x="154533" y="183261"/>
                  </a:lnTo>
                  <a:lnTo>
                    <a:pt x="151866" y="180022"/>
                  </a:lnTo>
                  <a:lnTo>
                    <a:pt x="149199" y="177165"/>
                  </a:lnTo>
                  <a:lnTo>
                    <a:pt x="219633" y="177165"/>
                  </a:lnTo>
                  <a:lnTo>
                    <a:pt x="219633" y="171450"/>
                  </a:lnTo>
                  <a:lnTo>
                    <a:pt x="145288" y="171450"/>
                  </a:lnTo>
                  <a:lnTo>
                    <a:pt x="145288" y="182308"/>
                  </a:lnTo>
                  <a:lnTo>
                    <a:pt x="144335" y="187261"/>
                  </a:lnTo>
                  <a:lnTo>
                    <a:pt x="141389" y="191643"/>
                  </a:lnTo>
                  <a:lnTo>
                    <a:pt x="136436" y="195453"/>
                  </a:lnTo>
                  <a:lnTo>
                    <a:pt x="130911" y="199263"/>
                  </a:lnTo>
                  <a:lnTo>
                    <a:pt x="127762" y="204025"/>
                  </a:lnTo>
                  <a:lnTo>
                    <a:pt x="127000" y="209740"/>
                  </a:lnTo>
                  <a:lnTo>
                    <a:pt x="127762" y="213360"/>
                  </a:lnTo>
                  <a:lnTo>
                    <a:pt x="129476" y="216789"/>
                  </a:lnTo>
                  <a:lnTo>
                    <a:pt x="132143" y="220027"/>
                  </a:lnTo>
                  <a:lnTo>
                    <a:pt x="139865" y="228600"/>
                  </a:lnTo>
                  <a:lnTo>
                    <a:pt x="12700" y="228600"/>
                  </a:lnTo>
                  <a:lnTo>
                    <a:pt x="12700" y="177165"/>
                  </a:lnTo>
                  <a:lnTo>
                    <a:pt x="144145" y="177165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5288" y="171450"/>
                  </a:lnTo>
                  <a:lnTo>
                    <a:pt x="143865" y="171450"/>
                  </a:lnTo>
                  <a:lnTo>
                    <a:pt x="139865" y="171450"/>
                  </a:lnTo>
                  <a:lnTo>
                    <a:pt x="12700" y="171450"/>
                  </a:lnTo>
                  <a:lnTo>
                    <a:pt x="12700" y="120015"/>
                  </a:lnTo>
                  <a:lnTo>
                    <a:pt x="262445" y="120015"/>
                  </a:lnTo>
                  <a:lnTo>
                    <a:pt x="2624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4127" y="120015"/>
                  </a:lnTo>
                  <a:lnTo>
                    <a:pt x="412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4127" y="177165"/>
                  </a:lnTo>
                  <a:lnTo>
                    <a:pt x="412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4127" y="234315"/>
                  </a:lnTo>
                  <a:lnTo>
                    <a:pt x="4127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4127" y="291465"/>
                  </a:lnTo>
                  <a:lnTo>
                    <a:pt x="4127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4127" y="348615"/>
                  </a:lnTo>
                  <a:lnTo>
                    <a:pt x="12700" y="348615"/>
                  </a:lnTo>
                  <a:lnTo>
                    <a:pt x="144145" y="348615"/>
                  </a:lnTo>
                  <a:lnTo>
                    <a:pt x="144526" y="349377"/>
                  </a:lnTo>
                  <a:lnTo>
                    <a:pt x="145288" y="353758"/>
                  </a:lnTo>
                  <a:lnTo>
                    <a:pt x="144335" y="358711"/>
                  </a:lnTo>
                  <a:lnTo>
                    <a:pt x="141389" y="363093"/>
                  </a:lnTo>
                  <a:lnTo>
                    <a:pt x="136436" y="366903"/>
                  </a:lnTo>
                  <a:lnTo>
                    <a:pt x="130911" y="370713"/>
                  </a:lnTo>
                  <a:lnTo>
                    <a:pt x="127762" y="375475"/>
                  </a:lnTo>
                  <a:lnTo>
                    <a:pt x="127000" y="381190"/>
                  </a:lnTo>
                  <a:lnTo>
                    <a:pt x="127762" y="384810"/>
                  </a:lnTo>
                  <a:lnTo>
                    <a:pt x="129476" y="388239"/>
                  </a:lnTo>
                  <a:lnTo>
                    <a:pt x="132143" y="391477"/>
                  </a:lnTo>
                  <a:lnTo>
                    <a:pt x="139865" y="400050"/>
                  </a:lnTo>
                  <a:lnTo>
                    <a:pt x="143865" y="400050"/>
                  </a:lnTo>
                  <a:lnTo>
                    <a:pt x="140817" y="396049"/>
                  </a:lnTo>
                  <a:lnTo>
                    <a:pt x="139103" y="392518"/>
                  </a:lnTo>
                  <a:lnTo>
                    <a:pt x="138722" y="389470"/>
                  </a:lnTo>
                  <a:lnTo>
                    <a:pt x="139674" y="384327"/>
                  </a:lnTo>
                  <a:lnTo>
                    <a:pt x="142621" y="379945"/>
                  </a:lnTo>
                  <a:lnTo>
                    <a:pt x="147574" y="376326"/>
                  </a:lnTo>
                  <a:lnTo>
                    <a:pt x="153098" y="372135"/>
                  </a:lnTo>
                  <a:lnTo>
                    <a:pt x="156248" y="367284"/>
                  </a:lnTo>
                  <a:lnTo>
                    <a:pt x="157010" y="361759"/>
                  </a:lnTo>
                  <a:lnTo>
                    <a:pt x="156248" y="358140"/>
                  </a:lnTo>
                  <a:lnTo>
                    <a:pt x="154533" y="354711"/>
                  </a:lnTo>
                  <a:lnTo>
                    <a:pt x="151866" y="351472"/>
                  </a:lnTo>
                  <a:lnTo>
                    <a:pt x="149199" y="348615"/>
                  </a:lnTo>
                  <a:lnTo>
                    <a:pt x="219633" y="348615"/>
                  </a:lnTo>
                  <a:lnTo>
                    <a:pt x="197777" y="385953"/>
                  </a:lnTo>
                  <a:lnTo>
                    <a:pt x="200723" y="393090"/>
                  </a:lnTo>
                  <a:lnTo>
                    <a:pt x="207581" y="398614"/>
                  </a:lnTo>
                  <a:lnTo>
                    <a:pt x="212725" y="401472"/>
                  </a:lnTo>
                  <a:lnTo>
                    <a:pt x="218440" y="402615"/>
                  </a:lnTo>
                  <a:lnTo>
                    <a:pt x="224726" y="402043"/>
                  </a:lnTo>
                  <a:lnTo>
                    <a:pt x="232803" y="401142"/>
                  </a:lnTo>
                  <a:lnTo>
                    <a:pt x="240728" y="398970"/>
                  </a:lnTo>
                  <a:lnTo>
                    <a:pt x="248526" y="395566"/>
                  </a:lnTo>
                  <a:lnTo>
                    <a:pt x="253504" y="392518"/>
                  </a:lnTo>
                  <a:lnTo>
                    <a:pt x="256159" y="390906"/>
                  </a:lnTo>
                  <a:lnTo>
                    <a:pt x="273494" y="356425"/>
                  </a:lnTo>
                  <a:lnTo>
                    <a:pt x="272453" y="353910"/>
                  </a:lnTo>
                  <a:lnTo>
                    <a:pt x="272453" y="348615"/>
                  </a:lnTo>
                  <a:lnTo>
                    <a:pt x="554812" y="348615"/>
                  </a:lnTo>
                  <a:lnTo>
                    <a:pt x="554278" y="352615"/>
                  </a:lnTo>
                  <a:lnTo>
                    <a:pt x="555040" y="356235"/>
                  </a:lnTo>
                  <a:lnTo>
                    <a:pt x="556755" y="359664"/>
                  </a:lnTo>
                  <a:lnTo>
                    <a:pt x="559422" y="362902"/>
                  </a:lnTo>
                  <a:lnTo>
                    <a:pt x="567143" y="371475"/>
                  </a:lnTo>
                  <a:lnTo>
                    <a:pt x="571144" y="371475"/>
                  </a:lnTo>
                  <a:lnTo>
                    <a:pt x="568096" y="367474"/>
                  </a:lnTo>
                  <a:lnTo>
                    <a:pt x="566381" y="363943"/>
                  </a:lnTo>
                  <a:lnTo>
                    <a:pt x="566000" y="360895"/>
                  </a:lnTo>
                  <a:lnTo>
                    <a:pt x="566953" y="355752"/>
                  </a:lnTo>
                  <a:lnTo>
                    <a:pt x="569899" y="351370"/>
                  </a:lnTo>
                  <a:lnTo>
                    <a:pt x="573659" y="348615"/>
                  </a:lnTo>
                  <a:lnTo>
                    <a:pt x="1022413" y="348615"/>
                  </a:lnTo>
                  <a:lnTo>
                    <a:pt x="1022413" y="342900"/>
                  </a:lnTo>
                  <a:lnTo>
                    <a:pt x="580796" y="342900"/>
                  </a:lnTo>
                  <a:lnTo>
                    <a:pt x="583526" y="338709"/>
                  </a:lnTo>
                  <a:lnTo>
                    <a:pt x="584288" y="333184"/>
                  </a:lnTo>
                  <a:lnTo>
                    <a:pt x="583526" y="329565"/>
                  </a:lnTo>
                  <a:lnTo>
                    <a:pt x="581812" y="326136"/>
                  </a:lnTo>
                  <a:lnTo>
                    <a:pt x="579145" y="322897"/>
                  </a:lnTo>
                  <a:lnTo>
                    <a:pt x="572566" y="315849"/>
                  </a:lnTo>
                  <a:lnTo>
                    <a:pt x="572566" y="325183"/>
                  </a:lnTo>
                  <a:lnTo>
                    <a:pt x="571614" y="330136"/>
                  </a:lnTo>
                  <a:lnTo>
                    <a:pt x="568667" y="334518"/>
                  </a:lnTo>
                  <a:lnTo>
                    <a:pt x="563714" y="338328"/>
                  </a:lnTo>
                  <a:lnTo>
                    <a:pt x="558190" y="342138"/>
                  </a:lnTo>
                  <a:lnTo>
                    <a:pt x="557682" y="342900"/>
                  </a:lnTo>
                  <a:lnTo>
                    <a:pt x="272453" y="342900"/>
                  </a:lnTo>
                  <a:lnTo>
                    <a:pt x="272453" y="291465"/>
                  </a:lnTo>
                  <a:lnTo>
                    <a:pt x="554812" y="291465"/>
                  </a:lnTo>
                  <a:lnTo>
                    <a:pt x="554278" y="295465"/>
                  </a:lnTo>
                  <a:lnTo>
                    <a:pt x="555040" y="299085"/>
                  </a:lnTo>
                  <a:lnTo>
                    <a:pt x="556755" y="302514"/>
                  </a:lnTo>
                  <a:lnTo>
                    <a:pt x="559422" y="305752"/>
                  </a:lnTo>
                  <a:lnTo>
                    <a:pt x="567143" y="314325"/>
                  </a:lnTo>
                  <a:lnTo>
                    <a:pt x="570001" y="317182"/>
                  </a:lnTo>
                  <a:lnTo>
                    <a:pt x="571804" y="320802"/>
                  </a:lnTo>
                  <a:lnTo>
                    <a:pt x="572566" y="325183"/>
                  </a:lnTo>
                  <a:lnTo>
                    <a:pt x="572566" y="315849"/>
                  </a:lnTo>
                  <a:lnTo>
                    <a:pt x="571144" y="314325"/>
                  </a:lnTo>
                  <a:lnTo>
                    <a:pt x="568096" y="310324"/>
                  </a:lnTo>
                  <a:lnTo>
                    <a:pt x="566381" y="306793"/>
                  </a:lnTo>
                  <a:lnTo>
                    <a:pt x="566000" y="303745"/>
                  </a:lnTo>
                  <a:lnTo>
                    <a:pt x="566953" y="298602"/>
                  </a:lnTo>
                  <a:lnTo>
                    <a:pt x="569899" y="294220"/>
                  </a:lnTo>
                  <a:lnTo>
                    <a:pt x="573659" y="291465"/>
                  </a:lnTo>
                  <a:lnTo>
                    <a:pt x="689724" y="291465"/>
                  </a:lnTo>
                  <a:lnTo>
                    <a:pt x="689724" y="331470"/>
                  </a:lnTo>
                  <a:lnTo>
                    <a:pt x="699731" y="331470"/>
                  </a:lnTo>
                  <a:lnTo>
                    <a:pt x="699731" y="291465"/>
                  </a:lnTo>
                  <a:lnTo>
                    <a:pt x="1022413" y="291465"/>
                  </a:lnTo>
                  <a:lnTo>
                    <a:pt x="1022413" y="285750"/>
                  </a:lnTo>
                  <a:lnTo>
                    <a:pt x="699731" y="285750"/>
                  </a:lnTo>
                  <a:lnTo>
                    <a:pt x="699731" y="234315"/>
                  </a:lnTo>
                  <a:lnTo>
                    <a:pt x="1022413" y="234315"/>
                  </a:lnTo>
                  <a:lnTo>
                    <a:pt x="1022413" y="228600"/>
                  </a:lnTo>
                  <a:lnTo>
                    <a:pt x="699731" y="228600"/>
                  </a:lnTo>
                  <a:lnTo>
                    <a:pt x="699731" y="177165"/>
                  </a:lnTo>
                  <a:lnTo>
                    <a:pt x="1022413" y="177165"/>
                  </a:lnTo>
                  <a:lnTo>
                    <a:pt x="1022413" y="171450"/>
                  </a:lnTo>
                  <a:lnTo>
                    <a:pt x="699731" y="171450"/>
                  </a:lnTo>
                  <a:lnTo>
                    <a:pt x="699731" y="120015"/>
                  </a:lnTo>
                  <a:lnTo>
                    <a:pt x="1022413" y="120015"/>
                  </a:lnTo>
                  <a:lnTo>
                    <a:pt x="1022413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2" name="object 202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645396" y="6158833"/>
              <a:ext cx="75723" cy="177164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6042749" y="5961960"/>
              <a:ext cx="1225550" cy="372745"/>
            </a:xfrm>
            <a:custGeom>
              <a:avLst/>
              <a:gdLst/>
              <a:ahLst/>
              <a:cxnLst/>
              <a:rect l="l" t="t" r="r" b="b"/>
              <a:pathLst>
                <a:path w="1225550" h="372745">
                  <a:moveTo>
                    <a:pt x="1225143" y="114300"/>
                  </a:moveTo>
                  <a:lnTo>
                    <a:pt x="158153" y="114300"/>
                  </a:lnTo>
                  <a:lnTo>
                    <a:pt x="158153" y="0"/>
                  </a:lnTo>
                  <a:lnTo>
                    <a:pt x="148145" y="0"/>
                  </a:lnTo>
                  <a:lnTo>
                    <a:pt x="148145" y="316293"/>
                  </a:lnTo>
                  <a:lnTo>
                    <a:pt x="146151" y="314706"/>
                  </a:lnTo>
                  <a:lnTo>
                    <a:pt x="139674" y="312991"/>
                  </a:lnTo>
                  <a:lnTo>
                    <a:pt x="131292" y="313182"/>
                  </a:lnTo>
                  <a:lnTo>
                    <a:pt x="123355" y="314147"/>
                  </a:lnTo>
                  <a:lnTo>
                    <a:pt x="88785" y="337248"/>
                  </a:lnTo>
                  <a:lnTo>
                    <a:pt x="86093" y="342900"/>
                  </a:lnTo>
                  <a:lnTo>
                    <a:pt x="12700" y="342900"/>
                  </a:lnTo>
                  <a:lnTo>
                    <a:pt x="12700" y="291465"/>
                  </a:lnTo>
                  <a:lnTo>
                    <a:pt x="148145" y="291465"/>
                  </a:lnTo>
                  <a:lnTo>
                    <a:pt x="148145" y="285750"/>
                  </a:lnTo>
                  <a:lnTo>
                    <a:pt x="12700" y="285750"/>
                  </a:lnTo>
                  <a:lnTo>
                    <a:pt x="12700" y="234315"/>
                  </a:lnTo>
                  <a:lnTo>
                    <a:pt x="148145" y="234315"/>
                  </a:lnTo>
                  <a:lnTo>
                    <a:pt x="148145" y="228600"/>
                  </a:lnTo>
                  <a:lnTo>
                    <a:pt x="12700" y="228600"/>
                  </a:lnTo>
                  <a:lnTo>
                    <a:pt x="12700" y="177165"/>
                  </a:lnTo>
                  <a:lnTo>
                    <a:pt x="148145" y="177165"/>
                  </a:lnTo>
                  <a:lnTo>
                    <a:pt x="148145" y="171450"/>
                  </a:lnTo>
                  <a:lnTo>
                    <a:pt x="12700" y="171450"/>
                  </a:lnTo>
                  <a:lnTo>
                    <a:pt x="12700" y="120015"/>
                  </a:lnTo>
                  <a:lnTo>
                    <a:pt x="148145" y="120015"/>
                  </a:lnTo>
                  <a:lnTo>
                    <a:pt x="1481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4127" y="120015"/>
                  </a:lnTo>
                  <a:lnTo>
                    <a:pt x="412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4127" y="177165"/>
                  </a:lnTo>
                  <a:lnTo>
                    <a:pt x="412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4127" y="234315"/>
                  </a:lnTo>
                  <a:lnTo>
                    <a:pt x="4127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4127" y="291465"/>
                  </a:lnTo>
                  <a:lnTo>
                    <a:pt x="4127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4127" y="348615"/>
                  </a:lnTo>
                  <a:lnTo>
                    <a:pt x="12700" y="348615"/>
                  </a:lnTo>
                  <a:lnTo>
                    <a:pt x="84645" y="348615"/>
                  </a:lnTo>
                  <a:lnTo>
                    <a:pt x="84137" y="351180"/>
                  </a:lnTo>
                  <a:lnTo>
                    <a:pt x="84328" y="357657"/>
                  </a:lnTo>
                  <a:lnTo>
                    <a:pt x="109283" y="372618"/>
                  </a:lnTo>
                  <a:lnTo>
                    <a:pt x="117767" y="371665"/>
                  </a:lnTo>
                  <a:lnTo>
                    <a:pt x="153784" y="348615"/>
                  </a:lnTo>
                  <a:lnTo>
                    <a:pt x="1225143" y="348615"/>
                  </a:lnTo>
                  <a:lnTo>
                    <a:pt x="1225143" y="342900"/>
                  </a:lnTo>
                  <a:lnTo>
                    <a:pt x="156387" y="342900"/>
                  </a:lnTo>
                  <a:lnTo>
                    <a:pt x="156984" y="341604"/>
                  </a:lnTo>
                  <a:lnTo>
                    <a:pt x="158432" y="334035"/>
                  </a:lnTo>
                  <a:lnTo>
                    <a:pt x="158242" y="326796"/>
                  </a:lnTo>
                  <a:lnTo>
                    <a:pt x="158153" y="326618"/>
                  </a:lnTo>
                  <a:lnTo>
                    <a:pt x="158153" y="291465"/>
                  </a:lnTo>
                  <a:lnTo>
                    <a:pt x="1225143" y="291465"/>
                  </a:lnTo>
                  <a:lnTo>
                    <a:pt x="1225143" y="285750"/>
                  </a:lnTo>
                  <a:lnTo>
                    <a:pt x="158153" y="285750"/>
                  </a:lnTo>
                  <a:lnTo>
                    <a:pt x="158153" y="234315"/>
                  </a:lnTo>
                  <a:lnTo>
                    <a:pt x="1225143" y="234315"/>
                  </a:lnTo>
                  <a:lnTo>
                    <a:pt x="1225143" y="228600"/>
                  </a:lnTo>
                  <a:lnTo>
                    <a:pt x="158153" y="228600"/>
                  </a:lnTo>
                  <a:lnTo>
                    <a:pt x="158153" y="177165"/>
                  </a:lnTo>
                  <a:lnTo>
                    <a:pt x="1225143" y="177165"/>
                  </a:lnTo>
                  <a:lnTo>
                    <a:pt x="1225143" y="171450"/>
                  </a:lnTo>
                  <a:lnTo>
                    <a:pt x="158153" y="171450"/>
                  </a:lnTo>
                  <a:lnTo>
                    <a:pt x="158153" y="120015"/>
                  </a:lnTo>
                  <a:lnTo>
                    <a:pt x="1225143" y="120015"/>
                  </a:lnTo>
                  <a:lnTo>
                    <a:pt x="1225143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6126893" y="6132067"/>
              <a:ext cx="74294" cy="116776"/>
            </a:xfrm>
            <a:prstGeom prst="rect">
              <a:avLst/>
            </a:prstGeom>
          </p:spPr>
        </p:pic>
        <p:sp>
          <p:nvSpPr>
            <p:cNvPr id="205" name="object 205"/>
            <p:cNvSpPr/>
            <p:nvPr/>
          </p:nvSpPr>
          <p:spPr>
            <a:xfrm>
              <a:off x="6253505" y="6019110"/>
              <a:ext cx="233679" cy="372745"/>
            </a:xfrm>
            <a:custGeom>
              <a:avLst/>
              <a:gdLst/>
              <a:ahLst/>
              <a:cxnLst/>
              <a:rect l="l" t="t" r="r" b="b"/>
              <a:pathLst>
                <a:path w="233679" h="372745">
                  <a:moveTo>
                    <a:pt x="111137" y="339318"/>
                  </a:moveTo>
                  <a:lnTo>
                    <a:pt x="89801" y="339318"/>
                  </a:lnTo>
                  <a:lnTo>
                    <a:pt x="90817" y="334035"/>
                  </a:lnTo>
                  <a:lnTo>
                    <a:pt x="90627" y="326796"/>
                  </a:lnTo>
                  <a:lnTo>
                    <a:pt x="90525" y="326593"/>
                  </a:lnTo>
                  <a:lnTo>
                    <a:pt x="90525" y="0"/>
                  </a:lnTo>
                  <a:lnTo>
                    <a:pt x="80530" y="0"/>
                  </a:lnTo>
                  <a:lnTo>
                    <a:pt x="80530" y="316306"/>
                  </a:lnTo>
                  <a:lnTo>
                    <a:pt x="78524" y="314706"/>
                  </a:lnTo>
                  <a:lnTo>
                    <a:pt x="72047" y="312991"/>
                  </a:lnTo>
                  <a:lnTo>
                    <a:pt x="32804" y="325183"/>
                  </a:lnTo>
                  <a:lnTo>
                    <a:pt x="20167" y="339318"/>
                  </a:lnTo>
                  <a:lnTo>
                    <a:pt x="0" y="339318"/>
                  </a:lnTo>
                  <a:lnTo>
                    <a:pt x="0" y="346468"/>
                  </a:lnTo>
                  <a:lnTo>
                    <a:pt x="17462" y="346468"/>
                  </a:lnTo>
                  <a:lnTo>
                    <a:pt x="16522" y="351180"/>
                  </a:lnTo>
                  <a:lnTo>
                    <a:pt x="41668" y="372618"/>
                  </a:lnTo>
                  <a:lnTo>
                    <a:pt x="50152" y="371665"/>
                  </a:lnTo>
                  <a:lnTo>
                    <a:pt x="86169" y="348615"/>
                  </a:lnTo>
                  <a:lnTo>
                    <a:pt x="87147" y="346468"/>
                  </a:lnTo>
                  <a:lnTo>
                    <a:pt x="111137" y="346468"/>
                  </a:lnTo>
                  <a:lnTo>
                    <a:pt x="111137" y="339318"/>
                  </a:lnTo>
                  <a:close/>
                </a:path>
                <a:path w="233679" h="372745">
                  <a:moveTo>
                    <a:pt x="233667" y="0"/>
                  </a:moveTo>
                  <a:lnTo>
                    <a:pt x="223659" y="0"/>
                  </a:lnTo>
                  <a:lnTo>
                    <a:pt x="223659" y="331470"/>
                  </a:lnTo>
                  <a:lnTo>
                    <a:pt x="233667" y="331470"/>
                  </a:lnTo>
                  <a:lnTo>
                    <a:pt x="2336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6" name="object 206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6396650" y="6274942"/>
              <a:ext cx="111140" cy="116776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6413157" y="5961960"/>
              <a:ext cx="360680" cy="487045"/>
            </a:xfrm>
            <a:custGeom>
              <a:avLst/>
              <a:gdLst/>
              <a:ahLst/>
              <a:cxnLst/>
              <a:rect l="l" t="t" r="r" b="b"/>
              <a:pathLst>
                <a:path w="360679" h="487045">
                  <a:moveTo>
                    <a:pt x="74295" y="248310"/>
                  </a:moveTo>
                  <a:lnTo>
                    <a:pt x="74104" y="241071"/>
                  </a:lnTo>
                  <a:lnTo>
                    <a:pt x="71539" y="235839"/>
                  </a:lnTo>
                  <a:lnTo>
                    <a:pt x="66586" y="232600"/>
                  </a:lnTo>
                  <a:lnTo>
                    <a:pt x="62014" y="228981"/>
                  </a:lnTo>
                  <a:lnTo>
                    <a:pt x="55537" y="227266"/>
                  </a:lnTo>
                  <a:lnTo>
                    <a:pt x="47155" y="227457"/>
                  </a:lnTo>
                  <a:lnTo>
                    <a:pt x="39217" y="228422"/>
                  </a:lnTo>
                  <a:lnTo>
                    <a:pt x="4648" y="251523"/>
                  </a:lnTo>
                  <a:lnTo>
                    <a:pt x="0" y="265455"/>
                  </a:lnTo>
                  <a:lnTo>
                    <a:pt x="190" y="271932"/>
                  </a:lnTo>
                  <a:lnTo>
                    <a:pt x="25146" y="286893"/>
                  </a:lnTo>
                  <a:lnTo>
                    <a:pt x="33629" y="285940"/>
                  </a:lnTo>
                  <a:lnTo>
                    <a:pt x="69659" y="262890"/>
                  </a:lnTo>
                  <a:lnTo>
                    <a:pt x="72847" y="255879"/>
                  </a:lnTo>
                  <a:lnTo>
                    <a:pt x="74295" y="248310"/>
                  </a:lnTo>
                  <a:close/>
                </a:path>
                <a:path w="360679" h="487045">
                  <a:moveTo>
                    <a:pt x="237769" y="396468"/>
                  </a:moveTo>
                  <a:lnTo>
                    <a:pt x="217157" y="396468"/>
                  </a:lnTo>
                  <a:lnTo>
                    <a:pt x="217157" y="114300"/>
                  </a:lnTo>
                  <a:lnTo>
                    <a:pt x="207149" y="114300"/>
                  </a:lnTo>
                  <a:lnTo>
                    <a:pt x="207149" y="396468"/>
                  </a:lnTo>
                  <a:lnTo>
                    <a:pt x="126619" y="396468"/>
                  </a:lnTo>
                  <a:lnTo>
                    <a:pt x="126619" y="403618"/>
                  </a:lnTo>
                  <a:lnTo>
                    <a:pt x="207149" y="403618"/>
                  </a:lnTo>
                  <a:lnTo>
                    <a:pt x="207149" y="430593"/>
                  </a:lnTo>
                  <a:lnTo>
                    <a:pt x="205155" y="429006"/>
                  </a:lnTo>
                  <a:lnTo>
                    <a:pt x="198678" y="427291"/>
                  </a:lnTo>
                  <a:lnTo>
                    <a:pt x="159435" y="439483"/>
                  </a:lnTo>
                  <a:lnTo>
                    <a:pt x="146799" y="453618"/>
                  </a:lnTo>
                  <a:lnTo>
                    <a:pt x="126619" y="453618"/>
                  </a:lnTo>
                  <a:lnTo>
                    <a:pt x="126619" y="460768"/>
                  </a:lnTo>
                  <a:lnTo>
                    <a:pt x="144081" y="460768"/>
                  </a:lnTo>
                  <a:lnTo>
                    <a:pt x="143141" y="465480"/>
                  </a:lnTo>
                  <a:lnTo>
                    <a:pt x="168287" y="486918"/>
                  </a:lnTo>
                  <a:lnTo>
                    <a:pt x="176771" y="485965"/>
                  </a:lnTo>
                  <a:lnTo>
                    <a:pt x="212788" y="462915"/>
                  </a:lnTo>
                  <a:lnTo>
                    <a:pt x="213766" y="460768"/>
                  </a:lnTo>
                  <a:lnTo>
                    <a:pt x="237769" y="460768"/>
                  </a:lnTo>
                  <a:lnTo>
                    <a:pt x="237769" y="453618"/>
                  </a:lnTo>
                  <a:lnTo>
                    <a:pt x="216420" y="453618"/>
                  </a:lnTo>
                  <a:lnTo>
                    <a:pt x="217436" y="448335"/>
                  </a:lnTo>
                  <a:lnTo>
                    <a:pt x="217246" y="441096"/>
                  </a:lnTo>
                  <a:lnTo>
                    <a:pt x="217157" y="440918"/>
                  </a:lnTo>
                  <a:lnTo>
                    <a:pt x="217157" y="403618"/>
                  </a:lnTo>
                  <a:lnTo>
                    <a:pt x="237769" y="403618"/>
                  </a:lnTo>
                  <a:lnTo>
                    <a:pt x="237769" y="396468"/>
                  </a:lnTo>
                  <a:close/>
                </a:path>
                <a:path w="360679" h="487045">
                  <a:moveTo>
                    <a:pt x="360578" y="334035"/>
                  </a:moveTo>
                  <a:lnTo>
                    <a:pt x="360387" y="326796"/>
                  </a:lnTo>
                  <a:lnTo>
                    <a:pt x="360286" y="326593"/>
                  </a:lnTo>
                  <a:lnTo>
                    <a:pt x="360286" y="0"/>
                  </a:lnTo>
                  <a:lnTo>
                    <a:pt x="350291" y="0"/>
                  </a:lnTo>
                  <a:lnTo>
                    <a:pt x="350291" y="316306"/>
                  </a:lnTo>
                  <a:lnTo>
                    <a:pt x="348284" y="314706"/>
                  </a:lnTo>
                  <a:lnTo>
                    <a:pt x="341807" y="312991"/>
                  </a:lnTo>
                  <a:lnTo>
                    <a:pt x="333425" y="313182"/>
                  </a:lnTo>
                  <a:lnTo>
                    <a:pt x="325501" y="314147"/>
                  </a:lnTo>
                  <a:lnTo>
                    <a:pt x="290918" y="337248"/>
                  </a:lnTo>
                  <a:lnTo>
                    <a:pt x="286283" y="351180"/>
                  </a:lnTo>
                  <a:lnTo>
                    <a:pt x="286473" y="357657"/>
                  </a:lnTo>
                  <a:lnTo>
                    <a:pt x="311429" y="372618"/>
                  </a:lnTo>
                  <a:lnTo>
                    <a:pt x="319913" y="371665"/>
                  </a:lnTo>
                  <a:lnTo>
                    <a:pt x="355930" y="348615"/>
                  </a:lnTo>
                  <a:lnTo>
                    <a:pt x="359130" y="341604"/>
                  </a:lnTo>
                  <a:lnTo>
                    <a:pt x="360578" y="334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8" name="object 208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6699443" y="6132067"/>
              <a:ext cx="74294" cy="116776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266700" y="5961960"/>
              <a:ext cx="7014209" cy="895985"/>
            </a:xfrm>
            <a:custGeom>
              <a:avLst/>
              <a:gdLst/>
              <a:ahLst/>
              <a:cxnLst/>
              <a:rect l="l" t="t" r="r" b="b"/>
              <a:pathLst>
                <a:path w="7014209" h="895984">
                  <a:moveTo>
                    <a:pt x="489775" y="889825"/>
                  </a:moveTo>
                  <a:lnTo>
                    <a:pt x="0" y="889825"/>
                  </a:lnTo>
                  <a:lnTo>
                    <a:pt x="0" y="895540"/>
                  </a:lnTo>
                  <a:lnTo>
                    <a:pt x="489775" y="895540"/>
                  </a:lnTo>
                  <a:lnTo>
                    <a:pt x="489775" y="889825"/>
                  </a:lnTo>
                  <a:close/>
                </a:path>
                <a:path w="7014209" h="895984">
                  <a:moveTo>
                    <a:pt x="489775" y="832675"/>
                  </a:moveTo>
                  <a:lnTo>
                    <a:pt x="0" y="832675"/>
                  </a:lnTo>
                  <a:lnTo>
                    <a:pt x="0" y="838390"/>
                  </a:lnTo>
                  <a:lnTo>
                    <a:pt x="489775" y="838390"/>
                  </a:lnTo>
                  <a:lnTo>
                    <a:pt x="489775" y="832675"/>
                  </a:lnTo>
                  <a:close/>
                </a:path>
                <a:path w="7014209" h="895984">
                  <a:moveTo>
                    <a:pt x="489775" y="775525"/>
                  </a:moveTo>
                  <a:lnTo>
                    <a:pt x="0" y="775525"/>
                  </a:lnTo>
                  <a:lnTo>
                    <a:pt x="0" y="781240"/>
                  </a:lnTo>
                  <a:lnTo>
                    <a:pt x="489775" y="781240"/>
                  </a:lnTo>
                  <a:lnTo>
                    <a:pt x="489775" y="775525"/>
                  </a:lnTo>
                  <a:close/>
                </a:path>
                <a:path w="7014209" h="895984">
                  <a:moveTo>
                    <a:pt x="489775" y="718375"/>
                  </a:moveTo>
                  <a:lnTo>
                    <a:pt x="0" y="718375"/>
                  </a:lnTo>
                  <a:lnTo>
                    <a:pt x="0" y="724090"/>
                  </a:lnTo>
                  <a:lnTo>
                    <a:pt x="489775" y="724090"/>
                  </a:lnTo>
                  <a:lnTo>
                    <a:pt x="489775" y="718375"/>
                  </a:lnTo>
                  <a:close/>
                </a:path>
                <a:path w="7014209" h="895984">
                  <a:moveTo>
                    <a:pt x="489775" y="661225"/>
                  </a:moveTo>
                  <a:lnTo>
                    <a:pt x="0" y="661225"/>
                  </a:lnTo>
                  <a:lnTo>
                    <a:pt x="0" y="666940"/>
                  </a:lnTo>
                  <a:lnTo>
                    <a:pt x="489775" y="666940"/>
                  </a:lnTo>
                  <a:lnTo>
                    <a:pt x="489775" y="661225"/>
                  </a:lnTo>
                  <a:close/>
                </a:path>
                <a:path w="7014209" h="895984">
                  <a:moveTo>
                    <a:pt x="6077331" y="57150"/>
                  </a:moveTo>
                  <a:lnTo>
                    <a:pt x="5934202" y="0"/>
                  </a:lnTo>
                  <a:lnTo>
                    <a:pt x="5934202" y="30759"/>
                  </a:lnTo>
                  <a:lnTo>
                    <a:pt x="6077331" y="87909"/>
                  </a:lnTo>
                  <a:lnTo>
                    <a:pt x="6077331" y="57150"/>
                  </a:lnTo>
                  <a:close/>
                </a:path>
                <a:path w="7014209" h="895984">
                  <a:moveTo>
                    <a:pt x="6363614" y="114300"/>
                  </a:moveTo>
                  <a:lnTo>
                    <a:pt x="6220472" y="57150"/>
                  </a:lnTo>
                  <a:lnTo>
                    <a:pt x="6220472" y="87909"/>
                  </a:lnTo>
                  <a:lnTo>
                    <a:pt x="6363614" y="145059"/>
                  </a:lnTo>
                  <a:lnTo>
                    <a:pt x="6363614" y="114300"/>
                  </a:lnTo>
                  <a:close/>
                </a:path>
                <a:path w="7014209" h="895984">
                  <a:moveTo>
                    <a:pt x="6670497" y="396468"/>
                  </a:moveTo>
                  <a:lnTo>
                    <a:pt x="6649148" y="396468"/>
                  </a:lnTo>
                  <a:lnTo>
                    <a:pt x="6650164" y="391185"/>
                  </a:lnTo>
                  <a:lnTo>
                    <a:pt x="6649974" y="383946"/>
                  </a:lnTo>
                  <a:lnTo>
                    <a:pt x="6649885" y="383768"/>
                  </a:lnTo>
                  <a:lnTo>
                    <a:pt x="6649885" y="87909"/>
                  </a:lnTo>
                  <a:lnTo>
                    <a:pt x="6649885" y="57150"/>
                  </a:lnTo>
                  <a:lnTo>
                    <a:pt x="6506743" y="0"/>
                  </a:lnTo>
                  <a:lnTo>
                    <a:pt x="6506743" y="30759"/>
                  </a:lnTo>
                  <a:lnTo>
                    <a:pt x="6639877" y="83921"/>
                  </a:lnTo>
                  <a:lnTo>
                    <a:pt x="6639877" y="373443"/>
                  </a:lnTo>
                  <a:lnTo>
                    <a:pt x="6637883" y="371856"/>
                  </a:lnTo>
                  <a:lnTo>
                    <a:pt x="6631406" y="370141"/>
                  </a:lnTo>
                  <a:lnTo>
                    <a:pt x="6623024" y="370332"/>
                  </a:lnTo>
                  <a:lnTo>
                    <a:pt x="6585471" y="388137"/>
                  </a:lnTo>
                  <a:lnTo>
                    <a:pt x="6579527" y="396468"/>
                  </a:lnTo>
                  <a:lnTo>
                    <a:pt x="6559359" y="396468"/>
                  </a:lnTo>
                  <a:lnTo>
                    <a:pt x="6559359" y="403618"/>
                  </a:lnTo>
                  <a:lnTo>
                    <a:pt x="6576809" y="403618"/>
                  </a:lnTo>
                  <a:lnTo>
                    <a:pt x="6575869" y="408330"/>
                  </a:lnTo>
                  <a:lnTo>
                    <a:pt x="6601015" y="429768"/>
                  </a:lnTo>
                  <a:lnTo>
                    <a:pt x="6609499" y="428815"/>
                  </a:lnTo>
                  <a:lnTo>
                    <a:pt x="6645529" y="405765"/>
                  </a:lnTo>
                  <a:lnTo>
                    <a:pt x="6646494" y="403618"/>
                  </a:lnTo>
                  <a:lnTo>
                    <a:pt x="6670497" y="403618"/>
                  </a:lnTo>
                  <a:lnTo>
                    <a:pt x="6670497" y="396468"/>
                  </a:lnTo>
                  <a:close/>
                </a:path>
                <a:path w="7014209" h="895984">
                  <a:moveTo>
                    <a:pt x="6936448" y="191160"/>
                  </a:moveTo>
                  <a:lnTo>
                    <a:pt x="6936257" y="183921"/>
                  </a:lnTo>
                  <a:lnTo>
                    <a:pt x="6933679" y="178689"/>
                  </a:lnTo>
                  <a:lnTo>
                    <a:pt x="6928726" y="175450"/>
                  </a:lnTo>
                  <a:lnTo>
                    <a:pt x="6924154" y="171831"/>
                  </a:lnTo>
                  <a:lnTo>
                    <a:pt x="6917677" y="170116"/>
                  </a:lnTo>
                  <a:lnTo>
                    <a:pt x="6909295" y="170307"/>
                  </a:lnTo>
                  <a:lnTo>
                    <a:pt x="6901370" y="171272"/>
                  </a:lnTo>
                  <a:lnTo>
                    <a:pt x="6866788" y="194373"/>
                  </a:lnTo>
                  <a:lnTo>
                    <a:pt x="6862153" y="208305"/>
                  </a:lnTo>
                  <a:lnTo>
                    <a:pt x="6862242" y="211455"/>
                  </a:lnTo>
                  <a:lnTo>
                    <a:pt x="6862153" y="399478"/>
                  </a:lnTo>
                  <a:lnTo>
                    <a:pt x="6729019" y="426059"/>
                  </a:lnTo>
                  <a:lnTo>
                    <a:pt x="6729019" y="283222"/>
                  </a:lnTo>
                  <a:lnTo>
                    <a:pt x="6731013" y="284797"/>
                  </a:lnTo>
                  <a:lnTo>
                    <a:pt x="6736918" y="286702"/>
                  </a:lnTo>
                  <a:lnTo>
                    <a:pt x="6777025" y="275170"/>
                  </a:lnTo>
                  <a:lnTo>
                    <a:pt x="6793306" y="248310"/>
                  </a:lnTo>
                  <a:lnTo>
                    <a:pt x="6793116" y="241071"/>
                  </a:lnTo>
                  <a:lnTo>
                    <a:pt x="6790550" y="235839"/>
                  </a:lnTo>
                  <a:lnTo>
                    <a:pt x="6785597" y="232600"/>
                  </a:lnTo>
                  <a:lnTo>
                    <a:pt x="6781025" y="228981"/>
                  </a:lnTo>
                  <a:lnTo>
                    <a:pt x="6774548" y="227266"/>
                  </a:lnTo>
                  <a:lnTo>
                    <a:pt x="6766166" y="227457"/>
                  </a:lnTo>
                  <a:lnTo>
                    <a:pt x="6758229" y="228422"/>
                  </a:lnTo>
                  <a:lnTo>
                    <a:pt x="6750444" y="230733"/>
                  </a:lnTo>
                  <a:lnTo>
                    <a:pt x="6742798" y="234416"/>
                  </a:lnTo>
                  <a:lnTo>
                    <a:pt x="6735305" y="239458"/>
                  </a:lnTo>
                  <a:lnTo>
                    <a:pt x="6729019" y="244906"/>
                  </a:lnTo>
                  <a:lnTo>
                    <a:pt x="6729019" y="168922"/>
                  </a:lnTo>
                  <a:lnTo>
                    <a:pt x="6731013" y="170497"/>
                  </a:lnTo>
                  <a:lnTo>
                    <a:pt x="6736918" y="172402"/>
                  </a:lnTo>
                  <a:lnTo>
                    <a:pt x="6744157" y="172593"/>
                  </a:lnTo>
                  <a:lnTo>
                    <a:pt x="6752641" y="171640"/>
                  </a:lnTo>
                  <a:lnTo>
                    <a:pt x="6788658" y="148590"/>
                  </a:lnTo>
                  <a:lnTo>
                    <a:pt x="6793306" y="134010"/>
                  </a:lnTo>
                  <a:lnTo>
                    <a:pt x="6793116" y="126771"/>
                  </a:lnTo>
                  <a:lnTo>
                    <a:pt x="6790550" y="121539"/>
                  </a:lnTo>
                  <a:lnTo>
                    <a:pt x="6785597" y="118300"/>
                  </a:lnTo>
                  <a:lnTo>
                    <a:pt x="6781025" y="114681"/>
                  </a:lnTo>
                  <a:lnTo>
                    <a:pt x="6774548" y="112966"/>
                  </a:lnTo>
                  <a:lnTo>
                    <a:pt x="6766166" y="113157"/>
                  </a:lnTo>
                  <a:lnTo>
                    <a:pt x="6758229" y="114122"/>
                  </a:lnTo>
                  <a:lnTo>
                    <a:pt x="6723659" y="137223"/>
                  </a:lnTo>
                  <a:lnTo>
                    <a:pt x="6719011" y="151155"/>
                  </a:lnTo>
                  <a:lnTo>
                    <a:pt x="6719100" y="154305"/>
                  </a:lnTo>
                  <a:lnTo>
                    <a:pt x="6719011" y="265455"/>
                  </a:lnTo>
                  <a:lnTo>
                    <a:pt x="6719011" y="428053"/>
                  </a:lnTo>
                  <a:lnTo>
                    <a:pt x="6719011" y="457200"/>
                  </a:lnTo>
                  <a:lnTo>
                    <a:pt x="6729019" y="457200"/>
                  </a:lnTo>
                  <a:lnTo>
                    <a:pt x="6729019" y="455206"/>
                  </a:lnTo>
                  <a:lnTo>
                    <a:pt x="6862153" y="428625"/>
                  </a:lnTo>
                  <a:lnTo>
                    <a:pt x="6872148" y="428625"/>
                  </a:lnTo>
                  <a:lnTo>
                    <a:pt x="6872148" y="226060"/>
                  </a:lnTo>
                  <a:lnTo>
                    <a:pt x="6874154" y="227647"/>
                  </a:lnTo>
                  <a:lnTo>
                    <a:pt x="6880060" y="229552"/>
                  </a:lnTo>
                  <a:lnTo>
                    <a:pt x="6887299" y="229743"/>
                  </a:lnTo>
                  <a:lnTo>
                    <a:pt x="6895782" y="228790"/>
                  </a:lnTo>
                  <a:lnTo>
                    <a:pt x="6931800" y="205740"/>
                  </a:lnTo>
                  <a:lnTo>
                    <a:pt x="6935000" y="198729"/>
                  </a:lnTo>
                  <a:lnTo>
                    <a:pt x="6936448" y="191160"/>
                  </a:lnTo>
                  <a:close/>
                </a:path>
                <a:path w="7014209" h="895984">
                  <a:moveTo>
                    <a:pt x="7013892" y="116586"/>
                  </a:moveTo>
                  <a:lnTo>
                    <a:pt x="7005320" y="116586"/>
                  </a:lnTo>
                  <a:lnTo>
                    <a:pt x="7005320" y="348615"/>
                  </a:lnTo>
                  <a:lnTo>
                    <a:pt x="7013892" y="348615"/>
                  </a:lnTo>
                  <a:lnTo>
                    <a:pt x="7013892" y="1165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0" name="object 21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7975" y="6623176"/>
              <a:ext cx="158876" cy="182879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24002" y="6594601"/>
              <a:ext cx="216598" cy="267461"/>
            </a:xfrm>
            <a:prstGeom prst="rect">
              <a:avLst/>
            </a:prstGeom>
          </p:spPr>
        </p:pic>
        <p:sp>
          <p:nvSpPr>
            <p:cNvPr id="212" name="object 212"/>
            <p:cNvSpPr/>
            <p:nvPr/>
          </p:nvSpPr>
          <p:spPr>
            <a:xfrm>
              <a:off x="756475" y="6505736"/>
              <a:ext cx="1106170" cy="633095"/>
            </a:xfrm>
            <a:custGeom>
              <a:avLst/>
              <a:gdLst/>
              <a:ahLst/>
              <a:cxnLst/>
              <a:rect l="l" t="t" r="r" b="b"/>
              <a:pathLst>
                <a:path w="1106170" h="633095">
                  <a:moveTo>
                    <a:pt x="1105992" y="117449"/>
                  </a:moveTo>
                  <a:lnTo>
                    <a:pt x="435317" y="117449"/>
                  </a:lnTo>
                  <a:lnTo>
                    <a:pt x="435317" y="63868"/>
                  </a:lnTo>
                  <a:lnTo>
                    <a:pt x="519938" y="63868"/>
                  </a:lnTo>
                  <a:lnTo>
                    <a:pt x="519938" y="56718"/>
                  </a:lnTo>
                  <a:lnTo>
                    <a:pt x="473329" y="56718"/>
                  </a:lnTo>
                  <a:lnTo>
                    <a:pt x="475399" y="55816"/>
                  </a:lnTo>
                  <a:lnTo>
                    <a:pt x="480377" y="52768"/>
                  </a:lnTo>
                  <a:lnTo>
                    <a:pt x="500367" y="16675"/>
                  </a:lnTo>
                  <a:lnTo>
                    <a:pt x="497497" y="9715"/>
                  </a:lnTo>
                  <a:lnTo>
                    <a:pt x="497420" y="9525"/>
                  </a:lnTo>
                  <a:lnTo>
                    <a:pt x="491896" y="4953"/>
                  </a:lnTo>
                  <a:lnTo>
                    <a:pt x="491896" y="14287"/>
                  </a:lnTo>
                  <a:lnTo>
                    <a:pt x="491896" y="17907"/>
                  </a:lnTo>
                  <a:lnTo>
                    <a:pt x="459320" y="47155"/>
                  </a:lnTo>
                  <a:lnTo>
                    <a:pt x="443039" y="52768"/>
                  </a:lnTo>
                  <a:lnTo>
                    <a:pt x="439039" y="52578"/>
                  </a:lnTo>
                  <a:lnTo>
                    <a:pt x="435317" y="52235"/>
                  </a:lnTo>
                  <a:lnTo>
                    <a:pt x="435317" y="43154"/>
                  </a:lnTo>
                  <a:lnTo>
                    <a:pt x="434340" y="43154"/>
                  </a:lnTo>
                  <a:lnTo>
                    <a:pt x="466750" y="15151"/>
                  </a:lnTo>
                  <a:lnTo>
                    <a:pt x="481037" y="9715"/>
                  </a:lnTo>
                  <a:lnTo>
                    <a:pt x="486752" y="10287"/>
                  </a:lnTo>
                  <a:lnTo>
                    <a:pt x="489610" y="10668"/>
                  </a:lnTo>
                  <a:lnTo>
                    <a:pt x="491324" y="12001"/>
                  </a:lnTo>
                  <a:lnTo>
                    <a:pt x="491896" y="14287"/>
                  </a:lnTo>
                  <a:lnTo>
                    <a:pt x="491896" y="4953"/>
                  </a:lnTo>
                  <a:lnTo>
                    <a:pt x="490753" y="4000"/>
                  </a:lnTo>
                  <a:lnTo>
                    <a:pt x="485609" y="1143"/>
                  </a:lnTo>
                  <a:lnTo>
                    <a:pt x="479793" y="0"/>
                  </a:lnTo>
                  <a:lnTo>
                    <a:pt x="473329" y="571"/>
                  </a:lnTo>
                  <a:lnTo>
                    <a:pt x="435305" y="17183"/>
                  </a:lnTo>
                  <a:lnTo>
                    <a:pt x="424649" y="46202"/>
                  </a:lnTo>
                  <a:lnTo>
                    <a:pt x="425323" y="47828"/>
                  </a:lnTo>
                  <a:lnTo>
                    <a:pt x="425323" y="56718"/>
                  </a:lnTo>
                  <a:lnTo>
                    <a:pt x="408800" y="56718"/>
                  </a:lnTo>
                  <a:lnTo>
                    <a:pt x="408800" y="63868"/>
                  </a:lnTo>
                  <a:lnTo>
                    <a:pt x="425323" y="63868"/>
                  </a:lnTo>
                  <a:lnTo>
                    <a:pt x="425323" y="117449"/>
                  </a:lnTo>
                  <a:lnTo>
                    <a:pt x="425323" y="346049"/>
                  </a:lnTo>
                  <a:lnTo>
                    <a:pt x="272440" y="346049"/>
                  </a:lnTo>
                  <a:lnTo>
                    <a:pt x="272440" y="294614"/>
                  </a:lnTo>
                  <a:lnTo>
                    <a:pt x="425323" y="294614"/>
                  </a:lnTo>
                  <a:lnTo>
                    <a:pt x="425323" y="288899"/>
                  </a:lnTo>
                  <a:lnTo>
                    <a:pt x="272440" y="288899"/>
                  </a:lnTo>
                  <a:lnTo>
                    <a:pt x="272440" y="237464"/>
                  </a:lnTo>
                  <a:lnTo>
                    <a:pt x="425323" y="237464"/>
                  </a:lnTo>
                  <a:lnTo>
                    <a:pt x="425323" y="231749"/>
                  </a:lnTo>
                  <a:lnTo>
                    <a:pt x="370738" y="231749"/>
                  </a:lnTo>
                  <a:lnTo>
                    <a:pt x="367690" y="227749"/>
                  </a:lnTo>
                  <a:lnTo>
                    <a:pt x="365975" y="224218"/>
                  </a:lnTo>
                  <a:lnTo>
                    <a:pt x="365594" y="221170"/>
                  </a:lnTo>
                  <a:lnTo>
                    <a:pt x="366547" y="216027"/>
                  </a:lnTo>
                  <a:lnTo>
                    <a:pt x="369493" y="211645"/>
                  </a:lnTo>
                  <a:lnTo>
                    <a:pt x="374459" y="208026"/>
                  </a:lnTo>
                  <a:lnTo>
                    <a:pt x="379984" y="203835"/>
                  </a:lnTo>
                  <a:lnTo>
                    <a:pt x="383120" y="198983"/>
                  </a:lnTo>
                  <a:lnTo>
                    <a:pt x="383882" y="193459"/>
                  </a:lnTo>
                  <a:lnTo>
                    <a:pt x="383120" y="189839"/>
                  </a:lnTo>
                  <a:lnTo>
                    <a:pt x="381406" y="186410"/>
                  </a:lnTo>
                  <a:lnTo>
                    <a:pt x="378739" y="183172"/>
                  </a:lnTo>
                  <a:lnTo>
                    <a:pt x="376072" y="180314"/>
                  </a:lnTo>
                  <a:lnTo>
                    <a:pt x="425323" y="180314"/>
                  </a:lnTo>
                  <a:lnTo>
                    <a:pt x="425323" y="174599"/>
                  </a:lnTo>
                  <a:lnTo>
                    <a:pt x="370738" y="174599"/>
                  </a:lnTo>
                  <a:lnTo>
                    <a:pt x="367690" y="170599"/>
                  </a:lnTo>
                  <a:lnTo>
                    <a:pt x="365975" y="167068"/>
                  </a:lnTo>
                  <a:lnTo>
                    <a:pt x="365594" y="164020"/>
                  </a:lnTo>
                  <a:lnTo>
                    <a:pt x="366547" y="158877"/>
                  </a:lnTo>
                  <a:lnTo>
                    <a:pt x="369493" y="154495"/>
                  </a:lnTo>
                  <a:lnTo>
                    <a:pt x="374459" y="150876"/>
                  </a:lnTo>
                  <a:lnTo>
                    <a:pt x="379984" y="146685"/>
                  </a:lnTo>
                  <a:lnTo>
                    <a:pt x="383120" y="141833"/>
                  </a:lnTo>
                  <a:lnTo>
                    <a:pt x="383882" y="136309"/>
                  </a:lnTo>
                  <a:lnTo>
                    <a:pt x="383120" y="132689"/>
                  </a:lnTo>
                  <a:lnTo>
                    <a:pt x="381406" y="129260"/>
                  </a:lnTo>
                  <a:lnTo>
                    <a:pt x="378739" y="126022"/>
                  </a:lnTo>
                  <a:lnTo>
                    <a:pt x="376072" y="123164"/>
                  </a:lnTo>
                  <a:lnTo>
                    <a:pt x="425323" y="123164"/>
                  </a:lnTo>
                  <a:lnTo>
                    <a:pt x="425323" y="117449"/>
                  </a:lnTo>
                  <a:lnTo>
                    <a:pt x="370738" y="117449"/>
                  </a:lnTo>
                  <a:lnTo>
                    <a:pt x="367690" y="113449"/>
                  </a:lnTo>
                  <a:lnTo>
                    <a:pt x="365975" y="109918"/>
                  </a:lnTo>
                  <a:lnTo>
                    <a:pt x="365594" y="106870"/>
                  </a:lnTo>
                  <a:lnTo>
                    <a:pt x="366547" y="101727"/>
                  </a:lnTo>
                  <a:lnTo>
                    <a:pt x="369493" y="97345"/>
                  </a:lnTo>
                  <a:lnTo>
                    <a:pt x="374459" y="93726"/>
                  </a:lnTo>
                  <a:lnTo>
                    <a:pt x="379984" y="89535"/>
                  </a:lnTo>
                  <a:lnTo>
                    <a:pt x="383120" y="84683"/>
                  </a:lnTo>
                  <a:lnTo>
                    <a:pt x="383882" y="79159"/>
                  </a:lnTo>
                  <a:lnTo>
                    <a:pt x="383120" y="75539"/>
                  </a:lnTo>
                  <a:lnTo>
                    <a:pt x="381406" y="72110"/>
                  </a:lnTo>
                  <a:lnTo>
                    <a:pt x="378739" y="68872"/>
                  </a:lnTo>
                  <a:lnTo>
                    <a:pt x="370738" y="60299"/>
                  </a:lnTo>
                  <a:lnTo>
                    <a:pt x="367690" y="56299"/>
                  </a:lnTo>
                  <a:lnTo>
                    <a:pt x="365975" y="52768"/>
                  </a:lnTo>
                  <a:lnTo>
                    <a:pt x="365594" y="49720"/>
                  </a:lnTo>
                  <a:lnTo>
                    <a:pt x="366547" y="44577"/>
                  </a:lnTo>
                  <a:lnTo>
                    <a:pt x="369493" y="40195"/>
                  </a:lnTo>
                  <a:lnTo>
                    <a:pt x="374459" y="36576"/>
                  </a:lnTo>
                  <a:lnTo>
                    <a:pt x="379984" y="32385"/>
                  </a:lnTo>
                  <a:lnTo>
                    <a:pt x="383120" y="27533"/>
                  </a:lnTo>
                  <a:lnTo>
                    <a:pt x="383882" y="22009"/>
                  </a:lnTo>
                  <a:lnTo>
                    <a:pt x="383120" y="18389"/>
                  </a:lnTo>
                  <a:lnTo>
                    <a:pt x="381406" y="14960"/>
                  </a:lnTo>
                  <a:lnTo>
                    <a:pt x="378739" y="11722"/>
                  </a:lnTo>
                  <a:lnTo>
                    <a:pt x="370738" y="3149"/>
                  </a:lnTo>
                  <a:lnTo>
                    <a:pt x="366737" y="3149"/>
                  </a:lnTo>
                  <a:lnTo>
                    <a:pt x="369595" y="6007"/>
                  </a:lnTo>
                  <a:lnTo>
                    <a:pt x="371411" y="9626"/>
                  </a:lnTo>
                  <a:lnTo>
                    <a:pt x="357784" y="30962"/>
                  </a:lnTo>
                  <a:lnTo>
                    <a:pt x="354634" y="35725"/>
                  </a:lnTo>
                  <a:lnTo>
                    <a:pt x="353885" y="41440"/>
                  </a:lnTo>
                  <a:lnTo>
                    <a:pt x="354634" y="45059"/>
                  </a:lnTo>
                  <a:lnTo>
                    <a:pt x="356349" y="48488"/>
                  </a:lnTo>
                  <a:lnTo>
                    <a:pt x="359029" y="51727"/>
                  </a:lnTo>
                  <a:lnTo>
                    <a:pt x="366737" y="60299"/>
                  </a:lnTo>
                  <a:lnTo>
                    <a:pt x="369595" y="63157"/>
                  </a:lnTo>
                  <a:lnTo>
                    <a:pt x="371411" y="66776"/>
                  </a:lnTo>
                  <a:lnTo>
                    <a:pt x="357784" y="88112"/>
                  </a:lnTo>
                  <a:lnTo>
                    <a:pt x="354634" y="92875"/>
                  </a:lnTo>
                  <a:lnTo>
                    <a:pt x="353885" y="98590"/>
                  </a:lnTo>
                  <a:lnTo>
                    <a:pt x="354634" y="102209"/>
                  </a:lnTo>
                  <a:lnTo>
                    <a:pt x="356349" y="105638"/>
                  </a:lnTo>
                  <a:lnTo>
                    <a:pt x="359029" y="108877"/>
                  </a:lnTo>
                  <a:lnTo>
                    <a:pt x="366737" y="117449"/>
                  </a:lnTo>
                  <a:lnTo>
                    <a:pt x="0" y="117449"/>
                  </a:lnTo>
                  <a:lnTo>
                    <a:pt x="0" y="123164"/>
                  </a:lnTo>
                  <a:lnTo>
                    <a:pt x="371017" y="123164"/>
                  </a:lnTo>
                  <a:lnTo>
                    <a:pt x="371411" y="123926"/>
                  </a:lnTo>
                  <a:lnTo>
                    <a:pt x="357784" y="145262"/>
                  </a:lnTo>
                  <a:lnTo>
                    <a:pt x="354634" y="150025"/>
                  </a:lnTo>
                  <a:lnTo>
                    <a:pt x="353885" y="155740"/>
                  </a:lnTo>
                  <a:lnTo>
                    <a:pt x="354634" y="159359"/>
                  </a:lnTo>
                  <a:lnTo>
                    <a:pt x="356349" y="162788"/>
                  </a:lnTo>
                  <a:lnTo>
                    <a:pt x="359029" y="166027"/>
                  </a:lnTo>
                  <a:lnTo>
                    <a:pt x="366737" y="174599"/>
                  </a:lnTo>
                  <a:lnTo>
                    <a:pt x="0" y="174599"/>
                  </a:lnTo>
                  <a:lnTo>
                    <a:pt x="0" y="180314"/>
                  </a:lnTo>
                  <a:lnTo>
                    <a:pt x="371017" y="180314"/>
                  </a:lnTo>
                  <a:lnTo>
                    <a:pt x="371411" y="181076"/>
                  </a:lnTo>
                  <a:lnTo>
                    <a:pt x="357784" y="202412"/>
                  </a:lnTo>
                  <a:lnTo>
                    <a:pt x="354634" y="207175"/>
                  </a:lnTo>
                  <a:lnTo>
                    <a:pt x="353885" y="212890"/>
                  </a:lnTo>
                  <a:lnTo>
                    <a:pt x="354634" y="216509"/>
                  </a:lnTo>
                  <a:lnTo>
                    <a:pt x="356349" y="219938"/>
                  </a:lnTo>
                  <a:lnTo>
                    <a:pt x="359029" y="223177"/>
                  </a:lnTo>
                  <a:lnTo>
                    <a:pt x="366737" y="231749"/>
                  </a:lnTo>
                  <a:lnTo>
                    <a:pt x="272440" y="231749"/>
                  </a:lnTo>
                  <a:lnTo>
                    <a:pt x="272440" y="203174"/>
                  </a:lnTo>
                  <a:lnTo>
                    <a:pt x="262445" y="203174"/>
                  </a:lnTo>
                  <a:lnTo>
                    <a:pt x="262445" y="231749"/>
                  </a:lnTo>
                  <a:lnTo>
                    <a:pt x="0" y="231749"/>
                  </a:lnTo>
                  <a:lnTo>
                    <a:pt x="0" y="237464"/>
                  </a:lnTo>
                  <a:lnTo>
                    <a:pt x="262445" y="237464"/>
                  </a:lnTo>
                  <a:lnTo>
                    <a:pt x="262445" y="288899"/>
                  </a:lnTo>
                  <a:lnTo>
                    <a:pt x="0" y="288899"/>
                  </a:lnTo>
                  <a:lnTo>
                    <a:pt x="0" y="294614"/>
                  </a:lnTo>
                  <a:lnTo>
                    <a:pt x="262445" y="294614"/>
                  </a:lnTo>
                  <a:lnTo>
                    <a:pt x="262445" y="346049"/>
                  </a:lnTo>
                  <a:lnTo>
                    <a:pt x="0" y="346049"/>
                  </a:lnTo>
                  <a:lnTo>
                    <a:pt x="0" y="351764"/>
                  </a:lnTo>
                  <a:lnTo>
                    <a:pt x="262445" y="351764"/>
                  </a:lnTo>
                  <a:lnTo>
                    <a:pt x="262445" y="376605"/>
                  </a:lnTo>
                  <a:lnTo>
                    <a:pt x="260438" y="375005"/>
                  </a:lnTo>
                  <a:lnTo>
                    <a:pt x="253961" y="373291"/>
                  </a:lnTo>
                  <a:lnTo>
                    <a:pt x="245579" y="373481"/>
                  </a:lnTo>
                  <a:lnTo>
                    <a:pt x="208026" y="391287"/>
                  </a:lnTo>
                  <a:lnTo>
                    <a:pt x="202082" y="399618"/>
                  </a:lnTo>
                  <a:lnTo>
                    <a:pt x="181914" y="399618"/>
                  </a:lnTo>
                  <a:lnTo>
                    <a:pt x="181914" y="406768"/>
                  </a:lnTo>
                  <a:lnTo>
                    <a:pt x="199377" y="406768"/>
                  </a:lnTo>
                  <a:lnTo>
                    <a:pt x="198437" y="411480"/>
                  </a:lnTo>
                  <a:lnTo>
                    <a:pt x="223583" y="432917"/>
                  </a:lnTo>
                  <a:lnTo>
                    <a:pt x="232054" y="431965"/>
                  </a:lnTo>
                  <a:lnTo>
                    <a:pt x="240360" y="429704"/>
                  </a:lnTo>
                  <a:lnTo>
                    <a:pt x="248488" y="426110"/>
                  </a:lnTo>
                  <a:lnTo>
                    <a:pt x="256438" y="421195"/>
                  </a:lnTo>
                  <a:lnTo>
                    <a:pt x="262445" y="415950"/>
                  </a:lnTo>
                  <a:lnTo>
                    <a:pt x="262445" y="456768"/>
                  </a:lnTo>
                  <a:lnTo>
                    <a:pt x="181914" y="456768"/>
                  </a:lnTo>
                  <a:lnTo>
                    <a:pt x="181914" y="463918"/>
                  </a:lnTo>
                  <a:lnTo>
                    <a:pt x="262445" y="463918"/>
                  </a:lnTo>
                  <a:lnTo>
                    <a:pt x="262445" y="513918"/>
                  </a:lnTo>
                  <a:lnTo>
                    <a:pt x="181914" y="513918"/>
                  </a:lnTo>
                  <a:lnTo>
                    <a:pt x="181914" y="521068"/>
                  </a:lnTo>
                  <a:lnTo>
                    <a:pt x="262445" y="521068"/>
                  </a:lnTo>
                  <a:lnTo>
                    <a:pt x="262445" y="571068"/>
                  </a:lnTo>
                  <a:lnTo>
                    <a:pt x="181914" y="571068"/>
                  </a:lnTo>
                  <a:lnTo>
                    <a:pt x="181914" y="578218"/>
                  </a:lnTo>
                  <a:lnTo>
                    <a:pt x="226872" y="578218"/>
                  </a:lnTo>
                  <a:lnTo>
                    <a:pt x="222224" y="580466"/>
                  </a:lnTo>
                  <a:lnTo>
                    <a:pt x="198437" y="611505"/>
                  </a:lnTo>
                  <a:lnTo>
                    <a:pt x="198615" y="617982"/>
                  </a:lnTo>
                  <a:lnTo>
                    <a:pt x="223583" y="632942"/>
                  </a:lnTo>
                  <a:lnTo>
                    <a:pt x="232054" y="631990"/>
                  </a:lnTo>
                  <a:lnTo>
                    <a:pt x="268084" y="608939"/>
                  </a:lnTo>
                  <a:lnTo>
                    <a:pt x="272732" y="594360"/>
                  </a:lnTo>
                  <a:lnTo>
                    <a:pt x="272542" y="587121"/>
                  </a:lnTo>
                  <a:lnTo>
                    <a:pt x="272440" y="586917"/>
                  </a:lnTo>
                  <a:lnTo>
                    <a:pt x="272440" y="578218"/>
                  </a:lnTo>
                  <a:lnTo>
                    <a:pt x="293052" y="578218"/>
                  </a:lnTo>
                  <a:lnTo>
                    <a:pt x="293052" y="571068"/>
                  </a:lnTo>
                  <a:lnTo>
                    <a:pt x="272440" y="571068"/>
                  </a:lnTo>
                  <a:lnTo>
                    <a:pt x="272440" y="521068"/>
                  </a:lnTo>
                  <a:lnTo>
                    <a:pt x="293052" y="521068"/>
                  </a:lnTo>
                  <a:lnTo>
                    <a:pt x="293052" y="513918"/>
                  </a:lnTo>
                  <a:lnTo>
                    <a:pt x="272440" y="513918"/>
                  </a:lnTo>
                  <a:lnTo>
                    <a:pt x="272440" y="463918"/>
                  </a:lnTo>
                  <a:lnTo>
                    <a:pt x="293052" y="463918"/>
                  </a:lnTo>
                  <a:lnTo>
                    <a:pt x="293052" y="456768"/>
                  </a:lnTo>
                  <a:lnTo>
                    <a:pt x="272440" y="456768"/>
                  </a:lnTo>
                  <a:lnTo>
                    <a:pt x="272440" y="406768"/>
                  </a:lnTo>
                  <a:lnTo>
                    <a:pt x="293052" y="406768"/>
                  </a:lnTo>
                  <a:lnTo>
                    <a:pt x="293052" y="399618"/>
                  </a:lnTo>
                  <a:lnTo>
                    <a:pt x="272440" y="399618"/>
                  </a:lnTo>
                  <a:lnTo>
                    <a:pt x="272440" y="395871"/>
                  </a:lnTo>
                  <a:lnTo>
                    <a:pt x="272732" y="394335"/>
                  </a:lnTo>
                  <a:lnTo>
                    <a:pt x="272542" y="387096"/>
                  </a:lnTo>
                  <a:lnTo>
                    <a:pt x="272440" y="386892"/>
                  </a:lnTo>
                  <a:lnTo>
                    <a:pt x="272440" y="351764"/>
                  </a:lnTo>
                  <a:lnTo>
                    <a:pt x="425323" y="351764"/>
                  </a:lnTo>
                  <a:lnTo>
                    <a:pt x="425323" y="403199"/>
                  </a:lnTo>
                  <a:lnTo>
                    <a:pt x="435317" y="403199"/>
                  </a:lnTo>
                  <a:lnTo>
                    <a:pt x="435317" y="351764"/>
                  </a:lnTo>
                  <a:lnTo>
                    <a:pt x="1105992" y="351764"/>
                  </a:lnTo>
                  <a:lnTo>
                    <a:pt x="1105992" y="346049"/>
                  </a:lnTo>
                  <a:lnTo>
                    <a:pt x="435317" y="346049"/>
                  </a:lnTo>
                  <a:lnTo>
                    <a:pt x="435317" y="294614"/>
                  </a:lnTo>
                  <a:lnTo>
                    <a:pt x="1105992" y="294614"/>
                  </a:lnTo>
                  <a:lnTo>
                    <a:pt x="1105992" y="288899"/>
                  </a:lnTo>
                  <a:lnTo>
                    <a:pt x="435317" y="288899"/>
                  </a:lnTo>
                  <a:lnTo>
                    <a:pt x="435317" y="237464"/>
                  </a:lnTo>
                  <a:lnTo>
                    <a:pt x="1105992" y="237464"/>
                  </a:lnTo>
                  <a:lnTo>
                    <a:pt x="1105992" y="231749"/>
                  </a:lnTo>
                  <a:lnTo>
                    <a:pt x="435317" y="231749"/>
                  </a:lnTo>
                  <a:lnTo>
                    <a:pt x="435317" y="180314"/>
                  </a:lnTo>
                  <a:lnTo>
                    <a:pt x="1105992" y="180314"/>
                  </a:lnTo>
                  <a:lnTo>
                    <a:pt x="1105992" y="174599"/>
                  </a:lnTo>
                  <a:lnTo>
                    <a:pt x="435317" y="174599"/>
                  </a:lnTo>
                  <a:lnTo>
                    <a:pt x="435317" y="123164"/>
                  </a:lnTo>
                  <a:lnTo>
                    <a:pt x="1105992" y="123164"/>
                  </a:lnTo>
                  <a:lnTo>
                    <a:pt x="1105992" y="1174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3" name="object 21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181131" y="6620033"/>
              <a:ext cx="75723" cy="120014"/>
            </a:xfrm>
            <a:prstGeom prst="rect">
              <a:avLst/>
            </a:prstGeom>
          </p:spPr>
        </p:pic>
        <p:sp>
          <p:nvSpPr>
            <p:cNvPr id="214" name="object 214"/>
            <p:cNvSpPr/>
            <p:nvPr/>
          </p:nvSpPr>
          <p:spPr>
            <a:xfrm>
              <a:off x="1649653" y="6507552"/>
              <a:ext cx="111760" cy="401955"/>
            </a:xfrm>
            <a:custGeom>
              <a:avLst/>
              <a:gdLst/>
              <a:ahLst/>
              <a:cxnLst/>
              <a:rect l="l" t="t" r="r" b="b"/>
              <a:pathLst>
                <a:path w="111760" h="401954">
                  <a:moveTo>
                    <a:pt x="111137" y="54902"/>
                  </a:moveTo>
                  <a:lnTo>
                    <a:pt x="61861" y="54902"/>
                  </a:lnTo>
                  <a:lnTo>
                    <a:pt x="66573" y="52819"/>
                  </a:lnTo>
                  <a:lnTo>
                    <a:pt x="74523" y="47904"/>
                  </a:lnTo>
                  <a:lnTo>
                    <a:pt x="81216" y="42049"/>
                  </a:lnTo>
                  <a:lnTo>
                    <a:pt x="86169" y="35623"/>
                  </a:lnTo>
                  <a:lnTo>
                    <a:pt x="89357" y="28613"/>
                  </a:lnTo>
                  <a:lnTo>
                    <a:pt x="90805" y="21043"/>
                  </a:lnTo>
                  <a:lnTo>
                    <a:pt x="90614" y="13804"/>
                  </a:lnTo>
                  <a:lnTo>
                    <a:pt x="88049" y="8572"/>
                  </a:lnTo>
                  <a:lnTo>
                    <a:pt x="83096" y="5334"/>
                  </a:lnTo>
                  <a:lnTo>
                    <a:pt x="78524" y="1714"/>
                  </a:lnTo>
                  <a:lnTo>
                    <a:pt x="72047" y="0"/>
                  </a:lnTo>
                  <a:lnTo>
                    <a:pt x="63665" y="190"/>
                  </a:lnTo>
                  <a:lnTo>
                    <a:pt x="55727" y="1155"/>
                  </a:lnTo>
                  <a:lnTo>
                    <a:pt x="21158" y="24257"/>
                  </a:lnTo>
                  <a:lnTo>
                    <a:pt x="16510" y="38188"/>
                  </a:lnTo>
                  <a:lnTo>
                    <a:pt x="16598" y="41338"/>
                  </a:lnTo>
                  <a:lnTo>
                    <a:pt x="16510" y="54902"/>
                  </a:lnTo>
                  <a:lnTo>
                    <a:pt x="0" y="54902"/>
                  </a:lnTo>
                  <a:lnTo>
                    <a:pt x="0" y="62052"/>
                  </a:lnTo>
                  <a:lnTo>
                    <a:pt x="16510" y="62052"/>
                  </a:lnTo>
                  <a:lnTo>
                    <a:pt x="16510" y="401383"/>
                  </a:lnTo>
                  <a:lnTo>
                    <a:pt x="26517" y="401383"/>
                  </a:lnTo>
                  <a:lnTo>
                    <a:pt x="26517" y="62052"/>
                  </a:lnTo>
                  <a:lnTo>
                    <a:pt x="111137" y="62052"/>
                  </a:lnTo>
                  <a:lnTo>
                    <a:pt x="111137" y="5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5" name="object 21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666174" y="6621843"/>
              <a:ext cx="74294" cy="116776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1862467" y="6076260"/>
              <a:ext cx="1022985" cy="977265"/>
            </a:xfrm>
            <a:custGeom>
              <a:avLst/>
              <a:gdLst/>
              <a:ahLst/>
              <a:cxnLst/>
              <a:rect l="l" t="t" r="r" b="b"/>
              <a:pathLst>
                <a:path w="1022985" h="977265">
                  <a:moveTo>
                    <a:pt x="1022400" y="546925"/>
                  </a:moveTo>
                  <a:lnTo>
                    <a:pt x="497573" y="546925"/>
                  </a:lnTo>
                  <a:lnTo>
                    <a:pt x="498170" y="545630"/>
                  </a:lnTo>
                  <a:lnTo>
                    <a:pt x="499618" y="538060"/>
                  </a:lnTo>
                  <a:lnTo>
                    <a:pt x="499427" y="530821"/>
                  </a:lnTo>
                  <a:lnTo>
                    <a:pt x="496849" y="525589"/>
                  </a:lnTo>
                  <a:lnTo>
                    <a:pt x="491896" y="522351"/>
                  </a:lnTo>
                  <a:lnTo>
                    <a:pt x="487324" y="518731"/>
                  </a:lnTo>
                  <a:lnTo>
                    <a:pt x="480847" y="517017"/>
                  </a:lnTo>
                  <a:lnTo>
                    <a:pt x="472465" y="517207"/>
                  </a:lnTo>
                  <a:lnTo>
                    <a:pt x="464540" y="518172"/>
                  </a:lnTo>
                  <a:lnTo>
                    <a:pt x="429971" y="541274"/>
                  </a:lnTo>
                  <a:lnTo>
                    <a:pt x="427278" y="546925"/>
                  </a:lnTo>
                  <a:lnTo>
                    <a:pt x="425831" y="546925"/>
                  </a:lnTo>
                  <a:lnTo>
                    <a:pt x="425831" y="552640"/>
                  </a:lnTo>
                  <a:lnTo>
                    <a:pt x="425323" y="555205"/>
                  </a:lnTo>
                  <a:lnTo>
                    <a:pt x="425411" y="558355"/>
                  </a:lnTo>
                  <a:lnTo>
                    <a:pt x="425323" y="604075"/>
                  </a:lnTo>
                  <a:lnTo>
                    <a:pt x="425323" y="609790"/>
                  </a:lnTo>
                  <a:lnTo>
                    <a:pt x="425323" y="775525"/>
                  </a:lnTo>
                  <a:lnTo>
                    <a:pt x="272440" y="775525"/>
                  </a:lnTo>
                  <a:lnTo>
                    <a:pt x="272440" y="739622"/>
                  </a:lnTo>
                  <a:lnTo>
                    <a:pt x="272732" y="738085"/>
                  </a:lnTo>
                  <a:lnTo>
                    <a:pt x="272542" y="730846"/>
                  </a:lnTo>
                  <a:lnTo>
                    <a:pt x="272440" y="730643"/>
                  </a:lnTo>
                  <a:lnTo>
                    <a:pt x="272440" y="724090"/>
                  </a:lnTo>
                  <a:lnTo>
                    <a:pt x="425323" y="724090"/>
                  </a:lnTo>
                  <a:lnTo>
                    <a:pt x="425323" y="718375"/>
                  </a:lnTo>
                  <a:lnTo>
                    <a:pt x="272440" y="718375"/>
                  </a:lnTo>
                  <a:lnTo>
                    <a:pt x="272440" y="666940"/>
                  </a:lnTo>
                  <a:lnTo>
                    <a:pt x="425323" y="666940"/>
                  </a:lnTo>
                  <a:lnTo>
                    <a:pt x="425323" y="661225"/>
                  </a:lnTo>
                  <a:lnTo>
                    <a:pt x="272440" y="661225"/>
                  </a:lnTo>
                  <a:lnTo>
                    <a:pt x="272440" y="609790"/>
                  </a:lnTo>
                  <a:lnTo>
                    <a:pt x="425323" y="609790"/>
                  </a:lnTo>
                  <a:lnTo>
                    <a:pt x="425323" y="604075"/>
                  </a:lnTo>
                  <a:lnTo>
                    <a:pt x="272440" y="604075"/>
                  </a:lnTo>
                  <a:lnTo>
                    <a:pt x="272440" y="552640"/>
                  </a:lnTo>
                  <a:lnTo>
                    <a:pt x="425831" y="552640"/>
                  </a:lnTo>
                  <a:lnTo>
                    <a:pt x="425831" y="546925"/>
                  </a:lnTo>
                  <a:lnTo>
                    <a:pt x="272440" y="546925"/>
                  </a:lnTo>
                  <a:lnTo>
                    <a:pt x="262445" y="546925"/>
                  </a:lnTo>
                  <a:lnTo>
                    <a:pt x="262445" y="552640"/>
                  </a:lnTo>
                  <a:lnTo>
                    <a:pt x="262445" y="775525"/>
                  </a:lnTo>
                  <a:lnTo>
                    <a:pt x="232765" y="775525"/>
                  </a:lnTo>
                  <a:lnTo>
                    <a:pt x="240372" y="773455"/>
                  </a:lnTo>
                  <a:lnTo>
                    <a:pt x="248500" y="769861"/>
                  </a:lnTo>
                  <a:lnTo>
                    <a:pt x="256438" y="764946"/>
                  </a:lnTo>
                  <a:lnTo>
                    <a:pt x="262445" y="759714"/>
                  </a:lnTo>
                  <a:lnTo>
                    <a:pt x="262445" y="718375"/>
                  </a:lnTo>
                  <a:lnTo>
                    <a:pt x="258991" y="718375"/>
                  </a:lnTo>
                  <a:lnTo>
                    <a:pt x="253961" y="717042"/>
                  </a:lnTo>
                  <a:lnTo>
                    <a:pt x="245579" y="717232"/>
                  </a:lnTo>
                  <a:lnTo>
                    <a:pt x="237655" y="718197"/>
                  </a:lnTo>
                  <a:lnTo>
                    <a:pt x="237045" y="718375"/>
                  </a:lnTo>
                  <a:lnTo>
                    <a:pt x="222427" y="718375"/>
                  </a:lnTo>
                  <a:lnTo>
                    <a:pt x="222427" y="724090"/>
                  </a:lnTo>
                  <a:lnTo>
                    <a:pt x="222224" y="724192"/>
                  </a:lnTo>
                  <a:lnTo>
                    <a:pt x="214718" y="729234"/>
                  </a:lnTo>
                  <a:lnTo>
                    <a:pt x="208026" y="735037"/>
                  </a:lnTo>
                  <a:lnTo>
                    <a:pt x="203085" y="741299"/>
                  </a:lnTo>
                  <a:lnTo>
                    <a:pt x="199885" y="748042"/>
                  </a:lnTo>
                  <a:lnTo>
                    <a:pt x="198437" y="755230"/>
                  </a:lnTo>
                  <a:lnTo>
                    <a:pt x="198628" y="761707"/>
                  </a:lnTo>
                  <a:lnTo>
                    <a:pt x="201104" y="766953"/>
                  </a:lnTo>
                  <a:lnTo>
                    <a:pt x="205867" y="770953"/>
                  </a:lnTo>
                  <a:lnTo>
                    <a:pt x="210439" y="774573"/>
                  </a:lnTo>
                  <a:lnTo>
                    <a:pt x="213385" y="775525"/>
                  </a:lnTo>
                  <a:lnTo>
                    <a:pt x="12700" y="775525"/>
                  </a:lnTo>
                  <a:lnTo>
                    <a:pt x="12700" y="724090"/>
                  </a:lnTo>
                  <a:lnTo>
                    <a:pt x="222427" y="724090"/>
                  </a:lnTo>
                  <a:lnTo>
                    <a:pt x="222427" y="718375"/>
                  </a:lnTo>
                  <a:lnTo>
                    <a:pt x="12700" y="718375"/>
                  </a:lnTo>
                  <a:lnTo>
                    <a:pt x="12700" y="666940"/>
                  </a:lnTo>
                  <a:lnTo>
                    <a:pt x="262445" y="666940"/>
                  </a:lnTo>
                  <a:lnTo>
                    <a:pt x="262445" y="661225"/>
                  </a:lnTo>
                  <a:lnTo>
                    <a:pt x="12700" y="661225"/>
                  </a:lnTo>
                  <a:lnTo>
                    <a:pt x="12700" y="609790"/>
                  </a:lnTo>
                  <a:lnTo>
                    <a:pt x="262445" y="609790"/>
                  </a:lnTo>
                  <a:lnTo>
                    <a:pt x="262445" y="604075"/>
                  </a:lnTo>
                  <a:lnTo>
                    <a:pt x="12700" y="604075"/>
                  </a:lnTo>
                  <a:lnTo>
                    <a:pt x="12700" y="552640"/>
                  </a:lnTo>
                  <a:lnTo>
                    <a:pt x="262445" y="552640"/>
                  </a:lnTo>
                  <a:lnTo>
                    <a:pt x="262445" y="546925"/>
                  </a:lnTo>
                  <a:lnTo>
                    <a:pt x="12700" y="54692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46925"/>
                  </a:lnTo>
                  <a:lnTo>
                    <a:pt x="0" y="546925"/>
                  </a:lnTo>
                  <a:lnTo>
                    <a:pt x="0" y="552640"/>
                  </a:lnTo>
                  <a:lnTo>
                    <a:pt x="4127" y="552640"/>
                  </a:lnTo>
                  <a:lnTo>
                    <a:pt x="4127" y="604075"/>
                  </a:lnTo>
                  <a:lnTo>
                    <a:pt x="0" y="604075"/>
                  </a:lnTo>
                  <a:lnTo>
                    <a:pt x="0" y="609790"/>
                  </a:lnTo>
                  <a:lnTo>
                    <a:pt x="4127" y="609790"/>
                  </a:lnTo>
                  <a:lnTo>
                    <a:pt x="4127" y="661225"/>
                  </a:lnTo>
                  <a:lnTo>
                    <a:pt x="0" y="661225"/>
                  </a:lnTo>
                  <a:lnTo>
                    <a:pt x="0" y="666940"/>
                  </a:lnTo>
                  <a:lnTo>
                    <a:pt x="4127" y="666940"/>
                  </a:lnTo>
                  <a:lnTo>
                    <a:pt x="4127" y="718375"/>
                  </a:lnTo>
                  <a:lnTo>
                    <a:pt x="0" y="718375"/>
                  </a:lnTo>
                  <a:lnTo>
                    <a:pt x="0" y="724090"/>
                  </a:lnTo>
                  <a:lnTo>
                    <a:pt x="4127" y="724090"/>
                  </a:lnTo>
                  <a:lnTo>
                    <a:pt x="4127" y="775525"/>
                  </a:lnTo>
                  <a:lnTo>
                    <a:pt x="0" y="775525"/>
                  </a:lnTo>
                  <a:lnTo>
                    <a:pt x="0" y="781240"/>
                  </a:lnTo>
                  <a:lnTo>
                    <a:pt x="4127" y="781240"/>
                  </a:lnTo>
                  <a:lnTo>
                    <a:pt x="12700" y="781240"/>
                  </a:lnTo>
                  <a:lnTo>
                    <a:pt x="262445" y="781240"/>
                  </a:lnTo>
                  <a:lnTo>
                    <a:pt x="262445" y="829094"/>
                  </a:lnTo>
                  <a:lnTo>
                    <a:pt x="181914" y="829094"/>
                  </a:lnTo>
                  <a:lnTo>
                    <a:pt x="181914" y="836244"/>
                  </a:lnTo>
                  <a:lnTo>
                    <a:pt x="262445" y="836244"/>
                  </a:lnTo>
                  <a:lnTo>
                    <a:pt x="262445" y="886244"/>
                  </a:lnTo>
                  <a:lnTo>
                    <a:pt x="181914" y="886244"/>
                  </a:lnTo>
                  <a:lnTo>
                    <a:pt x="181914" y="893394"/>
                  </a:lnTo>
                  <a:lnTo>
                    <a:pt x="262445" y="893394"/>
                  </a:lnTo>
                  <a:lnTo>
                    <a:pt x="262445" y="920381"/>
                  </a:lnTo>
                  <a:lnTo>
                    <a:pt x="260438" y="918781"/>
                  </a:lnTo>
                  <a:lnTo>
                    <a:pt x="253961" y="917067"/>
                  </a:lnTo>
                  <a:lnTo>
                    <a:pt x="245579" y="917257"/>
                  </a:lnTo>
                  <a:lnTo>
                    <a:pt x="208026" y="935062"/>
                  </a:lnTo>
                  <a:lnTo>
                    <a:pt x="202095" y="943394"/>
                  </a:lnTo>
                  <a:lnTo>
                    <a:pt x="181914" y="943394"/>
                  </a:lnTo>
                  <a:lnTo>
                    <a:pt x="181914" y="950544"/>
                  </a:lnTo>
                  <a:lnTo>
                    <a:pt x="199377" y="950544"/>
                  </a:lnTo>
                  <a:lnTo>
                    <a:pt x="198437" y="955255"/>
                  </a:lnTo>
                  <a:lnTo>
                    <a:pt x="223583" y="976693"/>
                  </a:lnTo>
                  <a:lnTo>
                    <a:pt x="232067" y="975741"/>
                  </a:lnTo>
                  <a:lnTo>
                    <a:pt x="268084" y="952690"/>
                  </a:lnTo>
                  <a:lnTo>
                    <a:pt x="269062" y="950544"/>
                  </a:lnTo>
                  <a:lnTo>
                    <a:pt x="293065" y="950544"/>
                  </a:lnTo>
                  <a:lnTo>
                    <a:pt x="293065" y="943394"/>
                  </a:lnTo>
                  <a:lnTo>
                    <a:pt x="271716" y="943394"/>
                  </a:lnTo>
                  <a:lnTo>
                    <a:pt x="272732" y="938110"/>
                  </a:lnTo>
                  <a:lnTo>
                    <a:pt x="272542" y="930871"/>
                  </a:lnTo>
                  <a:lnTo>
                    <a:pt x="272440" y="930668"/>
                  </a:lnTo>
                  <a:lnTo>
                    <a:pt x="272440" y="893394"/>
                  </a:lnTo>
                  <a:lnTo>
                    <a:pt x="293065" y="893394"/>
                  </a:lnTo>
                  <a:lnTo>
                    <a:pt x="293065" y="886244"/>
                  </a:lnTo>
                  <a:lnTo>
                    <a:pt x="272440" y="886244"/>
                  </a:lnTo>
                  <a:lnTo>
                    <a:pt x="272440" y="836244"/>
                  </a:lnTo>
                  <a:lnTo>
                    <a:pt x="293065" y="836244"/>
                  </a:lnTo>
                  <a:lnTo>
                    <a:pt x="293065" y="829094"/>
                  </a:lnTo>
                  <a:lnTo>
                    <a:pt x="272440" y="829094"/>
                  </a:lnTo>
                  <a:lnTo>
                    <a:pt x="272440" y="781240"/>
                  </a:lnTo>
                  <a:lnTo>
                    <a:pt x="425323" y="781240"/>
                  </a:lnTo>
                  <a:lnTo>
                    <a:pt x="425323" y="832675"/>
                  </a:lnTo>
                  <a:lnTo>
                    <a:pt x="435317" y="832675"/>
                  </a:lnTo>
                  <a:lnTo>
                    <a:pt x="435317" y="781240"/>
                  </a:lnTo>
                  <a:lnTo>
                    <a:pt x="1022400" y="781240"/>
                  </a:lnTo>
                  <a:lnTo>
                    <a:pt x="1022400" y="775525"/>
                  </a:lnTo>
                  <a:lnTo>
                    <a:pt x="435317" y="775525"/>
                  </a:lnTo>
                  <a:lnTo>
                    <a:pt x="435317" y="724090"/>
                  </a:lnTo>
                  <a:lnTo>
                    <a:pt x="1022400" y="724090"/>
                  </a:lnTo>
                  <a:lnTo>
                    <a:pt x="1022400" y="718375"/>
                  </a:lnTo>
                  <a:lnTo>
                    <a:pt x="435317" y="718375"/>
                  </a:lnTo>
                  <a:lnTo>
                    <a:pt x="435317" y="666940"/>
                  </a:lnTo>
                  <a:lnTo>
                    <a:pt x="1022400" y="666940"/>
                  </a:lnTo>
                  <a:lnTo>
                    <a:pt x="1022400" y="661225"/>
                  </a:lnTo>
                  <a:lnTo>
                    <a:pt x="459651" y="661225"/>
                  </a:lnTo>
                  <a:lnTo>
                    <a:pt x="467258" y="659155"/>
                  </a:lnTo>
                  <a:lnTo>
                    <a:pt x="475386" y="655561"/>
                  </a:lnTo>
                  <a:lnTo>
                    <a:pt x="499618" y="623785"/>
                  </a:lnTo>
                  <a:lnTo>
                    <a:pt x="499427" y="616546"/>
                  </a:lnTo>
                  <a:lnTo>
                    <a:pt x="496849" y="611314"/>
                  </a:lnTo>
                  <a:lnTo>
                    <a:pt x="494512" y="609790"/>
                  </a:lnTo>
                  <a:lnTo>
                    <a:pt x="1022400" y="609790"/>
                  </a:lnTo>
                  <a:lnTo>
                    <a:pt x="1022400" y="604075"/>
                  </a:lnTo>
                  <a:lnTo>
                    <a:pt x="485876" y="604075"/>
                  </a:lnTo>
                  <a:lnTo>
                    <a:pt x="480847" y="602742"/>
                  </a:lnTo>
                  <a:lnTo>
                    <a:pt x="472465" y="602932"/>
                  </a:lnTo>
                  <a:lnTo>
                    <a:pt x="464540" y="603897"/>
                  </a:lnTo>
                  <a:lnTo>
                    <a:pt x="463931" y="604075"/>
                  </a:lnTo>
                  <a:lnTo>
                    <a:pt x="449313" y="604075"/>
                  </a:lnTo>
                  <a:lnTo>
                    <a:pt x="449313" y="609790"/>
                  </a:lnTo>
                  <a:lnTo>
                    <a:pt x="449110" y="609892"/>
                  </a:lnTo>
                  <a:lnTo>
                    <a:pt x="441604" y="614934"/>
                  </a:lnTo>
                  <a:lnTo>
                    <a:pt x="440270" y="616102"/>
                  </a:lnTo>
                  <a:lnTo>
                    <a:pt x="440270" y="661225"/>
                  </a:lnTo>
                  <a:lnTo>
                    <a:pt x="435317" y="661225"/>
                  </a:lnTo>
                  <a:lnTo>
                    <a:pt x="435317" y="658685"/>
                  </a:lnTo>
                  <a:lnTo>
                    <a:pt x="437324" y="660273"/>
                  </a:lnTo>
                  <a:lnTo>
                    <a:pt x="440270" y="661225"/>
                  </a:lnTo>
                  <a:lnTo>
                    <a:pt x="440270" y="616102"/>
                  </a:lnTo>
                  <a:lnTo>
                    <a:pt x="435317" y="620395"/>
                  </a:lnTo>
                  <a:lnTo>
                    <a:pt x="435317" y="609790"/>
                  </a:lnTo>
                  <a:lnTo>
                    <a:pt x="449313" y="609790"/>
                  </a:lnTo>
                  <a:lnTo>
                    <a:pt x="449313" y="604075"/>
                  </a:lnTo>
                  <a:lnTo>
                    <a:pt x="435317" y="604075"/>
                  </a:lnTo>
                  <a:lnTo>
                    <a:pt x="435317" y="572960"/>
                  </a:lnTo>
                  <a:lnTo>
                    <a:pt x="437324" y="574548"/>
                  </a:lnTo>
                  <a:lnTo>
                    <a:pt x="443230" y="576453"/>
                  </a:lnTo>
                  <a:lnTo>
                    <a:pt x="450469" y="576643"/>
                  </a:lnTo>
                  <a:lnTo>
                    <a:pt x="458952" y="575691"/>
                  </a:lnTo>
                  <a:lnTo>
                    <a:pt x="494969" y="552640"/>
                  </a:lnTo>
                  <a:lnTo>
                    <a:pt x="1022400" y="552640"/>
                  </a:lnTo>
                  <a:lnTo>
                    <a:pt x="1022400" y="546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2382093" y="6585653"/>
              <a:ext cx="86360" cy="23495"/>
            </a:xfrm>
            <a:custGeom>
              <a:avLst/>
              <a:gdLst/>
              <a:ahLst/>
              <a:cxnLst/>
              <a:rect l="l" t="t" r="r" b="b"/>
              <a:pathLst>
                <a:path w="86360" h="23495">
                  <a:moveTo>
                    <a:pt x="86092" y="23236"/>
                  </a:moveTo>
                  <a:lnTo>
                    <a:pt x="76296" y="16195"/>
                  </a:lnTo>
                  <a:lnTo>
                    <a:pt x="65856" y="11166"/>
                  </a:lnTo>
                  <a:lnTo>
                    <a:pt x="54773" y="8149"/>
                  </a:lnTo>
                  <a:lnTo>
                    <a:pt x="43046" y="7143"/>
                  </a:lnTo>
                  <a:lnTo>
                    <a:pt x="31319" y="8149"/>
                  </a:lnTo>
                  <a:lnTo>
                    <a:pt x="20235" y="11166"/>
                  </a:lnTo>
                  <a:lnTo>
                    <a:pt x="9796" y="16195"/>
                  </a:lnTo>
                  <a:lnTo>
                    <a:pt x="0" y="23236"/>
                  </a:lnTo>
                  <a:lnTo>
                    <a:pt x="9796" y="13070"/>
                  </a:lnTo>
                  <a:lnTo>
                    <a:pt x="20235" y="5809"/>
                  </a:lnTo>
                  <a:lnTo>
                    <a:pt x="31319" y="1452"/>
                  </a:lnTo>
                  <a:lnTo>
                    <a:pt x="43046" y="0"/>
                  </a:lnTo>
                  <a:lnTo>
                    <a:pt x="54773" y="1452"/>
                  </a:lnTo>
                  <a:lnTo>
                    <a:pt x="65856" y="5809"/>
                  </a:lnTo>
                  <a:lnTo>
                    <a:pt x="76296" y="13070"/>
                  </a:lnTo>
                  <a:lnTo>
                    <a:pt x="86092" y="232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2382093" y="6585653"/>
              <a:ext cx="86360" cy="23495"/>
            </a:xfrm>
            <a:custGeom>
              <a:avLst/>
              <a:gdLst/>
              <a:ahLst/>
              <a:cxnLst/>
              <a:rect l="l" t="t" r="r" b="b"/>
              <a:pathLst>
                <a:path w="86360" h="23495">
                  <a:moveTo>
                    <a:pt x="0" y="23236"/>
                  </a:moveTo>
                  <a:lnTo>
                    <a:pt x="9796" y="16195"/>
                  </a:lnTo>
                  <a:lnTo>
                    <a:pt x="20235" y="11166"/>
                  </a:lnTo>
                  <a:lnTo>
                    <a:pt x="31319" y="8149"/>
                  </a:lnTo>
                  <a:lnTo>
                    <a:pt x="43046" y="7143"/>
                  </a:lnTo>
                  <a:lnTo>
                    <a:pt x="54773" y="8149"/>
                  </a:lnTo>
                  <a:lnTo>
                    <a:pt x="65856" y="11166"/>
                  </a:lnTo>
                  <a:lnTo>
                    <a:pt x="76296" y="16195"/>
                  </a:lnTo>
                  <a:lnTo>
                    <a:pt x="86092" y="23236"/>
                  </a:lnTo>
                  <a:lnTo>
                    <a:pt x="76296" y="13070"/>
                  </a:lnTo>
                  <a:lnTo>
                    <a:pt x="65856" y="5809"/>
                  </a:lnTo>
                  <a:lnTo>
                    <a:pt x="54773" y="1452"/>
                  </a:lnTo>
                  <a:lnTo>
                    <a:pt x="43046" y="0"/>
                  </a:lnTo>
                  <a:lnTo>
                    <a:pt x="31319" y="1452"/>
                  </a:lnTo>
                  <a:lnTo>
                    <a:pt x="20235" y="5809"/>
                  </a:lnTo>
                  <a:lnTo>
                    <a:pt x="9796" y="13070"/>
                  </a:lnTo>
                  <a:lnTo>
                    <a:pt x="0" y="2323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2382093" y="6708901"/>
              <a:ext cx="86360" cy="23495"/>
            </a:xfrm>
            <a:custGeom>
              <a:avLst/>
              <a:gdLst/>
              <a:ahLst/>
              <a:cxnLst/>
              <a:rect l="l" t="t" r="r" b="b"/>
              <a:pathLst>
                <a:path w="86360" h="23495">
                  <a:moveTo>
                    <a:pt x="43046" y="23236"/>
                  </a:moveTo>
                  <a:lnTo>
                    <a:pt x="31319" y="21783"/>
                  </a:lnTo>
                  <a:lnTo>
                    <a:pt x="20235" y="17427"/>
                  </a:lnTo>
                  <a:lnTo>
                    <a:pt x="9796" y="10165"/>
                  </a:lnTo>
                  <a:lnTo>
                    <a:pt x="0" y="0"/>
                  </a:lnTo>
                  <a:lnTo>
                    <a:pt x="9796" y="7040"/>
                  </a:lnTo>
                  <a:lnTo>
                    <a:pt x="20235" y="12069"/>
                  </a:lnTo>
                  <a:lnTo>
                    <a:pt x="31319" y="15086"/>
                  </a:lnTo>
                  <a:lnTo>
                    <a:pt x="43046" y="16092"/>
                  </a:lnTo>
                  <a:lnTo>
                    <a:pt x="54773" y="15086"/>
                  </a:lnTo>
                  <a:lnTo>
                    <a:pt x="65856" y="12069"/>
                  </a:lnTo>
                  <a:lnTo>
                    <a:pt x="76296" y="7040"/>
                  </a:lnTo>
                  <a:lnTo>
                    <a:pt x="86092" y="0"/>
                  </a:lnTo>
                  <a:lnTo>
                    <a:pt x="76296" y="10165"/>
                  </a:lnTo>
                  <a:lnTo>
                    <a:pt x="65856" y="17427"/>
                  </a:lnTo>
                  <a:lnTo>
                    <a:pt x="54773" y="21783"/>
                  </a:lnTo>
                  <a:lnTo>
                    <a:pt x="43046" y="232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2382093" y="6708901"/>
              <a:ext cx="86360" cy="23495"/>
            </a:xfrm>
            <a:custGeom>
              <a:avLst/>
              <a:gdLst/>
              <a:ahLst/>
              <a:cxnLst/>
              <a:rect l="l" t="t" r="r" b="b"/>
              <a:pathLst>
                <a:path w="86360" h="23495">
                  <a:moveTo>
                    <a:pt x="0" y="0"/>
                  </a:moveTo>
                  <a:lnTo>
                    <a:pt x="9796" y="10165"/>
                  </a:lnTo>
                  <a:lnTo>
                    <a:pt x="20235" y="17427"/>
                  </a:lnTo>
                  <a:lnTo>
                    <a:pt x="31319" y="21783"/>
                  </a:lnTo>
                  <a:lnTo>
                    <a:pt x="43046" y="23236"/>
                  </a:lnTo>
                  <a:lnTo>
                    <a:pt x="54773" y="21783"/>
                  </a:lnTo>
                  <a:lnTo>
                    <a:pt x="65856" y="17427"/>
                  </a:lnTo>
                  <a:lnTo>
                    <a:pt x="76296" y="10165"/>
                  </a:lnTo>
                  <a:lnTo>
                    <a:pt x="86092" y="0"/>
                  </a:lnTo>
                  <a:lnTo>
                    <a:pt x="76296" y="7040"/>
                  </a:lnTo>
                  <a:lnTo>
                    <a:pt x="65856" y="12069"/>
                  </a:lnTo>
                  <a:lnTo>
                    <a:pt x="54773" y="15086"/>
                  </a:lnTo>
                  <a:lnTo>
                    <a:pt x="43046" y="16092"/>
                  </a:lnTo>
                  <a:lnTo>
                    <a:pt x="31319" y="15086"/>
                  </a:lnTo>
                  <a:lnTo>
                    <a:pt x="20235" y="12069"/>
                  </a:lnTo>
                  <a:lnTo>
                    <a:pt x="9796" y="704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2488184" y="6076260"/>
              <a:ext cx="1466850" cy="1034415"/>
            </a:xfrm>
            <a:custGeom>
              <a:avLst/>
              <a:gdLst/>
              <a:ahLst/>
              <a:cxnLst/>
              <a:rect l="l" t="t" r="r" b="b"/>
              <a:pathLst>
                <a:path w="1466850" h="1034415">
                  <a:moveTo>
                    <a:pt x="74295" y="538060"/>
                  </a:moveTo>
                  <a:lnTo>
                    <a:pt x="74104" y="530821"/>
                  </a:lnTo>
                  <a:lnTo>
                    <a:pt x="71526" y="525589"/>
                  </a:lnTo>
                  <a:lnTo>
                    <a:pt x="66573" y="522351"/>
                  </a:lnTo>
                  <a:lnTo>
                    <a:pt x="62001" y="518731"/>
                  </a:lnTo>
                  <a:lnTo>
                    <a:pt x="55524" y="517017"/>
                  </a:lnTo>
                  <a:lnTo>
                    <a:pt x="47142" y="517207"/>
                  </a:lnTo>
                  <a:lnTo>
                    <a:pt x="39217" y="518172"/>
                  </a:lnTo>
                  <a:lnTo>
                    <a:pt x="4648" y="541274"/>
                  </a:lnTo>
                  <a:lnTo>
                    <a:pt x="0" y="555205"/>
                  </a:lnTo>
                  <a:lnTo>
                    <a:pt x="88" y="558355"/>
                  </a:lnTo>
                  <a:lnTo>
                    <a:pt x="0" y="640930"/>
                  </a:lnTo>
                  <a:lnTo>
                    <a:pt x="0" y="832675"/>
                  </a:lnTo>
                  <a:lnTo>
                    <a:pt x="9994" y="832675"/>
                  </a:lnTo>
                  <a:lnTo>
                    <a:pt x="9994" y="658685"/>
                  </a:lnTo>
                  <a:lnTo>
                    <a:pt x="12001" y="660273"/>
                  </a:lnTo>
                  <a:lnTo>
                    <a:pt x="17907" y="662178"/>
                  </a:lnTo>
                  <a:lnTo>
                    <a:pt x="58000" y="650646"/>
                  </a:lnTo>
                  <a:lnTo>
                    <a:pt x="74295" y="623785"/>
                  </a:lnTo>
                  <a:lnTo>
                    <a:pt x="74104" y="616546"/>
                  </a:lnTo>
                  <a:lnTo>
                    <a:pt x="71526" y="611314"/>
                  </a:lnTo>
                  <a:lnTo>
                    <a:pt x="66573" y="608076"/>
                  </a:lnTo>
                  <a:lnTo>
                    <a:pt x="62001" y="604456"/>
                  </a:lnTo>
                  <a:lnTo>
                    <a:pt x="55524" y="602742"/>
                  </a:lnTo>
                  <a:lnTo>
                    <a:pt x="47142" y="602932"/>
                  </a:lnTo>
                  <a:lnTo>
                    <a:pt x="39217" y="603897"/>
                  </a:lnTo>
                  <a:lnTo>
                    <a:pt x="31432" y="606209"/>
                  </a:lnTo>
                  <a:lnTo>
                    <a:pt x="23787" y="609892"/>
                  </a:lnTo>
                  <a:lnTo>
                    <a:pt x="16281" y="614934"/>
                  </a:lnTo>
                  <a:lnTo>
                    <a:pt x="9994" y="620395"/>
                  </a:lnTo>
                  <a:lnTo>
                    <a:pt x="9994" y="572960"/>
                  </a:lnTo>
                  <a:lnTo>
                    <a:pt x="12001" y="574548"/>
                  </a:lnTo>
                  <a:lnTo>
                    <a:pt x="17907" y="576453"/>
                  </a:lnTo>
                  <a:lnTo>
                    <a:pt x="25146" y="576643"/>
                  </a:lnTo>
                  <a:lnTo>
                    <a:pt x="33629" y="575691"/>
                  </a:lnTo>
                  <a:lnTo>
                    <a:pt x="69646" y="552640"/>
                  </a:lnTo>
                  <a:lnTo>
                    <a:pt x="72847" y="545630"/>
                  </a:lnTo>
                  <a:lnTo>
                    <a:pt x="74295" y="538060"/>
                  </a:lnTo>
                  <a:close/>
                </a:path>
                <a:path w="1466850" h="1034415">
                  <a:moveTo>
                    <a:pt x="295008" y="829094"/>
                  </a:moveTo>
                  <a:lnTo>
                    <a:pt x="274396" y="829094"/>
                  </a:lnTo>
                  <a:lnTo>
                    <a:pt x="274396" y="768197"/>
                  </a:lnTo>
                  <a:lnTo>
                    <a:pt x="274688" y="766660"/>
                  </a:lnTo>
                  <a:lnTo>
                    <a:pt x="274497" y="759421"/>
                  </a:lnTo>
                  <a:lnTo>
                    <a:pt x="274396" y="759218"/>
                  </a:lnTo>
                  <a:lnTo>
                    <a:pt x="274396" y="575500"/>
                  </a:lnTo>
                  <a:lnTo>
                    <a:pt x="264401" y="575500"/>
                  </a:lnTo>
                  <a:lnTo>
                    <a:pt x="264401" y="748931"/>
                  </a:lnTo>
                  <a:lnTo>
                    <a:pt x="262394" y="747331"/>
                  </a:lnTo>
                  <a:lnTo>
                    <a:pt x="255917" y="745617"/>
                  </a:lnTo>
                  <a:lnTo>
                    <a:pt x="216674" y="757809"/>
                  </a:lnTo>
                  <a:lnTo>
                    <a:pt x="200393" y="783805"/>
                  </a:lnTo>
                  <a:lnTo>
                    <a:pt x="200583" y="790282"/>
                  </a:lnTo>
                  <a:lnTo>
                    <a:pt x="225539" y="805243"/>
                  </a:lnTo>
                  <a:lnTo>
                    <a:pt x="234022" y="804291"/>
                  </a:lnTo>
                  <a:lnTo>
                    <a:pt x="242328" y="802030"/>
                  </a:lnTo>
                  <a:lnTo>
                    <a:pt x="250456" y="798436"/>
                  </a:lnTo>
                  <a:lnTo>
                    <a:pt x="258394" y="793521"/>
                  </a:lnTo>
                  <a:lnTo>
                    <a:pt x="264401" y="788289"/>
                  </a:lnTo>
                  <a:lnTo>
                    <a:pt x="264401" y="829094"/>
                  </a:lnTo>
                  <a:lnTo>
                    <a:pt x="183870" y="829094"/>
                  </a:lnTo>
                  <a:lnTo>
                    <a:pt x="183870" y="836244"/>
                  </a:lnTo>
                  <a:lnTo>
                    <a:pt x="264401" y="836244"/>
                  </a:lnTo>
                  <a:lnTo>
                    <a:pt x="264401" y="886244"/>
                  </a:lnTo>
                  <a:lnTo>
                    <a:pt x="183870" y="886244"/>
                  </a:lnTo>
                  <a:lnTo>
                    <a:pt x="183870" y="893394"/>
                  </a:lnTo>
                  <a:lnTo>
                    <a:pt x="264401" y="893394"/>
                  </a:lnTo>
                  <a:lnTo>
                    <a:pt x="264401" y="943394"/>
                  </a:lnTo>
                  <a:lnTo>
                    <a:pt x="183870" y="943394"/>
                  </a:lnTo>
                  <a:lnTo>
                    <a:pt x="183870" y="950544"/>
                  </a:lnTo>
                  <a:lnTo>
                    <a:pt x="228841" y="950544"/>
                  </a:lnTo>
                  <a:lnTo>
                    <a:pt x="224180" y="952792"/>
                  </a:lnTo>
                  <a:lnTo>
                    <a:pt x="200393" y="983830"/>
                  </a:lnTo>
                  <a:lnTo>
                    <a:pt x="200583" y="990307"/>
                  </a:lnTo>
                  <a:lnTo>
                    <a:pt x="225539" y="1005268"/>
                  </a:lnTo>
                  <a:lnTo>
                    <a:pt x="234022" y="1004316"/>
                  </a:lnTo>
                  <a:lnTo>
                    <a:pt x="270040" y="981265"/>
                  </a:lnTo>
                  <a:lnTo>
                    <a:pt x="274688" y="966685"/>
                  </a:lnTo>
                  <a:lnTo>
                    <a:pt x="274497" y="959446"/>
                  </a:lnTo>
                  <a:lnTo>
                    <a:pt x="274396" y="959243"/>
                  </a:lnTo>
                  <a:lnTo>
                    <a:pt x="274396" y="950544"/>
                  </a:lnTo>
                  <a:lnTo>
                    <a:pt x="295008" y="950544"/>
                  </a:lnTo>
                  <a:lnTo>
                    <a:pt x="295008" y="943394"/>
                  </a:lnTo>
                  <a:lnTo>
                    <a:pt x="274396" y="943394"/>
                  </a:lnTo>
                  <a:lnTo>
                    <a:pt x="274396" y="893394"/>
                  </a:lnTo>
                  <a:lnTo>
                    <a:pt x="295008" y="893394"/>
                  </a:lnTo>
                  <a:lnTo>
                    <a:pt x="295008" y="886244"/>
                  </a:lnTo>
                  <a:lnTo>
                    <a:pt x="274396" y="886244"/>
                  </a:lnTo>
                  <a:lnTo>
                    <a:pt x="274396" y="836244"/>
                  </a:lnTo>
                  <a:lnTo>
                    <a:pt x="295008" y="836244"/>
                  </a:lnTo>
                  <a:lnTo>
                    <a:pt x="295008" y="829094"/>
                  </a:lnTo>
                  <a:close/>
                </a:path>
                <a:path w="1466850" h="1034415">
                  <a:moveTo>
                    <a:pt x="1466481" y="546925"/>
                  </a:moveTo>
                  <a:lnTo>
                    <a:pt x="908024" y="546925"/>
                  </a:lnTo>
                  <a:lnTo>
                    <a:pt x="908024" y="444055"/>
                  </a:lnTo>
                  <a:lnTo>
                    <a:pt x="898017" y="444055"/>
                  </a:lnTo>
                  <a:lnTo>
                    <a:pt x="898017" y="775525"/>
                  </a:lnTo>
                  <a:lnTo>
                    <a:pt x="669137" y="775525"/>
                  </a:lnTo>
                  <a:lnTo>
                    <a:pt x="669137" y="724090"/>
                  </a:lnTo>
                  <a:lnTo>
                    <a:pt x="898017" y="724090"/>
                  </a:lnTo>
                  <a:lnTo>
                    <a:pt x="898017" y="718375"/>
                  </a:lnTo>
                  <a:lnTo>
                    <a:pt x="669137" y="718375"/>
                  </a:lnTo>
                  <a:lnTo>
                    <a:pt x="669137" y="666940"/>
                  </a:lnTo>
                  <a:lnTo>
                    <a:pt x="898017" y="666940"/>
                  </a:lnTo>
                  <a:lnTo>
                    <a:pt x="898017" y="661225"/>
                  </a:lnTo>
                  <a:lnTo>
                    <a:pt x="669137" y="661225"/>
                  </a:lnTo>
                  <a:lnTo>
                    <a:pt x="669137" y="609790"/>
                  </a:lnTo>
                  <a:lnTo>
                    <a:pt x="827112" y="609790"/>
                  </a:lnTo>
                  <a:lnTo>
                    <a:pt x="826579" y="613791"/>
                  </a:lnTo>
                  <a:lnTo>
                    <a:pt x="827341" y="617410"/>
                  </a:lnTo>
                  <a:lnTo>
                    <a:pt x="829056" y="620839"/>
                  </a:lnTo>
                  <a:lnTo>
                    <a:pt x="831723" y="624078"/>
                  </a:lnTo>
                  <a:lnTo>
                    <a:pt x="839444" y="632650"/>
                  </a:lnTo>
                  <a:lnTo>
                    <a:pt x="843445" y="632650"/>
                  </a:lnTo>
                  <a:lnTo>
                    <a:pt x="840397" y="628650"/>
                  </a:lnTo>
                  <a:lnTo>
                    <a:pt x="838682" y="625119"/>
                  </a:lnTo>
                  <a:lnTo>
                    <a:pt x="838301" y="622071"/>
                  </a:lnTo>
                  <a:lnTo>
                    <a:pt x="839254" y="616927"/>
                  </a:lnTo>
                  <a:lnTo>
                    <a:pt x="842200" y="612546"/>
                  </a:lnTo>
                  <a:lnTo>
                    <a:pt x="845959" y="609790"/>
                  </a:lnTo>
                  <a:lnTo>
                    <a:pt x="898017" y="609790"/>
                  </a:lnTo>
                  <a:lnTo>
                    <a:pt x="898017" y="604075"/>
                  </a:lnTo>
                  <a:lnTo>
                    <a:pt x="853097" y="604075"/>
                  </a:lnTo>
                  <a:lnTo>
                    <a:pt x="855827" y="599884"/>
                  </a:lnTo>
                  <a:lnTo>
                    <a:pt x="856589" y="594360"/>
                  </a:lnTo>
                  <a:lnTo>
                    <a:pt x="855827" y="590740"/>
                  </a:lnTo>
                  <a:lnTo>
                    <a:pt x="854113" y="587311"/>
                  </a:lnTo>
                  <a:lnTo>
                    <a:pt x="851446" y="584073"/>
                  </a:lnTo>
                  <a:lnTo>
                    <a:pt x="844867" y="577024"/>
                  </a:lnTo>
                  <a:lnTo>
                    <a:pt x="844867" y="586359"/>
                  </a:lnTo>
                  <a:lnTo>
                    <a:pt x="843915" y="591312"/>
                  </a:lnTo>
                  <a:lnTo>
                    <a:pt x="840968" y="595693"/>
                  </a:lnTo>
                  <a:lnTo>
                    <a:pt x="836015" y="599503"/>
                  </a:lnTo>
                  <a:lnTo>
                    <a:pt x="830491" y="603313"/>
                  </a:lnTo>
                  <a:lnTo>
                    <a:pt x="829983" y="604075"/>
                  </a:lnTo>
                  <a:lnTo>
                    <a:pt x="669137" y="604075"/>
                  </a:lnTo>
                  <a:lnTo>
                    <a:pt x="659130" y="604075"/>
                  </a:lnTo>
                  <a:lnTo>
                    <a:pt x="659130" y="609790"/>
                  </a:lnTo>
                  <a:lnTo>
                    <a:pt x="659130" y="829094"/>
                  </a:lnTo>
                  <a:lnTo>
                    <a:pt x="640473" y="829094"/>
                  </a:lnTo>
                  <a:lnTo>
                    <a:pt x="645185" y="827011"/>
                  </a:lnTo>
                  <a:lnTo>
                    <a:pt x="653135" y="822096"/>
                  </a:lnTo>
                  <a:lnTo>
                    <a:pt x="659130" y="816864"/>
                  </a:lnTo>
                  <a:lnTo>
                    <a:pt x="659130" y="775525"/>
                  </a:lnTo>
                  <a:lnTo>
                    <a:pt x="655688" y="775525"/>
                  </a:lnTo>
                  <a:lnTo>
                    <a:pt x="650659" y="774192"/>
                  </a:lnTo>
                  <a:lnTo>
                    <a:pt x="642277" y="774382"/>
                  </a:lnTo>
                  <a:lnTo>
                    <a:pt x="634352" y="775347"/>
                  </a:lnTo>
                  <a:lnTo>
                    <a:pt x="633742" y="775525"/>
                  </a:lnTo>
                  <a:lnTo>
                    <a:pt x="409384" y="775525"/>
                  </a:lnTo>
                  <a:lnTo>
                    <a:pt x="409384" y="724090"/>
                  </a:lnTo>
                  <a:lnTo>
                    <a:pt x="659130" y="724090"/>
                  </a:lnTo>
                  <a:lnTo>
                    <a:pt x="659130" y="718375"/>
                  </a:lnTo>
                  <a:lnTo>
                    <a:pt x="409384" y="718375"/>
                  </a:lnTo>
                  <a:lnTo>
                    <a:pt x="409384" y="666940"/>
                  </a:lnTo>
                  <a:lnTo>
                    <a:pt x="659130" y="666940"/>
                  </a:lnTo>
                  <a:lnTo>
                    <a:pt x="659130" y="661225"/>
                  </a:lnTo>
                  <a:lnTo>
                    <a:pt x="409384" y="661225"/>
                  </a:lnTo>
                  <a:lnTo>
                    <a:pt x="409384" y="609790"/>
                  </a:lnTo>
                  <a:lnTo>
                    <a:pt x="659130" y="609790"/>
                  </a:lnTo>
                  <a:lnTo>
                    <a:pt x="659130" y="604075"/>
                  </a:lnTo>
                  <a:lnTo>
                    <a:pt x="409384" y="604075"/>
                  </a:lnTo>
                  <a:lnTo>
                    <a:pt x="409384" y="552640"/>
                  </a:lnTo>
                  <a:lnTo>
                    <a:pt x="827112" y="552640"/>
                  </a:lnTo>
                  <a:lnTo>
                    <a:pt x="826579" y="556641"/>
                  </a:lnTo>
                  <a:lnTo>
                    <a:pt x="827341" y="560260"/>
                  </a:lnTo>
                  <a:lnTo>
                    <a:pt x="829056" y="563689"/>
                  </a:lnTo>
                  <a:lnTo>
                    <a:pt x="831723" y="566928"/>
                  </a:lnTo>
                  <a:lnTo>
                    <a:pt x="839444" y="575500"/>
                  </a:lnTo>
                  <a:lnTo>
                    <a:pt x="842302" y="578358"/>
                  </a:lnTo>
                  <a:lnTo>
                    <a:pt x="844105" y="581977"/>
                  </a:lnTo>
                  <a:lnTo>
                    <a:pt x="844867" y="586359"/>
                  </a:lnTo>
                  <a:lnTo>
                    <a:pt x="844867" y="577024"/>
                  </a:lnTo>
                  <a:lnTo>
                    <a:pt x="843445" y="575500"/>
                  </a:lnTo>
                  <a:lnTo>
                    <a:pt x="840397" y="571500"/>
                  </a:lnTo>
                  <a:lnTo>
                    <a:pt x="838682" y="567969"/>
                  </a:lnTo>
                  <a:lnTo>
                    <a:pt x="838301" y="564921"/>
                  </a:lnTo>
                  <a:lnTo>
                    <a:pt x="839254" y="559777"/>
                  </a:lnTo>
                  <a:lnTo>
                    <a:pt x="842200" y="555396"/>
                  </a:lnTo>
                  <a:lnTo>
                    <a:pt x="845959" y="552640"/>
                  </a:lnTo>
                  <a:lnTo>
                    <a:pt x="898017" y="552640"/>
                  </a:lnTo>
                  <a:lnTo>
                    <a:pt x="898017" y="546925"/>
                  </a:lnTo>
                  <a:lnTo>
                    <a:pt x="853097" y="546925"/>
                  </a:lnTo>
                  <a:lnTo>
                    <a:pt x="855827" y="542734"/>
                  </a:lnTo>
                  <a:lnTo>
                    <a:pt x="856589" y="537210"/>
                  </a:lnTo>
                  <a:lnTo>
                    <a:pt x="855827" y="533590"/>
                  </a:lnTo>
                  <a:lnTo>
                    <a:pt x="854113" y="530161"/>
                  </a:lnTo>
                  <a:lnTo>
                    <a:pt x="851446" y="526923"/>
                  </a:lnTo>
                  <a:lnTo>
                    <a:pt x="843445" y="518350"/>
                  </a:lnTo>
                  <a:lnTo>
                    <a:pt x="840397" y="514350"/>
                  </a:lnTo>
                  <a:lnTo>
                    <a:pt x="838682" y="510819"/>
                  </a:lnTo>
                  <a:lnTo>
                    <a:pt x="838301" y="507771"/>
                  </a:lnTo>
                  <a:lnTo>
                    <a:pt x="839254" y="502627"/>
                  </a:lnTo>
                  <a:lnTo>
                    <a:pt x="842200" y="498246"/>
                  </a:lnTo>
                  <a:lnTo>
                    <a:pt x="847153" y="494626"/>
                  </a:lnTo>
                  <a:lnTo>
                    <a:pt x="852678" y="490435"/>
                  </a:lnTo>
                  <a:lnTo>
                    <a:pt x="855827" y="485584"/>
                  </a:lnTo>
                  <a:lnTo>
                    <a:pt x="856589" y="480060"/>
                  </a:lnTo>
                  <a:lnTo>
                    <a:pt x="855827" y="476440"/>
                  </a:lnTo>
                  <a:lnTo>
                    <a:pt x="854113" y="473011"/>
                  </a:lnTo>
                  <a:lnTo>
                    <a:pt x="851446" y="469773"/>
                  </a:lnTo>
                  <a:lnTo>
                    <a:pt x="843445" y="461200"/>
                  </a:lnTo>
                  <a:lnTo>
                    <a:pt x="840397" y="457200"/>
                  </a:lnTo>
                  <a:lnTo>
                    <a:pt x="838682" y="453669"/>
                  </a:lnTo>
                  <a:lnTo>
                    <a:pt x="838301" y="450621"/>
                  </a:lnTo>
                  <a:lnTo>
                    <a:pt x="839254" y="445477"/>
                  </a:lnTo>
                  <a:lnTo>
                    <a:pt x="842200" y="441096"/>
                  </a:lnTo>
                  <a:lnTo>
                    <a:pt x="847153" y="437476"/>
                  </a:lnTo>
                  <a:lnTo>
                    <a:pt x="852678" y="433285"/>
                  </a:lnTo>
                  <a:lnTo>
                    <a:pt x="855827" y="428434"/>
                  </a:lnTo>
                  <a:lnTo>
                    <a:pt x="856589" y="422910"/>
                  </a:lnTo>
                  <a:lnTo>
                    <a:pt x="855827" y="419290"/>
                  </a:lnTo>
                  <a:lnTo>
                    <a:pt x="854113" y="415861"/>
                  </a:lnTo>
                  <a:lnTo>
                    <a:pt x="851446" y="412623"/>
                  </a:lnTo>
                  <a:lnTo>
                    <a:pt x="843445" y="404050"/>
                  </a:lnTo>
                  <a:lnTo>
                    <a:pt x="839444" y="404050"/>
                  </a:lnTo>
                  <a:lnTo>
                    <a:pt x="842302" y="406908"/>
                  </a:lnTo>
                  <a:lnTo>
                    <a:pt x="844105" y="410527"/>
                  </a:lnTo>
                  <a:lnTo>
                    <a:pt x="830491" y="431863"/>
                  </a:lnTo>
                  <a:lnTo>
                    <a:pt x="827341" y="436626"/>
                  </a:lnTo>
                  <a:lnTo>
                    <a:pt x="826579" y="442341"/>
                  </a:lnTo>
                  <a:lnTo>
                    <a:pt x="827341" y="445960"/>
                  </a:lnTo>
                  <a:lnTo>
                    <a:pt x="829056" y="449389"/>
                  </a:lnTo>
                  <a:lnTo>
                    <a:pt x="831723" y="452628"/>
                  </a:lnTo>
                  <a:lnTo>
                    <a:pt x="839444" y="461200"/>
                  </a:lnTo>
                  <a:lnTo>
                    <a:pt x="842302" y="464058"/>
                  </a:lnTo>
                  <a:lnTo>
                    <a:pt x="844105" y="467677"/>
                  </a:lnTo>
                  <a:lnTo>
                    <a:pt x="830491" y="489013"/>
                  </a:lnTo>
                  <a:lnTo>
                    <a:pt x="827341" y="493776"/>
                  </a:lnTo>
                  <a:lnTo>
                    <a:pt x="826579" y="499491"/>
                  </a:lnTo>
                  <a:lnTo>
                    <a:pt x="827341" y="503110"/>
                  </a:lnTo>
                  <a:lnTo>
                    <a:pt x="829056" y="506539"/>
                  </a:lnTo>
                  <a:lnTo>
                    <a:pt x="831723" y="509778"/>
                  </a:lnTo>
                  <a:lnTo>
                    <a:pt x="839444" y="518350"/>
                  </a:lnTo>
                  <a:lnTo>
                    <a:pt x="842302" y="521208"/>
                  </a:lnTo>
                  <a:lnTo>
                    <a:pt x="844105" y="524827"/>
                  </a:lnTo>
                  <a:lnTo>
                    <a:pt x="830491" y="546163"/>
                  </a:lnTo>
                  <a:lnTo>
                    <a:pt x="829983" y="546925"/>
                  </a:lnTo>
                  <a:lnTo>
                    <a:pt x="409384" y="546925"/>
                  </a:lnTo>
                  <a:lnTo>
                    <a:pt x="409384" y="0"/>
                  </a:lnTo>
                  <a:lnTo>
                    <a:pt x="400812" y="0"/>
                  </a:lnTo>
                  <a:lnTo>
                    <a:pt x="400812" y="546925"/>
                  </a:lnTo>
                  <a:lnTo>
                    <a:pt x="396684" y="546925"/>
                  </a:lnTo>
                  <a:lnTo>
                    <a:pt x="396684" y="552640"/>
                  </a:lnTo>
                  <a:lnTo>
                    <a:pt x="400812" y="552640"/>
                  </a:lnTo>
                  <a:lnTo>
                    <a:pt x="400812" y="604075"/>
                  </a:lnTo>
                  <a:lnTo>
                    <a:pt x="396684" y="604075"/>
                  </a:lnTo>
                  <a:lnTo>
                    <a:pt x="396684" y="609790"/>
                  </a:lnTo>
                  <a:lnTo>
                    <a:pt x="400812" y="609790"/>
                  </a:lnTo>
                  <a:lnTo>
                    <a:pt x="400812" y="661225"/>
                  </a:lnTo>
                  <a:lnTo>
                    <a:pt x="396684" y="661225"/>
                  </a:lnTo>
                  <a:lnTo>
                    <a:pt x="396684" y="666940"/>
                  </a:lnTo>
                  <a:lnTo>
                    <a:pt x="400812" y="666940"/>
                  </a:lnTo>
                  <a:lnTo>
                    <a:pt x="400812" y="718375"/>
                  </a:lnTo>
                  <a:lnTo>
                    <a:pt x="396684" y="718375"/>
                  </a:lnTo>
                  <a:lnTo>
                    <a:pt x="396684" y="724090"/>
                  </a:lnTo>
                  <a:lnTo>
                    <a:pt x="400812" y="724090"/>
                  </a:lnTo>
                  <a:lnTo>
                    <a:pt x="400812" y="775525"/>
                  </a:lnTo>
                  <a:lnTo>
                    <a:pt x="396684" y="775525"/>
                  </a:lnTo>
                  <a:lnTo>
                    <a:pt x="396684" y="781240"/>
                  </a:lnTo>
                  <a:lnTo>
                    <a:pt x="400812" y="781240"/>
                  </a:lnTo>
                  <a:lnTo>
                    <a:pt x="409384" y="781240"/>
                  </a:lnTo>
                  <a:lnTo>
                    <a:pt x="619125" y="781240"/>
                  </a:lnTo>
                  <a:lnTo>
                    <a:pt x="618921" y="781342"/>
                  </a:lnTo>
                  <a:lnTo>
                    <a:pt x="595122" y="812380"/>
                  </a:lnTo>
                  <a:lnTo>
                    <a:pt x="595312" y="818857"/>
                  </a:lnTo>
                  <a:lnTo>
                    <a:pt x="597789" y="824103"/>
                  </a:lnTo>
                  <a:lnTo>
                    <a:pt x="602551" y="828103"/>
                  </a:lnTo>
                  <a:lnTo>
                    <a:pt x="603796" y="829094"/>
                  </a:lnTo>
                  <a:lnTo>
                    <a:pt x="578612" y="829094"/>
                  </a:lnTo>
                  <a:lnTo>
                    <a:pt x="578612" y="836244"/>
                  </a:lnTo>
                  <a:lnTo>
                    <a:pt x="659130" y="836244"/>
                  </a:lnTo>
                  <a:lnTo>
                    <a:pt x="659130" y="886244"/>
                  </a:lnTo>
                  <a:lnTo>
                    <a:pt x="578612" y="886244"/>
                  </a:lnTo>
                  <a:lnTo>
                    <a:pt x="578612" y="893394"/>
                  </a:lnTo>
                  <a:lnTo>
                    <a:pt x="659130" y="893394"/>
                  </a:lnTo>
                  <a:lnTo>
                    <a:pt x="659130" y="943394"/>
                  </a:lnTo>
                  <a:lnTo>
                    <a:pt x="578612" y="943394"/>
                  </a:lnTo>
                  <a:lnTo>
                    <a:pt x="578612" y="950544"/>
                  </a:lnTo>
                  <a:lnTo>
                    <a:pt x="659130" y="950544"/>
                  </a:lnTo>
                  <a:lnTo>
                    <a:pt x="659130" y="977519"/>
                  </a:lnTo>
                  <a:lnTo>
                    <a:pt x="657136" y="975931"/>
                  </a:lnTo>
                  <a:lnTo>
                    <a:pt x="650659" y="974217"/>
                  </a:lnTo>
                  <a:lnTo>
                    <a:pt x="642277" y="974407"/>
                  </a:lnTo>
                  <a:lnTo>
                    <a:pt x="604723" y="992212"/>
                  </a:lnTo>
                  <a:lnTo>
                    <a:pt x="598779" y="1000544"/>
                  </a:lnTo>
                  <a:lnTo>
                    <a:pt x="578612" y="1000544"/>
                  </a:lnTo>
                  <a:lnTo>
                    <a:pt x="578612" y="1007694"/>
                  </a:lnTo>
                  <a:lnTo>
                    <a:pt x="596061" y="1007694"/>
                  </a:lnTo>
                  <a:lnTo>
                    <a:pt x="595122" y="1012405"/>
                  </a:lnTo>
                  <a:lnTo>
                    <a:pt x="620268" y="1033843"/>
                  </a:lnTo>
                  <a:lnTo>
                    <a:pt x="628751" y="1032891"/>
                  </a:lnTo>
                  <a:lnTo>
                    <a:pt x="664781" y="1009840"/>
                  </a:lnTo>
                  <a:lnTo>
                    <a:pt x="665759" y="1007694"/>
                  </a:lnTo>
                  <a:lnTo>
                    <a:pt x="689749" y="1007694"/>
                  </a:lnTo>
                  <a:lnTo>
                    <a:pt x="689749" y="1000544"/>
                  </a:lnTo>
                  <a:lnTo>
                    <a:pt x="668413" y="1000544"/>
                  </a:lnTo>
                  <a:lnTo>
                    <a:pt x="669417" y="995260"/>
                  </a:lnTo>
                  <a:lnTo>
                    <a:pt x="669226" y="988021"/>
                  </a:lnTo>
                  <a:lnTo>
                    <a:pt x="669137" y="987844"/>
                  </a:lnTo>
                  <a:lnTo>
                    <a:pt x="669137" y="950544"/>
                  </a:lnTo>
                  <a:lnTo>
                    <a:pt x="689749" y="950544"/>
                  </a:lnTo>
                  <a:lnTo>
                    <a:pt x="689749" y="943394"/>
                  </a:lnTo>
                  <a:lnTo>
                    <a:pt x="669137" y="943394"/>
                  </a:lnTo>
                  <a:lnTo>
                    <a:pt x="669137" y="893394"/>
                  </a:lnTo>
                  <a:lnTo>
                    <a:pt x="689749" y="893394"/>
                  </a:lnTo>
                  <a:lnTo>
                    <a:pt x="689749" y="886244"/>
                  </a:lnTo>
                  <a:lnTo>
                    <a:pt x="669137" y="886244"/>
                  </a:lnTo>
                  <a:lnTo>
                    <a:pt x="669137" y="836244"/>
                  </a:lnTo>
                  <a:lnTo>
                    <a:pt x="689749" y="836244"/>
                  </a:lnTo>
                  <a:lnTo>
                    <a:pt x="689749" y="829094"/>
                  </a:lnTo>
                  <a:lnTo>
                    <a:pt x="669137" y="829094"/>
                  </a:lnTo>
                  <a:lnTo>
                    <a:pt x="669137" y="796721"/>
                  </a:lnTo>
                  <a:lnTo>
                    <a:pt x="669417" y="795235"/>
                  </a:lnTo>
                  <a:lnTo>
                    <a:pt x="669226" y="787996"/>
                  </a:lnTo>
                  <a:lnTo>
                    <a:pt x="669137" y="787819"/>
                  </a:lnTo>
                  <a:lnTo>
                    <a:pt x="669137" y="781240"/>
                  </a:lnTo>
                  <a:lnTo>
                    <a:pt x="898017" y="781240"/>
                  </a:lnTo>
                  <a:lnTo>
                    <a:pt x="898017" y="804100"/>
                  </a:lnTo>
                  <a:lnTo>
                    <a:pt x="908024" y="804100"/>
                  </a:lnTo>
                  <a:lnTo>
                    <a:pt x="908024" y="781240"/>
                  </a:lnTo>
                  <a:lnTo>
                    <a:pt x="1466481" y="781240"/>
                  </a:lnTo>
                  <a:lnTo>
                    <a:pt x="1466481" y="775525"/>
                  </a:lnTo>
                  <a:lnTo>
                    <a:pt x="908024" y="775525"/>
                  </a:lnTo>
                  <a:lnTo>
                    <a:pt x="908024" y="724090"/>
                  </a:lnTo>
                  <a:lnTo>
                    <a:pt x="1466481" y="724090"/>
                  </a:lnTo>
                  <a:lnTo>
                    <a:pt x="1466481" y="718375"/>
                  </a:lnTo>
                  <a:lnTo>
                    <a:pt x="908024" y="718375"/>
                  </a:lnTo>
                  <a:lnTo>
                    <a:pt x="908024" y="666940"/>
                  </a:lnTo>
                  <a:lnTo>
                    <a:pt x="1466481" y="666940"/>
                  </a:lnTo>
                  <a:lnTo>
                    <a:pt x="1466481" y="661225"/>
                  </a:lnTo>
                  <a:lnTo>
                    <a:pt x="908024" y="661225"/>
                  </a:lnTo>
                  <a:lnTo>
                    <a:pt x="908024" y="609790"/>
                  </a:lnTo>
                  <a:lnTo>
                    <a:pt x="1466481" y="609790"/>
                  </a:lnTo>
                  <a:lnTo>
                    <a:pt x="1466481" y="604075"/>
                  </a:lnTo>
                  <a:lnTo>
                    <a:pt x="908024" y="604075"/>
                  </a:lnTo>
                  <a:lnTo>
                    <a:pt x="908024" y="552640"/>
                  </a:lnTo>
                  <a:lnTo>
                    <a:pt x="1466481" y="552640"/>
                  </a:lnTo>
                  <a:lnTo>
                    <a:pt x="1466481" y="546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2" name="object 222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3369695" y="6477158"/>
              <a:ext cx="111140" cy="120014"/>
            </a:xfrm>
            <a:prstGeom prst="rect">
              <a:avLst/>
            </a:prstGeom>
          </p:spPr>
        </p:pic>
        <p:sp>
          <p:nvSpPr>
            <p:cNvPr id="223" name="object 223"/>
            <p:cNvSpPr/>
            <p:nvPr/>
          </p:nvSpPr>
          <p:spPr>
            <a:xfrm>
              <a:off x="3385540" y="6480311"/>
              <a:ext cx="382905" cy="400050"/>
            </a:xfrm>
            <a:custGeom>
              <a:avLst/>
              <a:gdLst/>
              <a:ahLst/>
              <a:cxnLst/>
              <a:rect l="l" t="t" r="r" b="b"/>
              <a:pathLst>
                <a:path w="382904" h="400050">
                  <a:moveTo>
                    <a:pt x="75717" y="184975"/>
                  </a:moveTo>
                  <a:lnTo>
                    <a:pt x="72847" y="178015"/>
                  </a:lnTo>
                  <a:lnTo>
                    <a:pt x="72771" y="177825"/>
                  </a:lnTo>
                  <a:lnTo>
                    <a:pt x="67246" y="173253"/>
                  </a:lnTo>
                  <a:lnTo>
                    <a:pt x="67246" y="182587"/>
                  </a:lnTo>
                  <a:lnTo>
                    <a:pt x="67246" y="186207"/>
                  </a:lnTo>
                  <a:lnTo>
                    <a:pt x="65239" y="190398"/>
                  </a:lnTo>
                  <a:lnTo>
                    <a:pt x="34671" y="215455"/>
                  </a:lnTo>
                  <a:lnTo>
                    <a:pt x="18376" y="221068"/>
                  </a:lnTo>
                  <a:lnTo>
                    <a:pt x="14376" y="220878"/>
                  </a:lnTo>
                  <a:lnTo>
                    <a:pt x="10375" y="220497"/>
                  </a:lnTo>
                  <a:lnTo>
                    <a:pt x="8470" y="218782"/>
                  </a:lnTo>
                  <a:lnTo>
                    <a:pt x="8661" y="215734"/>
                  </a:lnTo>
                  <a:lnTo>
                    <a:pt x="8737" y="215455"/>
                  </a:lnTo>
                  <a:lnTo>
                    <a:pt x="9880" y="210667"/>
                  </a:lnTo>
                  <a:lnTo>
                    <a:pt x="42100" y="183451"/>
                  </a:lnTo>
                  <a:lnTo>
                    <a:pt x="56388" y="178015"/>
                  </a:lnTo>
                  <a:lnTo>
                    <a:pt x="62103" y="178587"/>
                  </a:lnTo>
                  <a:lnTo>
                    <a:pt x="64960" y="178968"/>
                  </a:lnTo>
                  <a:lnTo>
                    <a:pt x="66675" y="180301"/>
                  </a:lnTo>
                  <a:lnTo>
                    <a:pt x="67246" y="182587"/>
                  </a:lnTo>
                  <a:lnTo>
                    <a:pt x="67246" y="173253"/>
                  </a:lnTo>
                  <a:lnTo>
                    <a:pt x="66103" y="172300"/>
                  </a:lnTo>
                  <a:lnTo>
                    <a:pt x="60960" y="169443"/>
                  </a:lnTo>
                  <a:lnTo>
                    <a:pt x="55143" y="168300"/>
                  </a:lnTo>
                  <a:lnTo>
                    <a:pt x="48666" y="168871"/>
                  </a:lnTo>
                  <a:lnTo>
                    <a:pt x="10655" y="185483"/>
                  </a:lnTo>
                  <a:lnTo>
                    <a:pt x="0" y="214503"/>
                  </a:lnTo>
                  <a:lnTo>
                    <a:pt x="2946" y="221640"/>
                  </a:lnTo>
                  <a:lnTo>
                    <a:pt x="9804" y="227164"/>
                  </a:lnTo>
                  <a:lnTo>
                    <a:pt x="14947" y="230022"/>
                  </a:lnTo>
                  <a:lnTo>
                    <a:pt x="20662" y="231165"/>
                  </a:lnTo>
                  <a:lnTo>
                    <a:pt x="26949" y="230593"/>
                  </a:lnTo>
                  <a:lnTo>
                    <a:pt x="35026" y="229692"/>
                  </a:lnTo>
                  <a:lnTo>
                    <a:pt x="42951" y="227520"/>
                  </a:lnTo>
                  <a:lnTo>
                    <a:pt x="50749" y="224116"/>
                  </a:lnTo>
                  <a:lnTo>
                    <a:pt x="55727" y="221068"/>
                  </a:lnTo>
                  <a:lnTo>
                    <a:pt x="58381" y="219456"/>
                  </a:lnTo>
                  <a:lnTo>
                    <a:pt x="65100" y="213880"/>
                  </a:lnTo>
                  <a:lnTo>
                    <a:pt x="70104" y="207733"/>
                  </a:lnTo>
                  <a:lnTo>
                    <a:pt x="73393" y="201015"/>
                  </a:lnTo>
                  <a:lnTo>
                    <a:pt x="74955" y="193738"/>
                  </a:lnTo>
                  <a:lnTo>
                    <a:pt x="75717" y="184975"/>
                  </a:lnTo>
                  <a:close/>
                </a:path>
                <a:path w="382904" h="400050">
                  <a:moveTo>
                    <a:pt x="331393" y="18859"/>
                  </a:moveTo>
                  <a:lnTo>
                    <a:pt x="330631" y="15240"/>
                  </a:lnTo>
                  <a:lnTo>
                    <a:pt x="328917" y="11811"/>
                  </a:lnTo>
                  <a:lnTo>
                    <a:pt x="326250" y="8572"/>
                  </a:lnTo>
                  <a:lnTo>
                    <a:pt x="318249" y="0"/>
                  </a:lnTo>
                  <a:lnTo>
                    <a:pt x="314248" y="0"/>
                  </a:lnTo>
                  <a:lnTo>
                    <a:pt x="317106" y="2857"/>
                  </a:lnTo>
                  <a:lnTo>
                    <a:pt x="318909" y="6477"/>
                  </a:lnTo>
                  <a:lnTo>
                    <a:pt x="305295" y="27813"/>
                  </a:lnTo>
                  <a:lnTo>
                    <a:pt x="302145" y="32575"/>
                  </a:lnTo>
                  <a:lnTo>
                    <a:pt x="301383" y="38290"/>
                  </a:lnTo>
                  <a:lnTo>
                    <a:pt x="302145" y="41910"/>
                  </a:lnTo>
                  <a:lnTo>
                    <a:pt x="303860" y="45339"/>
                  </a:lnTo>
                  <a:lnTo>
                    <a:pt x="306527" y="48577"/>
                  </a:lnTo>
                  <a:lnTo>
                    <a:pt x="314248" y="57150"/>
                  </a:lnTo>
                  <a:lnTo>
                    <a:pt x="317106" y="60007"/>
                  </a:lnTo>
                  <a:lnTo>
                    <a:pt x="318909" y="63627"/>
                  </a:lnTo>
                  <a:lnTo>
                    <a:pt x="305295" y="84963"/>
                  </a:lnTo>
                  <a:lnTo>
                    <a:pt x="302145" y="89725"/>
                  </a:lnTo>
                  <a:lnTo>
                    <a:pt x="301383" y="95440"/>
                  </a:lnTo>
                  <a:lnTo>
                    <a:pt x="302145" y="99060"/>
                  </a:lnTo>
                  <a:lnTo>
                    <a:pt x="303860" y="102489"/>
                  </a:lnTo>
                  <a:lnTo>
                    <a:pt x="306527" y="105727"/>
                  </a:lnTo>
                  <a:lnTo>
                    <a:pt x="314248" y="114300"/>
                  </a:lnTo>
                  <a:lnTo>
                    <a:pt x="317106" y="117157"/>
                  </a:lnTo>
                  <a:lnTo>
                    <a:pt x="318909" y="120777"/>
                  </a:lnTo>
                  <a:lnTo>
                    <a:pt x="305295" y="142113"/>
                  </a:lnTo>
                  <a:lnTo>
                    <a:pt x="302145" y="146875"/>
                  </a:lnTo>
                  <a:lnTo>
                    <a:pt x="301383" y="152590"/>
                  </a:lnTo>
                  <a:lnTo>
                    <a:pt x="302145" y="156210"/>
                  </a:lnTo>
                  <a:lnTo>
                    <a:pt x="303860" y="159639"/>
                  </a:lnTo>
                  <a:lnTo>
                    <a:pt x="306527" y="162877"/>
                  </a:lnTo>
                  <a:lnTo>
                    <a:pt x="314248" y="171450"/>
                  </a:lnTo>
                  <a:lnTo>
                    <a:pt x="317106" y="174307"/>
                  </a:lnTo>
                  <a:lnTo>
                    <a:pt x="318909" y="177927"/>
                  </a:lnTo>
                  <a:lnTo>
                    <a:pt x="305295" y="199263"/>
                  </a:lnTo>
                  <a:lnTo>
                    <a:pt x="302145" y="204025"/>
                  </a:lnTo>
                  <a:lnTo>
                    <a:pt x="301383" y="209740"/>
                  </a:lnTo>
                  <a:lnTo>
                    <a:pt x="302145" y="213360"/>
                  </a:lnTo>
                  <a:lnTo>
                    <a:pt x="303860" y="216789"/>
                  </a:lnTo>
                  <a:lnTo>
                    <a:pt x="306527" y="220027"/>
                  </a:lnTo>
                  <a:lnTo>
                    <a:pt x="314248" y="228600"/>
                  </a:lnTo>
                  <a:lnTo>
                    <a:pt x="318249" y="228600"/>
                  </a:lnTo>
                  <a:lnTo>
                    <a:pt x="315201" y="224599"/>
                  </a:lnTo>
                  <a:lnTo>
                    <a:pt x="313486" y="221068"/>
                  </a:lnTo>
                  <a:lnTo>
                    <a:pt x="313105" y="218020"/>
                  </a:lnTo>
                  <a:lnTo>
                    <a:pt x="314058" y="212877"/>
                  </a:lnTo>
                  <a:lnTo>
                    <a:pt x="317004" y="208495"/>
                  </a:lnTo>
                  <a:lnTo>
                    <a:pt x="321957" y="204876"/>
                  </a:lnTo>
                  <a:lnTo>
                    <a:pt x="327482" y="200685"/>
                  </a:lnTo>
                  <a:lnTo>
                    <a:pt x="330631" y="195834"/>
                  </a:lnTo>
                  <a:lnTo>
                    <a:pt x="331393" y="190309"/>
                  </a:lnTo>
                  <a:lnTo>
                    <a:pt x="330631" y="186690"/>
                  </a:lnTo>
                  <a:lnTo>
                    <a:pt x="328917" y="183261"/>
                  </a:lnTo>
                  <a:lnTo>
                    <a:pt x="326250" y="180022"/>
                  </a:lnTo>
                  <a:lnTo>
                    <a:pt x="318249" y="171450"/>
                  </a:lnTo>
                  <a:lnTo>
                    <a:pt x="315201" y="167449"/>
                  </a:lnTo>
                  <a:lnTo>
                    <a:pt x="313486" y="163918"/>
                  </a:lnTo>
                  <a:lnTo>
                    <a:pt x="313105" y="160870"/>
                  </a:lnTo>
                  <a:lnTo>
                    <a:pt x="314058" y="155727"/>
                  </a:lnTo>
                  <a:lnTo>
                    <a:pt x="317004" y="151345"/>
                  </a:lnTo>
                  <a:lnTo>
                    <a:pt x="321957" y="147726"/>
                  </a:lnTo>
                  <a:lnTo>
                    <a:pt x="327482" y="143535"/>
                  </a:lnTo>
                  <a:lnTo>
                    <a:pt x="330631" y="138684"/>
                  </a:lnTo>
                  <a:lnTo>
                    <a:pt x="331393" y="133159"/>
                  </a:lnTo>
                  <a:lnTo>
                    <a:pt x="330631" y="129540"/>
                  </a:lnTo>
                  <a:lnTo>
                    <a:pt x="328917" y="126111"/>
                  </a:lnTo>
                  <a:lnTo>
                    <a:pt x="326250" y="122872"/>
                  </a:lnTo>
                  <a:lnTo>
                    <a:pt x="318249" y="114300"/>
                  </a:lnTo>
                  <a:lnTo>
                    <a:pt x="315201" y="110299"/>
                  </a:lnTo>
                  <a:lnTo>
                    <a:pt x="313486" y="106768"/>
                  </a:lnTo>
                  <a:lnTo>
                    <a:pt x="313105" y="103720"/>
                  </a:lnTo>
                  <a:lnTo>
                    <a:pt x="314058" y="98577"/>
                  </a:lnTo>
                  <a:lnTo>
                    <a:pt x="317004" y="94195"/>
                  </a:lnTo>
                  <a:lnTo>
                    <a:pt x="321957" y="90576"/>
                  </a:lnTo>
                  <a:lnTo>
                    <a:pt x="327482" y="86385"/>
                  </a:lnTo>
                  <a:lnTo>
                    <a:pt x="330631" y="81534"/>
                  </a:lnTo>
                  <a:lnTo>
                    <a:pt x="331393" y="76009"/>
                  </a:lnTo>
                  <a:lnTo>
                    <a:pt x="330631" y="72390"/>
                  </a:lnTo>
                  <a:lnTo>
                    <a:pt x="328917" y="68961"/>
                  </a:lnTo>
                  <a:lnTo>
                    <a:pt x="326250" y="65722"/>
                  </a:lnTo>
                  <a:lnTo>
                    <a:pt x="318249" y="57150"/>
                  </a:lnTo>
                  <a:lnTo>
                    <a:pt x="315201" y="53149"/>
                  </a:lnTo>
                  <a:lnTo>
                    <a:pt x="313486" y="49618"/>
                  </a:lnTo>
                  <a:lnTo>
                    <a:pt x="313105" y="46570"/>
                  </a:lnTo>
                  <a:lnTo>
                    <a:pt x="314058" y="41427"/>
                  </a:lnTo>
                  <a:lnTo>
                    <a:pt x="317004" y="37045"/>
                  </a:lnTo>
                  <a:lnTo>
                    <a:pt x="321957" y="33426"/>
                  </a:lnTo>
                  <a:lnTo>
                    <a:pt x="327482" y="29235"/>
                  </a:lnTo>
                  <a:lnTo>
                    <a:pt x="330631" y="24384"/>
                  </a:lnTo>
                  <a:lnTo>
                    <a:pt x="331393" y="18859"/>
                  </a:lnTo>
                  <a:close/>
                </a:path>
                <a:path w="382904" h="400050">
                  <a:moveTo>
                    <a:pt x="382828" y="40005"/>
                  </a:moveTo>
                  <a:lnTo>
                    <a:pt x="372821" y="40005"/>
                  </a:lnTo>
                  <a:lnTo>
                    <a:pt x="372821" y="400050"/>
                  </a:lnTo>
                  <a:lnTo>
                    <a:pt x="382828" y="400050"/>
                  </a:lnTo>
                  <a:lnTo>
                    <a:pt x="382828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4" name="object 224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741852" y="6478968"/>
              <a:ext cx="111140" cy="116776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3758362" y="6076260"/>
              <a:ext cx="1262380" cy="948690"/>
            </a:xfrm>
            <a:custGeom>
              <a:avLst/>
              <a:gdLst/>
              <a:ahLst/>
              <a:cxnLst/>
              <a:rect l="l" t="t" r="r" b="b"/>
              <a:pathLst>
                <a:path w="1262379" h="948690">
                  <a:moveTo>
                    <a:pt x="74295" y="595210"/>
                  </a:moveTo>
                  <a:lnTo>
                    <a:pt x="74104" y="587971"/>
                  </a:lnTo>
                  <a:lnTo>
                    <a:pt x="71539" y="582739"/>
                  </a:lnTo>
                  <a:lnTo>
                    <a:pt x="66586" y="579501"/>
                  </a:lnTo>
                  <a:lnTo>
                    <a:pt x="62014" y="575881"/>
                  </a:lnTo>
                  <a:lnTo>
                    <a:pt x="55537" y="574167"/>
                  </a:lnTo>
                  <a:lnTo>
                    <a:pt x="47155" y="574357"/>
                  </a:lnTo>
                  <a:lnTo>
                    <a:pt x="39217" y="575322"/>
                  </a:lnTo>
                  <a:lnTo>
                    <a:pt x="4648" y="598424"/>
                  </a:lnTo>
                  <a:lnTo>
                    <a:pt x="0" y="612355"/>
                  </a:lnTo>
                  <a:lnTo>
                    <a:pt x="190" y="618832"/>
                  </a:lnTo>
                  <a:lnTo>
                    <a:pt x="25146" y="633793"/>
                  </a:lnTo>
                  <a:lnTo>
                    <a:pt x="33629" y="632841"/>
                  </a:lnTo>
                  <a:lnTo>
                    <a:pt x="69659" y="609790"/>
                  </a:lnTo>
                  <a:lnTo>
                    <a:pt x="72847" y="602780"/>
                  </a:lnTo>
                  <a:lnTo>
                    <a:pt x="74295" y="595210"/>
                  </a:lnTo>
                  <a:close/>
                </a:path>
                <a:path w="1262379" h="948690">
                  <a:moveTo>
                    <a:pt x="1261973" y="546925"/>
                  </a:moveTo>
                  <a:lnTo>
                    <a:pt x="631621" y="546925"/>
                  </a:lnTo>
                  <a:lnTo>
                    <a:pt x="631621" y="472630"/>
                  </a:lnTo>
                  <a:lnTo>
                    <a:pt x="621626" y="472630"/>
                  </a:lnTo>
                  <a:lnTo>
                    <a:pt x="621626" y="775525"/>
                  </a:lnTo>
                  <a:lnTo>
                    <a:pt x="468744" y="775525"/>
                  </a:lnTo>
                  <a:lnTo>
                    <a:pt x="468744" y="724090"/>
                  </a:lnTo>
                  <a:lnTo>
                    <a:pt x="621626" y="724090"/>
                  </a:lnTo>
                  <a:lnTo>
                    <a:pt x="621626" y="718375"/>
                  </a:lnTo>
                  <a:lnTo>
                    <a:pt x="468744" y="718375"/>
                  </a:lnTo>
                  <a:lnTo>
                    <a:pt x="468744" y="711047"/>
                  </a:lnTo>
                  <a:lnTo>
                    <a:pt x="469036" y="709510"/>
                  </a:lnTo>
                  <a:lnTo>
                    <a:pt x="468845" y="702271"/>
                  </a:lnTo>
                  <a:lnTo>
                    <a:pt x="468744" y="702068"/>
                  </a:lnTo>
                  <a:lnTo>
                    <a:pt x="468744" y="666940"/>
                  </a:lnTo>
                  <a:lnTo>
                    <a:pt x="621626" y="666940"/>
                  </a:lnTo>
                  <a:lnTo>
                    <a:pt x="621626" y="661225"/>
                  </a:lnTo>
                  <a:lnTo>
                    <a:pt x="468744" y="661225"/>
                  </a:lnTo>
                  <a:lnTo>
                    <a:pt x="468744" y="609790"/>
                  </a:lnTo>
                  <a:lnTo>
                    <a:pt x="564692" y="609790"/>
                  </a:lnTo>
                  <a:lnTo>
                    <a:pt x="564565" y="609981"/>
                  </a:lnTo>
                  <a:lnTo>
                    <a:pt x="559612" y="613791"/>
                  </a:lnTo>
                  <a:lnTo>
                    <a:pt x="554088" y="617601"/>
                  </a:lnTo>
                  <a:lnTo>
                    <a:pt x="550951" y="622363"/>
                  </a:lnTo>
                  <a:lnTo>
                    <a:pt x="550189" y="628078"/>
                  </a:lnTo>
                  <a:lnTo>
                    <a:pt x="550951" y="631698"/>
                  </a:lnTo>
                  <a:lnTo>
                    <a:pt x="552665" y="635127"/>
                  </a:lnTo>
                  <a:lnTo>
                    <a:pt x="555332" y="638365"/>
                  </a:lnTo>
                  <a:lnTo>
                    <a:pt x="563041" y="646938"/>
                  </a:lnTo>
                  <a:lnTo>
                    <a:pt x="567042" y="646938"/>
                  </a:lnTo>
                  <a:lnTo>
                    <a:pt x="563994" y="642937"/>
                  </a:lnTo>
                  <a:lnTo>
                    <a:pt x="562279" y="639406"/>
                  </a:lnTo>
                  <a:lnTo>
                    <a:pt x="561898" y="636358"/>
                  </a:lnTo>
                  <a:lnTo>
                    <a:pt x="562851" y="631215"/>
                  </a:lnTo>
                  <a:lnTo>
                    <a:pt x="565810" y="626833"/>
                  </a:lnTo>
                  <a:lnTo>
                    <a:pt x="570763" y="623214"/>
                  </a:lnTo>
                  <a:lnTo>
                    <a:pt x="576287" y="619023"/>
                  </a:lnTo>
                  <a:lnTo>
                    <a:pt x="579424" y="614172"/>
                  </a:lnTo>
                  <a:lnTo>
                    <a:pt x="580021" y="609790"/>
                  </a:lnTo>
                  <a:lnTo>
                    <a:pt x="621626" y="609790"/>
                  </a:lnTo>
                  <a:lnTo>
                    <a:pt x="621626" y="604075"/>
                  </a:lnTo>
                  <a:lnTo>
                    <a:pt x="578942" y="604075"/>
                  </a:lnTo>
                  <a:lnTo>
                    <a:pt x="577710" y="601599"/>
                  </a:lnTo>
                  <a:lnTo>
                    <a:pt x="575043" y="598360"/>
                  </a:lnTo>
                  <a:lnTo>
                    <a:pt x="568477" y="591337"/>
                  </a:lnTo>
                  <a:lnTo>
                    <a:pt x="568477" y="600646"/>
                  </a:lnTo>
                  <a:lnTo>
                    <a:pt x="567817" y="604075"/>
                  </a:lnTo>
                  <a:lnTo>
                    <a:pt x="468744" y="604075"/>
                  </a:lnTo>
                  <a:lnTo>
                    <a:pt x="468744" y="552640"/>
                  </a:lnTo>
                  <a:lnTo>
                    <a:pt x="564692" y="552640"/>
                  </a:lnTo>
                  <a:lnTo>
                    <a:pt x="564565" y="552831"/>
                  </a:lnTo>
                  <a:lnTo>
                    <a:pt x="559612" y="556641"/>
                  </a:lnTo>
                  <a:lnTo>
                    <a:pt x="554088" y="560451"/>
                  </a:lnTo>
                  <a:lnTo>
                    <a:pt x="550951" y="565213"/>
                  </a:lnTo>
                  <a:lnTo>
                    <a:pt x="550189" y="570928"/>
                  </a:lnTo>
                  <a:lnTo>
                    <a:pt x="550951" y="574548"/>
                  </a:lnTo>
                  <a:lnTo>
                    <a:pt x="552665" y="577977"/>
                  </a:lnTo>
                  <a:lnTo>
                    <a:pt x="555332" y="581215"/>
                  </a:lnTo>
                  <a:lnTo>
                    <a:pt x="563041" y="589788"/>
                  </a:lnTo>
                  <a:lnTo>
                    <a:pt x="565899" y="592645"/>
                  </a:lnTo>
                  <a:lnTo>
                    <a:pt x="567715" y="596265"/>
                  </a:lnTo>
                  <a:lnTo>
                    <a:pt x="568477" y="600646"/>
                  </a:lnTo>
                  <a:lnTo>
                    <a:pt x="568477" y="591337"/>
                  </a:lnTo>
                  <a:lnTo>
                    <a:pt x="567042" y="589788"/>
                  </a:lnTo>
                  <a:lnTo>
                    <a:pt x="563994" y="585787"/>
                  </a:lnTo>
                  <a:lnTo>
                    <a:pt x="562279" y="582256"/>
                  </a:lnTo>
                  <a:lnTo>
                    <a:pt x="561898" y="579208"/>
                  </a:lnTo>
                  <a:lnTo>
                    <a:pt x="562851" y="574065"/>
                  </a:lnTo>
                  <a:lnTo>
                    <a:pt x="565810" y="569683"/>
                  </a:lnTo>
                  <a:lnTo>
                    <a:pt x="570763" y="566064"/>
                  </a:lnTo>
                  <a:lnTo>
                    <a:pt x="576287" y="561873"/>
                  </a:lnTo>
                  <a:lnTo>
                    <a:pt x="579424" y="557022"/>
                  </a:lnTo>
                  <a:lnTo>
                    <a:pt x="580021" y="552640"/>
                  </a:lnTo>
                  <a:lnTo>
                    <a:pt x="621626" y="552640"/>
                  </a:lnTo>
                  <a:lnTo>
                    <a:pt x="621626" y="546925"/>
                  </a:lnTo>
                  <a:lnTo>
                    <a:pt x="578942" y="546925"/>
                  </a:lnTo>
                  <a:lnTo>
                    <a:pt x="577710" y="544449"/>
                  </a:lnTo>
                  <a:lnTo>
                    <a:pt x="575043" y="541210"/>
                  </a:lnTo>
                  <a:lnTo>
                    <a:pt x="567042" y="532638"/>
                  </a:lnTo>
                  <a:lnTo>
                    <a:pt x="563994" y="528637"/>
                  </a:lnTo>
                  <a:lnTo>
                    <a:pt x="562279" y="525106"/>
                  </a:lnTo>
                  <a:lnTo>
                    <a:pt x="561898" y="522058"/>
                  </a:lnTo>
                  <a:lnTo>
                    <a:pt x="562851" y="516915"/>
                  </a:lnTo>
                  <a:lnTo>
                    <a:pt x="565810" y="512533"/>
                  </a:lnTo>
                  <a:lnTo>
                    <a:pt x="570763" y="508914"/>
                  </a:lnTo>
                  <a:lnTo>
                    <a:pt x="576287" y="504723"/>
                  </a:lnTo>
                  <a:lnTo>
                    <a:pt x="579424" y="499872"/>
                  </a:lnTo>
                  <a:lnTo>
                    <a:pt x="580186" y="494347"/>
                  </a:lnTo>
                  <a:lnTo>
                    <a:pt x="579424" y="490728"/>
                  </a:lnTo>
                  <a:lnTo>
                    <a:pt x="577710" y="487299"/>
                  </a:lnTo>
                  <a:lnTo>
                    <a:pt x="575043" y="484060"/>
                  </a:lnTo>
                  <a:lnTo>
                    <a:pt x="567042" y="475488"/>
                  </a:lnTo>
                  <a:lnTo>
                    <a:pt x="563994" y="471487"/>
                  </a:lnTo>
                  <a:lnTo>
                    <a:pt x="562279" y="467956"/>
                  </a:lnTo>
                  <a:lnTo>
                    <a:pt x="561898" y="464908"/>
                  </a:lnTo>
                  <a:lnTo>
                    <a:pt x="562851" y="459765"/>
                  </a:lnTo>
                  <a:lnTo>
                    <a:pt x="565810" y="455383"/>
                  </a:lnTo>
                  <a:lnTo>
                    <a:pt x="570763" y="451764"/>
                  </a:lnTo>
                  <a:lnTo>
                    <a:pt x="576287" y="447573"/>
                  </a:lnTo>
                  <a:lnTo>
                    <a:pt x="579424" y="442722"/>
                  </a:lnTo>
                  <a:lnTo>
                    <a:pt x="580186" y="437197"/>
                  </a:lnTo>
                  <a:lnTo>
                    <a:pt x="579424" y="433578"/>
                  </a:lnTo>
                  <a:lnTo>
                    <a:pt x="577710" y="430149"/>
                  </a:lnTo>
                  <a:lnTo>
                    <a:pt x="575043" y="426910"/>
                  </a:lnTo>
                  <a:lnTo>
                    <a:pt x="567042" y="418338"/>
                  </a:lnTo>
                  <a:lnTo>
                    <a:pt x="563041" y="418338"/>
                  </a:lnTo>
                  <a:lnTo>
                    <a:pt x="565899" y="421195"/>
                  </a:lnTo>
                  <a:lnTo>
                    <a:pt x="567715" y="424815"/>
                  </a:lnTo>
                  <a:lnTo>
                    <a:pt x="554088" y="446151"/>
                  </a:lnTo>
                  <a:lnTo>
                    <a:pt x="550951" y="450913"/>
                  </a:lnTo>
                  <a:lnTo>
                    <a:pt x="550189" y="456628"/>
                  </a:lnTo>
                  <a:lnTo>
                    <a:pt x="550951" y="460248"/>
                  </a:lnTo>
                  <a:lnTo>
                    <a:pt x="552665" y="463677"/>
                  </a:lnTo>
                  <a:lnTo>
                    <a:pt x="555332" y="466915"/>
                  </a:lnTo>
                  <a:lnTo>
                    <a:pt x="563041" y="475488"/>
                  </a:lnTo>
                  <a:lnTo>
                    <a:pt x="565899" y="478345"/>
                  </a:lnTo>
                  <a:lnTo>
                    <a:pt x="567715" y="481965"/>
                  </a:lnTo>
                  <a:lnTo>
                    <a:pt x="554088" y="503301"/>
                  </a:lnTo>
                  <a:lnTo>
                    <a:pt x="550951" y="508063"/>
                  </a:lnTo>
                  <a:lnTo>
                    <a:pt x="550189" y="513778"/>
                  </a:lnTo>
                  <a:lnTo>
                    <a:pt x="550951" y="517398"/>
                  </a:lnTo>
                  <a:lnTo>
                    <a:pt x="552665" y="520827"/>
                  </a:lnTo>
                  <a:lnTo>
                    <a:pt x="555332" y="524065"/>
                  </a:lnTo>
                  <a:lnTo>
                    <a:pt x="563041" y="532638"/>
                  </a:lnTo>
                  <a:lnTo>
                    <a:pt x="565899" y="535495"/>
                  </a:lnTo>
                  <a:lnTo>
                    <a:pt x="567715" y="539115"/>
                  </a:lnTo>
                  <a:lnTo>
                    <a:pt x="568477" y="543496"/>
                  </a:lnTo>
                  <a:lnTo>
                    <a:pt x="567817" y="546925"/>
                  </a:lnTo>
                  <a:lnTo>
                    <a:pt x="468744" y="546925"/>
                  </a:lnTo>
                  <a:lnTo>
                    <a:pt x="468744" y="518350"/>
                  </a:lnTo>
                  <a:lnTo>
                    <a:pt x="458749" y="518350"/>
                  </a:lnTo>
                  <a:lnTo>
                    <a:pt x="458749" y="775525"/>
                  </a:lnTo>
                  <a:lnTo>
                    <a:pt x="209003" y="775525"/>
                  </a:lnTo>
                  <a:lnTo>
                    <a:pt x="209003" y="724090"/>
                  </a:lnTo>
                  <a:lnTo>
                    <a:pt x="395249" y="724090"/>
                  </a:lnTo>
                  <a:lnTo>
                    <a:pt x="394741" y="726655"/>
                  </a:lnTo>
                  <a:lnTo>
                    <a:pt x="394931" y="733132"/>
                  </a:lnTo>
                  <a:lnTo>
                    <a:pt x="419887" y="748093"/>
                  </a:lnTo>
                  <a:lnTo>
                    <a:pt x="428371" y="747141"/>
                  </a:lnTo>
                  <a:lnTo>
                    <a:pt x="436676" y="744880"/>
                  </a:lnTo>
                  <a:lnTo>
                    <a:pt x="444804" y="741286"/>
                  </a:lnTo>
                  <a:lnTo>
                    <a:pt x="452742" y="736371"/>
                  </a:lnTo>
                  <a:lnTo>
                    <a:pt x="458749" y="731139"/>
                  </a:lnTo>
                  <a:lnTo>
                    <a:pt x="458749" y="691781"/>
                  </a:lnTo>
                  <a:lnTo>
                    <a:pt x="456742" y="690181"/>
                  </a:lnTo>
                  <a:lnTo>
                    <a:pt x="450265" y="688467"/>
                  </a:lnTo>
                  <a:lnTo>
                    <a:pt x="441883" y="688657"/>
                  </a:lnTo>
                  <a:lnTo>
                    <a:pt x="404329" y="706462"/>
                  </a:lnTo>
                  <a:lnTo>
                    <a:pt x="396697" y="718375"/>
                  </a:lnTo>
                  <a:lnTo>
                    <a:pt x="209003" y="718375"/>
                  </a:lnTo>
                  <a:lnTo>
                    <a:pt x="209003" y="666940"/>
                  </a:lnTo>
                  <a:lnTo>
                    <a:pt x="458749" y="666940"/>
                  </a:lnTo>
                  <a:lnTo>
                    <a:pt x="458749" y="661225"/>
                  </a:lnTo>
                  <a:lnTo>
                    <a:pt x="209003" y="661225"/>
                  </a:lnTo>
                  <a:lnTo>
                    <a:pt x="209003" y="609790"/>
                  </a:lnTo>
                  <a:lnTo>
                    <a:pt x="458749" y="609790"/>
                  </a:lnTo>
                  <a:lnTo>
                    <a:pt x="458749" y="604075"/>
                  </a:lnTo>
                  <a:lnTo>
                    <a:pt x="209003" y="604075"/>
                  </a:lnTo>
                  <a:lnTo>
                    <a:pt x="209003" y="552640"/>
                  </a:lnTo>
                  <a:lnTo>
                    <a:pt x="458749" y="552640"/>
                  </a:lnTo>
                  <a:lnTo>
                    <a:pt x="458749" y="546925"/>
                  </a:lnTo>
                  <a:lnTo>
                    <a:pt x="209003" y="546925"/>
                  </a:lnTo>
                  <a:lnTo>
                    <a:pt x="209003" y="0"/>
                  </a:lnTo>
                  <a:lnTo>
                    <a:pt x="200431" y="0"/>
                  </a:lnTo>
                  <a:lnTo>
                    <a:pt x="200431" y="546925"/>
                  </a:lnTo>
                  <a:lnTo>
                    <a:pt x="196303" y="546925"/>
                  </a:lnTo>
                  <a:lnTo>
                    <a:pt x="196303" y="552640"/>
                  </a:lnTo>
                  <a:lnTo>
                    <a:pt x="200431" y="552640"/>
                  </a:lnTo>
                  <a:lnTo>
                    <a:pt x="200431" y="604075"/>
                  </a:lnTo>
                  <a:lnTo>
                    <a:pt x="196303" y="604075"/>
                  </a:lnTo>
                  <a:lnTo>
                    <a:pt x="196303" y="609790"/>
                  </a:lnTo>
                  <a:lnTo>
                    <a:pt x="200431" y="609790"/>
                  </a:lnTo>
                  <a:lnTo>
                    <a:pt x="200431" y="661225"/>
                  </a:lnTo>
                  <a:lnTo>
                    <a:pt x="196303" y="661225"/>
                  </a:lnTo>
                  <a:lnTo>
                    <a:pt x="196303" y="666940"/>
                  </a:lnTo>
                  <a:lnTo>
                    <a:pt x="200431" y="666940"/>
                  </a:lnTo>
                  <a:lnTo>
                    <a:pt x="200431" y="718375"/>
                  </a:lnTo>
                  <a:lnTo>
                    <a:pt x="196303" y="718375"/>
                  </a:lnTo>
                  <a:lnTo>
                    <a:pt x="196303" y="724090"/>
                  </a:lnTo>
                  <a:lnTo>
                    <a:pt x="200431" y="724090"/>
                  </a:lnTo>
                  <a:lnTo>
                    <a:pt x="200431" y="775525"/>
                  </a:lnTo>
                  <a:lnTo>
                    <a:pt x="196303" y="775525"/>
                  </a:lnTo>
                  <a:lnTo>
                    <a:pt x="196303" y="781240"/>
                  </a:lnTo>
                  <a:lnTo>
                    <a:pt x="200431" y="781240"/>
                  </a:lnTo>
                  <a:lnTo>
                    <a:pt x="209003" y="781240"/>
                  </a:lnTo>
                  <a:lnTo>
                    <a:pt x="458749" y="781240"/>
                  </a:lnTo>
                  <a:lnTo>
                    <a:pt x="458749" y="829094"/>
                  </a:lnTo>
                  <a:lnTo>
                    <a:pt x="378218" y="829094"/>
                  </a:lnTo>
                  <a:lnTo>
                    <a:pt x="378218" y="836244"/>
                  </a:lnTo>
                  <a:lnTo>
                    <a:pt x="458749" y="836244"/>
                  </a:lnTo>
                  <a:lnTo>
                    <a:pt x="458749" y="886244"/>
                  </a:lnTo>
                  <a:lnTo>
                    <a:pt x="378218" y="886244"/>
                  </a:lnTo>
                  <a:lnTo>
                    <a:pt x="378218" y="893394"/>
                  </a:lnTo>
                  <a:lnTo>
                    <a:pt x="423189" y="893394"/>
                  </a:lnTo>
                  <a:lnTo>
                    <a:pt x="418528" y="895642"/>
                  </a:lnTo>
                  <a:lnTo>
                    <a:pt x="394741" y="926680"/>
                  </a:lnTo>
                  <a:lnTo>
                    <a:pt x="394931" y="933157"/>
                  </a:lnTo>
                  <a:lnTo>
                    <a:pt x="419887" y="948118"/>
                  </a:lnTo>
                  <a:lnTo>
                    <a:pt x="428371" y="947166"/>
                  </a:lnTo>
                  <a:lnTo>
                    <a:pt x="464388" y="924115"/>
                  </a:lnTo>
                  <a:lnTo>
                    <a:pt x="469036" y="909535"/>
                  </a:lnTo>
                  <a:lnTo>
                    <a:pt x="468845" y="902296"/>
                  </a:lnTo>
                  <a:lnTo>
                    <a:pt x="468744" y="902093"/>
                  </a:lnTo>
                  <a:lnTo>
                    <a:pt x="468744" y="893394"/>
                  </a:lnTo>
                  <a:lnTo>
                    <a:pt x="489356" y="893394"/>
                  </a:lnTo>
                  <a:lnTo>
                    <a:pt x="489356" y="886244"/>
                  </a:lnTo>
                  <a:lnTo>
                    <a:pt x="468744" y="886244"/>
                  </a:lnTo>
                  <a:lnTo>
                    <a:pt x="468744" y="836244"/>
                  </a:lnTo>
                  <a:lnTo>
                    <a:pt x="489356" y="836244"/>
                  </a:lnTo>
                  <a:lnTo>
                    <a:pt x="489356" y="829094"/>
                  </a:lnTo>
                  <a:lnTo>
                    <a:pt x="468744" y="829094"/>
                  </a:lnTo>
                  <a:lnTo>
                    <a:pt x="468744" y="781240"/>
                  </a:lnTo>
                  <a:lnTo>
                    <a:pt x="621626" y="781240"/>
                  </a:lnTo>
                  <a:lnTo>
                    <a:pt x="621626" y="804100"/>
                  </a:lnTo>
                  <a:lnTo>
                    <a:pt x="631621" y="804100"/>
                  </a:lnTo>
                  <a:lnTo>
                    <a:pt x="631621" y="781240"/>
                  </a:lnTo>
                  <a:lnTo>
                    <a:pt x="1261973" y="781240"/>
                  </a:lnTo>
                  <a:lnTo>
                    <a:pt x="1261973" y="775525"/>
                  </a:lnTo>
                  <a:lnTo>
                    <a:pt x="631621" y="775525"/>
                  </a:lnTo>
                  <a:lnTo>
                    <a:pt x="631621" y="724090"/>
                  </a:lnTo>
                  <a:lnTo>
                    <a:pt x="1261973" y="724090"/>
                  </a:lnTo>
                  <a:lnTo>
                    <a:pt x="1261973" y="718375"/>
                  </a:lnTo>
                  <a:lnTo>
                    <a:pt x="631621" y="718375"/>
                  </a:lnTo>
                  <a:lnTo>
                    <a:pt x="631621" y="666940"/>
                  </a:lnTo>
                  <a:lnTo>
                    <a:pt x="1261973" y="666940"/>
                  </a:lnTo>
                  <a:lnTo>
                    <a:pt x="1261973" y="661225"/>
                  </a:lnTo>
                  <a:lnTo>
                    <a:pt x="631621" y="661225"/>
                  </a:lnTo>
                  <a:lnTo>
                    <a:pt x="631621" y="609790"/>
                  </a:lnTo>
                  <a:lnTo>
                    <a:pt x="1261973" y="609790"/>
                  </a:lnTo>
                  <a:lnTo>
                    <a:pt x="1261973" y="604075"/>
                  </a:lnTo>
                  <a:lnTo>
                    <a:pt x="631621" y="604075"/>
                  </a:lnTo>
                  <a:lnTo>
                    <a:pt x="631621" y="552640"/>
                  </a:lnTo>
                  <a:lnTo>
                    <a:pt x="1261973" y="552640"/>
                  </a:lnTo>
                  <a:lnTo>
                    <a:pt x="1261973" y="546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6" name="object 226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363475" y="6505733"/>
              <a:ext cx="111140" cy="120014"/>
            </a:xfrm>
            <a:prstGeom prst="rect">
              <a:avLst/>
            </a:prstGeom>
          </p:spPr>
        </p:pic>
        <p:sp>
          <p:nvSpPr>
            <p:cNvPr id="227" name="object 227"/>
            <p:cNvSpPr/>
            <p:nvPr/>
          </p:nvSpPr>
          <p:spPr>
            <a:xfrm>
              <a:off x="4379315" y="6494598"/>
              <a:ext cx="455295" cy="386080"/>
            </a:xfrm>
            <a:custGeom>
              <a:avLst/>
              <a:gdLst/>
              <a:ahLst/>
              <a:cxnLst/>
              <a:rect l="l" t="t" r="r" b="b"/>
              <a:pathLst>
                <a:path w="455295" h="386079">
                  <a:moveTo>
                    <a:pt x="75730" y="170688"/>
                  </a:moveTo>
                  <a:lnTo>
                    <a:pt x="72859" y="163728"/>
                  </a:lnTo>
                  <a:lnTo>
                    <a:pt x="72771" y="163537"/>
                  </a:lnTo>
                  <a:lnTo>
                    <a:pt x="67246" y="158965"/>
                  </a:lnTo>
                  <a:lnTo>
                    <a:pt x="67246" y="168300"/>
                  </a:lnTo>
                  <a:lnTo>
                    <a:pt x="67246" y="171919"/>
                  </a:lnTo>
                  <a:lnTo>
                    <a:pt x="34671" y="201168"/>
                  </a:lnTo>
                  <a:lnTo>
                    <a:pt x="18389" y="206781"/>
                  </a:lnTo>
                  <a:lnTo>
                    <a:pt x="14389" y="206590"/>
                  </a:lnTo>
                  <a:lnTo>
                    <a:pt x="10388" y="206209"/>
                  </a:lnTo>
                  <a:lnTo>
                    <a:pt x="8483" y="204495"/>
                  </a:lnTo>
                  <a:lnTo>
                    <a:pt x="8674" y="201447"/>
                  </a:lnTo>
                  <a:lnTo>
                    <a:pt x="34671" y="173164"/>
                  </a:lnTo>
                  <a:lnTo>
                    <a:pt x="56388" y="163728"/>
                  </a:lnTo>
                  <a:lnTo>
                    <a:pt x="62103" y="164299"/>
                  </a:lnTo>
                  <a:lnTo>
                    <a:pt x="64960" y="164680"/>
                  </a:lnTo>
                  <a:lnTo>
                    <a:pt x="66675" y="166014"/>
                  </a:lnTo>
                  <a:lnTo>
                    <a:pt x="67246" y="168300"/>
                  </a:lnTo>
                  <a:lnTo>
                    <a:pt x="67246" y="158965"/>
                  </a:lnTo>
                  <a:lnTo>
                    <a:pt x="66103" y="158013"/>
                  </a:lnTo>
                  <a:lnTo>
                    <a:pt x="60960" y="155155"/>
                  </a:lnTo>
                  <a:lnTo>
                    <a:pt x="55156" y="154012"/>
                  </a:lnTo>
                  <a:lnTo>
                    <a:pt x="48679" y="154584"/>
                  </a:lnTo>
                  <a:lnTo>
                    <a:pt x="10655" y="171196"/>
                  </a:lnTo>
                  <a:lnTo>
                    <a:pt x="0" y="200215"/>
                  </a:lnTo>
                  <a:lnTo>
                    <a:pt x="2959" y="207352"/>
                  </a:lnTo>
                  <a:lnTo>
                    <a:pt x="9817" y="212877"/>
                  </a:lnTo>
                  <a:lnTo>
                    <a:pt x="14960" y="215734"/>
                  </a:lnTo>
                  <a:lnTo>
                    <a:pt x="20675" y="216877"/>
                  </a:lnTo>
                  <a:lnTo>
                    <a:pt x="26962" y="216306"/>
                  </a:lnTo>
                  <a:lnTo>
                    <a:pt x="35026" y="215404"/>
                  </a:lnTo>
                  <a:lnTo>
                    <a:pt x="42964" y="213233"/>
                  </a:lnTo>
                  <a:lnTo>
                    <a:pt x="50749" y="209829"/>
                  </a:lnTo>
                  <a:lnTo>
                    <a:pt x="55740" y="206781"/>
                  </a:lnTo>
                  <a:lnTo>
                    <a:pt x="58394" y="205168"/>
                  </a:lnTo>
                  <a:lnTo>
                    <a:pt x="65112" y="199593"/>
                  </a:lnTo>
                  <a:lnTo>
                    <a:pt x="70104" y="193446"/>
                  </a:lnTo>
                  <a:lnTo>
                    <a:pt x="73393" y="186728"/>
                  </a:lnTo>
                  <a:lnTo>
                    <a:pt x="74968" y="179451"/>
                  </a:lnTo>
                  <a:lnTo>
                    <a:pt x="75730" y="170688"/>
                  </a:lnTo>
                  <a:close/>
                </a:path>
                <a:path w="455295" h="386079">
                  <a:moveTo>
                    <a:pt x="403288" y="18859"/>
                  </a:moveTo>
                  <a:lnTo>
                    <a:pt x="402526" y="15240"/>
                  </a:lnTo>
                  <a:lnTo>
                    <a:pt x="400812" y="11811"/>
                  </a:lnTo>
                  <a:lnTo>
                    <a:pt x="398145" y="8572"/>
                  </a:lnTo>
                  <a:lnTo>
                    <a:pt x="390144" y="0"/>
                  </a:lnTo>
                  <a:lnTo>
                    <a:pt x="386143" y="0"/>
                  </a:lnTo>
                  <a:lnTo>
                    <a:pt x="389001" y="2857"/>
                  </a:lnTo>
                  <a:lnTo>
                    <a:pt x="390817" y="6477"/>
                  </a:lnTo>
                  <a:lnTo>
                    <a:pt x="377190" y="27813"/>
                  </a:lnTo>
                  <a:lnTo>
                    <a:pt x="374053" y="32575"/>
                  </a:lnTo>
                  <a:lnTo>
                    <a:pt x="373291" y="38290"/>
                  </a:lnTo>
                  <a:lnTo>
                    <a:pt x="374053" y="41910"/>
                  </a:lnTo>
                  <a:lnTo>
                    <a:pt x="375767" y="45339"/>
                  </a:lnTo>
                  <a:lnTo>
                    <a:pt x="378434" y="48577"/>
                  </a:lnTo>
                  <a:lnTo>
                    <a:pt x="386143" y="57150"/>
                  </a:lnTo>
                  <a:lnTo>
                    <a:pt x="389001" y="60007"/>
                  </a:lnTo>
                  <a:lnTo>
                    <a:pt x="390817" y="63627"/>
                  </a:lnTo>
                  <a:lnTo>
                    <a:pt x="377190" y="84963"/>
                  </a:lnTo>
                  <a:lnTo>
                    <a:pt x="374053" y="89725"/>
                  </a:lnTo>
                  <a:lnTo>
                    <a:pt x="373291" y="95440"/>
                  </a:lnTo>
                  <a:lnTo>
                    <a:pt x="374053" y="99060"/>
                  </a:lnTo>
                  <a:lnTo>
                    <a:pt x="375767" y="102489"/>
                  </a:lnTo>
                  <a:lnTo>
                    <a:pt x="378434" y="105727"/>
                  </a:lnTo>
                  <a:lnTo>
                    <a:pt x="386143" y="114300"/>
                  </a:lnTo>
                  <a:lnTo>
                    <a:pt x="389001" y="117157"/>
                  </a:lnTo>
                  <a:lnTo>
                    <a:pt x="390817" y="120777"/>
                  </a:lnTo>
                  <a:lnTo>
                    <a:pt x="377190" y="142113"/>
                  </a:lnTo>
                  <a:lnTo>
                    <a:pt x="374053" y="146875"/>
                  </a:lnTo>
                  <a:lnTo>
                    <a:pt x="373291" y="152590"/>
                  </a:lnTo>
                  <a:lnTo>
                    <a:pt x="374053" y="156210"/>
                  </a:lnTo>
                  <a:lnTo>
                    <a:pt x="375767" y="159639"/>
                  </a:lnTo>
                  <a:lnTo>
                    <a:pt x="378434" y="162877"/>
                  </a:lnTo>
                  <a:lnTo>
                    <a:pt x="386143" y="171450"/>
                  </a:lnTo>
                  <a:lnTo>
                    <a:pt x="389001" y="174307"/>
                  </a:lnTo>
                  <a:lnTo>
                    <a:pt x="390817" y="177927"/>
                  </a:lnTo>
                  <a:lnTo>
                    <a:pt x="377190" y="199263"/>
                  </a:lnTo>
                  <a:lnTo>
                    <a:pt x="374053" y="204025"/>
                  </a:lnTo>
                  <a:lnTo>
                    <a:pt x="373291" y="209740"/>
                  </a:lnTo>
                  <a:lnTo>
                    <a:pt x="374053" y="213360"/>
                  </a:lnTo>
                  <a:lnTo>
                    <a:pt x="375767" y="216789"/>
                  </a:lnTo>
                  <a:lnTo>
                    <a:pt x="378434" y="220027"/>
                  </a:lnTo>
                  <a:lnTo>
                    <a:pt x="386143" y="228600"/>
                  </a:lnTo>
                  <a:lnTo>
                    <a:pt x="390144" y="228600"/>
                  </a:lnTo>
                  <a:lnTo>
                    <a:pt x="387096" y="224599"/>
                  </a:lnTo>
                  <a:lnTo>
                    <a:pt x="385381" y="221068"/>
                  </a:lnTo>
                  <a:lnTo>
                    <a:pt x="385000" y="218020"/>
                  </a:lnTo>
                  <a:lnTo>
                    <a:pt x="385953" y="212877"/>
                  </a:lnTo>
                  <a:lnTo>
                    <a:pt x="388912" y="208495"/>
                  </a:lnTo>
                  <a:lnTo>
                    <a:pt x="393865" y="204876"/>
                  </a:lnTo>
                  <a:lnTo>
                    <a:pt x="399389" y="200685"/>
                  </a:lnTo>
                  <a:lnTo>
                    <a:pt x="402526" y="195834"/>
                  </a:lnTo>
                  <a:lnTo>
                    <a:pt x="403288" y="190309"/>
                  </a:lnTo>
                  <a:lnTo>
                    <a:pt x="402526" y="186690"/>
                  </a:lnTo>
                  <a:lnTo>
                    <a:pt x="400812" y="183261"/>
                  </a:lnTo>
                  <a:lnTo>
                    <a:pt x="398145" y="180022"/>
                  </a:lnTo>
                  <a:lnTo>
                    <a:pt x="390144" y="171450"/>
                  </a:lnTo>
                  <a:lnTo>
                    <a:pt x="387096" y="167449"/>
                  </a:lnTo>
                  <a:lnTo>
                    <a:pt x="385381" y="163918"/>
                  </a:lnTo>
                  <a:lnTo>
                    <a:pt x="385000" y="160870"/>
                  </a:lnTo>
                  <a:lnTo>
                    <a:pt x="385953" y="155727"/>
                  </a:lnTo>
                  <a:lnTo>
                    <a:pt x="388912" y="151345"/>
                  </a:lnTo>
                  <a:lnTo>
                    <a:pt x="393865" y="147726"/>
                  </a:lnTo>
                  <a:lnTo>
                    <a:pt x="399389" y="143535"/>
                  </a:lnTo>
                  <a:lnTo>
                    <a:pt x="402526" y="138684"/>
                  </a:lnTo>
                  <a:lnTo>
                    <a:pt x="403288" y="133159"/>
                  </a:lnTo>
                  <a:lnTo>
                    <a:pt x="402526" y="129540"/>
                  </a:lnTo>
                  <a:lnTo>
                    <a:pt x="400812" y="126111"/>
                  </a:lnTo>
                  <a:lnTo>
                    <a:pt x="398145" y="122872"/>
                  </a:lnTo>
                  <a:lnTo>
                    <a:pt x="390144" y="114300"/>
                  </a:lnTo>
                  <a:lnTo>
                    <a:pt x="387096" y="110299"/>
                  </a:lnTo>
                  <a:lnTo>
                    <a:pt x="385381" y="106768"/>
                  </a:lnTo>
                  <a:lnTo>
                    <a:pt x="385000" y="103720"/>
                  </a:lnTo>
                  <a:lnTo>
                    <a:pt x="385953" y="98577"/>
                  </a:lnTo>
                  <a:lnTo>
                    <a:pt x="388912" y="94195"/>
                  </a:lnTo>
                  <a:lnTo>
                    <a:pt x="393865" y="90576"/>
                  </a:lnTo>
                  <a:lnTo>
                    <a:pt x="399389" y="86385"/>
                  </a:lnTo>
                  <a:lnTo>
                    <a:pt x="402526" y="81534"/>
                  </a:lnTo>
                  <a:lnTo>
                    <a:pt x="403288" y="76009"/>
                  </a:lnTo>
                  <a:lnTo>
                    <a:pt x="402526" y="72390"/>
                  </a:lnTo>
                  <a:lnTo>
                    <a:pt x="400812" y="68961"/>
                  </a:lnTo>
                  <a:lnTo>
                    <a:pt x="398145" y="65722"/>
                  </a:lnTo>
                  <a:lnTo>
                    <a:pt x="390144" y="57150"/>
                  </a:lnTo>
                  <a:lnTo>
                    <a:pt x="387096" y="53149"/>
                  </a:lnTo>
                  <a:lnTo>
                    <a:pt x="385381" y="49618"/>
                  </a:lnTo>
                  <a:lnTo>
                    <a:pt x="385000" y="46570"/>
                  </a:lnTo>
                  <a:lnTo>
                    <a:pt x="385953" y="41427"/>
                  </a:lnTo>
                  <a:lnTo>
                    <a:pt x="388912" y="37045"/>
                  </a:lnTo>
                  <a:lnTo>
                    <a:pt x="393865" y="33426"/>
                  </a:lnTo>
                  <a:lnTo>
                    <a:pt x="399389" y="29235"/>
                  </a:lnTo>
                  <a:lnTo>
                    <a:pt x="402526" y="24384"/>
                  </a:lnTo>
                  <a:lnTo>
                    <a:pt x="403288" y="18859"/>
                  </a:lnTo>
                  <a:close/>
                </a:path>
                <a:path w="455295" h="386079">
                  <a:moveTo>
                    <a:pt x="454723" y="54292"/>
                  </a:moveTo>
                  <a:lnTo>
                    <a:pt x="444728" y="54292"/>
                  </a:lnTo>
                  <a:lnTo>
                    <a:pt x="444728" y="385762"/>
                  </a:lnTo>
                  <a:lnTo>
                    <a:pt x="454723" y="385762"/>
                  </a:lnTo>
                  <a:lnTo>
                    <a:pt x="454723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8" name="object 228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4807530" y="6507543"/>
              <a:ext cx="111140" cy="116776"/>
            </a:xfrm>
            <a:prstGeom prst="rect">
              <a:avLst/>
            </a:prstGeom>
          </p:spPr>
        </p:pic>
        <p:sp>
          <p:nvSpPr>
            <p:cNvPr id="229" name="object 229"/>
            <p:cNvSpPr/>
            <p:nvPr/>
          </p:nvSpPr>
          <p:spPr>
            <a:xfrm>
              <a:off x="4824044" y="6076260"/>
              <a:ext cx="1219200" cy="1062990"/>
            </a:xfrm>
            <a:custGeom>
              <a:avLst/>
              <a:gdLst/>
              <a:ahLst/>
              <a:cxnLst/>
              <a:rect l="l" t="t" r="r" b="b"/>
              <a:pathLst>
                <a:path w="1219200" h="1062990">
                  <a:moveTo>
                    <a:pt x="74295" y="595210"/>
                  </a:moveTo>
                  <a:lnTo>
                    <a:pt x="74104" y="587971"/>
                  </a:lnTo>
                  <a:lnTo>
                    <a:pt x="71526" y="582739"/>
                  </a:lnTo>
                  <a:lnTo>
                    <a:pt x="66573" y="579501"/>
                  </a:lnTo>
                  <a:lnTo>
                    <a:pt x="62001" y="575881"/>
                  </a:lnTo>
                  <a:lnTo>
                    <a:pt x="55524" y="574167"/>
                  </a:lnTo>
                  <a:lnTo>
                    <a:pt x="47142" y="574357"/>
                  </a:lnTo>
                  <a:lnTo>
                    <a:pt x="39217" y="575322"/>
                  </a:lnTo>
                  <a:lnTo>
                    <a:pt x="4635" y="598424"/>
                  </a:lnTo>
                  <a:lnTo>
                    <a:pt x="0" y="612355"/>
                  </a:lnTo>
                  <a:lnTo>
                    <a:pt x="190" y="618832"/>
                  </a:lnTo>
                  <a:lnTo>
                    <a:pt x="25146" y="633793"/>
                  </a:lnTo>
                  <a:lnTo>
                    <a:pt x="33629" y="632841"/>
                  </a:lnTo>
                  <a:lnTo>
                    <a:pt x="69646" y="609790"/>
                  </a:lnTo>
                  <a:lnTo>
                    <a:pt x="72847" y="602780"/>
                  </a:lnTo>
                  <a:lnTo>
                    <a:pt x="74295" y="595210"/>
                  </a:lnTo>
                  <a:close/>
                </a:path>
                <a:path w="1219200" h="1062990">
                  <a:moveTo>
                    <a:pt x="1218704" y="546925"/>
                  </a:moveTo>
                  <a:lnTo>
                    <a:pt x="631621" y="546925"/>
                  </a:lnTo>
                  <a:lnTo>
                    <a:pt x="631621" y="493344"/>
                  </a:lnTo>
                  <a:lnTo>
                    <a:pt x="716241" y="493344"/>
                  </a:lnTo>
                  <a:lnTo>
                    <a:pt x="716241" y="486194"/>
                  </a:lnTo>
                  <a:lnTo>
                    <a:pt x="666965" y="486194"/>
                  </a:lnTo>
                  <a:lnTo>
                    <a:pt x="671677" y="484111"/>
                  </a:lnTo>
                  <a:lnTo>
                    <a:pt x="679627" y="479196"/>
                  </a:lnTo>
                  <a:lnTo>
                    <a:pt x="686320" y="473341"/>
                  </a:lnTo>
                  <a:lnTo>
                    <a:pt x="691273" y="466915"/>
                  </a:lnTo>
                  <a:lnTo>
                    <a:pt x="694474" y="459905"/>
                  </a:lnTo>
                  <a:lnTo>
                    <a:pt x="695909" y="452335"/>
                  </a:lnTo>
                  <a:lnTo>
                    <a:pt x="695718" y="445096"/>
                  </a:lnTo>
                  <a:lnTo>
                    <a:pt x="693153" y="439864"/>
                  </a:lnTo>
                  <a:lnTo>
                    <a:pt x="688200" y="436626"/>
                  </a:lnTo>
                  <a:lnTo>
                    <a:pt x="683628" y="433006"/>
                  </a:lnTo>
                  <a:lnTo>
                    <a:pt x="677151" y="431292"/>
                  </a:lnTo>
                  <a:lnTo>
                    <a:pt x="668769" y="431482"/>
                  </a:lnTo>
                  <a:lnTo>
                    <a:pt x="660844" y="432447"/>
                  </a:lnTo>
                  <a:lnTo>
                    <a:pt x="626262" y="455549"/>
                  </a:lnTo>
                  <a:lnTo>
                    <a:pt x="621614" y="469480"/>
                  </a:lnTo>
                  <a:lnTo>
                    <a:pt x="621703" y="472630"/>
                  </a:lnTo>
                  <a:lnTo>
                    <a:pt x="621614" y="486194"/>
                  </a:lnTo>
                  <a:lnTo>
                    <a:pt x="605104" y="486194"/>
                  </a:lnTo>
                  <a:lnTo>
                    <a:pt x="605104" y="493344"/>
                  </a:lnTo>
                  <a:lnTo>
                    <a:pt x="621614" y="493344"/>
                  </a:lnTo>
                  <a:lnTo>
                    <a:pt x="621614" y="546925"/>
                  </a:lnTo>
                  <a:lnTo>
                    <a:pt x="621614" y="552640"/>
                  </a:lnTo>
                  <a:lnTo>
                    <a:pt x="621614" y="775525"/>
                  </a:lnTo>
                  <a:lnTo>
                    <a:pt x="468744" y="775525"/>
                  </a:lnTo>
                  <a:lnTo>
                    <a:pt x="468744" y="724090"/>
                  </a:lnTo>
                  <a:lnTo>
                    <a:pt x="621614" y="724090"/>
                  </a:lnTo>
                  <a:lnTo>
                    <a:pt x="621614" y="718375"/>
                  </a:lnTo>
                  <a:lnTo>
                    <a:pt x="468744" y="718375"/>
                  </a:lnTo>
                  <a:lnTo>
                    <a:pt x="468744" y="666940"/>
                  </a:lnTo>
                  <a:lnTo>
                    <a:pt x="621614" y="666940"/>
                  </a:lnTo>
                  <a:lnTo>
                    <a:pt x="621614" y="661225"/>
                  </a:lnTo>
                  <a:lnTo>
                    <a:pt x="567042" y="661225"/>
                  </a:lnTo>
                  <a:lnTo>
                    <a:pt x="563994" y="657225"/>
                  </a:lnTo>
                  <a:lnTo>
                    <a:pt x="562279" y="653694"/>
                  </a:lnTo>
                  <a:lnTo>
                    <a:pt x="561898" y="650646"/>
                  </a:lnTo>
                  <a:lnTo>
                    <a:pt x="562851" y="645502"/>
                  </a:lnTo>
                  <a:lnTo>
                    <a:pt x="565797" y="641121"/>
                  </a:lnTo>
                  <a:lnTo>
                    <a:pt x="570750" y="637501"/>
                  </a:lnTo>
                  <a:lnTo>
                    <a:pt x="576275" y="633310"/>
                  </a:lnTo>
                  <a:lnTo>
                    <a:pt x="579424" y="628459"/>
                  </a:lnTo>
                  <a:lnTo>
                    <a:pt x="580186" y="622935"/>
                  </a:lnTo>
                  <a:lnTo>
                    <a:pt x="579424" y="619315"/>
                  </a:lnTo>
                  <a:lnTo>
                    <a:pt x="577710" y="615886"/>
                  </a:lnTo>
                  <a:lnTo>
                    <a:pt x="575043" y="612648"/>
                  </a:lnTo>
                  <a:lnTo>
                    <a:pt x="572376" y="609790"/>
                  </a:lnTo>
                  <a:lnTo>
                    <a:pt x="621614" y="609790"/>
                  </a:lnTo>
                  <a:lnTo>
                    <a:pt x="621614" y="604075"/>
                  </a:lnTo>
                  <a:lnTo>
                    <a:pt x="568464" y="604075"/>
                  </a:lnTo>
                  <a:lnTo>
                    <a:pt x="568464" y="614934"/>
                  </a:lnTo>
                  <a:lnTo>
                    <a:pt x="567512" y="619887"/>
                  </a:lnTo>
                  <a:lnTo>
                    <a:pt x="564565" y="624268"/>
                  </a:lnTo>
                  <a:lnTo>
                    <a:pt x="559612" y="628078"/>
                  </a:lnTo>
                  <a:lnTo>
                    <a:pt x="554088" y="631888"/>
                  </a:lnTo>
                  <a:lnTo>
                    <a:pt x="550938" y="636651"/>
                  </a:lnTo>
                  <a:lnTo>
                    <a:pt x="550176" y="642366"/>
                  </a:lnTo>
                  <a:lnTo>
                    <a:pt x="550938" y="645985"/>
                  </a:lnTo>
                  <a:lnTo>
                    <a:pt x="552653" y="649414"/>
                  </a:lnTo>
                  <a:lnTo>
                    <a:pt x="555320" y="652653"/>
                  </a:lnTo>
                  <a:lnTo>
                    <a:pt x="563041" y="661225"/>
                  </a:lnTo>
                  <a:lnTo>
                    <a:pt x="468744" y="661225"/>
                  </a:lnTo>
                  <a:lnTo>
                    <a:pt x="468744" y="632650"/>
                  </a:lnTo>
                  <a:lnTo>
                    <a:pt x="458736" y="632650"/>
                  </a:lnTo>
                  <a:lnTo>
                    <a:pt x="458736" y="661225"/>
                  </a:lnTo>
                  <a:lnTo>
                    <a:pt x="458736" y="666940"/>
                  </a:lnTo>
                  <a:lnTo>
                    <a:pt x="458736" y="718375"/>
                  </a:lnTo>
                  <a:lnTo>
                    <a:pt x="458736" y="724090"/>
                  </a:lnTo>
                  <a:lnTo>
                    <a:pt x="458736" y="775525"/>
                  </a:lnTo>
                  <a:lnTo>
                    <a:pt x="208991" y="775525"/>
                  </a:lnTo>
                  <a:lnTo>
                    <a:pt x="208991" y="724090"/>
                  </a:lnTo>
                  <a:lnTo>
                    <a:pt x="458736" y="724090"/>
                  </a:lnTo>
                  <a:lnTo>
                    <a:pt x="458736" y="718375"/>
                  </a:lnTo>
                  <a:lnTo>
                    <a:pt x="208991" y="718375"/>
                  </a:lnTo>
                  <a:lnTo>
                    <a:pt x="208991" y="666940"/>
                  </a:lnTo>
                  <a:lnTo>
                    <a:pt x="458736" y="666940"/>
                  </a:lnTo>
                  <a:lnTo>
                    <a:pt x="458736" y="661225"/>
                  </a:lnTo>
                  <a:lnTo>
                    <a:pt x="208991" y="661225"/>
                  </a:lnTo>
                  <a:lnTo>
                    <a:pt x="208991" y="609790"/>
                  </a:lnTo>
                  <a:lnTo>
                    <a:pt x="567321" y="609790"/>
                  </a:lnTo>
                  <a:lnTo>
                    <a:pt x="567702" y="610552"/>
                  </a:lnTo>
                  <a:lnTo>
                    <a:pt x="568464" y="614934"/>
                  </a:lnTo>
                  <a:lnTo>
                    <a:pt x="568464" y="604075"/>
                  </a:lnTo>
                  <a:lnTo>
                    <a:pt x="567042" y="604075"/>
                  </a:lnTo>
                  <a:lnTo>
                    <a:pt x="563994" y="600075"/>
                  </a:lnTo>
                  <a:lnTo>
                    <a:pt x="562279" y="596544"/>
                  </a:lnTo>
                  <a:lnTo>
                    <a:pt x="561898" y="593496"/>
                  </a:lnTo>
                  <a:lnTo>
                    <a:pt x="562851" y="588352"/>
                  </a:lnTo>
                  <a:lnTo>
                    <a:pt x="565797" y="583971"/>
                  </a:lnTo>
                  <a:lnTo>
                    <a:pt x="570750" y="580351"/>
                  </a:lnTo>
                  <a:lnTo>
                    <a:pt x="576275" y="576160"/>
                  </a:lnTo>
                  <a:lnTo>
                    <a:pt x="579424" y="571309"/>
                  </a:lnTo>
                  <a:lnTo>
                    <a:pt x="580186" y="565785"/>
                  </a:lnTo>
                  <a:lnTo>
                    <a:pt x="579424" y="562165"/>
                  </a:lnTo>
                  <a:lnTo>
                    <a:pt x="577710" y="558736"/>
                  </a:lnTo>
                  <a:lnTo>
                    <a:pt x="575043" y="555498"/>
                  </a:lnTo>
                  <a:lnTo>
                    <a:pt x="572376" y="552640"/>
                  </a:lnTo>
                  <a:lnTo>
                    <a:pt x="621614" y="552640"/>
                  </a:lnTo>
                  <a:lnTo>
                    <a:pt x="621614" y="546925"/>
                  </a:lnTo>
                  <a:lnTo>
                    <a:pt x="568464" y="546925"/>
                  </a:lnTo>
                  <a:lnTo>
                    <a:pt x="568464" y="557784"/>
                  </a:lnTo>
                  <a:lnTo>
                    <a:pt x="567512" y="562737"/>
                  </a:lnTo>
                  <a:lnTo>
                    <a:pt x="564565" y="567118"/>
                  </a:lnTo>
                  <a:lnTo>
                    <a:pt x="559612" y="570928"/>
                  </a:lnTo>
                  <a:lnTo>
                    <a:pt x="554088" y="574738"/>
                  </a:lnTo>
                  <a:lnTo>
                    <a:pt x="550938" y="579501"/>
                  </a:lnTo>
                  <a:lnTo>
                    <a:pt x="550176" y="585216"/>
                  </a:lnTo>
                  <a:lnTo>
                    <a:pt x="550938" y="588835"/>
                  </a:lnTo>
                  <a:lnTo>
                    <a:pt x="552653" y="592264"/>
                  </a:lnTo>
                  <a:lnTo>
                    <a:pt x="555320" y="595503"/>
                  </a:lnTo>
                  <a:lnTo>
                    <a:pt x="563041" y="604075"/>
                  </a:lnTo>
                  <a:lnTo>
                    <a:pt x="208991" y="604075"/>
                  </a:lnTo>
                  <a:lnTo>
                    <a:pt x="208991" y="552640"/>
                  </a:lnTo>
                  <a:lnTo>
                    <a:pt x="567321" y="552640"/>
                  </a:lnTo>
                  <a:lnTo>
                    <a:pt x="567702" y="553402"/>
                  </a:lnTo>
                  <a:lnTo>
                    <a:pt x="568464" y="557784"/>
                  </a:lnTo>
                  <a:lnTo>
                    <a:pt x="568464" y="546925"/>
                  </a:lnTo>
                  <a:lnTo>
                    <a:pt x="567042" y="546925"/>
                  </a:lnTo>
                  <a:lnTo>
                    <a:pt x="563994" y="542925"/>
                  </a:lnTo>
                  <a:lnTo>
                    <a:pt x="562279" y="539394"/>
                  </a:lnTo>
                  <a:lnTo>
                    <a:pt x="561898" y="536346"/>
                  </a:lnTo>
                  <a:lnTo>
                    <a:pt x="562851" y="531202"/>
                  </a:lnTo>
                  <a:lnTo>
                    <a:pt x="565797" y="526821"/>
                  </a:lnTo>
                  <a:lnTo>
                    <a:pt x="570750" y="523201"/>
                  </a:lnTo>
                  <a:lnTo>
                    <a:pt x="576275" y="519010"/>
                  </a:lnTo>
                  <a:lnTo>
                    <a:pt x="579424" y="514159"/>
                  </a:lnTo>
                  <a:lnTo>
                    <a:pt x="580186" y="508635"/>
                  </a:lnTo>
                  <a:lnTo>
                    <a:pt x="579424" y="505015"/>
                  </a:lnTo>
                  <a:lnTo>
                    <a:pt x="577710" y="501586"/>
                  </a:lnTo>
                  <a:lnTo>
                    <a:pt x="575043" y="498348"/>
                  </a:lnTo>
                  <a:lnTo>
                    <a:pt x="567042" y="489775"/>
                  </a:lnTo>
                  <a:lnTo>
                    <a:pt x="563994" y="485775"/>
                  </a:lnTo>
                  <a:lnTo>
                    <a:pt x="562279" y="482244"/>
                  </a:lnTo>
                  <a:lnTo>
                    <a:pt x="561898" y="479196"/>
                  </a:lnTo>
                  <a:lnTo>
                    <a:pt x="562851" y="474052"/>
                  </a:lnTo>
                  <a:lnTo>
                    <a:pt x="565797" y="469671"/>
                  </a:lnTo>
                  <a:lnTo>
                    <a:pt x="570750" y="466051"/>
                  </a:lnTo>
                  <a:lnTo>
                    <a:pt x="576275" y="461860"/>
                  </a:lnTo>
                  <a:lnTo>
                    <a:pt x="579424" y="457009"/>
                  </a:lnTo>
                  <a:lnTo>
                    <a:pt x="580186" y="451485"/>
                  </a:lnTo>
                  <a:lnTo>
                    <a:pt x="579424" y="447865"/>
                  </a:lnTo>
                  <a:lnTo>
                    <a:pt x="577710" y="444436"/>
                  </a:lnTo>
                  <a:lnTo>
                    <a:pt x="575043" y="441198"/>
                  </a:lnTo>
                  <a:lnTo>
                    <a:pt x="567042" y="432625"/>
                  </a:lnTo>
                  <a:lnTo>
                    <a:pt x="563041" y="432625"/>
                  </a:lnTo>
                  <a:lnTo>
                    <a:pt x="565899" y="435483"/>
                  </a:lnTo>
                  <a:lnTo>
                    <a:pt x="567702" y="439102"/>
                  </a:lnTo>
                  <a:lnTo>
                    <a:pt x="554088" y="460438"/>
                  </a:lnTo>
                  <a:lnTo>
                    <a:pt x="550938" y="465201"/>
                  </a:lnTo>
                  <a:lnTo>
                    <a:pt x="550176" y="470916"/>
                  </a:lnTo>
                  <a:lnTo>
                    <a:pt x="550938" y="474535"/>
                  </a:lnTo>
                  <a:lnTo>
                    <a:pt x="552653" y="477964"/>
                  </a:lnTo>
                  <a:lnTo>
                    <a:pt x="555320" y="481203"/>
                  </a:lnTo>
                  <a:lnTo>
                    <a:pt x="563041" y="489775"/>
                  </a:lnTo>
                  <a:lnTo>
                    <a:pt x="565899" y="492633"/>
                  </a:lnTo>
                  <a:lnTo>
                    <a:pt x="567702" y="496252"/>
                  </a:lnTo>
                  <a:lnTo>
                    <a:pt x="554088" y="517588"/>
                  </a:lnTo>
                  <a:lnTo>
                    <a:pt x="550938" y="522351"/>
                  </a:lnTo>
                  <a:lnTo>
                    <a:pt x="550176" y="528066"/>
                  </a:lnTo>
                  <a:lnTo>
                    <a:pt x="550938" y="531685"/>
                  </a:lnTo>
                  <a:lnTo>
                    <a:pt x="552653" y="535114"/>
                  </a:lnTo>
                  <a:lnTo>
                    <a:pt x="555320" y="538353"/>
                  </a:lnTo>
                  <a:lnTo>
                    <a:pt x="563041" y="546925"/>
                  </a:lnTo>
                  <a:lnTo>
                    <a:pt x="208991" y="546925"/>
                  </a:lnTo>
                  <a:lnTo>
                    <a:pt x="208991" y="0"/>
                  </a:lnTo>
                  <a:lnTo>
                    <a:pt x="200418" y="0"/>
                  </a:lnTo>
                  <a:lnTo>
                    <a:pt x="200418" y="546925"/>
                  </a:lnTo>
                  <a:lnTo>
                    <a:pt x="196291" y="546925"/>
                  </a:lnTo>
                  <a:lnTo>
                    <a:pt x="196291" y="552640"/>
                  </a:lnTo>
                  <a:lnTo>
                    <a:pt x="200418" y="552640"/>
                  </a:lnTo>
                  <a:lnTo>
                    <a:pt x="200418" y="604075"/>
                  </a:lnTo>
                  <a:lnTo>
                    <a:pt x="196291" y="604075"/>
                  </a:lnTo>
                  <a:lnTo>
                    <a:pt x="196291" y="609790"/>
                  </a:lnTo>
                  <a:lnTo>
                    <a:pt x="200418" y="609790"/>
                  </a:lnTo>
                  <a:lnTo>
                    <a:pt x="200418" y="661225"/>
                  </a:lnTo>
                  <a:lnTo>
                    <a:pt x="196291" y="661225"/>
                  </a:lnTo>
                  <a:lnTo>
                    <a:pt x="196291" y="666940"/>
                  </a:lnTo>
                  <a:lnTo>
                    <a:pt x="200418" y="666940"/>
                  </a:lnTo>
                  <a:lnTo>
                    <a:pt x="200418" y="718375"/>
                  </a:lnTo>
                  <a:lnTo>
                    <a:pt x="196291" y="718375"/>
                  </a:lnTo>
                  <a:lnTo>
                    <a:pt x="196291" y="724090"/>
                  </a:lnTo>
                  <a:lnTo>
                    <a:pt x="200418" y="724090"/>
                  </a:lnTo>
                  <a:lnTo>
                    <a:pt x="200418" y="775525"/>
                  </a:lnTo>
                  <a:lnTo>
                    <a:pt x="196291" y="775525"/>
                  </a:lnTo>
                  <a:lnTo>
                    <a:pt x="196291" y="781240"/>
                  </a:lnTo>
                  <a:lnTo>
                    <a:pt x="200418" y="781240"/>
                  </a:lnTo>
                  <a:lnTo>
                    <a:pt x="208991" y="781240"/>
                  </a:lnTo>
                  <a:lnTo>
                    <a:pt x="458736" y="781240"/>
                  </a:lnTo>
                  <a:lnTo>
                    <a:pt x="458736" y="806069"/>
                  </a:lnTo>
                  <a:lnTo>
                    <a:pt x="456742" y="804481"/>
                  </a:lnTo>
                  <a:lnTo>
                    <a:pt x="450265" y="802767"/>
                  </a:lnTo>
                  <a:lnTo>
                    <a:pt x="411022" y="814959"/>
                  </a:lnTo>
                  <a:lnTo>
                    <a:pt x="398386" y="829094"/>
                  </a:lnTo>
                  <a:lnTo>
                    <a:pt x="378218" y="829094"/>
                  </a:lnTo>
                  <a:lnTo>
                    <a:pt x="378218" y="836244"/>
                  </a:lnTo>
                  <a:lnTo>
                    <a:pt x="395668" y="836244"/>
                  </a:lnTo>
                  <a:lnTo>
                    <a:pt x="394728" y="840955"/>
                  </a:lnTo>
                  <a:lnTo>
                    <a:pt x="419874" y="862393"/>
                  </a:lnTo>
                  <a:lnTo>
                    <a:pt x="428358" y="861441"/>
                  </a:lnTo>
                  <a:lnTo>
                    <a:pt x="436664" y="859180"/>
                  </a:lnTo>
                  <a:lnTo>
                    <a:pt x="444792" y="855586"/>
                  </a:lnTo>
                  <a:lnTo>
                    <a:pt x="452742" y="850671"/>
                  </a:lnTo>
                  <a:lnTo>
                    <a:pt x="458736" y="845439"/>
                  </a:lnTo>
                  <a:lnTo>
                    <a:pt x="458736" y="886244"/>
                  </a:lnTo>
                  <a:lnTo>
                    <a:pt x="378218" y="886244"/>
                  </a:lnTo>
                  <a:lnTo>
                    <a:pt x="378218" y="893394"/>
                  </a:lnTo>
                  <a:lnTo>
                    <a:pt x="458736" y="893394"/>
                  </a:lnTo>
                  <a:lnTo>
                    <a:pt x="458736" y="943394"/>
                  </a:lnTo>
                  <a:lnTo>
                    <a:pt x="378218" y="943394"/>
                  </a:lnTo>
                  <a:lnTo>
                    <a:pt x="378218" y="950544"/>
                  </a:lnTo>
                  <a:lnTo>
                    <a:pt x="458736" y="950544"/>
                  </a:lnTo>
                  <a:lnTo>
                    <a:pt x="458736" y="1000544"/>
                  </a:lnTo>
                  <a:lnTo>
                    <a:pt x="378218" y="1000544"/>
                  </a:lnTo>
                  <a:lnTo>
                    <a:pt x="378218" y="1007694"/>
                  </a:lnTo>
                  <a:lnTo>
                    <a:pt x="423176" y="1007694"/>
                  </a:lnTo>
                  <a:lnTo>
                    <a:pt x="418528" y="1009942"/>
                  </a:lnTo>
                  <a:lnTo>
                    <a:pt x="394728" y="1040980"/>
                  </a:lnTo>
                  <a:lnTo>
                    <a:pt x="394919" y="1047457"/>
                  </a:lnTo>
                  <a:lnTo>
                    <a:pt x="419874" y="1062418"/>
                  </a:lnTo>
                  <a:lnTo>
                    <a:pt x="428358" y="1061466"/>
                  </a:lnTo>
                  <a:lnTo>
                    <a:pt x="464388" y="1038415"/>
                  </a:lnTo>
                  <a:lnTo>
                    <a:pt x="469023" y="1023835"/>
                  </a:lnTo>
                  <a:lnTo>
                    <a:pt x="468833" y="1016596"/>
                  </a:lnTo>
                  <a:lnTo>
                    <a:pt x="468744" y="1016419"/>
                  </a:lnTo>
                  <a:lnTo>
                    <a:pt x="468744" y="1007694"/>
                  </a:lnTo>
                  <a:lnTo>
                    <a:pt x="489356" y="1007694"/>
                  </a:lnTo>
                  <a:lnTo>
                    <a:pt x="489356" y="1000544"/>
                  </a:lnTo>
                  <a:lnTo>
                    <a:pt x="468744" y="1000544"/>
                  </a:lnTo>
                  <a:lnTo>
                    <a:pt x="468744" y="950544"/>
                  </a:lnTo>
                  <a:lnTo>
                    <a:pt x="489356" y="950544"/>
                  </a:lnTo>
                  <a:lnTo>
                    <a:pt x="489356" y="943394"/>
                  </a:lnTo>
                  <a:lnTo>
                    <a:pt x="468744" y="943394"/>
                  </a:lnTo>
                  <a:lnTo>
                    <a:pt x="468744" y="893394"/>
                  </a:lnTo>
                  <a:lnTo>
                    <a:pt x="489356" y="893394"/>
                  </a:lnTo>
                  <a:lnTo>
                    <a:pt x="489356" y="886244"/>
                  </a:lnTo>
                  <a:lnTo>
                    <a:pt x="468744" y="886244"/>
                  </a:lnTo>
                  <a:lnTo>
                    <a:pt x="468744" y="836244"/>
                  </a:lnTo>
                  <a:lnTo>
                    <a:pt x="489356" y="836244"/>
                  </a:lnTo>
                  <a:lnTo>
                    <a:pt x="489356" y="829094"/>
                  </a:lnTo>
                  <a:lnTo>
                    <a:pt x="468744" y="829094"/>
                  </a:lnTo>
                  <a:lnTo>
                    <a:pt x="468744" y="825296"/>
                  </a:lnTo>
                  <a:lnTo>
                    <a:pt x="469023" y="823810"/>
                  </a:lnTo>
                  <a:lnTo>
                    <a:pt x="468833" y="816571"/>
                  </a:lnTo>
                  <a:lnTo>
                    <a:pt x="468744" y="816394"/>
                  </a:lnTo>
                  <a:lnTo>
                    <a:pt x="468744" y="781240"/>
                  </a:lnTo>
                  <a:lnTo>
                    <a:pt x="621614" y="781240"/>
                  </a:lnTo>
                  <a:lnTo>
                    <a:pt x="621614" y="832675"/>
                  </a:lnTo>
                  <a:lnTo>
                    <a:pt x="631621" y="832675"/>
                  </a:lnTo>
                  <a:lnTo>
                    <a:pt x="631621" y="781240"/>
                  </a:lnTo>
                  <a:lnTo>
                    <a:pt x="1218704" y="781240"/>
                  </a:lnTo>
                  <a:lnTo>
                    <a:pt x="1218704" y="775525"/>
                  </a:lnTo>
                  <a:lnTo>
                    <a:pt x="631621" y="775525"/>
                  </a:lnTo>
                  <a:lnTo>
                    <a:pt x="631621" y="724090"/>
                  </a:lnTo>
                  <a:lnTo>
                    <a:pt x="1218704" y="724090"/>
                  </a:lnTo>
                  <a:lnTo>
                    <a:pt x="1218704" y="718375"/>
                  </a:lnTo>
                  <a:lnTo>
                    <a:pt x="631621" y="718375"/>
                  </a:lnTo>
                  <a:lnTo>
                    <a:pt x="631621" y="666940"/>
                  </a:lnTo>
                  <a:lnTo>
                    <a:pt x="1218704" y="666940"/>
                  </a:lnTo>
                  <a:lnTo>
                    <a:pt x="1218704" y="661225"/>
                  </a:lnTo>
                  <a:lnTo>
                    <a:pt x="631621" y="661225"/>
                  </a:lnTo>
                  <a:lnTo>
                    <a:pt x="631621" y="609790"/>
                  </a:lnTo>
                  <a:lnTo>
                    <a:pt x="1218704" y="609790"/>
                  </a:lnTo>
                  <a:lnTo>
                    <a:pt x="1218704" y="604075"/>
                  </a:lnTo>
                  <a:lnTo>
                    <a:pt x="631621" y="604075"/>
                  </a:lnTo>
                  <a:lnTo>
                    <a:pt x="631621" y="552640"/>
                  </a:lnTo>
                  <a:lnTo>
                    <a:pt x="1218704" y="552640"/>
                  </a:lnTo>
                  <a:lnTo>
                    <a:pt x="1218704" y="546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0" name="object 230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5445671" y="6621843"/>
              <a:ext cx="74294" cy="116776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5629542" y="6548891"/>
              <a:ext cx="227329" cy="532765"/>
            </a:xfrm>
            <a:custGeom>
              <a:avLst/>
              <a:gdLst/>
              <a:ahLst/>
              <a:cxnLst/>
              <a:rect l="l" t="t" r="r" b="b"/>
              <a:pathLst>
                <a:path w="227329" h="532765">
                  <a:moveTo>
                    <a:pt x="111137" y="356463"/>
                  </a:moveTo>
                  <a:lnTo>
                    <a:pt x="90525" y="356463"/>
                  </a:lnTo>
                  <a:lnTo>
                    <a:pt x="90525" y="295516"/>
                  </a:lnTo>
                  <a:lnTo>
                    <a:pt x="90805" y="294030"/>
                  </a:lnTo>
                  <a:lnTo>
                    <a:pt x="90614" y="286791"/>
                  </a:lnTo>
                  <a:lnTo>
                    <a:pt x="90525" y="286613"/>
                  </a:lnTo>
                  <a:lnTo>
                    <a:pt x="90525" y="102870"/>
                  </a:lnTo>
                  <a:lnTo>
                    <a:pt x="80518" y="102870"/>
                  </a:lnTo>
                  <a:lnTo>
                    <a:pt x="80518" y="276288"/>
                  </a:lnTo>
                  <a:lnTo>
                    <a:pt x="78524" y="274701"/>
                  </a:lnTo>
                  <a:lnTo>
                    <a:pt x="72047" y="272986"/>
                  </a:lnTo>
                  <a:lnTo>
                    <a:pt x="32804" y="285178"/>
                  </a:lnTo>
                  <a:lnTo>
                    <a:pt x="16510" y="311175"/>
                  </a:lnTo>
                  <a:lnTo>
                    <a:pt x="16700" y="317652"/>
                  </a:lnTo>
                  <a:lnTo>
                    <a:pt x="41656" y="332613"/>
                  </a:lnTo>
                  <a:lnTo>
                    <a:pt x="50139" y="331660"/>
                  </a:lnTo>
                  <a:lnTo>
                    <a:pt x="58445" y="329399"/>
                  </a:lnTo>
                  <a:lnTo>
                    <a:pt x="66573" y="325805"/>
                  </a:lnTo>
                  <a:lnTo>
                    <a:pt x="74523" y="320890"/>
                  </a:lnTo>
                  <a:lnTo>
                    <a:pt x="80518" y="315658"/>
                  </a:lnTo>
                  <a:lnTo>
                    <a:pt x="80518" y="356463"/>
                  </a:lnTo>
                  <a:lnTo>
                    <a:pt x="0" y="356463"/>
                  </a:lnTo>
                  <a:lnTo>
                    <a:pt x="0" y="363613"/>
                  </a:lnTo>
                  <a:lnTo>
                    <a:pt x="80518" y="363613"/>
                  </a:lnTo>
                  <a:lnTo>
                    <a:pt x="80518" y="413613"/>
                  </a:lnTo>
                  <a:lnTo>
                    <a:pt x="0" y="413613"/>
                  </a:lnTo>
                  <a:lnTo>
                    <a:pt x="0" y="420763"/>
                  </a:lnTo>
                  <a:lnTo>
                    <a:pt x="80518" y="420763"/>
                  </a:lnTo>
                  <a:lnTo>
                    <a:pt x="80518" y="470763"/>
                  </a:lnTo>
                  <a:lnTo>
                    <a:pt x="0" y="470763"/>
                  </a:lnTo>
                  <a:lnTo>
                    <a:pt x="0" y="477913"/>
                  </a:lnTo>
                  <a:lnTo>
                    <a:pt x="44958" y="477913"/>
                  </a:lnTo>
                  <a:lnTo>
                    <a:pt x="40309" y="480161"/>
                  </a:lnTo>
                  <a:lnTo>
                    <a:pt x="16510" y="511200"/>
                  </a:lnTo>
                  <a:lnTo>
                    <a:pt x="16700" y="517677"/>
                  </a:lnTo>
                  <a:lnTo>
                    <a:pt x="41656" y="532638"/>
                  </a:lnTo>
                  <a:lnTo>
                    <a:pt x="50139" y="531685"/>
                  </a:lnTo>
                  <a:lnTo>
                    <a:pt x="86169" y="508635"/>
                  </a:lnTo>
                  <a:lnTo>
                    <a:pt x="90805" y="494055"/>
                  </a:lnTo>
                  <a:lnTo>
                    <a:pt x="90614" y="486816"/>
                  </a:lnTo>
                  <a:lnTo>
                    <a:pt x="90525" y="486638"/>
                  </a:lnTo>
                  <a:lnTo>
                    <a:pt x="90525" y="477913"/>
                  </a:lnTo>
                  <a:lnTo>
                    <a:pt x="111137" y="477913"/>
                  </a:lnTo>
                  <a:lnTo>
                    <a:pt x="111137" y="470763"/>
                  </a:lnTo>
                  <a:lnTo>
                    <a:pt x="90525" y="470763"/>
                  </a:lnTo>
                  <a:lnTo>
                    <a:pt x="90525" y="420763"/>
                  </a:lnTo>
                  <a:lnTo>
                    <a:pt x="111137" y="420763"/>
                  </a:lnTo>
                  <a:lnTo>
                    <a:pt x="111137" y="413613"/>
                  </a:lnTo>
                  <a:lnTo>
                    <a:pt x="90525" y="413613"/>
                  </a:lnTo>
                  <a:lnTo>
                    <a:pt x="90525" y="363613"/>
                  </a:lnTo>
                  <a:lnTo>
                    <a:pt x="111137" y="363613"/>
                  </a:lnTo>
                  <a:lnTo>
                    <a:pt x="111137" y="356463"/>
                  </a:lnTo>
                  <a:close/>
                </a:path>
                <a:path w="227329" h="532765">
                  <a:moveTo>
                    <a:pt x="226910" y="0"/>
                  </a:moveTo>
                  <a:lnTo>
                    <a:pt x="216903" y="0"/>
                  </a:lnTo>
                  <a:lnTo>
                    <a:pt x="216903" y="360045"/>
                  </a:lnTo>
                  <a:lnTo>
                    <a:pt x="226910" y="360045"/>
                  </a:lnTo>
                  <a:lnTo>
                    <a:pt x="226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2" name="object 23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5829938" y="6507543"/>
              <a:ext cx="111140" cy="116776"/>
            </a:xfrm>
            <a:prstGeom prst="rect">
              <a:avLst/>
            </a:prstGeom>
          </p:spPr>
        </p:pic>
        <p:sp>
          <p:nvSpPr>
            <p:cNvPr id="233" name="object 233"/>
            <p:cNvSpPr/>
            <p:nvPr/>
          </p:nvSpPr>
          <p:spPr>
            <a:xfrm>
              <a:off x="179387" y="6076260"/>
              <a:ext cx="7101205" cy="2407920"/>
            </a:xfrm>
            <a:custGeom>
              <a:avLst/>
              <a:gdLst/>
              <a:ahLst/>
              <a:cxnLst/>
              <a:rect l="l" t="t" r="r" b="b"/>
              <a:pathLst>
                <a:path w="7101205" h="2407920">
                  <a:moveTo>
                    <a:pt x="68859" y="1450784"/>
                  </a:moveTo>
                  <a:lnTo>
                    <a:pt x="46570" y="1488376"/>
                  </a:lnTo>
                  <a:lnTo>
                    <a:pt x="28994" y="1526082"/>
                  </a:lnTo>
                  <a:lnTo>
                    <a:pt x="14046" y="1574253"/>
                  </a:lnTo>
                  <a:lnTo>
                    <a:pt x="7048" y="1617878"/>
                  </a:lnTo>
                  <a:lnTo>
                    <a:pt x="6286" y="1638109"/>
                  </a:lnTo>
                  <a:lnTo>
                    <a:pt x="7175" y="1658099"/>
                  </a:lnTo>
                  <a:lnTo>
                    <a:pt x="8991" y="1678000"/>
                  </a:lnTo>
                  <a:lnTo>
                    <a:pt x="11747" y="1697824"/>
                  </a:lnTo>
                  <a:lnTo>
                    <a:pt x="15430" y="1717586"/>
                  </a:lnTo>
                  <a:lnTo>
                    <a:pt x="35039" y="1803476"/>
                  </a:lnTo>
                  <a:lnTo>
                    <a:pt x="37287" y="1814690"/>
                  </a:lnTo>
                  <a:lnTo>
                    <a:pt x="39039" y="1825294"/>
                  </a:lnTo>
                  <a:lnTo>
                    <a:pt x="40284" y="1835302"/>
                  </a:lnTo>
                  <a:lnTo>
                    <a:pt x="41148" y="1849932"/>
                  </a:lnTo>
                  <a:lnTo>
                    <a:pt x="40284" y="1861883"/>
                  </a:lnTo>
                  <a:lnTo>
                    <a:pt x="23406" y="1904085"/>
                  </a:lnTo>
                  <a:lnTo>
                    <a:pt x="0" y="1927618"/>
                  </a:lnTo>
                  <a:lnTo>
                    <a:pt x="0" y="1931200"/>
                  </a:lnTo>
                  <a:lnTo>
                    <a:pt x="29425" y="1965858"/>
                  </a:lnTo>
                  <a:lnTo>
                    <a:pt x="40957" y="2004695"/>
                  </a:lnTo>
                  <a:lnTo>
                    <a:pt x="41148" y="2011273"/>
                  </a:lnTo>
                  <a:lnTo>
                    <a:pt x="40474" y="2023872"/>
                  </a:lnTo>
                  <a:lnTo>
                    <a:pt x="38785" y="2037791"/>
                  </a:lnTo>
                  <a:lnTo>
                    <a:pt x="36055" y="2053005"/>
                  </a:lnTo>
                  <a:lnTo>
                    <a:pt x="15430" y="2143328"/>
                  </a:lnTo>
                  <a:lnTo>
                    <a:pt x="11747" y="2163191"/>
                  </a:lnTo>
                  <a:lnTo>
                    <a:pt x="8991" y="2183066"/>
                  </a:lnTo>
                  <a:lnTo>
                    <a:pt x="7175" y="2202929"/>
                  </a:lnTo>
                  <a:lnTo>
                    <a:pt x="6286" y="2222792"/>
                  </a:lnTo>
                  <a:lnTo>
                    <a:pt x="7048" y="2243023"/>
                  </a:lnTo>
                  <a:lnTo>
                    <a:pt x="14046" y="2286495"/>
                  </a:lnTo>
                  <a:lnTo>
                    <a:pt x="28676" y="2333675"/>
                  </a:lnTo>
                  <a:lnTo>
                    <a:pt x="52959" y="2382672"/>
                  </a:lnTo>
                  <a:lnTo>
                    <a:pt x="68859" y="2407729"/>
                  </a:lnTo>
                  <a:lnTo>
                    <a:pt x="68859" y="2404453"/>
                  </a:lnTo>
                  <a:lnTo>
                    <a:pt x="60032" y="2388197"/>
                  </a:lnTo>
                  <a:lnTo>
                    <a:pt x="52146" y="2372029"/>
                  </a:lnTo>
                  <a:lnTo>
                    <a:pt x="34353" y="2323541"/>
                  </a:lnTo>
                  <a:lnTo>
                    <a:pt x="29425" y="2269706"/>
                  </a:lnTo>
                  <a:lnTo>
                    <a:pt x="30886" y="2251532"/>
                  </a:lnTo>
                  <a:lnTo>
                    <a:pt x="33286" y="2233180"/>
                  </a:lnTo>
                  <a:lnTo>
                    <a:pt x="36601" y="2214638"/>
                  </a:lnTo>
                  <a:lnTo>
                    <a:pt x="40855" y="2195906"/>
                  </a:lnTo>
                  <a:lnTo>
                    <a:pt x="59143" y="2123605"/>
                  </a:lnTo>
                  <a:lnTo>
                    <a:pt x="63068" y="2106612"/>
                  </a:lnTo>
                  <a:lnTo>
                    <a:pt x="66001" y="2090597"/>
                  </a:lnTo>
                  <a:lnTo>
                    <a:pt x="67932" y="2075548"/>
                  </a:lnTo>
                  <a:lnTo>
                    <a:pt x="68859" y="2061464"/>
                  </a:lnTo>
                  <a:lnTo>
                    <a:pt x="67983" y="2038223"/>
                  </a:lnTo>
                  <a:lnTo>
                    <a:pt x="60121" y="1999234"/>
                  </a:lnTo>
                  <a:lnTo>
                    <a:pt x="40284" y="1964664"/>
                  </a:lnTo>
                  <a:lnTo>
                    <a:pt x="2286" y="1929409"/>
                  </a:lnTo>
                  <a:lnTo>
                    <a:pt x="13335" y="1921256"/>
                  </a:lnTo>
                  <a:lnTo>
                    <a:pt x="45237" y="1889480"/>
                  </a:lnTo>
                  <a:lnTo>
                    <a:pt x="65074" y="1843443"/>
                  </a:lnTo>
                  <a:lnTo>
                    <a:pt x="68859" y="1799742"/>
                  </a:lnTo>
                  <a:lnTo>
                    <a:pt x="67932" y="1785531"/>
                  </a:lnTo>
                  <a:lnTo>
                    <a:pt x="66001" y="1770392"/>
                  </a:lnTo>
                  <a:lnTo>
                    <a:pt x="63068" y="1754314"/>
                  </a:lnTo>
                  <a:lnTo>
                    <a:pt x="59143" y="1737309"/>
                  </a:lnTo>
                  <a:lnTo>
                    <a:pt x="40284" y="1662912"/>
                  </a:lnTo>
                  <a:lnTo>
                    <a:pt x="36283" y="1644662"/>
                  </a:lnTo>
                  <a:lnTo>
                    <a:pt x="33147" y="1626692"/>
                  </a:lnTo>
                  <a:lnTo>
                    <a:pt x="30848" y="1608963"/>
                  </a:lnTo>
                  <a:lnTo>
                    <a:pt x="29425" y="1591500"/>
                  </a:lnTo>
                  <a:lnTo>
                    <a:pt x="29502" y="1572755"/>
                  </a:lnTo>
                  <a:lnTo>
                    <a:pt x="39141" y="1521002"/>
                  </a:lnTo>
                  <a:lnTo>
                    <a:pt x="60426" y="1470545"/>
                  </a:lnTo>
                  <a:lnTo>
                    <a:pt x="68859" y="1454378"/>
                  </a:lnTo>
                  <a:lnTo>
                    <a:pt x="68859" y="1450784"/>
                  </a:lnTo>
                  <a:close/>
                </a:path>
                <a:path w="7101205" h="2407920">
                  <a:moveTo>
                    <a:pt x="577088" y="1449895"/>
                  </a:moveTo>
                  <a:lnTo>
                    <a:pt x="239356" y="1449895"/>
                  </a:lnTo>
                  <a:lnTo>
                    <a:pt x="240309" y="1442173"/>
                  </a:lnTo>
                  <a:lnTo>
                    <a:pt x="239776" y="1435188"/>
                  </a:lnTo>
                  <a:lnTo>
                    <a:pt x="234124" y="1409319"/>
                  </a:lnTo>
                  <a:lnTo>
                    <a:pt x="232791" y="1404924"/>
                  </a:lnTo>
                  <a:lnTo>
                    <a:pt x="230314" y="1397952"/>
                  </a:lnTo>
                  <a:lnTo>
                    <a:pt x="230314" y="1420075"/>
                  </a:lnTo>
                  <a:lnTo>
                    <a:pt x="230314" y="1423885"/>
                  </a:lnTo>
                  <a:lnTo>
                    <a:pt x="229793" y="1433639"/>
                  </a:lnTo>
                  <a:lnTo>
                    <a:pt x="227952" y="1443177"/>
                  </a:lnTo>
                  <a:lnTo>
                    <a:pt x="225666" y="1449895"/>
                  </a:lnTo>
                  <a:lnTo>
                    <a:pt x="223253" y="1449895"/>
                  </a:lnTo>
                  <a:lnTo>
                    <a:pt x="223253" y="1455610"/>
                  </a:lnTo>
                  <a:lnTo>
                    <a:pt x="195732" y="1491043"/>
                  </a:lnTo>
                  <a:lnTo>
                    <a:pt x="194094" y="1484134"/>
                  </a:lnTo>
                  <a:lnTo>
                    <a:pt x="192874" y="1477111"/>
                  </a:lnTo>
                  <a:lnTo>
                    <a:pt x="192087" y="1469986"/>
                  </a:lnTo>
                  <a:lnTo>
                    <a:pt x="191731" y="1462747"/>
                  </a:lnTo>
                  <a:lnTo>
                    <a:pt x="191808" y="1461604"/>
                  </a:lnTo>
                  <a:lnTo>
                    <a:pt x="192214" y="1455610"/>
                  </a:lnTo>
                  <a:lnTo>
                    <a:pt x="223253" y="1455610"/>
                  </a:lnTo>
                  <a:lnTo>
                    <a:pt x="223253" y="1449895"/>
                  </a:lnTo>
                  <a:lnTo>
                    <a:pt x="193116" y="1449895"/>
                  </a:lnTo>
                  <a:lnTo>
                    <a:pt x="193446" y="1447888"/>
                  </a:lnTo>
                  <a:lnTo>
                    <a:pt x="211518" y="1412303"/>
                  </a:lnTo>
                  <a:lnTo>
                    <a:pt x="218020" y="1409319"/>
                  </a:lnTo>
                  <a:lnTo>
                    <a:pt x="222021" y="1409509"/>
                  </a:lnTo>
                  <a:lnTo>
                    <a:pt x="225069" y="1411033"/>
                  </a:lnTo>
                  <a:lnTo>
                    <a:pt x="229260" y="1416748"/>
                  </a:lnTo>
                  <a:lnTo>
                    <a:pt x="229323" y="1416964"/>
                  </a:lnTo>
                  <a:lnTo>
                    <a:pt x="230314" y="1420075"/>
                  </a:lnTo>
                  <a:lnTo>
                    <a:pt x="230314" y="1397952"/>
                  </a:lnTo>
                  <a:lnTo>
                    <a:pt x="230238" y="1397736"/>
                  </a:lnTo>
                  <a:lnTo>
                    <a:pt x="227507" y="1391208"/>
                  </a:lnTo>
                  <a:lnTo>
                    <a:pt x="224599" y="1385316"/>
                  </a:lnTo>
                  <a:lnTo>
                    <a:pt x="220599" y="1378077"/>
                  </a:lnTo>
                  <a:lnTo>
                    <a:pt x="216979" y="1374838"/>
                  </a:lnTo>
                  <a:lnTo>
                    <a:pt x="213741" y="1375600"/>
                  </a:lnTo>
                  <a:lnTo>
                    <a:pt x="190017" y="1406461"/>
                  </a:lnTo>
                  <a:lnTo>
                    <a:pt x="189166" y="1409255"/>
                  </a:lnTo>
                  <a:lnTo>
                    <a:pt x="189166" y="1497330"/>
                  </a:lnTo>
                  <a:lnTo>
                    <a:pt x="179336" y="1507045"/>
                  </a:lnTo>
                  <a:lnTo>
                    <a:pt x="173913" y="1507045"/>
                  </a:lnTo>
                  <a:lnTo>
                    <a:pt x="173913" y="1512760"/>
                  </a:lnTo>
                  <a:lnTo>
                    <a:pt x="167513" y="1519618"/>
                  </a:lnTo>
                  <a:lnTo>
                    <a:pt x="157175" y="1531620"/>
                  </a:lnTo>
                  <a:lnTo>
                    <a:pt x="147154" y="1544193"/>
                  </a:lnTo>
                  <a:lnTo>
                    <a:pt x="138595" y="1557642"/>
                  </a:lnTo>
                  <a:lnTo>
                    <a:pt x="135877" y="1564195"/>
                  </a:lnTo>
                  <a:lnTo>
                    <a:pt x="133502" y="1564195"/>
                  </a:lnTo>
                  <a:lnTo>
                    <a:pt x="133502" y="1569910"/>
                  </a:lnTo>
                  <a:lnTo>
                    <a:pt x="132651" y="1571980"/>
                  </a:lnTo>
                  <a:lnTo>
                    <a:pt x="129311" y="1587207"/>
                  </a:lnTo>
                  <a:lnTo>
                    <a:pt x="128587" y="1603336"/>
                  </a:lnTo>
                  <a:lnTo>
                    <a:pt x="131254" y="1619186"/>
                  </a:lnTo>
                  <a:lnTo>
                    <a:pt x="131978" y="1621345"/>
                  </a:lnTo>
                  <a:lnTo>
                    <a:pt x="94449" y="1621345"/>
                  </a:lnTo>
                  <a:lnTo>
                    <a:pt x="94449" y="1569910"/>
                  </a:lnTo>
                  <a:lnTo>
                    <a:pt x="133502" y="1569910"/>
                  </a:lnTo>
                  <a:lnTo>
                    <a:pt x="133502" y="1564195"/>
                  </a:lnTo>
                  <a:lnTo>
                    <a:pt x="94449" y="1564195"/>
                  </a:lnTo>
                  <a:lnTo>
                    <a:pt x="94449" y="1512760"/>
                  </a:lnTo>
                  <a:lnTo>
                    <a:pt x="173913" y="1512760"/>
                  </a:lnTo>
                  <a:lnTo>
                    <a:pt x="173913" y="1507045"/>
                  </a:lnTo>
                  <a:lnTo>
                    <a:pt x="94449" y="1507045"/>
                  </a:lnTo>
                  <a:lnTo>
                    <a:pt x="94449" y="1455610"/>
                  </a:lnTo>
                  <a:lnTo>
                    <a:pt x="182664" y="1455610"/>
                  </a:lnTo>
                  <a:lnTo>
                    <a:pt x="182841" y="1459560"/>
                  </a:lnTo>
                  <a:lnTo>
                    <a:pt x="184162" y="1472247"/>
                  </a:lnTo>
                  <a:lnTo>
                    <a:pt x="186258" y="1484807"/>
                  </a:lnTo>
                  <a:lnTo>
                    <a:pt x="189166" y="1497330"/>
                  </a:lnTo>
                  <a:lnTo>
                    <a:pt x="189166" y="1409255"/>
                  </a:lnTo>
                  <a:lnTo>
                    <a:pt x="186639" y="1417548"/>
                  </a:lnTo>
                  <a:lnTo>
                    <a:pt x="184226" y="1427962"/>
                  </a:lnTo>
                  <a:lnTo>
                    <a:pt x="182778" y="1437690"/>
                  </a:lnTo>
                  <a:lnTo>
                    <a:pt x="182676" y="1439824"/>
                  </a:lnTo>
                  <a:lnTo>
                    <a:pt x="182549" y="1442173"/>
                  </a:lnTo>
                  <a:lnTo>
                    <a:pt x="182486" y="1443177"/>
                  </a:lnTo>
                  <a:lnTo>
                    <a:pt x="182308" y="1446745"/>
                  </a:lnTo>
                  <a:lnTo>
                    <a:pt x="182346" y="1447888"/>
                  </a:lnTo>
                  <a:lnTo>
                    <a:pt x="182422" y="1449895"/>
                  </a:lnTo>
                  <a:lnTo>
                    <a:pt x="94449" y="1449895"/>
                  </a:lnTo>
                  <a:lnTo>
                    <a:pt x="87312" y="1449895"/>
                  </a:lnTo>
                  <a:lnTo>
                    <a:pt x="87312" y="1455610"/>
                  </a:lnTo>
                  <a:lnTo>
                    <a:pt x="87312" y="1507045"/>
                  </a:lnTo>
                  <a:lnTo>
                    <a:pt x="87312" y="2406840"/>
                  </a:lnTo>
                  <a:lnTo>
                    <a:pt x="94449" y="2406840"/>
                  </a:lnTo>
                  <a:lnTo>
                    <a:pt x="94449" y="1684210"/>
                  </a:lnTo>
                  <a:lnTo>
                    <a:pt x="225869" y="1684210"/>
                  </a:lnTo>
                  <a:lnTo>
                    <a:pt x="231686" y="1710778"/>
                  </a:lnTo>
                  <a:lnTo>
                    <a:pt x="233641" y="1719541"/>
                  </a:lnTo>
                  <a:lnTo>
                    <a:pt x="233756" y="1720684"/>
                  </a:lnTo>
                  <a:lnTo>
                    <a:pt x="234213" y="1725066"/>
                  </a:lnTo>
                  <a:lnTo>
                    <a:pt x="234162" y="1726501"/>
                  </a:lnTo>
                  <a:lnTo>
                    <a:pt x="234022" y="1730209"/>
                  </a:lnTo>
                  <a:lnTo>
                    <a:pt x="233921" y="1730781"/>
                  </a:lnTo>
                  <a:lnTo>
                    <a:pt x="231813" y="1743265"/>
                  </a:lnTo>
                  <a:lnTo>
                    <a:pt x="225742" y="1753285"/>
                  </a:lnTo>
                  <a:lnTo>
                    <a:pt x="215811" y="1760270"/>
                  </a:lnTo>
                  <a:lnTo>
                    <a:pt x="202018" y="1764220"/>
                  </a:lnTo>
                  <a:lnTo>
                    <a:pt x="189445" y="1762506"/>
                  </a:lnTo>
                  <a:lnTo>
                    <a:pt x="184683" y="1760791"/>
                  </a:lnTo>
                  <a:lnTo>
                    <a:pt x="181914" y="1758022"/>
                  </a:lnTo>
                  <a:lnTo>
                    <a:pt x="181165" y="1754212"/>
                  </a:lnTo>
                  <a:lnTo>
                    <a:pt x="185166" y="1755165"/>
                  </a:lnTo>
                  <a:lnTo>
                    <a:pt x="188899" y="1754212"/>
                  </a:lnTo>
                  <a:lnTo>
                    <a:pt x="190017" y="1753933"/>
                  </a:lnTo>
                  <a:lnTo>
                    <a:pt x="195732" y="1750504"/>
                  </a:lnTo>
                  <a:lnTo>
                    <a:pt x="201447" y="1747266"/>
                  </a:lnTo>
                  <a:lnTo>
                    <a:pt x="204406" y="1741258"/>
                  </a:lnTo>
                  <a:lnTo>
                    <a:pt x="204419" y="1740217"/>
                  </a:lnTo>
                  <a:lnTo>
                    <a:pt x="204584" y="1732978"/>
                  </a:lnTo>
                  <a:lnTo>
                    <a:pt x="204457" y="1730209"/>
                  </a:lnTo>
                  <a:lnTo>
                    <a:pt x="204203" y="1726018"/>
                  </a:lnTo>
                  <a:lnTo>
                    <a:pt x="201739" y="1720684"/>
                  </a:lnTo>
                  <a:lnTo>
                    <a:pt x="197167" y="1716493"/>
                  </a:lnTo>
                  <a:lnTo>
                    <a:pt x="192595" y="1712112"/>
                  </a:lnTo>
                  <a:lnTo>
                    <a:pt x="187261" y="1710207"/>
                  </a:lnTo>
                  <a:lnTo>
                    <a:pt x="181165" y="1710778"/>
                  </a:lnTo>
                  <a:lnTo>
                    <a:pt x="174307" y="1711921"/>
                  </a:lnTo>
                  <a:lnTo>
                    <a:pt x="168871" y="1715262"/>
                  </a:lnTo>
                  <a:lnTo>
                    <a:pt x="164934" y="1720684"/>
                  </a:lnTo>
                  <a:lnTo>
                    <a:pt x="161061" y="1726501"/>
                  </a:lnTo>
                  <a:lnTo>
                    <a:pt x="159346" y="1732978"/>
                  </a:lnTo>
                  <a:lnTo>
                    <a:pt x="159727" y="1740217"/>
                  </a:lnTo>
                  <a:lnTo>
                    <a:pt x="188226" y="1770786"/>
                  </a:lnTo>
                  <a:lnTo>
                    <a:pt x="194868" y="1771929"/>
                  </a:lnTo>
                  <a:lnTo>
                    <a:pt x="202590" y="1771929"/>
                  </a:lnTo>
                  <a:lnTo>
                    <a:pt x="219290" y="1767433"/>
                  </a:lnTo>
                  <a:lnTo>
                    <a:pt x="223939" y="1764220"/>
                  </a:lnTo>
                  <a:lnTo>
                    <a:pt x="231381" y="1759077"/>
                  </a:lnTo>
                  <a:lnTo>
                    <a:pt x="238861" y="1746859"/>
                  </a:lnTo>
                  <a:lnTo>
                    <a:pt x="241744" y="1730781"/>
                  </a:lnTo>
                  <a:lnTo>
                    <a:pt x="241706" y="1730209"/>
                  </a:lnTo>
                  <a:lnTo>
                    <a:pt x="241173" y="1720215"/>
                  </a:lnTo>
                  <a:lnTo>
                    <a:pt x="233819" y="1684210"/>
                  </a:lnTo>
                  <a:lnTo>
                    <a:pt x="577088" y="1684210"/>
                  </a:lnTo>
                  <a:lnTo>
                    <a:pt x="577088" y="1678495"/>
                  </a:lnTo>
                  <a:lnTo>
                    <a:pt x="232664" y="1678495"/>
                  </a:lnTo>
                  <a:lnTo>
                    <a:pt x="232371" y="1677060"/>
                  </a:lnTo>
                  <a:lnTo>
                    <a:pt x="231736" y="1673923"/>
                  </a:lnTo>
                  <a:lnTo>
                    <a:pt x="234848" y="1672209"/>
                  </a:lnTo>
                  <a:lnTo>
                    <a:pt x="239610" y="1669580"/>
                  </a:lnTo>
                  <a:lnTo>
                    <a:pt x="265899" y="1637919"/>
                  </a:lnTo>
                  <a:lnTo>
                    <a:pt x="268071" y="1627060"/>
                  </a:lnTo>
                  <a:lnTo>
                    <a:pt x="577088" y="1627060"/>
                  </a:lnTo>
                  <a:lnTo>
                    <a:pt x="577088" y="1621345"/>
                  </a:lnTo>
                  <a:lnTo>
                    <a:pt x="268541" y="1621345"/>
                  </a:lnTo>
                  <a:lnTo>
                    <a:pt x="268579" y="1621040"/>
                  </a:lnTo>
                  <a:lnTo>
                    <a:pt x="254889" y="1581912"/>
                  </a:lnTo>
                  <a:lnTo>
                    <a:pt x="252869" y="1579968"/>
                  </a:lnTo>
                  <a:lnTo>
                    <a:pt x="252869" y="1628724"/>
                  </a:lnTo>
                  <a:lnTo>
                    <a:pt x="252768" y="1629714"/>
                  </a:lnTo>
                  <a:lnTo>
                    <a:pt x="251358" y="1640916"/>
                  </a:lnTo>
                  <a:lnTo>
                    <a:pt x="247091" y="1651342"/>
                  </a:lnTo>
                  <a:lnTo>
                    <a:pt x="240080" y="1660055"/>
                  </a:lnTo>
                  <a:lnTo>
                    <a:pt x="230314" y="1667065"/>
                  </a:lnTo>
                  <a:lnTo>
                    <a:pt x="224612" y="1639011"/>
                  </a:lnTo>
                  <a:lnTo>
                    <a:pt x="224612" y="1678495"/>
                  </a:lnTo>
                  <a:lnTo>
                    <a:pt x="214922" y="1678495"/>
                  </a:lnTo>
                  <a:lnTo>
                    <a:pt x="224307" y="1677060"/>
                  </a:lnTo>
                  <a:lnTo>
                    <a:pt x="224612" y="1678495"/>
                  </a:lnTo>
                  <a:lnTo>
                    <a:pt x="224612" y="1639011"/>
                  </a:lnTo>
                  <a:lnTo>
                    <a:pt x="223164" y="1631873"/>
                  </a:lnTo>
                  <a:lnTo>
                    <a:pt x="223164" y="1669351"/>
                  </a:lnTo>
                  <a:lnTo>
                    <a:pt x="208305" y="1672209"/>
                  </a:lnTo>
                  <a:lnTo>
                    <a:pt x="195910" y="1671637"/>
                  </a:lnTo>
                  <a:lnTo>
                    <a:pt x="189179" y="1670126"/>
                  </a:lnTo>
                  <a:lnTo>
                    <a:pt x="189179" y="1678495"/>
                  </a:lnTo>
                  <a:lnTo>
                    <a:pt x="94449" y="1678495"/>
                  </a:lnTo>
                  <a:lnTo>
                    <a:pt x="94449" y="1627060"/>
                  </a:lnTo>
                  <a:lnTo>
                    <a:pt x="133934" y="1627060"/>
                  </a:lnTo>
                  <a:lnTo>
                    <a:pt x="136156" y="1633562"/>
                  </a:lnTo>
                  <a:lnTo>
                    <a:pt x="143256" y="1646466"/>
                  </a:lnTo>
                  <a:lnTo>
                    <a:pt x="152590" y="1657921"/>
                  </a:lnTo>
                  <a:lnTo>
                    <a:pt x="163601" y="1667344"/>
                  </a:lnTo>
                  <a:lnTo>
                    <a:pt x="175806" y="1674202"/>
                  </a:lnTo>
                  <a:lnTo>
                    <a:pt x="189179" y="1678495"/>
                  </a:lnTo>
                  <a:lnTo>
                    <a:pt x="189179" y="1670126"/>
                  </a:lnTo>
                  <a:lnTo>
                    <a:pt x="184442" y="1669059"/>
                  </a:lnTo>
                  <a:lnTo>
                    <a:pt x="173913" y="1664487"/>
                  </a:lnTo>
                  <a:lnTo>
                    <a:pt x="164299" y="1657921"/>
                  </a:lnTo>
                  <a:lnTo>
                    <a:pt x="156375" y="1649717"/>
                  </a:lnTo>
                  <a:lnTo>
                    <a:pt x="150583" y="1639989"/>
                  </a:lnTo>
                  <a:lnTo>
                    <a:pt x="150495" y="1639697"/>
                  </a:lnTo>
                  <a:lnTo>
                    <a:pt x="146939" y="1628724"/>
                  </a:lnTo>
                  <a:lnTo>
                    <a:pt x="146735" y="1627060"/>
                  </a:lnTo>
                  <a:lnTo>
                    <a:pt x="174078" y="1627060"/>
                  </a:lnTo>
                  <a:lnTo>
                    <a:pt x="176110" y="1632000"/>
                  </a:lnTo>
                  <a:lnTo>
                    <a:pt x="179730" y="1637919"/>
                  </a:lnTo>
                  <a:lnTo>
                    <a:pt x="184175" y="1643100"/>
                  </a:lnTo>
                  <a:lnTo>
                    <a:pt x="189230" y="1647482"/>
                  </a:lnTo>
                  <a:lnTo>
                    <a:pt x="194894" y="1651101"/>
                  </a:lnTo>
                  <a:lnTo>
                    <a:pt x="201168" y="1653921"/>
                  </a:lnTo>
                  <a:lnTo>
                    <a:pt x="204304" y="1651635"/>
                  </a:lnTo>
                  <a:lnTo>
                    <a:pt x="202590" y="1649349"/>
                  </a:lnTo>
                  <a:lnTo>
                    <a:pt x="195376" y="1645221"/>
                  </a:lnTo>
                  <a:lnTo>
                    <a:pt x="190017" y="1639697"/>
                  </a:lnTo>
                  <a:lnTo>
                    <a:pt x="186512" y="1632788"/>
                  </a:lnTo>
                  <a:lnTo>
                    <a:pt x="185381" y="1627060"/>
                  </a:lnTo>
                  <a:lnTo>
                    <a:pt x="214884" y="1627060"/>
                  </a:lnTo>
                  <a:lnTo>
                    <a:pt x="223164" y="1669351"/>
                  </a:lnTo>
                  <a:lnTo>
                    <a:pt x="223164" y="1631873"/>
                  </a:lnTo>
                  <a:lnTo>
                    <a:pt x="222186" y="1627060"/>
                  </a:lnTo>
                  <a:lnTo>
                    <a:pt x="252590" y="1627060"/>
                  </a:lnTo>
                  <a:lnTo>
                    <a:pt x="252869" y="1628724"/>
                  </a:lnTo>
                  <a:lnTo>
                    <a:pt x="252869" y="1579968"/>
                  </a:lnTo>
                  <a:lnTo>
                    <a:pt x="251650" y="1578787"/>
                  </a:lnTo>
                  <a:lnTo>
                    <a:pt x="251650" y="1621345"/>
                  </a:lnTo>
                  <a:lnTo>
                    <a:pt x="221018" y="1621345"/>
                  </a:lnTo>
                  <a:lnTo>
                    <a:pt x="215315" y="1593227"/>
                  </a:lnTo>
                  <a:lnTo>
                    <a:pt x="215163" y="1592478"/>
                  </a:lnTo>
                  <a:lnTo>
                    <a:pt x="222681" y="1593227"/>
                  </a:lnTo>
                  <a:lnTo>
                    <a:pt x="251612" y="1621040"/>
                  </a:lnTo>
                  <a:lnTo>
                    <a:pt x="251650" y="1621345"/>
                  </a:lnTo>
                  <a:lnTo>
                    <a:pt x="251650" y="1578787"/>
                  </a:lnTo>
                  <a:lnTo>
                    <a:pt x="247484" y="1574749"/>
                  </a:lnTo>
                  <a:lnTo>
                    <a:pt x="239598" y="1569910"/>
                  </a:lnTo>
                  <a:lnTo>
                    <a:pt x="577088" y="1569910"/>
                  </a:lnTo>
                  <a:lnTo>
                    <a:pt x="577088" y="1564195"/>
                  </a:lnTo>
                  <a:lnTo>
                    <a:pt x="213766" y="1564195"/>
                  </a:lnTo>
                  <a:lnTo>
                    <a:pt x="213766" y="1621345"/>
                  </a:lnTo>
                  <a:lnTo>
                    <a:pt x="184873" y="1621345"/>
                  </a:lnTo>
                  <a:lnTo>
                    <a:pt x="184873" y="1617243"/>
                  </a:lnTo>
                  <a:lnTo>
                    <a:pt x="187159" y="1610766"/>
                  </a:lnTo>
                  <a:lnTo>
                    <a:pt x="191731" y="1605051"/>
                  </a:lnTo>
                  <a:lnTo>
                    <a:pt x="196113" y="1599336"/>
                  </a:lnTo>
                  <a:lnTo>
                    <a:pt x="201637" y="1595437"/>
                  </a:lnTo>
                  <a:lnTo>
                    <a:pt x="208292" y="1593342"/>
                  </a:lnTo>
                  <a:lnTo>
                    <a:pt x="213766" y="1621345"/>
                  </a:lnTo>
                  <a:lnTo>
                    <a:pt x="213766" y="1564195"/>
                  </a:lnTo>
                  <a:lnTo>
                    <a:pt x="209677" y="1564195"/>
                  </a:lnTo>
                  <a:lnTo>
                    <a:pt x="203695" y="1533334"/>
                  </a:lnTo>
                  <a:lnTo>
                    <a:pt x="202717" y="1528279"/>
                  </a:lnTo>
                  <a:lnTo>
                    <a:pt x="202717" y="1564195"/>
                  </a:lnTo>
                  <a:lnTo>
                    <a:pt x="199212" y="1564195"/>
                  </a:lnTo>
                  <a:lnTo>
                    <a:pt x="199212" y="1569910"/>
                  </a:lnTo>
                  <a:lnTo>
                    <a:pt x="197129" y="1570901"/>
                  </a:lnTo>
                  <a:lnTo>
                    <a:pt x="172262" y="1604772"/>
                  </a:lnTo>
                  <a:lnTo>
                    <a:pt x="172237" y="1605051"/>
                  </a:lnTo>
                  <a:lnTo>
                    <a:pt x="171450" y="1611909"/>
                  </a:lnTo>
                  <a:lnTo>
                    <a:pt x="171958" y="1619008"/>
                  </a:lnTo>
                  <a:lnTo>
                    <a:pt x="172008" y="1619186"/>
                  </a:lnTo>
                  <a:lnTo>
                    <a:pt x="172504" y="1621345"/>
                  </a:lnTo>
                  <a:lnTo>
                    <a:pt x="146075" y="1621345"/>
                  </a:lnTo>
                  <a:lnTo>
                    <a:pt x="145440" y="1615909"/>
                  </a:lnTo>
                  <a:lnTo>
                    <a:pt x="146900" y="1603159"/>
                  </a:lnTo>
                  <a:lnTo>
                    <a:pt x="147015" y="1602765"/>
                  </a:lnTo>
                  <a:lnTo>
                    <a:pt x="150152" y="1591195"/>
                  </a:lnTo>
                  <a:lnTo>
                    <a:pt x="155194" y="1580019"/>
                  </a:lnTo>
                  <a:lnTo>
                    <a:pt x="161836" y="1569910"/>
                  </a:lnTo>
                  <a:lnTo>
                    <a:pt x="199212" y="1569910"/>
                  </a:lnTo>
                  <a:lnTo>
                    <a:pt x="199212" y="1564195"/>
                  </a:lnTo>
                  <a:lnTo>
                    <a:pt x="166382" y="1564195"/>
                  </a:lnTo>
                  <a:lnTo>
                    <a:pt x="169964" y="1559750"/>
                  </a:lnTo>
                  <a:lnTo>
                    <a:pt x="178371" y="1550403"/>
                  </a:lnTo>
                  <a:lnTo>
                    <a:pt x="187248" y="1541602"/>
                  </a:lnTo>
                  <a:lnTo>
                    <a:pt x="196596" y="1533334"/>
                  </a:lnTo>
                  <a:lnTo>
                    <a:pt x="202717" y="1564195"/>
                  </a:lnTo>
                  <a:lnTo>
                    <a:pt x="202717" y="1528279"/>
                  </a:lnTo>
                  <a:lnTo>
                    <a:pt x="202590" y="1527619"/>
                  </a:lnTo>
                  <a:lnTo>
                    <a:pt x="214960" y="1512760"/>
                  </a:lnTo>
                  <a:lnTo>
                    <a:pt x="577088" y="1512760"/>
                  </a:lnTo>
                  <a:lnTo>
                    <a:pt x="577088" y="1507045"/>
                  </a:lnTo>
                  <a:lnTo>
                    <a:pt x="219341" y="1507045"/>
                  </a:lnTo>
                  <a:lnTo>
                    <a:pt x="228358" y="1491043"/>
                  </a:lnTo>
                  <a:lnTo>
                    <a:pt x="230162" y="1487830"/>
                  </a:lnTo>
                  <a:lnTo>
                    <a:pt x="237413" y="1465732"/>
                  </a:lnTo>
                  <a:lnTo>
                    <a:pt x="238645" y="1455610"/>
                  </a:lnTo>
                  <a:lnTo>
                    <a:pt x="577088" y="1455610"/>
                  </a:lnTo>
                  <a:lnTo>
                    <a:pt x="577088" y="1449895"/>
                  </a:lnTo>
                  <a:close/>
                </a:path>
                <a:path w="7101205" h="2407920">
                  <a:moveTo>
                    <a:pt x="5741352" y="623785"/>
                  </a:moveTo>
                  <a:lnTo>
                    <a:pt x="5741162" y="616546"/>
                  </a:lnTo>
                  <a:lnTo>
                    <a:pt x="5738596" y="611314"/>
                  </a:lnTo>
                  <a:lnTo>
                    <a:pt x="5733643" y="608076"/>
                  </a:lnTo>
                  <a:lnTo>
                    <a:pt x="5729071" y="604456"/>
                  </a:lnTo>
                  <a:lnTo>
                    <a:pt x="5722594" y="602742"/>
                  </a:lnTo>
                  <a:lnTo>
                    <a:pt x="5714212" y="602932"/>
                  </a:lnTo>
                  <a:lnTo>
                    <a:pt x="5706288" y="603897"/>
                  </a:lnTo>
                  <a:lnTo>
                    <a:pt x="5671705" y="626999"/>
                  </a:lnTo>
                  <a:lnTo>
                    <a:pt x="5667057" y="640930"/>
                  </a:lnTo>
                  <a:lnTo>
                    <a:pt x="5667248" y="647407"/>
                  </a:lnTo>
                  <a:lnTo>
                    <a:pt x="5692203" y="662368"/>
                  </a:lnTo>
                  <a:lnTo>
                    <a:pt x="5700687" y="661416"/>
                  </a:lnTo>
                  <a:lnTo>
                    <a:pt x="5736717" y="638365"/>
                  </a:lnTo>
                  <a:lnTo>
                    <a:pt x="5739904" y="631355"/>
                  </a:lnTo>
                  <a:lnTo>
                    <a:pt x="5741352" y="623785"/>
                  </a:lnTo>
                  <a:close/>
                </a:path>
                <a:path w="7101205" h="2407920">
                  <a:moveTo>
                    <a:pt x="7088505" y="546925"/>
                  </a:moveTo>
                  <a:lnTo>
                    <a:pt x="6306705" y="546925"/>
                  </a:lnTo>
                  <a:lnTo>
                    <a:pt x="6308064" y="540639"/>
                  </a:lnTo>
                  <a:lnTo>
                    <a:pt x="6308826" y="531876"/>
                  </a:lnTo>
                  <a:lnTo>
                    <a:pt x="6305956" y="524916"/>
                  </a:lnTo>
                  <a:lnTo>
                    <a:pt x="6305880" y="524725"/>
                  </a:lnTo>
                  <a:lnTo>
                    <a:pt x="6300355" y="520153"/>
                  </a:lnTo>
                  <a:lnTo>
                    <a:pt x="6300355" y="529488"/>
                  </a:lnTo>
                  <a:lnTo>
                    <a:pt x="6300355" y="533107"/>
                  </a:lnTo>
                  <a:lnTo>
                    <a:pt x="6298349" y="537298"/>
                  </a:lnTo>
                  <a:lnTo>
                    <a:pt x="6294348" y="542061"/>
                  </a:lnTo>
                  <a:lnTo>
                    <a:pt x="6288735" y="546925"/>
                  </a:lnTo>
                  <a:lnTo>
                    <a:pt x="6282156" y="546925"/>
                  </a:lnTo>
                  <a:lnTo>
                    <a:pt x="6282156" y="552640"/>
                  </a:lnTo>
                  <a:lnTo>
                    <a:pt x="6251486" y="567969"/>
                  </a:lnTo>
                  <a:lnTo>
                    <a:pt x="6247485" y="567778"/>
                  </a:lnTo>
                  <a:lnTo>
                    <a:pt x="6243777" y="567436"/>
                  </a:lnTo>
                  <a:lnTo>
                    <a:pt x="6243777" y="558355"/>
                  </a:lnTo>
                  <a:lnTo>
                    <a:pt x="6242799" y="558355"/>
                  </a:lnTo>
                  <a:lnTo>
                    <a:pt x="6242990" y="557568"/>
                  </a:lnTo>
                  <a:lnTo>
                    <a:pt x="6245885" y="552640"/>
                  </a:lnTo>
                  <a:lnTo>
                    <a:pt x="6282156" y="552640"/>
                  </a:lnTo>
                  <a:lnTo>
                    <a:pt x="6282156" y="546925"/>
                  </a:lnTo>
                  <a:lnTo>
                    <a:pt x="6251067" y="546925"/>
                  </a:lnTo>
                  <a:lnTo>
                    <a:pt x="6261963" y="538060"/>
                  </a:lnTo>
                  <a:lnTo>
                    <a:pt x="6267780" y="534352"/>
                  </a:lnTo>
                  <a:lnTo>
                    <a:pt x="6275209" y="530352"/>
                  </a:lnTo>
                  <a:lnTo>
                    <a:pt x="6282829" y="526542"/>
                  </a:lnTo>
                  <a:lnTo>
                    <a:pt x="6289497" y="524916"/>
                  </a:lnTo>
                  <a:lnTo>
                    <a:pt x="6295212" y="525487"/>
                  </a:lnTo>
                  <a:lnTo>
                    <a:pt x="6298069" y="525868"/>
                  </a:lnTo>
                  <a:lnTo>
                    <a:pt x="6299784" y="527202"/>
                  </a:lnTo>
                  <a:lnTo>
                    <a:pt x="6300355" y="529488"/>
                  </a:lnTo>
                  <a:lnTo>
                    <a:pt x="6300355" y="520153"/>
                  </a:lnTo>
                  <a:lnTo>
                    <a:pt x="6299212" y="519201"/>
                  </a:lnTo>
                  <a:lnTo>
                    <a:pt x="6294069" y="516343"/>
                  </a:lnTo>
                  <a:lnTo>
                    <a:pt x="6288252" y="515200"/>
                  </a:lnTo>
                  <a:lnTo>
                    <a:pt x="6281775" y="515772"/>
                  </a:lnTo>
                  <a:lnTo>
                    <a:pt x="6243752" y="532384"/>
                  </a:lnTo>
                  <a:lnTo>
                    <a:pt x="6235255" y="546925"/>
                  </a:lnTo>
                  <a:lnTo>
                    <a:pt x="6234061" y="546925"/>
                  </a:lnTo>
                  <a:lnTo>
                    <a:pt x="6234061" y="552640"/>
                  </a:lnTo>
                  <a:lnTo>
                    <a:pt x="6233109" y="561403"/>
                  </a:lnTo>
                  <a:lnTo>
                    <a:pt x="6233769" y="563003"/>
                  </a:lnTo>
                  <a:lnTo>
                    <a:pt x="6233769" y="604075"/>
                  </a:lnTo>
                  <a:lnTo>
                    <a:pt x="6233769" y="609790"/>
                  </a:lnTo>
                  <a:lnTo>
                    <a:pt x="6233769" y="641057"/>
                  </a:lnTo>
                  <a:lnTo>
                    <a:pt x="6233109" y="647128"/>
                  </a:lnTo>
                  <a:lnTo>
                    <a:pt x="6233769" y="648728"/>
                  </a:lnTo>
                  <a:lnTo>
                    <a:pt x="6233769" y="661225"/>
                  </a:lnTo>
                  <a:lnTo>
                    <a:pt x="6233769" y="666940"/>
                  </a:lnTo>
                  <a:lnTo>
                    <a:pt x="6233769" y="718375"/>
                  </a:lnTo>
                  <a:lnTo>
                    <a:pt x="6233769" y="724090"/>
                  </a:lnTo>
                  <a:lnTo>
                    <a:pt x="6233769" y="775525"/>
                  </a:lnTo>
                  <a:lnTo>
                    <a:pt x="6021514" y="775525"/>
                  </a:lnTo>
                  <a:lnTo>
                    <a:pt x="6021514" y="739559"/>
                  </a:lnTo>
                  <a:lnTo>
                    <a:pt x="6021794" y="738085"/>
                  </a:lnTo>
                  <a:lnTo>
                    <a:pt x="6021603" y="730846"/>
                  </a:lnTo>
                  <a:lnTo>
                    <a:pt x="6021514" y="730669"/>
                  </a:lnTo>
                  <a:lnTo>
                    <a:pt x="6021514" y="724090"/>
                  </a:lnTo>
                  <a:lnTo>
                    <a:pt x="6233769" y="724090"/>
                  </a:lnTo>
                  <a:lnTo>
                    <a:pt x="6233769" y="718375"/>
                  </a:lnTo>
                  <a:lnTo>
                    <a:pt x="6021514" y="718375"/>
                  </a:lnTo>
                  <a:lnTo>
                    <a:pt x="6021514" y="666940"/>
                  </a:lnTo>
                  <a:lnTo>
                    <a:pt x="6233769" y="666940"/>
                  </a:lnTo>
                  <a:lnTo>
                    <a:pt x="6233769" y="661225"/>
                  </a:lnTo>
                  <a:lnTo>
                    <a:pt x="6021514" y="661225"/>
                  </a:lnTo>
                  <a:lnTo>
                    <a:pt x="6021514" y="609790"/>
                  </a:lnTo>
                  <a:lnTo>
                    <a:pt x="6233769" y="609790"/>
                  </a:lnTo>
                  <a:lnTo>
                    <a:pt x="6233769" y="604075"/>
                  </a:lnTo>
                  <a:lnTo>
                    <a:pt x="6021514" y="604075"/>
                  </a:lnTo>
                  <a:lnTo>
                    <a:pt x="6021514" y="552640"/>
                  </a:lnTo>
                  <a:lnTo>
                    <a:pt x="6234061" y="552640"/>
                  </a:lnTo>
                  <a:lnTo>
                    <a:pt x="6234061" y="546925"/>
                  </a:lnTo>
                  <a:lnTo>
                    <a:pt x="6021514" y="546925"/>
                  </a:lnTo>
                  <a:lnTo>
                    <a:pt x="6011507" y="546925"/>
                  </a:lnTo>
                  <a:lnTo>
                    <a:pt x="6011507" y="552640"/>
                  </a:lnTo>
                  <a:lnTo>
                    <a:pt x="6011507" y="775525"/>
                  </a:lnTo>
                  <a:lnTo>
                    <a:pt x="5981827" y="775525"/>
                  </a:lnTo>
                  <a:lnTo>
                    <a:pt x="5989434" y="773455"/>
                  </a:lnTo>
                  <a:lnTo>
                    <a:pt x="5997562" y="769861"/>
                  </a:lnTo>
                  <a:lnTo>
                    <a:pt x="6005512" y="764946"/>
                  </a:lnTo>
                  <a:lnTo>
                    <a:pt x="6011507" y="759714"/>
                  </a:lnTo>
                  <a:lnTo>
                    <a:pt x="6011507" y="718375"/>
                  </a:lnTo>
                  <a:lnTo>
                    <a:pt x="6008065" y="718375"/>
                  </a:lnTo>
                  <a:lnTo>
                    <a:pt x="6003036" y="717042"/>
                  </a:lnTo>
                  <a:lnTo>
                    <a:pt x="5994654" y="717232"/>
                  </a:lnTo>
                  <a:lnTo>
                    <a:pt x="5986716" y="718197"/>
                  </a:lnTo>
                  <a:lnTo>
                    <a:pt x="5986107" y="718375"/>
                  </a:lnTo>
                  <a:lnTo>
                    <a:pt x="5971489" y="718375"/>
                  </a:lnTo>
                  <a:lnTo>
                    <a:pt x="5971489" y="724090"/>
                  </a:lnTo>
                  <a:lnTo>
                    <a:pt x="5971286" y="724192"/>
                  </a:lnTo>
                  <a:lnTo>
                    <a:pt x="5963793" y="729234"/>
                  </a:lnTo>
                  <a:lnTo>
                    <a:pt x="5957087" y="735037"/>
                  </a:lnTo>
                  <a:lnTo>
                    <a:pt x="5952147" y="741299"/>
                  </a:lnTo>
                  <a:lnTo>
                    <a:pt x="5948946" y="748042"/>
                  </a:lnTo>
                  <a:lnTo>
                    <a:pt x="5947499" y="755230"/>
                  </a:lnTo>
                  <a:lnTo>
                    <a:pt x="5947689" y="761707"/>
                  </a:lnTo>
                  <a:lnTo>
                    <a:pt x="5950166" y="766953"/>
                  </a:lnTo>
                  <a:lnTo>
                    <a:pt x="5954928" y="770953"/>
                  </a:lnTo>
                  <a:lnTo>
                    <a:pt x="5959500" y="774573"/>
                  </a:lnTo>
                  <a:lnTo>
                    <a:pt x="5962447" y="775525"/>
                  </a:lnTo>
                  <a:lnTo>
                    <a:pt x="5876061" y="775525"/>
                  </a:lnTo>
                  <a:lnTo>
                    <a:pt x="5876061" y="724090"/>
                  </a:lnTo>
                  <a:lnTo>
                    <a:pt x="5971489" y="724090"/>
                  </a:lnTo>
                  <a:lnTo>
                    <a:pt x="5971489" y="718375"/>
                  </a:lnTo>
                  <a:lnTo>
                    <a:pt x="5876061" y="718375"/>
                  </a:lnTo>
                  <a:lnTo>
                    <a:pt x="5876061" y="666940"/>
                  </a:lnTo>
                  <a:lnTo>
                    <a:pt x="6011507" y="666940"/>
                  </a:lnTo>
                  <a:lnTo>
                    <a:pt x="6011507" y="661225"/>
                  </a:lnTo>
                  <a:lnTo>
                    <a:pt x="5876061" y="661225"/>
                  </a:lnTo>
                  <a:lnTo>
                    <a:pt x="5876061" y="609790"/>
                  </a:lnTo>
                  <a:lnTo>
                    <a:pt x="6011507" y="609790"/>
                  </a:lnTo>
                  <a:lnTo>
                    <a:pt x="6011507" y="604075"/>
                  </a:lnTo>
                  <a:lnTo>
                    <a:pt x="5876061" y="604075"/>
                  </a:lnTo>
                  <a:lnTo>
                    <a:pt x="5876061" y="552640"/>
                  </a:lnTo>
                  <a:lnTo>
                    <a:pt x="6011507" y="552640"/>
                  </a:lnTo>
                  <a:lnTo>
                    <a:pt x="6011507" y="546925"/>
                  </a:lnTo>
                  <a:lnTo>
                    <a:pt x="5876061" y="546925"/>
                  </a:lnTo>
                  <a:lnTo>
                    <a:pt x="5876061" y="0"/>
                  </a:lnTo>
                  <a:lnTo>
                    <a:pt x="5867489" y="0"/>
                  </a:lnTo>
                  <a:lnTo>
                    <a:pt x="5867489" y="546925"/>
                  </a:lnTo>
                  <a:lnTo>
                    <a:pt x="5863361" y="546925"/>
                  </a:lnTo>
                  <a:lnTo>
                    <a:pt x="5863361" y="552640"/>
                  </a:lnTo>
                  <a:lnTo>
                    <a:pt x="5867489" y="552640"/>
                  </a:lnTo>
                  <a:lnTo>
                    <a:pt x="5867489" y="604075"/>
                  </a:lnTo>
                  <a:lnTo>
                    <a:pt x="5863361" y="604075"/>
                  </a:lnTo>
                  <a:lnTo>
                    <a:pt x="5863361" y="609790"/>
                  </a:lnTo>
                  <a:lnTo>
                    <a:pt x="5867489" y="609790"/>
                  </a:lnTo>
                  <a:lnTo>
                    <a:pt x="5867489" y="661225"/>
                  </a:lnTo>
                  <a:lnTo>
                    <a:pt x="5863361" y="661225"/>
                  </a:lnTo>
                  <a:lnTo>
                    <a:pt x="5863361" y="666940"/>
                  </a:lnTo>
                  <a:lnTo>
                    <a:pt x="5867489" y="666940"/>
                  </a:lnTo>
                  <a:lnTo>
                    <a:pt x="5867489" y="718375"/>
                  </a:lnTo>
                  <a:lnTo>
                    <a:pt x="5863361" y="718375"/>
                  </a:lnTo>
                  <a:lnTo>
                    <a:pt x="5863361" y="724090"/>
                  </a:lnTo>
                  <a:lnTo>
                    <a:pt x="5867489" y="724090"/>
                  </a:lnTo>
                  <a:lnTo>
                    <a:pt x="5867489" y="775525"/>
                  </a:lnTo>
                  <a:lnTo>
                    <a:pt x="5863361" y="775525"/>
                  </a:lnTo>
                  <a:lnTo>
                    <a:pt x="5863361" y="781240"/>
                  </a:lnTo>
                  <a:lnTo>
                    <a:pt x="5867489" y="781240"/>
                  </a:lnTo>
                  <a:lnTo>
                    <a:pt x="5876061" y="781240"/>
                  </a:lnTo>
                  <a:lnTo>
                    <a:pt x="6011507" y="781240"/>
                  </a:lnTo>
                  <a:lnTo>
                    <a:pt x="6011507" y="829094"/>
                  </a:lnTo>
                  <a:lnTo>
                    <a:pt x="5930976" y="829094"/>
                  </a:lnTo>
                  <a:lnTo>
                    <a:pt x="5930976" y="836244"/>
                  </a:lnTo>
                  <a:lnTo>
                    <a:pt x="6011507" y="836244"/>
                  </a:lnTo>
                  <a:lnTo>
                    <a:pt x="6011507" y="886244"/>
                  </a:lnTo>
                  <a:lnTo>
                    <a:pt x="5930976" y="886244"/>
                  </a:lnTo>
                  <a:lnTo>
                    <a:pt x="5930976" y="893394"/>
                  </a:lnTo>
                  <a:lnTo>
                    <a:pt x="6011507" y="893394"/>
                  </a:lnTo>
                  <a:lnTo>
                    <a:pt x="6011507" y="920369"/>
                  </a:lnTo>
                  <a:lnTo>
                    <a:pt x="6009513" y="918781"/>
                  </a:lnTo>
                  <a:lnTo>
                    <a:pt x="6003036" y="917067"/>
                  </a:lnTo>
                  <a:lnTo>
                    <a:pt x="5994654" y="917257"/>
                  </a:lnTo>
                  <a:lnTo>
                    <a:pt x="5957087" y="935062"/>
                  </a:lnTo>
                  <a:lnTo>
                    <a:pt x="5951156" y="943394"/>
                  </a:lnTo>
                  <a:lnTo>
                    <a:pt x="5930976" y="943394"/>
                  </a:lnTo>
                  <a:lnTo>
                    <a:pt x="5930976" y="950544"/>
                  </a:lnTo>
                  <a:lnTo>
                    <a:pt x="5948438" y="950544"/>
                  </a:lnTo>
                  <a:lnTo>
                    <a:pt x="5947499" y="955255"/>
                  </a:lnTo>
                  <a:lnTo>
                    <a:pt x="5972645" y="976693"/>
                  </a:lnTo>
                  <a:lnTo>
                    <a:pt x="5981128" y="975741"/>
                  </a:lnTo>
                  <a:lnTo>
                    <a:pt x="6017145" y="952690"/>
                  </a:lnTo>
                  <a:lnTo>
                    <a:pt x="6018123" y="950544"/>
                  </a:lnTo>
                  <a:lnTo>
                    <a:pt x="6042126" y="950544"/>
                  </a:lnTo>
                  <a:lnTo>
                    <a:pt x="6042126" y="943394"/>
                  </a:lnTo>
                  <a:lnTo>
                    <a:pt x="6020778" y="943394"/>
                  </a:lnTo>
                  <a:lnTo>
                    <a:pt x="6021794" y="938110"/>
                  </a:lnTo>
                  <a:lnTo>
                    <a:pt x="6021603" y="930871"/>
                  </a:lnTo>
                  <a:lnTo>
                    <a:pt x="6021514" y="930694"/>
                  </a:lnTo>
                  <a:lnTo>
                    <a:pt x="6021514" y="893394"/>
                  </a:lnTo>
                  <a:lnTo>
                    <a:pt x="6042126" y="893394"/>
                  </a:lnTo>
                  <a:lnTo>
                    <a:pt x="6042126" y="886244"/>
                  </a:lnTo>
                  <a:lnTo>
                    <a:pt x="6021514" y="886244"/>
                  </a:lnTo>
                  <a:lnTo>
                    <a:pt x="6021514" y="836244"/>
                  </a:lnTo>
                  <a:lnTo>
                    <a:pt x="6042126" y="836244"/>
                  </a:lnTo>
                  <a:lnTo>
                    <a:pt x="6042126" y="829094"/>
                  </a:lnTo>
                  <a:lnTo>
                    <a:pt x="6021514" y="829094"/>
                  </a:lnTo>
                  <a:lnTo>
                    <a:pt x="6021514" y="781240"/>
                  </a:lnTo>
                  <a:lnTo>
                    <a:pt x="6233769" y="781240"/>
                  </a:lnTo>
                  <a:lnTo>
                    <a:pt x="6233769" y="832675"/>
                  </a:lnTo>
                  <a:lnTo>
                    <a:pt x="6243777" y="832675"/>
                  </a:lnTo>
                  <a:lnTo>
                    <a:pt x="6243777" y="781240"/>
                  </a:lnTo>
                  <a:lnTo>
                    <a:pt x="6806832" y="781240"/>
                  </a:lnTo>
                  <a:lnTo>
                    <a:pt x="6806324" y="783805"/>
                  </a:lnTo>
                  <a:lnTo>
                    <a:pt x="6806514" y="790282"/>
                  </a:lnTo>
                  <a:lnTo>
                    <a:pt x="6831470" y="805243"/>
                  </a:lnTo>
                  <a:lnTo>
                    <a:pt x="6839953" y="804291"/>
                  </a:lnTo>
                  <a:lnTo>
                    <a:pt x="6848259" y="802030"/>
                  </a:lnTo>
                  <a:lnTo>
                    <a:pt x="6856387" y="798436"/>
                  </a:lnTo>
                  <a:lnTo>
                    <a:pt x="6864337" y="793521"/>
                  </a:lnTo>
                  <a:lnTo>
                    <a:pt x="6870332" y="788289"/>
                  </a:lnTo>
                  <a:lnTo>
                    <a:pt x="6870332" y="829094"/>
                  </a:lnTo>
                  <a:lnTo>
                    <a:pt x="6789801" y="829094"/>
                  </a:lnTo>
                  <a:lnTo>
                    <a:pt x="6789801" y="836244"/>
                  </a:lnTo>
                  <a:lnTo>
                    <a:pt x="6870332" y="836244"/>
                  </a:lnTo>
                  <a:lnTo>
                    <a:pt x="6870332" y="886244"/>
                  </a:lnTo>
                  <a:lnTo>
                    <a:pt x="6789801" y="886244"/>
                  </a:lnTo>
                  <a:lnTo>
                    <a:pt x="6789801" y="893394"/>
                  </a:lnTo>
                  <a:lnTo>
                    <a:pt x="6870332" y="893394"/>
                  </a:lnTo>
                  <a:lnTo>
                    <a:pt x="6870332" y="943394"/>
                  </a:lnTo>
                  <a:lnTo>
                    <a:pt x="6789801" y="943394"/>
                  </a:lnTo>
                  <a:lnTo>
                    <a:pt x="6789801" y="950544"/>
                  </a:lnTo>
                  <a:lnTo>
                    <a:pt x="6834772" y="950544"/>
                  </a:lnTo>
                  <a:lnTo>
                    <a:pt x="6830111" y="952792"/>
                  </a:lnTo>
                  <a:lnTo>
                    <a:pt x="6806324" y="983830"/>
                  </a:lnTo>
                  <a:lnTo>
                    <a:pt x="6806514" y="990307"/>
                  </a:lnTo>
                  <a:lnTo>
                    <a:pt x="6831470" y="1005268"/>
                  </a:lnTo>
                  <a:lnTo>
                    <a:pt x="6839953" y="1004316"/>
                  </a:lnTo>
                  <a:lnTo>
                    <a:pt x="6875970" y="981265"/>
                  </a:lnTo>
                  <a:lnTo>
                    <a:pt x="6880619" y="966685"/>
                  </a:lnTo>
                  <a:lnTo>
                    <a:pt x="6880428" y="959446"/>
                  </a:lnTo>
                  <a:lnTo>
                    <a:pt x="6880339" y="959269"/>
                  </a:lnTo>
                  <a:lnTo>
                    <a:pt x="6880339" y="950544"/>
                  </a:lnTo>
                  <a:lnTo>
                    <a:pt x="6900951" y="950544"/>
                  </a:lnTo>
                  <a:lnTo>
                    <a:pt x="6900951" y="943394"/>
                  </a:lnTo>
                  <a:lnTo>
                    <a:pt x="6880339" y="943394"/>
                  </a:lnTo>
                  <a:lnTo>
                    <a:pt x="6880339" y="893394"/>
                  </a:lnTo>
                  <a:lnTo>
                    <a:pt x="6900951" y="893394"/>
                  </a:lnTo>
                  <a:lnTo>
                    <a:pt x="6900951" y="886244"/>
                  </a:lnTo>
                  <a:lnTo>
                    <a:pt x="6880339" y="886244"/>
                  </a:lnTo>
                  <a:lnTo>
                    <a:pt x="6880339" y="836244"/>
                  </a:lnTo>
                  <a:lnTo>
                    <a:pt x="6900951" y="836244"/>
                  </a:lnTo>
                  <a:lnTo>
                    <a:pt x="6900951" y="829094"/>
                  </a:lnTo>
                  <a:lnTo>
                    <a:pt x="6880339" y="829094"/>
                  </a:lnTo>
                  <a:lnTo>
                    <a:pt x="6880339" y="781240"/>
                  </a:lnTo>
                  <a:lnTo>
                    <a:pt x="7088505" y="781240"/>
                  </a:lnTo>
                  <a:lnTo>
                    <a:pt x="7088505" y="775525"/>
                  </a:lnTo>
                  <a:lnTo>
                    <a:pt x="6880339" y="775525"/>
                  </a:lnTo>
                  <a:lnTo>
                    <a:pt x="6880339" y="768134"/>
                  </a:lnTo>
                  <a:lnTo>
                    <a:pt x="6880619" y="766660"/>
                  </a:lnTo>
                  <a:lnTo>
                    <a:pt x="6880428" y="759421"/>
                  </a:lnTo>
                  <a:lnTo>
                    <a:pt x="6880339" y="759244"/>
                  </a:lnTo>
                  <a:lnTo>
                    <a:pt x="6880339" y="724090"/>
                  </a:lnTo>
                  <a:lnTo>
                    <a:pt x="7088505" y="724090"/>
                  </a:lnTo>
                  <a:lnTo>
                    <a:pt x="7088505" y="718375"/>
                  </a:lnTo>
                  <a:lnTo>
                    <a:pt x="6880339" y="718375"/>
                  </a:lnTo>
                  <a:lnTo>
                    <a:pt x="6880339" y="666940"/>
                  </a:lnTo>
                  <a:lnTo>
                    <a:pt x="7088505" y="666940"/>
                  </a:lnTo>
                  <a:lnTo>
                    <a:pt x="7088505" y="661225"/>
                  </a:lnTo>
                  <a:lnTo>
                    <a:pt x="6880339" y="661225"/>
                  </a:lnTo>
                  <a:lnTo>
                    <a:pt x="6880339" y="609790"/>
                  </a:lnTo>
                  <a:lnTo>
                    <a:pt x="7088505" y="609790"/>
                  </a:lnTo>
                  <a:lnTo>
                    <a:pt x="7088505" y="604075"/>
                  </a:lnTo>
                  <a:lnTo>
                    <a:pt x="6880339" y="604075"/>
                  </a:lnTo>
                  <a:lnTo>
                    <a:pt x="6880339" y="575500"/>
                  </a:lnTo>
                  <a:lnTo>
                    <a:pt x="6870332" y="575500"/>
                  </a:lnTo>
                  <a:lnTo>
                    <a:pt x="6870332" y="604075"/>
                  </a:lnTo>
                  <a:lnTo>
                    <a:pt x="6870332" y="609790"/>
                  </a:lnTo>
                  <a:lnTo>
                    <a:pt x="6870332" y="748919"/>
                  </a:lnTo>
                  <a:lnTo>
                    <a:pt x="6868338" y="747331"/>
                  </a:lnTo>
                  <a:lnTo>
                    <a:pt x="6861861" y="745617"/>
                  </a:lnTo>
                  <a:lnTo>
                    <a:pt x="6853479" y="745807"/>
                  </a:lnTo>
                  <a:lnTo>
                    <a:pt x="6845541" y="746772"/>
                  </a:lnTo>
                  <a:lnTo>
                    <a:pt x="6810972" y="769874"/>
                  </a:lnTo>
                  <a:lnTo>
                    <a:pt x="6808279" y="775525"/>
                  </a:lnTo>
                  <a:lnTo>
                    <a:pt x="6243777" y="775525"/>
                  </a:lnTo>
                  <a:lnTo>
                    <a:pt x="6243777" y="724090"/>
                  </a:lnTo>
                  <a:lnTo>
                    <a:pt x="6870332" y="724090"/>
                  </a:lnTo>
                  <a:lnTo>
                    <a:pt x="6870332" y="718375"/>
                  </a:lnTo>
                  <a:lnTo>
                    <a:pt x="6243777" y="718375"/>
                  </a:lnTo>
                  <a:lnTo>
                    <a:pt x="6243777" y="666940"/>
                  </a:lnTo>
                  <a:lnTo>
                    <a:pt x="6870332" y="666940"/>
                  </a:lnTo>
                  <a:lnTo>
                    <a:pt x="6870332" y="661225"/>
                  </a:lnTo>
                  <a:lnTo>
                    <a:pt x="6272111" y="661225"/>
                  </a:lnTo>
                  <a:lnTo>
                    <a:pt x="6276060" y="660146"/>
                  </a:lnTo>
                  <a:lnTo>
                    <a:pt x="6283845" y="656742"/>
                  </a:lnTo>
                  <a:lnTo>
                    <a:pt x="6288837" y="653694"/>
                  </a:lnTo>
                  <a:lnTo>
                    <a:pt x="6291491" y="652081"/>
                  </a:lnTo>
                  <a:lnTo>
                    <a:pt x="6298209" y="646506"/>
                  </a:lnTo>
                  <a:lnTo>
                    <a:pt x="6303213" y="640359"/>
                  </a:lnTo>
                  <a:lnTo>
                    <a:pt x="6306502" y="633641"/>
                  </a:lnTo>
                  <a:lnTo>
                    <a:pt x="6308064" y="626364"/>
                  </a:lnTo>
                  <a:lnTo>
                    <a:pt x="6308826" y="617601"/>
                  </a:lnTo>
                  <a:lnTo>
                    <a:pt x="6305956" y="610641"/>
                  </a:lnTo>
                  <a:lnTo>
                    <a:pt x="6305880" y="610450"/>
                  </a:lnTo>
                  <a:lnTo>
                    <a:pt x="6305080" y="609790"/>
                  </a:lnTo>
                  <a:lnTo>
                    <a:pt x="6870332" y="609790"/>
                  </a:lnTo>
                  <a:lnTo>
                    <a:pt x="6870332" y="604075"/>
                  </a:lnTo>
                  <a:lnTo>
                    <a:pt x="6300355" y="604075"/>
                  </a:lnTo>
                  <a:lnTo>
                    <a:pt x="6300355" y="615213"/>
                  </a:lnTo>
                  <a:lnTo>
                    <a:pt x="6300355" y="618832"/>
                  </a:lnTo>
                  <a:lnTo>
                    <a:pt x="6267780" y="648081"/>
                  </a:lnTo>
                  <a:lnTo>
                    <a:pt x="6251486" y="653694"/>
                  </a:lnTo>
                  <a:lnTo>
                    <a:pt x="6247485" y="653503"/>
                  </a:lnTo>
                  <a:lnTo>
                    <a:pt x="6245491" y="653326"/>
                  </a:lnTo>
                  <a:lnTo>
                    <a:pt x="6245491" y="661225"/>
                  </a:lnTo>
                  <a:lnTo>
                    <a:pt x="6243777" y="661225"/>
                  </a:lnTo>
                  <a:lnTo>
                    <a:pt x="6243777" y="660273"/>
                  </a:lnTo>
                  <a:lnTo>
                    <a:pt x="6245491" y="661225"/>
                  </a:lnTo>
                  <a:lnTo>
                    <a:pt x="6245491" y="653326"/>
                  </a:lnTo>
                  <a:lnTo>
                    <a:pt x="6243777" y="653161"/>
                  </a:lnTo>
                  <a:lnTo>
                    <a:pt x="6243777" y="641959"/>
                  </a:lnTo>
                  <a:lnTo>
                    <a:pt x="6275209" y="616077"/>
                  </a:lnTo>
                  <a:lnTo>
                    <a:pt x="6289497" y="610641"/>
                  </a:lnTo>
                  <a:lnTo>
                    <a:pt x="6295212" y="611212"/>
                  </a:lnTo>
                  <a:lnTo>
                    <a:pt x="6298069" y="611593"/>
                  </a:lnTo>
                  <a:lnTo>
                    <a:pt x="6299784" y="612927"/>
                  </a:lnTo>
                  <a:lnTo>
                    <a:pt x="6300355" y="615213"/>
                  </a:lnTo>
                  <a:lnTo>
                    <a:pt x="6300355" y="604075"/>
                  </a:lnTo>
                  <a:lnTo>
                    <a:pt x="6297676" y="604075"/>
                  </a:lnTo>
                  <a:lnTo>
                    <a:pt x="6294069" y="602068"/>
                  </a:lnTo>
                  <a:lnTo>
                    <a:pt x="6288252" y="600925"/>
                  </a:lnTo>
                  <a:lnTo>
                    <a:pt x="6281775" y="601497"/>
                  </a:lnTo>
                  <a:lnTo>
                    <a:pt x="6273597" y="602411"/>
                  </a:lnTo>
                  <a:lnTo>
                    <a:pt x="6267450" y="604075"/>
                  </a:lnTo>
                  <a:lnTo>
                    <a:pt x="6254966" y="604075"/>
                  </a:lnTo>
                  <a:lnTo>
                    <a:pt x="6254966" y="609790"/>
                  </a:lnTo>
                  <a:lnTo>
                    <a:pt x="6250343" y="612648"/>
                  </a:lnTo>
                  <a:lnTo>
                    <a:pt x="6243777" y="618096"/>
                  </a:lnTo>
                  <a:lnTo>
                    <a:pt x="6243777" y="609790"/>
                  </a:lnTo>
                  <a:lnTo>
                    <a:pt x="6254966" y="609790"/>
                  </a:lnTo>
                  <a:lnTo>
                    <a:pt x="6254966" y="604075"/>
                  </a:lnTo>
                  <a:lnTo>
                    <a:pt x="6243777" y="604075"/>
                  </a:lnTo>
                  <a:lnTo>
                    <a:pt x="6243777" y="574548"/>
                  </a:lnTo>
                  <a:lnTo>
                    <a:pt x="6248057" y="576922"/>
                  </a:lnTo>
                  <a:lnTo>
                    <a:pt x="6253772" y="578065"/>
                  </a:lnTo>
                  <a:lnTo>
                    <a:pt x="6288837" y="567969"/>
                  </a:lnTo>
                  <a:lnTo>
                    <a:pt x="6291491" y="566356"/>
                  </a:lnTo>
                  <a:lnTo>
                    <a:pt x="6298209" y="560781"/>
                  </a:lnTo>
                  <a:lnTo>
                    <a:pt x="6303213" y="554634"/>
                  </a:lnTo>
                  <a:lnTo>
                    <a:pt x="6304178" y="552640"/>
                  </a:lnTo>
                  <a:lnTo>
                    <a:pt x="7088505" y="552640"/>
                  </a:lnTo>
                  <a:lnTo>
                    <a:pt x="7088505" y="546925"/>
                  </a:lnTo>
                  <a:close/>
                </a:path>
                <a:path w="7101205" h="2407920">
                  <a:moveTo>
                    <a:pt x="7101205" y="0"/>
                  </a:moveTo>
                  <a:lnTo>
                    <a:pt x="7092632" y="0"/>
                  </a:lnTo>
                  <a:lnTo>
                    <a:pt x="7092632" y="781240"/>
                  </a:lnTo>
                  <a:lnTo>
                    <a:pt x="7101205" y="781240"/>
                  </a:lnTo>
                  <a:lnTo>
                    <a:pt x="7101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4" name="object 23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05142" y="7440422"/>
              <a:ext cx="216598" cy="267461"/>
            </a:xfrm>
            <a:prstGeom prst="rect">
              <a:avLst/>
            </a:prstGeom>
          </p:spPr>
        </p:pic>
        <p:sp>
          <p:nvSpPr>
            <p:cNvPr id="235" name="object 235"/>
            <p:cNvSpPr/>
            <p:nvPr/>
          </p:nvSpPr>
          <p:spPr>
            <a:xfrm>
              <a:off x="756475" y="7467673"/>
              <a:ext cx="1165225" cy="401955"/>
            </a:xfrm>
            <a:custGeom>
              <a:avLst/>
              <a:gdLst/>
              <a:ahLst/>
              <a:cxnLst/>
              <a:rect l="l" t="t" r="r" b="b"/>
              <a:pathLst>
                <a:path w="1165225" h="401954">
                  <a:moveTo>
                    <a:pt x="1164691" y="58483"/>
                  </a:moveTo>
                  <a:lnTo>
                    <a:pt x="232752" y="58483"/>
                  </a:lnTo>
                  <a:lnTo>
                    <a:pt x="240360" y="56413"/>
                  </a:lnTo>
                  <a:lnTo>
                    <a:pt x="248488" y="52819"/>
                  </a:lnTo>
                  <a:lnTo>
                    <a:pt x="272732" y="21043"/>
                  </a:lnTo>
                  <a:lnTo>
                    <a:pt x="272542" y="13804"/>
                  </a:lnTo>
                  <a:lnTo>
                    <a:pt x="269963" y="8572"/>
                  </a:lnTo>
                  <a:lnTo>
                    <a:pt x="265010" y="5334"/>
                  </a:lnTo>
                  <a:lnTo>
                    <a:pt x="260438" y="1714"/>
                  </a:lnTo>
                  <a:lnTo>
                    <a:pt x="253961" y="0"/>
                  </a:lnTo>
                  <a:lnTo>
                    <a:pt x="245579" y="190"/>
                  </a:lnTo>
                  <a:lnTo>
                    <a:pt x="237655" y="1155"/>
                  </a:lnTo>
                  <a:lnTo>
                    <a:pt x="229857" y="3467"/>
                  </a:lnTo>
                  <a:lnTo>
                    <a:pt x="222224" y="7150"/>
                  </a:lnTo>
                  <a:lnTo>
                    <a:pt x="214718" y="12192"/>
                  </a:lnTo>
                  <a:lnTo>
                    <a:pt x="213385" y="13360"/>
                  </a:lnTo>
                  <a:lnTo>
                    <a:pt x="213385" y="58483"/>
                  </a:lnTo>
                  <a:lnTo>
                    <a:pt x="208432" y="58483"/>
                  </a:lnTo>
                  <a:lnTo>
                    <a:pt x="208432" y="55943"/>
                  </a:lnTo>
                  <a:lnTo>
                    <a:pt x="210439" y="57531"/>
                  </a:lnTo>
                  <a:lnTo>
                    <a:pt x="213385" y="58483"/>
                  </a:lnTo>
                  <a:lnTo>
                    <a:pt x="213385" y="13360"/>
                  </a:lnTo>
                  <a:lnTo>
                    <a:pt x="208026" y="17995"/>
                  </a:lnTo>
                  <a:lnTo>
                    <a:pt x="203073" y="24257"/>
                  </a:lnTo>
                  <a:lnTo>
                    <a:pt x="199872" y="31000"/>
                  </a:lnTo>
                  <a:lnTo>
                    <a:pt x="198437" y="38188"/>
                  </a:lnTo>
                  <a:lnTo>
                    <a:pt x="198513" y="41338"/>
                  </a:lnTo>
                  <a:lnTo>
                    <a:pt x="198437" y="41338"/>
                  </a:lnTo>
                  <a:lnTo>
                    <a:pt x="198437" y="229933"/>
                  </a:lnTo>
                  <a:lnTo>
                    <a:pt x="143852" y="229933"/>
                  </a:lnTo>
                  <a:lnTo>
                    <a:pt x="140804" y="225933"/>
                  </a:lnTo>
                  <a:lnTo>
                    <a:pt x="139090" y="222402"/>
                  </a:lnTo>
                  <a:lnTo>
                    <a:pt x="138709" y="219354"/>
                  </a:lnTo>
                  <a:lnTo>
                    <a:pt x="139661" y="214210"/>
                  </a:lnTo>
                  <a:lnTo>
                    <a:pt x="142608" y="209829"/>
                  </a:lnTo>
                  <a:lnTo>
                    <a:pt x="147574" y="206209"/>
                  </a:lnTo>
                  <a:lnTo>
                    <a:pt x="153098" y="202018"/>
                  </a:lnTo>
                  <a:lnTo>
                    <a:pt x="156235" y="197167"/>
                  </a:lnTo>
                  <a:lnTo>
                    <a:pt x="156997" y="191643"/>
                  </a:lnTo>
                  <a:lnTo>
                    <a:pt x="156235" y="188023"/>
                  </a:lnTo>
                  <a:lnTo>
                    <a:pt x="154520" y="184594"/>
                  </a:lnTo>
                  <a:lnTo>
                    <a:pt x="151853" y="181356"/>
                  </a:lnTo>
                  <a:lnTo>
                    <a:pt x="149186" y="178498"/>
                  </a:lnTo>
                  <a:lnTo>
                    <a:pt x="198437" y="178498"/>
                  </a:lnTo>
                  <a:lnTo>
                    <a:pt x="198437" y="172783"/>
                  </a:lnTo>
                  <a:lnTo>
                    <a:pt x="143852" y="172783"/>
                  </a:lnTo>
                  <a:lnTo>
                    <a:pt x="140804" y="168783"/>
                  </a:lnTo>
                  <a:lnTo>
                    <a:pt x="139090" y="165252"/>
                  </a:lnTo>
                  <a:lnTo>
                    <a:pt x="138709" y="162204"/>
                  </a:lnTo>
                  <a:lnTo>
                    <a:pt x="139661" y="157060"/>
                  </a:lnTo>
                  <a:lnTo>
                    <a:pt x="142608" y="152679"/>
                  </a:lnTo>
                  <a:lnTo>
                    <a:pt x="147574" y="149059"/>
                  </a:lnTo>
                  <a:lnTo>
                    <a:pt x="153098" y="144868"/>
                  </a:lnTo>
                  <a:lnTo>
                    <a:pt x="156235" y="140017"/>
                  </a:lnTo>
                  <a:lnTo>
                    <a:pt x="156997" y="134493"/>
                  </a:lnTo>
                  <a:lnTo>
                    <a:pt x="156235" y="130873"/>
                  </a:lnTo>
                  <a:lnTo>
                    <a:pt x="154520" y="127444"/>
                  </a:lnTo>
                  <a:lnTo>
                    <a:pt x="151853" y="124206"/>
                  </a:lnTo>
                  <a:lnTo>
                    <a:pt x="149186" y="121348"/>
                  </a:lnTo>
                  <a:lnTo>
                    <a:pt x="198437" y="121348"/>
                  </a:lnTo>
                  <a:lnTo>
                    <a:pt x="198437" y="115633"/>
                  </a:lnTo>
                  <a:lnTo>
                    <a:pt x="143852" y="115633"/>
                  </a:lnTo>
                  <a:lnTo>
                    <a:pt x="140804" y="111633"/>
                  </a:lnTo>
                  <a:lnTo>
                    <a:pt x="139090" y="108102"/>
                  </a:lnTo>
                  <a:lnTo>
                    <a:pt x="138709" y="105054"/>
                  </a:lnTo>
                  <a:lnTo>
                    <a:pt x="139661" y="99910"/>
                  </a:lnTo>
                  <a:lnTo>
                    <a:pt x="142608" y="95529"/>
                  </a:lnTo>
                  <a:lnTo>
                    <a:pt x="147574" y="91909"/>
                  </a:lnTo>
                  <a:lnTo>
                    <a:pt x="153098" y="87718"/>
                  </a:lnTo>
                  <a:lnTo>
                    <a:pt x="156235" y="82867"/>
                  </a:lnTo>
                  <a:lnTo>
                    <a:pt x="156997" y="77343"/>
                  </a:lnTo>
                  <a:lnTo>
                    <a:pt x="156235" y="73723"/>
                  </a:lnTo>
                  <a:lnTo>
                    <a:pt x="154520" y="70294"/>
                  </a:lnTo>
                  <a:lnTo>
                    <a:pt x="151853" y="67056"/>
                  </a:lnTo>
                  <a:lnTo>
                    <a:pt x="149186" y="64198"/>
                  </a:lnTo>
                  <a:lnTo>
                    <a:pt x="198437" y="64198"/>
                  </a:lnTo>
                  <a:lnTo>
                    <a:pt x="198437" y="58483"/>
                  </a:lnTo>
                  <a:lnTo>
                    <a:pt x="143852" y="58483"/>
                  </a:lnTo>
                  <a:lnTo>
                    <a:pt x="140804" y="54483"/>
                  </a:lnTo>
                  <a:lnTo>
                    <a:pt x="139090" y="50952"/>
                  </a:lnTo>
                  <a:lnTo>
                    <a:pt x="138709" y="47904"/>
                  </a:lnTo>
                  <a:lnTo>
                    <a:pt x="139661" y="42760"/>
                  </a:lnTo>
                  <a:lnTo>
                    <a:pt x="142608" y="38379"/>
                  </a:lnTo>
                  <a:lnTo>
                    <a:pt x="147574" y="34759"/>
                  </a:lnTo>
                  <a:lnTo>
                    <a:pt x="153098" y="30568"/>
                  </a:lnTo>
                  <a:lnTo>
                    <a:pt x="156235" y="25717"/>
                  </a:lnTo>
                  <a:lnTo>
                    <a:pt x="156997" y="20193"/>
                  </a:lnTo>
                  <a:lnTo>
                    <a:pt x="156235" y="16573"/>
                  </a:lnTo>
                  <a:lnTo>
                    <a:pt x="154520" y="13144"/>
                  </a:lnTo>
                  <a:lnTo>
                    <a:pt x="151853" y="9906"/>
                  </a:lnTo>
                  <a:lnTo>
                    <a:pt x="143852" y="1333"/>
                  </a:lnTo>
                  <a:lnTo>
                    <a:pt x="139852" y="1333"/>
                  </a:lnTo>
                  <a:lnTo>
                    <a:pt x="142709" y="4191"/>
                  </a:lnTo>
                  <a:lnTo>
                    <a:pt x="144526" y="7810"/>
                  </a:lnTo>
                  <a:lnTo>
                    <a:pt x="130898" y="29146"/>
                  </a:lnTo>
                  <a:lnTo>
                    <a:pt x="127749" y="33909"/>
                  </a:lnTo>
                  <a:lnTo>
                    <a:pt x="127000" y="39624"/>
                  </a:lnTo>
                  <a:lnTo>
                    <a:pt x="127749" y="43243"/>
                  </a:lnTo>
                  <a:lnTo>
                    <a:pt x="129463" y="46672"/>
                  </a:lnTo>
                  <a:lnTo>
                    <a:pt x="132143" y="49911"/>
                  </a:lnTo>
                  <a:lnTo>
                    <a:pt x="139852" y="58483"/>
                  </a:lnTo>
                  <a:lnTo>
                    <a:pt x="0" y="58483"/>
                  </a:lnTo>
                  <a:lnTo>
                    <a:pt x="0" y="64198"/>
                  </a:lnTo>
                  <a:lnTo>
                    <a:pt x="144132" y="64198"/>
                  </a:lnTo>
                  <a:lnTo>
                    <a:pt x="144526" y="64960"/>
                  </a:lnTo>
                  <a:lnTo>
                    <a:pt x="130898" y="86296"/>
                  </a:lnTo>
                  <a:lnTo>
                    <a:pt x="127749" y="91059"/>
                  </a:lnTo>
                  <a:lnTo>
                    <a:pt x="127000" y="96774"/>
                  </a:lnTo>
                  <a:lnTo>
                    <a:pt x="127749" y="100393"/>
                  </a:lnTo>
                  <a:lnTo>
                    <a:pt x="129463" y="103822"/>
                  </a:lnTo>
                  <a:lnTo>
                    <a:pt x="132143" y="107061"/>
                  </a:lnTo>
                  <a:lnTo>
                    <a:pt x="139852" y="115633"/>
                  </a:lnTo>
                  <a:lnTo>
                    <a:pt x="0" y="115633"/>
                  </a:lnTo>
                  <a:lnTo>
                    <a:pt x="0" y="121348"/>
                  </a:lnTo>
                  <a:lnTo>
                    <a:pt x="144132" y="121348"/>
                  </a:lnTo>
                  <a:lnTo>
                    <a:pt x="144526" y="122110"/>
                  </a:lnTo>
                  <a:lnTo>
                    <a:pt x="130898" y="143446"/>
                  </a:lnTo>
                  <a:lnTo>
                    <a:pt x="127749" y="148209"/>
                  </a:lnTo>
                  <a:lnTo>
                    <a:pt x="127000" y="153924"/>
                  </a:lnTo>
                  <a:lnTo>
                    <a:pt x="127749" y="157543"/>
                  </a:lnTo>
                  <a:lnTo>
                    <a:pt x="129463" y="160972"/>
                  </a:lnTo>
                  <a:lnTo>
                    <a:pt x="132143" y="164211"/>
                  </a:lnTo>
                  <a:lnTo>
                    <a:pt x="139852" y="172783"/>
                  </a:lnTo>
                  <a:lnTo>
                    <a:pt x="0" y="172783"/>
                  </a:lnTo>
                  <a:lnTo>
                    <a:pt x="0" y="178498"/>
                  </a:lnTo>
                  <a:lnTo>
                    <a:pt x="144132" y="178498"/>
                  </a:lnTo>
                  <a:lnTo>
                    <a:pt x="144526" y="179260"/>
                  </a:lnTo>
                  <a:lnTo>
                    <a:pt x="130898" y="200596"/>
                  </a:lnTo>
                  <a:lnTo>
                    <a:pt x="127749" y="205359"/>
                  </a:lnTo>
                  <a:lnTo>
                    <a:pt x="127000" y="211074"/>
                  </a:lnTo>
                  <a:lnTo>
                    <a:pt x="127749" y="214693"/>
                  </a:lnTo>
                  <a:lnTo>
                    <a:pt x="129463" y="218122"/>
                  </a:lnTo>
                  <a:lnTo>
                    <a:pt x="132143" y="221361"/>
                  </a:lnTo>
                  <a:lnTo>
                    <a:pt x="139852" y="229933"/>
                  </a:lnTo>
                  <a:lnTo>
                    <a:pt x="0" y="229933"/>
                  </a:lnTo>
                  <a:lnTo>
                    <a:pt x="0" y="235648"/>
                  </a:lnTo>
                  <a:lnTo>
                    <a:pt x="198437" y="235648"/>
                  </a:lnTo>
                  <a:lnTo>
                    <a:pt x="198437" y="287083"/>
                  </a:lnTo>
                  <a:lnTo>
                    <a:pt x="0" y="287083"/>
                  </a:lnTo>
                  <a:lnTo>
                    <a:pt x="0" y="292798"/>
                  </a:lnTo>
                  <a:lnTo>
                    <a:pt x="198437" y="292798"/>
                  </a:lnTo>
                  <a:lnTo>
                    <a:pt x="198437" y="401383"/>
                  </a:lnTo>
                  <a:lnTo>
                    <a:pt x="208432" y="401383"/>
                  </a:lnTo>
                  <a:lnTo>
                    <a:pt x="208432" y="292798"/>
                  </a:lnTo>
                  <a:lnTo>
                    <a:pt x="1164691" y="292798"/>
                  </a:lnTo>
                  <a:lnTo>
                    <a:pt x="1164691" y="287083"/>
                  </a:lnTo>
                  <a:lnTo>
                    <a:pt x="208432" y="287083"/>
                  </a:lnTo>
                  <a:lnTo>
                    <a:pt x="208432" y="235648"/>
                  </a:lnTo>
                  <a:lnTo>
                    <a:pt x="1164691" y="235648"/>
                  </a:lnTo>
                  <a:lnTo>
                    <a:pt x="1164691" y="229933"/>
                  </a:lnTo>
                  <a:lnTo>
                    <a:pt x="232752" y="229933"/>
                  </a:lnTo>
                  <a:lnTo>
                    <a:pt x="240360" y="227863"/>
                  </a:lnTo>
                  <a:lnTo>
                    <a:pt x="271284" y="200063"/>
                  </a:lnTo>
                  <a:lnTo>
                    <a:pt x="272732" y="192493"/>
                  </a:lnTo>
                  <a:lnTo>
                    <a:pt x="272542" y="185254"/>
                  </a:lnTo>
                  <a:lnTo>
                    <a:pt x="269963" y="180022"/>
                  </a:lnTo>
                  <a:lnTo>
                    <a:pt x="267627" y="178498"/>
                  </a:lnTo>
                  <a:lnTo>
                    <a:pt x="1164691" y="178498"/>
                  </a:lnTo>
                  <a:lnTo>
                    <a:pt x="1164691" y="172783"/>
                  </a:lnTo>
                  <a:lnTo>
                    <a:pt x="258991" y="172783"/>
                  </a:lnTo>
                  <a:lnTo>
                    <a:pt x="253961" y="171450"/>
                  </a:lnTo>
                  <a:lnTo>
                    <a:pt x="245579" y="171640"/>
                  </a:lnTo>
                  <a:lnTo>
                    <a:pt x="237655" y="172605"/>
                  </a:lnTo>
                  <a:lnTo>
                    <a:pt x="237045" y="172783"/>
                  </a:lnTo>
                  <a:lnTo>
                    <a:pt x="232752" y="172783"/>
                  </a:lnTo>
                  <a:lnTo>
                    <a:pt x="268084" y="149923"/>
                  </a:lnTo>
                  <a:lnTo>
                    <a:pt x="272732" y="135343"/>
                  </a:lnTo>
                  <a:lnTo>
                    <a:pt x="272542" y="128104"/>
                  </a:lnTo>
                  <a:lnTo>
                    <a:pt x="269963" y="122872"/>
                  </a:lnTo>
                  <a:lnTo>
                    <a:pt x="267627" y="121348"/>
                  </a:lnTo>
                  <a:lnTo>
                    <a:pt x="1164691" y="121348"/>
                  </a:lnTo>
                  <a:lnTo>
                    <a:pt x="1164691" y="115633"/>
                  </a:lnTo>
                  <a:lnTo>
                    <a:pt x="258991" y="115633"/>
                  </a:lnTo>
                  <a:lnTo>
                    <a:pt x="253961" y="114300"/>
                  </a:lnTo>
                  <a:lnTo>
                    <a:pt x="245579" y="114490"/>
                  </a:lnTo>
                  <a:lnTo>
                    <a:pt x="237655" y="115455"/>
                  </a:lnTo>
                  <a:lnTo>
                    <a:pt x="237045" y="115633"/>
                  </a:lnTo>
                  <a:lnTo>
                    <a:pt x="222427" y="115633"/>
                  </a:lnTo>
                  <a:lnTo>
                    <a:pt x="222427" y="121348"/>
                  </a:lnTo>
                  <a:lnTo>
                    <a:pt x="222427" y="178498"/>
                  </a:lnTo>
                  <a:lnTo>
                    <a:pt x="222224" y="178600"/>
                  </a:lnTo>
                  <a:lnTo>
                    <a:pt x="214718" y="183642"/>
                  </a:lnTo>
                  <a:lnTo>
                    <a:pt x="213385" y="184810"/>
                  </a:lnTo>
                  <a:lnTo>
                    <a:pt x="213385" y="229933"/>
                  </a:lnTo>
                  <a:lnTo>
                    <a:pt x="208432" y="229933"/>
                  </a:lnTo>
                  <a:lnTo>
                    <a:pt x="208432" y="227393"/>
                  </a:lnTo>
                  <a:lnTo>
                    <a:pt x="210439" y="228981"/>
                  </a:lnTo>
                  <a:lnTo>
                    <a:pt x="213385" y="229933"/>
                  </a:lnTo>
                  <a:lnTo>
                    <a:pt x="213385" y="184810"/>
                  </a:lnTo>
                  <a:lnTo>
                    <a:pt x="208432" y="189103"/>
                  </a:lnTo>
                  <a:lnTo>
                    <a:pt x="208432" y="178498"/>
                  </a:lnTo>
                  <a:lnTo>
                    <a:pt x="222427" y="178498"/>
                  </a:lnTo>
                  <a:lnTo>
                    <a:pt x="222427" y="121348"/>
                  </a:lnTo>
                  <a:lnTo>
                    <a:pt x="222224" y="121450"/>
                  </a:lnTo>
                  <a:lnTo>
                    <a:pt x="214718" y="126492"/>
                  </a:lnTo>
                  <a:lnTo>
                    <a:pt x="213385" y="127660"/>
                  </a:lnTo>
                  <a:lnTo>
                    <a:pt x="213385" y="172783"/>
                  </a:lnTo>
                  <a:lnTo>
                    <a:pt x="208432" y="172783"/>
                  </a:lnTo>
                  <a:lnTo>
                    <a:pt x="208432" y="170243"/>
                  </a:lnTo>
                  <a:lnTo>
                    <a:pt x="210439" y="171831"/>
                  </a:lnTo>
                  <a:lnTo>
                    <a:pt x="213385" y="172783"/>
                  </a:lnTo>
                  <a:lnTo>
                    <a:pt x="213385" y="127660"/>
                  </a:lnTo>
                  <a:lnTo>
                    <a:pt x="208432" y="131953"/>
                  </a:lnTo>
                  <a:lnTo>
                    <a:pt x="208432" y="121348"/>
                  </a:lnTo>
                  <a:lnTo>
                    <a:pt x="222427" y="121348"/>
                  </a:lnTo>
                  <a:lnTo>
                    <a:pt x="222427" y="115633"/>
                  </a:lnTo>
                  <a:lnTo>
                    <a:pt x="208432" y="115633"/>
                  </a:lnTo>
                  <a:lnTo>
                    <a:pt x="208432" y="64198"/>
                  </a:lnTo>
                  <a:lnTo>
                    <a:pt x="1164691" y="64198"/>
                  </a:lnTo>
                  <a:lnTo>
                    <a:pt x="1164691" y="584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1049210" y="74726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30" h="25400">
                  <a:moveTo>
                    <a:pt x="112585" y="24887"/>
                  </a:moveTo>
                  <a:lnTo>
                    <a:pt x="100154" y="17124"/>
                  </a:lnTo>
                  <a:lnTo>
                    <a:pt x="86628" y="11579"/>
                  </a:lnTo>
                  <a:lnTo>
                    <a:pt x="72008" y="8252"/>
                  </a:lnTo>
                  <a:lnTo>
                    <a:pt x="56292" y="7143"/>
                  </a:lnTo>
                  <a:lnTo>
                    <a:pt x="40577" y="8252"/>
                  </a:lnTo>
                  <a:lnTo>
                    <a:pt x="25956" y="11579"/>
                  </a:lnTo>
                  <a:lnTo>
                    <a:pt x="12430" y="17124"/>
                  </a:lnTo>
                  <a:lnTo>
                    <a:pt x="0" y="24887"/>
                  </a:lnTo>
                  <a:lnTo>
                    <a:pt x="12430" y="13998"/>
                  </a:lnTo>
                  <a:lnTo>
                    <a:pt x="25956" y="6221"/>
                  </a:lnTo>
                  <a:lnTo>
                    <a:pt x="40577" y="1555"/>
                  </a:lnTo>
                  <a:lnTo>
                    <a:pt x="56292" y="0"/>
                  </a:lnTo>
                  <a:lnTo>
                    <a:pt x="72008" y="1555"/>
                  </a:lnTo>
                  <a:lnTo>
                    <a:pt x="86628" y="6221"/>
                  </a:lnTo>
                  <a:lnTo>
                    <a:pt x="100154" y="13998"/>
                  </a:lnTo>
                  <a:lnTo>
                    <a:pt x="112585" y="248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1049210" y="74726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30" h="25400">
                  <a:moveTo>
                    <a:pt x="0" y="24887"/>
                  </a:moveTo>
                  <a:lnTo>
                    <a:pt x="12430" y="17124"/>
                  </a:lnTo>
                  <a:lnTo>
                    <a:pt x="25956" y="11579"/>
                  </a:lnTo>
                  <a:lnTo>
                    <a:pt x="40577" y="8252"/>
                  </a:lnTo>
                  <a:lnTo>
                    <a:pt x="56292" y="7143"/>
                  </a:lnTo>
                  <a:lnTo>
                    <a:pt x="72008" y="8252"/>
                  </a:lnTo>
                  <a:lnTo>
                    <a:pt x="86628" y="11579"/>
                  </a:lnTo>
                  <a:lnTo>
                    <a:pt x="100154" y="17124"/>
                  </a:lnTo>
                  <a:lnTo>
                    <a:pt x="112585" y="24887"/>
                  </a:lnTo>
                  <a:lnTo>
                    <a:pt x="100154" y="13998"/>
                  </a:lnTo>
                  <a:lnTo>
                    <a:pt x="86628" y="6221"/>
                  </a:lnTo>
                  <a:lnTo>
                    <a:pt x="72008" y="1555"/>
                  </a:lnTo>
                  <a:lnTo>
                    <a:pt x="56292" y="0"/>
                  </a:lnTo>
                  <a:lnTo>
                    <a:pt x="40577" y="1555"/>
                  </a:lnTo>
                  <a:lnTo>
                    <a:pt x="25956" y="6221"/>
                  </a:lnTo>
                  <a:lnTo>
                    <a:pt x="12430" y="13998"/>
                  </a:lnTo>
                  <a:lnTo>
                    <a:pt x="0" y="2488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1049210" y="75869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30" h="25400">
                  <a:moveTo>
                    <a:pt x="112585" y="24887"/>
                  </a:moveTo>
                  <a:lnTo>
                    <a:pt x="100154" y="17124"/>
                  </a:lnTo>
                  <a:lnTo>
                    <a:pt x="86628" y="11579"/>
                  </a:lnTo>
                  <a:lnTo>
                    <a:pt x="72008" y="8252"/>
                  </a:lnTo>
                  <a:lnTo>
                    <a:pt x="56292" y="7143"/>
                  </a:lnTo>
                  <a:lnTo>
                    <a:pt x="40577" y="8252"/>
                  </a:lnTo>
                  <a:lnTo>
                    <a:pt x="25956" y="11579"/>
                  </a:lnTo>
                  <a:lnTo>
                    <a:pt x="12430" y="17124"/>
                  </a:lnTo>
                  <a:lnTo>
                    <a:pt x="0" y="24887"/>
                  </a:lnTo>
                  <a:lnTo>
                    <a:pt x="12430" y="13998"/>
                  </a:lnTo>
                  <a:lnTo>
                    <a:pt x="25956" y="6221"/>
                  </a:lnTo>
                  <a:lnTo>
                    <a:pt x="40577" y="1555"/>
                  </a:lnTo>
                  <a:lnTo>
                    <a:pt x="56292" y="0"/>
                  </a:lnTo>
                  <a:lnTo>
                    <a:pt x="72008" y="1555"/>
                  </a:lnTo>
                  <a:lnTo>
                    <a:pt x="86628" y="6221"/>
                  </a:lnTo>
                  <a:lnTo>
                    <a:pt x="100154" y="13998"/>
                  </a:lnTo>
                  <a:lnTo>
                    <a:pt x="112585" y="248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1049210" y="75869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30" h="25400">
                  <a:moveTo>
                    <a:pt x="0" y="24887"/>
                  </a:moveTo>
                  <a:lnTo>
                    <a:pt x="12430" y="17124"/>
                  </a:lnTo>
                  <a:lnTo>
                    <a:pt x="25956" y="11579"/>
                  </a:lnTo>
                  <a:lnTo>
                    <a:pt x="40577" y="8252"/>
                  </a:lnTo>
                  <a:lnTo>
                    <a:pt x="56292" y="7143"/>
                  </a:lnTo>
                  <a:lnTo>
                    <a:pt x="72008" y="8252"/>
                  </a:lnTo>
                  <a:lnTo>
                    <a:pt x="86628" y="11579"/>
                  </a:lnTo>
                  <a:lnTo>
                    <a:pt x="100154" y="17124"/>
                  </a:lnTo>
                  <a:lnTo>
                    <a:pt x="112585" y="24887"/>
                  </a:lnTo>
                  <a:lnTo>
                    <a:pt x="100154" y="13998"/>
                  </a:lnTo>
                  <a:lnTo>
                    <a:pt x="86628" y="6221"/>
                  </a:lnTo>
                  <a:lnTo>
                    <a:pt x="72008" y="1555"/>
                  </a:lnTo>
                  <a:lnTo>
                    <a:pt x="56292" y="0"/>
                  </a:lnTo>
                  <a:lnTo>
                    <a:pt x="40577" y="1555"/>
                  </a:lnTo>
                  <a:lnTo>
                    <a:pt x="25956" y="6221"/>
                  </a:lnTo>
                  <a:lnTo>
                    <a:pt x="12430" y="13998"/>
                  </a:lnTo>
                  <a:lnTo>
                    <a:pt x="0" y="2488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1049210" y="7669021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30" h="25400">
                  <a:moveTo>
                    <a:pt x="56292" y="24887"/>
                  </a:moveTo>
                  <a:lnTo>
                    <a:pt x="40577" y="23331"/>
                  </a:lnTo>
                  <a:lnTo>
                    <a:pt x="25956" y="18665"/>
                  </a:lnTo>
                  <a:lnTo>
                    <a:pt x="12430" y="10888"/>
                  </a:lnTo>
                  <a:lnTo>
                    <a:pt x="0" y="0"/>
                  </a:lnTo>
                  <a:lnTo>
                    <a:pt x="12430" y="7762"/>
                  </a:lnTo>
                  <a:lnTo>
                    <a:pt x="25956" y="13307"/>
                  </a:lnTo>
                  <a:lnTo>
                    <a:pt x="40577" y="16634"/>
                  </a:lnTo>
                  <a:lnTo>
                    <a:pt x="56292" y="17743"/>
                  </a:lnTo>
                  <a:lnTo>
                    <a:pt x="72008" y="16634"/>
                  </a:lnTo>
                  <a:lnTo>
                    <a:pt x="86628" y="13307"/>
                  </a:lnTo>
                  <a:lnTo>
                    <a:pt x="100154" y="7762"/>
                  </a:lnTo>
                  <a:lnTo>
                    <a:pt x="112585" y="0"/>
                  </a:lnTo>
                  <a:lnTo>
                    <a:pt x="100154" y="10888"/>
                  </a:lnTo>
                  <a:lnTo>
                    <a:pt x="86628" y="18665"/>
                  </a:lnTo>
                  <a:lnTo>
                    <a:pt x="72008" y="23331"/>
                  </a:lnTo>
                  <a:lnTo>
                    <a:pt x="56292" y="248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1049210" y="7669021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30" h="25400">
                  <a:moveTo>
                    <a:pt x="0" y="0"/>
                  </a:moveTo>
                  <a:lnTo>
                    <a:pt x="12430" y="10888"/>
                  </a:lnTo>
                  <a:lnTo>
                    <a:pt x="25956" y="18665"/>
                  </a:lnTo>
                  <a:lnTo>
                    <a:pt x="40577" y="23331"/>
                  </a:lnTo>
                  <a:lnTo>
                    <a:pt x="56292" y="24887"/>
                  </a:lnTo>
                  <a:lnTo>
                    <a:pt x="72008" y="23331"/>
                  </a:lnTo>
                  <a:lnTo>
                    <a:pt x="86628" y="18665"/>
                  </a:lnTo>
                  <a:lnTo>
                    <a:pt x="100154" y="10888"/>
                  </a:lnTo>
                  <a:lnTo>
                    <a:pt x="112585" y="0"/>
                  </a:lnTo>
                  <a:lnTo>
                    <a:pt x="100154" y="7762"/>
                  </a:lnTo>
                  <a:lnTo>
                    <a:pt x="86628" y="13307"/>
                  </a:lnTo>
                  <a:lnTo>
                    <a:pt x="72008" y="16634"/>
                  </a:lnTo>
                  <a:lnTo>
                    <a:pt x="56292" y="17743"/>
                  </a:lnTo>
                  <a:lnTo>
                    <a:pt x="40577" y="16634"/>
                  </a:lnTo>
                  <a:lnTo>
                    <a:pt x="25956" y="13307"/>
                  </a:lnTo>
                  <a:lnTo>
                    <a:pt x="12430" y="776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1181798" y="7467673"/>
              <a:ext cx="74295" cy="401955"/>
            </a:xfrm>
            <a:custGeom>
              <a:avLst/>
              <a:gdLst/>
              <a:ahLst/>
              <a:cxnLst/>
              <a:rect l="l" t="t" r="r" b="b"/>
              <a:pathLst>
                <a:path w="74294" h="401954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55"/>
                  </a:lnTo>
                  <a:lnTo>
                    <a:pt x="4635" y="24257"/>
                  </a:lnTo>
                  <a:lnTo>
                    <a:pt x="0" y="38188"/>
                  </a:lnTo>
                  <a:lnTo>
                    <a:pt x="76" y="41338"/>
                  </a:lnTo>
                  <a:lnTo>
                    <a:pt x="0" y="401383"/>
                  </a:lnTo>
                  <a:lnTo>
                    <a:pt x="9994" y="401383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894" y="59436"/>
                  </a:lnTo>
                  <a:lnTo>
                    <a:pt x="25146" y="59626"/>
                  </a:lnTo>
                  <a:lnTo>
                    <a:pt x="33616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3" name="object 243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181798" y="7581963"/>
              <a:ext cx="74294" cy="116776"/>
            </a:xfrm>
            <a:prstGeom prst="rect">
              <a:avLst/>
            </a:prstGeom>
          </p:spPr>
        </p:pic>
        <p:sp>
          <p:nvSpPr>
            <p:cNvPr id="244" name="object 244"/>
            <p:cNvSpPr/>
            <p:nvPr/>
          </p:nvSpPr>
          <p:spPr>
            <a:xfrm>
              <a:off x="1309585" y="7439098"/>
              <a:ext cx="315595" cy="430530"/>
            </a:xfrm>
            <a:custGeom>
              <a:avLst/>
              <a:gdLst/>
              <a:ahLst/>
              <a:cxnLst/>
              <a:rect l="l" t="t" r="r" b="b"/>
              <a:pathLst>
                <a:path w="315594" h="430529">
                  <a:moveTo>
                    <a:pt x="111137" y="26327"/>
                  </a:moveTo>
                  <a:lnTo>
                    <a:pt x="89789" y="26327"/>
                  </a:lnTo>
                  <a:lnTo>
                    <a:pt x="90805" y="21043"/>
                  </a:lnTo>
                  <a:lnTo>
                    <a:pt x="90614" y="13804"/>
                  </a:lnTo>
                  <a:lnTo>
                    <a:pt x="88049" y="8572"/>
                  </a:lnTo>
                  <a:lnTo>
                    <a:pt x="83096" y="5334"/>
                  </a:lnTo>
                  <a:lnTo>
                    <a:pt x="78524" y="1714"/>
                  </a:lnTo>
                  <a:lnTo>
                    <a:pt x="72047" y="0"/>
                  </a:lnTo>
                  <a:lnTo>
                    <a:pt x="63665" y="190"/>
                  </a:lnTo>
                  <a:lnTo>
                    <a:pt x="55727" y="1155"/>
                  </a:lnTo>
                  <a:lnTo>
                    <a:pt x="21158" y="24257"/>
                  </a:lnTo>
                  <a:lnTo>
                    <a:pt x="20167" y="26327"/>
                  </a:lnTo>
                  <a:lnTo>
                    <a:pt x="0" y="26327"/>
                  </a:lnTo>
                  <a:lnTo>
                    <a:pt x="0" y="33477"/>
                  </a:lnTo>
                  <a:lnTo>
                    <a:pt x="17449" y="33477"/>
                  </a:lnTo>
                  <a:lnTo>
                    <a:pt x="16510" y="38188"/>
                  </a:lnTo>
                  <a:lnTo>
                    <a:pt x="16598" y="41338"/>
                  </a:lnTo>
                  <a:lnTo>
                    <a:pt x="16510" y="397776"/>
                  </a:lnTo>
                  <a:lnTo>
                    <a:pt x="26517" y="397776"/>
                  </a:lnTo>
                  <a:lnTo>
                    <a:pt x="26517" y="55956"/>
                  </a:lnTo>
                  <a:lnTo>
                    <a:pt x="28511" y="57531"/>
                  </a:lnTo>
                  <a:lnTo>
                    <a:pt x="34417" y="59436"/>
                  </a:lnTo>
                  <a:lnTo>
                    <a:pt x="41656" y="59626"/>
                  </a:lnTo>
                  <a:lnTo>
                    <a:pt x="50139" y="58674"/>
                  </a:lnTo>
                  <a:lnTo>
                    <a:pt x="86169" y="35623"/>
                  </a:lnTo>
                  <a:lnTo>
                    <a:pt x="87134" y="33477"/>
                  </a:lnTo>
                  <a:lnTo>
                    <a:pt x="111137" y="33477"/>
                  </a:lnTo>
                  <a:lnTo>
                    <a:pt x="111137" y="26327"/>
                  </a:lnTo>
                  <a:close/>
                </a:path>
                <a:path w="315594" h="430529">
                  <a:moveTo>
                    <a:pt x="202793" y="49618"/>
                  </a:moveTo>
                  <a:lnTo>
                    <a:pt x="202603" y="42379"/>
                  </a:lnTo>
                  <a:lnTo>
                    <a:pt x="200025" y="37147"/>
                  </a:lnTo>
                  <a:lnTo>
                    <a:pt x="195072" y="33909"/>
                  </a:lnTo>
                  <a:lnTo>
                    <a:pt x="190500" y="30289"/>
                  </a:lnTo>
                  <a:lnTo>
                    <a:pt x="184023" y="28575"/>
                  </a:lnTo>
                  <a:lnTo>
                    <a:pt x="175641" y="28765"/>
                  </a:lnTo>
                  <a:lnTo>
                    <a:pt x="167716" y="29730"/>
                  </a:lnTo>
                  <a:lnTo>
                    <a:pt x="133134" y="52832"/>
                  </a:lnTo>
                  <a:lnTo>
                    <a:pt x="128498" y="66763"/>
                  </a:lnTo>
                  <a:lnTo>
                    <a:pt x="128587" y="69913"/>
                  </a:lnTo>
                  <a:lnTo>
                    <a:pt x="128498" y="372808"/>
                  </a:lnTo>
                  <a:lnTo>
                    <a:pt x="138493" y="372808"/>
                  </a:lnTo>
                  <a:lnTo>
                    <a:pt x="138493" y="84518"/>
                  </a:lnTo>
                  <a:lnTo>
                    <a:pt x="140500" y="86106"/>
                  </a:lnTo>
                  <a:lnTo>
                    <a:pt x="146405" y="88011"/>
                  </a:lnTo>
                  <a:lnTo>
                    <a:pt x="153644" y="88201"/>
                  </a:lnTo>
                  <a:lnTo>
                    <a:pt x="162128" y="87249"/>
                  </a:lnTo>
                  <a:lnTo>
                    <a:pt x="198145" y="64198"/>
                  </a:lnTo>
                  <a:lnTo>
                    <a:pt x="201345" y="57188"/>
                  </a:lnTo>
                  <a:lnTo>
                    <a:pt x="202793" y="49618"/>
                  </a:lnTo>
                  <a:close/>
                </a:path>
                <a:path w="315594" h="430529">
                  <a:moveTo>
                    <a:pt x="315531" y="72009"/>
                  </a:moveTo>
                  <a:lnTo>
                    <a:pt x="312661" y="65049"/>
                  </a:lnTo>
                  <a:lnTo>
                    <a:pt x="312585" y="64858"/>
                  </a:lnTo>
                  <a:lnTo>
                    <a:pt x="307060" y="60286"/>
                  </a:lnTo>
                  <a:lnTo>
                    <a:pt x="307060" y="69621"/>
                  </a:lnTo>
                  <a:lnTo>
                    <a:pt x="307060" y="73240"/>
                  </a:lnTo>
                  <a:lnTo>
                    <a:pt x="305054" y="77431"/>
                  </a:lnTo>
                  <a:lnTo>
                    <a:pt x="274485" y="102489"/>
                  </a:lnTo>
                  <a:lnTo>
                    <a:pt x="258191" y="108102"/>
                  </a:lnTo>
                  <a:lnTo>
                    <a:pt x="254190" y="107911"/>
                  </a:lnTo>
                  <a:lnTo>
                    <a:pt x="250482" y="107569"/>
                  </a:lnTo>
                  <a:lnTo>
                    <a:pt x="250482" y="98488"/>
                  </a:lnTo>
                  <a:lnTo>
                    <a:pt x="249504" y="98488"/>
                  </a:lnTo>
                  <a:lnTo>
                    <a:pt x="281914" y="70485"/>
                  </a:lnTo>
                  <a:lnTo>
                    <a:pt x="296202" y="65049"/>
                  </a:lnTo>
                  <a:lnTo>
                    <a:pt x="301917" y="65620"/>
                  </a:lnTo>
                  <a:lnTo>
                    <a:pt x="304774" y="66001"/>
                  </a:lnTo>
                  <a:lnTo>
                    <a:pt x="306489" y="67335"/>
                  </a:lnTo>
                  <a:lnTo>
                    <a:pt x="307060" y="69621"/>
                  </a:lnTo>
                  <a:lnTo>
                    <a:pt x="307060" y="60286"/>
                  </a:lnTo>
                  <a:lnTo>
                    <a:pt x="305917" y="59334"/>
                  </a:lnTo>
                  <a:lnTo>
                    <a:pt x="300774" y="56476"/>
                  </a:lnTo>
                  <a:lnTo>
                    <a:pt x="294957" y="55333"/>
                  </a:lnTo>
                  <a:lnTo>
                    <a:pt x="288480" y="55905"/>
                  </a:lnTo>
                  <a:lnTo>
                    <a:pt x="250456" y="72517"/>
                  </a:lnTo>
                  <a:lnTo>
                    <a:pt x="239814" y="101536"/>
                  </a:lnTo>
                  <a:lnTo>
                    <a:pt x="240474" y="103136"/>
                  </a:lnTo>
                  <a:lnTo>
                    <a:pt x="240474" y="429958"/>
                  </a:lnTo>
                  <a:lnTo>
                    <a:pt x="250482" y="429958"/>
                  </a:lnTo>
                  <a:lnTo>
                    <a:pt x="250482" y="114681"/>
                  </a:lnTo>
                  <a:lnTo>
                    <a:pt x="254762" y="117055"/>
                  </a:lnTo>
                  <a:lnTo>
                    <a:pt x="260477" y="118198"/>
                  </a:lnTo>
                  <a:lnTo>
                    <a:pt x="266763" y="117627"/>
                  </a:lnTo>
                  <a:lnTo>
                    <a:pt x="274840" y="116725"/>
                  </a:lnTo>
                  <a:lnTo>
                    <a:pt x="282765" y="114554"/>
                  </a:lnTo>
                  <a:lnTo>
                    <a:pt x="290550" y="111150"/>
                  </a:lnTo>
                  <a:lnTo>
                    <a:pt x="295541" y="108102"/>
                  </a:lnTo>
                  <a:lnTo>
                    <a:pt x="298196" y="106489"/>
                  </a:lnTo>
                  <a:lnTo>
                    <a:pt x="304914" y="100914"/>
                  </a:lnTo>
                  <a:lnTo>
                    <a:pt x="309918" y="94767"/>
                  </a:lnTo>
                  <a:lnTo>
                    <a:pt x="313194" y="88049"/>
                  </a:lnTo>
                  <a:lnTo>
                    <a:pt x="314769" y="80772"/>
                  </a:lnTo>
                  <a:lnTo>
                    <a:pt x="315531" y="720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549402" y="7580153"/>
              <a:ext cx="75723" cy="120014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1181798" y="7440431"/>
              <a:ext cx="2151380" cy="428625"/>
            </a:xfrm>
            <a:custGeom>
              <a:avLst/>
              <a:gdLst/>
              <a:ahLst/>
              <a:cxnLst/>
              <a:rect l="l" t="t" r="r" b="b"/>
              <a:pathLst>
                <a:path w="2151379" h="428625">
                  <a:moveTo>
                    <a:pt x="256286" y="342188"/>
                  </a:moveTo>
                  <a:lnTo>
                    <a:pt x="0" y="399338"/>
                  </a:lnTo>
                  <a:lnTo>
                    <a:pt x="0" y="428625"/>
                  </a:lnTo>
                  <a:lnTo>
                    <a:pt x="256286" y="371475"/>
                  </a:lnTo>
                  <a:lnTo>
                    <a:pt x="256286" y="342188"/>
                  </a:lnTo>
                  <a:close/>
                </a:path>
                <a:path w="2151379" h="428625">
                  <a:moveTo>
                    <a:pt x="256286" y="298284"/>
                  </a:moveTo>
                  <a:lnTo>
                    <a:pt x="144297" y="323253"/>
                  </a:lnTo>
                  <a:lnTo>
                    <a:pt x="144297" y="352526"/>
                  </a:lnTo>
                  <a:lnTo>
                    <a:pt x="256286" y="327558"/>
                  </a:lnTo>
                  <a:lnTo>
                    <a:pt x="256286" y="298284"/>
                  </a:lnTo>
                  <a:close/>
                </a:path>
                <a:path w="2151379" h="428625">
                  <a:moveTo>
                    <a:pt x="2150872" y="85725"/>
                  </a:moveTo>
                  <a:lnTo>
                    <a:pt x="947801" y="85725"/>
                  </a:lnTo>
                  <a:lnTo>
                    <a:pt x="947801" y="40005"/>
                  </a:lnTo>
                  <a:lnTo>
                    <a:pt x="937806" y="40005"/>
                  </a:lnTo>
                  <a:lnTo>
                    <a:pt x="937806" y="314325"/>
                  </a:lnTo>
                  <a:lnTo>
                    <a:pt x="752068" y="314325"/>
                  </a:lnTo>
                  <a:lnTo>
                    <a:pt x="752068" y="262890"/>
                  </a:lnTo>
                  <a:lnTo>
                    <a:pt x="937806" y="262890"/>
                  </a:lnTo>
                  <a:lnTo>
                    <a:pt x="937806" y="257175"/>
                  </a:lnTo>
                  <a:lnTo>
                    <a:pt x="752068" y="257175"/>
                  </a:lnTo>
                  <a:lnTo>
                    <a:pt x="752068" y="205740"/>
                  </a:lnTo>
                  <a:lnTo>
                    <a:pt x="937806" y="205740"/>
                  </a:lnTo>
                  <a:lnTo>
                    <a:pt x="937806" y="200025"/>
                  </a:lnTo>
                  <a:lnTo>
                    <a:pt x="752068" y="200025"/>
                  </a:lnTo>
                  <a:lnTo>
                    <a:pt x="752068" y="148590"/>
                  </a:lnTo>
                  <a:lnTo>
                    <a:pt x="866902" y="148590"/>
                  </a:lnTo>
                  <a:lnTo>
                    <a:pt x="866368" y="152590"/>
                  </a:lnTo>
                  <a:lnTo>
                    <a:pt x="867130" y="156210"/>
                  </a:lnTo>
                  <a:lnTo>
                    <a:pt x="868845" y="159639"/>
                  </a:lnTo>
                  <a:lnTo>
                    <a:pt x="871512" y="162877"/>
                  </a:lnTo>
                  <a:lnTo>
                    <a:pt x="879221" y="171450"/>
                  </a:lnTo>
                  <a:lnTo>
                    <a:pt x="883221" y="171450"/>
                  </a:lnTo>
                  <a:lnTo>
                    <a:pt x="880173" y="167449"/>
                  </a:lnTo>
                  <a:lnTo>
                    <a:pt x="878459" y="163918"/>
                  </a:lnTo>
                  <a:lnTo>
                    <a:pt x="878078" y="160870"/>
                  </a:lnTo>
                  <a:lnTo>
                    <a:pt x="879030" y="155727"/>
                  </a:lnTo>
                  <a:lnTo>
                    <a:pt x="881989" y="151345"/>
                  </a:lnTo>
                  <a:lnTo>
                    <a:pt x="885748" y="148590"/>
                  </a:lnTo>
                  <a:lnTo>
                    <a:pt x="937806" y="148590"/>
                  </a:lnTo>
                  <a:lnTo>
                    <a:pt x="937806" y="142875"/>
                  </a:lnTo>
                  <a:lnTo>
                    <a:pt x="892886" y="142875"/>
                  </a:lnTo>
                  <a:lnTo>
                    <a:pt x="895604" y="138684"/>
                  </a:lnTo>
                  <a:lnTo>
                    <a:pt x="896366" y="133159"/>
                  </a:lnTo>
                  <a:lnTo>
                    <a:pt x="895604" y="129540"/>
                  </a:lnTo>
                  <a:lnTo>
                    <a:pt x="893889" y="126111"/>
                  </a:lnTo>
                  <a:lnTo>
                    <a:pt x="891222" y="122872"/>
                  </a:lnTo>
                  <a:lnTo>
                    <a:pt x="884656" y="115849"/>
                  </a:lnTo>
                  <a:lnTo>
                    <a:pt x="884656" y="125158"/>
                  </a:lnTo>
                  <a:lnTo>
                    <a:pt x="883704" y="130111"/>
                  </a:lnTo>
                  <a:lnTo>
                    <a:pt x="880745" y="134493"/>
                  </a:lnTo>
                  <a:lnTo>
                    <a:pt x="875792" y="138303"/>
                  </a:lnTo>
                  <a:lnTo>
                    <a:pt x="870267" y="142113"/>
                  </a:lnTo>
                  <a:lnTo>
                    <a:pt x="869759" y="142875"/>
                  </a:lnTo>
                  <a:lnTo>
                    <a:pt x="752068" y="142875"/>
                  </a:lnTo>
                  <a:lnTo>
                    <a:pt x="752068" y="91440"/>
                  </a:lnTo>
                  <a:lnTo>
                    <a:pt x="866902" y="91440"/>
                  </a:lnTo>
                  <a:lnTo>
                    <a:pt x="866368" y="95440"/>
                  </a:lnTo>
                  <a:lnTo>
                    <a:pt x="867130" y="99060"/>
                  </a:lnTo>
                  <a:lnTo>
                    <a:pt x="868845" y="102489"/>
                  </a:lnTo>
                  <a:lnTo>
                    <a:pt x="871512" y="105727"/>
                  </a:lnTo>
                  <a:lnTo>
                    <a:pt x="879221" y="114300"/>
                  </a:lnTo>
                  <a:lnTo>
                    <a:pt x="882078" y="117157"/>
                  </a:lnTo>
                  <a:lnTo>
                    <a:pt x="883894" y="120777"/>
                  </a:lnTo>
                  <a:lnTo>
                    <a:pt x="884656" y="125158"/>
                  </a:lnTo>
                  <a:lnTo>
                    <a:pt x="884656" y="115849"/>
                  </a:lnTo>
                  <a:lnTo>
                    <a:pt x="883221" y="114300"/>
                  </a:lnTo>
                  <a:lnTo>
                    <a:pt x="880173" y="110299"/>
                  </a:lnTo>
                  <a:lnTo>
                    <a:pt x="878459" y="106768"/>
                  </a:lnTo>
                  <a:lnTo>
                    <a:pt x="878078" y="103720"/>
                  </a:lnTo>
                  <a:lnTo>
                    <a:pt x="879030" y="98577"/>
                  </a:lnTo>
                  <a:lnTo>
                    <a:pt x="881989" y="94195"/>
                  </a:lnTo>
                  <a:lnTo>
                    <a:pt x="885748" y="91440"/>
                  </a:lnTo>
                  <a:lnTo>
                    <a:pt x="937806" y="91440"/>
                  </a:lnTo>
                  <a:lnTo>
                    <a:pt x="937806" y="85725"/>
                  </a:lnTo>
                  <a:lnTo>
                    <a:pt x="892886" y="85725"/>
                  </a:lnTo>
                  <a:lnTo>
                    <a:pt x="895604" y="81534"/>
                  </a:lnTo>
                  <a:lnTo>
                    <a:pt x="896366" y="76009"/>
                  </a:lnTo>
                  <a:lnTo>
                    <a:pt x="895604" y="72390"/>
                  </a:lnTo>
                  <a:lnTo>
                    <a:pt x="893889" y="68961"/>
                  </a:lnTo>
                  <a:lnTo>
                    <a:pt x="891222" y="65722"/>
                  </a:lnTo>
                  <a:lnTo>
                    <a:pt x="883221" y="57150"/>
                  </a:lnTo>
                  <a:lnTo>
                    <a:pt x="880173" y="53149"/>
                  </a:lnTo>
                  <a:lnTo>
                    <a:pt x="878459" y="49618"/>
                  </a:lnTo>
                  <a:lnTo>
                    <a:pt x="878078" y="46570"/>
                  </a:lnTo>
                  <a:lnTo>
                    <a:pt x="879030" y="41427"/>
                  </a:lnTo>
                  <a:lnTo>
                    <a:pt x="881989" y="37045"/>
                  </a:lnTo>
                  <a:lnTo>
                    <a:pt x="886942" y="33426"/>
                  </a:lnTo>
                  <a:lnTo>
                    <a:pt x="892467" y="29235"/>
                  </a:lnTo>
                  <a:lnTo>
                    <a:pt x="895604" y="24384"/>
                  </a:lnTo>
                  <a:lnTo>
                    <a:pt x="896366" y="18859"/>
                  </a:lnTo>
                  <a:lnTo>
                    <a:pt x="895604" y="15240"/>
                  </a:lnTo>
                  <a:lnTo>
                    <a:pt x="893889" y="11811"/>
                  </a:lnTo>
                  <a:lnTo>
                    <a:pt x="891222" y="8572"/>
                  </a:lnTo>
                  <a:lnTo>
                    <a:pt x="883221" y="0"/>
                  </a:lnTo>
                  <a:lnTo>
                    <a:pt x="879221" y="0"/>
                  </a:lnTo>
                  <a:lnTo>
                    <a:pt x="882078" y="2857"/>
                  </a:lnTo>
                  <a:lnTo>
                    <a:pt x="883894" y="6477"/>
                  </a:lnTo>
                  <a:lnTo>
                    <a:pt x="870267" y="27813"/>
                  </a:lnTo>
                  <a:lnTo>
                    <a:pt x="867130" y="32575"/>
                  </a:lnTo>
                  <a:lnTo>
                    <a:pt x="866368" y="38290"/>
                  </a:lnTo>
                  <a:lnTo>
                    <a:pt x="867130" y="41910"/>
                  </a:lnTo>
                  <a:lnTo>
                    <a:pt x="868845" y="45339"/>
                  </a:lnTo>
                  <a:lnTo>
                    <a:pt x="871512" y="48577"/>
                  </a:lnTo>
                  <a:lnTo>
                    <a:pt x="879221" y="57150"/>
                  </a:lnTo>
                  <a:lnTo>
                    <a:pt x="882078" y="60007"/>
                  </a:lnTo>
                  <a:lnTo>
                    <a:pt x="883894" y="63627"/>
                  </a:lnTo>
                  <a:lnTo>
                    <a:pt x="870267" y="84963"/>
                  </a:lnTo>
                  <a:lnTo>
                    <a:pt x="869759" y="85725"/>
                  </a:lnTo>
                  <a:lnTo>
                    <a:pt x="739368" y="85725"/>
                  </a:lnTo>
                  <a:lnTo>
                    <a:pt x="739368" y="91440"/>
                  </a:lnTo>
                  <a:lnTo>
                    <a:pt x="743496" y="91440"/>
                  </a:lnTo>
                  <a:lnTo>
                    <a:pt x="743496" y="142875"/>
                  </a:lnTo>
                  <a:lnTo>
                    <a:pt x="739368" y="142875"/>
                  </a:lnTo>
                  <a:lnTo>
                    <a:pt x="739368" y="148590"/>
                  </a:lnTo>
                  <a:lnTo>
                    <a:pt x="743496" y="148590"/>
                  </a:lnTo>
                  <a:lnTo>
                    <a:pt x="743496" y="200025"/>
                  </a:lnTo>
                  <a:lnTo>
                    <a:pt x="739368" y="200025"/>
                  </a:lnTo>
                  <a:lnTo>
                    <a:pt x="739368" y="205740"/>
                  </a:lnTo>
                  <a:lnTo>
                    <a:pt x="743496" y="205740"/>
                  </a:lnTo>
                  <a:lnTo>
                    <a:pt x="743496" y="257175"/>
                  </a:lnTo>
                  <a:lnTo>
                    <a:pt x="739368" y="257175"/>
                  </a:lnTo>
                  <a:lnTo>
                    <a:pt x="739368" y="262890"/>
                  </a:lnTo>
                  <a:lnTo>
                    <a:pt x="743496" y="262890"/>
                  </a:lnTo>
                  <a:lnTo>
                    <a:pt x="743496" y="314325"/>
                  </a:lnTo>
                  <a:lnTo>
                    <a:pt x="739368" y="314325"/>
                  </a:lnTo>
                  <a:lnTo>
                    <a:pt x="739368" y="320040"/>
                  </a:lnTo>
                  <a:lnTo>
                    <a:pt x="743496" y="320040"/>
                  </a:lnTo>
                  <a:lnTo>
                    <a:pt x="752068" y="320040"/>
                  </a:lnTo>
                  <a:lnTo>
                    <a:pt x="937806" y="320040"/>
                  </a:lnTo>
                  <a:lnTo>
                    <a:pt x="937806" y="342900"/>
                  </a:lnTo>
                  <a:lnTo>
                    <a:pt x="947801" y="342900"/>
                  </a:lnTo>
                  <a:lnTo>
                    <a:pt x="947801" y="320040"/>
                  </a:lnTo>
                  <a:lnTo>
                    <a:pt x="2150872" y="320040"/>
                  </a:lnTo>
                  <a:lnTo>
                    <a:pt x="2150872" y="314325"/>
                  </a:lnTo>
                  <a:lnTo>
                    <a:pt x="947801" y="314325"/>
                  </a:lnTo>
                  <a:lnTo>
                    <a:pt x="947801" y="262890"/>
                  </a:lnTo>
                  <a:lnTo>
                    <a:pt x="2150872" y="262890"/>
                  </a:lnTo>
                  <a:lnTo>
                    <a:pt x="2150872" y="257175"/>
                  </a:lnTo>
                  <a:lnTo>
                    <a:pt x="947801" y="257175"/>
                  </a:lnTo>
                  <a:lnTo>
                    <a:pt x="947801" y="205740"/>
                  </a:lnTo>
                  <a:lnTo>
                    <a:pt x="2150872" y="205740"/>
                  </a:lnTo>
                  <a:lnTo>
                    <a:pt x="2150872" y="200025"/>
                  </a:lnTo>
                  <a:lnTo>
                    <a:pt x="947801" y="200025"/>
                  </a:lnTo>
                  <a:lnTo>
                    <a:pt x="947801" y="148590"/>
                  </a:lnTo>
                  <a:lnTo>
                    <a:pt x="2150872" y="148590"/>
                  </a:lnTo>
                  <a:lnTo>
                    <a:pt x="2150872" y="142875"/>
                  </a:lnTo>
                  <a:lnTo>
                    <a:pt x="947801" y="142875"/>
                  </a:lnTo>
                  <a:lnTo>
                    <a:pt x="947801" y="91440"/>
                  </a:lnTo>
                  <a:lnTo>
                    <a:pt x="2150872" y="91440"/>
                  </a:lnTo>
                  <a:lnTo>
                    <a:pt x="2150872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2103092" y="7439088"/>
              <a:ext cx="111140" cy="173926"/>
            </a:xfrm>
            <a:prstGeom prst="rect">
              <a:avLst/>
            </a:prstGeom>
          </p:spPr>
        </p:pic>
        <p:sp>
          <p:nvSpPr>
            <p:cNvPr id="248" name="object 248"/>
            <p:cNvSpPr/>
            <p:nvPr/>
          </p:nvSpPr>
          <p:spPr>
            <a:xfrm>
              <a:off x="2263914" y="7483294"/>
              <a:ext cx="227329" cy="386080"/>
            </a:xfrm>
            <a:custGeom>
              <a:avLst/>
              <a:gdLst/>
              <a:ahLst/>
              <a:cxnLst/>
              <a:rect l="l" t="t" r="r" b="b"/>
              <a:pathLst>
                <a:path w="227330" h="386079">
                  <a:moveTo>
                    <a:pt x="74295" y="148297"/>
                  </a:moveTo>
                  <a:lnTo>
                    <a:pt x="74104" y="141058"/>
                  </a:lnTo>
                  <a:lnTo>
                    <a:pt x="71526" y="135826"/>
                  </a:lnTo>
                  <a:lnTo>
                    <a:pt x="66573" y="132588"/>
                  </a:lnTo>
                  <a:lnTo>
                    <a:pt x="62001" y="128968"/>
                  </a:lnTo>
                  <a:lnTo>
                    <a:pt x="55524" y="127254"/>
                  </a:lnTo>
                  <a:lnTo>
                    <a:pt x="47142" y="127444"/>
                  </a:lnTo>
                  <a:lnTo>
                    <a:pt x="39217" y="128409"/>
                  </a:lnTo>
                  <a:lnTo>
                    <a:pt x="4635" y="151511"/>
                  </a:lnTo>
                  <a:lnTo>
                    <a:pt x="0" y="165442"/>
                  </a:lnTo>
                  <a:lnTo>
                    <a:pt x="88" y="168592"/>
                  </a:lnTo>
                  <a:lnTo>
                    <a:pt x="0" y="328612"/>
                  </a:lnTo>
                  <a:lnTo>
                    <a:pt x="9994" y="328612"/>
                  </a:lnTo>
                  <a:lnTo>
                    <a:pt x="9994" y="183197"/>
                  </a:lnTo>
                  <a:lnTo>
                    <a:pt x="12001" y="184785"/>
                  </a:lnTo>
                  <a:lnTo>
                    <a:pt x="17907" y="186690"/>
                  </a:lnTo>
                  <a:lnTo>
                    <a:pt x="25146" y="186880"/>
                  </a:lnTo>
                  <a:lnTo>
                    <a:pt x="33629" y="185928"/>
                  </a:lnTo>
                  <a:lnTo>
                    <a:pt x="69646" y="162877"/>
                  </a:lnTo>
                  <a:lnTo>
                    <a:pt x="72847" y="155867"/>
                  </a:lnTo>
                  <a:lnTo>
                    <a:pt x="74295" y="148297"/>
                  </a:lnTo>
                  <a:close/>
                </a:path>
                <a:path w="227330" h="386079">
                  <a:moveTo>
                    <a:pt x="175729" y="18859"/>
                  </a:moveTo>
                  <a:lnTo>
                    <a:pt x="174967" y="15240"/>
                  </a:lnTo>
                  <a:lnTo>
                    <a:pt x="173253" y="11811"/>
                  </a:lnTo>
                  <a:lnTo>
                    <a:pt x="170586" y="8572"/>
                  </a:lnTo>
                  <a:lnTo>
                    <a:pt x="162585" y="0"/>
                  </a:lnTo>
                  <a:lnTo>
                    <a:pt x="158584" y="0"/>
                  </a:lnTo>
                  <a:lnTo>
                    <a:pt x="161442" y="2857"/>
                  </a:lnTo>
                  <a:lnTo>
                    <a:pt x="163258" y="6477"/>
                  </a:lnTo>
                  <a:lnTo>
                    <a:pt x="149631" y="27813"/>
                  </a:lnTo>
                  <a:lnTo>
                    <a:pt x="146494" y="32575"/>
                  </a:lnTo>
                  <a:lnTo>
                    <a:pt x="145732" y="38290"/>
                  </a:lnTo>
                  <a:lnTo>
                    <a:pt x="146494" y="41910"/>
                  </a:lnTo>
                  <a:lnTo>
                    <a:pt x="148209" y="45339"/>
                  </a:lnTo>
                  <a:lnTo>
                    <a:pt x="150876" y="48577"/>
                  </a:lnTo>
                  <a:lnTo>
                    <a:pt x="158584" y="57150"/>
                  </a:lnTo>
                  <a:lnTo>
                    <a:pt x="161442" y="60007"/>
                  </a:lnTo>
                  <a:lnTo>
                    <a:pt x="163258" y="63627"/>
                  </a:lnTo>
                  <a:lnTo>
                    <a:pt x="149631" y="84963"/>
                  </a:lnTo>
                  <a:lnTo>
                    <a:pt x="146494" y="89725"/>
                  </a:lnTo>
                  <a:lnTo>
                    <a:pt x="145732" y="95440"/>
                  </a:lnTo>
                  <a:lnTo>
                    <a:pt x="146494" y="99060"/>
                  </a:lnTo>
                  <a:lnTo>
                    <a:pt x="148209" y="102489"/>
                  </a:lnTo>
                  <a:lnTo>
                    <a:pt x="150876" y="105727"/>
                  </a:lnTo>
                  <a:lnTo>
                    <a:pt x="158584" y="114300"/>
                  </a:lnTo>
                  <a:lnTo>
                    <a:pt x="161442" y="117157"/>
                  </a:lnTo>
                  <a:lnTo>
                    <a:pt x="163258" y="120777"/>
                  </a:lnTo>
                  <a:lnTo>
                    <a:pt x="149631" y="142113"/>
                  </a:lnTo>
                  <a:lnTo>
                    <a:pt x="146494" y="146875"/>
                  </a:lnTo>
                  <a:lnTo>
                    <a:pt x="145732" y="152590"/>
                  </a:lnTo>
                  <a:lnTo>
                    <a:pt x="146494" y="156210"/>
                  </a:lnTo>
                  <a:lnTo>
                    <a:pt x="148209" y="159639"/>
                  </a:lnTo>
                  <a:lnTo>
                    <a:pt x="150876" y="162877"/>
                  </a:lnTo>
                  <a:lnTo>
                    <a:pt x="158584" y="171450"/>
                  </a:lnTo>
                  <a:lnTo>
                    <a:pt x="161442" y="174307"/>
                  </a:lnTo>
                  <a:lnTo>
                    <a:pt x="163258" y="177927"/>
                  </a:lnTo>
                  <a:lnTo>
                    <a:pt x="149631" y="199263"/>
                  </a:lnTo>
                  <a:lnTo>
                    <a:pt x="146494" y="204025"/>
                  </a:lnTo>
                  <a:lnTo>
                    <a:pt x="145732" y="209740"/>
                  </a:lnTo>
                  <a:lnTo>
                    <a:pt x="146494" y="213360"/>
                  </a:lnTo>
                  <a:lnTo>
                    <a:pt x="148209" y="216789"/>
                  </a:lnTo>
                  <a:lnTo>
                    <a:pt x="150876" y="220027"/>
                  </a:lnTo>
                  <a:lnTo>
                    <a:pt x="158584" y="228600"/>
                  </a:lnTo>
                  <a:lnTo>
                    <a:pt x="162585" y="228600"/>
                  </a:lnTo>
                  <a:lnTo>
                    <a:pt x="159537" y="224599"/>
                  </a:lnTo>
                  <a:lnTo>
                    <a:pt x="157822" y="221068"/>
                  </a:lnTo>
                  <a:lnTo>
                    <a:pt x="157441" y="218020"/>
                  </a:lnTo>
                  <a:lnTo>
                    <a:pt x="158394" y="212877"/>
                  </a:lnTo>
                  <a:lnTo>
                    <a:pt x="161353" y="208495"/>
                  </a:lnTo>
                  <a:lnTo>
                    <a:pt x="166306" y="204876"/>
                  </a:lnTo>
                  <a:lnTo>
                    <a:pt x="171831" y="200685"/>
                  </a:lnTo>
                  <a:lnTo>
                    <a:pt x="174967" y="195834"/>
                  </a:lnTo>
                  <a:lnTo>
                    <a:pt x="175729" y="190309"/>
                  </a:lnTo>
                  <a:lnTo>
                    <a:pt x="174967" y="186690"/>
                  </a:lnTo>
                  <a:lnTo>
                    <a:pt x="173253" y="183261"/>
                  </a:lnTo>
                  <a:lnTo>
                    <a:pt x="170586" y="180022"/>
                  </a:lnTo>
                  <a:lnTo>
                    <a:pt x="162585" y="171450"/>
                  </a:lnTo>
                  <a:lnTo>
                    <a:pt x="159537" y="167449"/>
                  </a:lnTo>
                  <a:lnTo>
                    <a:pt x="157822" y="163918"/>
                  </a:lnTo>
                  <a:lnTo>
                    <a:pt x="157441" y="160870"/>
                  </a:lnTo>
                  <a:lnTo>
                    <a:pt x="158394" y="155727"/>
                  </a:lnTo>
                  <a:lnTo>
                    <a:pt x="161353" y="151345"/>
                  </a:lnTo>
                  <a:lnTo>
                    <a:pt x="166306" y="147726"/>
                  </a:lnTo>
                  <a:lnTo>
                    <a:pt x="171831" y="143535"/>
                  </a:lnTo>
                  <a:lnTo>
                    <a:pt x="174967" y="138684"/>
                  </a:lnTo>
                  <a:lnTo>
                    <a:pt x="175729" y="133159"/>
                  </a:lnTo>
                  <a:lnTo>
                    <a:pt x="174967" y="129540"/>
                  </a:lnTo>
                  <a:lnTo>
                    <a:pt x="173253" y="126111"/>
                  </a:lnTo>
                  <a:lnTo>
                    <a:pt x="170586" y="122872"/>
                  </a:lnTo>
                  <a:lnTo>
                    <a:pt x="162585" y="114300"/>
                  </a:lnTo>
                  <a:lnTo>
                    <a:pt x="159537" y="110299"/>
                  </a:lnTo>
                  <a:lnTo>
                    <a:pt x="157822" y="106768"/>
                  </a:lnTo>
                  <a:lnTo>
                    <a:pt x="157441" y="103720"/>
                  </a:lnTo>
                  <a:lnTo>
                    <a:pt x="158394" y="98577"/>
                  </a:lnTo>
                  <a:lnTo>
                    <a:pt x="161353" y="94195"/>
                  </a:lnTo>
                  <a:lnTo>
                    <a:pt x="166306" y="90576"/>
                  </a:lnTo>
                  <a:lnTo>
                    <a:pt x="171831" y="86385"/>
                  </a:lnTo>
                  <a:lnTo>
                    <a:pt x="174967" y="81534"/>
                  </a:lnTo>
                  <a:lnTo>
                    <a:pt x="175729" y="76009"/>
                  </a:lnTo>
                  <a:lnTo>
                    <a:pt x="174967" y="72390"/>
                  </a:lnTo>
                  <a:lnTo>
                    <a:pt x="173253" y="68961"/>
                  </a:lnTo>
                  <a:lnTo>
                    <a:pt x="170586" y="65722"/>
                  </a:lnTo>
                  <a:lnTo>
                    <a:pt x="162585" y="57150"/>
                  </a:lnTo>
                  <a:lnTo>
                    <a:pt x="159537" y="53149"/>
                  </a:lnTo>
                  <a:lnTo>
                    <a:pt x="157822" y="49618"/>
                  </a:lnTo>
                  <a:lnTo>
                    <a:pt x="157441" y="46570"/>
                  </a:lnTo>
                  <a:lnTo>
                    <a:pt x="158394" y="41427"/>
                  </a:lnTo>
                  <a:lnTo>
                    <a:pt x="161353" y="37045"/>
                  </a:lnTo>
                  <a:lnTo>
                    <a:pt x="166306" y="33426"/>
                  </a:lnTo>
                  <a:lnTo>
                    <a:pt x="171831" y="29235"/>
                  </a:lnTo>
                  <a:lnTo>
                    <a:pt x="174967" y="24384"/>
                  </a:lnTo>
                  <a:lnTo>
                    <a:pt x="175729" y="18859"/>
                  </a:lnTo>
                  <a:close/>
                </a:path>
                <a:path w="227330" h="386079">
                  <a:moveTo>
                    <a:pt x="227164" y="54292"/>
                  </a:moveTo>
                  <a:lnTo>
                    <a:pt x="217170" y="54292"/>
                  </a:lnTo>
                  <a:lnTo>
                    <a:pt x="217170" y="385762"/>
                  </a:lnTo>
                  <a:lnTo>
                    <a:pt x="227164" y="385762"/>
                  </a:lnTo>
                  <a:lnTo>
                    <a:pt x="227164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9" name="object 249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2481086" y="7496238"/>
              <a:ext cx="74294" cy="116776"/>
            </a:xfrm>
            <a:prstGeom prst="rect">
              <a:avLst/>
            </a:prstGeom>
          </p:spPr>
        </p:pic>
        <p:sp>
          <p:nvSpPr>
            <p:cNvPr id="250" name="object 250"/>
            <p:cNvSpPr/>
            <p:nvPr/>
          </p:nvSpPr>
          <p:spPr>
            <a:xfrm>
              <a:off x="2119604" y="7354706"/>
              <a:ext cx="2541905" cy="514350"/>
            </a:xfrm>
            <a:custGeom>
              <a:avLst/>
              <a:gdLst/>
              <a:ahLst/>
              <a:cxnLst/>
              <a:rect l="l" t="t" r="r" b="b"/>
              <a:pathLst>
                <a:path w="2541904" h="514350">
                  <a:moveTo>
                    <a:pt x="144310" y="428066"/>
                  </a:moveTo>
                  <a:lnTo>
                    <a:pt x="0" y="399491"/>
                  </a:lnTo>
                  <a:lnTo>
                    <a:pt x="0" y="428625"/>
                  </a:lnTo>
                  <a:lnTo>
                    <a:pt x="144310" y="457200"/>
                  </a:lnTo>
                  <a:lnTo>
                    <a:pt x="144310" y="428066"/>
                  </a:lnTo>
                  <a:close/>
                </a:path>
                <a:path w="2541904" h="514350">
                  <a:moveTo>
                    <a:pt x="435775" y="305460"/>
                  </a:moveTo>
                  <a:lnTo>
                    <a:pt x="435584" y="298221"/>
                  </a:lnTo>
                  <a:lnTo>
                    <a:pt x="433006" y="292989"/>
                  </a:lnTo>
                  <a:lnTo>
                    <a:pt x="428053" y="289750"/>
                  </a:lnTo>
                  <a:lnTo>
                    <a:pt x="423481" y="286131"/>
                  </a:lnTo>
                  <a:lnTo>
                    <a:pt x="417004" y="284416"/>
                  </a:lnTo>
                  <a:lnTo>
                    <a:pt x="408622" y="284607"/>
                  </a:lnTo>
                  <a:lnTo>
                    <a:pt x="400697" y="285572"/>
                  </a:lnTo>
                  <a:lnTo>
                    <a:pt x="366115" y="308673"/>
                  </a:lnTo>
                  <a:lnTo>
                    <a:pt x="361480" y="322605"/>
                  </a:lnTo>
                  <a:lnTo>
                    <a:pt x="361670" y="329082"/>
                  </a:lnTo>
                  <a:lnTo>
                    <a:pt x="386626" y="344043"/>
                  </a:lnTo>
                  <a:lnTo>
                    <a:pt x="395109" y="343090"/>
                  </a:lnTo>
                  <a:lnTo>
                    <a:pt x="431126" y="320040"/>
                  </a:lnTo>
                  <a:lnTo>
                    <a:pt x="434327" y="313029"/>
                  </a:lnTo>
                  <a:lnTo>
                    <a:pt x="435775" y="305460"/>
                  </a:lnTo>
                  <a:close/>
                </a:path>
                <a:path w="2541904" h="514350">
                  <a:moveTo>
                    <a:pt x="580072" y="276885"/>
                  </a:moveTo>
                  <a:lnTo>
                    <a:pt x="579882" y="269646"/>
                  </a:lnTo>
                  <a:lnTo>
                    <a:pt x="577316" y="264414"/>
                  </a:lnTo>
                  <a:lnTo>
                    <a:pt x="572363" y="261175"/>
                  </a:lnTo>
                  <a:lnTo>
                    <a:pt x="567791" y="257556"/>
                  </a:lnTo>
                  <a:lnTo>
                    <a:pt x="561314" y="255841"/>
                  </a:lnTo>
                  <a:lnTo>
                    <a:pt x="552932" y="256032"/>
                  </a:lnTo>
                  <a:lnTo>
                    <a:pt x="544995" y="256997"/>
                  </a:lnTo>
                  <a:lnTo>
                    <a:pt x="510425" y="280098"/>
                  </a:lnTo>
                  <a:lnTo>
                    <a:pt x="505777" y="294030"/>
                  </a:lnTo>
                  <a:lnTo>
                    <a:pt x="505866" y="297180"/>
                  </a:lnTo>
                  <a:lnTo>
                    <a:pt x="505777" y="471347"/>
                  </a:lnTo>
                  <a:lnTo>
                    <a:pt x="361480" y="485635"/>
                  </a:lnTo>
                  <a:lnTo>
                    <a:pt x="361480" y="514350"/>
                  </a:lnTo>
                  <a:lnTo>
                    <a:pt x="505777" y="500062"/>
                  </a:lnTo>
                  <a:lnTo>
                    <a:pt x="515785" y="500062"/>
                  </a:lnTo>
                  <a:lnTo>
                    <a:pt x="515785" y="311797"/>
                  </a:lnTo>
                  <a:lnTo>
                    <a:pt x="517779" y="313372"/>
                  </a:lnTo>
                  <a:lnTo>
                    <a:pt x="523684" y="315277"/>
                  </a:lnTo>
                  <a:lnTo>
                    <a:pt x="530923" y="315468"/>
                  </a:lnTo>
                  <a:lnTo>
                    <a:pt x="539407" y="314515"/>
                  </a:lnTo>
                  <a:lnTo>
                    <a:pt x="575437" y="291465"/>
                  </a:lnTo>
                  <a:lnTo>
                    <a:pt x="578624" y="284454"/>
                  </a:lnTo>
                  <a:lnTo>
                    <a:pt x="580072" y="276885"/>
                  </a:lnTo>
                  <a:close/>
                </a:path>
                <a:path w="2541904" h="514350">
                  <a:moveTo>
                    <a:pt x="681520" y="204597"/>
                  </a:moveTo>
                  <a:lnTo>
                    <a:pt x="680758" y="200977"/>
                  </a:lnTo>
                  <a:lnTo>
                    <a:pt x="679043" y="197548"/>
                  </a:lnTo>
                  <a:lnTo>
                    <a:pt x="676376" y="194310"/>
                  </a:lnTo>
                  <a:lnTo>
                    <a:pt x="668375" y="185737"/>
                  </a:lnTo>
                  <a:lnTo>
                    <a:pt x="664375" y="185737"/>
                  </a:lnTo>
                  <a:lnTo>
                    <a:pt x="667232" y="188595"/>
                  </a:lnTo>
                  <a:lnTo>
                    <a:pt x="669036" y="192214"/>
                  </a:lnTo>
                  <a:lnTo>
                    <a:pt x="655421" y="213550"/>
                  </a:lnTo>
                  <a:lnTo>
                    <a:pt x="652272" y="218313"/>
                  </a:lnTo>
                  <a:lnTo>
                    <a:pt x="651510" y="224028"/>
                  </a:lnTo>
                  <a:lnTo>
                    <a:pt x="652272" y="227647"/>
                  </a:lnTo>
                  <a:lnTo>
                    <a:pt x="653986" y="231076"/>
                  </a:lnTo>
                  <a:lnTo>
                    <a:pt x="656653" y="234315"/>
                  </a:lnTo>
                  <a:lnTo>
                    <a:pt x="664375" y="242887"/>
                  </a:lnTo>
                  <a:lnTo>
                    <a:pt x="667232" y="245745"/>
                  </a:lnTo>
                  <a:lnTo>
                    <a:pt x="669036" y="249364"/>
                  </a:lnTo>
                  <a:lnTo>
                    <a:pt x="655421" y="270700"/>
                  </a:lnTo>
                  <a:lnTo>
                    <a:pt x="652272" y="275463"/>
                  </a:lnTo>
                  <a:lnTo>
                    <a:pt x="651510" y="281178"/>
                  </a:lnTo>
                  <a:lnTo>
                    <a:pt x="652272" y="284797"/>
                  </a:lnTo>
                  <a:lnTo>
                    <a:pt x="653986" y="288226"/>
                  </a:lnTo>
                  <a:lnTo>
                    <a:pt x="656653" y="291465"/>
                  </a:lnTo>
                  <a:lnTo>
                    <a:pt x="664375" y="300037"/>
                  </a:lnTo>
                  <a:lnTo>
                    <a:pt x="667232" y="302895"/>
                  </a:lnTo>
                  <a:lnTo>
                    <a:pt x="669036" y="306514"/>
                  </a:lnTo>
                  <a:lnTo>
                    <a:pt x="655421" y="327850"/>
                  </a:lnTo>
                  <a:lnTo>
                    <a:pt x="652272" y="332613"/>
                  </a:lnTo>
                  <a:lnTo>
                    <a:pt x="651510" y="338328"/>
                  </a:lnTo>
                  <a:lnTo>
                    <a:pt x="652272" y="341947"/>
                  </a:lnTo>
                  <a:lnTo>
                    <a:pt x="653986" y="345376"/>
                  </a:lnTo>
                  <a:lnTo>
                    <a:pt x="656653" y="348615"/>
                  </a:lnTo>
                  <a:lnTo>
                    <a:pt x="664375" y="357187"/>
                  </a:lnTo>
                  <a:lnTo>
                    <a:pt x="667232" y="360045"/>
                  </a:lnTo>
                  <a:lnTo>
                    <a:pt x="669036" y="363664"/>
                  </a:lnTo>
                  <a:lnTo>
                    <a:pt x="655421" y="385000"/>
                  </a:lnTo>
                  <a:lnTo>
                    <a:pt x="652272" y="389763"/>
                  </a:lnTo>
                  <a:lnTo>
                    <a:pt x="651510" y="395478"/>
                  </a:lnTo>
                  <a:lnTo>
                    <a:pt x="652272" y="399097"/>
                  </a:lnTo>
                  <a:lnTo>
                    <a:pt x="653986" y="402526"/>
                  </a:lnTo>
                  <a:lnTo>
                    <a:pt x="656653" y="405765"/>
                  </a:lnTo>
                  <a:lnTo>
                    <a:pt x="664375" y="414337"/>
                  </a:lnTo>
                  <a:lnTo>
                    <a:pt x="667232" y="417195"/>
                  </a:lnTo>
                  <a:lnTo>
                    <a:pt x="669036" y="420814"/>
                  </a:lnTo>
                  <a:lnTo>
                    <a:pt x="655421" y="442150"/>
                  </a:lnTo>
                  <a:lnTo>
                    <a:pt x="652272" y="446913"/>
                  </a:lnTo>
                  <a:lnTo>
                    <a:pt x="651510" y="452628"/>
                  </a:lnTo>
                  <a:lnTo>
                    <a:pt x="652272" y="456247"/>
                  </a:lnTo>
                  <a:lnTo>
                    <a:pt x="653986" y="459676"/>
                  </a:lnTo>
                  <a:lnTo>
                    <a:pt x="656653" y="462915"/>
                  </a:lnTo>
                  <a:lnTo>
                    <a:pt x="664375" y="471487"/>
                  </a:lnTo>
                  <a:lnTo>
                    <a:pt x="668375" y="471487"/>
                  </a:lnTo>
                  <a:lnTo>
                    <a:pt x="665327" y="467487"/>
                  </a:lnTo>
                  <a:lnTo>
                    <a:pt x="663613" y="463956"/>
                  </a:lnTo>
                  <a:lnTo>
                    <a:pt x="663232" y="460908"/>
                  </a:lnTo>
                  <a:lnTo>
                    <a:pt x="664184" y="455764"/>
                  </a:lnTo>
                  <a:lnTo>
                    <a:pt x="667131" y="451383"/>
                  </a:lnTo>
                  <a:lnTo>
                    <a:pt x="672084" y="447763"/>
                  </a:lnTo>
                  <a:lnTo>
                    <a:pt x="677608" y="443572"/>
                  </a:lnTo>
                  <a:lnTo>
                    <a:pt x="680758" y="438721"/>
                  </a:lnTo>
                  <a:lnTo>
                    <a:pt x="681520" y="433197"/>
                  </a:lnTo>
                  <a:lnTo>
                    <a:pt x="680758" y="429577"/>
                  </a:lnTo>
                  <a:lnTo>
                    <a:pt x="679043" y="426148"/>
                  </a:lnTo>
                  <a:lnTo>
                    <a:pt x="676376" y="422910"/>
                  </a:lnTo>
                  <a:lnTo>
                    <a:pt x="668375" y="414337"/>
                  </a:lnTo>
                  <a:lnTo>
                    <a:pt x="665327" y="410337"/>
                  </a:lnTo>
                  <a:lnTo>
                    <a:pt x="663613" y="406806"/>
                  </a:lnTo>
                  <a:lnTo>
                    <a:pt x="663232" y="403758"/>
                  </a:lnTo>
                  <a:lnTo>
                    <a:pt x="664184" y="398614"/>
                  </a:lnTo>
                  <a:lnTo>
                    <a:pt x="667131" y="394233"/>
                  </a:lnTo>
                  <a:lnTo>
                    <a:pt x="672084" y="390613"/>
                  </a:lnTo>
                  <a:lnTo>
                    <a:pt x="677608" y="386422"/>
                  </a:lnTo>
                  <a:lnTo>
                    <a:pt x="680758" y="381571"/>
                  </a:lnTo>
                  <a:lnTo>
                    <a:pt x="681520" y="376047"/>
                  </a:lnTo>
                  <a:lnTo>
                    <a:pt x="680758" y="372427"/>
                  </a:lnTo>
                  <a:lnTo>
                    <a:pt x="679043" y="368998"/>
                  </a:lnTo>
                  <a:lnTo>
                    <a:pt x="676376" y="365760"/>
                  </a:lnTo>
                  <a:lnTo>
                    <a:pt x="668375" y="357187"/>
                  </a:lnTo>
                  <a:lnTo>
                    <a:pt x="665327" y="353187"/>
                  </a:lnTo>
                  <a:lnTo>
                    <a:pt x="663613" y="349656"/>
                  </a:lnTo>
                  <a:lnTo>
                    <a:pt x="663232" y="346608"/>
                  </a:lnTo>
                  <a:lnTo>
                    <a:pt x="664184" y="341464"/>
                  </a:lnTo>
                  <a:lnTo>
                    <a:pt x="667131" y="337083"/>
                  </a:lnTo>
                  <a:lnTo>
                    <a:pt x="672084" y="333463"/>
                  </a:lnTo>
                  <a:lnTo>
                    <a:pt x="677608" y="329272"/>
                  </a:lnTo>
                  <a:lnTo>
                    <a:pt x="680758" y="324421"/>
                  </a:lnTo>
                  <a:lnTo>
                    <a:pt x="681520" y="318897"/>
                  </a:lnTo>
                  <a:lnTo>
                    <a:pt x="680758" y="315277"/>
                  </a:lnTo>
                  <a:lnTo>
                    <a:pt x="679043" y="311848"/>
                  </a:lnTo>
                  <a:lnTo>
                    <a:pt x="676376" y="308610"/>
                  </a:lnTo>
                  <a:lnTo>
                    <a:pt x="668375" y="300037"/>
                  </a:lnTo>
                  <a:lnTo>
                    <a:pt x="665327" y="296037"/>
                  </a:lnTo>
                  <a:lnTo>
                    <a:pt x="663613" y="292506"/>
                  </a:lnTo>
                  <a:lnTo>
                    <a:pt x="663232" y="289458"/>
                  </a:lnTo>
                  <a:lnTo>
                    <a:pt x="664184" y="284314"/>
                  </a:lnTo>
                  <a:lnTo>
                    <a:pt x="667131" y="279933"/>
                  </a:lnTo>
                  <a:lnTo>
                    <a:pt x="672084" y="276313"/>
                  </a:lnTo>
                  <a:lnTo>
                    <a:pt x="677608" y="272122"/>
                  </a:lnTo>
                  <a:lnTo>
                    <a:pt x="680758" y="267271"/>
                  </a:lnTo>
                  <a:lnTo>
                    <a:pt x="681520" y="261747"/>
                  </a:lnTo>
                  <a:lnTo>
                    <a:pt x="680758" y="258127"/>
                  </a:lnTo>
                  <a:lnTo>
                    <a:pt x="679043" y="254698"/>
                  </a:lnTo>
                  <a:lnTo>
                    <a:pt x="676376" y="251460"/>
                  </a:lnTo>
                  <a:lnTo>
                    <a:pt x="668375" y="242887"/>
                  </a:lnTo>
                  <a:lnTo>
                    <a:pt x="665327" y="238887"/>
                  </a:lnTo>
                  <a:lnTo>
                    <a:pt x="663613" y="235356"/>
                  </a:lnTo>
                  <a:lnTo>
                    <a:pt x="663232" y="232308"/>
                  </a:lnTo>
                  <a:lnTo>
                    <a:pt x="664184" y="227164"/>
                  </a:lnTo>
                  <a:lnTo>
                    <a:pt x="667131" y="222783"/>
                  </a:lnTo>
                  <a:lnTo>
                    <a:pt x="672084" y="219163"/>
                  </a:lnTo>
                  <a:lnTo>
                    <a:pt x="677608" y="214972"/>
                  </a:lnTo>
                  <a:lnTo>
                    <a:pt x="680758" y="210121"/>
                  </a:lnTo>
                  <a:lnTo>
                    <a:pt x="681520" y="204597"/>
                  </a:lnTo>
                  <a:close/>
                </a:path>
                <a:path w="2541904" h="514350">
                  <a:moveTo>
                    <a:pt x="797242" y="219735"/>
                  </a:moveTo>
                  <a:lnTo>
                    <a:pt x="797052" y="212496"/>
                  </a:lnTo>
                  <a:lnTo>
                    <a:pt x="796963" y="212318"/>
                  </a:lnTo>
                  <a:lnTo>
                    <a:pt x="796963" y="28575"/>
                  </a:lnTo>
                  <a:lnTo>
                    <a:pt x="786955" y="28575"/>
                  </a:lnTo>
                  <a:lnTo>
                    <a:pt x="786955" y="201993"/>
                  </a:lnTo>
                  <a:lnTo>
                    <a:pt x="784961" y="200406"/>
                  </a:lnTo>
                  <a:lnTo>
                    <a:pt x="778484" y="198691"/>
                  </a:lnTo>
                  <a:lnTo>
                    <a:pt x="770102" y="198882"/>
                  </a:lnTo>
                  <a:lnTo>
                    <a:pt x="762165" y="199847"/>
                  </a:lnTo>
                  <a:lnTo>
                    <a:pt x="727595" y="222948"/>
                  </a:lnTo>
                  <a:lnTo>
                    <a:pt x="722947" y="236880"/>
                  </a:lnTo>
                  <a:lnTo>
                    <a:pt x="723138" y="243357"/>
                  </a:lnTo>
                  <a:lnTo>
                    <a:pt x="748093" y="258318"/>
                  </a:lnTo>
                  <a:lnTo>
                    <a:pt x="756577" y="257365"/>
                  </a:lnTo>
                  <a:lnTo>
                    <a:pt x="764882" y="255104"/>
                  </a:lnTo>
                  <a:lnTo>
                    <a:pt x="773010" y="251510"/>
                  </a:lnTo>
                  <a:lnTo>
                    <a:pt x="780961" y="246595"/>
                  </a:lnTo>
                  <a:lnTo>
                    <a:pt x="786955" y="241363"/>
                  </a:lnTo>
                  <a:lnTo>
                    <a:pt x="786955" y="287718"/>
                  </a:lnTo>
                  <a:lnTo>
                    <a:pt x="784961" y="286131"/>
                  </a:lnTo>
                  <a:lnTo>
                    <a:pt x="778484" y="284416"/>
                  </a:lnTo>
                  <a:lnTo>
                    <a:pt x="770102" y="284607"/>
                  </a:lnTo>
                  <a:lnTo>
                    <a:pt x="732548" y="302412"/>
                  </a:lnTo>
                  <a:lnTo>
                    <a:pt x="722947" y="322605"/>
                  </a:lnTo>
                  <a:lnTo>
                    <a:pt x="723138" y="329082"/>
                  </a:lnTo>
                  <a:lnTo>
                    <a:pt x="748093" y="344043"/>
                  </a:lnTo>
                  <a:lnTo>
                    <a:pt x="756577" y="343090"/>
                  </a:lnTo>
                  <a:lnTo>
                    <a:pt x="764882" y="340829"/>
                  </a:lnTo>
                  <a:lnTo>
                    <a:pt x="773010" y="337235"/>
                  </a:lnTo>
                  <a:lnTo>
                    <a:pt x="780961" y="332320"/>
                  </a:lnTo>
                  <a:lnTo>
                    <a:pt x="786955" y="327088"/>
                  </a:lnTo>
                  <a:lnTo>
                    <a:pt x="786955" y="402018"/>
                  </a:lnTo>
                  <a:lnTo>
                    <a:pt x="784961" y="400431"/>
                  </a:lnTo>
                  <a:lnTo>
                    <a:pt x="778484" y="398716"/>
                  </a:lnTo>
                  <a:lnTo>
                    <a:pt x="770102" y="398907"/>
                  </a:lnTo>
                  <a:lnTo>
                    <a:pt x="732548" y="416712"/>
                  </a:lnTo>
                  <a:lnTo>
                    <a:pt x="722947" y="436905"/>
                  </a:lnTo>
                  <a:lnTo>
                    <a:pt x="723138" y="443382"/>
                  </a:lnTo>
                  <a:lnTo>
                    <a:pt x="748093" y="458343"/>
                  </a:lnTo>
                  <a:lnTo>
                    <a:pt x="756577" y="457390"/>
                  </a:lnTo>
                  <a:lnTo>
                    <a:pt x="792607" y="434340"/>
                  </a:lnTo>
                  <a:lnTo>
                    <a:pt x="797242" y="419760"/>
                  </a:lnTo>
                  <a:lnTo>
                    <a:pt x="797052" y="412521"/>
                  </a:lnTo>
                  <a:lnTo>
                    <a:pt x="796963" y="412343"/>
                  </a:lnTo>
                  <a:lnTo>
                    <a:pt x="796963" y="306933"/>
                  </a:lnTo>
                  <a:lnTo>
                    <a:pt x="797242" y="305460"/>
                  </a:lnTo>
                  <a:lnTo>
                    <a:pt x="797052" y="298221"/>
                  </a:lnTo>
                  <a:lnTo>
                    <a:pt x="796963" y="298043"/>
                  </a:lnTo>
                  <a:lnTo>
                    <a:pt x="796963" y="221208"/>
                  </a:lnTo>
                  <a:lnTo>
                    <a:pt x="797242" y="219735"/>
                  </a:lnTo>
                  <a:close/>
                </a:path>
                <a:path w="2541904" h="514350">
                  <a:moveTo>
                    <a:pt x="967994" y="191160"/>
                  </a:moveTo>
                  <a:lnTo>
                    <a:pt x="967803" y="183921"/>
                  </a:lnTo>
                  <a:lnTo>
                    <a:pt x="967701" y="183718"/>
                  </a:lnTo>
                  <a:lnTo>
                    <a:pt x="967701" y="0"/>
                  </a:lnTo>
                  <a:lnTo>
                    <a:pt x="957707" y="0"/>
                  </a:lnTo>
                  <a:lnTo>
                    <a:pt x="957707" y="173431"/>
                  </a:lnTo>
                  <a:lnTo>
                    <a:pt x="955700" y="171831"/>
                  </a:lnTo>
                  <a:lnTo>
                    <a:pt x="949223" y="170116"/>
                  </a:lnTo>
                  <a:lnTo>
                    <a:pt x="940841" y="170307"/>
                  </a:lnTo>
                  <a:lnTo>
                    <a:pt x="932916" y="171272"/>
                  </a:lnTo>
                  <a:lnTo>
                    <a:pt x="898347" y="194373"/>
                  </a:lnTo>
                  <a:lnTo>
                    <a:pt x="893699" y="208305"/>
                  </a:lnTo>
                  <a:lnTo>
                    <a:pt x="893889" y="214782"/>
                  </a:lnTo>
                  <a:lnTo>
                    <a:pt x="918845" y="229743"/>
                  </a:lnTo>
                  <a:lnTo>
                    <a:pt x="927328" y="228790"/>
                  </a:lnTo>
                  <a:lnTo>
                    <a:pt x="935634" y="226529"/>
                  </a:lnTo>
                  <a:lnTo>
                    <a:pt x="943762" y="222935"/>
                  </a:lnTo>
                  <a:lnTo>
                    <a:pt x="951699" y="218020"/>
                  </a:lnTo>
                  <a:lnTo>
                    <a:pt x="957707" y="212788"/>
                  </a:lnTo>
                  <a:lnTo>
                    <a:pt x="957707" y="373456"/>
                  </a:lnTo>
                  <a:lnTo>
                    <a:pt x="955700" y="371856"/>
                  </a:lnTo>
                  <a:lnTo>
                    <a:pt x="949223" y="370141"/>
                  </a:lnTo>
                  <a:lnTo>
                    <a:pt x="940841" y="370332"/>
                  </a:lnTo>
                  <a:lnTo>
                    <a:pt x="903287" y="388137"/>
                  </a:lnTo>
                  <a:lnTo>
                    <a:pt x="893699" y="408330"/>
                  </a:lnTo>
                  <a:lnTo>
                    <a:pt x="893889" y="414807"/>
                  </a:lnTo>
                  <a:lnTo>
                    <a:pt x="918845" y="429768"/>
                  </a:lnTo>
                  <a:lnTo>
                    <a:pt x="927328" y="428815"/>
                  </a:lnTo>
                  <a:lnTo>
                    <a:pt x="963345" y="405765"/>
                  </a:lnTo>
                  <a:lnTo>
                    <a:pt x="967994" y="391185"/>
                  </a:lnTo>
                  <a:lnTo>
                    <a:pt x="967803" y="383946"/>
                  </a:lnTo>
                  <a:lnTo>
                    <a:pt x="967701" y="383743"/>
                  </a:lnTo>
                  <a:lnTo>
                    <a:pt x="967701" y="192697"/>
                  </a:lnTo>
                  <a:lnTo>
                    <a:pt x="967994" y="191160"/>
                  </a:lnTo>
                  <a:close/>
                </a:path>
                <a:path w="2541904" h="514350">
                  <a:moveTo>
                    <a:pt x="1120711" y="219735"/>
                  </a:moveTo>
                  <a:lnTo>
                    <a:pt x="1120521" y="212496"/>
                  </a:lnTo>
                  <a:lnTo>
                    <a:pt x="1120419" y="212293"/>
                  </a:lnTo>
                  <a:lnTo>
                    <a:pt x="1120419" y="28575"/>
                  </a:lnTo>
                  <a:lnTo>
                    <a:pt x="1110424" y="28575"/>
                  </a:lnTo>
                  <a:lnTo>
                    <a:pt x="1110424" y="202006"/>
                  </a:lnTo>
                  <a:lnTo>
                    <a:pt x="1108417" y="200406"/>
                  </a:lnTo>
                  <a:lnTo>
                    <a:pt x="1101940" y="198691"/>
                  </a:lnTo>
                  <a:lnTo>
                    <a:pt x="1093558" y="198882"/>
                  </a:lnTo>
                  <a:lnTo>
                    <a:pt x="1085634" y="199847"/>
                  </a:lnTo>
                  <a:lnTo>
                    <a:pt x="1051052" y="222948"/>
                  </a:lnTo>
                  <a:lnTo>
                    <a:pt x="1046416" y="236880"/>
                  </a:lnTo>
                  <a:lnTo>
                    <a:pt x="1046607" y="243357"/>
                  </a:lnTo>
                  <a:lnTo>
                    <a:pt x="1071562" y="258318"/>
                  </a:lnTo>
                  <a:lnTo>
                    <a:pt x="1080046" y="257365"/>
                  </a:lnTo>
                  <a:lnTo>
                    <a:pt x="1088351" y="255104"/>
                  </a:lnTo>
                  <a:lnTo>
                    <a:pt x="1096479" y="251510"/>
                  </a:lnTo>
                  <a:lnTo>
                    <a:pt x="1104417" y="246595"/>
                  </a:lnTo>
                  <a:lnTo>
                    <a:pt x="1110424" y="241363"/>
                  </a:lnTo>
                  <a:lnTo>
                    <a:pt x="1110424" y="402031"/>
                  </a:lnTo>
                  <a:lnTo>
                    <a:pt x="1108417" y="400431"/>
                  </a:lnTo>
                  <a:lnTo>
                    <a:pt x="1101940" y="398716"/>
                  </a:lnTo>
                  <a:lnTo>
                    <a:pt x="1093558" y="398907"/>
                  </a:lnTo>
                  <a:lnTo>
                    <a:pt x="1056005" y="416712"/>
                  </a:lnTo>
                  <a:lnTo>
                    <a:pt x="1046416" y="436905"/>
                  </a:lnTo>
                  <a:lnTo>
                    <a:pt x="1046607" y="443382"/>
                  </a:lnTo>
                  <a:lnTo>
                    <a:pt x="1071562" y="458343"/>
                  </a:lnTo>
                  <a:lnTo>
                    <a:pt x="1080046" y="457390"/>
                  </a:lnTo>
                  <a:lnTo>
                    <a:pt x="1116063" y="434340"/>
                  </a:lnTo>
                  <a:lnTo>
                    <a:pt x="1120711" y="419760"/>
                  </a:lnTo>
                  <a:lnTo>
                    <a:pt x="1120521" y="412521"/>
                  </a:lnTo>
                  <a:lnTo>
                    <a:pt x="1120419" y="412318"/>
                  </a:lnTo>
                  <a:lnTo>
                    <a:pt x="1120419" y="221272"/>
                  </a:lnTo>
                  <a:lnTo>
                    <a:pt x="1120711" y="219735"/>
                  </a:lnTo>
                  <a:close/>
                </a:path>
                <a:path w="2541904" h="514350">
                  <a:moveTo>
                    <a:pt x="2541524" y="171450"/>
                  </a:moveTo>
                  <a:lnTo>
                    <a:pt x="1485519" y="171450"/>
                  </a:lnTo>
                  <a:lnTo>
                    <a:pt x="1485519" y="57150"/>
                  </a:lnTo>
                  <a:lnTo>
                    <a:pt x="1475511" y="57150"/>
                  </a:lnTo>
                  <a:lnTo>
                    <a:pt x="1475511" y="400050"/>
                  </a:lnTo>
                  <a:lnTo>
                    <a:pt x="1472069" y="400050"/>
                  </a:lnTo>
                  <a:lnTo>
                    <a:pt x="1467040" y="398716"/>
                  </a:lnTo>
                  <a:lnTo>
                    <a:pt x="1458658" y="398907"/>
                  </a:lnTo>
                  <a:lnTo>
                    <a:pt x="1450721" y="399872"/>
                  </a:lnTo>
                  <a:lnTo>
                    <a:pt x="1450111" y="400050"/>
                  </a:lnTo>
                  <a:lnTo>
                    <a:pt x="1356931" y="400050"/>
                  </a:lnTo>
                  <a:lnTo>
                    <a:pt x="1353883" y="396049"/>
                  </a:lnTo>
                  <a:lnTo>
                    <a:pt x="1352169" y="392518"/>
                  </a:lnTo>
                  <a:lnTo>
                    <a:pt x="1351788" y="389470"/>
                  </a:lnTo>
                  <a:lnTo>
                    <a:pt x="1352740" y="384327"/>
                  </a:lnTo>
                  <a:lnTo>
                    <a:pt x="1355686" y="379945"/>
                  </a:lnTo>
                  <a:lnTo>
                    <a:pt x="1360639" y="376326"/>
                  </a:lnTo>
                  <a:lnTo>
                    <a:pt x="1366164" y="372135"/>
                  </a:lnTo>
                  <a:lnTo>
                    <a:pt x="1369314" y="367284"/>
                  </a:lnTo>
                  <a:lnTo>
                    <a:pt x="1370076" y="361759"/>
                  </a:lnTo>
                  <a:lnTo>
                    <a:pt x="1369314" y="358140"/>
                  </a:lnTo>
                  <a:lnTo>
                    <a:pt x="1367599" y="354711"/>
                  </a:lnTo>
                  <a:lnTo>
                    <a:pt x="1364932" y="351472"/>
                  </a:lnTo>
                  <a:lnTo>
                    <a:pt x="1362265" y="348615"/>
                  </a:lnTo>
                  <a:lnTo>
                    <a:pt x="1412011" y="348615"/>
                  </a:lnTo>
                  <a:lnTo>
                    <a:pt x="1411503" y="351180"/>
                  </a:lnTo>
                  <a:lnTo>
                    <a:pt x="1411693" y="357657"/>
                  </a:lnTo>
                  <a:lnTo>
                    <a:pt x="1414170" y="362902"/>
                  </a:lnTo>
                  <a:lnTo>
                    <a:pt x="1418932" y="366903"/>
                  </a:lnTo>
                  <a:lnTo>
                    <a:pt x="1423504" y="370522"/>
                  </a:lnTo>
                  <a:lnTo>
                    <a:pt x="1429410" y="372427"/>
                  </a:lnTo>
                  <a:lnTo>
                    <a:pt x="1436649" y="372618"/>
                  </a:lnTo>
                  <a:lnTo>
                    <a:pt x="1445133" y="371665"/>
                  </a:lnTo>
                  <a:lnTo>
                    <a:pt x="1453438" y="369404"/>
                  </a:lnTo>
                  <a:lnTo>
                    <a:pt x="1461566" y="365810"/>
                  </a:lnTo>
                  <a:lnTo>
                    <a:pt x="1469517" y="360895"/>
                  </a:lnTo>
                  <a:lnTo>
                    <a:pt x="1475511" y="355663"/>
                  </a:lnTo>
                  <a:lnTo>
                    <a:pt x="1475511" y="316293"/>
                  </a:lnTo>
                  <a:lnTo>
                    <a:pt x="1473517" y="314706"/>
                  </a:lnTo>
                  <a:lnTo>
                    <a:pt x="1467040" y="312991"/>
                  </a:lnTo>
                  <a:lnTo>
                    <a:pt x="1458658" y="313182"/>
                  </a:lnTo>
                  <a:lnTo>
                    <a:pt x="1421091" y="330987"/>
                  </a:lnTo>
                  <a:lnTo>
                    <a:pt x="1413459" y="342900"/>
                  </a:lnTo>
                  <a:lnTo>
                    <a:pt x="1358353" y="342900"/>
                  </a:lnTo>
                  <a:lnTo>
                    <a:pt x="1358353" y="353758"/>
                  </a:lnTo>
                  <a:lnTo>
                    <a:pt x="1357401" y="358711"/>
                  </a:lnTo>
                  <a:lnTo>
                    <a:pt x="1354455" y="363093"/>
                  </a:lnTo>
                  <a:lnTo>
                    <a:pt x="1349502" y="366903"/>
                  </a:lnTo>
                  <a:lnTo>
                    <a:pt x="1343977" y="370713"/>
                  </a:lnTo>
                  <a:lnTo>
                    <a:pt x="1340827" y="375475"/>
                  </a:lnTo>
                  <a:lnTo>
                    <a:pt x="1340065" y="381190"/>
                  </a:lnTo>
                  <a:lnTo>
                    <a:pt x="1340827" y="384810"/>
                  </a:lnTo>
                  <a:lnTo>
                    <a:pt x="1342542" y="388239"/>
                  </a:lnTo>
                  <a:lnTo>
                    <a:pt x="1345209" y="391477"/>
                  </a:lnTo>
                  <a:lnTo>
                    <a:pt x="1352931" y="400050"/>
                  </a:lnTo>
                  <a:lnTo>
                    <a:pt x="1225765" y="400050"/>
                  </a:lnTo>
                  <a:lnTo>
                    <a:pt x="1225765" y="348615"/>
                  </a:lnTo>
                  <a:lnTo>
                    <a:pt x="1357210" y="348615"/>
                  </a:lnTo>
                  <a:lnTo>
                    <a:pt x="1357591" y="349377"/>
                  </a:lnTo>
                  <a:lnTo>
                    <a:pt x="1358353" y="353758"/>
                  </a:lnTo>
                  <a:lnTo>
                    <a:pt x="1358353" y="342900"/>
                  </a:lnTo>
                  <a:lnTo>
                    <a:pt x="1356931" y="342900"/>
                  </a:lnTo>
                  <a:lnTo>
                    <a:pt x="1353883" y="338899"/>
                  </a:lnTo>
                  <a:lnTo>
                    <a:pt x="1352169" y="335368"/>
                  </a:lnTo>
                  <a:lnTo>
                    <a:pt x="1351788" y="332320"/>
                  </a:lnTo>
                  <a:lnTo>
                    <a:pt x="1352740" y="327177"/>
                  </a:lnTo>
                  <a:lnTo>
                    <a:pt x="1355686" y="322795"/>
                  </a:lnTo>
                  <a:lnTo>
                    <a:pt x="1360639" y="319176"/>
                  </a:lnTo>
                  <a:lnTo>
                    <a:pt x="1366164" y="314985"/>
                  </a:lnTo>
                  <a:lnTo>
                    <a:pt x="1369314" y="310134"/>
                  </a:lnTo>
                  <a:lnTo>
                    <a:pt x="1370076" y="304609"/>
                  </a:lnTo>
                  <a:lnTo>
                    <a:pt x="1369314" y="300990"/>
                  </a:lnTo>
                  <a:lnTo>
                    <a:pt x="1367599" y="297561"/>
                  </a:lnTo>
                  <a:lnTo>
                    <a:pt x="1364932" y="294322"/>
                  </a:lnTo>
                  <a:lnTo>
                    <a:pt x="1362265" y="291465"/>
                  </a:lnTo>
                  <a:lnTo>
                    <a:pt x="1475511" y="291465"/>
                  </a:lnTo>
                  <a:lnTo>
                    <a:pt x="1475511" y="285750"/>
                  </a:lnTo>
                  <a:lnTo>
                    <a:pt x="1445831" y="285750"/>
                  </a:lnTo>
                  <a:lnTo>
                    <a:pt x="1453438" y="283679"/>
                  </a:lnTo>
                  <a:lnTo>
                    <a:pt x="1461566" y="280085"/>
                  </a:lnTo>
                  <a:lnTo>
                    <a:pt x="1469517" y="275170"/>
                  </a:lnTo>
                  <a:lnTo>
                    <a:pt x="1475511" y="269938"/>
                  </a:lnTo>
                  <a:lnTo>
                    <a:pt x="1475511" y="228600"/>
                  </a:lnTo>
                  <a:lnTo>
                    <a:pt x="1472069" y="228600"/>
                  </a:lnTo>
                  <a:lnTo>
                    <a:pt x="1467040" y="227266"/>
                  </a:lnTo>
                  <a:lnTo>
                    <a:pt x="1458658" y="227457"/>
                  </a:lnTo>
                  <a:lnTo>
                    <a:pt x="1450721" y="228422"/>
                  </a:lnTo>
                  <a:lnTo>
                    <a:pt x="1450111" y="228600"/>
                  </a:lnTo>
                  <a:lnTo>
                    <a:pt x="1435493" y="228600"/>
                  </a:lnTo>
                  <a:lnTo>
                    <a:pt x="1435493" y="234315"/>
                  </a:lnTo>
                  <a:lnTo>
                    <a:pt x="1435290" y="234416"/>
                  </a:lnTo>
                  <a:lnTo>
                    <a:pt x="1427797" y="239458"/>
                  </a:lnTo>
                  <a:lnTo>
                    <a:pt x="1421091" y="245262"/>
                  </a:lnTo>
                  <a:lnTo>
                    <a:pt x="1416151" y="251523"/>
                  </a:lnTo>
                  <a:lnTo>
                    <a:pt x="1412951" y="258267"/>
                  </a:lnTo>
                  <a:lnTo>
                    <a:pt x="1411503" y="265455"/>
                  </a:lnTo>
                  <a:lnTo>
                    <a:pt x="1411693" y="271932"/>
                  </a:lnTo>
                  <a:lnTo>
                    <a:pt x="1414170" y="277177"/>
                  </a:lnTo>
                  <a:lnTo>
                    <a:pt x="1418932" y="281178"/>
                  </a:lnTo>
                  <a:lnTo>
                    <a:pt x="1423504" y="284797"/>
                  </a:lnTo>
                  <a:lnTo>
                    <a:pt x="1426451" y="285750"/>
                  </a:lnTo>
                  <a:lnTo>
                    <a:pt x="1358353" y="285750"/>
                  </a:lnTo>
                  <a:lnTo>
                    <a:pt x="1358353" y="296608"/>
                  </a:lnTo>
                  <a:lnTo>
                    <a:pt x="1357401" y="301561"/>
                  </a:lnTo>
                  <a:lnTo>
                    <a:pt x="1354455" y="305943"/>
                  </a:lnTo>
                  <a:lnTo>
                    <a:pt x="1349502" y="309753"/>
                  </a:lnTo>
                  <a:lnTo>
                    <a:pt x="1343977" y="313563"/>
                  </a:lnTo>
                  <a:lnTo>
                    <a:pt x="1340827" y="318325"/>
                  </a:lnTo>
                  <a:lnTo>
                    <a:pt x="1340065" y="324040"/>
                  </a:lnTo>
                  <a:lnTo>
                    <a:pt x="1340827" y="327660"/>
                  </a:lnTo>
                  <a:lnTo>
                    <a:pt x="1342542" y="331089"/>
                  </a:lnTo>
                  <a:lnTo>
                    <a:pt x="1345209" y="334327"/>
                  </a:lnTo>
                  <a:lnTo>
                    <a:pt x="1352931" y="342900"/>
                  </a:lnTo>
                  <a:lnTo>
                    <a:pt x="1225765" y="342900"/>
                  </a:lnTo>
                  <a:lnTo>
                    <a:pt x="1225765" y="291465"/>
                  </a:lnTo>
                  <a:lnTo>
                    <a:pt x="1357210" y="291465"/>
                  </a:lnTo>
                  <a:lnTo>
                    <a:pt x="1357591" y="292227"/>
                  </a:lnTo>
                  <a:lnTo>
                    <a:pt x="1358353" y="296608"/>
                  </a:lnTo>
                  <a:lnTo>
                    <a:pt x="1358353" y="285750"/>
                  </a:lnTo>
                  <a:lnTo>
                    <a:pt x="1356931" y="285750"/>
                  </a:lnTo>
                  <a:lnTo>
                    <a:pt x="1353883" y="281749"/>
                  </a:lnTo>
                  <a:lnTo>
                    <a:pt x="1352169" y="278218"/>
                  </a:lnTo>
                  <a:lnTo>
                    <a:pt x="1351788" y="275170"/>
                  </a:lnTo>
                  <a:lnTo>
                    <a:pt x="1352740" y="270027"/>
                  </a:lnTo>
                  <a:lnTo>
                    <a:pt x="1355686" y="265645"/>
                  </a:lnTo>
                  <a:lnTo>
                    <a:pt x="1360639" y="262026"/>
                  </a:lnTo>
                  <a:lnTo>
                    <a:pt x="1366164" y="257835"/>
                  </a:lnTo>
                  <a:lnTo>
                    <a:pt x="1369314" y="252984"/>
                  </a:lnTo>
                  <a:lnTo>
                    <a:pt x="1370076" y="247459"/>
                  </a:lnTo>
                  <a:lnTo>
                    <a:pt x="1369314" y="243840"/>
                  </a:lnTo>
                  <a:lnTo>
                    <a:pt x="1367599" y="240411"/>
                  </a:lnTo>
                  <a:lnTo>
                    <a:pt x="1364932" y="237172"/>
                  </a:lnTo>
                  <a:lnTo>
                    <a:pt x="1362265" y="234315"/>
                  </a:lnTo>
                  <a:lnTo>
                    <a:pt x="1435493" y="234315"/>
                  </a:lnTo>
                  <a:lnTo>
                    <a:pt x="1435493" y="228600"/>
                  </a:lnTo>
                  <a:lnTo>
                    <a:pt x="1358353" y="228600"/>
                  </a:lnTo>
                  <a:lnTo>
                    <a:pt x="1358353" y="239458"/>
                  </a:lnTo>
                  <a:lnTo>
                    <a:pt x="1357401" y="244411"/>
                  </a:lnTo>
                  <a:lnTo>
                    <a:pt x="1354455" y="248793"/>
                  </a:lnTo>
                  <a:lnTo>
                    <a:pt x="1349502" y="252603"/>
                  </a:lnTo>
                  <a:lnTo>
                    <a:pt x="1343977" y="256413"/>
                  </a:lnTo>
                  <a:lnTo>
                    <a:pt x="1340827" y="261175"/>
                  </a:lnTo>
                  <a:lnTo>
                    <a:pt x="1340065" y="266890"/>
                  </a:lnTo>
                  <a:lnTo>
                    <a:pt x="1340827" y="270510"/>
                  </a:lnTo>
                  <a:lnTo>
                    <a:pt x="1342542" y="273939"/>
                  </a:lnTo>
                  <a:lnTo>
                    <a:pt x="1345209" y="277177"/>
                  </a:lnTo>
                  <a:lnTo>
                    <a:pt x="1352931" y="285750"/>
                  </a:lnTo>
                  <a:lnTo>
                    <a:pt x="1225765" y="285750"/>
                  </a:lnTo>
                  <a:lnTo>
                    <a:pt x="1225765" y="234315"/>
                  </a:lnTo>
                  <a:lnTo>
                    <a:pt x="1357210" y="234315"/>
                  </a:lnTo>
                  <a:lnTo>
                    <a:pt x="1357591" y="235077"/>
                  </a:lnTo>
                  <a:lnTo>
                    <a:pt x="1358353" y="239458"/>
                  </a:lnTo>
                  <a:lnTo>
                    <a:pt x="1358353" y="228600"/>
                  </a:lnTo>
                  <a:lnTo>
                    <a:pt x="1356931" y="228600"/>
                  </a:lnTo>
                  <a:lnTo>
                    <a:pt x="1352931" y="228600"/>
                  </a:lnTo>
                  <a:lnTo>
                    <a:pt x="1225765" y="228600"/>
                  </a:lnTo>
                  <a:lnTo>
                    <a:pt x="1225765" y="177165"/>
                  </a:lnTo>
                  <a:lnTo>
                    <a:pt x="1475511" y="177165"/>
                  </a:lnTo>
                  <a:lnTo>
                    <a:pt x="1475511" y="171450"/>
                  </a:lnTo>
                  <a:lnTo>
                    <a:pt x="1213065" y="171450"/>
                  </a:lnTo>
                  <a:lnTo>
                    <a:pt x="1213065" y="177165"/>
                  </a:lnTo>
                  <a:lnTo>
                    <a:pt x="1217193" y="177165"/>
                  </a:lnTo>
                  <a:lnTo>
                    <a:pt x="1217193" y="228600"/>
                  </a:lnTo>
                  <a:lnTo>
                    <a:pt x="1213065" y="228600"/>
                  </a:lnTo>
                  <a:lnTo>
                    <a:pt x="1213065" y="234315"/>
                  </a:lnTo>
                  <a:lnTo>
                    <a:pt x="1217193" y="234315"/>
                  </a:lnTo>
                  <a:lnTo>
                    <a:pt x="1217193" y="285750"/>
                  </a:lnTo>
                  <a:lnTo>
                    <a:pt x="1213065" y="285750"/>
                  </a:lnTo>
                  <a:lnTo>
                    <a:pt x="1213065" y="291465"/>
                  </a:lnTo>
                  <a:lnTo>
                    <a:pt x="1217193" y="291465"/>
                  </a:lnTo>
                  <a:lnTo>
                    <a:pt x="1217193" y="342900"/>
                  </a:lnTo>
                  <a:lnTo>
                    <a:pt x="1213065" y="342900"/>
                  </a:lnTo>
                  <a:lnTo>
                    <a:pt x="1213065" y="348615"/>
                  </a:lnTo>
                  <a:lnTo>
                    <a:pt x="1217193" y="348615"/>
                  </a:lnTo>
                  <a:lnTo>
                    <a:pt x="1217193" y="400050"/>
                  </a:lnTo>
                  <a:lnTo>
                    <a:pt x="1213065" y="400050"/>
                  </a:lnTo>
                  <a:lnTo>
                    <a:pt x="1213065" y="405765"/>
                  </a:lnTo>
                  <a:lnTo>
                    <a:pt x="1217193" y="405765"/>
                  </a:lnTo>
                  <a:lnTo>
                    <a:pt x="1225765" y="405765"/>
                  </a:lnTo>
                  <a:lnTo>
                    <a:pt x="1357210" y="405765"/>
                  </a:lnTo>
                  <a:lnTo>
                    <a:pt x="1357591" y="406527"/>
                  </a:lnTo>
                  <a:lnTo>
                    <a:pt x="1358353" y="410908"/>
                  </a:lnTo>
                  <a:lnTo>
                    <a:pt x="1357401" y="415861"/>
                  </a:lnTo>
                  <a:lnTo>
                    <a:pt x="1354455" y="420243"/>
                  </a:lnTo>
                  <a:lnTo>
                    <a:pt x="1349502" y="424053"/>
                  </a:lnTo>
                  <a:lnTo>
                    <a:pt x="1343977" y="427863"/>
                  </a:lnTo>
                  <a:lnTo>
                    <a:pt x="1340827" y="432625"/>
                  </a:lnTo>
                  <a:lnTo>
                    <a:pt x="1340065" y="438340"/>
                  </a:lnTo>
                  <a:lnTo>
                    <a:pt x="1340827" y="441960"/>
                  </a:lnTo>
                  <a:lnTo>
                    <a:pt x="1342542" y="445389"/>
                  </a:lnTo>
                  <a:lnTo>
                    <a:pt x="1345209" y="448627"/>
                  </a:lnTo>
                  <a:lnTo>
                    <a:pt x="1352931" y="457200"/>
                  </a:lnTo>
                  <a:lnTo>
                    <a:pt x="1356931" y="457200"/>
                  </a:lnTo>
                  <a:lnTo>
                    <a:pt x="1353883" y="453199"/>
                  </a:lnTo>
                  <a:lnTo>
                    <a:pt x="1352169" y="449668"/>
                  </a:lnTo>
                  <a:lnTo>
                    <a:pt x="1351788" y="446620"/>
                  </a:lnTo>
                  <a:lnTo>
                    <a:pt x="1352740" y="441477"/>
                  </a:lnTo>
                  <a:lnTo>
                    <a:pt x="1355686" y="437095"/>
                  </a:lnTo>
                  <a:lnTo>
                    <a:pt x="1360639" y="433476"/>
                  </a:lnTo>
                  <a:lnTo>
                    <a:pt x="1366164" y="429285"/>
                  </a:lnTo>
                  <a:lnTo>
                    <a:pt x="1369314" y="424434"/>
                  </a:lnTo>
                  <a:lnTo>
                    <a:pt x="1370076" y="418909"/>
                  </a:lnTo>
                  <a:lnTo>
                    <a:pt x="1369314" y="415290"/>
                  </a:lnTo>
                  <a:lnTo>
                    <a:pt x="1367599" y="411861"/>
                  </a:lnTo>
                  <a:lnTo>
                    <a:pt x="1364932" y="408622"/>
                  </a:lnTo>
                  <a:lnTo>
                    <a:pt x="1362265" y="405765"/>
                  </a:lnTo>
                  <a:lnTo>
                    <a:pt x="1435493" y="405765"/>
                  </a:lnTo>
                  <a:lnTo>
                    <a:pt x="1411503" y="436905"/>
                  </a:lnTo>
                  <a:lnTo>
                    <a:pt x="1411693" y="443382"/>
                  </a:lnTo>
                  <a:lnTo>
                    <a:pt x="1436649" y="458343"/>
                  </a:lnTo>
                  <a:lnTo>
                    <a:pt x="1445133" y="457390"/>
                  </a:lnTo>
                  <a:lnTo>
                    <a:pt x="1481150" y="434340"/>
                  </a:lnTo>
                  <a:lnTo>
                    <a:pt x="1485798" y="419760"/>
                  </a:lnTo>
                  <a:lnTo>
                    <a:pt x="1485607" y="412521"/>
                  </a:lnTo>
                  <a:lnTo>
                    <a:pt x="1485519" y="412343"/>
                  </a:lnTo>
                  <a:lnTo>
                    <a:pt x="1485519" y="405765"/>
                  </a:lnTo>
                  <a:lnTo>
                    <a:pt x="2541524" y="405765"/>
                  </a:lnTo>
                  <a:lnTo>
                    <a:pt x="2541524" y="400050"/>
                  </a:lnTo>
                  <a:lnTo>
                    <a:pt x="1485519" y="400050"/>
                  </a:lnTo>
                  <a:lnTo>
                    <a:pt x="1485519" y="348615"/>
                  </a:lnTo>
                  <a:lnTo>
                    <a:pt x="2541524" y="348615"/>
                  </a:lnTo>
                  <a:lnTo>
                    <a:pt x="2541524" y="342900"/>
                  </a:lnTo>
                  <a:lnTo>
                    <a:pt x="1485519" y="342900"/>
                  </a:lnTo>
                  <a:lnTo>
                    <a:pt x="1485519" y="335508"/>
                  </a:lnTo>
                  <a:lnTo>
                    <a:pt x="1485798" y="334035"/>
                  </a:lnTo>
                  <a:lnTo>
                    <a:pt x="1485607" y="326796"/>
                  </a:lnTo>
                  <a:lnTo>
                    <a:pt x="1485519" y="326618"/>
                  </a:lnTo>
                  <a:lnTo>
                    <a:pt x="1485519" y="291465"/>
                  </a:lnTo>
                  <a:lnTo>
                    <a:pt x="2541524" y="291465"/>
                  </a:lnTo>
                  <a:lnTo>
                    <a:pt x="2541524" y="285750"/>
                  </a:lnTo>
                  <a:lnTo>
                    <a:pt x="1485519" y="285750"/>
                  </a:lnTo>
                  <a:lnTo>
                    <a:pt x="1485519" y="249783"/>
                  </a:lnTo>
                  <a:lnTo>
                    <a:pt x="1485798" y="248310"/>
                  </a:lnTo>
                  <a:lnTo>
                    <a:pt x="1485607" y="241071"/>
                  </a:lnTo>
                  <a:lnTo>
                    <a:pt x="1485519" y="240893"/>
                  </a:lnTo>
                  <a:lnTo>
                    <a:pt x="1485519" y="234315"/>
                  </a:lnTo>
                  <a:lnTo>
                    <a:pt x="2541524" y="234315"/>
                  </a:lnTo>
                  <a:lnTo>
                    <a:pt x="2541524" y="228600"/>
                  </a:lnTo>
                  <a:lnTo>
                    <a:pt x="1485519" y="228600"/>
                  </a:lnTo>
                  <a:lnTo>
                    <a:pt x="1485519" y="177165"/>
                  </a:lnTo>
                  <a:lnTo>
                    <a:pt x="2541524" y="177165"/>
                  </a:lnTo>
                  <a:lnTo>
                    <a:pt x="2541524" y="171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3625412" y="7783321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29" h="25400">
                  <a:moveTo>
                    <a:pt x="56292" y="24887"/>
                  </a:moveTo>
                  <a:lnTo>
                    <a:pt x="40577" y="23331"/>
                  </a:lnTo>
                  <a:lnTo>
                    <a:pt x="25956" y="18665"/>
                  </a:lnTo>
                  <a:lnTo>
                    <a:pt x="12430" y="10888"/>
                  </a:lnTo>
                  <a:lnTo>
                    <a:pt x="0" y="0"/>
                  </a:lnTo>
                  <a:lnTo>
                    <a:pt x="12430" y="7762"/>
                  </a:lnTo>
                  <a:lnTo>
                    <a:pt x="25956" y="13307"/>
                  </a:lnTo>
                  <a:lnTo>
                    <a:pt x="40577" y="16634"/>
                  </a:lnTo>
                  <a:lnTo>
                    <a:pt x="56292" y="17743"/>
                  </a:lnTo>
                  <a:lnTo>
                    <a:pt x="72008" y="16634"/>
                  </a:lnTo>
                  <a:lnTo>
                    <a:pt x="86628" y="13307"/>
                  </a:lnTo>
                  <a:lnTo>
                    <a:pt x="100154" y="7762"/>
                  </a:lnTo>
                  <a:lnTo>
                    <a:pt x="112585" y="0"/>
                  </a:lnTo>
                  <a:lnTo>
                    <a:pt x="100154" y="10888"/>
                  </a:lnTo>
                  <a:lnTo>
                    <a:pt x="86628" y="18665"/>
                  </a:lnTo>
                  <a:lnTo>
                    <a:pt x="72008" y="23331"/>
                  </a:lnTo>
                  <a:lnTo>
                    <a:pt x="56292" y="248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3625412" y="7783321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29" h="25400">
                  <a:moveTo>
                    <a:pt x="0" y="0"/>
                  </a:moveTo>
                  <a:lnTo>
                    <a:pt x="12430" y="10888"/>
                  </a:lnTo>
                  <a:lnTo>
                    <a:pt x="25956" y="18665"/>
                  </a:lnTo>
                  <a:lnTo>
                    <a:pt x="40577" y="23331"/>
                  </a:lnTo>
                  <a:lnTo>
                    <a:pt x="56292" y="24887"/>
                  </a:lnTo>
                  <a:lnTo>
                    <a:pt x="72008" y="23331"/>
                  </a:lnTo>
                  <a:lnTo>
                    <a:pt x="86628" y="18665"/>
                  </a:lnTo>
                  <a:lnTo>
                    <a:pt x="100154" y="10888"/>
                  </a:lnTo>
                  <a:lnTo>
                    <a:pt x="112585" y="0"/>
                  </a:lnTo>
                  <a:lnTo>
                    <a:pt x="100154" y="7762"/>
                  </a:lnTo>
                  <a:lnTo>
                    <a:pt x="86628" y="13307"/>
                  </a:lnTo>
                  <a:lnTo>
                    <a:pt x="72008" y="16634"/>
                  </a:lnTo>
                  <a:lnTo>
                    <a:pt x="56292" y="17743"/>
                  </a:lnTo>
                  <a:lnTo>
                    <a:pt x="40577" y="16634"/>
                  </a:lnTo>
                  <a:lnTo>
                    <a:pt x="25956" y="13307"/>
                  </a:lnTo>
                  <a:lnTo>
                    <a:pt x="12430" y="776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3625412" y="77118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29" h="25400">
                  <a:moveTo>
                    <a:pt x="56292" y="24887"/>
                  </a:moveTo>
                  <a:lnTo>
                    <a:pt x="40577" y="23331"/>
                  </a:lnTo>
                  <a:lnTo>
                    <a:pt x="25956" y="18665"/>
                  </a:lnTo>
                  <a:lnTo>
                    <a:pt x="12430" y="10888"/>
                  </a:lnTo>
                  <a:lnTo>
                    <a:pt x="0" y="0"/>
                  </a:lnTo>
                  <a:lnTo>
                    <a:pt x="12430" y="7762"/>
                  </a:lnTo>
                  <a:lnTo>
                    <a:pt x="25956" y="13307"/>
                  </a:lnTo>
                  <a:lnTo>
                    <a:pt x="40577" y="16634"/>
                  </a:lnTo>
                  <a:lnTo>
                    <a:pt x="56292" y="17743"/>
                  </a:lnTo>
                  <a:lnTo>
                    <a:pt x="72008" y="16634"/>
                  </a:lnTo>
                  <a:lnTo>
                    <a:pt x="86628" y="13307"/>
                  </a:lnTo>
                  <a:lnTo>
                    <a:pt x="100154" y="7762"/>
                  </a:lnTo>
                  <a:lnTo>
                    <a:pt x="112585" y="0"/>
                  </a:lnTo>
                  <a:lnTo>
                    <a:pt x="100154" y="10888"/>
                  </a:lnTo>
                  <a:lnTo>
                    <a:pt x="86628" y="18665"/>
                  </a:lnTo>
                  <a:lnTo>
                    <a:pt x="72008" y="23331"/>
                  </a:lnTo>
                  <a:lnTo>
                    <a:pt x="56292" y="248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3625412" y="77118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29" h="25400">
                  <a:moveTo>
                    <a:pt x="0" y="0"/>
                  </a:moveTo>
                  <a:lnTo>
                    <a:pt x="12430" y="10888"/>
                  </a:lnTo>
                  <a:lnTo>
                    <a:pt x="25956" y="18665"/>
                  </a:lnTo>
                  <a:lnTo>
                    <a:pt x="40577" y="23331"/>
                  </a:lnTo>
                  <a:lnTo>
                    <a:pt x="56292" y="24887"/>
                  </a:lnTo>
                  <a:lnTo>
                    <a:pt x="72008" y="23331"/>
                  </a:lnTo>
                  <a:lnTo>
                    <a:pt x="86628" y="18665"/>
                  </a:lnTo>
                  <a:lnTo>
                    <a:pt x="100154" y="10888"/>
                  </a:lnTo>
                  <a:lnTo>
                    <a:pt x="112585" y="0"/>
                  </a:lnTo>
                  <a:lnTo>
                    <a:pt x="100154" y="7762"/>
                  </a:lnTo>
                  <a:lnTo>
                    <a:pt x="86628" y="13307"/>
                  </a:lnTo>
                  <a:lnTo>
                    <a:pt x="72008" y="16634"/>
                  </a:lnTo>
                  <a:lnTo>
                    <a:pt x="56292" y="17743"/>
                  </a:lnTo>
                  <a:lnTo>
                    <a:pt x="40577" y="16634"/>
                  </a:lnTo>
                  <a:lnTo>
                    <a:pt x="25956" y="13307"/>
                  </a:lnTo>
                  <a:lnTo>
                    <a:pt x="12430" y="776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3625412" y="75869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29" h="25400">
                  <a:moveTo>
                    <a:pt x="112585" y="24887"/>
                  </a:moveTo>
                  <a:lnTo>
                    <a:pt x="100154" y="17124"/>
                  </a:lnTo>
                  <a:lnTo>
                    <a:pt x="86628" y="11579"/>
                  </a:lnTo>
                  <a:lnTo>
                    <a:pt x="72008" y="8252"/>
                  </a:lnTo>
                  <a:lnTo>
                    <a:pt x="56292" y="7143"/>
                  </a:lnTo>
                  <a:lnTo>
                    <a:pt x="40577" y="8252"/>
                  </a:lnTo>
                  <a:lnTo>
                    <a:pt x="25956" y="11579"/>
                  </a:lnTo>
                  <a:lnTo>
                    <a:pt x="12430" y="17124"/>
                  </a:lnTo>
                  <a:lnTo>
                    <a:pt x="0" y="24887"/>
                  </a:lnTo>
                  <a:lnTo>
                    <a:pt x="12430" y="13998"/>
                  </a:lnTo>
                  <a:lnTo>
                    <a:pt x="25956" y="6221"/>
                  </a:lnTo>
                  <a:lnTo>
                    <a:pt x="40577" y="1555"/>
                  </a:lnTo>
                  <a:lnTo>
                    <a:pt x="56292" y="0"/>
                  </a:lnTo>
                  <a:lnTo>
                    <a:pt x="72008" y="1555"/>
                  </a:lnTo>
                  <a:lnTo>
                    <a:pt x="86628" y="6221"/>
                  </a:lnTo>
                  <a:lnTo>
                    <a:pt x="100154" y="13998"/>
                  </a:lnTo>
                  <a:lnTo>
                    <a:pt x="112585" y="248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3625412" y="75869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29" h="25400">
                  <a:moveTo>
                    <a:pt x="0" y="24887"/>
                  </a:moveTo>
                  <a:lnTo>
                    <a:pt x="12430" y="17124"/>
                  </a:lnTo>
                  <a:lnTo>
                    <a:pt x="25956" y="11579"/>
                  </a:lnTo>
                  <a:lnTo>
                    <a:pt x="40577" y="8252"/>
                  </a:lnTo>
                  <a:lnTo>
                    <a:pt x="56292" y="7143"/>
                  </a:lnTo>
                  <a:lnTo>
                    <a:pt x="72008" y="8252"/>
                  </a:lnTo>
                  <a:lnTo>
                    <a:pt x="86628" y="11579"/>
                  </a:lnTo>
                  <a:lnTo>
                    <a:pt x="100154" y="17124"/>
                  </a:lnTo>
                  <a:lnTo>
                    <a:pt x="112585" y="24887"/>
                  </a:lnTo>
                  <a:lnTo>
                    <a:pt x="100154" y="13998"/>
                  </a:lnTo>
                  <a:lnTo>
                    <a:pt x="86628" y="6221"/>
                  </a:lnTo>
                  <a:lnTo>
                    <a:pt x="72008" y="1555"/>
                  </a:lnTo>
                  <a:lnTo>
                    <a:pt x="56292" y="0"/>
                  </a:lnTo>
                  <a:lnTo>
                    <a:pt x="40577" y="1555"/>
                  </a:lnTo>
                  <a:lnTo>
                    <a:pt x="25956" y="6221"/>
                  </a:lnTo>
                  <a:lnTo>
                    <a:pt x="12430" y="13998"/>
                  </a:lnTo>
                  <a:lnTo>
                    <a:pt x="0" y="2488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3757993" y="7411856"/>
              <a:ext cx="559435" cy="414655"/>
            </a:xfrm>
            <a:custGeom>
              <a:avLst/>
              <a:gdLst/>
              <a:ahLst/>
              <a:cxnLst/>
              <a:rect l="l" t="t" r="r" b="b"/>
              <a:pathLst>
                <a:path w="559435" h="414654">
                  <a:moveTo>
                    <a:pt x="74295" y="191160"/>
                  </a:moveTo>
                  <a:lnTo>
                    <a:pt x="74104" y="183921"/>
                  </a:lnTo>
                  <a:lnTo>
                    <a:pt x="74015" y="183743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73418"/>
                  </a:lnTo>
                  <a:lnTo>
                    <a:pt x="62014" y="171831"/>
                  </a:lnTo>
                  <a:lnTo>
                    <a:pt x="55537" y="170116"/>
                  </a:lnTo>
                  <a:lnTo>
                    <a:pt x="47155" y="170307"/>
                  </a:lnTo>
                  <a:lnTo>
                    <a:pt x="39217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41935" y="226529"/>
                  </a:lnTo>
                  <a:lnTo>
                    <a:pt x="50063" y="222935"/>
                  </a:lnTo>
                  <a:lnTo>
                    <a:pt x="58013" y="218020"/>
                  </a:lnTo>
                  <a:lnTo>
                    <a:pt x="64008" y="212788"/>
                  </a:lnTo>
                  <a:lnTo>
                    <a:pt x="64008" y="259143"/>
                  </a:lnTo>
                  <a:lnTo>
                    <a:pt x="62014" y="257556"/>
                  </a:lnTo>
                  <a:lnTo>
                    <a:pt x="55537" y="255841"/>
                  </a:lnTo>
                  <a:lnTo>
                    <a:pt x="47155" y="256032"/>
                  </a:lnTo>
                  <a:lnTo>
                    <a:pt x="9588" y="273837"/>
                  </a:lnTo>
                  <a:lnTo>
                    <a:pt x="0" y="294030"/>
                  </a:lnTo>
                  <a:lnTo>
                    <a:pt x="190" y="300507"/>
                  </a:lnTo>
                  <a:lnTo>
                    <a:pt x="25146" y="315468"/>
                  </a:lnTo>
                  <a:lnTo>
                    <a:pt x="33629" y="314515"/>
                  </a:lnTo>
                  <a:lnTo>
                    <a:pt x="41935" y="312254"/>
                  </a:lnTo>
                  <a:lnTo>
                    <a:pt x="50063" y="308660"/>
                  </a:lnTo>
                  <a:lnTo>
                    <a:pt x="58013" y="303745"/>
                  </a:lnTo>
                  <a:lnTo>
                    <a:pt x="64008" y="298513"/>
                  </a:lnTo>
                  <a:lnTo>
                    <a:pt x="64008" y="344868"/>
                  </a:lnTo>
                  <a:lnTo>
                    <a:pt x="62014" y="343281"/>
                  </a:lnTo>
                  <a:lnTo>
                    <a:pt x="55537" y="341566"/>
                  </a:lnTo>
                  <a:lnTo>
                    <a:pt x="47155" y="341757"/>
                  </a:lnTo>
                  <a:lnTo>
                    <a:pt x="9588" y="359562"/>
                  </a:lnTo>
                  <a:lnTo>
                    <a:pt x="0" y="379755"/>
                  </a:lnTo>
                  <a:lnTo>
                    <a:pt x="190" y="386232"/>
                  </a:lnTo>
                  <a:lnTo>
                    <a:pt x="25146" y="401193"/>
                  </a:lnTo>
                  <a:lnTo>
                    <a:pt x="33629" y="400240"/>
                  </a:lnTo>
                  <a:lnTo>
                    <a:pt x="69646" y="377190"/>
                  </a:lnTo>
                  <a:lnTo>
                    <a:pt x="74295" y="362610"/>
                  </a:lnTo>
                  <a:lnTo>
                    <a:pt x="74104" y="355371"/>
                  </a:lnTo>
                  <a:lnTo>
                    <a:pt x="74015" y="355193"/>
                  </a:lnTo>
                  <a:lnTo>
                    <a:pt x="74015" y="278358"/>
                  </a:lnTo>
                  <a:lnTo>
                    <a:pt x="74295" y="276885"/>
                  </a:lnTo>
                  <a:lnTo>
                    <a:pt x="74104" y="269646"/>
                  </a:lnTo>
                  <a:lnTo>
                    <a:pt x="74015" y="269468"/>
                  </a:lnTo>
                  <a:lnTo>
                    <a:pt x="74015" y="192633"/>
                  </a:lnTo>
                  <a:lnTo>
                    <a:pt x="74295" y="191160"/>
                  </a:lnTo>
                  <a:close/>
                </a:path>
                <a:path w="559435" h="414654">
                  <a:moveTo>
                    <a:pt x="218605" y="162585"/>
                  </a:moveTo>
                  <a:lnTo>
                    <a:pt x="218414" y="155346"/>
                  </a:lnTo>
                  <a:lnTo>
                    <a:pt x="218313" y="155143"/>
                  </a:lnTo>
                  <a:lnTo>
                    <a:pt x="218313" y="0"/>
                  </a:lnTo>
                  <a:lnTo>
                    <a:pt x="208318" y="0"/>
                  </a:lnTo>
                  <a:lnTo>
                    <a:pt x="208318" y="144856"/>
                  </a:lnTo>
                  <a:lnTo>
                    <a:pt x="206311" y="143256"/>
                  </a:lnTo>
                  <a:lnTo>
                    <a:pt x="199834" y="141541"/>
                  </a:lnTo>
                  <a:lnTo>
                    <a:pt x="191452" y="141732"/>
                  </a:lnTo>
                  <a:lnTo>
                    <a:pt x="183527" y="142697"/>
                  </a:lnTo>
                  <a:lnTo>
                    <a:pt x="148945" y="165798"/>
                  </a:lnTo>
                  <a:lnTo>
                    <a:pt x="144310" y="179730"/>
                  </a:lnTo>
                  <a:lnTo>
                    <a:pt x="144500" y="186207"/>
                  </a:lnTo>
                  <a:lnTo>
                    <a:pt x="169456" y="201168"/>
                  </a:lnTo>
                  <a:lnTo>
                    <a:pt x="177939" y="200215"/>
                  </a:lnTo>
                  <a:lnTo>
                    <a:pt x="213956" y="177165"/>
                  </a:lnTo>
                  <a:lnTo>
                    <a:pt x="217157" y="170154"/>
                  </a:lnTo>
                  <a:lnTo>
                    <a:pt x="218605" y="162585"/>
                  </a:lnTo>
                  <a:close/>
                </a:path>
                <a:path w="559435" h="414654">
                  <a:moveTo>
                    <a:pt x="331190" y="191160"/>
                  </a:moveTo>
                  <a:lnTo>
                    <a:pt x="331000" y="183921"/>
                  </a:lnTo>
                  <a:lnTo>
                    <a:pt x="330898" y="183718"/>
                  </a:lnTo>
                  <a:lnTo>
                    <a:pt x="330898" y="0"/>
                  </a:lnTo>
                  <a:lnTo>
                    <a:pt x="320903" y="0"/>
                  </a:lnTo>
                  <a:lnTo>
                    <a:pt x="320903" y="173431"/>
                  </a:lnTo>
                  <a:lnTo>
                    <a:pt x="318897" y="171831"/>
                  </a:lnTo>
                  <a:lnTo>
                    <a:pt x="312420" y="170116"/>
                  </a:lnTo>
                  <a:lnTo>
                    <a:pt x="304038" y="170307"/>
                  </a:lnTo>
                  <a:lnTo>
                    <a:pt x="296113" y="171272"/>
                  </a:lnTo>
                  <a:lnTo>
                    <a:pt x="261531" y="194373"/>
                  </a:lnTo>
                  <a:lnTo>
                    <a:pt x="256895" y="208305"/>
                  </a:lnTo>
                  <a:lnTo>
                    <a:pt x="257086" y="214782"/>
                  </a:lnTo>
                  <a:lnTo>
                    <a:pt x="282041" y="229743"/>
                  </a:lnTo>
                  <a:lnTo>
                    <a:pt x="290525" y="228790"/>
                  </a:lnTo>
                  <a:lnTo>
                    <a:pt x="326542" y="205740"/>
                  </a:lnTo>
                  <a:lnTo>
                    <a:pt x="329742" y="198729"/>
                  </a:lnTo>
                  <a:lnTo>
                    <a:pt x="331190" y="191160"/>
                  </a:lnTo>
                  <a:close/>
                </a:path>
                <a:path w="559435" h="414654">
                  <a:moveTo>
                    <a:pt x="442341" y="204597"/>
                  </a:moveTo>
                  <a:lnTo>
                    <a:pt x="441579" y="200977"/>
                  </a:lnTo>
                  <a:lnTo>
                    <a:pt x="439864" y="197548"/>
                  </a:lnTo>
                  <a:lnTo>
                    <a:pt x="437197" y="194310"/>
                  </a:lnTo>
                  <a:lnTo>
                    <a:pt x="429196" y="185737"/>
                  </a:lnTo>
                  <a:lnTo>
                    <a:pt x="425196" y="185737"/>
                  </a:lnTo>
                  <a:lnTo>
                    <a:pt x="428053" y="188595"/>
                  </a:lnTo>
                  <a:lnTo>
                    <a:pt x="429869" y="192214"/>
                  </a:lnTo>
                  <a:lnTo>
                    <a:pt x="416242" y="213550"/>
                  </a:lnTo>
                  <a:lnTo>
                    <a:pt x="413105" y="218313"/>
                  </a:lnTo>
                  <a:lnTo>
                    <a:pt x="412343" y="224028"/>
                  </a:lnTo>
                  <a:lnTo>
                    <a:pt x="413105" y="227647"/>
                  </a:lnTo>
                  <a:lnTo>
                    <a:pt x="414820" y="231076"/>
                  </a:lnTo>
                  <a:lnTo>
                    <a:pt x="417487" y="234315"/>
                  </a:lnTo>
                  <a:lnTo>
                    <a:pt x="425196" y="242887"/>
                  </a:lnTo>
                  <a:lnTo>
                    <a:pt x="428053" y="245745"/>
                  </a:lnTo>
                  <a:lnTo>
                    <a:pt x="429869" y="249364"/>
                  </a:lnTo>
                  <a:lnTo>
                    <a:pt x="416242" y="270700"/>
                  </a:lnTo>
                  <a:lnTo>
                    <a:pt x="413105" y="275463"/>
                  </a:lnTo>
                  <a:lnTo>
                    <a:pt x="412343" y="281178"/>
                  </a:lnTo>
                  <a:lnTo>
                    <a:pt x="413105" y="284797"/>
                  </a:lnTo>
                  <a:lnTo>
                    <a:pt x="414820" y="288226"/>
                  </a:lnTo>
                  <a:lnTo>
                    <a:pt x="417487" y="291465"/>
                  </a:lnTo>
                  <a:lnTo>
                    <a:pt x="425196" y="300037"/>
                  </a:lnTo>
                  <a:lnTo>
                    <a:pt x="428053" y="302895"/>
                  </a:lnTo>
                  <a:lnTo>
                    <a:pt x="429869" y="306514"/>
                  </a:lnTo>
                  <a:lnTo>
                    <a:pt x="416242" y="327850"/>
                  </a:lnTo>
                  <a:lnTo>
                    <a:pt x="413105" y="332613"/>
                  </a:lnTo>
                  <a:lnTo>
                    <a:pt x="412343" y="338328"/>
                  </a:lnTo>
                  <a:lnTo>
                    <a:pt x="413105" y="341947"/>
                  </a:lnTo>
                  <a:lnTo>
                    <a:pt x="414820" y="345376"/>
                  </a:lnTo>
                  <a:lnTo>
                    <a:pt x="417487" y="348615"/>
                  </a:lnTo>
                  <a:lnTo>
                    <a:pt x="425196" y="357187"/>
                  </a:lnTo>
                  <a:lnTo>
                    <a:pt x="428053" y="360045"/>
                  </a:lnTo>
                  <a:lnTo>
                    <a:pt x="429869" y="363664"/>
                  </a:lnTo>
                  <a:lnTo>
                    <a:pt x="416242" y="385000"/>
                  </a:lnTo>
                  <a:lnTo>
                    <a:pt x="413105" y="389763"/>
                  </a:lnTo>
                  <a:lnTo>
                    <a:pt x="412343" y="395478"/>
                  </a:lnTo>
                  <a:lnTo>
                    <a:pt x="413105" y="399097"/>
                  </a:lnTo>
                  <a:lnTo>
                    <a:pt x="414820" y="402526"/>
                  </a:lnTo>
                  <a:lnTo>
                    <a:pt x="417487" y="405765"/>
                  </a:lnTo>
                  <a:lnTo>
                    <a:pt x="425196" y="414337"/>
                  </a:lnTo>
                  <a:lnTo>
                    <a:pt x="429196" y="414337"/>
                  </a:lnTo>
                  <a:lnTo>
                    <a:pt x="426148" y="410337"/>
                  </a:lnTo>
                  <a:lnTo>
                    <a:pt x="424434" y="406806"/>
                  </a:lnTo>
                  <a:lnTo>
                    <a:pt x="424053" y="403758"/>
                  </a:lnTo>
                  <a:lnTo>
                    <a:pt x="425005" y="398614"/>
                  </a:lnTo>
                  <a:lnTo>
                    <a:pt x="427964" y="394233"/>
                  </a:lnTo>
                  <a:lnTo>
                    <a:pt x="432917" y="390613"/>
                  </a:lnTo>
                  <a:lnTo>
                    <a:pt x="438442" y="386422"/>
                  </a:lnTo>
                  <a:lnTo>
                    <a:pt x="441579" y="381571"/>
                  </a:lnTo>
                  <a:lnTo>
                    <a:pt x="442341" y="376047"/>
                  </a:lnTo>
                  <a:lnTo>
                    <a:pt x="441579" y="372427"/>
                  </a:lnTo>
                  <a:lnTo>
                    <a:pt x="439864" y="368998"/>
                  </a:lnTo>
                  <a:lnTo>
                    <a:pt x="437197" y="365760"/>
                  </a:lnTo>
                  <a:lnTo>
                    <a:pt x="429196" y="357187"/>
                  </a:lnTo>
                  <a:lnTo>
                    <a:pt x="426148" y="353187"/>
                  </a:lnTo>
                  <a:lnTo>
                    <a:pt x="424434" y="349656"/>
                  </a:lnTo>
                  <a:lnTo>
                    <a:pt x="424053" y="346608"/>
                  </a:lnTo>
                  <a:lnTo>
                    <a:pt x="425005" y="341464"/>
                  </a:lnTo>
                  <a:lnTo>
                    <a:pt x="427964" y="337083"/>
                  </a:lnTo>
                  <a:lnTo>
                    <a:pt x="432917" y="333463"/>
                  </a:lnTo>
                  <a:lnTo>
                    <a:pt x="438442" y="329272"/>
                  </a:lnTo>
                  <a:lnTo>
                    <a:pt x="441579" y="324421"/>
                  </a:lnTo>
                  <a:lnTo>
                    <a:pt x="442341" y="318897"/>
                  </a:lnTo>
                  <a:lnTo>
                    <a:pt x="441579" y="315277"/>
                  </a:lnTo>
                  <a:lnTo>
                    <a:pt x="439864" y="311848"/>
                  </a:lnTo>
                  <a:lnTo>
                    <a:pt x="437197" y="308610"/>
                  </a:lnTo>
                  <a:lnTo>
                    <a:pt x="429196" y="300037"/>
                  </a:lnTo>
                  <a:lnTo>
                    <a:pt x="426148" y="296037"/>
                  </a:lnTo>
                  <a:lnTo>
                    <a:pt x="424434" y="292506"/>
                  </a:lnTo>
                  <a:lnTo>
                    <a:pt x="424053" y="289458"/>
                  </a:lnTo>
                  <a:lnTo>
                    <a:pt x="425005" y="284314"/>
                  </a:lnTo>
                  <a:lnTo>
                    <a:pt x="427964" y="279933"/>
                  </a:lnTo>
                  <a:lnTo>
                    <a:pt x="432917" y="276313"/>
                  </a:lnTo>
                  <a:lnTo>
                    <a:pt x="438442" y="272122"/>
                  </a:lnTo>
                  <a:lnTo>
                    <a:pt x="441579" y="267271"/>
                  </a:lnTo>
                  <a:lnTo>
                    <a:pt x="442341" y="261747"/>
                  </a:lnTo>
                  <a:lnTo>
                    <a:pt x="441579" y="258127"/>
                  </a:lnTo>
                  <a:lnTo>
                    <a:pt x="439864" y="254698"/>
                  </a:lnTo>
                  <a:lnTo>
                    <a:pt x="437197" y="251460"/>
                  </a:lnTo>
                  <a:lnTo>
                    <a:pt x="429196" y="242887"/>
                  </a:lnTo>
                  <a:lnTo>
                    <a:pt x="426148" y="238887"/>
                  </a:lnTo>
                  <a:lnTo>
                    <a:pt x="424434" y="235356"/>
                  </a:lnTo>
                  <a:lnTo>
                    <a:pt x="424053" y="232308"/>
                  </a:lnTo>
                  <a:lnTo>
                    <a:pt x="425005" y="227164"/>
                  </a:lnTo>
                  <a:lnTo>
                    <a:pt x="427964" y="222783"/>
                  </a:lnTo>
                  <a:lnTo>
                    <a:pt x="432917" y="219163"/>
                  </a:lnTo>
                  <a:lnTo>
                    <a:pt x="438442" y="214972"/>
                  </a:lnTo>
                  <a:lnTo>
                    <a:pt x="441579" y="210121"/>
                  </a:lnTo>
                  <a:lnTo>
                    <a:pt x="442341" y="204597"/>
                  </a:lnTo>
                  <a:close/>
                </a:path>
                <a:path w="559435" h="414654">
                  <a:moveTo>
                    <a:pt x="558838" y="356425"/>
                  </a:moveTo>
                  <a:lnTo>
                    <a:pt x="557784" y="353885"/>
                  </a:lnTo>
                  <a:lnTo>
                    <a:pt x="557784" y="28575"/>
                  </a:lnTo>
                  <a:lnTo>
                    <a:pt x="549211" y="28575"/>
                  </a:lnTo>
                  <a:lnTo>
                    <a:pt x="549211" y="360045"/>
                  </a:lnTo>
                  <a:lnTo>
                    <a:pt x="548360" y="361848"/>
                  </a:lnTo>
                  <a:lnTo>
                    <a:pt x="517779" y="386905"/>
                  </a:lnTo>
                  <a:lnTo>
                    <a:pt x="501497" y="392518"/>
                  </a:lnTo>
                  <a:lnTo>
                    <a:pt x="497497" y="392328"/>
                  </a:lnTo>
                  <a:lnTo>
                    <a:pt x="493496" y="391947"/>
                  </a:lnTo>
                  <a:lnTo>
                    <a:pt x="491591" y="390232"/>
                  </a:lnTo>
                  <a:lnTo>
                    <a:pt x="491782" y="387184"/>
                  </a:lnTo>
                  <a:lnTo>
                    <a:pt x="517779" y="358902"/>
                  </a:lnTo>
                  <a:lnTo>
                    <a:pt x="547789" y="360045"/>
                  </a:lnTo>
                  <a:lnTo>
                    <a:pt x="549211" y="360045"/>
                  </a:lnTo>
                  <a:lnTo>
                    <a:pt x="549211" y="28575"/>
                  </a:lnTo>
                  <a:lnTo>
                    <a:pt x="547789" y="28575"/>
                  </a:lnTo>
                  <a:lnTo>
                    <a:pt x="547789" y="342963"/>
                  </a:lnTo>
                  <a:lnTo>
                    <a:pt x="544068" y="340893"/>
                  </a:lnTo>
                  <a:lnTo>
                    <a:pt x="538264" y="339750"/>
                  </a:lnTo>
                  <a:lnTo>
                    <a:pt x="531787" y="340321"/>
                  </a:lnTo>
                  <a:lnTo>
                    <a:pt x="523608" y="341236"/>
                  </a:lnTo>
                  <a:lnTo>
                    <a:pt x="488848" y="363042"/>
                  </a:lnTo>
                  <a:lnTo>
                    <a:pt x="483108" y="385953"/>
                  </a:lnTo>
                  <a:lnTo>
                    <a:pt x="486067" y="393090"/>
                  </a:lnTo>
                  <a:lnTo>
                    <a:pt x="492925" y="398614"/>
                  </a:lnTo>
                  <a:lnTo>
                    <a:pt x="498068" y="401472"/>
                  </a:lnTo>
                  <a:lnTo>
                    <a:pt x="503783" y="402615"/>
                  </a:lnTo>
                  <a:lnTo>
                    <a:pt x="510070" y="402043"/>
                  </a:lnTo>
                  <a:lnTo>
                    <a:pt x="518134" y="401142"/>
                  </a:lnTo>
                  <a:lnTo>
                    <a:pt x="526072" y="398970"/>
                  </a:lnTo>
                  <a:lnTo>
                    <a:pt x="533857" y="395566"/>
                  </a:lnTo>
                  <a:lnTo>
                    <a:pt x="538848" y="392518"/>
                  </a:lnTo>
                  <a:lnTo>
                    <a:pt x="541502" y="390906"/>
                  </a:lnTo>
                  <a:lnTo>
                    <a:pt x="548220" y="385330"/>
                  </a:lnTo>
                  <a:lnTo>
                    <a:pt x="553212" y="379183"/>
                  </a:lnTo>
                  <a:lnTo>
                    <a:pt x="556501" y="372465"/>
                  </a:lnTo>
                  <a:lnTo>
                    <a:pt x="558076" y="365188"/>
                  </a:lnTo>
                  <a:lnTo>
                    <a:pt x="558838" y="3564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8" name="object 258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4241111" y="7608728"/>
              <a:ext cx="75723" cy="120014"/>
            </a:xfrm>
            <a:prstGeom prst="rect">
              <a:avLst/>
            </a:prstGeom>
          </p:spPr>
        </p:pic>
        <p:sp>
          <p:nvSpPr>
            <p:cNvPr id="259" name="object 259"/>
            <p:cNvSpPr/>
            <p:nvPr/>
          </p:nvSpPr>
          <p:spPr>
            <a:xfrm>
              <a:off x="3832009" y="7411856"/>
              <a:ext cx="1717675" cy="348615"/>
            </a:xfrm>
            <a:custGeom>
              <a:avLst/>
              <a:gdLst/>
              <a:ahLst/>
              <a:cxnLst/>
              <a:rect l="l" t="t" r="r" b="b"/>
              <a:pathLst>
                <a:path w="1717675" h="348615">
                  <a:moveTo>
                    <a:pt x="256882" y="42862"/>
                  </a:moveTo>
                  <a:lnTo>
                    <a:pt x="144297" y="42862"/>
                  </a:lnTo>
                  <a:lnTo>
                    <a:pt x="144297" y="71437"/>
                  </a:lnTo>
                  <a:lnTo>
                    <a:pt x="256882" y="71437"/>
                  </a:lnTo>
                  <a:lnTo>
                    <a:pt x="256882" y="42862"/>
                  </a:lnTo>
                  <a:close/>
                </a:path>
                <a:path w="1717675" h="348615">
                  <a:moveTo>
                    <a:pt x="256882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256882" y="28575"/>
                  </a:lnTo>
                  <a:lnTo>
                    <a:pt x="256882" y="0"/>
                  </a:lnTo>
                  <a:close/>
                </a:path>
                <a:path w="1717675" h="348615">
                  <a:moveTo>
                    <a:pt x="823823" y="116586"/>
                  </a:moveTo>
                  <a:lnTo>
                    <a:pt x="813816" y="116586"/>
                  </a:lnTo>
                  <a:lnTo>
                    <a:pt x="813816" y="348615"/>
                  </a:lnTo>
                  <a:lnTo>
                    <a:pt x="823823" y="348615"/>
                  </a:lnTo>
                  <a:lnTo>
                    <a:pt x="823823" y="116586"/>
                  </a:lnTo>
                  <a:close/>
                </a:path>
                <a:path w="1717675" h="348615">
                  <a:moveTo>
                    <a:pt x="1717281" y="114300"/>
                  </a:moveTo>
                  <a:lnTo>
                    <a:pt x="829119" y="114300"/>
                  </a:lnTo>
                  <a:lnTo>
                    <a:pt x="829119" y="120015"/>
                  </a:lnTo>
                  <a:lnTo>
                    <a:pt x="831824" y="120015"/>
                  </a:lnTo>
                  <a:lnTo>
                    <a:pt x="831824" y="171450"/>
                  </a:lnTo>
                  <a:lnTo>
                    <a:pt x="829119" y="171450"/>
                  </a:lnTo>
                  <a:lnTo>
                    <a:pt x="829119" y="177165"/>
                  </a:lnTo>
                  <a:lnTo>
                    <a:pt x="831824" y="177165"/>
                  </a:lnTo>
                  <a:lnTo>
                    <a:pt x="831824" y="228600"/>
                  </a:lnTo>
                  <a:lnTo>
                    <a:pt x="829119" y="228600"/>
                  </a:lnTo>
                  <a:lnTo>
                    <a:pt x="829119" y="234315"/>
                  </a:lnTo>
                  <a:lnTo>
                    <a:pt x="831824" y="234315"/>
                  </a:lnTo>
                  <a:lnTo>
                    <a:pt x="831824" y="285750"/>
                  </a:lnTo>
                  <a:lnTo>
                    <a:pt x="829119" y="285750"/>
                  </a:lnTo>
                  <a:lnTo>
                    <a:pt x="829119" y="291465"/>
                  </a:lnTo>
                  <a:lnTo>
                    <a:pt x="831824" y="291465"/>
                  </a:lnTo>
                  <a:lnTo>
                    <a:pt x="831824" y="342900"/>
                  </a:lnTo>
                  <a:lnTo>
                    <a:pt x="829119" y="342900"/>
                  </a:lnTo>
                  <a:lnTo>
                    <a:pt x="829119" y="348615"/>
                  </a:lnTo>
                  <a:lnTo>
                    <a:pt x="831824" y="348615"/>
                  </a:lnTo>
                  <a:lnTo>
                    <a:pt x="841819" y="348615"/>
                  </a:lnTo>
                  <a:lnTo>
                    <a:pt x="1717281" y="348615"/>
                  </a:lnTo>
                  <a:lnTo>
                    <a:pt x="1717281" y="342900"/>
                  </a:lnTo>
                  <a:lnTo>
                    <a:pt x="841819" y="342900"/>
                  </a:lnTo>
                  <a:lnTo>
                    <a:pt x="841819" y="291465"/>
                  </a:lnTo>
                  <a:lnTo>
                    <a:pt x="1717281" y="291465"/>
                  </a:lnTo>
                  <a:lnTo>
                    <a:pt x="1717281" y="285750"/>
                  </a:lnTo>
                  <a:lnTo>
                    <a:pt x="841819" y="285750"/>
                  </a:lnTo>
                  <a:lnTo>
                    <a:pt x="841819" y="234315"/>
                  </a:lnTo>
                  <a:lnTo>
                    <a:pt x="1717281" y="234315"/>
                  </a:lnTo>
                  <a:lnTo>
                    <a:pt x="1717281" y="228600"/>
                  </a:lnTo>
                  <a:lnTo>
                    <a:pt x="841819" y="228600"/>
                  </a:lnTo>
                  <a:lnTo>
                    <a:pt x="841819" y="177165"/>
                  </a:lnTo>
                  <a:lnTo>
                    <a:pt x="1717281" y="177165"/>
                  </a:lnTo>
                  <a:lnTo>
                    <a:pt x="1717281" y="171450"/>
                  </a:lnTo>
                  <a:lnTo>
                    <a:pt x="841819" y="171450"/>
                  </a:lnTo>
                  <a:lnTo>
                    <a:pt x="841819" y="120015"/>
                  </a:lnTo>
                  <a:lnTo>
                    <a:pt x="1717281" y="120015"/>
                  </a:lnTo>
                  <a:lnTo>
                    <a:pt x="1717281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0" name="object 2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88127" y="7167245"/>
              <a:ext cx="94059" cy="107156"/>
            </a:xfrm>
            <a:prstGeom prst="rect">
              <a:avLst/>
            </a:prstGeom>
          </p:spPr>
        </p:pic>
      </p:grpSp>
      <p:sp>
        <p:nvSpPr>
          <p:cNvPr id="261" name="object 261"/>
          <p:cNvSpPr txBox="1"/>
          <p:nvPr/>
        </p:nvSpPr>
        <p:spPr>
          <a:xfrm>
            <a:off x="266700" y="4095496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150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3978654" y="4033583"/>
            <a:ext cx="5861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Bauer Bodoni Std Bold Cond" panose="02070903080706020303" pitchFamily="18" charset="77"/>
                <a:cs typeface="Source Serif 4"/>
              </a:rPr>
              <a:t>come</a:t>
            </a:r>
            <a:r>
              <a:rPr sz="900" b="1" spc="-15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900" b="1" spc="-10" dirty="0">
                <a:latin typeface="Bauer Bodoni Std Bold Cond" panose="02070903080706020303" pitchFamily="18" charset="77"/>
                <a:cs typeface="Source Serif 4"/>
              </a:rPr>
              <a:t>prima</a:t>
            </a:r>
            <a:endParaRPr sz="90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266700" y="5796851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156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266700" y="7246746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162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grpSp>
        <p:nvGrpSpPr>
          <p:cNvPr id="265" name="object 265"/>
          <p:cNvGrpSpPr/>
          <p:nvPr/>
        </p:nvGrpSpPr>
        <p:grpSpPr>
          <a:xfrm>
            <a:off x="2839388" y="7234682"/>
            <a:ext cx="404495" cy="71755"/>
            <a:chOff x="2839388" y="7234682"/>
            <a:chExt cx="404495" cy="71755"/>
          </a:xfrm>
        </p:grpSpPr>
        <p:sp>
          <p:nvSpPr>
            <p:cNvPr id="266" name="object 266"/>
            <p:cNvSpPr/>
            <p:nvPr/>
          </p:nvSpPr>
          <p:spPr>
            <a:xfrm>
              <a:off x="2842563" y="7268972"/>
              <a:ext cx="398145" cy="28575"/>
            </a:xfrm>
            <a:custGeom>
              <a:avLst/>
              <a:gdLst/>
              <a:ahLst/>
              <a:cxnLst/>
              <a:rect l="l" t="t" r="r" b="b"/>
              <a:pathLst>
                <a:path w="398144" h="28575">
                  <a:moveTo>
                    <a:pt x="0" y="28575"/>
                  </a:moveTo>
                  <a:lnTo>
                    <a:pt x="0" y="0"/>
                  </a:lnTo>
                  <a:lnTo>
                    <a:pt x="136235" y="0"/>
                  </a:lnTo>
                </a:path>
                <a:path w="398144" h="28575">
                  <a:moveTo>
                    <a:pt x="261521" y="0"/>
                  </a:moveTo>
                  <a:lnTo>
                    <a:pt x="397756" y="0"/>
                  </a:lnTo>
                  <a:lnTo>
                    <a:pt x="397756" y="285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3007373" y="7234682"/>
              <a:ext cx="55880" cy="71755"/>
            </a:xfrm>
            <a:custGeom>
              <a:avLst/>
              <a:gdLst/>
              <a:ahLst/>
              <a:cxnLst/>
              <a:rect l="l" t="t" r="r" b="b"/>
              <a:pathLst>
                <a:path w="55880" h="71754">
                  <a:moveTo>
                    <a:pt x="20859" y="71437"/>
                  </a:moveTo>
                  <a:lnTo>
                    <a:pt x="7715" y="68579"/>
                  </a:lnTo>
                  <a:lnTo>
                    <a:pt x="2952" y="66675"/>
                  </a:lnTo>
                  <a:lnTo>
                    <a:pt x="381" y="63436"/>
                  </a:lnTo>
                  <a:lnTo>
                    <a:pt x="0" y="58864"/>
                  </a:lnTo>
                  <a:lnTo>
                    <a:pt x="0" y="52577"/>
                  </a:lnTo>
                  <a:lnTo>
                    <a:pt x="2762" y="49053"/>
                  </a:lnTo>
                  <a:lnTo>
                    <a:pt x="8286" y="48291"/>
                  </a:lnTo>
                  <a:lnTo>
                    <a:pt x="12668" y="48672"/>
                  </a:lnTo>
                  <a:lnTo>
                    <a:pt x="15240" y="50863"/>
                  </a:lnTo>
                  <a:lnTo>
                    <a:pt x="16001" y="54863"/>
                  </a:lnTo>
                  <a:lnTo>
                    <a:pt x="13430" y="59435"/>
                  </a:lnTo>
                  <a:lnTo>
                    <a:pt x="11715" y="60388"/>
                  </a:lnTo>
                  <a:lnTo>
                    <a:pt x="10763" y="61912"/>
                  </a:lnTo>
                  <a:lnTo>
                    <a:pt x="10572" y="64007"/>
                  </a:lnTo>
                  <a:lnTo>
                    <a:pt x="12287" y="65722"/>
                  </a:lnTo>
                  <a:lnTo>
                    <a:pt x="14382" y="66675"/>
                  </a:lnTo>
                  <a:lnTo>
                    <a:pt x="16859" y="66865"/>
                  </a:lnTo>
                  <a:lnTo>
                    <a:pt x="22002" y="66484"/>
                  </a:lnTo>
                  <a:lnTo>
                    <a:pt x="25907" y="63722"/>
                  </a:lnTo>
                  <a:lnTo>
                    <a:pt x="31242" y="53625"/>
                  </a:lnTo>
                  <a:lnTo>
                    <a:pt x="32480" y="48672"/>
                  </a:lnTo>
                  <a:lnTo>
                    <a:pt x="32289" y="43719"/>
                  </a:lnTo>
                  <a:lnTo>
                    <a:pt x="31337" y="40100"/>
                  </a:lnTo>
                  <a:lnTo>
                    <a:pt x="29622" y="37909"/>
                  </a:lnTo>
                  <a:lnTo>
                    <a:pt x="27146" y="37147"/>
                  </a:lnTo>
                  <a:lnTo>
                    <a:pt x="18573" y="36575"/>
                  </a:lnTo>
                  <a:lnTo>
                    <a:pt x="19716" y="31146"/>
                  </a:lnTo>
                  <a:lnTo>
                    <a:pt x="42862" y="12858"/>
                  </a:lnTo>
                  <a:lnTo>
                    <a:pt x="43243" y="8477"/>
                  </a:lnTo>
                  <a:lnTo>
                    <a:pt x="40481" y="5619"/>
                  </a:lnTo>
                  <a:lnTo>
                    <a:pt x="34575" y="4286"/>
                  </a:lnTo>
                  <a:lnTo>
                    <a:pt x="30575" y="4095"/>
                  </a:lnTo>
                  <a:lnTo>
                    <a:pt x="28289" y="5524"/>
                  </a:lnTo>
                  <a:lnTo>
                    <a:pt x="27717" y="8572"/>
                  </a:lnTo>
                  <a:lnTo>
                    <a:pt x="29717" y="13715"/>
                  </a:lnTo>
                  <a:lnTo>
                    <a:pt x="30670" y="17526"/>
                  </a:lnTo>
                  <a:lnTo>
                    <a:pt x="29241" y="20192"/>
                  </a:lnTo>
                  <a:lnTo>
                    <a:pt x="25431" y="21716"/>
                  </a:lnTo>
                  <a:lnTo>
                    <a:pt x="20478" y="21716"/>
                  </a:lnTo>
                  <a:lnTo>
                    <a:pt x="17621" y="19716"/>
                  </a:lnTo>
                  <a:lnTo>
                    <a:pt x="16859" y="15716"/>
                  </a:lnTo>
                  <a:lnTo>
                    <a:pt x="17430" y="11144"/>
                  </a:lnTo>
                  <a:lnTo>
                    <a:pt x="19621" y="7429"/>
                  </a:lnTo>
                  <a:lnTo>
                    <a:pt x="23431" y="4571"/>
                  </a:lnTo>
                  <a:lnTo>
                    <a:pt x="27241" y="1524"/>
                  </a:lnTo>
                  <a:lnTo>
                    <a:pt x="31146" y="0"/>
                  </a:lnTo>
                  <a:lnTo>
                    <a:pt x="35147" y="0"/>
                  </a:lnTo>
                  <a:lnTo>
                    <a:pt x="55625" y="20955"/>
                  </a:lnTo>
                  <a:lnTo>
                    <a:pt x="53720" y="25050"/>
                  </a:lnTo>
                  <a:lnTo>
                    <a:pt x="49720" y="28289"/>
                  </a:lnTo>
                  <a:lnTo>
                    <a:pt x="45910" y="31527"/>
                  </a:lnTo>
                  <a:lnTo>
                    <a:pt x="41814" y="34004"/>
                  </a:lnTo>
                  <a:lnTo>
                    <a:pt x="37433" y="35718"/>
                  </a:lnTo>
                  <a:lnTo>
                    <a:pt x="37433" y="36290"/>
                  </a:lnTo>
                  <a:lnTo>
                    <a:pt x="43719" y="40290"/>
                  </a:lnTo>
                  <a:lnTo>
                    <a:pt x="46672" y="44672"/>
                  </a:lnTo>
                  <a:lnTo>
                    <a:pt x="46291" y="49434"/>
                  </a:lnTo>
                  <a:lnTo>
                    <a:pt x="45529" y="55721"/>
                  </a:lnTo>
                  <a:lnTo>
                    <a:pt x="42576" y="60864"/>
                  </a:lnTo>
                  <a:lnTo>
                    <a:pt x="37433" y="64865"/>
                  </a:lnTo>
                  <a:lnTo>
                    <a:pt x="32289" y="69056"/>
                  </a:lnTo>
                  <a:lnTo>
                    <a:pt x="26765" y="71247"/>
                  </a:lnTo>
                  <a:lnTo>
                    <a:pt x="20859" y="71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8" name="object 268"/>
          <p:cNvSpPr txBox="1"/>
          <p:nvPr/>
        </p:nvSpPr>
        <p:spPr>
          <a:xfrm>
            <a:off x="4788536" y="7172452"/>
            <a:ext cx="150495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-25" dirty="0">
                <a:latin typeface="Bauer Bodoni Std" panose="02070603080706020303" pitchFamily="18" charset="77"/>
                <a:cs typeface="Calibri"/>
              </a:rPr>
              <a:t>208</a:t>
            </a:r>
            <a:endParaRPr sz="650" dirty="0">
              <a:latin typeface="Bauer Bodoni Std" panose="02070603080706020303" pitchFamily="18" charset="77"/>
              <a:cs typeface="Calibri"/>
            </a:endParaRPr>
          </a:p>
        </p:txBody>
      </p:sp>
      <p:sp>
        <p:nvSpPr>
          <p:cNvPr id="269" name="object 269"/>
          <p:cNvSpPr/>
          <p:nvPr/>
        </p:nvSpPr>
        <p:spPr>
          <a:xfrm>
            <a:off x="4728756" y="7324797"/>
            <a:ext cx="833755" cy="487680"/>
          </a:xfrm>
          <a:custGeom>
            <a:avLst/>
            <a:gdLst/>
            <a:ahLst/>
            <a:cxnLst/>
            <a:rect l="l" t="t" r="r" b="b"/>
            <a:pathLst>
              <a:path w="833754" h="487679">
                <a:moveTo>
                  <a:pt x="111137" y="83477"/>
                </a:moveTo>
                <a:lnTo>
                  <a:pt x="89789" y="83477"/>
                </a:lnTo>
                <a:lnTo>
                  <a:pt x="90805" y="78193"/>
                </a:lnTo>
                <a:lnTo>
                  <a:pt x="90614" y="70954"/>
                </a:lnTo>
                <a:lnTo>
                  <a:pt x="88049" y="65722"/>
                </a:lnTo>
                <a:lnTo>
                  <a:pt x="83096" y="62484"/>
                </a:lnTo>
                <a:lnTo>
                  <a:pt x="78524" y="58864"/>
                </a:lnTo>
                <a:lnTo>
                  <a:pt x="72047" y="57150"/>
                </a:lnTo>
                <a:lnTo>
                  <a:pt x="63665" y="57340"/>
                </a:lnTo>
                <a:lnTo>
                  <a:pt x="55740" y="58305"/>
                </a:lnTo>
                <a:lnTo>
                  <a:pt x="21158" y="81407"/>
                </a:lnTo>
                <a:lnTo>
                  <a:pt x="20167" y="83477"/>
                </a:lnTo>
                <a:lnTo>
                  <a:pt x="0" y="83477"/>
                </a:lnTo>
                <a:lnTo>
                  <a:pt x="0" y="90627"/>
                </a:lnTo>
                <a:lnTo>
                  <a:pt x="17449" y="90627"/>
                </a:lnTo>
                <a:lnTo>
                  <a:pt x="16510" y="95338"/>
                </a:lnTo>
                <a:lnTo>
                  <a:pt x="16598" y="98488"/>
                </a:lnTo>
                <a:lnTo>
                  <a:pt x="16510" y="140627"/>
                </a:lnTo>
                <a:lnTo>
                  <a:pt x="0" y="140627"/>
                </a:lnTo>
                <a:lnTo>
                  <a:pt x="0" y="147777"/>
                </a:lnTo>
                <a:lnTo>
                  <a:pt x="16510" y="147777"/>
                </a:lnTo>
                <a:lnTo>
                  <a:pt x="16510" y="238213"/>
                </a:lnTo>
                <a:lnTo>
                  <a:pt x="16510" y="429958"/>
                </a:lnTo>
                <a:lnTo>
                  <a:pt x="26517" y="429958"/>
                </a:lnTo>
                <a:lnTo>
                  <a:pt x="26517" y="255981"/>
                </a:lnTo>
                <a:lnTo>
                  <a:pt x="28511" y="257556"/>
                </a:lnTo>
                <a:lnTo>
                  <a:pt x="34417" y="259461"/>
                </a:lnTo>
                <a:lnTo>
                  <a:pt x="41656" y="259651"/>
                </a:lnTo>
                <a:lnTo>
                  <a:pt x="50139" y="258699"/>
                </a:lnTo>
                <a:lnTo>
                  <a:pt x="86169" y="235648"/>
                </a:lnTo>
                <a:lnTo>
                  <a:pt x="90805" y="221068"/>
                </a:lnTo>
                <a:lnTo>
                  <a:pt x="90614" y="213829"/>
                </a:lnTo>
                <a:lnTo>
                  <a:pt x="88049" y="208597"/>
                </a:lnTo>
                <a:lnTo>
                  <a:pt x="83096" y="205359"/>
                </a:lnTo>
                <a:lnTo>
                  <a:pt x="78524" y="201739"/>
                </a:lnTo>
                <a:lnTo>
                  <a:pt x="72047" y="200025"/>
                </a:lnTo>
                <a:lnTo>
                  <a:pt x="63665" y="200215"/>
                </a:lnTo>
                <a:lnTo>
                  <a:pt x="55740" y="201180"/>
                </a:lnTo>
                <a:lnTo>
                  <a:pt x="47942" y="203492"/>
                </a:lnTo>
                <a:lnTo>
                  <a:pt x="40309" y="207175"/>
                </a:lnTo>
                <a:lnTo>
                  <a:pt x="32804" y="212217"/>
                </a:lnTo>
                <a:lnTo>
                  <a:pt x="26517" y="217678"/>
                </a:lnTo>
                <a:lnTo>
                  <a:pt x="26517" y="147777"/>
                </a:lnTo>
                <a:lnTo>
                  <a:pt x="111137" y="147777"/>
                </a:lnTo>
                <a:lnTo>
                  <a:pt x="111137" y="140627"/>
                </a:lnTo>
                <a:lnTo>
                  <a:pt x="26517" y="140627"/>
                </a:lnTo>
                <a:lnTo>
                  <a:pt x="26517" y="113106"/>
                </a:lnTo>
                <a:lnTo>
                  <a:pt x="28511" y="114681"/>
                </a:lnTo>
                <a:lnTo>
                  <a:pt x="34417" y="116586"/>
                </a:lnTo>
                <a:lnTo>
                  <a:pt x="41656" y="116776"/>
                </a:lnTo>
                <a:lnTo>
                  <a:pt x="50139" y="115824"/>
                </a:lnTo>
                <a:lnTo>
                  <a:pt x="86169" y="92773"/>
                </a:lnTo>
                <a:lnTo>
                  <a:pt x="87134" y="90627"/>
                </a:lnTo>
                <a:lnTo>
                  <a:pt x="111137" y="90627"/>
                </a:lnTo>
                <a:lnTo>
                  <a:pt x="111137" y="83477"/>
                </a:lnTo>
                <a:close/>
              </a:path>
              <a:path w="833754" h="487679">
                <a:moveTo>
                  <a:pt x="313169" y="140627"/>
                </a:moveTo>
                <a:lnTo>
                  <a:pt x="291820" y="140627"/>
                </a:lnTo>
                <a:lnTo>
                  <a:pt x="292836" y="135343"/>
                </a:lnTo>
                <a:lnTo>
                  <a:pt x="292646" y="128104"/>
                </a:lnTo>
                <a:lnTo>
                  <a:pt x="290080" y="122872"/>
                </a:lnTo>
                <a:lnTo>
                  <a:pt x="285127" y="119634"/>
                </a:lnTo>
                <a:lnTo>
                  <a:pt x="280555" y="116014"/>
                </a:lnTo>
                <a:lnTo>
                  <a:pt x="274078" y="114300"/>
                </a:lnTo>
                <a:lnTo>
                  <a:pt x="265696" y="114490"/>
                </a:lnTo>
                <a:lnTo>
                  <a:pt x="257759" y="115455"/>
                </a:lnTo>
                <a:lnTo>
                  <a:pt x="223189" y="138557"/>
                </a:lnTo>
                <a:lnTo>
                  <a:pt x="222199" y="140627"/>
                </a:lnTo>
                <a:lnTo>
                  <a:pt x="202031" y="140627"/>
                </a:lnTo>
                <a:lnTo>
                  <a:pt x="202031" y="147777"/>
                </a:lnTo>
                <a:lnTo>
                  <a:pt x="219481" y="147777"/>
                </a:lnTo>
                <a:lnTo>
                  <a:pt x="218541" y="152488"/>
                </a:lnTo>
                <a:lnTo>
                  <a:pt x="218630" y="155638"/>
                </a:lnTo>
                <a:lnTo>
                  <a:pt x="218541" y="295363"/>
                </a:lnTo>
                <a:lnTo>
                  <a:pt x="218541" y="487108"/>
                </a:lnTo>
                <a:lnTo>
                  <a:pt x="228549" y="487108"/>
                </a:lnTo>
                <a:lnTo>
                  <a:pt x="228549" y="313131"/>
                </a:lnTo>
                <a:lnTo>
                  <a:pt x="230543" y="314706"/>
                </a:lnTo>
                <a:lnTo>
                  <a:pt x="236448" y="316611"/>
                </a:lnTo>
                <a:lnTo>
                  <a:pt x="243687" y="316801"/>
                </a:lnTo>
                <a:lnTo>
                  <a:pt x="252171" y="315849"/>
                </a:lnTo>
                <a:lnTo>
                  <a:pt x="288201" y="292798"/>
                </a:lnTo>
                <a:lnTo>
                  <a:pt x="292836" y="278218"/>
                </a:lnTo>
                <a:lnTo>
                  <a:pt x="292646" y="270979"/>
                </a:lnTo>
                <a:lnTo>
                  <a:pt x="290080" y="265747"/>
                </a:lnTo>
                <a:lnTo>
                  <a:pt x="285127" y="262509"/>
                </a:lnTo>
                <a:lnTo>
                  <a:pt x="280555" y="258889"/>
                </a:lnTo>
                <a:lnTo>
                  <a:pt x="274078" y="257175"/>
                </a:lnTo>
                <a:lnTo>
                  <a:pt x="265696" y="257365"/>
                </a:lnTo>
                <a:lnTo>
                  <a:pt x="257759" y="258330"/>
                </a:lnTo>
                <a:lnTo>
                  <a:pt x="249974" y="260642"/>
                </a:lnTo>
                <a:lnTo>
                  <a:pt x="242328" y="264325"/>
                </a:lnTo>
                <a:lnTo>
                  <a:pt x="234835" y="269367"/>
                </a:lnTo>
                <a:lnTo>
                  <a:pt x="228549" y="274815"/>
                </a:lnTo>
                <a:lnTo>
                  <a:pt x="228549" y="170256"/>
                </a:lnTo>
                <a:lnTo>
                  <a:pt x="230543" y="171831"/>
                </a:lnTo>
                <a:lnTo>
                  <a:pt x="236448" y="173736"/>
                </a:lnTo>
                <a:lnTo>
                  <a:pt x="243687" y="173926"/>
                </a:lnTo>
                <a:lnTo>
                  <a:pt x="252171" y="172974"/>
                </a:lnTo>
                <a:lnTo>
                  <a:pt x="288201" y="149923"/>
                </a:lnTo>
                <a:lnTo>
                  <a:pt x="289166" y="147777"/>
                </a:lnTo>
                <a:lnTo>
                  <a:pt x="313169" y="147777"/>
                </a:lnTo>
                <a:lnTo>
                  <a:pt x="313169" y="140627"/>
                </a:lnTo>
                <a:close/>
              </a:path>
              <a:path w="833754" h="487679">
                <a:moveTo>
                  <a:pt x="515200" y="83477"/>
                </a:moveTo>
                <a:lnTo>
                  <a:pt x="493852" y="83477"/>
                </a:lnTo>
                <a:lnTo>
                  <a:pt x="494868" y="78193"/>
                </a:lnTo>
                <a:lnTo>
                  <a:pt x="494677" y="70954"/>
                </a:lnTo>
                <a:lnTo>
                  <a:pt x="492112" y="65722"/>
                </a:lnTo>
                <a:lnTo>
                  <a:pt x="487159" y="62484"/>
                </a:lnTo>
                <a:lnTo>
                  <a:pt x="482587" y="58864"/>
                </a:lnTo>
                <a:lnTo>
                  <a:pt x="476110" y="57150"/>
                </a:lnTo>
                <a:lnTo>
                  <a:pt x="467728" y="57340"/>
                </a:lnTo>
                <a:lnTo>
                  <a:pt x="459790" y="58305"/>
                </a:lnTo>
                <a:lnTo>
                  <a:pt x="425221" y="81407"/>
                </a:lnTo>
                <a:lnTo>
                  <a:pt x="424230" y="83477"/>
                </a:lnTo>
                <a:lnTo>
                  <a:pt x="404050" y="83477"/>
                </a:lnTo>
                <a:lnTo>
                  <a:pt x="404050" y="90627"/>
                </a:lnTo>
                <a:lnTo>
                  <a:pt x="421513" y="90627"/>
                </a:lnTo>
                <a:lnTo>
                  <a:pt x="420573" y="95338"/>
                </a:lnTo>
                <a:lnTo>
                  <a:pt x="420662" y="98488"/>
                </a:lnTo>
                <a:lnTo>
                  <a:pt x="420573" y="140627"/>
                </a:lnTo>
                <a:lnTo>
                  <a:pt x="404050" y="140627"/>
                </a:lnTo>
                <a:lnTo>
                  <a:pt x="404050" y="147777"/>
                </a:lnTo>
                <a:lnTo>
                  <a:pt x="420573" y="147777"/>
                </a:lnTo>
                <a:lnTo>
                  <a:pt x="420573" y="238213"/>
                </a:lnTo>
                <a:lnTo>
                  <a:pt x="420573" y="429958"/>
                </a:lnTo>
                <a:lnTo>
                  <a:pt x="430580" y="429958"/>
                </a:lnTo>
                <a:lnTo>
                  <a:pt x="430580" y="255981"/>
                </a:lnTo>
                <a:lnTo>
                  <a:pt x="432574" y="257556"/>
                </a:lnTo>
                <a:lnTo>
                  <a:pt x="438480" y="259461"/>
                </a:lnTo>
                <a:lnTo>
                  <a:pt x="445719" y="259651"/>
                </a:lnTo>
                <a:lnTo>
                  <a:pt x="454202" y="258699"/>
                </a:lnTo>
                <a:lnTo>
                  <a:pt x="490220" y="235648"/>
                </a:lnTo>
                <a:lnTo>
                  <a:pt x="494868" y="221068"/>
                </a:lnTo>
                <a:lnTo>
                  <a:pt x="494677" y="213829"/>
                </a:lnTo>
                <a:lnTo>
                  <a:pt x="492112" y="208597"/>
                </a:lnTo>
                <a:lnTo>
                  <a:pt x="487159" y="205359"/>
                </a:lnTo>
                <a:lnTo>
                  <a:pt x="482587" y="201739"/>
                </a:lnTo>
                <a:lnTo>
                  <a:pt x="476110" y="200025"/>
                </a:lnTo>
                <a:lnTo>
                  <a:pt x="467728" y="200215"/>
                </a:lnTo>
                <a:lnTo>
                  <a:pt x="459790" y="201180"/>
                </a:lnTo>
                <a:lnTo>
                  <a:pt x="452005" y="203492"/>
                </a:lnTo>
                <a:lnTo>
                  <a:pt x="444360" y="207175"/>
                </a:lnTo>
                <a:lnTo>
                  <a:pt x="436867" y="212217"/>
                </a:lnTo>
                <a:lnTo>
                  <a:pt x="430580" y="217665"/>
                </a:lnTo>
                <a:lnTo>
                  <a:pt x="430580" y="147777"/>
                </a:lnTo>
                <a:lnTo>
                  <a:pt x="515200" y="147777"/>
                </a:lnTo>
                <a:lnTo>
                  <a:pt x="515200" y="140627"/>
                </a:lnTo>
                <a:lnTo>
                  <a:pt x="430580" y="140627"/>
                </a:lnTo>
                <a:lnTo>
                  <a:pt x="430580" y="113106"/>
                </a:lnTo>
                <a:lnTo>
                  <a:pt x="432574" y="114681"/>
                </a:lnTo>
                <a:lnTo>
                  <a:pt x="438480" y="116586"/>
                </a:lnTo>
                <a:lnTo>
                  <a:pt x="445719" y="116776"/>
                </a:lnTo>
                <a:lnTo>
                  <a:pt x="454202" y="115824"/>
                </a:lnTo>
                <a:lnTo>
                  <a:pt x="490220" y="92773"/>
                </a:lnTo>
                <a:lnTo>
                  <a:pt x="491197" y="90627"/>
                </a:lnTo>
                <a:lnTo>
                  <a:pt x="515200" y="90627"/>
                </a:lnTo>
                <a:lnTo>
                  <a:pt x="515200" y="83477"/>
                </a:lnTo>
                <a:close/>
              </a:path>
              <a:path w="833754" h="487679">
                <a:moveTo>
                  <a:pt x="717219" y="26327"/>
                </a:moveTo>
                <a:lnTo>
                  <a:pt x="695883" y="26327"/>
                </a:lnTo>
                <a:lnTo>
                  <a:pt x="696899" y="21043"/>
                </a:lnTo>
                <a:lnTo>
                  <a:pt x="696709" y="13804"/>
                </a:lnTo>
                <a:lnTo>
                  <a:pt x="694131" y="8572"/>
                </a:lnTo>
                <a:lnTo>
                  <a:pt x="689178" y="5334"/>
                </a:lnTo>
                <a:lnTo>
                  <a:pt x="684606" y="1714"/>
                </a:lnTo>
                <a:lnTo>
                  <a:pt x="678129" y="0"/>
                </a:lnTo>
                <a:lnTo>
                  <a:pt x="669747" y="190"/>
                </a:lnTo>
                <a:lnTo>
                  <a:pt x="661822" y="1155"/>
                </a:lnTo>
                <a:lnTo>
                  <a:pt x="627240" y="24257"/>
                </a:lnTo>
                <a:lnTo>
                  <a:pt x="626249" y="26327"/>
                </a:lnTo>
                <a:lnTo>
                  <a:pt x="606082" y="26327"/>
                </a:lnTo>
                <a:lnTo>
                  <a:pt x="606082" y="33477"/>
                </a:lnTo>
                <a:lnTo>
                  <a:pt x="623544" y="33477"/>
                </a:lnTo>
                <a:lnTo>
                  <a:pt x="622604" y="38188"/>
                </a:lnTo>
                <a:lnTo>
                  <a:pt x="622693" y="41338"/>
                </a:lnTo>
                <a:lnTo>
                  <a:pt x="622604" y="83477"/>
                </a:lnTo>
                <a:lnTo>
                  <a:pt x="606082" y="83477"/>
                </a:lnTo>
                <a:lnTo>
                  <a:pt x="606082" y="90627"/>
                </a:lnTo>
                <a:lnTo>
                  <a:pt x="622604" y="90627"/>
                </a:lnTo>
                <a:lnTo>
                  <a:pt x="622604" y="140627"/>
                </a:lnTo>
                <a:lnTo>
                  <a:pt x="606082" y="140627"/>
                </a:lnTo>
                <a:lnTo>
                  <a:pt x="606082" y="147777"/>
                </a:lnTo>
                <a:lnTo>
                  <a:pt x="622604" y="147777"/>
                </a:lnTo>
                <a:lnTo>
                  <a:pt x="622604" y="315658"/>
                </a:lnTo>
                <a:lnTo>
                  <a:pt x="632599" y="315658"/>
                </a:lnTo>
                <a:lnTo>
                  <a:pt x="632599" y="147777"/>
                </a:lnTo>
                <a:lnTo>
                  <a:pt x="717219" y="147777"/>
                </a:lnTo>
                <a:lnTo>
                  <a:pt x="717219" y="140627"/>
                </a:lnTo>
                <a:lnTo>
                  <a:pt x="632599" y="140627"/>
                </a:lnTo>
                <a:lnTo>
                  <a:pt x="632599" y="90627"/>
                </a:lnTo>
                <a:lnTo>
                  <a:pt x="717219" y="90627"/>
                </a:lnTo>
                <a:lnTo>
                  <a:pt x="717219" y="83477"/>
                </a:lnTo>
                <a:lnTo>
                  <a:pt x="632599" y="83477"/>
                </a:lnTo>
                <a:lnTo>
                  <a:pt x="632599" y="55943"/>
                </a:lnTo>
                <a:lnTo>
                  <a:pt x="634606" y="57531"/>
                </a:lnTo>
                <a:lnTo>
                  <a:pt x="640511" y="59436"/>
                </a:lnTo>
                <a:lnTo>
                  <a:pt x="647750" y="59626"/>
                </a:lnTo>
                <a:lnTo>
                  <a:pt x="656234" y="58674"/>
                </a:lnTo>
                <a:lnTo>
                  <a:pt x="692251" y="35623"/>
                </a:lnTo>
                <a:lnTo>
                  <a:pt x="693229" y="33477"/>
                </a:lnTo>
                <a:lnTo>
                  <a:pt x="717219" y="33477"/>
                </a:lnTo>
                <a:lnTo>
                  <a:pt x="717219" y="26327"/>
                </a:lnTo>
                <a:close/>
              </a:path>
              <a:path w="833754" h="487679">
                <a:moveTo>
                  <a:pt x="833234" y="203644"/>
                </a:moveTo>
                <a:lnTo>
                  <a:pt x="824661" y="203644"/>
                </a:lnTo>
                <a:lnTo>
                  <a:pt x="824661" y="435673"/>
                </a:lnTo>
                <a:lnTo>
                  <a:pt x="833234" y="435673"/>
                </a:lnTo>
                <a:lnTo>
                  <a:pt x="833234" y="2036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 txBox="1"/>
          <p:nvPr/>
        </p:nvSpPr>
        <p:spPr>
          <a:xfrm>
            <a:off x="4732577" y="7927784"/>
            <a:ext cx="91186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Bauer Bodoni Std Bold Cond" panose="02070903080706020303" pitchFamily="18" charset="77"/>
                <a:cs typeface="Source Serif 4"/>
              </a:rPr>
              <a:t>doppio</a:t>
            </a:r>
            <a:r>
              <a:rPr sz="900" b="1" spc="-20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900" b="1" spc="-10" dirty="0">
                <a:latin typeface="Bauer Bodoni Std Bold Cond" panose="02070903080706020303" pitchFamily="18" charset="77"/>
                <a:cs typeface="Source Serif 4"/>
              </a:rPr>
              <a:t>movimento</a:t>
            </a:r>
            <a:endParaRPr sz="900" b="1">
              <a:latin typeface="Bauer Bodoni Std Bold Cond" panose="02070903080706020303" pitchFamily="18" charset="77"/>
              <a:cs typeface="Source Serif 4"/>
            </a:endParaRPr>
          </a:p>
        </p:txBody>
      </p:sp>
      <p:grpSp>
        <p:nvGrpSpPr>
          <p:cNvPr id="271" name="object 271"/>
          <p:cNvGrpSpPr/>
          <p:nvPr/>
        </p:nvGrpSpPr>
        <p:grpSpPr>
          <a:xfrm>
            <a:off x="179387" y="7239063"/>
            <a:ext cx="7101840" cy="2933700"/>
            <a:chOff x="179387" y="7239063"/>
            <a:chExt cx="7101840" cy="2933700"/>
          </a:xfrm>
        </p:grpSpPr>
        <p:sp>
          <p:nvSpPr>
            <p:cNvPr id="272" name="object 272"/>
            <p:cNvSpPr/>
            <p:nvPr/>
          </p:nvSpPr>
          <p:spPr>
            <a:xfrm>
              <a:off x="5549290" y="7265831"/>
              <a:ext cx="830580" cy="494665"/>
            </a:xfrm>
            <a:custGeom>
              <a:avLst/>
              <a:gdLst/>
              <a:ahLst/>
              <a:cxnLst/>
              <a:rect l="l" t="t" r="r" b="b"/>
              <a:pathLst>
                <a:path w="830579" h="494665">
                  <a:moveTo>
                    <a:pt x="830440" y="488924"/>
                  </a:moveTo>
                  <a:lnTo>
                    <a:pt x="0" y="488924"/>
                  </a:lnTo>
                  <a:lnTo>
                    <a:pt x="0" y="494639"/>
                  </a:lnTo>
                  <a:lnTo>
                    <a:pt x="830440" y="494639"/>
                  </a:lnTo>
                  <a:lnTo>
                    <a:pt x="830440" y="488924"/>
                  </a:lnTo>
                  <a:close/>
                </a:path>
                <a:path w="830579" h="494665">
                  <a:moveTo>
                    <a:pt x="830440" y="431774"/>
                  </a:moveTo>
                  <a:lnTo>
                    <a:pt x="0" y="431774"/>
                  </a:lnTo>
                  <a:lnTo>
                    <a:pt x="0" y="437489"/>
                  </a:lnTo>
                  <a:lnTo>
                    <a:pt x="830440" y="437489"/>
                  </a:lnTo>
                  <a:lnTo>
                    <a:pt x="830440" y="431774"/>
                  </a:lnTo>
                  <a:close/>
                </a:path>
                <a:path w="830579" h="494665">
                  <a:moveTo>
                    <a:pt x="830440" y="260324"/>
                  </a:moveTo>
                  <a:lnTo>
                    <a:pt x="94145" y="260324"/>
                  </a:lnTo>
                  <a:lnTo>
                    <a:pt x="94145" y="230797"/>
                  </a:lnTo>
                  <a:lnTo>
                    <a:pt x="98425" y="233172"/>
                  </a:lnTo>
                  <a:lnTo>
                    <a:pt x="104140" y="234315"/>
                  </a:lnTo>
                  <a:lnTo>
                    <a:pt x="139204" y="224218"/>
                  </a:lnTo>
                  <a:lnTo>
                    <a:pt x="141859" y="222605"/>
                  </a:lnTo>
                  <a:lnTo>
                    <a:pt x="148577" y="217030"/>
                  </a:lnTo>
                  <a:lnTo>
                    <a:pt x="153581" y="210883"/>
                  </a:lnTo>
                  <a:lnTo>
                    <a:pt x="155600" y="206743"/>
                  </a:lnTo>
                  <a:lnTo>
                    <a:pt x="178765" y="206743"/>
                  </a:lnTo>
                  <a:lnTo>
                    <a:pt x="178765" y="199593"/>
                  </a:lnTo>
                  <a:lnTo>
                    <a:pt x="157848" y="199593"/>
                  </a:lnTo>
                  <a:lnTo>
                    <a:pt x="158432" y="196888"/>
                  </a:lnTo>
                  <a:lnTo>
                    <a:pt x="159194" y="188125"/>
                  </a:lnTo>
                  <a:lnTo>
                    <a:pt x="156324" y="181165"/>
                  </a:lnTo>
                  <a:lnTo>
                    <a:pt x="156248" y="180975"/>
                  </a:lnTo>
                  <a:lnTo>
                    <a:pt x="150723" y="176403"/>
                  </a:lnTo>
                  <a:lnTo>
                    <a:pt x="150723" y="185737"/>
                  </a:lnTo>
                  <a:lnTo>
                    <a:pt x="150723" y="189357"/>
                  </a:lnTo>
                  <a:lnTo>
                    <a:pt x="148717" y="193548"/>
                  </a:lnTo>
                  <a:lnTo>
                    <a:pt x="144716" y="198310"/>
                  </a:lnTo>
                  <a:lnTo>
                    <a:pt x="143230" y="199593"/>
                  </a:lnTo>
                  <a:lnTo>
                    <a:pt x="135001" y="199593"/>
                  </a:lnTo>
                  <a:lnTo>
                    <a:pt x="135001" y="206743"/>
                  </a:lnTo>
                  <a:lnTo>
                    <a:pt x="101854" y="224218"/>
                  </a:lnTo>
                  <a:lnTo>
                    <a:pt x="97853" y="224028"/>
                  </a:lnTo>
                  <a:lnTo>
                    <a:pt x="94145" y="223685"/>
                  </a:lnTo>
                  <a:lnTo>
                    <a:pt x="94145" y="212483"/>
                  </a:lnTo>
                  <a:lnTo>
                    <a:pt x="96431" y="208597"/>
                  </a:lnTo>
                  <a:lnTo>
                    <a:pt x="98132" y="206743"/>
                  </a:lnTo>
                  <a:lnTo>
                    <a:pt x="135001" y="206743"/>
                  </a:lnTo>
                  <a:lnTo>
                    <a:pt x="135001" y="199593"/>
                  </a:lnTo>
                  <a:lnTo>
                    <a:pt x="105829" y="199593"/>
                  </a:lnTo>
                  <a:lnTo>
                    <a:pt x="112331" y="194310"/>
                  </a:lnTo>
                  <a:lnTo>
                    <a:pt x="118148" y="190601"/>
                  </a:lnTo>
                  <a:lnTo>
                    <a:pt x="125577" y="186601"/>
                  </a:lnTo>
                  <a:lnTo>
                    <a:pt x="133197" y="182791"/>
                  </a:lnTo>
                  <a:lnTo>
                    <a:pt x="139865" y="181165"/>
                  </a:lnTo>
                  <a:lnTo>
                    <a:pt x="145580" y="181737"/>
                  </a:lnTo>
                  <a:lnTo>
                    <a:pt x="148437" y="182118"/>
                  </a:lnTo>
                  <a:lnTo>
                    <a:pt x="150152" y="183451"/>
                  </a:lnTo>
                  <a:lnTo>
                    <a:pt x="150723" y="185737"/>
                  </a:lnTo>
                  <a:lnTo>
                    <a:pt x="150723" y="176403"/>
                  </a:lnTo>
                  <a:lnTo>
                    <a:pt x="149580" y="175450"/>
                  </a:lnTo>
                  <a:lnTo>
                    <a:pt x="144437" y="172593"/>
                  </a:lnTo>
                  <a:lnTo>
                    <a:pt x="138620" y="171450"/>
                  </a:lnTo>
                  <a:lnTo>
                    <a:pt x="132143" y="172021"/>
                  </a:lnTo>
                  <a:lnTo>
                    <a:pt x="129070" y="172377"/>
                  </a:lnTo>
                  <a:lnTo>
                    <a:pt x="134213" y="170116"/>
                  </a:lnTo>
                  <a:lnTo>
                    <a:pt x="139204" y="167068"/>
                  </a:lnTo>
                  <a:lnTo>
                    <a:pt x="141859" y="165455"/>
                  </a:lnTo>
                  <a:lnTo>
                    <a:pt x="148577" y="159880"/>
                  </a:lnTo>
                  <a:lnTo>
                    <a:pt x="153581" y="153733"/>
                  </a:lnTo>
                  <a:lnTo>
                    <a:pt x="155600" y="149593"/>
                  </a:lnTo>
                  <a:lnTo>
                    <a:pt x="178765" y="149593"/>
                  </a:lnTo>
                  <a:lnTo>
                    <a:pt x="178765" y="142443"/>
                  </a:lnTo>
                  <a:lnTo>
                    <a:pt x="157848" y="142443"/>
                  </a:lnTo>
                  <a:lnTo>
                    <a:pt x="158432" y="139738"/>
                  </a:lnTo>
                  <a:lnTo>
                    <a:pt x="159194" y="130975"/>
                  </a:lnTo>
                  <a:lnTo>
                    <a:pt x="156324" y="124015"/>
                  </a:lnTo>
                  <a:lnTo>
                    <a:pt x="156248" y="123825"/>
                  </a:lnTo>
                  <a:lnTo>
                    <a:pt x="150723" y="119253"/>
                  </a:lnTo>
                  <a:lnTo>
                    <a:pt x="150723" y="128587"/>
                  </a:lnTo>
                  <a:lnTo>
                    <a:pt x="150723" y="132207"/>
                  </a:lnTo>
                  <a:lnTo>
                    <a:pt x="148717" y="136398"/>
                  </a:lnTo>
                  <a:lnTo>
                    <a:pt x="144716" y="141160"/>
                  </a:lnTo>
                  <a:lnTo>
                    <a:pt x="143230" y="142443"/>
                  </a:lnTo>
                  <a:lnTo>
                    <a:pt x="135001" y="142443"/>
                  </a:lnTo>
                  <a:lnTo>
                    <a:pt x="135001" y="149593"/>
                  </a:lnTo>
                  <a:lnTo>
                    <a:pt x="129578" y="154305"/>
                  </a:lnTo>
                  <a:lnTo>
                    <a:pt x="123863" y="158305"/>
                  </a:lnTo>
                  <a:lnTo>
                    <a:pt x="118148" y="161455"/>
                  </a:lnTo>
                  <a:lnTo>
                    <a:pt x="113334" y="163385"/>
                  </a:lnTo>
                  <a:lnTo>
                    <a:pt x="113334" y="176276"/>
                  </a:lnTo>
                  <a:lnTo>
                    <a:pt x="108254" y="178511"/>
                  </a:lnTo>
                  <a:lnTo>
                    <a:pt x="100711" y="183172"/>
                  </a:lnTo>
                  <a:lnTo>
                    <a:pt x="94145" y="188620"/>
                  </a:lnTo>
                  <a:lnTo>
                    <a:pt x="94145" y="173647"/>
                  </a:lnTo>
                  <a:lnTo>
                    <a:pt x="98425" y="176022"/>
                  </a:lnTo>
                  <a:lnTo>
                    <a:pt x="104140" y="177165"/>
                  </a:lnTo>
                  <a:lnTo>
                    <a:pt x="110426" y="176593"/>
                  </a:lnTo>
                  <a:lnTo>
                    <a:pt x="113334" y="176276"/>
                  </a:lnTo>
                  <a:lnTo>
                    <a:pt x="113334" y="163385"/>
                  </a:lnTo>
                  <a:lnTo>
                    <a:pt x="106718" y="166027"/>
                  </a:lnTo>
                  <a:lnTo>
                    <a:pt x="101854" y="167068"/>
                  </a:lnTo>
                  <a:lnTo>
                    <a:pt x="97853" y="166878"/>
                  </a:lnTo>
                  <a:lnTo>
                    <a:pt x="94145" y="166535"/>
                  </a:lnTo>
                  <a:lnTo>
                    <a:pt x="94145" y="155333"/>
                  </a:lnTo>
                  <a:lnTo>
                    <a:pt x="96431" y="151447"/>
                  </a:lnTo>
                  <a:lnTo>
                    <a:pt x="98132" y="149593"/>
                  </a:lnTo>
                  <a:lnTo>
                    <a:pt x="135001" y="149593"/>
                  </a:lnTo>
                  <a:lnTo>
                    <a:pt x="135001" y="142443"/>
                  </a:lnTo>
                  <a:lnTo>
                    <a:pt x="105829" y="142443"/>
                  </a:lnTo>
                  <a:lnTo>
                    <a:pt x="112331" y="137160"/>
                  </a:lnTo>
                  <a:lnTo>
                    <a:pt x="118148" y="133451"/>
                  </a:lnTo>
                  <a:lnTo>
                    <a:pt x="125577" y="129451"/>
                  </a:lnTo>
                  <a:lnTo>
                    <a:pt x="133197" y="125641"/>
                  </a:lnTo>
                  <a:lnTo>
                    <a:pt x="139865" y="124015"/>
                  </a:lnTo>
                  <a:lnTo>
                    <a:pt x="145580" y="124587"/>
                  </a:lnTo>
                  <a:lnTo>
                    <a:pt x="148437" y="124968"/>
                  </a:lnTo>
                  <a:lnTo>
                    <a:pt x="150152" y="126301"/>
                  </a:lnTo>
                  <a:lnTo>
                    <a:pt x="150723" y="128587"/>
                  </a:lnTo>
                  <a:lnTo>
                    <a:pt x="150723" y="119253"/>
                  </a:lnTo>
                  <a:lnTo>
                    <a:pt x="149580" y="118300"/>
                  </a:lnTo>
                  <a:lnTo>
                    <a:pt x="144437" y="115443"/>
                  </a:lnTo>
                  <a:lnTo>
                    <a:pt x="138620" y="114300"/>
                  </a:lnTo>
                  <a:lnTo>
                    <a:pt x="132143" y="114871"/>
                  </a:lnTo>
                  <a:lnTo>
                    <a:pt x="94145" y="131470"/>
                  </a:lnTo>
                  <a:lnTo>
                    <a:pt x="94145" y="92443"/>
                  </a:lnTo>
                  <a:lnTo>
                    <a:pt x="178765" y="92443"/>
                  </a:lnTo>
                  <a:lnTo>
                    <a:pt x="178765" y="85293"/>
                  </a:lnTo>
                  <a:lnTo>
                    <a:pt x="94145" y="85293"/>
                  </a:lnTo>
                  <a:lnTo>
                    <a:pt x="94145" y="59347"/>
                  </a:lnTo>
                  <a:lnTo>
                    <a:pt x="98425" y="61722"/>
                  </a:lnTo>
                  <a:lnTo>
                    <a:pt x="104140" y="62865"/>
                  </a:lnTo>
                  <a:lnTo>
                    <a:pt x="110426" y="62293"/>
                  </a:lnTo>
                  <a:lnTo>
                    <a:pt x="118503" y="61391"/>
                  </a:lnTo>
                  <a:lnTo>
                    <a:pt x="126428" y="59220"/>
                  </a:lnTo>
                  <a:lnTo>
                    <a:pt x="134213" y="55816"/>
                  </a:lnTo>
                  <a:lnTo>
                    <a:pt x="139204" y="52768"/>
                  </a:lnTo>
                  <a:lnTo>
                    <a:pt x="141859" y="51155"/>
                  </a:lnTo>
                  <a:lnTo>
                    <a:pt x="148577" y="45580"/>
                  </a:lnTo>
                  <a:lnTo>
                    <a:pt x="153581" y="39433"/>
                  </a:lnTo>
                  <a:lnTo>
                    <a:pt x="155600" y="35293"/>
                  </a:lnTo>
                  <a:lnTo>
                    <a:pt x="178765" y="35293"/>
                  </a:lnTo>
                  <a:lnTo>
                    <a:pt x="178765" y="28143"/>
                  </a:lnTo>
                  <a:lnTo>
                    <a:pt x="157848" y="28143"/>
                  </a:lnTo>
                  <a:lnTo>
                    <a:pt x="158432" y="25438"/>
                  </a:lnTo>
                  <a:lnTo>
                    <a:pt x="159194" y="16675"/>
                  </a:lnTo>
                  <a:lnTo>
                    <a:pt x="156324" y="9715"/>
                  </a:lnTo>
                  <a:lnTo>
                    <a:pt x="156248" y="9525"/>
                  </a:lnTo>
                  <a:lnTo>
                    <a:pt x="150723" y="4953"/>
                  </a:lnTo>
                  <a:lnTo>
                    <a:pt x="150723" y="14287"/>
                  </a:lnTo>
                  <a:lnTo>
                    <a:pt x="150723" y="17907"/>
                  </a:lnTo>
                  <a:lnTo>
                    <a:pt x="148717" y="22098"/>
                  </a:lnTo>
                  <a:lnTo>
                    <a:pt x="144716" y="26860"/>
                  </a:lnTo>
                  <a:lnTo>
                    <a:pt x="143230" y="28143"/>
                  </a:lnTo>
                  <a:lnTo>
                    <a:pt x="135001" y="28143"/>
                  </a:lnTo>
                  <a:lnTo>
                    <a:pt x="135001" y="35293"/>
                  </a:lnTo>
                  <a:lnTo>
                    <a:pt x="101854" y="52768"/>
                  </a:lnTo>
                  <a:lnTo>
                    <a:pt x="97853" y="52578"/>
                  </a:lnTo>
                  <a:lnTo>
                    <a:pt x="94145" y="52235"/>
                  </a:lnTo>
                  <a:lnTo>
                    <a:pt x="94145" y="43154"/>
                  </a:lnTo>
                  <a:lnTo>
                    <a:pt x="93167" y="43154"/>
                  </a:lnTo>
                  <a:lnTo>
                    <a:pt x="93357" y="42367"/>
                  </a:lnTo>
                  <a:lnTo>
                    <a:pt x="96431" y="37147"/>
                  </a:lnTo>
                  <a:lnTo>
                    <a:pt x="98132" y="35293"/>
                  </a:lnTo>
                  <a:lnTo>
                    <a:pt x="135001" y="35293"/>
                  </a:lnTo>
                  <a:lnTo>
                    <a:pt x="135001" y="28143"/>
                  </a:lnTo>
                  <a:lnTo>
                    <a:pt x="105829" y="28143"/>
                  </a:lnTo>
                  <a:lnTo>
                    <a:pt x="112331" y="22860"/>
                  </a:lnTo>
                  <a:lnTo>
                    <a:pt x="118148" y="19151"/>
                  </a:lnTo>
                  <a:lnTo>
                    <a:pt x="125577" y="15151"/>
                  </a:lnTo>
                  <a:lnTo>
                    <a:pt x="133197" y="11341"/>
                  </a:lnTo>
                  <a:lnTo>
                    <a:pt x="139865" y="9715"/>
                  </a:lnTo>
                  <a:lnTo>
                    <a:pt x="145580" y="10287"/>
                  </a:lnTo>
                  <a:lnTo>
                    <a:pt x="148437" y="10668"/>
                  </a:lnTo>
                  <a:lnTo>
                    <a:pt x="150152" y="12001"/>
                  </a:lnTo>
                  <a:lnTo>
                    <a:pt x="150723" y="14287"/>
                  </a:lnTo>
                  <a:lnTo>
                    <a:pt x="150723" y="4953"/>
                  </a:lnTo>
                  <a:lnTo>
                    <a:pt x="149580" y="4000"/>
                  </a:lnTo>
                  <a:lnTo>
                    <a:pt x="144437" y="1143"/>
                  </a:lnTo>
                  <a:lnTo>
                    <a:pt x="138620" y="0"/>
                  </a:lnTo>
                  <a:lnTo>
                    <a:pt x="132143" y="571"/>
                  </a:lnTo>
                  <a:lnTo>
                    <a:pt x="94119" y="17183"/>
                  </a:lnTo>
                  <a:lnTo>
                    <a:pt x="86880" y="28143"/>
                  </a:lnTo>
                  <a:lnTo>
                    <a:pt x="67627" y="28143"/>
                  </a:lnTo>
                  <a:lnTo>
                    <a:pt x="67627" y="35293"/>
                  </a:lnTo>
                  <a:lnTo>
                    <a:pt x="84874" y="35293"/>
                  </a:lnTo>
                  <a:lnTo>
                    <a:pt x="84429" y="37439"/>
                  </a:lnTo>
                  <a:lnTo>
                    <a:pt x="83477" y="46202"/>
                  </a:lnTo>
                  <a:lnTo>
                    <a:pt x="84137" y="47802"/>
                  </a:lnTo>
                  <a:lnTo>
                    <a:pt x="84137" y="85293"/>
                  </a:lnTo>
                  <a:lnTo>
                    <a:pt x="67627" y="85293"/>
                  </a:lnTo>
                  <a:lnTo>
                    <a:pt x="67627" y="92443"/>
                  </a:lnTo>
                  <a:lnTo>
                    <a:pt x="84137" y="92443"/>
                  </a:lnTo>
                  <a:lnTo>
                    <a:pt x="84137" y="142443"/>
                  </a:lnTo>
                  <a:lnTo>
                    <a:pt x="67627" y="142443"/>
                  </a:lnTo>
                  <a:lnTo>
                    <a:pt x="67627" y="149593"/>
                  </a:lnTo>
                  <a:lnTo>
                    <a:pt x="84137" y="149593"/>
                  </a:lnTo>
                  <a:lnTo>
                    <a:pt x="84137" y="154432"/>
                  </a:lnTo>
                  <a:lnTo>
                    <a:pt x="83477" y="160502"/>
                  </a:lnTo>
                  <a:lnTo>
                    <a:pt x="84137" y="162102"/>
                  </a:lnTo>
                  <a:lnTo>
                    <a:pt x="84137" y="199593"/>
                  </a:lnTo>
                  <a:lnTo>
                    <a:pt x="67627" y="199593"/>
                  </a:lnTo>
                  <a:lnTo>
                    <a:pt x="67627" y="206743"/>
                  </a:lnTo>
                  <a:lnTo>
                    <a:pt x="84137" y="206743"/>
                  </a:lnTo>
                  <a:lnTo>
                    <a:pt x="84137" y="211582"/>
                  </a:lnTo>
                  <a:lnTo>
                    <a:pt x="83477" y="217652"/>
                  </a:lnTo>
                  <a:lnTo>
                    <a:pt x="84137" y="219252"/>
                  </a:lnTo>
                  <a:lnTo>
                    <a:pt x="84137" y="260324"/>
                  </a:lnTo>
                  <a:lnTo>
                    <a:pt x="0" y="260324"/>
                  </a:lnTo>
                  <a:lnTo>
                    <a:pt x="0" y="266039"/>
                  </a:lnTo>
                  <a:lnTo>
                    <a:pt x="84137" y="266039"/>
                  </a:lnTo>
                  <a:lnTo>
                    <a:pt x="84137" y="317474"/>
                  </a:lnTo>
                  <a:lnTo>
                    <a:pt x="0" y="317474"/>
                  </a:lnTo>
                  <a:lnTo>
                    <a:pt x="0" y="323189"/>
                  </a:lnTo>
                  <a:lnTo>
                    <a:pt x="84137" y="323189"/>
                  </a:lnTo>
                  <a:lnTo>
                    <a:pt x="84137" y="374624"/>
                  </a:lnTo>
                  <a:lnTo>
                    <a:pt x="0" y="374624"/>
                  </a:lnTo>
                  <a:lnTo>
                    <a:pt x="0" y="380339"/>
                  </a:lnTo>
                  <a:lnTo>
                    <a:pt x="84137" y="380339"/>
                  </a:lnTo>
                  <a:lnTo>
                    <a:pt x="84137" y="403199"/>
                  </a:lnTo>
                  <a:lnTo>
                    <a:pt x="94145" y="403199"/>
                  </a:lnTo>
                  <a:lnTo>
                    <a:pt x="94145" y="380339"/>
                  </a:lnTo>
                  <a:lnTo>
                    <a:pt x="830440" y="380339"/>
                  </a:lnTo>
                  <a:lnTo>
                    <a:pt x="830440" y="374624"/>
                  </a:lnTo>
                  <a:lnTo>
                    <a:pt x="94145" y="374624"/>
                  </a:lnTo>
                  <a:lnTo>
                    <a:pt x="94145" y="323189"/>
                  </a:lnTo>
                  <a:lnTo>
                    <a:pt x="830440" y="323189"/>
                  </a:lnTo>
                  <a:lnTo>
                    <a:pt x="830440" y="317474"/>
                  </a:lnTo>
                  <a:lnTo>
                    <a:pt x="94145" y="317474"/>
                  </a:lnTo>
                  <a:lnTo>
                    <a:pt x="94145" y="266039"/>
                  </a:lnTo>
                  <a:lnTo>
                    <a:pt x="830440" y="266039"/>
                  </a:lnTo>
                  <a:lnTo>
                    <a:pt x="830440" y="260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5727735" y="7363503"/>
              <a:ext cx="260985" cy="34290"/>
            </a:xfrm>
            <a:custGeom>
              <a:avLst/>
              <a:gdLst/>
              <a:ahLst/>
              <a:cxnLst/>
              <a:rect l="l" t="t" r="r" b="b"/>
              <a:pathLst>
                <a:path w="260985" h="34290">
                  <a:moveTo>
                    <a:pt x="260897" y="34055"/>
                  </a:moveTo>
                  <a:lnTo>
                    <a:pt x="236644" y="22281"/>
                  </a:lnTo>
                  <a:lnTo>
                    <a:pt x="206819" y="13871"/>
                  </a:lnTo>
                  <a:lnTo>
                    <a:pt x="171420" y="8825"/>
                  </a:lnTo>
                  <a:lnTo>
                    <a:pt x="130448" y="7143"/>
                  </a:lnTo>
                  <a:lnTo>
                    <a:pt x="89476" y="8825"/>
                  </a:lnTo>
                  <a:lnTo>
                    <a:pt x="54077" y="13871"/>
                  </a:lnTo>
                  <a:lnTo>
                    <a:pt x="24252" y="22281"/>
                  </a:lnTo>
                  <a:lnTo>
                    <a:pt x="0" y="34055"/>
                  </a:lnTo>
                  <a:lnTo>
                    <a:pt x="24252" y="19156"/>
                  </a:lnTo>
                  <a:lnTo>
                    <a:pt x="54077" y="8513"/>
                  </a:lnTo>
                  <a:lnTo>
                    <a:pt x="89476" y="2128"/>
                  </a:lnTo>
                  <a:lnTo>
                    <a:pt x="130448" y="0"/>
                  </a:lnTo>
                  <a:lnTo>
                    <a:pt x="171420" y="2128"/>
                  </a:lnTo>
                  <a:lnTo>
                    <a:pt x="206819" y="8513"/>
                  </a:lnTo>
                  <a:lnTo>
                    <a:pt x="236644" y="19156"/>
                  </a:lnTo>
                  <a:lnTo>
                    <a:pt x="260897" y="340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5727735" y="7363503"/>
              <a:ext cx="260985" cy="34290"/>
            </a:xfrm>
            <a:custGeom>
              <a:avLst/>
              <a:gdLst/>
              <a:ahLst/>
              <a:cxnLst/>
              <a:rect l="l" t="t" r="r" b="b"/>
              <a:pathLst>
                <a:path w="260985" h="34290">
                  <a:moveTo>
                    <a:pt x="0" y="34055"/>
                  </a:moveTo>
                  <a:lnTo>
                    <a:pt x="24252" y="22281"/>
                  </a:lnTo>
                  <a:lnTo>
                    <a:pt x="54077" y="13871"/>
                  </a:lnTo>
                  <a:lnTo>
                    <a:pt x="89476" y="8825"/>
                  </a:lnTo>
                  <a:lnTo>
                    <a:pt x="130448" y="7143"/>
                  </a:lnTo>
                  <a:lnTo>
                    <a:pt x="171420" y="8825"/>
                  </a:lnTo>
                  <a:lnTo>
                    <a:pt x="206819" y="13871"/>
                  </a:lnTo>
                  <a:lnTo>
                    <a:pt x="236644" y="22281"/>
                  </a:lnTo>
                  <a:lnTo>
                    <a:pt x="260897" y="34055"/>
                  </a:lnTo>
                  <a:lnTo>
                    <a:pt x="236644" y="19156"/>
                  </a:lnTo>
                  <a:lnTo>
                    <a:pt x="206819" y="8513"/>
                  </a:lnTo>
                  <a:lnTo>
                    <a:pt x="171420" y="2128"/>
                  </a:lnTo>
                  <a:lnTo>
                    <a:pt x="130448" y="0"/>
                  </a:lnTo>
                  <a:lnTo>
                    <a:pt x="89476" y="2128"/>
                  </a:lnTo>
                  <a:lnTo>
                    <a:pt x="54077" y="8513"/>
                  </a:lnTo>
                  <a:lnTo>
                    <a:pt x="24252" y="19156"/>
                  </a:lnTo>
                  <a:lnTo>
                    <a:pt x="0" y="34055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5727735" y="7483284"/>
              <a:ext cx="260985" cy="34290"/>
            </a:xfrm>
            <a:custGeom>
              <a:avLst/>
              <a:gdLst/>
              <a:ahLst/>
              <a:cxnLst/>
              <a:rect l="l" t="t" r="r" b="b"/>
              <a:pathLst>
                <a:path w="260985" h="34290">
                  <a:moveTo>
                    <a:pt x="130448" y="34055"/>
                  </a:moveTo>
                  <a:lnTo>
                    <a:pt x="89476" y="31927"/>
                  </a:lnTo>
                  <a:lnTo>
                    <a:pt x="54077" y="25541"/>
                  </a:lnTo>
                  <a:lnTo>
                    <a:pt x="24252" y="14899"/>
                  </a:lnTo>
                  <a:lnTo>
                    <a:pt x="0" y="0"/>
                  </a:lnTo>
                  <a:lnTo>
                    <a:pt x="24252" y="11773"/>
                  </a:lnTo>
                  <a:lnTo>
                    <a:pt x="54077" y="20183"/>
                  </a:lnTo>
                  <a:lnTo>
                    <a:pt x="89476" y="25229"/>
                  </a:lnTo>
                  <a:lnTo>
                    <a:pt x="130448" y="26911"/>
                  </a:lnTo>
                  <a:lnTo>
                    <a:pt x="171420" y="25229"/>
                  </a:lnTo>
                  <a:lnTo>
                    <a:pt x="206819" y="20183"/>
                  </a:lnTo>
                  <a:lnTo>
                    <a:pt x="236644" y="11773"/>
                  </a:lnTo>
                  <a:lnTo>
                    <a:pt x="260897" y="0"/>
                  </a:lnTo>
                  <a:lnTo>
                    <a:pt x="236644" y="14899"/>
                  </a:lnTo>
                  <a:lnTo>
                    <a:pt x="206819" y="25541"/>
                  </a:lnTo>
                  <a:lnTo>
                    <a:pt x="171420" y="31927"/>
                  </a:lnTo>
                  <a:lnTo>
                    <a:pt x="130448" y="340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5727735" y="7483284"/>
              <a:ext cx="260985" cy="34290"/>
            </a:xfrm>
            <a:custGeom>
              <a:avLst/>
              <a:gdLst/>
              <a:ahLst/>
              <a:cxnLst/>
              <a:rect l="l" t="t" r="r" b="b"/>
              <a:pathLst>
                <a:path w="260985" h="34290">
                  <a:moveTo>
                    <a:pt x="0" y="0"/>
                  </a:moveTo>
                  <a:lnTo>
                    <a:pt x="24252" y="14899"/>
                  </a:lnTo>
                  <a:lnTo>
                    <a:pt x="54077" y="25541"/>
                  </a:lnTo>
                  <a:lnTo>
                    <a:pt x="89476" y="31927"/>
                  </a:lnTo>
                  <a:lnTo>
                    <a:pt x="130448" y="34055"/>
                  </a:lnTo>
                  <a:lnTo>
                    <a:pt x="171420" y="31927"/>
                  </a:lnTo>
                  <a:lnTo>
                    <a:pt x="206819" y="25541"/>
                  </a:lnTo>
                  <a:lnTo>
                    <a:pt x="236644" y="14899"/>
                  </a:lnTo>
                  <a:lnTo>
                    <a:pt x="260897" y="0"/>
                  </a:lnTo>
                  <a:lnTo>
                    <a:pt x="236644" y="11773"/>
                  </a:lnTo>
                  <a:lnTo>
                    <a:pt x="206819" y="20183"/>
                  </a:lnTo>
                  <a:lnTo>
                    <a:pt x="171420" y="25229"/>
                  </a:lnTo>
                  <a:lnTo>
                    <a:pt x="130448" y="26911"/>
                  </a:lnTo>
                  <a:lnTo>
                    <a:pt x="89476" y="25229"/>
                  </a:lnTo>
                  <a:lnTo>
                    <a:pt x="54077" y="20183"/>
                  </a:lnTo>
                  <a:lnTo>
                    <a:pt x="24252" y="11773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5992114" y="7239073"/>
              <a:ext cx="1276350" cy="573405"/>
            </a:xfrm>
            <a:custGeom>
              <a:avLst/>
              <a:gdLst/>
              <a:ahLst/>
              <a:cxnLst/>
              <a:rect l="l" t="t" r="r" b="b"/>
              <a:pathLst>
                <a:path w="1276350" h="573404">
                  <a:moveTo>
                    <a:pt x="111137" y="112052"/>
                  </a:moveTo>
                  <a:lnTo>
                    <a:pt x="64528" y="112052"/>
                  </a:lnTo>
                  <a:lnTo>
                    <a:pt x="66598" y="111150"/>
                  </a:lnTo>
                  <a:lnTo>
                    <a:pt x="71577" y="108102"/>
                  </a:lnTo>
                  <a:lnTo>
                    <a:pt x="91567" y="72009"/>
                  </a:lnTo>
                  <a:lnTo>
                    <a:pt x="88696" y="65049"/>
                  </a:lnTo>
                  <a:lnTo>
                    <a:pt x="88620" y="64858"/>
                  </a:lnTo>
                  <a:lnTo>
                    <a:pt x="83096" y="60286"/>
                  </a:lnTo>
                  <a:lnTo>
                    <a:pt x="83096" y="69621"/>
                  </a:lnTo>
                  <a:lnTo>
                    <a:pt x="83096" y="73240"/>
                  </a:lnTo>
                  <a:lnTo>
                    <a:pt x="50520" y="102489"/>
                  </a:lnTo>
                  <a:lnTo>
                    <a:pt x="34226" y="108102"/>
                  </a:lnTo>
                  <a:lnTo>
                    <a:pt x="30226" y="107911"/>
                  </a:lnTo>
                  <a:lnTo>
                    <a:pt x="26517" y="107569"/>
                  </a:lnTo>
                  <a:lnTo>
                    <a:pt x="26517" y="98488"/>
                  </a:lnTo>
                  <a:lnTo>
                    <a:pt x="25539" y="98488"/>
                  </a:lnTo>
                  <a:lnTo>
                    <a:pt x="57950" y="70485"/>
                  </a:lnTo>
                  <a:lnTo>
                    <a:pt x="72237" y="65049"/>
                  </a:lnTo>
                  <a:lnTo>
                    <a:pt x="77952" y="65620"/>
                  </a:lnTo>
                  <a:lnTo>
                    <a:pt x="80810" y="66001"/>
                  </a:lnTo>
                  <a:lnTo>
                    <a:pt x="82524" y="67335"/>
                  </a:lnTo>
                  <a:lnTo>
                    <a:pt x="83096" y="69621"/>
                  </a:lnTo>
                  <a:lnTo>
                    <a:pt x="83096" y="60286"/>
                  </a:lnTo>
                  <a:lnTo>
                    <a:pt x="81953" y="59334"/>
                  </a:lnTo>
                  <a:lnTo>
                    <a:pt x="76809" y="56476"/>
                  </a:lnTo>
                  <a:lnTo>
                    <a:pt x="70993" y="55333"/>
                  </a:lnTo>
                  <a:lnTo>
                    <a:pt x="64516" y="55905"/>
                  </a:lnTo>
                  <a:lnTo>
                    <a:pt x="26492" y="72517"/>
                  </a:lnTo>
                  <a:lnTo>
                    <a:pt x="15849" y="101536"/>
                  </a:lnTo>
                  <a:lnTo>
                    <a:pt x="16510" y="103136"/>
                  </a:lnTo>
                  <a:lnTo>
                    <a:pt x="16510" y="112052"/>
                  </a:lnTo>
                  <a:lnTo>
                    <a:pt x="0" y="112052"/>
                  </a:lnTo>
                  <a:lnTo>
                    <a:pt x="0" y="119202"/>
                  </a:lnTo>
                  <a:lnTo>
                    <a:pt x="16510" y="119202"/>
                  </a:lnTo>
                  <a:lnTo>
                    <a:pt x="16510" y="169202"/>
                  </a:lnTo>
                  <a:lnTo>
                    <a:pt x="0" y="169202"/>
                  </a:lnTo>
                  <a:lnTo>
                    <a:pt x="0" y="176352"/>
                  </a:lnTo>
                  <a:lnTo>
                    <a:pt x="16510" y="176352"/>
                  </a:lnTo>
                  <a:lnTo>
                    <a:pt x="16510" y="181190"/>
                  </a:lnTo>
                  <a:lnTo>
                    <a:pt x="15849" y="187261"/>
                  </a:lnTo>
                  <a:lnTo>
                    <a:pt x="16510" y="188861"/>
                  </a:lnTo>
                  <a:lnTo>
                    <a:pt x="16510" y="226352"/>
                  </a:lnTo>
                  <a:lnTo>
                    <a:pt x="0" y="226352"/>
                  </a:lnTo>
                  <a:lnTo>
                    <a:pt x="0" y="233502"/>
                  </a:lnTo>
                  <a:lnTo>
                    <a:pt x="16510" y="233502"/>
                  </a:lnTo>
                  <a:lnTo>
                    <a:pt x="16510" y="238340"/>
                  </a:lnTo>
                  <a:lnTo>
                    <a:pt x="15849" y="244411"/>
                  </a:lnTo>
                  <a:lnTo>
                    <a:pt x="16510" y="246011"/>
                  </a:lnTo>
                  <a:lnTo>
                    <a:pt x="16510" y="429958"/>
                  </a:lnTo>
                  <a:lnTo>
                    <a:pt x="26517" y="429958"/>
                  </a:lnTo>
                  <a:lnTo>
                    <a:pt x="26517" y="257556"/>
                  </a:lnTo>
                  <a:lnTo>
                    <a:pt x="30797" y="259930"/>
                  </a:lnTo>
                  <a:lnTo>
                    <a:pt x="36512" y="261073"/>
                  </a:lnTo>
                  <a:lnTo>
                    <a:pt x="42799" y="260502"/>
                  </a:lnTo>
                  <a:lnTo>
                    <a:pt x="50876" y="259600"/>
                  </a:lnTo>
                  <a:lnTo>
                    <a:pt x="58801" y="257429"/>
                  </a:lnTo>
                  <a:lnTo>
                    <a:pt x="66598" y="254025"/>
                  </a:lnTo>
                  <a:lnTo>
                    <a:pt x="71577" y="250977"/>
                  </a:lnTo>
                  <a:lnTo>
                    <a:pt x="74231" y="249364"/>
                  </a:lnTo>
                  <a:lnTo>
                    <a:pt x="80949" y="243789"/>
                  </a:lnTo>
                  <a:lnTo>
                    <a:pt x="85953" y="237642"/>
                  </a:lnTo>
                  <a:lnTo>
                    <a:pt x="87972" y="233502"/>
                  </a:lnTo>
                  <a:lnTo>
                    <a:pt x="111137" y="233502"/>
                  </a:lnTo>
                  <a:lnTo>
                    <a:pt x="111137" y="226352"/>
                  </a:lnTo>
                  <a:lnTo>
                    <a:pt x="90220" y="226352"/>
                  </a:lnTo>
                  <a:lnTo>
                    <a:pt x="90805" y="223647"/>
                  </a:lnTo>
                  <a:lnTo>
                    <a:pt x="91567" y="214884"/>
                  </a:lnTo>
                  <a:lnTo>
                    <a:pt x="88696" y="207924"/>
                  </a:lnTo>
                  <a:lnTo>
                    <a:pt x="88620" y="207733"/>
                  </a:lnTo>
                  <a:lnTo>
                    <a:pt x="83096" y="203161"/>
                  </a:lnTo>
                  <a:lnTo>
                    <a:pt x="83096" y="212496"/>
                  </a:lnTo>
                  <a:lnTo>
                    <a:pt x="83096" y="216115"/>
                  </a:lnTo>
                  <a:lnTo>
                    <a:pt x="81089" y="220306"/>
                  </a:lnTo>
                  <a:lnTo>
                    <a:pt x="77089" y="225069"/>
                  </a:lnTo>
                  <a:lnTo>
                    <a:pt x="75603" y="226352"/>
                  </a:lnTo>
                  <a:lnTo>
                    <a:pt x="67373" y="226352"/>
                  </a:lnTo>
                  <a:lnTo>
                    <a:pt x="67373" y="233502"/>
                  </a:lnTo>
                  <a:lnTo>
                    <a:pt x="34226" y="250977"/>
                  </a:lnTo>
                  <a:lnTo>
                    <a:pt x="30226" y="250786"/>
                  </a:lnTo>
                  <a:lnTo>
                    <a:pt x="26517" y="250444"/>
                  </a:lnTo>
                  <a:lnTo>
                    <a:pt x="26517" y="239242"/>
                  </a:lnTo>
                  <a:lnTo>
                    <a:pt x="28803" y="235356"/>
                  </a:lnTo>
                  <a:lnTo>
                    <a:pt x="30505" y="233502"/>
                  </a:lnTo>
                  <a:lnTo>
                    <a:pt x="67373" y="233502"/>
                  </a:lnTo>
                  <a:lnTo>
                    <a:pt x="67373" y="226352"/>
                  </a:lnTo>
                  <a:lnTo>
                    <a:pt x="38201" y="226352"/>
                  </a:lnTo>
                  <a:lnTo>
                    <a:pt x="44704" y="221068"/>
                  </a:lnTo>
                  <a:lnTo>
                    <a:pt x="50520" y="217360"/>
                  </a:lnTo>
                  <a:lnTo>
                    <a:pt x="57950" y="213360"/>
                  </a:lnTo>
                  <a:lnTo>
                    <a:pt x="65570" y="209550"/>
                  </a:lnTo>
                  <a:lnTo>
                    <a:pt x="72237" y="207924"/>
                  </a:lnTo>
                  <a:lnTo>
                    <a:pt x="77952" y="208495"/>
                  </a:lnTo>
                  <a:lnTo>
                    <a:pt x="80810" y="208876"/>
                  </a:lnTo>
                  <a:lnTo>
                    <a:pt x="82524" y="210210"/>
                  </a:lnTo>
                  <a:lnTo>
                    <a:pt x="83096" y="212496"/>
                  </a:lnTo>
                  <a:lnTo>
                    <a:pt x="83096" y="203161"/>
                  </a:lnTo>
                  <a:lnTo>
                    <a:pt x="81953" y="202209"/>
                  </a:lnTo>
                  <a:lnTo>
                    <a:pt x="76809" y="199351"/>
                  </a:lnTo>
                  <a:lnTo>
                    <a:pt x="70993" y="198208"/>
                  </a:lnTo>
                  <a:lnTo>
                    <a:pt x="64516" y="198780"/>
                  </a:lnTo>
                  <a:lnTo>
                    <a:pt x="61442" y="199136"/>
                  </a:lnTo>
                  <a:lnTo>
                    <a:pt x="66598" y="196875"/>
                  </a:lnTo>
                  <a:lnTo>
                    <a:pt x="71577" y="193827"/>
                  </a:lnTo>
                  <a:lnTo>
                    <a:pt x="74231" y="192214"/>
                  </a:lnTo>
                  <a:lnTo>
                    <a:pt x="80949" y="186639"/>
                  </a:lnTo>
                  <a:lnTo>
                    <a:pt x="85953" y="180492"/>
                  </a:lnTo>
                  <a:lnTo>
                    <a:pt x="87972" y="176352"/>
                  </a:lnTo>
                  <a:lnTo>
                    <a:pt x="111137" y="176352"/>
                  </a:lnTo>
                  <a:lnTo>
                    <a:pt x="111137" y="169202"/>
                  </a:lnTo>
                  <a:lnTo>
                    <a:pt x="90220" y="169202"/>
                  </a:lnTo>
                  <a:lnTo>
                    <a:pt x="90805" y="166497"/>
                  </a:lnTo>
                  <a:lnTo>
                    <a:pt x="91567" y="157734"/>
                  </a:lnTo>
                  <a:lnTo>
                    <a:pt x="88696" y="150774"/>
                  </a:lnTo>
                  <a:lnTo>
                    <a:pt x="88620" y="150583"/>
                  </a:lnTo>
                  <a:lnTo>
                    <a:pt x="83096" y="146011"/>
                  </a:lnTo>
                  <a:lnTo>
                    <a:pt x="83096" y="155346"/>
                  </a:lnTo>
                  <a:lnTo>
                    <a:pt x="83096" y="158965"/>
                  </a:lnTo>
                  <a:lnTo>
                    <a:pt x="81089" y="163156"/>
                  </a:lnTo>
                  <a:lnTo>
                    <a:pt x="77089" y="167919"/>
                  </a:lnTo>
                  <a:lnTo>
                    <a:pt x="75603" y="169202"/>
                  </a:lnTo>
                  <a:lnTo>
                    <a:pt x="67373" y="169202"/>
                  </a:lnTo>
                  <a:lnTo>
                    <a:pt x="67373" y="176352"/>
                  </a:lnTo>
                  <a:lnTo>
                    <a:pt x="61950" y="181063"/>
                  </a:lnTo>
                  <a:lnTo>
                    <a:pt x="56235" y="185064"/>
                  </a:lnTo>
                  <a:lnTo>
                    <a:pt x="50520" y="188214"/>
                  </a:lnTo>
                  <a:lnTo>
                    <a:pt x="45707" y="190144"/>
                  </a:lnTo>
                  <a:lnTo>
                    <a:pt x="45707" y="203034"/>
                  </a:lnTo>
                  <a:lnTo>
                    <a:pt x="40627" y="205270"/>
                  </a:lnTo>
                  <a:lnTo>
                    <a:pt x="33083" y="209931"/>
                  </a:lnTo>
                  <a:lnTo>
                    <a:pt x="26517" y="215379"/>
                  </a:lnTo>
                  <a:lnTo>
                    <a:pt x="26517" y="200406"/>
                  </a:lnTo>
                  <a:lnTo>
                    <a:pt x="30797" y="202780"/>
                  </a:lnTo>
                  <a:lnTo>
                    <a:pt x="36512" y="203923"/>
                  </a:lnTo>
                  <a:lnTo>
                    <a:pt x="42799" y="203352"/>
                  </a:lnTo>
                  <a:lnTo>
                    <a:pt x="45707" y="203034"/>
                  </a:lnTo>
                  <a:lnTo>
                    <a:pt x="45707" y="190144"/>
                  </a:lnTo>
                  <a:lnTo>
                    <a:pt x="39090" y="192786"/>
                  </a:lnTo>
                  <a:lnTo>
                    <a:pt x="34226" y="193827"/>
                  </a:lnTo>
                  <a:lnTo>
                    <a:pt x="30226" y="193636"/>
                  </a:lnTo>
                  <a:lnTo>
                    <a:pt x="26517" y="193294"/>
                  </a:lnTo>
                  <a:lnTo>
                    <a:pt x="26517" y="182092"/>
                  </a:lnTo>
                  <a:lnTo>
                    <a:pt x="28803" y="178206"/>
                  </a:lnTo>
                  <a:lnTo>
                    <a:pt x="30505" y="176352"/>
                  </a:lnTo>
                  <a:lnTo>
                    <a:pt x="67373" y="176352"/>
                  </a:lnTo>
                  <a:lnTo>
                    <a:pt x="67373" y="169202"/>
                  </a:lnTo>
                  <a:lnTo>
                    <a:pt x="38201" y="169202"/>
                  </a:lnTo>
                  <a:lnTo>
                    <a:pt x="44704" y="163918"/>
                  </a:lnTo>
                  <a:lnTo>
                    <a:pt x="50520" y="160210"/>
                  </a:lnTo>
                  <a:lnTo>
                    <a:pt x="57950" y="156210"/>
                  </a:lnTo>
                  <a:lnTo>
                    <a:pt x="65570" y="152400"/>
                  </a:lnTo>
                  <a:lnTo>
                    <a:pt x="72237" y="150774"/>
                  </a:lnTo>
                  <a:lnTo>
                    <a:pt x="77952" y="151345"/>
                  </a:lnTo>
                  <a:lnTo>
                    <a:pt x="80810" y="151726"/>
                  </a:lnTo>
                  <a:lnTo>
                    <a:pt x="82524" y="153060"/>
                  </a:lnTo>
                  <a:lnTo>
                    <a:pt x="83096" y="155346"/>
                  </a:lnTo>
                  <a:lnTo>
                    <a:pt x="83096" y="146011"/>
                  </a:lnTo>
                  <a:lnTo>
                    <a:pt x="81953" y="145059"/>
                  </a:lnTo>
                  <a:lnTo>
                    <a:pt x="76809" y="142201"/>
                  </a:lnTo>
                  <a:lnTo>
                    <a:pt x="70993" y="141058"/>
                  </a:lnTo>
                  <a:lnTo>
                    <a:pt x="64516" y="141630"/>
                  </a:lnTo>
                  <a:lnTo>
                    <a:pt x="26517" y="158229"/>
                  </a:lnTo>
                  <a:lnTo>
                    <a:pt x="26517" y="119202"/>
                  </a:lnTo>
                  <a:lnTo>
                    <a:pt x="111137" y="119202"/>
                  </a:lnTo>
                  <a:lnTo>
                    <a:pt x="111137" y="112052"/>
                  </a:lnTo>
                  <a:close/>
                </a:path>
                <a:path w="1276350" h="573404">
                  <a:moveTo>
                    <a:pt x="1275778" y="287083"/>
                  </a:moveTo>
                  <a:lnTo>
                    <a:pt x="1087843" y="287083"/>
                  </a:lnTo>
                  <a:lnTo>
                    <a:pt x="1087843" y="184213"/>
                  </a:lnTo>
                  <a:lnTo>
                    <a:pt x="1077849" y="184213"/>
                  </a:lnTo>
                  <a:lnTo>
                    <a:pt x="1077849" y="515683"/>
                  </a:lnTo>
                  <a:lnTo>
                    <a:pt x="885812" y="515683"/>
                  </a:lnTo>
                  <a:lnTo>
                    <a:pt x="885812" y="464248"/>
                  </a:lnTo>
                  <a:lnTo>
                    <a:pt x="1077849" y="464248"/>
                  </a:lnTo>
                  <a:lnTo>
                    <a:pt x="1077849" y="458533"/>
                  </a:lnTo>
                  <a:lnTo>
                    <a:pt x="885812" y="458533"/>
                  </a:lnTo>
                  <a:lnTo>
                    <a:pt x="885812" y="407098"/>
                  </a:lnTo>
                  <a:lnTo>
                    <a:pt x="1077849" y="407098"/>
                  </a:lnTo>
                  <a:lnTo>
                    <a:pt x="1077849" y="401383"/>
                  </a:lnTo>
                  <a:lnTo>
                    <a:pt x="885812" y="401383"/>
                  </a:lnTo>
                  <a:lnTo>
                    <a:pt x="885812" y="370268"/>
                  </a:lnTo>
                  <a:lnTo>
                    <a:pt x="887818" y="371856"/>
                  </a:lnTo>
                  <a:lnTo>
                    <a:pt x="893724" y="373761"/>
                  </a:lnTo>
                  <a:lnTo>
                    <a:pt x="933818" y="362229"/>
                  </a:lnTo>
                  <a:lnTo>
                    <a:pt x="945464" y="349948"/>
                  </a:lnTo>
                  <a:lnTo>
                    <a:pt x="1077849" y="349948"/>
                  </a:lnTo>
                  <a:lnTo>
                    <a:pt x="1077849" y="344233"/>
                  </a:lnTo>
                  <a:lnTo>
                    <a:pt x="948067" y="344233"/>
                  </a:lnTo>
                  <a:lnTo>
                    <a:pt x="948664" y="342938"/>
                  </a:lnTo>
                  <a:lnTo>
                    <a:pt x="950112" y="335368"/>
                  </a:lnTo>
                  <a:lnTo>
                    <a:pt x="949921" y="328129"/>
                  </a:lnTo>
                  <a:lnTo>
                    <a:pt x="947343" y="322897"/>
                  </a:lnTo>
                  <a:lnTo>
                    <a:pt x="942390" y="319659"/>
                  </a:lnTo>
                  <a:lnTo>
                    <a:pt x="937818" y="316039"/>
                  </a:lnTo>
                  <a:lnTo>
                    <a:pt x="931341" y="314325"/>
                  </a:lnTo>
                  <a:lnTo>
                    <a:pt x="922959" y="314515"/>
                  </a:lnTo>
                  <a:lnTo>
                    <a:pt x="915035" y="315480"/>
                  </a:lnTo>
                  <a:lnTo>
                    <a:pt x="907249" y="317792"/>
                  </a:lnTo>
                  <a:lnTo>
                    <a:pt x="899604" y="321475"/>
                  </a:lnTo>
                  <a:lnTo>
                    <a:pt x="892098" y="326517"/>
                  </a:lnTo>
                  <a:lnTo>
                    <a:pt x="885812" y="331978"/>
                  </a:lnTo>
                  <a:lnTo>
                    <a:pt x="885812" y="292798"/>
                  </a:lnTo>
                  <a:lnTo>
                    <a:pt x="1077849" y="292798"/>
                  </a:lnTo>
                  <a:lnTo>
                    <a:pt x="1077849" y="287083"/>
                  </a:lnTo>
                  <a:lnTo>
                    <a:pt x="885812" y="287083"/>
                  </a:lnTo>
                  <a:lnTo>
                    <a:pt x="885812" y="255968"/>
                  </a:lnTo>
                  <a:lnTo>
                    <a:pt x="887818" y="257556"/>
                  </a:lnTo>
                  <a:lnTo>
                    <a:pt x="893724" y="259461"/>
                  </a:lnTo>
                  <a:lnTo>
                    <a:pt x="900963" y="259651"/>
                  </a:lnTo>
                  <a:lnTo>
                    <a:pt x="909447" y="258699"/>
                  </a:lnTo>
                  <a:lnTo>
                    <a:pt x="945464" y="235648"/>
                  </a:lnTo>
                  <a:lnTo>
                    <a:pt x="946442" y="233502"/>
                  </a:lnTo>
                  <a:lnTo>
                    <a:pt x="970432" y="233502"/>
                  </a:lnTo>
                  <a:lnTo>
                    <a:pt x="970432" y="226352"/>
                  </a:lnTo>
                  <a:lnTo>
                    <a:pt x="949096" y="226352"/>
                  </a:lnTo>
                  <a:lnTo>
                    <a:pt x="950112" y="221068"/>
                  </a:lnTo>
                  <a:lnTo>
                    <a:pt x="949921" y="213829"/>
                  </a:lnTo>
                  <a:lnTo>
                    <a:pt x="947343" y="208597"/>
                  </a:lnTo>
                  <a:lnTo>
                    <a:pt x="942390" y="205359"/>
                  </a:lnTo>
                  <a:lnTo>
                    <a:pt x="937818" y="201739"/>
                  </a:lnTo>
                  <a:lnTo>
                    <a:pt x="931341" y="200025"/>
                  </a:lnTo>
                  <a:lnTo>
                    <a:pt x="922959" y="200215"/>
                  </a:lnTo>
                  <a:lnTo>
                    <a:pt x="915035" y="201180"/>
                  </a:lnTo>
                  <a:lnTo>
                    <a:pt x="907249" y="203492"/>
                  </a:lnTo>
                  <a:lnTo>
                    <a:pt x="899604" y="207175"/>
                  </a:lnTo>
                  <a:lnTo>
                    <a:pt x="892098" y="212217"/>
                  </a:lnTo>
                  <a:lnTo>
                    <a:pt x="885812" y="217678"/>
                  </a:lnTo>
                  <a:lnTo>
                    <a:pt x="885812" y="176352"/>
                  </a:lnTo>
                  <a:lnTo>
                    <a:pt x="970432" y="176352"/>
                  </a:lnTo>
                  <a:lnTo>
                    <a:pt x="970432" y="169202"/>
                  </a:lnTo>
                  <a:lnTo>
                    <a:pt x="921156" y="169202"/>
                  </a:lnTo>
                  <a:lnTo>
                    <a:pt x="925868" y="167119"/>
                  </a:lnTo>
                  <a:lnTo>
                    <a:pt x="950112" y="135343"/>
                  </a:lnTo>
                  <a:lnTo>
                    <a:pt x="949921" y="128104"/>
                  </a:lnTo>
                  <a:lnTo>
                    <a:pt x="947343" y="122872"/>
                  </a:lnTo>
                  <a:lnTo>
                    <a:pt x="942390" y="119634"/>
                  </a:lnTo>
                  <a:lnTo>
                    <a:pt x="937818" y="116014"/>
                  </a:lnTo>
                  <a:lnTo>
                    <a:pt x="931341" y="114300"/>
                  </a:lnTo>
                  <a:lnTo>
                    <a:pt x="922959" y="114490"/>
                  </a:lnTo>
                  <a:lnTo>
                    <a:pt x="915035" y="115455"/>
                  </a:lnTo>
                  <a:lnTo>
                    <a:pt x="880452" y="138557"/>
                  </a:lnTo>
                  <a:lnTo>
                    <a:pt x="875817" y="152488"/>
                  </a:lnTo>
                  <a:lnTo>
                    <a:pt x="875906" y="155638"/>
                  </a:lnTo>
                  <a:lnTo>
                    <a:pt x="875817" y="169202"/>
                  </a:lnTo>
                  <a:lnTo>
                    <a:pt x="859294" y="169202"/>
                  </a:lnTo>
                  <a:lnTo>
                    <a:pt x="859294" y="176352"/>
                  </a:lnTo>
                  <a:lnTo>
                    <a:pt x="875817" y="176352"/>
                  </a:lnTo>
                  <a:lnTo>
                    <a:pt x="875817" y="226352"/>
                  </a:lnTo>
                  <a:lnTo>
                    <a:pt x="859294" y="226352"/>
                  </a:lnTo>
                  <a:lnTo>
                    <a:pt x="859294" y="233502"/>
                  </a:lnTo>
                  <a:lnTo>
                    <a:pt x="875817" y="233502"/>
                  </a:lnTo>
                  <a:lnTo>
                    <a:pt x="875817" y="238213"/>
                  </a:lnTo>
                  <a:lnTo>
                    <a:pt x="875817" y="287083"/>
                  </a:lnTo>
                  <a:lnTo>
                    <a:pt x="875817" y="515683"/>
                  </a:lnTo>
                  <a:lnTo>
                    <a:pt x="400316" y="515683"/>
                  </a:lnTo>
                  <a:lnTo>
                    <a:pt x="400316" y="464248"/>
                  </a:lnTo>
                  <a:lnTo>
                    <a:pt x="875817" y="464248"/>
                  </a:lnTo>
                  <a:lnTo>
                    <a:pt x="875817" y="458533"/>
                  </a:lnTo>
                  <a:lnTo>
                    <a:pt x="400316" y="458533"/>
                  </a:lnTo>
                  <a:lnTo>
                    <a:pt x="400316" y="407098"/>
                  </a:lnTo>
                  <a:lnTo>
                    <a:pt x="673785" y="407098"/>
                  </a:lnTo>
                  <a:lnTo>
                    <a:pt x="673785" y="429958"/>
                  </a:lnTo>
                  <a:lnTo>
                    <a:pt x="683780" y="429958"/>
                  </a:lnTo>
                  <a:lnTo>
                    <a:pt x="683780" y="407098"/>
                  </a:lnTo>
                  <a:lnTo>
                    <a:pt x="875817" y="407098"/>
                  </a:lnTo>
                  <a:lnTo>
                    <a:pt x="875817" y="401383"/>
                  </a:lnTo>
                  <a:lnTo>
                    <a:pt x="683780" y="401383"/>
                  </a:lnTo>
                  <a:lnTo>
                    <a:pt x="683780" y="349948"/>
                  </a:lnTo>
                  <a:lnTo>
                    <a:pt x="875817" y="349948"/>
                  </a:lnTo>
                  <a:lnTo>
                    <a:pt x="875817" y="344233"/>
                  </a:lnTo>
                  <a:lnTo>
                    <a:pt x="683780" y="344233"/>
                  </a:lnTo>
                  <a:lnTo>
                    <a:pt x="683780" y="292798"/>
                  </a:lnTo>
                  <a:lnTo>
                    <a:pt x="875817" y="292798"/>
                  </a:lnTo>
                  <a:lnTo>
                    <a:pt x="875817" y="287083"/>
                  </a:lnTo>
                  <a:lnTo>
                    <a:pt x="683780" y="287083"/>
                  </a:lnTo>
                  <a:lnTo>
                    <a:pt x="683780" y="255968"/>
                  </a:lnTo>
                  <a:lnTo>
                    <a:pt x="685787" y="257556"/>
                  </a:lnTo>
                  <a:lnTo>
                    <a:pt x="691692" y="259461"/>
                  </a:lnTo>
                  <a:lnTo>
                    <a:pt x="731786" y="247929"/>
                  </a:lnTo>
                  <a:lnTo>
                    <a:pt x="744410" y="233502"/>
                  </a:lnTo>
                  <a:lnTo>
                    <a:pt x="768413" y="233502"/>
                  </a:lnTo>
                  <a:lnTo>
                    <a:pt x="768413" y="226352"/>
                  </a:lnTo>
                  <a:lnTo>
                    <a:pt x="747064" y="226352"/>
                  </a:lnTo>
                  <a:lnTo>
                    <a:pt x="748080" y="221068"/>
                  </a:lnTo>
                  <a:lnTo>
                    <a:pt x="747890" y="213829"/>
                  </a:lnTo>
                  <a:lnTo>
                    <a:pt x="745312" y="208597"/>
                  </a:lnTo>
                  <a:lnTo>
                    <a:pt x="740359" y="205359"/>
                  </a:lnTo>
                  <a:lnTo>
                    <a:pt x="735787" y="201739"/>
                  </a:lnTo>
                  <a:lnTo>
                    <a:pt x="729310" y="200025"/>
                  </a:lnTo>
                  <a:lnTo>
                    <a:pt x="720928" y="200215"/>
                  </a:lnTo>
                  <a:lnTo>
                    <a:pt x="713003" y="201180"/>
                  </a:lnTo>
                  <a:lnTo>
                    <a:pt x="705218" y="203492"/>
                  </a:lnTo>
                  <a:lnTo>
                    <a:pt x="697572" y="207175"/>
                  </a:lnTo>
                  <a:lnTo>
                    <a:pt x="690067" y="212217"/>
                  </a:lnTo>
                  <a:lnTo>
                    <a:pt x="683780" y="217678"/>
                  </a:lnTo>
                  <a:lnTo>
                    <a:pt x="683780" y="176352"/>
                  </a:lnTo>
                  <a:lnTo>
                    <a:pt x="768413" y="176352"/>
                  </a:lnTo>
                  <a:lnTo>
                    <a:pt x="768413" y="169202"/>
                  </a:lnTo>
                  <a:lnTo>
                    <a:pt x="719137" y="169202"/>
                  </a:lnTo>
                  <a:lnTo>
                    <a:pt x="723849" y="167119"/>
                  </a:lnTo>
                  <a:lnTo>
                    <a:pt x="748080" y="135343"/>
                  </a:lnTo>
                  <a:lnTo>
                    <a:pt x="747890" y="128104"/>
                  </a:lnTo>
                  <a:lnTo>
                    <a:pt x="745312" y="122872"/>
                  </a:lnTo>
                  <a:lnTo>
                    <a:pt x="740359" y="119634"/>
                  </a:lnTo>
                  <a:lnTo>
                    <a:pt x="739813" y="119202"/>
                  </a:lnTo>
                  <a:lnTo>
                    <a:pt x="768413" y="119202"/>
                  </a:lnTo>
                  <a:lnTo>
                    <a:pt x="768413" y="112052"/>
                  </a:lnTo>
                  <a:lnTo>
                    <a:pt x="719137" y="112052"/>
                  </a:lnTo>
                  <a:lnTo>
                    <a:pt x="723849" y="109969"/>
                  </a:lnTo>
                  <a:lnTo>
                    <a:pt x="748080" y="78193"/>
                  </a:lnTo>
                  <a:lnTo>
                    <a:pt x="747890" y="70954"/>
                  </a:lnTo>
                  <a:lnTo>
                    <a:pt x="745312" y="65722"/>
                  </a:lnTo>
                  <a:lnTo>
                    <a:pt x="740359" y="62484"/>
                  </a:lnTo>
                  <a:lnTo>
                    <a:pt x="735787" y="58864"/>
                  </a:lnTo>
                  <a:lnTo>
                    <a:pt x="729310" y="57150"/>
                  </a:lnTo>
                  <a:lnTo>
                    <a:pt x="720928" y="57340"/>
                  </a:lnTo>
                  <a:lnTo>
                    <a:pt x="713003" y="58305"/>
                  </a:lnTo>
                  <a:lnTo>
                    <a:pt x="705218" y="60617"/>
                  </a:lnTo>
                  <a:lnTo>
                    <a:pt x="702233" y="62064"/>
                  </a:lnTo>
                  <a:lnTo>
                    <a:pt x="702233" y="119202"/>
                  </a:lnTo>
                  <a:lnTo>
                    <a:pt x="697572" y="121450"/>
                  </a:lnTo>
                  <a:lnTo>
                    <a:pt x="690067" y="126492"/>
                  </a:lnTo>
                  <a:lnTo>
                    <a:pt x="683780" y="131953"/>
                  </a:lnTo>
                  <a:lnTo>
                    <a:pt x="683780" y="119202"/>
                  </a:lnTo>
                  <a:lnTo>
                    <a:pt x="702233" y="119202"/>
                  </a:lnTo>
                  <a:lnTo>
                    <a:pt x="702233" y="62064"/>
                  </a:lnTo>
                  <a:lnTo>
                    <a:pt x="673785" y="95338"/>
                  </a:lnTo>
                  <a:lnTo>
                    <a:pt x="673874" y="98488"/>
                  </a:lnTo>
                  <a:lnTo>
                    <a:pt x="673785" y="112052"/>
                  </a:lnTo>
                  <a:lnTo>
                    <a:pt x="657263" y="112052"/>
                  </a:lnTo>
                  <a:lnTo>
                    <a:pt x="657263" y="119202"/>
                  </a:lnTo>
                  <a:lnTo>
                    <a:pt x="673785" y="119202"/>
                  </a:lnTo>
                  <a:lnTo>
                    <a:pt x="673785" y="152488"/>
                  </a:lnTo>
                  <a:lnTo>
                    <a:pt x="673785" y="169202"/>
                  </a:lnTo>
                  <a:lnTo>
                    <a:pt x="657263" y="169202"/>
                  </a:lnTo>
                  <a:lnTo>
                    <a:pt x="657263" y="176352"/>
                  </a:lnTo>
                  <a:lnTo>
                    <a:pt x="673785" y="176352"/>
                  </a:lnTo>
                  <a:lnTo>
                    <a:pt x="673785" y="226352"/>
                  </a:lnTo>
                  <a:lnTo>
                    <a:pt x="657263" y="226352"/>
                  </a:lnTo>
                  <a:lnTo>
                    <a:pt x="657263" y="233502"/>
                  </a:lnTo>
                  <a:lnTo>
                    <a:pt x="673785" y="233502"/>
                  </a:lnTo>
                  <a:lnTo>
                    <a:pt x="673785" y="238213"/>
                  </a:lnTo>
                  <a:lnTo>
                    <a:pt x="673785" y="401383"/>
                  </a:lnTo>
                  <a:lnTo>
                    <a:pt x="481761" y="401383"/>
                  </a:lnTo>
                  <a:lnTo>
                    <a:pt x="481761" y="349948"/>
                  </a:lnTo>
                  <a:lnTo>
                    <a:pt x="673785" y="349948"/>
                  </a:lnTo>
                  <a:lnTo>
                    <a:pt x="673785" y="344233"/>
                  </a:lnTo>
                  <a:lnTo>
                    <a:pt x="481761" y="344233"/>
                  </a:lnTo>
                  <a:lnTo>
                    <a:pt x="481761" y="292798"/>
                  </a:lnTo>
                  <a:lnTo>
                    <a:pt x="673785" y="292798"/>
                  </a:lnTo>
                  <a:lnTo>
                    <a:pt x="673785" y="287083"/>
                  </a:lnTo>
                  <a:lnTo>
                    <a:pt x="481761" y="287083"/>
                  </a:lnTo>
                  <a:lnTo>
                    <a:pt x="481761" y="233502"/>
                  </a:lnTo>
                  <a:lnTo>
                    <a:pt x="566381" y="233502"/>
                  </a:lnTo>
                  <a:lnTo>
                    <a:pt x="566381" y="226352"/>
                  </a:lnTo>
                  <a:lnTo>
                    <a:pt x="517105" y="226352"/>
                  </a:lnTo>
                  <a:lnTo>
                    <a:pt x="521817" y="224269"/>
                  </a:lnTo>
                  <a:lnTo>
                    <a:pt x="529767" y="219354"/>
                  </a:lnTo>
                  <a:lnTo>
                    <a:pt x="536460" y="213499"/>
                  </a:lnTo>
                  <a:lnTo>
                    <a:pt x="541413" y="207073"/>
                  </a:lnTo>
                  <a:lnTo>
                    <a:pt x="544601" y="200063"/>
                  </a:lnTo>
                  <a:lnTo>
                    <a:pt x="546049" y="192493"/>
                  </a:lnTo>
                  <a:lnTo>
                    <a:pt x="545858" y="185254"/>
                  </a:lnTo>
                  <a:lnTo>
                    <a:pt x="543293" y="180022"/>
                  </a:lnTo>
                  <a:lnTo>
                    <a:pt x="538340" y="176784"/>
                  </a:lnTo>
                  <a:lnTo>
                    <a:pt x="537794" y="176352"/>
                  </a:lnTo>
                  <a:lnTo>
                    <a:pt x="566381" y="176352"/>
                  </a:lnTo>
                  <a:lnTo>
                    <a:pt x="566381" y="169202"/>
                  </a:lnTo>
                  <a:lnTo>
                    <a:pt x="517105" y="169202"/>
                  </a:lnTo>
                  <a:lnTo>
                    <a:pt x="521817" y="167119"/>
                  </a:lnTo>
                  <a:lnTo>
                    <a:pt x="546049" y="135343"/>
                  </a:lnTo>
                  <a:lnTo>
                    <a:pt x="545858" y="128104"/>
                  </a:lnTo>
                  <a:lnTo>
                    <a:pt x="543293" y="122872"/>
                  </a:lnTo>
                  <a:lnTo>
                    <a:pt x="538340" y="119634"/>
                  </a:lnTo>
                  <a:lnTo>
                    <a:pt x="537794" y="119202"/>
                  </a:lnTo>
                  <a:lnTo>
                    <a:pt x="566381" y="119202"/>
                  </a:lnTo>
                  <a:lnTo>
                    <a:pt x="566381" y="112052"/>
                  </a:lnTo>
                  <a:lnTo>
                    <a:pt x="500202" y="112052"/>
                  </a:lnTo>
                  <a:lnTo>
                    <a:pt x="500202" y="119202"/>
                  </a:lnTo>
                  <a:lnTo>
                    <a:pt x="500202" y="176352"/>
                  </a:lnTo>
                  <a:lnTo>
                    <a:pt x="495541" y="178600"/>
                  </a:lnTo>
                  <a:lnTo>
                    <a:pt x="488048" y="183642"/>
                  </a:lnTo>
                  <a:lnTo>
                    <a:pt x="481761" y="189090"/>
                  </a:lnTo>
                  <a:lnTo>
                    <a:pt x="481761" y="176352"/>
                  </a:lnTo>
                  <a:lnTo>
                    <a:pt x="500202" y="176352"/>
                  </a:lnTo>
                  <a:lnTo>
                    <a:pt x="500202" y="119202"/>
                  </a:lnTo>
                  <a:lnTo>
                    <a:pt x="495541" y="121450"/>
                  </a:lnTo>
                  <a:lnTo>
                    <a:pt x="488048" y="126492"/>
                  </a:lnTo>
                  <a:lnTo>
                    <a:pt x="481761" y="131940"/>
                  </a:lnTo>
                  <a:lnTo>
                    <a:pt x="481761" y="119202"/>
                  </a:lnTo>
                  <a:lnTo>
                    <a:pt x="500202" y="119202"/>
                  </a:lnTo>
                  <a:lnTo>
                    <a:pt x="500202" y="112052"/>
                  </a:lnTo>
                  <a:lnTo>
                    <a:pt x="481761" y="112052"/>
                  </a:lnTo>
                  <a:lnTo>
                    <a:pt x="481761" y="62052"/>
                  </a:lnTo>
                  <a:lnTo>
                    <a:pt x="566381" y="62052"/>
                  </a:lnTo>
                  <a:lnTo>
                    <a:pt x="566381" y="54902"/>
                  </a:lnTo>
                  <a:lnTo>
                    <a:pt x="517105" y="54902"/>
                  </a:lnTo>
                  <a:lnTo>
                    <a:pt x="521817" y="52819"/>
                  </a:lnTo>
                  <a:lnTo>
                    <a:pt x="546049" y="21043"/>
                  </a:lnTo>
                  <a:lnTo>
                    <a:pt x="545858" y="13804"/>
                  </a:lnTo>
                  <a:lnTo>
                    <a:pt x="543293" y="8572"/>
                  </a:lnTo>
                  <a:lnTo>
                    <a:pt x="538340" y="5334"/>
                  </a:lnTo>
                  <a:lnTo>
                    <a:pt x="533768" y="1714"/>
                  </a:lnTo>
                  <a:lnTo>
                    <a:pt x="527291" y="0"/>
                  </a:lnTo>
                  <a:lnTo>
                    <a:pt x="518909" y="190"/>
                  </a:lnTo>
                  <a:lnTo>
                    <a:pt x="510971" y="1155"/>
                  </a:lnTo>
                  <a:lnTo>
                    <a:pt x="476402" y="24257"/>
                  </a:lnTo>
                  <a:lnTo>
                    <a:pt x="471754" y="38188"/>
                  </a:lnTo>
                  <a:lnTo>
                    <a:pt x="471843" y="41338"/>
                  </a:lnTo>
                  <a:lnTo>
                    <a:pt x="471754" y="54902"/>
                  </a:lnTo>
                  <a:lnTo>
                    <a:pt x="455244" y="54902"/>
                  </a:lnTo>
                  <a:lnTo>
                    <a:pt x="455244" y="62052"/>
                  </a:lnTo>
                  <a:lnTo>
                    <a:pt x="471754" y="62052"/>
                  </a:lnTo>
                  <a:lnTo>
                    <a:pt x="471754" y="112052"/>
                  </a:lnTo>
                  <a:lnTo>
                    <a:pt x="455244" y="112052"/>
                  </a:lnTo>
                  <a:lnTo>
                    <a:pt x="455244" y="119202"/>
                  </a:lnTo>
                  <a:lnTo>
                    <a:pt x="471754" y="119202"/>
                  </a:lnTo>
                  <a:lnTo>
                    <a:pt x="471754" y="152488"/>
                  </a:lnTo>
                  <a:lnTo>
                    <a:pt x="471754" y="169202"/>
                  </a:lnTo>
                  <a:lnTo>
                    <a:pt x="455244" y="169202"/>
                  </a:lnTo>
                  <a:lnTo>
                    <a:pt x="455244" y="176352"/>
                  </a:lnTo>
                  <a:lnTo>
                    <a:pt x="471754" y="176352"/>
                  </a:lnTo>
                  <a:lnTo>
                    <a:pt x="471754" y="209638"/>
                  </a:lnTo>
                  <a:lnTo>
                    <a:pt x="471754" y="226352"/>
                  </a:lnTo>
                  <a:lnTo>
                    <a:pt x="455244" y="226352"/>
                  </a:lnTo>
                  <a:lnTo>
                    <a:pt x="455244" y="233502"/>
                  </a:lnTo>
                  <a:lnTo>
                    <a:pt x="471754" y="233502"/>
                  </a:lnTo>
                  <a:lnTo>
                    <a:pt x="471754" y="287083"/>
                  </a:lnTo>
                  <a:lnTo>
                    <a:pt x="471754" y="292798"/>
                  </a:lnTo>
                  <a:lnTo>
                    <a:pt x="471754" y="344233"/>
                  </a:lnTo>
                  <a:lnTo>
                    <a:pt x="471754" y="349948"/>
                  </a:lnTo>
                  <a:lnTo>
                    <a:pt x="471754" y="401383"/>
                  </a:lnTo>
                  <a:lnTo>
                    <a:pt x="400316" y="401383"/>
                  </a:lnTo>
                  <a:lnTo>
                    <a:pt x="400316" y="349948"/>
                  </a:lnTo>
                  <a:lnTo>
                    <a:pt x="471754" y="349948"/>
                  </a:lnTo>
                  <a:lnTo>
                    <a:pt x="471754" y="344233"/>
                  </a:lnTo>
                  <a:lnTo>
                    <a:pt x="400316" y="344233"/>
                  </a:lnTo>
                  <a:lnTo>
                    <a:pt x="400316" y="292798"/>
                  </a:lnTo>
                  <a:lnTo>
                    <a:pt x="471754" y="292798"/>
                  </a:lnTo>
                  <a:lnTo>
                    <a:pt x="471754" y="287083"/>
                  </a:lnTo>
                  <a:lnTo>
                    <a:pt x="387616" y="287083"/>
                  </a:lnTo>
                  <a:lnTo>
                    <a:pt x="387616" y="292798"/>
                  </a:lnTo>
                  <a:lnTo>
                    <a:pt x="391744" y="292798"/>
                  </a:lnTo>
                  <a:lnTo>
                    <a:pt x="391744" y="344233"/>
                  </a:lnTo>
                  <a:lnTo>
                    <a:pt x="387616" y="344233"/>
                  </a:lnTo>
                  <a:lnTo>
                    <a:pt x="387616" y="349948"/>
                  </a:lnTo>
                  <a:lnTo>
                    <a:pt x="391744" y="349948"/>
                  </a:lnTo>
                  <a:lnTo>
                    <a:pt x="391744" y="401383"/>
                  </a:lnTo>
                  <a:lnTo>
                    <a:pt x="387616" y="401383"/>
                  </a:lnTo>
                  <a:lnTo>
                    <a:pt x="387616" y="407098"/>
                  </a:lnTo>
                  <a:lnTo>
                    <a:pt x="391744" y="407098"/>
                  </a:lnTo>
                  <a:lnTo>
                    <a:pt x="391744" y="458533"/>
                  </a:lnTo>
                  <a:lnTo>
                    <a:pt x="387616" y="458533"/>
                  </a:lnTo>
                  <a:lnTo>
                    <a:pt x="387616" y="464248"/>
                  </a:lnTo>
                  <a:lnTo>
                    <a:pt x="391744" y="464248"/>
                  </a:lnTo>
                  <a:lnTo>
                    <a:pt x="391744" y="515683"/>
                  </a:lnTo>
                  <a:lnTo>
                    <a:pt x="387616" y="515683"/>
                  </a:lnTo>
                  <a:lnTo>
                    <a:pt x="387616" y="521398"/>
                  </a:lnTo>
                  <a:lnTo>
                    <a:pt x="391744" y="521398"/>
                  </a:lnTo>
                  <a:lnTo>
                    <a:pt x="400316" y="521398"/>
                  </a:lnTo>
                  <a:lnTo>
                    <a:pt x="875817" y="521398"/>
                  </a:lnTo>
                  <a:lnTo>
                    <a:pt x="875817" y="544258"/>
                  </a:lnTo>
                  <a:lnTo>
                    <a:pt x="885812" y="544258"/>
                  </a:lnTo>
                  <a:lnTo>
                    <a:pt x="885812" y="521398"/>
                  </a:lnTo>
                  <a:lnTo>
                    <a:pt x="1077849" y="521398"/>
                  </a:lnTo>
                  <a:lnTo>
                    <a:pt x="1077849" y="572833"/>
                  </a:lnTo>
                  <a:lnTo>
                    <a:pt x="1087843" y="572833"/>
                  </a:lnTo>
                  <a:lnTo>
                    <a:pt x="1087843" y="521398"/>
                  </a:lnTo>
                  <a:lnTo>
                    <a:pt x="1275778" y="521398"/>
                  </a:lnTo>
                  <a:lnTo>
                    <a:pt x="1275778" y="515683"/>
                  </a:lnTo>
                  <a:lnTo>
                    <a:pt x="1087843" y="515683"/>
                  </a:lnTo>
                  <a:lnTo>
                    <a:pt x="1087843" y="464248"/>
                  </a:lnTo>
                  <a:lnTo>
                    <a:pt x="1275778" y="464248"/>
                  </a:lnTo>
                  <a:lnTo>
                    <a:pt x="1275778" y="458533"/>
                  </a:lnTo>
                  <a:lnTo>
                    <a:pt x="1087843" y="458533"/>
                  </a:lnTo>
                  <a:lnTo>
                    <a:pt x="1087843" y="407098"/>
                  </a:lnTo>
                  <a:lnTo>
                    <a:pt x="1275778" y="407098"/>
                  </a:lnTo>
                  <a:lnTo>
                    <a:pt x="1275778" y="401383"/>
                  </a:lnTo>
                  <a:lnTo>
                    <a:pt x="1087843" y="401383"/>
                  </a:lnTo>
                  <a:lnTo>
                    <a:pt x="1087843" y="349948"/>
                  </a:lnTo>
                  <a:lnTo>
                    <a:pt x="1275778" y="349948"/>
                  </a:lnTo>
                  <a:lnTo>
                    <a:pt x="1275778" y="344233"/>
                  </a:lnTo>
                  <a:lnTo>
                    <a:pt x="1087843" y="344233"/>
                  </a:lnTo>
                  <a:lnTo>
                    <a:pt x="1087843" y="292798"/>
                  </a:lnTo>
                  <a:lnTo>
                    <a:pt x="1275778" y="292798"/>
                  </a:lnTo>
                  <a:lnTo>
                    <a:pt x="1275778" y="2870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8" name="object 278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053446" y="7381938"/>
              <a:ext cx="111140" cy="116776"/>
            </a:xfrm>
            <a:prstGeom prst="rect">
              <a:avLst/>
            </a:prstGeom>
          </p:spPr>
        </p:pic>
        <p:sp>
          <p:nvSpPr>
            <p:cNvPr id="279" name="object 279"/>
            <p:cNvSpPr/>
            <p:nvPr/>
          </p:nvSpPr>
          <p:spPr>
            <a:xfrm>
              <a:off x="266700" y="7528442"/>
              <a:ext cx="7014209" cy="960755"/>
            </a:xfrm>
            <a:custGeom>
              <a:avLst/>
              <a:gdLst/>
              <a:ahLst/>
              <a:cxnLst/>
              <a:rect l="l" t="t" r="r" b="b"/>
              <a:pathLst>
                <a:path w="7014209" h="960754">
                  <a:moveTo>
                    <a:pt x="489775" y="954659"/>
                  </a:moveTo>
                  <a:lnTo>
                    <a:pt x="0" y="954659"/>
                  </a:lnTo>
                  <a:lnTo>
                    <a:pt x="0" y="960374"/>
                  </a:lnTo>
                  <a:lnTo>
                    <a:pt x="489775" y="960374"/>
                  </a:lnTo>
                  <a:lnTo>
                    <a:pt x="489775" y="954659"/>
                  </a:lnTo>
                  <a:close/>
                </a:path>
                <a:path w="7014209" h="960754">
                  <a:moveTo>
                    <a:pt x="489775" y="897509"/>
                  </a:moveTo>
                  <a:lnTo>
                    <a:pt x="0" y="897509"/>
                  </a:lnTo>
                  <a:lnTo>
                    <a:pt x="0" y="903224"/>
                  </a:lnTo>
                  <a:lnTo>
                    <a:pt x="489775" y="903224"/>
                  </a:lnTo>
                  <a:lnTo>
                    <a:pt x="489775" y="897509"/>
                  </a:lnTo>
                  <a:close/>
                </a:path>
                <a:path w="7014209" h="960754">
                  <a:moveTo>
                    <a:pt x="489775" y="840359"/>
                  </a:moveTo>
                  <a:lnTo>
                    <a:pt x="0" y="840359"/>
                  </a:lnTo>
                  <a:lnTo>
                    <a:pt x="0" y="846074"/>
                  </a:lnTo>
                  <a:lnTo>
                    <a:pt x="489775" y="846074"/>
                  </a:lnTo>
                  <a:lnTo>
                    <a:pt x="489775" y="840359"/>
                  </a:lnTo>
                  <a:close/>
                </a:path>
                <a:path w="7014209" h="960754">
                  <a:moveTo>
                    <a:pt x="489775" y="783209"/>
                  </a:moveTo>
                  <a:lnTo>
                    <a:pt x="0" y="783209"/>
                  </a:lnTo>
                  <a:lnTo>
                    <a:pt x="0" y="788924"/>
                  </a:lnTo>
                  <a:lnTo>
                    <a:pt x="489775" y="788924"/>
                  </a:lnTo>
                  <a:lnTo>
                    <a:pt x="489775" y="783209"/>
                  </a:lnTo>
                  <a:close/>
                </a:path>
                <a:path w="7014209" h="960754">
                  <a:moveTo>
                    <a:pt x="489775" y="726059"/>
                  </a:moveTo>
                  <a:lnTo>
                    <a:pt x="0" y="726059"/>
                  </a:lnTo>
                  <a:lnTo>
                    <a:pt x="0" y="731774"/>
                  </a:lnTo>
                  <a:lnTo>
                    <a:pt x="489775" y="731774"/>
                  </a:lnTo>
                  <a:lnTo>
                    <a:pt x="489775" y="726059"/>
                  </a:lnTo>
                  <a:close/>
                </a:path>
                <a:path w="7014209" h="960754">
                  <a:moveTo>
                    <a:pt x="6877558" y="74574"/>
                  </a:moveTo>
                  <a:lnTo>
                    <a:pt x="6877367" y="67335"/>
                  </a:lnTo>
                  <a:lnTo>
                    <a:pt x="6874789" y="62103"/>
                  </a:lnTo>
                  <a:lnTo>
                    <a:pt x="6869836" y="58864"/>
                  </a:lnTo>
                  <a:lnTo>
                    <a:pt x="6865264" y="55245"/>
                  </a:lnTo>
                  <a:lnTo>
                    <a:pt x="6858787" y="53530"/>
                  </a:lnTo>
                  <a:lnTo>
                    <a:pt x="6850405" y="53721"/>
                  </a:lnTo>
                  <a:lnTo>
                    <a:pt x="6842480" y="54686"/>
                  </a:lnTo>
                  <a:lnTo>
                    <a:pt x="6807898" y="77787"/>
                  </a:lnTo>
                  <a:lnTo>
                    <a:pt x="6803263" y="91719"/>
                  </a:lnTo>
                  <a:lnTo>
                    <a:pt x="6803453" y="98196"/>
                  </a:lnTo>
                  <a:lnTo>
                    <a:pt x="6828409" y="113157"/>
                  </a:lnTo>
                  <a:lnTo>
                    <a:pt x="6836892" y="112204"/>
                  </a:lnTo>
                  <a:lnTo>
                    <a:pt x="6872910" y="89154"/>
                  </a:lnTo>
                  <a:lnTo>
                    <a:pt x="6876110" y="82143"/>
                  </a:lnTo>
                  <a:lnTo>
                    <a:pt x="6877558" y="74574"/>
                  </a:lnTo>
                  <a:close/>
                </a:path>
                <a:path w="7014209" h="960754">
                  <a:moveTo>
                    <a:pt x="7013892" y="0"/>
                  </a:moveTo>
                  <a:lnTo>
                    <a:pt x="7005320" y="0"/>
                  </a:lnTo>
                  <a:lnTo>
                    <a:pt x="7005320" y="232029"/>
                  </a:lnTo>
                  <a:lnTo>
                    <a:pt x="7013892" y="232029"/>
                  </a:lnTo>
                  <a:lnTo>
                    <a:pt x="7013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0" name="object 28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07975" y="8254492"/>
              <a:ext cx="158876" cy="182879"/>
            </a:xfrm>
            <a:prstGeom prst="rect">
              <a:avLst/>
            </a:prstGeom>
          </p:spPr>
        </p:pic>
        <p:pic>
          <p:nvPicPr>
            <p:cNvPr id="281" name="object 281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24002" y="8225917"/>
              <a:ext cx="216598" cy="267461"/>
            </a:xfrm>
            <a:prstGeom prst="rect">
              <a:avLst/>
            </a:prstGeom>
          </p:spPr>
        </p:pic>
        <p:sp>
          <p:nvSpPr>
            <p:cNvPr id="282" name="object 282"/>
            <p:cNvSpPr/>
            <p:nvPr/>
          </p:nvSpPr>
          <p:spPr>
            <a:xfrm>
              <a:off x="756475" y="8111626"/>
              <a:ext cx="1165225" cy="629920"/>
            </a:xfrm>
            <a:custGeom>
              <a:avLst/>
              <a:gdLst/>
              <a:ahLst/>
              <a:cxnLst/>
              <a:rect l="l" t="t" r="r" b="b"/>
              <a:pathLst>
                <a:path w="1165225" h="629920">
                  <a:moveTo>
                    <a:pt x="1164691" y="142875"/>
                  </a:moveTo>
                  <a:lnTo>
                    <a:pt x="435317" y="142875"/>
                  </a:lnTo>
                  <a:lnTo>
                    <a:pt x="435317" y="40005"/>
                  </a:lnTo>
                  <a:lnTo>
                    <a:pt x="425323" y="40005"/>
                  </a:lnTo>
                  <a:lnTo>
                    <a:pt x="425323" y="371475"/>
                  </a:lnTo>
                  <a:lnTo>
                    <a:pt x="272440" y="371475"/>
                  </a:lnTo>
                  <a:lnTo>
                    <a:pt x="272440" y="320040"/>
                  </a:lnTo>
                  <a:lnTo>
                    <a:pt x="425323" y="320040"/>
                  </a:lnTo>
                  <a:lnTo>
                    <a:pt x="425323" y="314325"/>
                  </a:lnTo>
                  <a:lnTo>
                    <a:pt x="272440" y="314325"/>
                  </a:lnTo>
                  <a:lnTo>
                    <a:pt x="272440" y="262890"/>
                  </a:lnTo>
                  <a:lnTo>
                    <a:pt x="425323" y="262890"/>
                  </a:lnTo>
                  <a:lnTo>
                    <a:pt x="425323" y="257175"/>
                  </a:lnTo>
                  <a:lnTo>
                    <a:pt x="272440" y="257175"/>
                  </a:lnTo>
                  <a:lnTo>
                    <a:pt x="272440" y="205740"/>
                  </a:lnTo>
                  <a:lnTo>
                    <a:pt x="354406" y="205740"/>
                  </a:lnTo>
                  <a:lnTo>
                    <a:pt x="353885" y="209740"/>
                  </a:lnTo>
                  <a:lnTo>
                    <a:pt x="354634" y="213360"/>
                  </a:lnTo>
                  <a:lnTo>
                    <a:pt x="356349" y="216789"/>
                  </a:lnTo>
                  <a:lnTo>
                    <a:pt x="359029" y="220027"/>
                  </a:lnTo>
                  <a:lnTo>
                    <a:pt x="366737" y="228600"/>
                  </a:lnTo>
                  <a:lnTo>
                    <a:pt x="370738" y="228600"/>
                  </a:lnTo>
                  <a:lnTo>
                    <a:pt x="367690" y="224599"/>
                  </a:lnTo>
                  <a:lnTo>
                    <a:pt x="365975" y="221068"/>
                  </a:lnTo>
                  <a:lnTo>
                    <a:pt x="365594" y="218020"/>
                  </a:lnTo>
                  <a:lnTo>
                    <a:pt x="366547" y="212877"/>
                  </a:lnTo>
                  <a:lnTo>
                    <a:pt x="369493" y="208495"/>
                  </a:lnTo>
                  <a:lnTo>
                    <a:pt x="373265" y="205740"/>
                  </a:lnTo>
                  <a:lnTo>
                    <a:pt x="425323" y="205740"/>
                  </a:lnTo>
                  <a:lnTo>
                    <a:pt x="425323" y="200025"/>
                  </a:lnTo>
                  <a:lnTo>
                    <a:pt x="380403" y="200025"/>
                  </a:lnTo>
                  <a:lnTo>
                    <a:pt x="383120" y="195834"/>
                  </a:lnTo>
                  <a:lnTo>
                    <a:pt x="383882" y="190309"/>
                  </a:lnTo>
                  <a:lnTo>
                    <a:pt x="383120" y="186690"/>
                  </a:lnTo>
                  <a:lnTo>
                    <a:pt x="381406" y="183261"/>
                  </a:lnTo>
                  <a:lnTo>
                    <a:pt x="378739" y="180022"/>
                  </a:lnTo>
                  <a:lnTo>
                    <a:pt x="370738" y="171450"/>
                  </a:lnTo>
                  <a:lnTo>
                    <a:pt x="367690" y="167449"/>
                  </a:lnTo>
                  <a:lnTo>
                    <a:pt x="365975" y="163918"/>
                  </a:lnTo>
                  <a:lnTo>
                    <a:pt x="365594" y="160870"/>
                  </a:lnTo>
                  <a:lnTo>
                    <a:pt x="366547" y="155727"/>
                  </a:lnTo>
                  <a:lnTo>
                    <a:pt x="369493" y="151345"/>
                  </a:lnTo>
                  <a:lnTo>
                    <a:pt x="373265" y="148590"/>
                  </a:lnTo>
                  <a:lnTo>
                    <a:pt x="425323" y="148590"/>
                  </a:lnTo>
                  <a:lnTo>
                    <a:pt x="425323" y="142875"/>
                  </a:lnTo>
                  <a:lnTo>
                    <a:pt x="380403" y="142875"/>
                  </a:lnTo>
                  <a:lnTo>
                    <a:pt x="383120" y="138684"/>
                  </a:lnTo>
                  <a:lnTo>
                    <a:pt x="383882" y="133159"/>
                  </a:lnTo>
                  <a:lnTo>
                    <a:pt x="383120" y="129540"/>
                  </a:lnTo>
                  <a:lnTo>
                    <a:pt x="381406" y="126111"/>
                  </a:lnTo>
                  <a:lnTo>
                    <a:pt x="378739" y="122872"/>
                  </a:lnTo>
                  <a:lnTo>
                    <a:pt x="370738" y="114300"/>
                  </a:lnTo>
                  <a:lnTo>
                    <a:pt x="367690" y="110299"/>
                  </a:lnTo>
                  <a:lnTo>
                    <a:pt x="365975" y="106768"/>
                  </a:lnTo>
                  <a:lnTo>
                    <a:pt x="365594" y="103720"/>
                  </a:lnTo>
                  <a:lnTo>
                    <a:pt x="366547" y="98577"/>
                  </a:lnTo>
                  <a:lnTo>
                    <a:pt x="369493" y="94195"/>
                  </a:lnTo>
                  <a:lnTo>
                    <a:pt x="374459" y="90576"/>
                  </a:lnTo>
                  <a:lnTo>
                    <a:pt x="379984" y="86385"/>
                  </a:lnTo>
                  <a:lnTo>
                    <a:pt x="383120" y="81534"/>
                  </a:lnTo>
                  <a:lnTo>
                    <a:pt x="383882" y="76009"/>
                  </a:lnTo>
                  <a:lnTo>
                    <a:pt x="383120" y="72390"/>
                  </a:lnTo>
                  <a:lnTo>
                    <a:pt x="381406" y="68961"/>
                  </a:lnTo>
                  <a:lnTo>
                    <a:pt x="378739" y="65722"/>
                  </a:lnTo>
                  <a:lnTo>
                    <a:pt x="370738" y="57150"/>
                  </a:lnTo>
                  <a:lnTo>
                    <a:pt x="367690" y="53149"/>
                  </a:lnTo>
                  <a:lnTo>
                    <a:pt x="365975" y="49618"/>
                  </a:lnTo>
                  <a:lnTo>
                    <a:pt x="365594" y="46570"/>
                  </a:lnTo>
                  <a:lnTo>
                    <a:pt x="366547" y="41427"/>
                  </a:lnTo>
                  <a:lnTo>
                    <a:pt x="369493" y="37045"/>
                  </a:lnTo>
                  <a:lnTo>
                    <a:pt x="374459" y="33426"/>
                  </a:lnTo>
                  <a:lnTo>
                    <a:pt x="379984" y="29235"/>
                  </a:lnTo>
                  <a:lnTo>
                    <a:pt x="383120" y="24384"/>
                  </a:lnTo>
                  <a:lnTo>
                    <a:pt x="383882" y="18859"/>
                  </a:lnTo>
                  <a:lnTo>
                    <a:pt x="383120" y="15240"/>
                  </a:lnTo>
                  <a:lnTo>
                    <a:pt x="381406" y="11811"/>
                  </a:lnTo>
                  <a:lnTo>
                    <a:pt x="378739" y="8572"/>
                  </a:lnTo>
                  <a:lnTo>
                    <a:pt x="370738" y="0"/>
                  </a:lnTo>
                  <a:lnTo>
                    <a:pt x="366737" y="0"/>
                  </a:lnTo>
                  <a:lnTo>
                    <a:pt x="369595" y="2857"/>
                  </a:lnTo>
                  <a:lnTo>
                    <a:pt x="371411" y="6477"/>
                  </a:lnTo>
                  <a:lnTo>
                    <a:pt x="357784" y="27813"/>
                  </a:lnTo>
                  <a:lnTo>
                    <a:pt x="354634" y="32575"/>
                  </a:lnTo>
                  <a:lnTo>
                    <a:pt x="353885" y="38290"/>
                  </a:lnTo>
                  <a:lnTo>
                    <a:pt x="354634" y="41910"/>
                  </a:lnTo>
                  <a:lnTo>
                    <a:pt x="356349" y="45339"/>
                  </a:lnTo>
                  <a:lnTo>
                    <a:pt x="359029" y="48577"/>
                  </a:lnTo>
                  <a:lnTo>
                    <a:pt x="366737" y="57150"/>
                  </a:lnTo>
                  <a:lnTo>
                    <a:pt x="369595" y="60007"/>
                  </a:lnTo>
                  <a:lnTo>
                    <a:pt x="371411" y="63627"/>
                  </a:lnTo>
                  <a:lnTo>
                    <a:pt x="357784" y="84963"/>
                  </a:lnTo>
                  <a:lnTo>
                    <a:pt x="354634" y="89725"/>
                  </a:lnTo>
                  <a:lnTo>
                    <a:pt x="353885" y="95440"/>
                  </a:lnTo>
                  <a:lnTo>
                    <a:pt x="354634" y="99060"/>
                  </a:lnTo>
                  <a:lnTo>
                    <a:pt x="356349" y="102489"/>
                  </a:lnTo>
                  <a:lnTo>
                    <a:pt x="359029" y="105727"/>
                  </a:lnTo>
                  <a:lnTo>
                    <a:pt x="366737" y="114300"/>
                  </a:lnTo>
                  <a:lnTo>
                    <a:pt x="369595" y="117157"/>
                  </a:lnTo>
                  <a:lnTo>
                    <a:pt x="371411" y="120777"/>
                  </a:lnTo>
                  <a:lnTo>
                    <a:pt x="357784" y="142113"/>
                  </a:lnTo>
                  <a:lnTo>
                    <a:pt x="357276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354406" y="148590"/>
                  </a:lnTo>
                  <a:lnTo>
                    <a:pt x="353885" y="152590"/>
                  </a:lnTo>
                  <a:lnTo>
                    <a:pt x="369595" y="174307"/>
                  </a:lnTo>
                  <a:lnTo>
                    <a:pt x="371411" y="177927"/>
                  </a:lnTo>
                  <a:lnTo>
                    <a:pt x="357784" y="199263"/>
                  </a:lnTo>
                  <a:lnTo>
                    <a:pt x="357276" y="200025"/>
                  </a:lnTo>
                  <a:lnTo>
                    <a:pt x="272440" y="200025"/>
                  </a:lnTo>
                  <a:lnTo>
                    <a:pt x="262445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262445" y="205740"/>
                  </a:lnTo>
                  <a:lnTo>
                    <a:pt x="262445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262445" y="262890"/>
                  </a:lnTo>
                  <a:lnTo>
                    <a:pt x="262445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262445" y="320040"/>
                  </a:lnTo>
                  <a:lnTo>
                    <a:pt x="262445" y="371475"/>
                  </a:lnTo>
                  <a:lnTo>
                    <a:pt x="262445" y="412800"/>
                  </a:lnTo>
                  <a:lnTo>
                    <a:pt x="262445" y="425043"/>
                  </a:lnTo>
                  <a:lnTo>
                    <a:pt x="243776" y="425043"/>
                  </a:lnTo>
                  <a:lnTo>
                    <a:pt x="248488" y="422960"/>
                  </a:lnTo>
                  <a:lnTo>
                    <a:pt x="256438" y="418045"/>
                  </a:lnTo>
                  <a:lnTo>
                    <a:pt x="262445" y="412800"/>
                  </a:lnTo>
                  <a:lnTo>
                    <a:pt x="262445" y="371475"/>
                  </a:lnTo>
                  <a:lnTo>
                    <a:pt x="258991" y="371475"/>
                  </a:lnTo>
                  <a:lnTo>
                    <a:pt x="253961" y="370141"/>
                  </a:lnTo>
                  <a:lnTo>
                    <a:pt x="245579" y="370332"/>
                  </a:lnTo>
                  <a:lnTo>
                    <a:pt x="237655" y="371297"/>
                  </a:lnTo>
                  <a:lnTo>
                    <a:pt x="237045" y="371475"/>
                  </a:lnTo>
                  <a:lnTo>
                    <a:pt x="0" y="371475"/>
                  </a:lnTo>
                  <a:lnTo>
                    <a:pt x="0" y="377190"/>
                  </a:lnTo>
                  <a:lnTo>
                    <a:pt x="222427" y="377190"/>
                  </a:lnTo>
                  <a:lnTo>
                    <a:pt x="222224" y="377291"/>
                  </a:lnTo>
                  <a:lnTo>
                    <a:pt x="198437" y="408330"/>
                  </a:lnTo>
                  <a:lnTo>
                    <a:pt x="198615" y="414807"/>
                  </a:lnTo>
                  <a:lnTo>
                    <a:pt x="201104" y="420052"/>
                  </a:lnTo>
                  <a:lnTo>
                    <a:pt x="205867" y="424053"/>
                  </a:lnTo>
                  <a:lnTo>
                    <a:pt x="207111" y="425043"/>
                  </a:lnTo>
                  <a:lnTo>
                    <a:pt x="181914" y="425043"/>
                  </a:lnTo>
                  <a:lnTo>
                    <a:pt x="181914" y="432193"/>
                  </a:lnTo>
                  <a:lnTo>
                    <a:pt x="262445" y="432193"/>
                  </a:lnTo>
                  <a:lnTo>
                    <a:pt x="262445" y="482193"/>
                  </a:lnTo>
                  <a:lnTo>
                    <a:pt x="181914" y="482193"/>
                  </a:lnTo>
                  <a:lnTo>
                    <a:pt x="181914" y="489343"/>
                  </a:lnTo>
                  <a:lnTo>
                    <a:pt x="262445" y="489343"/>
                  </a:lnTo>
                  <a:lnTo>
                    <a:pt x="262445" y="539343"/>
                  </a:lnTo>
                  <a:lnTo>
                    <a:pt x="181914" y="539343"/>
                  </a:lnTo>
                  <a:lnTo>
                    <a:pt x="181914" y="546493"/>
                  </a:lnTo>
                  <a:lnTo>
                    <a:pt x="262445" y="546493"/>
                  </a:lnTo>
                  <a:lnTo>
                    <a:pt x="262445" y="573481"/>
                  </a:lnTo>
                  <a:lnTo>
                    <a:pt x="260438" y="571881"/>
                  </a:lnTo>
                  <a:lnTo>
                    <a:pt x="253961" y="570166"/>
                  </a:lnTo>
                  <a:lnTo>
                    <a:pt x="245579" y="570357"/>
                  </a:lnTo>
                  <a:lnTo>
                    <a:pt x="208026" y="588162"/>
                  </a:lnTo>
                  <a:lnTo>
                    <a:pt x="202082" y="596493"/>
                  </a:lnTo>
                  <a:lnTo>
                    <a:pt x="181914" y="596493"/>
                  </a:lnTo>
                  <a:lnTo>
                    <a:pt x="181914" y="603643"/>
                  </a:lnTo>
                  <a:lnTo>
                    <a:pt x="199377" y="603643"/>
                  </a:lnTo>
                  <a:lnTo>
                    <a:pt x="198437" y="608355"/>
                  </a:lnTo>
                  <a:lnTo>
                    <a:pt x="223583" y="629793"/>
                  </a:lnTo>
                  <a:lnTo>
                    <a:pt x="232054" y="628840"/>
                  </a:lnTo>
                  <a:lnTo>
                    <a:pt x="268084" y="605790"/>
                  </a:lnTo>
                  <a:lnTo>
                    <a:pt x="269062" y="603643"/>
                  </a:lnTo>
                  <a:lnTo>
                    <a:pt x="293052" y="603643"/>
                  </a:lnTo>
                  <a:lnTo>
                    <a:pt x="293052" y="596493"/>
                  </a:lnTo>
                  <a:lnTo>
                    <a:pt x="271716" y="596493"/>
                  </a:lnTo>
                  <a:lnTo>
                    <a:pt x="272732" y="591210"/>
                  </a:lnTo>
                  <a:lnTo>
                    <a:pt x="272542" y="583971"/>
                  </a:lnTo>
                  <a:lnTo>
                    <a:pt x="272440" y="583768"/>
                  </a:lnTo>
                  <a:lnTo>
                    <a:pt x="272440" y="546493"/>
                  </a:lnTo>
                  <a:lnTo>
                    <a:pt x="293052" y="546493"/>
                  </a:lnTo>
                  <a:lnTo>
                    <a:pt x="293052" y="539343"/>
                  </a:lnTo>
                  <a:lnTo>
                    <a:pt x="272440" y="539343"/>
                  </a:lnTo>
                  <a:lnTo>
                    <a:pt x="272440" y="489343"/>
                  </a:lnTo>
                  <a:lnTo>
                    <a:pt x="293052" y="489343"/>
                  </a:lnTo>
                  <a:lnTo>
                    <a:pt x="293052" y="482193"/>
                  </a:lnTo>
                  <a:lnTo>
                    <a:pt x="272440" y="482193"/>
                  </a:lnTo>
                  <a:lnTo>
                    <a:pt x="272440" y="432193"/>
                  </a:lnTo>
                  <a:lnTo>
                    <a:pt x="293052" y="432193"/>
                  </a:lnTo>
                  <a:lnTo>
                    <a:pt x="293052" y="425043"/>
                  </a:lnTo>
                  <a:lnTo>
                    <a:pt x="272440" y="425043"/>
                  </a:lnTo>
                  <a:lnTo>
                    <a:pt x="272440" y="392722"/>
                  </a:lnTo>
                  <a:lnTo>
                    <a:pt x="272732" y="391185"/>
                  </a:lnTo>
                  <a:lnTo>
                    <a:pt x="272542" y="383946"/>
                  </a:lnTo>
                  <a:lnTo>
                    <a:pt x="272440" y="383743"/>
                  </a:lnTo>
                  <a:lnTo>
                    <a:pt x="272440" y="377190"/>
                  </a:lnTo>
                  <a:lnTo>
                    <a:pt x="425323" y="377190"/>
                  </a:lnTo>
                  <a:lnTo>
                    <a:pt x="425323" y="400050"/>
                  </a:lnTo>
                  <a:lnTo>
                    <a:pt x="435317" y="400050"/>
                  </a:lnTo>
                  <a:lnTo>
                    <a:pt x="435317" y="377190"/>
                  </a:lnTo>
                  <a:lnTo>
                    <a:pt x="1164691" y="377190"/>
                  </a:lnTo>
                  <a:lnTo>
                    <a:pt x="1164691" y="371475"/>
                  </a:lnTo>
                  <a:lnTo>
                    <a:pt x="435317" y="371475"/>
                  </a:lnTo>
                  <a:lnTo>
                    <a:pt x="435317" y="320040"/>
                  </a:lnTo>
                  <a:lnTo>
                    <a:pt x="1164691" y="320040"/>
                  </a:lnTo>
                  <a:lnTo>
                    <a:pt x="1164691" y="314325"/>
                  </a:lnTo>
                  <a:lnTo>
                    <a:pt x="435317" y="314325"/>
                  </a:lnTo>
                  <a:lnTo>
                    <a:pt x="435317" y="262890"/>
                  </a:lnTo>
                  <a:lnTo>
                    <a:pt x="1164691" y="262890"/>
                  </a:lnTo>
                  <a:lnTo>
                    <a:pt x="1164691" y="257175"/>
                  </a:lnTo>
                  <a:lnTo>
                    <a:pt x="435317" y="257175"/>
                  </a:lnTo>
                  <a:lnTo>
                    <a:pt x="435317" y="205740"/>
                  </a:lnTo>
                  <a:lnTo>
                    <a:pt x="1164691" y="205740"/>
                  </a:lnTo>
                  <a:lnTo>
                    <a:pt x="1164691" y="200025"/>
                  </a:lnTo>
                  <a:lnTo>
                    <a:pt x="435317" y="200025"/>
                  </a:lnTo>
                  <a:lnTo>
                    <a:pt x="435317" y="148590"/>
                  </a:lnTo>
                  <a:lnTo>
                    <a:pt x="1164691" y="148590"/>
                  </a:lnTo>
                  <a:lnTo>
                    <a:pt x="1164691" y="142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3" name="object 283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165280" y="8108473"/>
              <a:ext cx="111140" cy="120014"/>
            </a:xfrm>
            <a:prstGeom prst="rect">
              <a:avLst/>
            </a:prstGeom>
          </p:spPr>
        </p:pic>
        <p:sp>
          <p:nvSpPr>
            <p:cNvPr id="284" name="object 284"/>
            <p:cNvSpPr/>
            <p:nvPr/>
          </p:nvSpPr>
          <p:spPr>
            <a:xfrm>
              <a:off x="1181125" y="8111626"/>
              <a:ext cx="552450" cy="400050"/>
            </a:xfrm>
            <a:custGeom>
              <a:avLst/>
              <a:gdLst/>
              <a:ahLst/>
              <a:cxnLst/>
              <a:rect l="l" t="t" r="r" b="b"/>
              <a:pathLst>
                <a:path w="552450" h="400050">
                  <a:moveTo>
                    <a:pt x="75717" y="184975"/>
                  </a:moveTo>
                  <a:lnTo>
                    <a:pt x="72847" y="178015"/>
                  </a:lnTo>
                  <a:lnTo>
                    <a:pt x="72771" y="177825"/>
                  </a:lnTo>
                  <a:lnTo>
                    <a:pt x="67246" y="173253"/>
                  </a:lnTo>
                  <a:lnTo>
                    <a:pt x="67246" y="182587"/>
                  </a:lnTo>
                  <a:lnTo>
                    <a:pt x="67246" y="186207"/>
                  </a:lnTo>
                  <a:lnTo>
                    <a:pt x="65252" y="190398"/>
                  </a:lnTo>
                  <a:lnTo>
                    <a:pt x="34671" y="215455"/>
                  </a:lnTo>
                  <a:lnTo>
                    <a:pt x="18389" y="221068"/>
                  </a:lnTo>
                  <a:lnTo>
                    <a:pt x="14389" y="220878"/>
                  </a:lnTo>
                  <a:lnTo>
                    <a:pt x="10388" y="220497"/>
                  </a:lnTo>
                  <a:lnTo>
                    <a:pt x="8483" y="218782"/>
                  </a:lnTo>
                  <a:lnTo>
                    <a:pt x="8674" y="215734"/>
                  </a:lnTo>
                  <a:lnTo>
                    <a:pt x="34671" y="187452"/>
                  </a:lnTo>
                  <a:lnTo>
                    <a:pt x="56388" y="178015"/>
                  </a:lnTo>
                  <a:lnTo>
                    <a:pt x="62103" y="178587"/>
                  </a:lnTo>
                  <a:lnTo>
                    <a:pt x="64960" y="178968"/>
                  </a:lnTo>
                  <a:lnTo>
                    <a:pt x="66675" y="180301"/>
                  </a:lnTo>
                  <a:lnTo>
                    <a:pt x="67246" y="182587"/>
                  </a:lnTo>
                  <a:lnTo>
                    <a:pt x="67246" y="173253"/>
                  </a:lnTo>
                  <a:lnTo>
                    <a:pt x="66103" y="172300"/>
                  </a:lnTo>
                  <a:lnTo>
                    <a:pt x="60960" y="169443"/>
                  </a:lnTo>
                  <a:lnTo>
                    <a:pt x="55143" y="168300"/>
                  </a:lnTo>
                  <a:lnTo>
                    <a:pt x="48679" y="168871"/>
                  </a:lnTo>
                  <a:lnTo>
                    <a:pt x="10655" y="185483"/>
                  </a:lnTo>
                  <a:lnTo>
                    <a:pt x="0" y="214503"/>
                  </a:lnTo>
                  <a:lnTo>
                    <a:pt x="2959" y="221640"/>
                  </a:lnTo>
                  <a:lnTo>
                    <a:pt x="9817" y="227164"/>
                  </a:lnTo>
                  <a:lnTo>
                    <a:pt x="14960" y="230022"/>
                  </a:lnTo>
                  <a:lnTo>
                    <a:pt x="20675" y="231165"/>
                  </a:lnTo>
                  <a:lnTo>
                    <a:pt x="26962" y="230593"/>
                  </a:lnTo>
                  <a:lnTo>
                    <a:pt x="35026" y="229692"/>
                  </a:lnTo>
                  <a:lnTo>
                    <a:pt x="42964" y="227520"/>
                  </a:lnTo>
                  <a:lnTo>
                    <a:pt x="50749" y="224116"/>
                  </a:lnTo>
                  <a:lnTo>
                    <a:pt x="55727" y="221068"/>
                  </a:lnTo>
                  <a:lnTo>
                    <a:pt x="58394" y="219456"/>
                  </a:lnTo>
                  <a:lnTo>
                    <a:pt x="65100" y="213880"/>
                  </a:lnTo>
                  <a:lnTo>
                    <a:pt x="70104" y="207733"/>
                  </a:lnTo>
                  <a:lnTo>
                    <a:pt x="73393" y="201015"/>
                  </a:lnTo>
                  <a:lnTo>
                    <a:pt x="74968" y="193738"/>
                  </a:lnTo>
                  <a:lnTo>
                    <a:pt x="75717" y="184975"/>
                  </a:lnTo>
                  <a:close/>
                </a:path>
                <a:path w="552450" h="400050">
                  <a:moveTo>
                    <a:pt x="500672" y="18859"/>
                  </a:moveTo>
                  <a:lnTo>
                    <a:pt x="499910" y="15240"/>
                  </a:lnTo>
                  <a:lnTo>
                    <a:pt x="498195" y="11811"/>
                  </a:lnTo>
                  <a:lnTo>
                    <a:pt x="495528" y="8572"/>
                  </a:lnTo>
                  <a:lnTo>
                    <a:pt x="487527" y="0"/>
                  </a:lnTo>
                  <a:lnTo>
                    <a:pt x="483527" y="0"/>
                  </a:lnTo>
                  <a:lnTo>
                    <a:pt x="486384" y="2857"/>
                  </a:lnTo>
                  <a:lnTo>
                    <a:pt x="488188" y="6477"/>
                  </a:lnTo>
                  <a:lnTo>
                    <a:pt x="474573" y="27813"/>
                  </a:lnTo>
                  <a:lnTo>
                    <a:pt x="471424" y="32575"/>
                  </a:lnTo>
                  <a:lnTo>
                    <a:pt x="470662" y="38290"/>
                  </a:lnTo>
                  <a:lnTo>
                    <a:pt x="471424" y="41910"/>
                  </a:lnTo>
                  <a:lnTo>
                    <a:pt x="473138" y="45339"/>
                  </a:lnTo>
                  <a:lnTo>
                    <a:pt x="475805" y="48577"/>
                  </a:lnTo>
                  <a:lnTo>
                    <a:pt x="483527" y="57150"/>
                  </a:lnTo>
                  <a:lnTo>
                    <a:pt x="486384" y="60007"/>
                  </a:lnTo>
                  <a:lnTo>
                    <a:pt x="488188" y="63627"/>
                  </a:lnTo>
                  <a:lnTo>
                    <a:pt x="474573" y="84963"/>
                  </a:lnTo>
                  <a:lnTo>
                    <a:pt x="471424" y="89725"/>
                  </a:lnTo>
                  <a:lnTo>
                    <a:pt x="470662" y="95440"/>
                  </a:lnTo>
                  <a:lnTo>
                    <a:pt x="471424" y="99060"/>
                  </a:lnTo>
                  <a:lnTo>
                    <a:pt x="473138" y="102489"/>
                  </a:lnTo>
                  <a:lnTo>
                    <a:pt x="475805" y="105727"/>
                  </a:lnTo>
                  <a:lnTo>
                    <a:pt x="483527" y="114300"/>
                  </a:lnTo>
                  <a:lnTo>
                    <a:pt x="486384" y="117157"/>
                  </a:lnTo>
                  <a:lnTo>
                    <a:pt x="488188" y="120777"/>
                  </a:lnTo>
                  <a:lnTo>
                    <a:pt x="474573" y="142113"/>
                  </a:lnTo>
                  <a:lnTo>
                    <a:pt x="471424" y="146875"/>
                  </a:lnTo>
                  <a:lnTo>
                    <a:pt x="470662" y="152590"/>
                  </a:lnTo>
                  <a:lnTo>
                    <a:pt x="471424" y="156210"/>
                  </a:lnTo>
                  <a:lnTo>
                    <a:pt x="473138" y="159639"/>
                  </a:lnTo>
                  <a:lnTo>
                    <a:pt x="475805" y="162877"/>
                  </a:lnTo>
                  <a:lnTo>
                    <a:pt x="483527" y="171450"/>
                  </a:lnTo>
                  <a:lnTo>
                    <a:pt x="486384" y="174307"/>
                  </a:lnTo>
                  <a:lnTo>
                    <a:pt x="488188" y="177927"/>
                  </a:lnTo>
                  <a:lnTo>
                    <a:pt x="474573" y="199263"/>
                  </a:lnTo>
                  <a:lnTo>
                    <a:pt x="471424" y="204025"/>
                  </a:lnTo>
                  <a:lnTo>
                    <a:pt x="470662" y="209740"/>
                  </a:lnTo>
                  <a:lnTo>
                    <a:pt x="471424" y="213360"/>
                  </a:lnTo>
                  <a:lnTo>
                    <a:pt x="473138" y="216789"/>
                  </a:lnTo>
                  <a:lnTo>
                    <a:pt x="475805" y="220027"/>
                  </a:lnTo>
                  <a:lnTo>
                    <a:pt x="483527" y="228600"/>
                  </a:lnTo>
                  <a:lnTo>
                    <a:pt x="487527" y="228600"/>
                  </a:lnTo>
                  <a:lnTo>
                    <a:pt x="484479" y="224599"/>
                  </a:lnTo>
                  <a:lnTo>
                    <a:pt x="482765" y="221068"/>
                  </a:lnTo>
                  <a:lnTo>
                    <a:pt x="482384" y="218020"/>
                  </a:lnTo>
                  <a:lnTo>
                    <a:pt x="483336" y="212877"/>
                  </a:lnTo>
                  <a:lnTo>
                    <a:pt x="486283" y="208495"/>
                  </a:lnTo>
                  <a:lnTo>
                    <a:pt x="491236" y="204876"/>
                  </a:lnTo>
                  <a:lnTo>
                    <a:pt x="496760" y="200685"/>
                  </a:lnTo>
                  <a:lnTo>
                    <a:pt x="499910" y="195834"/>
                  </a:lnTo>
                  <a:lnTo>
                    <a:pt x="500672" y="190309"/>
                  </a:lnTo>
                  <a:lnTo>
                    <a:pt x="499910" y="186690"/>
                  </a:lnTo>
                  <a:lnTo>
                    <a:pt x="498195" y="183261"/>
                  </a:lnTo>
                  <a:lnTo>
                    <a:pt x="495528" y="180022"/>
                  </a:lnTo>
                  <a:lnTo>
                    <a:pt x="487527" y="171450"/>
                  </a:lnTo>
                  <a:lnTo>
                    <a:pt x="484479" y="167449"/>
                  </a:lnTo>
                  <a:lnTo>
                    <a:pt x="482765" y="163918"/>
                  </a:lnTo>
                  <a:lnTo>
                    <a:pt x="482384" y="160870"/>
                  </a:lnTo>
                  <a:lnTo>
                    <a:pt x="483336" y="155727"/>
                  </a:lnTo>
                  <a:lnTo>
                    <a:pt x="486283" y="151345"/>
                  </a:lnTo>
                  <a:lnTo>
                    <a:pt x="491236" y="147726"/>
                  </a:lnTo>
                  <a:lnTo>
                    <a:pt x="496760" y="143535"/>
                  </a:lnTo>
                  <a:lnTo>
                    <a:pt x="499910" y="138684"/>
                  </a:lnTo>
                  <a:lnTo>
                    <a:pt x="500672" y="133159"/>
                  </a:lnTo>
                  <a:lnTo>
                    <a:pt x="499910" y="129540"/>
                  </a:lnTo>
                  <a:lnTo>
                    <a:pt x="498195" y="126111"/>
                  </a:lnTo>
                  <a:lnTo>
                    <a:pt x="495528" y="122872"/>
                  </a:lnTo>
                  <a:lnTo>
                    <a:pt x="487527" y="114300"/>
                  </a:lnTo>
                  <a:lnTo>
                    <a:pt x="484479" y="110299"/>
                  </a:lnTo>
                  <a:lnTo>
                    <a:pt x="482765" y="106768"/>
                  </a:lnTo>
                  <a:lnTo>
                    <a:pt x="482384" y="103720"/>
                  </a:lnTo>
                  <a:lnTo>
                    <a:pt x="483336" y="98577"/>
                  </a:lnTo>
                  <a:lnTo>
                    <a:pt x="486283" y="94195"/>
                  </a:lnTo>
                  <a:lnTo>
                    <a:pt x="491236" y="90576"/>
                  </a:lnTo>
                  <a:lnTo>
                    <a:pt x="496760" y="86385"/>
                  </a:lnTo>
                  <a:lnTo>
                    <a:pt x="499910" y="81534"/>
                  </a:lnTo>
                  <a:lnTo>
                    <a:pt x="500672" y="76009"/>
                  </a:lnTo>
                  <a:lnTo>
                    <a:pt x="499910" y="72390"/>
                  </a:lnTo>
                  <a:lnTo>
                    <a:pt x="498195" y="68961"/>
                  </a:lnTo>
                  <a:lnTo>
                    <a:pt x="495528" y="65722"/>
                  </a:lnTo>
                  <a:lnTo>
                    <a:pt x="487527" y="57150"/>
                  </a:lnTo>
                  <a:lnTo>
                    <a:pt x="484479" y="53149"/>
                  </a:lnTo>
                  <a:lnTo>
                    <a:pt x="482765" y="49618"/>
                  </a:lnTo>
                  <a:lnTo>
                    <a:pt x="482384" y="46570"/>
                  </a:lnTo>
                  <a:lnTo>
                    <a:pt x="483336" y="41427"/>
                  </a:lnTo>
                  <a:lnTo>
                    <a:pt x="486283" y="37045"/>
                  </a:lnTo>
                  <a:lnTo>
                    <a:pt x="491236" y="33426"/>
                  </a:lnTo>
                  <a:lnTo>
                    <a:pt x="496760" y="29235"/>
                  </a:lnTo>
                  <a:lnTo>
                    <a:pt x="499910" y="24384"/>
                  </a:lnTo>
                  <a:lnTo>
                    <a:pt x="500672" y="18859"/>
                  </a:lnTo>
                  <a:close/>
                </a:path>
                <a:path w="552450" h="400050">
                  <a:moveTo>
                    <a:pt x="552107" y="40005"/>
                  </a:moveTo>
                  <a:lnTo>
                    <a:pt x="542099" y="40005"/>
                  </a:lnTo>
                  <a:lnTo>
                    <a:pt x="542099" y="400050"/>
                  </a:lnTo>
                  <a:lnTo>
                    <a:pt x="552107" y="400050"/>
                  </a:lnTo>
                  <a:lnTo>
                    <a:pt x="552107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5" name="object 285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706718" y="8110283"/>
              <a:ext cx="111140" cy="116776"/>
            </a:xfrm>
            <a:prstGeom prst="rect">
              <a:avLst/>
            </a:prstGeom>
          </p:spPr>
        </p:pic>
        <p:sp>
          <p:nvSpPr>
            <p:cNvPr id="286" name="object 286"/>
            <p:cNvSpPr/>
            <p:nvPr/>
          </p:nvSpPr>
          <p:spPr>
            <a:xfrm>
              <a:off x="1723224" y="7526156"/>
              <a:ext cx="1609725" cy="1129665"/>
            </a:xfrm>
            <a:custGeom>
              <a:avLst/>
              <a:gdLst/>
              <a:ahLst/>
              <a:cxnLst/>
              <a:rect l="l" t="t" r="r" b="b"/>
              <a:pathLst>
                <a:path w="1609725" h="1129665">
                  <a:moveTo>
                    <a:pt x="74295" y="776630"/>
                  </a:moveTo>
                  <a:lnTo>
                    <a:pt x="74104" y="769391"/>
                  </a:lnTo>
                  <a:lnTo>
                    <a:pt x="71539" y="764159"/>
                  </a:lnTo>
                  <a:lnTo>
                    <a:pt x="66586" y="760920"/>
                  </a:lnTo>
                  <a:lnTo>
                    <a:pt x="62014" y="757301"/>
                  </a:lnTo>
                  <a:lnTo>
                    <a:pt x="55537" y="755586"/>
                  </a:lnTo>
                  <a:lnTo>
                    <a:pt x="47155" y="755777"/>
                  </a:lnTo>
                  <a:lnTo>
                    <a:pt x="39230" y="756742"/>
                  </a:lnTo>
                  <a:lnTo>
                    <a:pt x="4648" y="779843"/>
                  </a:lnTo>
                  <a:lnTo>
                    <a:pt x="0" y="793775"/>
                  </a:lnTo>
                  <a:lnTo>
                    <a:pt x="190" y="800252"/>
                  </a:lnTo>
                  <a:lnTo>
                    <a:pt x="25146" y="815213"/>
                  </a:lnTo>
                  <a:lnTo>
                    <a:pt x="33629" y="814260"/>
                  </a:lnTo>
                  <a:lnTo>
                    <a:pt x="69659" y="791210"/>
                  </a:lnTo>
                  <a:lnTo>
                    <a:pt x="72859" y="784199"/>
                  </a:lnTo>
                  <a:lnTo>
                    <a:pt x="74295" y="776630"/>
                  </a:lnTo>
                  <a:close/>
                </a:path>
                <a:path w="1609725" h="1129665">
                  <a:moveTo>
                    <a:pt x="1609445" y="728345"/>
                  </a:moveTo>
                  <a:lnTo>
                    <a:pt x="767854" y="728345"/>
                  </a:lnTo>
                  <a:lnTo>
                    <a:pt x="767854" y="654050"/>
                  </a:lnTo>
                  <a:lnTo>
                    <a:pt x="757859" y="654050"/>
                  </a:lnTo>
                  <a:lnTo>
                    <a:pt x="757859" y="956945"/>
                  </a:lnTo>
                  <a:lnTo>
                    <a:pt x="470382" y="956945"/>
                  </a:lnTo>
                  <a:lnTo>
                    <a:pt x="470382" y="905510"/>
                  </a:lnTo>
                  <a:lnTo>
                    <a:pt x="757859" y="905510"/>
                  </a:lnTo>
                  <a:lnTo>
                    <a:pt x="757859" y="899795"/>
                  </a:lnTo>
                  <a:lnTo>
                    <a:pt x="470382" y="899795"/>
                  </a:lnTo>
                  <a:lnTo>
                    <a:pt x="470382" y="892467"/>
                  </a:lnTo>
                  <a:lnTo>
                    <a:pt x="470674" y="890930"/>
                  </a:lnTo>
                  <a:lnTo>
                    <a:pt x="470484" y="883691"/>
                  </a:lnTo>
                  <a:lnTo>
                    <a:pt x="470382" y="883488"/>
                  </a:lnTo>
                  <a:lnTo>
                    <a:pt x="470382" y="848360"/>
                  </a:lnTo>
                  <a:lnTo>
                    <a:pt x="757859" y="848360"/>
                  </a:lnTo>
                  <a:lnTo>
                    <a:pt x="757859" y="842645"/>
                  </a:lnTo>
                  <a:lnTo>
                    <a:pt x="470382" y="842645"/>
                  </a:lnTo>
                  <a:lnTo>
                    <a:pt x="470382" y="791210"/>
                  </a:lnTo>
                  <a:lnTo>
                    <a:pt x="700925" y="791210"/>
                  </a:lnTo>
                  <a:lnTo>
                    <a:pt x="700798" y="791400"/>
                  </a:lnTo>
                  <a:lnTo>
                    <a:pt x="695845" y="795210"/>
                  </a:lnTo>
                  <a:lnTo>
                    <a:pt x="690321" y="799020"/>
                  </a:lnTo>
                  <a:lnTo>
                    <a:pt x="687184" y="803783"/>
                  </a:lnTo>
                  <a:lnTo>
                    <a:pt x="686422" y="809498"/>
                  </a:lnTo>
                  <a:lnTo>
                    <a:pt x="687184" y="813117"/>
                  </a:lnTo>
                  <a:lnTo>
                    <a:pt x="688898" y="816546"/>
                  </a:lnTo>
                  <a:lnTo>
                    <a:pt x="691565" y="819785"/>
                  </a:lnTo>
                  <a:lnTo>
                    <a:pt x="699274" y="828357"/>
                  </a:lnTo>
                  <a:lnTo>
                    <a:pt x="703275" y="828357"/>
                  </a:lnTo>
                  <a:lnTo>
                    <a:pt x="700227" y="824357"/>
                  </a:lnTo>
                  <a:lnTo>
                    <a:pt x="698512" y="820826"/>
                  </a:lnTo>
                  <a:lnTo>
                    <a:pt x="698131" y="817778"/>
                  </a:lnTo>
                  <a:lnTo>
                    <a:pt x="699084" y="812634"/>
                  </a:lnTo>
                  <a:lnTo>
                    <a:pt x="702043" y="808253"/>
                  </a:lnTo>
                  <a:lnTo>
                    <a:pt x="706996" y="804633"/>
                  </a:lnTo>
                  <a:lnTo>
                    <a:pt x="712520" y="800442"/>
                  </a:lnTo>
                  <a:lnTo>
                    <a:pt x="715657" y="795591"/>
                  </a:lnTo>
                  <a:lnTo>
                    <a:pt x="716254" y="791210"/>
                  </a:lnTo>
                  <a:lnTo>
                    <a:pt x="757859" y="791210"/>
                  </a:lnTo>
                  <a:lnTo>
                    <a:pt x="757859" y="785495"/>
                  </a:lnTo>
                  <a:lnTo>
                    <a:pt x="715175" y="785495"/>
                  </a:lnTo>
                  <a:lnTo>
                    <a:pt x="713943" y="783018"/>
                  </a:lnTo>
                  <a:lnTo>
                    <a:pt x="711276" y="779780"/>
                  </a:lnTo>
                  <a:lnTo>
                    <a:pt x="704710" y="772756"/>
                  </a:lnTo>
                  <a:lnTo>
                    <a:pt x="704710" y="782066"/>
                  </a:lnTo>
                  <a:lnTo>
                    <a:pt x="704049" y="785495"/>
                  </a:lnTo>
                  <a:lnTo>
                    <a:pt x="470382" y="785495"/>
                  </a:lnTo>
                  <a:lnTo>
                    <a:pt x="470382" y="734060"/>
                  </a:lnTo>
                  <a:lnTo>
                    <a:pt x="700925" y="734060"/>
                  </a:lnTo>
                  <a:lnTo>
                    <a:pt x="700798" y="734250"/>
                  </a:lnTo>
                  <a:lnTo>
                    <a:pt x="695845" y="738060"/>
                  </a:lnTo>
                  <a:lnTo>
                    <a:pt x="690321" y="741870"/>
                  </a:lnTo>
                  <a:lnTo>
                    <a:pt x="687184" y="746633"/>
                  </a:lnTo>
                  <a:lnTo>
                    <a:pt x="686422" y="752348"/>
                  </a:lnTo>
                  <a:lnTo>
                    <a:pt x="687184" y="755967"/>
                  </a:lnTo>
                  <a:lnTo>
                    <a:pt x="688898" y="759396"/>
                  </a:lnTo>
                  <a:lnTo>
                    <a:pt x="691565" y="762635"/>
                  </a:lnTo>
                  <a:lnTo>
                    <a:pt x="699274" y="771207"/>
                  </a:lnTo>
                  <a:lnTo>
                    <a:pt x="702132" y="774065"/>
                  </a:lnTo>
                  <a:lnTo>
                    <a:pt x="703948" y="777684"/>
                  </a:lnTo>
                  <a:lnTo>
                    <a:pt x="704710" y="782066"/>
                  </a:lnTo>
                  <a:lnTo>
                    <a:pt x="704710" y="772756"/>
                  </a:lnTo>
                  <a:lnTo>
                    <a:pt x="703275" y="771207"/>
                  </a:lnTo>
                  <a:lnTo>
                    <a:pt x="700227" y="767207"/>
                  </a:lnTo>
                  <a:lnTo>
                    <a:pt x="698512" y="763676"/>
                  </a:lnTo>
                  <a:lnTo>
                    <a:pt x="698131" y="760628"/>
                  </a:lnTo>
                  <a:lnTo>
                    <a:pt x="699084" y="755484"/>
                  </a:lnTo>
                  <a:lnTo>
                    <a:pt x="702043" y="751103"/>
                  </a:lnTo>
                  <a:lnTo>
                    <a:pt x="706996" y="747483"/>
                  </a:lnTo>
                  <a:lnTo>
                    <a:pt x="712520" y="743292"/>
                  </a:lnTo>
                  <a:lnTo>
                    <a:pt x="715657" y="738441"/>
                  </a:lnTo>
                  <a:lnTo>
                    <a:pt x="716254" y="734060"/>
                  </a:lnTo>
                  <a:lnTo>
                    <a:pt x="757859" y="734060"/>
                  </a:lnTo>
                  <a:lnTo>
                    <a:pt x="757859" y="728345"/>
                  </a:lnTo>
                  <a:lnTo>
                    <a:pt x="715175" y="728345"/>
                  </a:lnTo>
                  <a:lnTo>
                    <a:pt x="713943" y="725868"/>
                  </a:lnTo>
                  <a:lnTo>
                    <a:pt x="711276" y="722630"/>
                  </a:lnTo>
                  <a:lnTo>
                    <a:pt x="703275" y="714057"/>
                  </a:lnTo>
                  <a:lnTo>
                    <a:pt x="700227" y="710057"/>
                  </a:lnTo>
                  <a:lnTo>
                    <a:pt x="698512" y="706526"/>
                  </a:lnTo>
                  <a:lnTo>
                    <a:pt x="698131" y="703478"/>
                  </a:lnTo>
                  <a:lnTo>
                    <a:pt x="699084" y="698334"/>
                  </a:lnTo>
                  <a:lnTo>
                    <a:pt x="702043" y="693953"/>
                  </a:lnTo>
                  <a:lnTo>
                    <a:pt x="706996" y="690333"/>
                  </a:lnTo>
                  <a:lnTo>
                    <a:pt x="712520" y="686142"/>
                  </a:lnTo>
                  <a:lnTo>
                    <a:pt x="715657" y="681291"/>
                  </a:lnTo>
                  <a:lnTo>
                    <a:pt x="716419" y="675767"/>
                  </a:lnTo>
                  <a:lnTo>
                    <a:pt x="715657" y="672147"/>
                  </a:lnTo>
                  <a:lnTo>
                    <a:pt x="713943" y="668718"/>
                  </a:lnTo>
                  <a:lnTo>
                    <a:pt x="711276" y="665480"/>
                  </a:lnTo>
                  <a:lnTo>
                    <a:pt x="703275" y="656907"/>
                  </a:lnTo>
                  <a:lnTo>
                    <a:pt x="700227" y="652907"/>
                  </a:lnTo>
                  <a:lnTo>
                    <a:pt x="698512" y="649376"/>
                  </a:lnTo>
                  <a:lnTo>
                    <a:pt x="698131" y="646328"/>
                  </a:lnTo>
                  <a:lnTo>
                    <a:pt x="699084" y="641184"/>
                  </a:lnTo>
                  <a:lnTo>
                    <a:pt x="702043" y="636803"/>
                  </a:lnTo>
                  <a:lnTo>
                    <a:pt x="706996" y="633183"/>
                  </a:lnTo>
                  <a:lnTo>
                    <a:pt x="712520" y="628992"/>
                  </a:lnTo>
                  <a:lnTo>
                    <a:pt x="715657" y="624141"/>
                  </a:lnTo>
                  <a:lnTo>
                    <a:pt x="716419" y="618617"/>
                  </a:lnTo>
                  <a:lnTo>
                    <a:pt x="715657" y="614997"/>
                  </a:lnTo>
                  <a:lnTo>
                    <a:pt x="713943" y="611568"/>
                  </a:lnTo>
                  <a:lnTo>
                    <a:pt x="711276" y="608330"/>
                  </a:lnTo>
                  <a:lnTo>
                    <a:pt x="703275" y="599757"/>
                  </a:lnTo>
                  <a:lnTo>
                    <a:pt x="699274" y="599757"/>
                  </a:lnTo>
                  <a:lnTo>
                    <a:pt x="702132" y="602615"/>
                  </a:lnTo>
                  <a:lnTo>
                    <a:pt x="703948" y="606234"/>
                  </a:lnTo>
                  <a:lnTo>
                    <a:pt x="690321" y="627570"/>
                  </a:lnTo>
                  <a:lnTo>
                    <a:pt x="687184" y="632333"/>
                  </a:lnTo>
                  <a:lnTo>
                    <a:pt x="686422" y="638048"/>
                  </a:lnTo>
                  <a:lnTo>
                    <a:pt x="687184" y="641667"/>
                  </a:lnTo>
                  <a:lnTo>
                    <a:pt x="688898" y="645096"/>
                  </a:lnTo>
                  <a:lnTo>
                    <a:pt x="691565" y="648335"/>
                  </a:lnTo>
                  <a:lnTo>
                    <a:pt x="699274" y="656907"/>
                  </a:lnTo>
                  <a:lnTo>
                    <a:pt x="702132" y="659765"/>
                  </a:lnTo>
                  <a:lnTo>
                    <a:pt x="703948" y="663384"/>
                  </a:lnTo>
                  <a:lnTo>
                    <a:pt x="690321" y="684720"/>
                  </a:lnTo>
                  <a:lnTo>
                    <a:pt x="687184" y="689483"/>
                  </a:lnTo>
                  <a:lnTo>
                    <a:pt x="686422" y="695198"/>
                  </a:lnTo>
                  <a:lnTo>
                    <a:pt x="687184" y="698817"/>
                  </a:lnTo>
                  <a:lnTo>
                    <a:pt x="688898" y="702246"/>
                  </a:lnTo>
                  <a:lnTo>
                    <a:pt x="691565" y="705485"/>
                  </a:lnTo>
                  <a:lnTo>
                    <a:pt x="699274" y="714057"/>
                  </a:lnTo>
                  <a:lnTo>
                    <a:pt x="702132" y="716915"/>
                  </a:lnTo>
                  <a:lnTo>
                    <a:pt x="703948" y="720534"/>
                  </a:lnTo>
                  <a:lnTo>
                    <a:pt x="704710" y="724916"/>
                  </a:lnTo>
                  <a:lnTo>
                    <a:pt x="704049" y="728345"/>
                  </a:lnTo>
                  <a:lnTo>
                    <a:pt x="470382" y="728345"/>
                  </a:lnTo>
                  <a:lnTo>
                    <a:pt x="470382" y="699770"/>
                  </a:lnTo>
                  <a:lnTo>
                    <a:pt x="460387" y="699770"/>
                  </a:lnTo>
                  <a:lnTo>
                    <a:pt x="460387" y="956945"/>
                  </a:lnTo>
                  <a:lnTo>
                    <a:pt x="210642" y="956945"/>
                  </a:lnTo>
                  <a:lnTo>
                    <a:pt x="210642" y="905510"/>
                  </a:lnTo>
                  <a:lnTo>
                    <a:pt x="396887" y="905510"/>
                  </a:lnTo>
                  <a:lnTo>
                    <a:pt x="396379" y="908075"/>
                  </a:lnTo>
                  <a:lnTo>
                    <a:pt x="396570" y="914552"/>
                  </a:lnTo>
                  <a:lnTo>
                    <a:pt x="421525" y="929513"/>
                  </a:lnTo>
                  <a:lnTo>
                    <a:pt x="430009" y="928560"/>
                  </a:lnTo>
                  <a:lnTo>
                    <a:pt x="438315" y="926299"/>
                  </a:lnTo>
                  <a:lnTo>
                    <a:pt x="446443" y="922705"/>
                  </a:lnTo>
                  <a:lnTo>
                    <a:pt x="454380" y="917790"/>
                  </a:lnTo>
                  <a:lnTo>
                    <a:pt x="460387" y="912558"/>
                  </a:lnTo>
                  <a:lnTo>
                    <a:pt x="460387" y="873201"/>
                  </a:lnTo>
                  <a:lnTo>
                    <a:pt x="458381" y="871601"/>
                  </a:lnTo>
                  <a:lnTo>
                    <a:pt x="451904" y="869886"/>
                  </a:lnTo>
                  <a:lnTo>
                    <a:pt x="443522" y="870077"/>
                  </a:lnTo>
                  <a:lnTo>
                    <a:pt x="405968" y="887882"/>
                  </a:lnTo>
                  <a:lnTo>
                    <a:pt x="398335" y="899795"/>
                  </a:lnTo>
                  <a:lnTo>
                    <a:pt x="210642" y="899795"/>
                  </a:lnTo>
                  <a:lnTo>
                    <a:pt x="210642" y="848360"/>
                  </a:lnTo>
                  <a:lnTo>
                    <a:pt x="460387" y="848360"/>
                  </a:lnTo>
                  <a:lnTo>
                    <a:pt x="460387" y="842645"/>
                  </a:lnTo>
                  <a:lnTo>
                    <a:pt x="210642" y="842645"/>
                  </a:lnTo>
                  <a:lnTo>
                    <a:pt x="210642" y="791210"/>
                  </a:lnTo>
                  <a:lnTo>
                    <a:pt x="460387" y="791210"/>
                  </a:lnTo>
                  <a:lnTo>
                    <a:pt x="460387" y="785495"/>
                  </a:lnTo>
                  <a:lnTo>
                    <a:pt x="210642" y="785495"/>
                  </a:lnTo>
                  <a:lnTo>
                    <a:pt x="210642" y="734060"/>
                  </a:lnTo>
                  <a:lnTo>
                    <a:pt x="460387" y="734060"/>
                  </a:lnTo>
                  <a:lnTo>
                    <a:pt x="460387" y="728345"/>
                  </a:lnTo>
                  <a:lnTo>
                    <a:pt x="210642" y="728345"/>
                  </a:lnTo>
                  <a:lnTo>
                    <a:pt x="210642" y="0"/>
                  </a:lnTo>
                  <a:lnTo>
                    <a:pt x="202069" y="0"/>
                  </a:lnTo>
                  <a:lnTo>
                    <a:pt x="202069" y="728345"/>
                  </a:lnTo>
                  <a:lnTo>
                    <a:pt x="197942" y="728345"/>
                  </a:lnTo>
                  <a:lnTo>
                    <a:pt x="197942" y="734060"/>
                  </a:lnTo>
                  <a:lnTo>
                    <a:pt x="202069" y="734060"/>
                  </a:lnTo>
                  <a:lnTo>
                    <a:pt x="202069" y="785495"/>
                  </a:lnTo>
                  <a:lnTo>
                    <a:pt x="197942" y="785495"/>
                  </a:lnTo>
                  <a:lnTo>
                    <a:pt x="197942" y="791210"/>
                  </a:lnTo>
                  <a:lnTo>
                    <a:pt x="202069" y="791210"/>
                  </a:lnTo>
                  <a:lnTo>
                    <a:pt x="202069" y="842645"/>
                  </a:lnTo>
                  <a:lnTo>
                    <a:pt x="197942" y="842645"/>
                  </a:lnTo>
                  <a:lnTo>
                    <a:pt x="197942" y="848360"/>
                  </a:lnTo>
                  <a:lnTo>
                    <a:pt x="202069" y="848360"/>
                  </a:lnTo>
                  <a:lnTo>
                    <a:pt x="202069" y="899795"/>
                  </a:lnTo>
                  <a:lnTo>
                    <a:pt x="197942" y="899795"/>
                  </a:lnTo>
                  <a:lnTo>
                    <a:pt x="197942" y="905510"/>
                  </a:lnTo>
                  <a:lnTo>
                    <a:pt x="202069" y="905510"/>
                  </a:lnTo>
                  <a:lnTo>
                    <a:pt x="202069" y="956945"/>
                  </a:lnTo>
                  <a:lnTo>
                    <a:pt x="197942" y="956945"/>
                  </a:lnTo>
                  <a:lnTo>
                    <a:pt x="197942" y="962660"/>
                  </a:lnTo>
                  <a:lnTo>
                    <a:pt x="202069" y="962660"/>
                  </a:lnTo>
                  <a:lnTo>
                    <a:pt x="210642" y="962660"/>
                  </a:lnTo>
                  <a:lnTo>
                    <a:pt x="460387" y="962660"/>
                  </a:lnTo>
                  <a:lnTo>
                    <a:pt x="460387" y="1010513"/>
                  </a:lnTo>
                  <a:lnTo>
                    <a:pt x="379857" y="1010513"/>
                  </a:lnTo>
                  <a:lnTo>
                    <a:pt x="379857" y="1017663"/>
                  </a:lnTo>
                  <a:lnTo>
                    <a:pt x="460387" y="1017663"/>
                  </a:lnTo>
                  <a:lnTo>
                    <a:pt x="460387" y="1067663"/>
                  </a:lnTo>
                  <a:lnTo>
                    <a:pt x="379857" y="1067663"/>
                  </a:lnTo>
                  <a:lnTo>
                    <a:pt x="379857" y="1074813"/>
                  </a:lnTo>
                  <a:lnTo>
                    <a:pt x="424827" y="1074813"/>
                  </a:lnTo>
                  <a:lnTo>
                    <a:pt x="420166" y="1077061"/>
                  </a:lnTo>
                  <a:lnTo>
                    <a:pt x="396379" y="1108100"/>
                  </a:lnTo>
                  <a:lnTo>
                    <a:pt x="396570" y="1114577"/>
                  </a:lnTo>
                  <a:lnTo>
                    <a:pt x="421525" y="1129538"/>
                  </a:lnTo>
                  <a:lnTo>
                    <a:pt x="430009" y="1128585"/>
                  </a:lnTo>
                  <a:lnTo>
                    <a:pt x="466026" y="1105535"/>
                  </a:lnTo>
                  <a:lnTo>
                    <a:pt x="470674" y="1090955"/>
                  </a:lnTo>
                  <a:lnTo>
                    <a:pt x="470484" y="1083716"/>
                  </a:lnTo>
                  <a:lnTo>
                    <a:pt x="470382" y="1083513"/>
                  </a:lnTo>
                  <a:lnTo>
                    <a:pt x="470382" y="1074813"/>
                  </a:lnTo>
                  <a:lnTo>
                    <a:pt x="491007" y="1074813"/>
                  </a:lnTo>
                  <a:lnTo>
                    <a:pt x="491007" y="1067663"/>
                  </a:lnTo>
                  <a:lnTo>
                    <a:pt x="470382" y="1067663"/>
                  </a:lnTo>
                  <a:lnTo>
                    <a:pt x="470382" y="1017663"/>
                  </a:lnTo>
                  <a:lnTo>
                    <a:pt x="491007" y="1017663"/>
                  </a:lnTo>
                  <a:lnTo>
                    <a:pt x="491007" y="1010513"/>
                  </a:lnTo>
                  <a:lnTo>
                    <a:pt x="470382" y="1010513"/>
                  </a:lnTo>
                  <a:lnTo>
                    <a:pt x="470382" y="962660"/>
                  </a:lnTo>
                  <a:lnTo>
                    <a:pt x="757859" y="962660"/>
                  </a:lnTo>
                  <a:lnTo>
                    <a:pt x="757859" y="985520"/>
                  </a:lnTo>
                  <a:lnTo>
                    <a:pt x="767854" y="985520"/>
                  </a:lnTo>
                  <a:lnTo>
                    <a:pt x="767854" y="962660"/>
                  </a:lnTo>
                  <a:lnTo>
                    <a:pt x="1609445" y="962660"/>
                  </a:lnTo>
                  <a:lnTo>
                    <a:pt x="1609445" y="956945"/>
                  </a:lnTo>
                  <a:lnTo>
                    <a:pt x="767854" y="956945"/>
                  </a:lnTo>
                  <a:lnTo>
                    <a:pt x="767854" y="905510"/>
                  </a:lnTo>
                  <a:lnTo>
                    <a:pt x="1609445" y="905510"/>
                  </a:lnTo>
                  <a:lnTo>
                    <a:pt x="1609445" y="899795"/>
                  </a:lnTo>
                  <a:lnTo>
                    <a:pt x="767854" y="899795"/>
                  </a:lnTo>
                  <a:lnTo>
                    <a:pt x="767854" y="848360"/>
                  </a:lnTo>
                  <a:lnTo>
                    <a:pt x="1609445" y="848360"/>
                  </a:lnTo>
                  <a:lnTo>
                    <a:pt x="1609445" y="842645"/>
                  </a:lnTo>
                  <a:lnTo>
                    <a:pt x="767854" y="842645"/>
                  </a:lnTo>
                  <a:lnTo>
                    <a:pt x="767854" y="791210"/>
                  </a:lnTo>
                  <a:lnTo>
                    <a:pt x="1609445" y="791210"/>
                  </a:lnTo>
                  <a:lnTo>
                    <a:pt x="1609445" y="785495"/>
                  </a:lnTo>
                  <a:lnTo>
                    <a:pt x="767854" y="785495"/>
                  </a:lnTo>
                  <a:lnTo>
                    <a:pt x="767854" y="734060"/>
                  </a:lnTo>
                  <a:lnTo>
                    <a:pt x="1609445" y="734060"/>
                  </a:lnTo>
                  <a:lnTo>
                    <a:pt x="1609445" y="7283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7" name="object 287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2464568" y="8125904"/>
              <a:ext cx="361166" cy="236414"/>
            </a:xfrm>
            <a:prstGeom prst="rect">
              <a:avLst/>
            </a:prstGeom>
          </p:spPr>
        </p:pic>
        <p:sp>
          <p:nvSpPr>
            <p:cNvPr id="288" name="object 288"/>
            <p:cNvSpPr/>
            <p:nvPr/>
          </p:nvSpPr>
          <p:spPr>
            <a:xfrm>
              <a:off x="2842563" y="8180197"/>
              <a:ext cx="10160" cy="331470"/>
            </a:xfrm>
            <a:custGeom>
              <a:avLst/>
              <a:gdLst/>
              <a:ahLst/>
              <a:cxnLst/>
              <a:rect l="l" t="t" r="r" b="b"/>
              <a:pathLst>
                <a:path w="10160" h="331470">
                  <a:moveTo>
                    <a:pt x="10001" y="331470"/>
                  </a:moveTo>
                  <a:lnTo>
                    <a:pt x="0" y="33147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314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9" name="object 289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2826045" y="8138858"/>
              <a:ext cx="111140" cy="116776"/>
            </a:xfrm>
            <a:prstGeom prst="rect">
              <a:avLst/>
            </a:prstGeom>
          </p:spPr>
        </p:pic>
        <p:sp>
          <p:nvSpPr>
            <p:cNvPr id="290" name="object 290"/>
            <p:cNvSpPr/>
            <p:nvPr/>
          </p:nvSpPr>
          <p:spPr>
            <a:xfrm>
              <a:off x="2842552" y="8125914"/>
              <a:ext cx="266700" cy="386080"/>
            </a:xfrm>
            <a:custGeom>
              <a:avLst/>
              <a:gdLst/>
              <a:ahLst/>
              <a:cxnLst/>
              <a:rect l="l" t="t" r="r" b="b"/>
              <a:pathLst>
                <a:path w="266700" h="386079">
                  <a:moveTo>
                    <a:pt x="74295" y="176872"/>
                  </a:moveTo>
                  <a:lnTo>
                    <a:pt x="74104" y="169633"/>
                  </a:lnTo>
                  <a:lnTo>
                    <a:pt x="71539" y="164401"/>
                  </a:lnTo>
                  <a:lnTo>
                    <a:pt x="66586" y="161163"/>
                  </a:lnTo>
                  <a:lnTo>
                    <a:pt x="62014" y="157543"/>
                  </a:lnTo>
                  <a:lnTo>
                    <a:pt x="55537" y="155829"/>
                  </a:lnTo>
                  <a:lnTo>
                    <a:pt x="47155" y="156019"/>
                  </a:lnTo>
                  <a:lnTo>
                    <a:pt x="39217" y="156984"/>
                  </a:lnTo>
                  <a:lnTo>
                    <a:pt x="4648" y="180086"/>
                  </a:lnTo>
                  <a:lnTo>
                    <a:pt x="0" y="194017"/>
                  </a:lnTo>
                  <a:lnTo>
                    <a:pt x="190" y="200494"/>
                  </a:lnTo>
                  <a:lnTo>
                    <a:pt x="25146" y="215455"/>
                  </a:lnTo>
                  <a:lnTo>
                    <a:pt x="33629" y="214503"/>
                  </a:lnTo>
                  <a:lnTo>
                    <a:pt x="69659" y="191452"/>
                  </a:lnTo>
                  <a:lnTo>
                    <a:pt x="72847" y="184442"/>
                  </a:lnTo>
                  <a:lnTo>
                    <a:pt x="74295" y="176872"/>
                  </a:lnTo>
                  <a:close/>
                </a:path>
                <a:path w="266700" h="386079">
                  <a:moveTo>
                    <a:pt x="214693" y="18859"/>
                  </a:moveTo>
                  <a:lnTo>
                    <a:pt x="213931" y="15240"/>
                  </a:lnTo>
                  <a:lnTo>
                    <a:pt x="212217" y="11811"/>
                  </a:lnTo>
                  <a:lnTo>
                    <a:pt x="209550" y="8572"/>
                  </a:lnTo>
                  <a:lnTo>
                    <a:pt x="201549" y="0"/>
                  </a:lnTo>
                  <a:lnTo>
                    <a:pt x="197548" y="0"/>
                  </a:lnTo>
                  <a:lnTo>
                    <a:pt x="200406" y="2857"/>
                  </a:lnTo>
                  <a:lnTo>
                    <a:pt x="202209" y="6477"/>
                  </a:lnTo>
                  <a:lnTo>
                    <a:pt x="188595" y="27813"/>
                  </a:lnTo>
                  <a:lnTo>
                    <a:pt x="185445" y="32575"/>
                  </a:lnTo>
                  <a:lnTo>
                    <a:pt x="184683" y="38290"/>
                  </a:lnTo>
                  <a:lnTo>
                    <a:pt x="185445" y="41910"/>
                  </a:lnTo>
                  <a:lnTo>
                    <a:pt x="187159" y="45339"/>
                  </a:lnTo>
                  <a:lnTo>
                    <a:pt x="189826" y="48577"/>
                  </a:lnTo>
                  <a:lnTo>
                    <a:pt x="197548" y="57150"/>
                  </a:lnTo>
                  <a:lnTo>
                    <a:pt x="200406" y="60007"/>
                  </a:lnTo>
                  <a:lnTo>
                    <a:pt x="202209" y="63627"/>
                  </a:lnTo>
                  <a:lnTo>
                    <a:pt x="188595" y="84963"/>
                  </a:lnTo>
                  <a:lnTo>
                    <a:pt x="185445" y="89725"/>
                  </a:lnTo>
                  <a:lnTo>
                    <a:pt x="184683" y="95440"/>
                  </a:lnTo>
                  <a:lnTo>
                    <a:pt x="185445" y="99060"/>
                  </a:lnTo>
                  <a:lnTo>
                    <a:pt x="187159" y="102489"/>
                  </a:lnTo>
                  <a:lnTo>
                    <a:pt x="189826" y="105727"/>
                  </a:lnTo>
                  <a:lnTo>
                    <a:pt x="197548" y="114300"/>
                  </a:lnTo>
                  <a:lnTo>
                    <a:pt x="200406" y="117157"/>
                  </a:lnTo>
                  <a:lnTo>
                    <a:pt x="202209" y="120777"/>
                  </a:lnTo>
                  <a:lnTo>
                    <a:pt x="188595" y="142113"/>
                  </a:lnTo>
                  <a:lnTo>
                    <a:pt x="185445" y="146875"/>
                  </a:lnTo>
                  <a:lnTo>
                    <a:pt x="184683" y="152590"/>
                  </a:lnTo>
                  <a:lnTo>
                    <a:pt x="185445" y="156210"/>
                  </a:lnTo>
                  <a:lnTo>
                    <a:pt x="187159" y="159639"/>
                  </a:lnTo>
                  <a:lnTo>
                    <a:pt x="189826" y="162877"/>
                  </a:lnTo>
                  <a:lnTo>
                    <a:pt x="197548" y="171450"/>
                  </a:lnTo>
                  <a:lnTo>
                    <a:pt x="200406" y="174307"/>
                  </a:lnTo>
                  <a:lnTo>
                    <a:pt x="202209" y="177927"/>
                  </a:lnTo>
                  <a:lnTo>
                    <a:pt x="188595" y="199263"/>
                  </a:lnTo>
                  <a:lnTo>
                    <a:pt x="185445" y="204025"/>
                  </a:lnTo>
                  <a:lnTo>
                    <a:pt x="184683" y="209740"/>
                  </a:lnTo>
                  <a:lnTo>
                    <a:pt x="185445" y="213360"/>
                  </a:lnTo>
                  <a:lnTo>
                    <a:pt x="187159" y="216789"/>
                  </a:lnTo>
                  <a:lnTo>
                    <a:pt x="189826" y="220027"/>
                  </a:lnTo>
                  <a:lnTo>
                    <a:pt x="197548" y="228600"/>
                  </a:lnTo>
                  <a:lnTo>
                    <a:pt x="201549" y="228600"/>
                  </a:lnTo>
                  <a:lnTo>
                    <a:pt x="198501" y="224599"/>
                  </a:lnTo>
                  <a:lnTo>
                    <a:pt x="196786" y="221068"/>
                  </a:lnTo>
                  <a:lnTo>
                    <a:pt x="196405" y="218020"/>
                  </a:lnTo>
                  <a:lnTo>
                    <a:pt x="197358" y="212877"/>
                  </a:lnTo>
                  <a:lnTo>
                    <a:pt x="200304" y="208495"/>
                  </a:lnTo>
                  <a:lnTo>
                    <a:pt x="205257" y="204876"/>
                  </a:lnTo>
                  <a:lnTo>
                    <a:pt x="210781" y="200685"/>
                  </a:lnTo>
                  <a:lnTo>
                    <a:pt x="213931" y="195834"/>
                  </a:lnTo>
                  <a:lnTo>
                    <a:pt x="214693" y="190309"/>
                  </a:lnTo>
                  <a:lnTo>
                    <a:pt x="213931" y="186690"/>
                  </a:lnTo>
                  <a:lnTo>
                    <a:pt x="212217" y="183261"/>
                  </a:lnTo>
                  <a:lnTo>
                    <a:pt x="209550" y="180022"/>
                  </a:lnTo>
                  <a:lnTo>
                    <a:pt x="201549" y="171450"/>
                  </a:lnTo>
                  <a:lnTo>
                    <a:pt x="198501" y="167449"/>
                  </a:lnTo>
                  <a:lnTo>
                    <a:pt x="196786" y="163918"/>
                  </a:lnTo>
                  <a:lnTo>
                    <a:pt x="196405" y="160870"/>
                  </a:lnTo>
                  <a:lnTo>
                    <a:pt x="197358" y="155727"/>
                  </a:lnTo>
                  <a:lnTo>
                    <a:pt x="200304" y="151345"/>
                  </a:lnTo>
                  <a:lnTo>
                    <a:pt x="205257" y="147726"/>
                  </a:lnTo>
                  <a:lnTo>
                    <a:pt x="210781" y="143535"/>
                  </a:lnTo>
                  <a:lnTo>
                    <a:pt x="213931" y="138684"/>
                  </a:lnTo>
                  <a:lnTo>
                    <a:pt x="214693" y="133159"/>
                  </a:lnTo>
                  <a:lnTo>
                    <a:pt x="213931" y="129540"/>
                  </a:lnTo>
                  <a:lnTo>
                    <a:pt x="212217" y="126111"/>
                  </a:lnTo>
                  <a:lnTo>
                    <a:pt x="209550" y="122872"/>
                  </a:lnTo>
                  <a:lnTo>
                    <a:pt x="201549" y="114300"/>
                  </a:lnTo>
                  <a:lnTo>
                    <a:pt x="198501" y="110299"/>
                  </a:lnTo>
                  <a:lnTo>
                    <a:pt x="196786" y="106768"/>
                  </a:lnTo>
                  <a:lnTo>
                    <a:pt x="196405" y="103720"/>
                  </a:lnTo>
                  <a:lnTo>
                    <a:pt x="197358" y="98577"/>
                  </a:lnTo>
                  <a:lnTo>
                    <a:pt x="200304" y="94195"/>
                  </a:lnTo>
                  <a:lnTo>
                    <a:pt x="205257" y="90576"/>
                  </a:lnTo>
                  <a:lnTo>
                    <a:pt x="210781" y="86385"/>
                  </a:lnTo>
                  <a:lnTo>
                    <a:pt x="213931" y="81534"/>
                  </a:lnTo>
                  <a:lnTo>
                    <a:pt x="214693" y="76009"/>
                  </a:lnTo>
                  <a:lnTo>
                    <a:pt x="213931" y="72390"/>
                  </a:lnTo>
                  <a:lnTo>
                    <a:pt x="212217" y="68961"/>
                  </a:lnTo>
                  <a:lnTo>
                    <a:pt x="209550" y="65722"/>
                  </a:lnTo>
                  <a:lnTo>
                    <a:pt x="201549" y="57150"/>
                  </a:lnTo>
                  <a:lnTo>
                    <a:pt x="198501" y="53149"/>
                  </a:lnTo>
                  <a:lnTo>
                    <a:pt x="196786" y="49618"/>
                  </a:lnTo>
                  <a:lnTo>
                    <a:pt x="196405" y="46570"/>
                  </a:lnTo>
                  <a:lnTo>
                    <a:pt x="197358" y="41427"/>
                  </a:lnTo>
                  <a:lnTo>
                    <a:pt x="200304" y="37045"/>
                  </a:lnTo>
                  <a:lnTo>
                    <a:pt x="205257" y="33426"/>
                  </a:lnTo>
                  <a:lnTo>
                    <a:pt x="210781" y="29235"/>
                  </a:lnTo>
                  <a:lnTo>
                    <a:pt x="213931" y="24384"/>
                  </a:lnTo>
                  <a:lnTo>
                    <a:pt x="214693" y="18859"/>
                  </a:lnTo>
                  <a:close/>
                </a:path>
                <a:path w="266700" h="386079">
                  <a:moveTo>
                    <a:pt x="266128" y="54292"/>
                  </a:moveTo>
                  <a:lnTo>
                    <a:pt x="256120" y="54292"/>
                  </a:lnTo>
                  <a:lnTo>
                    <a:pt x="256120" y="385762"/>
                  </a:lnTo>
                  <a:lnTo>
                    <a:pt x="266128" y="385762"/>
                  </a:lnTo>
                  <a:lnTo>
                    <a:pt x="266128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1" name="object 291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3082163" y="8138858"/>
              <a:ext cx="111140" cy="116776"/>
            </a:xfrm>
            <a:prstGeom prst="rect">
              <a:avLst/>
            </a:prstGeom>
          </p:spPr>
        </p:pic>
        <p:sp>
          <p:nvSpPr>
            <p:cNvPr id="292" name="object 292"/>
            <p:cNvSpPr/>
            <p:nvPr/>
          </p:nvSpPr>
          <p:spPr>
            <a:xfrm>
              <a:off x="3098673" y="7526156"/>
              <a:ext cx="1562735" cy="1243965"/>
            </a:xfrm>
            <a:custGeom>
              <a:avLst/>
              <a:gdLst/>
              <a:ahLst/>
              <a:cxnLst/>
              <a:rect l="l" t="t" r="r" b="b"/>
              <a:pathLst>
                <a:path w="1562735" h="1243965">
                  <a:moveTo>
                    <a:pt x="74295" y="776630"/>
                  </a:moveTo>
                  <a:lnTo>
                    <a:pt x="74104" y="769391"/>
                  </a:lnTo>
                  <a:lnTo>
                    <a:pt x="71539" y="764159"/>
                  </a:lnTo>
                  <a:lnTo>
                    <a:pt x="66586" y="760920"/>
                  </a:lnTo>
                  <a:lnTo>
                    <a:pt x="62014" y="757301"/>
                  </a:lnTo>
                  <a:lnTo>
                    <a:pt x="55537" y="755586"/>
                  </a:lnTo>
                  <a:lnTo>
                    <a:pt x="47155" y="755777"/>
                  </a:lnTo>
                  <a:lnTo>
                    <a:pt x="39217" y="756742"/>
                  </a:lnTo>
                  <a:lnTo>
                    <a:pt x="4648" y="779843"/>
                  </a:lnTo>
                  <a:lnTo>
                    <a:pt x="0" y="793775"/>
                  </a:lnTo>
                  <a:lnTo>
                    <a:pt x="190" y="800252"/>
                  </a:lnTo>
                  <a:lnTo>
                    <a:pt x="25146" y="815213"/>
                  </a:lnTo>
                  <a:lnTo>
                    <a:pt x="33629" y="814260"/>
                  </a:lnTo>
                  <a:lnTo>
                    <a:pt x="69659" y="791210"/>
                  </a:lnTo>
                  <a:lnTo>
                    <a:pt x="72847" y="784199"/>
                  </a:lnTo>
                  <a:lnTo>
                    <a:pt x="74295" y="776630"/>
                  </a:lnTo>
                  <a:close/>
                </a:path>
                <a:path w="1562735" h="1243965">
                  <a:moveTo>
                    <a:pt x="1562455" y="728345"/>
                  </a:moveTo>
                  <a:lnTo>
                    <a:pt x="669328" y="728345"/>
                  </a:lnTo>
                  <a:lnTo>
                    <a:pt x="669328" y="674763"/>
                  </a:lnTo>
                  <a:lnTo>
                    <a:pt x="753948" y="674763"/>
                  </a:lnTo>
                  <a:lnTo>
                    <a:pt x="753948" y="667613"/>
                  </a:lnTo>
                  <a:lnTo>
                    <a:pt x="704672" y="667613"/>
                  </a:lnTo>
                  <a:lnTo>
                    <a:pt x="709383" y="665530"/>
                  </a:lnTo>
                  <a:lnTo>
                    <a:pt x="717334" y="660615"/>
                  </a:lnTo>
                  <a:lnTo>
                    <a:pt x="724027" y="654761"/>
                  </a:lnTo>
                  <a:lnTo>
                    <a:pt x="728967" y="648335"/>
                  </a:lnTo>
                  <a:lnTo>
                    <a:pt x="732167" y="641324"/>
                  </a:lnTo>
                  <a:lnTo>
                    <a:pt x="733615" y="633755"/>
                  </a:lnTo>
                  <a:lnTo>
                    <a:pt x="733425" y="626516"/>
                  </a:lnTo>
                  <a:lnTo>
                    <a:pt x="730859" y="621284"/>
                  </a:lnTo>
                  <a:lnTo>
                    <a:pt x="725906" y="618045"/>
                  </a:lnTo>
                  <a:lnTo>
                    <a:pt x="721334" y="614426"/>
                  </a:lnTo>
                  <a:lnTo>
                    <a:pt x="714857" y="612711"/>
                  </a:lnTo>
                  <a:lnTo>
                    <a:pt x="706475" y="612902"/>
                  </a:lnTo>
                  <a:lnTo>
                    <a:pt x="698538" y="613867"/>
                  </a:lnTo>
                  <a:lnTo>
                    <a:pt x="663968" y="636968"/>
                  </a:lnTo>
                  <a:lnTo>
                    <a:pt x="659320" y="650900"/>
                  </a:lnTo>
                  <a:lnTo>
                    <a:pt x="659409" y="654050"/>
                  </a:lnTo>
                  <a:lnTo>
                    <a:pt x="659320" y="667613"/>
                  </a:lnTo>
                  <a:lnTo>
                    <a:pt x="642797" y="667613"/>
                  </a:lnTo>
                  <a:lnTo>
                    <a:pt x="642797" y="674763"/>
                  </a:lnTo>
                  <a:lnTo>
                    <a:pt x="659320" y="674763"/>
                  </a:lnTo>
                  <a:lnTo>
                    <a:pt x="659320" y="728345"/>
                  </a:lnTo>
                  <a:lnTo>
                    <a:pt x="659320" y="734060"/>
                  </a:lnTo>
                  <a:lnTo>
                    <a:pt x="659320" y="956945"/>
                  </a:lnTo>
                  <a:lnTo>
                    <a:pt x="506450" y="956945"/>
                  </a:lnTo>
                  <a:lnTo>
                    <a:pt x="506450" y="905510"/>
                  </a:lnTo>
                  <a:lnTo>
                    <a:pt x="659320" y="905510"/>
                  </a:lnTo>
                  <a:lnTo>
                    <a:pt x="659320" y="899795"/>
                  </a:lnTo>
                  <a:lnTo>
                    <a:pt x="506450" y="899795"/>
                  </a:lnTo>
                  <a:lnTo>
                    <a:pt x="506450" y="848360"/>
                  </a:lnTo>
                  <a:lnTo>
                    <a:pt x="659320" y="848360"/>
                  </a:lnTo>
                  <a:lnTo>
                    <a:pt x="659320" y="842645"/>
                  </a:lnTo>
                  <a:lnTo>
                    <a:pt x="604748" y="842645"/>
                  </a:lnTo>
                  <a:lnTo>
                    <a:pt x="601700" y="838644"/>
                  </a:lnTo>
                  <a:lnTo>
                    <a:pt x="599986" y="835113"/>
                  </a:lnTo>
                  <a:lnTo>
                    <a:pt x="599605" y="832065"/>
                  </a:lnTo>
                  <a:lnTo>
                    <a:pt x="600557" y="826922"/>
                  </a:lnTo>
                  <a:lnTo>
                    <a:pt x="603504" y="822540"/>
                  </a:lnTo>
                  <a:lnTo>
                    <a:pt x="608457" y="818921"/>
                  </a:lnTo>
                  <a:lnTo>
                    <a:pt x="613981" y="814730"/>
                  </a:lnTo>
                  <a:lnTo>
                    <a:pt x="617131" y="809879"/>
                  </a:lnTo>
                  <a:lnTo>
                    <a:pt x="617893" y="804354"/>
                  </a:lnTo>
                  <a:lnTo>
                    <a:pt x="617131" y="800735"/>
                  </a:lnTo>
                  <a:lnTo>
                    <a:pt x="615416" y="797306"/>
                  </a:lnTo>
                  <a:lnTo>
                    <a:pt x="612749" y="794067"/>
                  </a:lnTo>
                  <a:lnTo>
                    <a:pt x="610082" y="791210"/>
                  </a:lnTo>
                  <a:lnTo>
                    <a:pt x="659320" y="791210"/>
                  </a:lnTo>
                  <a:lnTo>
                    <a:pt x="659320" y="785495"/>
                  </a:lnTo>
                  <a:lnTo>
                    <a:pt x="606171" y="785495"/>
                  </a:lnTo>
                  <a:lnTo>
                    <a:pt x="606171" y="796353"/>
                  </a:lnTo>
                  <a:lnTo>
                    <a:pt x="605218" y="801306"/>
                  </a:lnTo>
                  <a:lnTo>
                    <a:pt x="602272" y="805688"/>
                  </a:lnTo>
                  <a:lnTo>
                    <a:pt x="597319" y="809498"/>
                  </a:lnTo>
                  <a:lnTo>
                    <a:pt x="591794" y="813308"/>
                  </a:lnTo>
                  <a:lnTo>
                    <a:pt x="588645" y="818070"/>
                  </a:lnTo>
                  <a:lnTo>
                    <a:pt x="587883" y="823785"/>
                  </a:lnTo>
                  <a:lnTo>
                    <a:pt x="588645" y="827405"/>
                  </a:lnTo>
                  <a:lnTo>
                    <a:pt x="590359" y="830834"/>
                  </a:lnTo>
                  <a:lnTo>
                    <a:pt x="593026" y="834072"/>
                  </a:lnTo>
                  <a:lnTo>
                    <a:pt x="600748" y="842645"/>
                  </a:lnTo>
                  <a:lnTo>
                    <a:pt x="506450" y="842645"/>
                  </a:lnTo>
                  <a:lnTo>
                    <a:pt x="506450" y="814070"/>
                  </a:lnTo>
                  <a:lnTo>
                    <a:pt x="496443" y="814070"/>
                  </a:lnTo>
                  <a:lnTo>
                    <a:pt x="496443" y="842645"/>
                  </a:lnTo>
                  <a:lnTo>
                    <a:pt x="496443" y="848360"/>
                  </a:lnTo>
                  <a:lnTo>
                    <a:pt x="496443" y="899795"/>
                  </a:lnTo>
                  <a:lnTo>
                    <a:pt x="496443" y="905510"/>
                  </a:lnTo>
                  <a:lnTo>
                    <a:pt x="496443" y="956945"/>
                  </a:lnTo>
                  <a:lnTo>
                    <a:pt x="246697" y="956945"/>
                  </a:lnTo>
                  <a:lnTo>
                    <a:pt x="246697" y="905510"/>
                  </a:lnTo>
                  <a:lnTo>
                    <a:pt x="496443" y="905510"/>
                  </a:lnTo>
                  <a:lnTo>
                    <a:pt x="496443" y="899795"/>
                  </a:lnTo>
                  <a:lnTo>
                    <a:pt x="246697" y="899795"/>
                  </a:lnTo>
                  <a:lnTo>
                    <a:pt x="246697" y="848360"/>
                  </a:lnTo>
                  <a:lnTo>
                    <a:pt x="496443" y="848360"/>
                  </a:lnTo>
                  <a:lnTo>
                    <a:pt x="496443" y="842645"/>
                  </a:lnTo>
                  <a:lnTo>
                    <a:pt x="246697" y="842645"/>
                  </a:lnTo>
                  <a:lnTo>
                    <a:pt x="246697" y="791210"/>
                  </a:lnTo>
                  <a:lnTo>
                    <a:pt x="605028" y="791210"/>
                  </a:lnTo>
                  <a:lnTo>
                    <a:pt x="605409" y="791972"/>
                  </a:lnTo>
                  <a:lnTo>
                    <a:pt x="606171" y="796353"/>
                  </a:lnTo>
                  <a:lnTo>
                    <a:pt x="606171" y="785495"/>
                  </a:lnTo>
                  <a:lnTo>
                    <a:pt x="604748" y="785495"/>
                  </a:lnTo>
                  <a:lnTo>
                    <a:pt x="601700" y="781494"/>
                  </a:lnTo>
                  <a:lnTo>
                    <a:pt x="599986" y="777963"/>
                  </a:lnTo>
                  <a:lnTo>
                    <a:pt x="599605" y="774915"/>
                  </a:lnTo>
                  <a:lnTo>
                    <a:pt x="600557" y="769772"/>
                  </a:lnTo>
                  <a:lnTo>
                    <a:pt x="603504" y="765390"/>
                  </a:lnTo>
                  <a:lnTo>
                    <a:pt x="608457" y="761771"/>
                  </a:lnTo>
                  <a:lnTo>
                    <a:pt x="613981" y="757580"/>
                  </a:lnTo>
                  <a:lnTo>
                    <a:pt x="617131" y="752729"/>
                  </a:lnTo>
                  <a:lnTo>
                    <a:pt x="617893" y="747204"/>
                  </a:lnTo>
                  <a:lnTo>
                    <a:pt x="617131" y="743585"/>
                  </a:lnTo>
                  <a:lnTo>
                    <a:pt x="615416" y="740156"/>
                  </a:lnTo>
                  <a:lnTo>
                    <a:pt x="612749" y="736917"/>
                  </a:lnTo>
                  <a:lnTo>
                    <a:pt x="610082" y="734060"/>
                  </a:lnTo>
                  <a:lnTo>
                    <a:pt x="659320" y="734060"/>
                  </a:lnTo>
                  <a:lnTo>
                    <a:pt x="659320" y="728345"/>
                  </a:lnTo>
                  <a:lnTo>
                    <a:pt x="606171" y="728345"/>
                  </a:lnTo>
                  <a:lnTo>
                    <a:pt x="606171" y="739203"/>
                  </a:lnTo>
                  <a:lnTo>
                    <a:pt x="605218" y="744156"/>
                  </a:lnTo>
                  <a:lnTo>
                    <a:pt x="602272" y="748538"/>
                  </a:lnTo>
                  <a:lnTo>
                    <a:pt x="597319" y="752348"/>
                  </a:lnTo>
                  <a:lnTo>
                    <a:pt x="591794" y="756158"/>
                  </a:lnTo>
                  <a:lnTo>
                    <a:pt x="588645" y="760920"/>
                  </a:lnTo>
                  <a:lnTo>
                    <a:pt x="587883" y="766635"/>
                  </a:lnTo>
                  <a:lnTo>
                    <a:pt x="588645" y="770255"/>
                  </a:lnTo>
                  <a:lnTo>
                    <a:pt x="590359" y="773684"/>
                  </a:lnTo>
                  <a:lnTo>
                    <a:pt x="593026" y="776922"/>
                  </a:lnTo>
                  <a:lnTo>
                    <a:pt x="600748" y="785495"/>
                  </a:lnTo>
                  <a:lnTo>
                    <a:pt x="246697" y="785495"/>
                  </a:lnTo>
                  <a:lnTo>
                    <a:pt x="246697" y="734060"/>
                  </a:lnTo>
                  <a:lnTo>
                    <a:pt x="605028" y="734060"/>
                  </a:lnTo>
                  <a:lnTo>
                    <a:pt x="605409" y="734822"/>
                  </a:lnTo>
                  <a:lnTo>
                    <a:pt x="606171" y="739203"/>
                  </a:lnTo>
                  <a:lnTo>
                    <a:pt x="606171" y="728345"/>
                  </a:lnTo>
                  <a:lnTo>
                    <a:pt x="604748" y="728345"/>
                  </a:lnTo>
                  <a:lnTo>
                    <a:pt x="601700" y="724344"/>
                  </a:lnTo>
                  <a:lnTo>
                    <a:pt x="599986" y="720813"/>
                  </a:lnTo>
                  <a:lnTo>
                    <a:pt x="599605" y="717765"/>
                  </a:lnTo>
                  <a:lnTo>
                    <a:pt x="600557" y="712622"/>
                  </a:lnTo>
                  <a:lnTo>
                    <a:pt x="603504" y="708240"/>
                  </a:lnTo>
                  <a:lnTo>
                    <a:pt x="608457" y="704621"/>
                  </a:lnTo>
                  <a:lnTo>
                    <a:pt x="613981" y="700430"/>
                  </a:lnTo>
                  <a:lnTo>
                    <a:pt x="617131" y="695579"/>
                  </a:lnTo>
                  <a:lnTo>
                    <a:pt x="617893" y="690054"/>
                  </a:lnTo>
                  <a:lnTo>
                    <a:pt x="617131" y="686435"/>
                  </a:lnTo>
                  <a:lnTo>
                    <a:pt x="615416" y="683006"/>
                  </a:lnTo>
                  <a:lnTo>
                    <a:pt x="612749" y="679767"/>
                  </a:lnTo>
                  <a:lnTo>
                    <a:pt x="604748" y="671195"/>
                  </a:lnTo>
                  <a:lnTo>
                    <a:pt x="601700" y="667194"/>
                  </a:lnTo>
                  <a:lnTo>
                    <a:pt x="599986" y="663663"/>
                  </a:lnTo>
                  <a:lnTo>
                    <a:pt x="599605" y="660615"/>
                  </a:lnTo>
                  <a:lnTo>
                    <a:pt x="600557" y="655472"/>
                  </a:lnTo>
                  <a:lnTo>
                    <a:pt x="603504" y="651090"/>
                  </a:lnTo>
                  <a:lnTo>
                    <a:pt x="608457" y="647471"/>
                  </a:lnTo>
                  <a:lnTo>
                    <a:pt x="613981" y="643280"/>
                  </a:lnTo>
                  <a:lnTo>
                    <a:pt x="617131" y="638429"/>
                  </a:lnTo>
                  <a:lnTo>
                    <a:pt x="617893" y="632904"/>
                  </a:lnTo>
                  <a:lnTo>
                    <a:pt x="617131" y="629285"/>
                  </a:lnTo>
                  <a:lnTo>
                    <a:pt x="615416" y="625856"/>
                  </a:lnTo>
                  <a:lnTo>
                    <a:pt x="612749" y="622617"/>
                  </a:lnTo>
                  <a:lnTo>
                    <a:pt x="604748" y="614045"/>
                  </a:lnTo>
                  <a:lnTo>
                    <a:pt x="600748" y="614045"/>
                  </a:lnTo>
                  <a:lnTo>
                    <a:pt x="603605" y="616902"/>
                  </a:lnTo>
                  <a:lnTo>
                    <a:pt x="605409" y="620522"/>
                  </a:lnTo>
                  <a:lnTo>
                    <a:pt x="591794" y="641858"/>
                  </a:lnTo>
                  <a:lnTo>
                    <a:pt x="588645" y="646620"/>
                  </a:lnTo>
                  <a:lnTo>
                    <a:pt x="587883" y="652335"/>
                  </a:lnTo>
                  <a:lnTo>
                    <a:pt x="588645" y="655955"/>
                  </a:lnTo>
                  <a:lnTo>
                    <a:pt x="590359" y="659384"/>
                  </a:lnTo>
                  <a:lnTo>
                    <a:pt x="593026" y="662622"/>
                  </a:lnTo>
                  <a:lnTo>
                    <a:pt x="600748" y="671195"/>
                  </a:lnTo>
                  <a:lnTo>
                    <a:pt x="603605" y="674052"/>
                  </a:lnTo>
                  <a:lnTo>
                    <a:pt x="605409" y="677672"/>
                  </a:lnTo>
                  <a:lnTo>
                    <a:pt x="591794" y="699008"/>
                  </a:lnTo>
                  <a:lnTo>
                    <a:pt x="588645" y="703770"/>
                  </a:lnTo>
                  <a:lnTo>
                    <a:pt x="587883" y="709485"/>
                  </a:lnTo>
                  <a:lnTo>
                    <a:pt x="588645" y="713105"/>
                  </a:lnTo>
                  <a:lnTo>
                    <a:pt x="590359" y="716534"/>
                  </a:lnTo>
                  <a:lnTo>
                    <a:pt x="593026" y="719772"/>
                  </a:lnTo>
                  <a:lnTo>
                    <a:pt x="600748" y="728345"/>
                  </a:lnTo>
                  <a:lnTo>
                    <a:pt x="246697" y="728345"/>
                  </a:lnTo>
                  <a:lnTo>
                    <a:pt x="246697" y="0"/>
                  </a:lnTo>
                  <a:lnTo>
                    <a:pt x="238125" y="0"/>
                  </a:lnTo>
                  <a:lnTo>
                    <a:pt x="238125" y="728345"/>
                  </a:lnTo>
                  <a:lnTo>
                    <a:pt x="233997" y="728345"/>
                  </a:lnTo>
                  <a:lnTo>
                    <a:pt x="233997" y="734060"/>
                  </a:lnTo>
                  <a:lnTo>
                    <a:pt x="238125" y="734060"/>
                  </a:lnTo>
                  <a:lnTo>
                    <a:pt x="238125" y="785495"/>
                  </a:lnTo>
                  <a:lnTo>
                    <a:pt x="233997" y="785495"/>
                  </a:lnTo>
                  <a:lnTo>
                    <a:pt x="233997" y="791210"/>
                  </a:lnTo>
                  <a:lnTo>
                    <a:pt x="238125" y="791210"/>
                  </a:lnTo>
                  <a:lnTo>
                    <a:pt x="238125" y="842645"/>
                  </a:lnTo>
                  <a:lnTo>
                    <a:pt x="233997" y="842645"/>
                  </a:lnTo>
                  <a:lnTo>
                    <a:pt x="233997" y="848360"/>
                  </a:lnTo>
                  <a:lnTo>
                    <a:pt x="238125" y="848360"/>
                  </a:lnTo>
                  <a:lnTo>
                    <a:pt x="238125" y="899795"/>
                  </a:lnTo>
                  <a:lnTo>
                    <a:pt x="233997" y="899795"/>
                  </a:lnTo>
                  <a:lnTo>
                    <a:pt x="233997" y="905510"/>
                  </a:lnTo>
                  <a:lnTo>
                    <a:pt x="238125" y="905510"/>
                  </a:lnTo>
                  <a:lnTo>
                    <a:pt x="238125" y="956945"/>
                  </a:lnTo>
                  <a:lnTo>
                    <a:pt x="233997" y="956945"/>
                  </a:lnTo>
                  <a:lnTo>
                    <a:pt x="233997" y="962660"/>
                  </a:lnTo>
                  <a:lnTo>
                    <a:pt x="238125" y="962660"/>
                  </a:lnTo>
                  <a:lnTo>
                    <a:pt x="246697" y="962660"/>
                  </a:lnTo>
                  <a:lnTo>
                    <a:pt x="496443" y="962660"/>
                  </a:lnTo>
                  <a:lnTo>
                    <a:pt x="496443" y="987488"/>
                  </a:lnTo>
                  <a:lnTo>
                    <a:pt x="494449" y="985901"/>
                  </a:lnTo>
                  <a:lnTo>
                    <a:pt x="487972" y="984186"/>
                  </a:lnTo>
                  <a:lnTo>
                    <a:pt x="448729" y="996378"/>
                  </a:lnTo>
                  <a:lnTo>
                    <a:pt x="436092" y="1010513"/>
                  </a:lnTo>
                  <a:lnTo>
                    <a:pt x="415912" y="1010513"/>
                  </a:lnTo>
                  <a:lnTo>
                    <a:pt x="415912" y="1017663"/>
                  </a:lnTo>
                  <a:lnTo>
                    <a:pt x="433374" y="1017663"/>
                  </a:lnTo>
                  <a:lnTo>
                    <a:pt x="432435" y="1022375"/>
                  </a:lnTo>
                  <a:lnTo>
                    <a:pt x="457581" y="1043813"/>
                  </a:lnTo>
                  <a:lnTo>
                    <a:pt x="466064" y="1042860"/>
                  </a:lnTo>
                  <a:lnTo>
                    <a:pt x="474370" y="1040599"/>
                  </a:lnTo>
                  <a:lnTo>
                    <a:pt x="482498" y="1037005"/>
                  </a:lnTo>
                  <a:lnTo>
                    <a:pt x="490448" y="1032090"/>
                  </a:lnTo>
                  <a:lnTo>
                    <a:pt x="496443" y="1026858"/>
                  </a:lnTo>
                  <a:lnTo>
                    <a:pt x="496443" y="1067663"/>
                  </a:lnTo>
                  <a:lnTo>
                    <a:pt x="415912" y="1067663"/>
                  </a:lnTo>
                  <a:lnTo>
                    <a:pt x="415912" y="1074813"/>
                  </a:lnTo>
                  <a:lnTo>
                    <a:pt x="496443" y="1074813"/>
                  </a:lnTo>
                  <a:lnTo>
                    <a:pt x="496443" y="1124813"/>
                  </a:lnTo>
                  <a:lnTo>
                    <a:pt x="415912" y="1124813"/>
                  </a:lnTo>
                  <a:lnTo>
                    <a:pt x="415912" y="1131963"/>
                  </a:lnTo>
                  <a:lnTo>
                    <a:pt x="496443" y="1131963"/>
                  </a:lnTo>
                  <a:lnTo>
                    <a:pt x="496443" y="1181963"/>
                  </a:lnTo>
                  <a:lnTo>
                    <a:pt x="415912" y="1181963"/>
                  </a:lnTo>
                  <a:lnTo>
                    <a:pt x="415912" y="1189113"/>
                  </a:lnTo>
                  <a:lnTo>
                    <a:pt x="460883" y="1189113"/>
                  </a:lnTo>
                  <a:lnTo>
                    <a:pt x="456222" y="1191361"/>
                  </a:lnTo>
                  <a:lnTo>
                    <a:pt x="432435" y="1222400"/>
                  </a:lnTo>
                  <a:lnTo>
                    <a:pt x="432625" y="1228877"/>
                  </a:lnTo>
                  <a:lnTo>
                    <a:pt x="457581" y="1243838"/>
                  </a:lnTo>
                  <a:lnTo>
                    <a:pt x="466064" y="1242885"/>
                  </a:lnTo>
                  <a:lnTo>
                    <a:pt x="502081" y="1219835"/>
                  </a:lnTo>
                  <a:lnTo>
                    <a:pt x="506730" y="1205255"/>
                  </a:lnTo>
                  <a:lnTo>
                    <a:pt x="506539" y="1198016"/>
                  </a:lnTo>
                  <a:lnTo>
                    <a:pt x="506450" y="1197838"/>
                  </a:lnTo>
                  <a:lnTo>
                    <a:pt x="506450" y="1189113"/>
                  </a:lnTo>
                  <a:lnTo>
                    <a:pt x="527062" y="1189113"/>
                  </a:lnTo>
                  <a:lnTo>
                    <a:pt x="527062" y="1181963"/>
                  </a:lnTo>
                  <a:lnTo>
                    <a:pt x="506450" y="1181963"/>
                  </a:lnTo>
                  <a:lnTo>
                    <a:pt x="506450" y="1131963"/>
                  </a:lnTo>
                  <a:lnTo>
                    <a:pt x="527062" y="1131963"/>
                  </a:lnTo>
                  <a:lnTo>
                    <a:pt x="527062" y="1124813"/>
                  </a:lnTo>
                  <a:lnTo>
                    <a:pt x="506450" y="1124813"/>
                  </a:lnTo>
                  <a:lnTo>
                    <a:pt x="506450" y="1074813"/>
                  </a:lnTo>
                  <a:lnTo>
                    <a:pt x="527062" y="1074813"/>
                  </a:lnTo>
                  <a:lnTo>
                    <a:pt x="527062" y="1067663"/>
                  </a:lnTo>
                  <a:lnTo>
                    <a:pt x="506450" y="1067663"/>
                  </a:lnTo>
                  <a:lnTo>
                    <a:pt x="506450" y="1017663"/>
                  </a:lnTo>
                  <a:lnTo>
                    <a:pt x="527062" y="1017663"/>
                  </a:lnTo>
                  <a:lnTo>
                    <a:pt x="527062" y="1010513"/>
                  </a:lnTo>
                  <a:lnTo>
                    <a:pt x="506450" y="1010513"/>
                  </a:lnTo>
                  <a:lnTo>
                    <a:pt x="506450" y="1006703"/>
                  </a:lnTo>
                  <a:lnTo>
                    <a:pt x="506730" y="1005230"/>
                  </a:lnTo>
                  <a:lnTo>
                    <a:pt x="506539" y="997991"/>
                  </a:lnTo>
                  <a:lnTo>
                    <a:pt x="506450" y="997813"/>
                  </a:lnTo>
                  <a:lnTo>
                    <a:pt x="506450" y="962660"/>
                  </a:lnTo>
                  <a:lnTo>
                    <a:pt x="659320" y="962660"/>
                  </a:lnTo>
                  <a:lnTo>
                    <a:pt x="659320" y="1014095"/>
                  </a:lnTo>
                  <a:lnTo>
                    <a:pt x="669328" y="1014095"/>
                  </a:lnTo>
                  <a:lnTo>
                    <a:pt x="669328" y="962660"/>
                  </a:lnTo>
                  <a:lnTo>
                    <a:pt x="1562455" y="962660"/>
                  </a:lnTo>
                  <a:lnTo>
                    <a:pt x="1562455" y="956945"/>
                  </a:lnTo>
                  <a:lnTo>
                    <a:pt x="669328" y="956945"/>
                  </a:lnTo>
                  <a:lnTo>
                    <a:pt x="669328" y="905510"/>
                  </a:lnTo>
                  <a:lnTo>
                    <a:pt x="1562455" y="905510"/>
                  </a:lnTo>
                  <a:lnTo>
                    <a:pt x="1562455" y="899795"/>
                  </a:lnTo>
                  <a:lnTo>
                    <a:pt x="669328" y="899795"/>
                  </a:lnTo>
                  <a:lnTo>
                    <a:pt x="669328" y="848360"/>
                  </a:lnTo>
                  <a:lnTo>
                    <a:pt x="1562455" y="848360"/>
                  </a:lnTo>
                  <a:lnTo>
                    <a:pt x="1562455" y="842645"/>
                  </a:lnTo>
                  <a:lnTo>
                    <a:pt x="669328" y="842645"/>
                  </a:lnTo>
                  <a:lnTo>
                    <a:pt x="669328" y="791210"/>
                  </a:lnTo>
                  <a:lnTo>
                    <a:pt x="1562455" y="791210"/>
                  </a:lnTo>
                  <a:lnTo>
                    <a:pt x="1562455" y="785495"/>
                  </a:lnTo>
                  <a:lnTo>
                    <a:pt x="669328" y="785495"/>
                  </a:lnTo>
                  <a:lnTo>
                    <a:pt x="669328" y="734060"/>
                  </a:lnTo>
                  <a:lnTo>
                    <a:pt x="1562455" y="734060"/>
                  </a:lnTo>
                  <a:lnTo>
                    <a:pt x="1562455" y="7283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3" name="object 293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3758000" y="8253158"/>
              <a:ext cx="74294" cy="116776"/>
            </a:xfrm>
            <a:prstGeom prst="rect">
              <a:avLst/>
            </a:prstGeom>
          </p:spPr>
        </p:pic>
        <p:sp>
          <p:nvSpPr>
            <p:cNvPr id="294" name="object 294"/>
            <p:cNvSpPr/>
            <p:nvPr/>
          </p:nvSpPr>
          <p:spPr>
            <a:xfrm>
              <a:off x="4225252" y="8138868"/>
              <a:ext cx="313690" cy="574040"/>
            </a:xfrm>
            <a:custGeom>
              <a:avLst/>
              <a:gdLst/>
              <a:ahLst/>
              <a:cxnLst/>
              <a:rect l="l" t="t" r="r" b="b"/>
              <a:pathLst>
                <a:path w="313689" h="574040">
                  <a:moveTo>
                    <a:pt x="111137" y="397802"/>
                  </a:moveTo>
                  <a:lnTo>
                    <a:pt x="90525" y="397802"/>
                  </a:lnTo>
                  <a:lnTo>
                    <a:pt x="90525" y="336905"/>
                  </a:lnTo>
                  <a:lnTo>
                    <a:pt x="90817" y="335368"/>
                  </a:lnTo>
                  <a:lnTo>
                    <a:pt x="90627" y="328129"/>
                  </a:lnTo>
                  <a:lnTo>
                    <a:pt x="90525" y="327926"/>
                  </a:lnTo>
                  <a:lnTo>
                    <a:pt x="90525" y="144208"/>
                  </a:lnTo>
                  <a:lnTo>
                    <a:pt x="80530" y="144208"/>
                  </a:lnTo>
                  <a:lnTo>
                    <a:pt x="80530" y="317639"/>
                  </a:lnTo>
                  <a:lnTo>
                    <a:pt x="78524" y="316039"/>
                  </a:lnTo>
                  <a:lnTo>
                    <a:pt x="72047" y="314325"/>
                  </a:lnTo>
                  <a:lnTo>
                    <a:pt x="32804" y="326517"/>
                  </a:lnTo>
                  <a:lnTo>
                    <a:pt x="16522" y="352513"/>
                  </a:lnTo>
                  <a:lnTo>
                    <a:pt x="16713" y="358990"/>
                  </a:lnTo>
                  <a:lnTo>
                    <a:pt x="41668" y="373951"/>
                  </a:lnTo>
                  <a:lnTo>
                    <a:pt x="50152" y="372999"/>
                  </a:lnTo>
                  <a:lnTo>
                    <a:pt x="58458" y="370738"/>
                  </a:lnTo>
                  <a:lnTo>
                    <a:pt x="66573" y="367144"/>
                  </a:lnTo>
                  <a:lnTo>
                    <a:pt x="74523" y="362229"/>
                  </a:lnTo>
                  <a:lnTo>
                    <a:pt x="80530" y="356997"/>
                  </a:lnTo>
                  <a:lnTo>
                    <a:pt x="80530" y="397802"/>
                  </a:lnTo>
                  <a:lnTo>
                    <a:pt x="0" y="397802"/>
                  </a:lnTo>
                  <a:lnTo>
                    <a:pt x="0" y="404952"/>
                  </a:lnTo>
                  <a:lnTo>
                    <a:pt x="80530" y="404952"/>
                  </a:lnTo>
                  <a:lnTo>
                    <a:pt x="80530" y="454952"/>
                  </a:lnTo>
                  <a:lnTo>
                    <a:pt x="0" y="454952"/>
                  </a:lnTo>
                  <a:lnTo>
                    <a:pt x="0" y="462102"/>
                  </a:lnTo>
                  <a:lnTo>
                    <a:pt x="80530" y="462102"/>
                  </a:lnTo>
                  <a:lnTo>
                    <a:pt x="80530" y="512102"/>
                  </a:lnTo>
                  <a:lnTo>
                    <a:pt x="0" y="512102"/>
                  </a:lnTo>
                  <a:lnTo>
                    <a:pt x="0" y="519252"/>
                  </a:lnTo>
                  <a:lnTo>
                    <a:pt x="44970" y="519252"/>
                  </a:lnTo>
                  <a:lnTo>
                    <a:pt x="40309" y="521500"/>
                  </a:lnTo>
                  <a:lnTo>
                    <a:pt x="16522" y="552538"/>
                  </a:lnTo>
                  <a:lnTo>
                    <a:pt x="16713" y="559015"/>
                  </a:lnTo>
                  <a:lnTo>
                    <a:pt x="41668" y="573976"/>
                  </a:lnTo>
                  <a:lnTo>
                    <a:pt x="50152" y="573024"/>
                  </a:lnTo>
                  <a:lnTo>
                    <a:pt x="86169" y="549973"/>
                  </a:lnTo>
                  <a:lnTo>
                    <a:pt x="90817" y="535393"/>
                  </a:lnTo>
                  <a:lnTo>
                    <a:pt x="90627" y="528154"/>
                  </a:lnTo>
                  <a:lnTo>
                    <a:pt x="90525" y="527951"/>
                  </a:lnTo>
                  <a:lnTo>
                    <a:pt x="90525" y="519252"/>
                  </a:lnTo>
                  <a:lnTo>
                    <a:pt x="111137" y="519252"/>
                  </a:lnTo>
                  <a:lnTo>
                    <a:pt x="111137" y="512102"/>
                  </a:lnTo>
                  <a:lnTo>
                    <a:pt x="90525" y="512102"/>
                  </a:lnTo>
                  <a:lnTo>
                    <a:pt x="90525" y="462102"/>
                  </a:lnTo>
                  <a:lnTo>
                    <a:pt x="111137" y="462102"/>
                  </a:lnTo>
                  <a:lnTo>
                    <a:pt x="111137" y="454952"/>
                  </a:lnTo>
                  <a:lnTo>
                    <a:pt x="90525" y="454952"/>
                  </a:lnTo>
                  <a:lnTo>
                    <a:pt x="90525" y="404952"/>
                  </a:lnTo>
                  <a:lnTo>
                    <a:pt x="111137" y="404952"/>
                  </a:lnTo>
                  <a:lnTo>
                    <a:pt x="111137" y="397802"/>
                  </a:lnTo>
                  <a:close/>
                </a:path>
                <a:path w="313689" h="574040">
                  <a:moveTo>
                    <a:pt x="313169" y="54902"/>
                  </a:moveTo>
                  <a:lnTo>
                    <a:pt x="263893" y="54902"/>
                  </a:lnTo>
                  <a:lnTo>
                    <a:pt x="268605" y="52819"/>
                  </a:lnTo>
                  <a:lnTo>
                    <a:pt x="276555" y="47904"/>
                  </a:lnTo>
                  <a:lnTo>
                    <a:pt x="283248" y="42049"/>
                  </a:lnTo>
                  <a:lnTo>
                    <a:pt x="288201" y="35623"/>
                  </a:lnTo>
                  <a:lnTo>
                    <a:pt x="291401" y="28613"/>
                  </a:lnTo>
                  <a:lnTo>
                    <a:pt x="292849" y="21043"/>
                  </a:lnTo>
                  <a:lnTo>
                    <a:pt x="292658" y="13804"/>
                  </a:lnTo>
                  <a:lnTo>
                    <a:pt x="290080" y="8572"/>
                  </a:lnTo>
                  <a:lnTo>
                    <a:pt x="285127" y="5334"/>
                  </a:lnTo>
                  <a:lnTo>
                    <a:pt x="280555" y="1714"/>
                  </a:lnTo>
                  <a:lnTo>
                    <a:pt x="274078" y="0"/>
                  </a:lnTo>
                  <a:lnTo>
                    <a:pt x="265696" y="190"/>
                  </a:lnTo>
                  <a:lnTo>
                    <a:pt x="257771" y="1155"/>
                  </a:lnTo>
                  <a:lnTo>
                    <a:pt x="223189" y="24257"/>
                  </a:lnTo>
                  <a:lnTo>
                    <a:pt x="218554" y="38188"/>
                  </a:lnTo>
                  <a:lnTo>
                    <a:pt x="218643" y="41338"/>
                  </a:lnTo>
                  <a:lnTo>
                    <a:pt x="218554" y="54902"/>
                  </a:lnTo>
                  <a:lnTo>
                    <a:pt x="202031" y="54902"/>
                  </a:lnTo>
                  <a:lnTo>
                    <a:pt x="202031" y="62052"/>
                  </a:lnTo>
                  <a:lnTo>
                    <a:pt x="218554" y="62052"/>
                  </a:lnTo>
                  <a:lnTo>
                    <a:pt x="218554" y="401383"/>
                  </a:lnTo>
                  <a:lnTo>
                    <a:pt x="228549" y="401383"/>
                  </a:lnTo>
                  <a:lnTo>
                    <a:pt x="228549" y="62052"/>
                  </a:lnTo>
                  <a:lnTo>
                    <a:pt x="313169" y="62052"/>
                  </a:lnTo>
                  <a:lnTo>
                    <a:pt x="313169" y="5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5" name="object 295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4443807" y="8253158"/>
              <a:ext cx="74294" cy="116776"/>
            </a:xfrm>
            <a:prstGeom prst="rect">
              <a:avLst/>
            </a:prstGeom>
          </p:spPr>
        </p:pic>
        <p:sp>
          <p:nvSpPr>
            <p:cNvPr id="296" name="object 296"/>
            <p:cNvSpPr/>
            <p:nvPr/>
          </p:nvSpPr>
          <p:spPr>
            <a:xfrm>
              <a:off x="4645825" y="7526156"/>
              <a:ext cx="1734185" cy="1215390"/>
            </a:xfrm>
            <a:custGeom>
              <a:avLst/>
              <a:gdLst/>
              <a:ahLst/>
              <a:cxnLst/>
              <a:rect l="l" t="t" r="r" b="b"/>
              <a:pathLst>
                <a:path w="1734185" h="1215390">
                  <a:moveTo>
                    <a:pt x="10007" y="0"/>
                  </a:moveTo>
                  <a:lnTo>
                    <a:pt x="0" y="0"/>
                  </a:lnTo>
                  <a:lnTo>
                    <a:pt x="0" y="962660"/>
                  </a:lnTo>
                  <a:lnTo>
                    <a:pt x="10007" y="962660"/>
                  </a:lnTo>
                  <a:lnTo>
                    <a:pt x="10007" y="0"/>
                  </a:lnTo>
                  <a:close/>
                </a:path>
                <a:path w="1734185" h="1215390">
                  <a:moveTo>
                    <a:pt x="1733905" y="728345"/>
                  </a:moveTo>
                  <a:lnTo>
                    <a:pt x="1199642" y="728345"/>
                  </a:lnTo>
                  <a:lnTo>
                    <a:pt x="1199642" y="625475"/>
                  </a:lnTo>
                  <a:lnTo>
                    <a:pt x="1189634" y="625475"/>
                  </a:lnTo>
                  <a:lnTo>
                    <a:pt x="1189634" y="956945"/>
                  </a:lnTo>
                  <a:lnTo>
                    <a:pt x="1061618" y="956945"/>
                  </a:lnTo>
                  <a:lnTo>
                    <a:pt x="1061618" y="905510"/>
                  </a:lnTo>
                  <a:lnTo>
                    <a:pt x="1189634" y="905510"/>
                  </a:lnTo>
                  <a:lnTo>
                    <a:pt x="1189634" y="899795"/>
                  </a:lnTo>
                  <a:lnTo>
                    <a:pt x="1061618" y="899795"/>
                  </a:lnTo>
                  <a:lnTo>
                    <a:pt x="1061618" y="848360"/>
                  </a:lnTo>
                  <a:lnTo>
                    <a:pt x="1189634" y="848360"/>
                  </a:lnTo>
                  <a:lnTo>
                    <a:pt x="1189634" y="842645"/>
                  </a:lnTo>
                  <a:lnTo>
                    <a:pt x="1061618" y="842645"/>
                  </a:lnTo>
                  <a:lnTo>
                    <a:pt x="1061618" y="791210"/>
                  </a:lnTo>
                  <a:lnTo>
                    <a:pt x="1189634" y="791210"/>
                  </a:lnTo>
                  <a:lnTo>
                    <a:pt x="1189634" y="785495"/>
                  </a:lnTo>
                  <a:lnTo>
                    <a:pt x="1061618" y="785495"/>
                  </a:lnTo>
                  <a:lnTo>
                    <a:pt x="1051610" y="785495"/>
                  </a:lnTo>
                  <a:lnTo>
                    <a:pt x="1051610" y="791210"/>
                  </a:lnTo>
                  <a:lnTo>
                    <a:pt x="1051610" y="1010513"/>
                  </a:lnTo>
                  <a:lnTo>
                    <a:pt x="1032954" y="1010513"/>
                  </a:lnTo>
                  <a:lnTo>
                    <a:pt x="1037666" y="1008430"/>
                  </a:lnTo>
                  <a:lnTo>
                    <a:pt x="1045616" y="1003515"/>
                  </a:lnTo>
                  <a:lnTo>
                    <a:pt x="1051610" y="998283"/>
                  </a:lnTo>
                  <a:lnTo>
                    <a:pt x="1051610" y="956945"/>
                  </a:lnTo>
                  <a:lnTo>
                    <a:pt x="1048169" y="956945"/>
                  </a:lnTo>
                  <a:lnTo>
                    <a:pt x="1043139" y="955611"/>
                  </a:lnTo>
                  <a:lnTo>
                    <a:pt x="1034757" y="955802"/>
                  </a:lnTo>
                  <a:lnTo>
                    <a:pt x="1026820" y="956767"/>
                  </a:lnTo>
                  <a:lnTo>
                    <a:pt x="1026210" y="956945"/>
                  </a:lnTo>
                  <a:lnTo>
                    <a:pt x="916165" y="956945"/>
                  </a:lnTo>
                  <a:lnTo>
                    <a:pt x="916165" y="905510"/>
                  </a:lnTo>
                  <a:lnTo>
                    <a:pt x="1051610" y="905510"/>
                  </a:lnTo>
                  <a:lnTo>
                    <a:pt x="1051610" y="899795"/>
                  </a:lnTo>
                  <a:lnTo>
                    <a:pt x="916165" y="899795"/>
                  </a:lnTo>
                  <a:lnTo>
                    <a:pt x="916165" y="848360"/>
                  </a:lnTo>
                  <a:lnTo>
                    <a:pt x="1051610" y="848360"/>
                  </a:lnTo>
                  <a:lnTo>
                    <a:pt x="1051610" y="842645"/>
                  </a:lnTo>
                  <a:lnTo>
                    <a:pt x="916165" y="842645"/>
                  </a:lnTo>
                  <a:lnTo>
                    <a:pt x="916165" y="791210"/>
                  </a:lnTo>
                  <a:lnTo>
                    <a:pt x="1051610" y="791210"/>
                  </a:lnTo>
                  <a:lnTo>
                    <a:pt x="1051610" y="785495"/>
                  </a:lnTo>
                  <a:lnTo>
                    <a:pt x="916165" y="785495"/>
                  </a:lnTo>
                  <a:lnTo>
                    <a:pt x="916165" y="734060"/>
                  </a:lnTo>
                  <a:lnTo>
                    <a:pt x="1189634" y="734060"/>
                  </a:lnTo>
                  <a:lnTo>
                    <a:pt x="1189634" y="728345"/>
                  </a:lnTo>
                  <a:lnTo>
                    <a:pt x="916165" y="728345"/>
                  </a:lnTo>
                  <a:lnTo>
                    <a:pt x="916165" y="0"/>
                  </a:lnTo>
                  <a:lnTo>
                    <a:pt x="907592" y="0"/>
                  </a:lnTo>
                  <a:lnTo>
                    <a:pt x="907592" y="956945"/>
                  </a:lnTo>
                  <a:lnTo>
                    <a:pt x="903465" y="956945"/>
                  </a:lnTo>
                  <a:lnTo>
                    <a:pt x="779538" y="956945"/>
                  </a:lnTo>
                  <a:lnTo>
                    <a:pt x="779538" y="949617"/>
                  </a:lnTo>
                  <a:lnTo>
                    <a:pt x="779830" y="948080"/>
                  </a:lnTo>
                  <a:lnTo>
                    <a:pt x="779640" y="940841"/>
                  </a:lnTo>
                  <a:lnTo>
                    <a:pt x="779538" y="940638"/>
                  </a:lnTo>
                  <a:lnTo>
                    <a:pt x="779538" y="905510"/>
                  </a:lnTo>
                  <a:lnTo>
                    <a:pt x="903465" y="905510"/>
                  </a:lnTo>
                  <a:lnTo>
                    <a:pt x="907592" y="905510"/>
                  </a:lnTo>
                  <a:lnTo>
                    <a:pt x="907592" y="899795"/>
                  </a:lnTo>
                  <a:lnTo>
                    <a:pt x="903465" y="899795"/>
                  </a:lnTo>
                  <a:lnTo>
                    <a:pt x="779538" y="899795"/>
                  </a:lnTo>
                  <a:lnTo>
                    <a:pt x="779538" y="848360"/>
                  </a:lnTo>
                  <a:lnTo>
                    <a:pt x="903465" y="848360"/>
                  </a:lnTo>
                  <a:lnTo>
                    <a:pt x="907592" y="848360"/>
                  </a:lnTo>
                  <a:lnTo>
                    <a:pt x="907592" y="842645"/>
                  </a:lnTo>
                  <a:lnTo>
                    <a:pt x="903465" y="842645"/>
                  </a:lnTo>
                  <a:lnTo>
                    <a:pt x="779538" y="842645"/>
                  </a:lnTo>
                  <a:lnTo>
                    <a:pt x="779538" y="791210"/>
                  </a:lnTo>
                  <a:lnTo>
                    <a:pt x="903465" y="791210"/>
                  </a:lnTo>
                  <a:lnTo>
                    <a:pt x="907592" y="791210"/>
                  </a:lnTo>
                  <a:lnTo>
                    <a:pt x="907592" y="785495"/>
                  </a:lnTo>
                  <a:lnTo>
                    <a:pt x="903465" y="785495"/>
                  </a:lnTo>
                  <a:lnTo>
                    <a:pt x="779538" y="785495"/>
                  </a:lnTo>
                  <a:lnTo>
                    <a:pt x="779538" y="756920"/>
                  </a:lnTo>
                  <a:lnTo>
                    <a:pt x="769543" y="756920"/>
                  </a:lnTo>
                  <a:lnTo>
                    <a:pt x="769543" y="785495"/>
                  </a:lnTo>
                  <a:lnTo>
                    <a:pt x="769543" y="791210"/>
                  </a:lnTo>
                  <a:lnTo>
                    <a:pt x="769543" y="930351"/>
                  </a:lnTo>
                  <a:lnTo>
                    <a:pt x="767537" y="928751"/>
                  </a:lnTo>
                  <a:lnTo>
                    <a:pt x="761060" y="927036"/>
                  </a:lnTo>
                  <a:lnTo>
                    <a:pt x="752678" y="927227"/>
                  </a:lnTo>
                  <a:lnTo>
                    <a:pt x="744753" y="928192"/>
                  </a:lnTo>
                  <a:lnTo>
                    <a:pt x="710171" y="951293"/>
                  </a:lnTo>
                  <a:lnTo>
                    <a:pt x="707491" y="956945"/>
                  </a:lnTo>
                  <a:lnTo>
                    <a:pt x="311480" y="956945"/>
                  </a:lnTo>
                  <a:lnTo>
                    <a:pt x="311480" y="905510"/>
                  </a:lnTo>
                  <a:lnTo>
                    <a:pt x="769543" y="905510"/>
                  </a:lnTo>
                  <a:lnTo>
                    <a:pt x="769543" y="899795"/>
                  </a:lnTo>
                  <a:lnTo>
                    <a:pt x="311480" y="899795"/>
                  </a:lnTo>
                  <a:lnTo>
                    <a:pt x="311480" y="848360"/>
                  </a:lnTo>
                  <a:lnTo>
                    <a:pt x="769543" y="848360"/>
                  </a:lnTo>
                  <a:lnTo>
                    <a:pt x="769543" y="842645"/>
                  </a:lnTo>
                  <a:lnTo>
                    <a:pt x="339813" y="842645"/>
                  </a:lnTo>
                  <a:lnTo>
                    <a:pt x="343763" y="841565"/>
                  </a:lnTo>
                  <a:lnTo>
                    <a:pt x="351548" y="838161"/>
                  </a:lnTo>
                  <a:lnTo>
                    <a:pt x="356539" y="835113"/>
                  </a:lnTo>
                  <a:lnTo>
                    <a:pt x="359194" y="833501"/>
                  </a:lnTo>
                  <a:lnTo>
                    <a:pt x="365912" y="827925"/>
                  </a:lnTo>
                  <a:lnTo>
                    <a:pt x="370916" y="821778"/>
                  </a:lnTo>
                  <a:lnTo>
                    <a:pt x="374192" y="815060"/>
                  </a:lnTo>
                  <a:lnTo>
                    <a:pt x="375767" y="807783"/>
                  </a:lnTo>
                  <a:lnTo>
                    <a:pt x="376529" y="799020"/>
                  </a:lnTo>
                  <a:lnTo>
                    <a:pt x="373659" y="792060"/>
                  </a:lnTo>
                  <a:lnTo>
                    <a:pt x="373583" y="791870"/>
                  </a:lnTo>
                  <a:lnTo>
                    <a:pt x="372783" y="791210"/>
                  </a:lnTo>
                  <a:lnTo>
                    <a:pt x="769543" y="791210"/>
                  </a:lnTo>
                  <a:lnTo>
                    <a:pt x="769543" y="785495"/>
                  </a:lnTo>
                  <a:lnTo>
                    <a:pt x="368058" y="785495"/>
                  </a:lnTo>
                  <a:lnTo>
                    <a:pt x="368058" y="796632"/>
                  </a:lnTo>
                  <a:lnTo>
                    <a:pt x="368058" y="800252"/>
                  </a:lnTo>
                  <a:lnTo>
                    <a:pt x="335483" y="829500"/>
                  </a:lnTo>
                  <a:lnTo>
                    <a:pt x="319189" y="835113"/>
                  </a:lnTo>
                  <a:lnTo>
                    <a:pt x="315188" y="834923"/>
                  </a:lnTo>
                  <a:lnTo>
                    <a:pt x="313194" y="834745"/>
                  </a:lnTo>
                  <a:lnTo>
                    <a:pt x="313194" y="842645"/>
                  </a:lnTo>
                  <a:lnTo>
                    <a:pt x="311480" y="842645"/>
                  </a:lnTo>
                  <a:lnTo>
                    <a:pt x="311480" y="841692"/>
                  </a:lnTo>
                  <a:lnTo>
                    <a:pt x="313194" y="842645"/>
                  </a:lnTo>
                  <a:lnTo>
                    <a:pt x="313194" y="834745"/>
                  </a:lnTo>
                  <a:lnTo>
                    <a:pt x="311480" y="834580"/>
                  </a:lnTo>
                  <a:lnTo>
                    <a:pt x="311480" y="823379"/>
                  </a:lnTo>
                  <a:lnTo>
                    <a:pt x="342912" y="797496"/>
                  </a:lnTo>
                  <a:lnTo>
                    <a:pt x="357200" y="792060"/>
                  </a:lnTo>
                  <a:lnTo>
                    <a:pt x="362915" y="792632"/>
                  </a:lnTo>
                  <a:lnTo>
                    <a:pt x="365772" y="793013"/>
                  </a:lnTo>
                  <a:lnTo>
                    <a:pt x="367487" y="794346"/>
                  </a:lnTo>
                  <a:lnTo>
                    <a:pt x="368058" y="796632"/>
                  </a:lnTo>
                  <a:lnTo>
                    <a:pt x="368058" y="785495"/>
                  </a:lnTo>
                  <a:lnTo>
                    <a:pt x="365379" y="785495"/>
                  </a:lnTo>
                  <a:lnTo>
                    <a:pt x="361772" y="783488"/>
                  </a:lnTo>
                  <a:lnTo>
                    <a:pt x="355955" y="782345"/>
                  </a:lnTo>
                  <a:lnTo>
                    <a:pt x="349478" y="782916"/>
                  </a:lnTo>
                  <a:lnTo>
                    <a:pt x="341299" y="783831"/>
                  </a:lnTo>
                  <a:lnTo>
                    <a:pt x="335153" y="785495"/>
                  </a:lnTo>
                  <a:lnTo>
                    <a:pt x="322668" y="785495"/>
                  </a:lnTo>
                  <a:lnTo>
                    <a:pt x="322668" y="791210"/>
                  </a:lnTo>
                  <a:lnTo>
                    <a:pt x="318046" y="794067"/>
                  </a:lnTo>
                  <a:lnTo>
                    <a:pt x="311480" y="799515"/>
                  </a:lnTo>
                  <a:lnTo>
                    <a:pt x="311480" y="791210"/>
                  </a:lnTo>
                  <a:lnTo>
                    <a:pt x="322668" y="791210"/>
                  </a:lnTo>
                  <a:lnTo>
                    <a:pt x="322668" y="785495"/>
                  </a:lnTo>
                  <a:lnTo>
                    <a:pt x="311480" y="785495"/>
                  </a:lnTo>
                  <a:lnTo>
                    <a:pt x="311480" y="755967"/>
                  </a:lnTo>
                  <a:lnTo>
                    <a:pt x="315760" y="758342"/>
                  </a:lnTo>
                  <a:lnTo>
                    <a:pt x="321475" y="759485"/>
                  </a:lnTo>
                  <a:lnTo>
                    <a:pt x="356539" y="749388"/>
                  </a:lnTo>
                  <a:lnTo>
                    <a:pt x="359194" y="747776"/>
                  </a:lnTo>
                  <a:lnTo>
                    <a:pt x="365912" y="742200"/>
                  </a:lnTo>
                  <a:lnTo>
                    <a:pt x="370916" y="736053"/>
                  </a:lnTo>
                  <a:lnTo>
                    <a:pt x="371881" y="734060"/>
                  </a:lnTo>
                  <a:lnTo>
                    <a:pt x="903465" y="734060"/>
                  </a:lnTo>
                  <a:lnTo>
                    <a:pt x="907592" y="734060"/>
                  </a:lnTo>
                  <a:lnTo>
                    <a:pt x="907592" y="728345"/>
                  </a:lnTo>
                  <a:lnTo>
                    <a:pt x="903465" y="728345"/>
                  </a:lnTo>
                  <a:lnTo>
                    <a:pt x="374396" y="728345"/>
                  </a:lnTo>
                  <a:lnTo>
                    <a:pt x="375767" y="722058"/>
                  </a:lnTo>
                  <a:lnTo>
                    <a:pt x="376529" y="713295"/>
                  </a:lnTo>
                  <a:lnTo>
                    <a:pt x="373659" y="706335"/>
                  </a:lnTo>
                  <a:lnTo>
                    <a:pt x="373583" y="706145"/>
                  </a:lnTo>
                  <a:lnTo>
                    <a:pt x="368058" y="701573"/>
                  </a:lnTo>
                  <a:lnTo>
                    <a:pt x="368058" y="710907"/>
                  </a:lnTo>
                  <a:lnTo>
                    <a:pt x="368058" y="714527"/>
                  </a:lnTo>
                  <a:lnTo>
                    <a:pt x="366052" y="718718"/>
                  </a:lnTo>
                  <a:lnTo>
                    <a:pt x="362051" y="723480"/>
                  </a:lnTo>
                  <a:lnTo>
                    <a:pt x="356438" y="728345"/>
                  </a:lnTo>
                  <a:lnTo>
                    <a:pt x="349859" y="728345"/>
                  </a:lnTo>
                  <a:lnTo>
                    <a:pt x="349859" y="734060"/>
                  </a:lnTo>
                  <a:lnTo>
                    <a:pt x="319189" y="749388"/>
                  </a:lnTo>
                  <a:lnTo>
                    <a:pt x="315188" y="749198"/>
                  </a:lnTo>
                  <a:lnTo>
                    <a:pt x="311480" y="748855"/>
                  </a:lnTo>
                  <a:lnTo>
                    <a:pt x="311480" y="739775"/>
                  </a:lnTo>
                  <a:lnTo>
                    <a:pt x="310502" y="739775"/>
                  </a:lnTo>
                  <a:lnTo>
                    <a:pt x="310692" y="738987"/>
                  </a:lnTo>
                  <a:lnTo>
                    <a:pt x="313588" y="734060"/>
                  </a:lnTo>
                  <a:lnTo>
                    <a:pt x="349859" y="734060"/>
                  </a:lnTo>
                  <a:lnTo>
                    <a:pt x="349859" y="728345"/>
                  </a:lnTo>
                  <a:lnTo>
                    <a:pt x="318770" y="728345"/>
                  </a:lnTo>
                  <a:lnTo>
                    <a:pt x="329666" y="719480"/>
                  </a:lnTo>
                  <a:lnTo>
                    <a:pt x="335483" y="715772"/>
                  </a:lnTo>
                  <a:lnTo>
                    <a:pt x="342912" y="711771"/>
                  </a:lnTo>
                  <a:lnTo>
                    <a:pt x="350532" y="707961"/>
                  </a:lnTo>
                  <a:lnTo>
                    <a:pt x="357200" y="706335"/>
                  </a:lnTo>
                  <a:lnTo>
                    <a:pt x="362915" y="706907"/>
                  </a:lnTo>
                  <a:lnTo>
                    <a:pt x="365772" y="707288"/>
                  </a:lnTo>
                  <a:lnTo>
                    <a:pt x="367487" y="708621"/>
                  </a:lnTo>
                  <a:lnTo>
                    <a:pt x="368058" y="710907"/>
                  </a:lnTo>
                  <a:lnTo>
                    <a:pt x="368058" y="701573"/>
                  </a:lnTo>
                  <a:lnTo>
                    <a:pt x="366915" y="700620"/>
                  </a:lnTo>
                  <a:lnTo>
                    <a:pt x="361772" y="697763"/>
                  </a:lnTo>
                  <a:lnTo>
                    <a:pt x="355955" y="696620"/>
                  </a:lnTo>
                  <a:lnTo>
                    <a:pt x="349478" y="697191"/>
                  </a:lnTo>
                  <a:lnTo>
                    <a:pt x="311454" y="713803"/>
                  </a:lnTo>
                  <a:lnTo>
                    <a:pt x="302958" y="728345"/>
                  </a:lnTo>
                  <a:lnTo>
                    <a:pt x="301764" y="728345"/>
                  </a:lnTo>
                  <a:lnTo>
                    <a:pt x="301764" y="734060"/>
                  </a:lnTo>
                  <a:lnTo>
                    <a:pt x="300812" y="742823"/>
                  </a:lnTo>
                  <a:lnTo>
                    <a:pt x="301472" y="744423"/>
                  </a:lnTo>
                  <a:lnTo>
                    <a:pt x="301472" y="785495"/>
                  </a:lnTo>
                  <a:lnTo>
                    <a:pt x="301472" y="791210"/>
                  </a:lnTo>
                  <a:lnTo>
                    <a:pt x="301472" y="822477"/>
                  </a:lnTo>
                  <a:lnTo>
                    <a:pt x="300812" y="828548"/>
                  </a:lnTo>
                  <a:lnTo>
                    <a:pt x="301472" y="830148"/>
                  </a:lnTo>
                  <a:lnTo>
                    <a:pt x="301472" y="842645"/>
                  </a:lnTo>
                  <a:lnTo>
                    <a:pt x="301472" y="848360"/>
                  </a:lnTo>
                  <a:lnTo>
                    <a:pt x="301472" y="899795"/>
                  </a:lnTo>
                  <a:lnTo>
                    <a:pt x="301472" y="905510"/>
                  </a:lnTo>
                  <a:lnTo>
                    <a:pt x="301472" y="956945"/>
                  </a:lnTo>
                  <a:lnTo>
                    <a:pt x="173456" y="956945"/>
                  </a:lnTo>
                  <a:lnTo>
                    <a:pt x="173456" y="920978"/>
                  </a:lnTo>
                  <a:lnTo>
                    <a:pt x="173736" y="919505"/>
                  </a:lnTo>
                  <a:lnTo>
                    <a:pt x="173545" y="912266"/>
                  </a:lnTo>
                  <a:lnTo>
                    <a:pt x="173456" y="912088"/>
                  </a:lnTo>
                  <a:lnTo>
                    <a:pt x="173456" y="905510"/>
                  </a:lnTo>
                  <a:lnTo>
                    <a:pt x="301472" y="905510"/>
                  </a:lnTo>
                  <a:lnTo>
                    <a:pt x="301472" y="899795"/>
                  </a:lnTo>
                  <a:lnTo>
                    <a:pt x="173456" y="899795"/>
                  </a:lnTo>
                  <a:lnTo>
                    <a:pt x="173456" y="848360"/>
                  </a:lnTo>
                  <a:lnTo>
                    <a:pt x="301472" y="848360"/>
                  </a:lnTo>
                  <a:lnTo>
                    <a:pt x="301472" y="842645"/>
                  </a:lnTo>
                  <a:lnTo>
                    <a:pt x="173456" y="842645"/>
                  </a:lnTo>
                  <a:lnTo>
                    <a:pt x="173456" y="791210"/>
                  </a:lnTo>
                  <a:lnTo>
                    <a:pt x="301472" y="791210"/>
                  </a:lnTo>
                  <a:lnTo>
                    <a:pt x="301472" y="785495"/>
                  </a:lnTo>
                  <a:lnTo>
                    <a:pt x="173456" y="785495"/>
                  </a:lnTo>
                  <a:lnTo>
                    <a:pt x="173456" y="734060"/>
                  </a:lnTo>
                  <a:lnTo>
                    <a:pt x="301764" y="734060"/>
                  </a:lnTo>
                  <a:lnTo>
                    <a:pt x="301764" y="728345"/>
                  </a:lnTo>
                  <a:lnTo>
                    <a:pt x="173456" y="728345"/>
                  </a:lnTo>
                  <a:lnTo>
                    <a:pt x="163449" y="728345"/>
                  </a:lnTo>
                  <a:lnTo>
                    <a:pt x="163449" y="734060"/>
                  </a:lnTo>
                  <a:lnTo>
                    <a:pt x="163449" y="956945"/>
                  </a:lnTo>
                  <a:lnTo>
                    <a:pt x="133769" y="956945"/>
                  </a:lnTo>
                  <a:lnTo>
                    <a:pt x="141376" y="954874"/>
                  </a:lnTo>
                  <a:lnTo>
                    <a:pt x="149504" y="951280"/>
                  </a:lnTo>
                  <a:lnTo>
                    <a:pt x="157454" y="946365"/>
                  </a:lnTo>
                  <a:lnTo>
                    <a:pt x="163449" y="941133"/>
                  </a:lnTo>
                  <a:lnTo>
                    <a:pt x="163449" y="899795"/>
                  </a:lnTo>
                  <a:lnTo>
                    <a:pt x="160007" y="899795"/>
                  </a:lnTo>
                  <a:lnTo>
                    <a:pt x="154978" y="898461"/>
                  </a:lnTo>
                  <a:lnTo>
                    <a:pt x="146596" y="898652"/>
                  </a:lnTo>
                  <a:lnTo>
                    <a:pt x="138671" y="899617"/>
                  </a:lnTo>
                  <a:lnTo>
                    <a:pt x="138061" y="899795"/>
                  </a:lnTo>
                  <a:lnTo>
                    <a:pt x="123444" y="899795"/>
                  </a:lnTo>
                  <a:lnTo>
                    <a:pt x="123444" y="905510"/>
                  </a:lnTo>
                  <a:lnTo>
                    <a:pt x="123240" y="905611"/>
                  </a:lnTo>
                  <a:lnTo>
                    <a:pt x="115735" y="910653"/>
                  </a:lnTo>
                  <a:lnTo>
                    <a:pt x="109042" y="916457"/>
                  </a:lnTo>
                  <a:lnTo>
                    <a:pt x="104089" y="922718"/>
                  </a:lnTo>
                  <a:lnTo>
                    <a:pt x="100888" y="929462"/>
                  </a:lnTo>
                  <a:lnTo>
                    <a:pt x="99441" y="936650"/>
                  </a:lnTo>
                  <a:lnTo>
                    <a:pt x="99631" y="943127"/>
                  </a:lnTo>
                  <a:lnTo>
                    <a:pt x="102108" y="948372"/>
                  </a:lnTo>
                  <a:lnTo>
                    <a:pt x="106870" y="952373"/>
                  </a:lnTo>
                  <a:lnTo>
                    <a:pt x="111442" y="955992"/>
                  </a:lnTo>
                  <a:lnTo>
                    <a:pt x="114388" y="956945"/>
                  </a:lnTo>
                  <a:lnTo>
                    <a:pt x="28003" y="956945"/>
                  </a:lnTo>
                  <a:lnTo>
                    <a:pt x="28003" y="905510"/>
                  </a:lnTo>
                  <a:lnTo>
                    <a:pt x="123444" y="905510"/>
                  </a:lnTo>
                  <a:lnTo>
                    <a:pt x="123444" y="899795"/>
                  </a:lnTo>
                  <a:lnTo>
                    <a:pt x="28003" y="899795"/>
                  </a:lnTo>
                  <a:lnTo>
                    <a:pt x="28003" y="848360"/>
                  </a:lnTo>
                  <a:lnTo>
                    <a:pt x="163449" y="848360"/>
                  </a:lnTo>
                  <a:lnTo>
                    <a:pt x="163449" y="842645"/>
                  </a:lnTo>
                  <a:lnTo>
                    <a:pt x="28003" y="842645"/>
                  </a:lnTo>
                  <a:lnTo>
                    <a:pt x="28003" y="791210"/>
                  </a:lnTo>
                  <a:lnTo>
                    <a:pt x="163449" y="791210"/>
                  </a:lnTo>
                  <a:lnTo>
                    <a:pt x="163449" y="785495"/>
                  </a:lnTo>
                  <a:lnTo>
                    <a:pt x="28003" y="785495"/>
                  </a:lnTo>
                  <a:lnTo>
                    <a:pt x="28003" y="734060"/>
                  </a:lnTo>
                  <a:lnTo>
                    <a:pt x="163449" y="734060"/>
                  </a:lnTo>
                  <a:lnTo>
                    <a:pt x="163449" y="728345"/>
                  </a:lnTo>
                  <a:lnTo>
                    <a:pt x="28003" y="728345"/>
                  </a:lnTo>
                  <a:lnTo>
                    <a:pt x="28003" y="0"/>
                  </a:lnTo>
                  <a:lnTo>
                    <a:pt x="18008" y="0"/>
                  </a:lnTo>
                  <a:lnTo>
                    <a:pt x="18008" y="728345"/>
                  </a:lnTo>
                  <a:lnTo>
                    <a:pt x="15303" y="728345"/>
                  </a:lnTo>
                  <a:lnTo>
                    <a:pt x="15303" y="734060"/>
                  </a:lnTo>
                  <a:lnTo>
                    <a:pt x="18008" y="734060"/>
                  </a:lnTo>
                  <a:lnTo>
                    <a:pt x="18008" y="785495"/>
                  </a:lnTo>
                  <a:lnTo>
                    <a:pt x="15303" y="785495"/>
                  </a:lnTo>
                  <a:lnTo>
                    <a:pt x="15303" y="791210"/>
                  </a:lnTo>
                  <a:lnTo>
                    <a:pt x="18008" y="791210"/>
                  </a:lnTo>
                  <a:lnTo>
                    <a:pt x="18008" y="842645"/>
                  </a:lnTo>
                  <a:lnTo>
                    <a:pt x="15303" y="842645"/>
                  </a:lnTo>
                  <a:lnTo>
                    <a:pt x="15303" y="848360"/>
                  </a:lnTo>
                  <a:lnTo>
                    <a:pt x="18008" y="848360"/>
                  </a:lnTo>
                  <a:lnTo>
                    <a:pt x="18008" y="899795"/>
                  </a:lnTo>
                  <a:lnTo>
                    <a:pt x="15303" y="899795"/>
                  </a:lnTo>
                  <a:lnTo>
                    <a:pt x="15303" y="905510"/>
                  </a:lnTo>
                  <a:lnTo>
                    <a:pt x="18008" y="905510"/>
                  </a:lnTo>
                  <a:lnTo>
                    <a:pt x="18008" y="956945"/>
                  </a:lnTo>
                  <a:lnTo>
                    <a:pt x="15303" y="956945"/>
                  </a:lnTo>
                  <a:lnTo>
                    <a:pt x="15303" y="962660"/>
                  </a:lnTo>
                  <a:lnTo>
                    <a:pt x="18008" y="962660"/>
                  </a:lnTo>
                  <a:lnTo>
                    <a:pt x="28003" y="962660"/>
                  </a:lnTo>
                  <a:lnTo>
                    <a:pt x="163449" y="962660"/>
                  </a:lnTo>
                  <a:lnTo>
                    <a:pt x="163449" y="1010513"/>
                  </a:lnTo>
                  <a:lnTo>
                    <a:pt x="82931" y="1010513"/>
                  </a:lnTo>
                  <a:lnTo>
                    <a:pt x="82931" y="1017663"/>
                  </a:lnTo>
                  <a:lnTo>
                    <a:pt x="163449" y="1017663"/>
                  </a:lnTo>
                  <a:lnTo>
                    <a:pt x="163449" y="1067663"/>
                  </a:lnTo>
                  <a:lnTo>
                    <a:pt x="82931" y="1067663"/>
                  </a:lnTo>
                  <a:lnTo>
                    <a:pt x="82931" y="1074813"/>
                  </a:lnTo>
                  <a:lnTo>
                    <a:pt x="163449" y="1074813"/>
                  </a:lnTo>
                  <a:lnTo>
                    <a:pt x="163449" y="1101788"/>
                  </a:lnTo>
                  <a:lnTo>
                    <a:pt x="161455" y="1100201"/>
                  </a:lnTo>
                  <a:lnTo>
                    <a:pt x="154978" y="1098486"/>
                  </a:lnTo>
                  <a:lnTo>
                    <a:pt x="146596" y="1098677"/>
                  </a:lnTo>
                  <a:lnTo>
                    <a:pt x="109042" y="1116482"/>
                  </a:lnTo>
                  <a:lnTo>
                    <a:pt x="103098" y="1124813"/>
                  </a:lnTo>
                  <a:lnTo>
                    <a:pt x="82931" y="1124813"/>
                  </a:lnTo>
                  <a:lnTo>
                    <a:pt x="82931" y="1131963"/>
                  </a:lnTo>
                  <a:lnTo>
                    <a:pt x="100380" y="1131963"/>
                  </a:lnTo>
                  <a:lnTo>
                    <a:pt x="99441" y="1136675"/>
                  </a:lnTo>
                  <a:lnTo>
                    <a:pt x="124587" y="1158113"/>
                  </a:lnTo>
                  <a:lnTo>
                    <a:pt x="133070" y="1157160"/>
                  </a:lnTo>
                  <a:lnTo>
                    <a:pt x="169100" y="1134110"/>
                  </a:lnTo>
                  <a:lnTo>
                    <a:pt x="170065" y="1131963"/>
                  </a:lnTo>
                  <a:lnTo>
                    <a:pt x="194068" y="1131963"/>
                  </a:lnTo>
                  <a:lnTo>
                    <a:pt x="194068" y="1124813"/>
                  </a:lnTo>
                  <a:lnTo>
                    <a:pt x="172720" y="1124813"/>
                  </a:lnTo>
                  <a:lnTo>
                    <a:pt x="173736" y="1119530"/>
                  </a:lnTo>
                  <a:lnTo>
                    <a:pt x="173545" y="1112291"/>
                  </a:lnTo>
                  <a:lnTo>
                    <a:pt x="173456" y="1112113"/>
                  </a:lnTo>
                  <a:lnTo>
                    <a:pt x="173456" y="1074813"/>
                  </a:lnTo>
                  <a:lnTo>
                    <a:pt x="194068" y="1074813"/>
                  </a:lnTo>
                  <a:lnTo>
                    <a:pt x="194068" y="1067663"/>
                  </a:lnTo>
                  <a:lnTo>
                    <a:pt x="173456" y="1067663"/>
                  </a:lnTo>
                  <a:lnTo>
                    <a:pt x="173456" y="1017663"/>
                  </a:lnTo>
                  <a:lnTo>
                    <a:pt x="194068" y="1017663"/>
                  </a:lnTo>
                  <a:lnTo>
                    <a:pt x="194068" y="1010513"/>
                  </a:lnTo>
                  <a:lnTo>
                    <a:pt x="173456" y="1010513"/>
                  </a:lnTo>
                  <a:lnTo>
                    <a:pt x="173456" y="962660"/>
                  </a:lnTo>
                  <a:lnTo>
                    <a:pt x="301472" y="962660"/>
                  </a:lnTo>
                  <a:lnTo>
                    <a:pt x="301472" y="1014095"/>
                  </a:lnTo>
                  <a:lnTo>
                    <a:pt x="311480" y="1014095"/>
                  </a:lnTo>
                  <a:lnTo>
                    <a:pt x="311480" y="962660"/>
                  </a:lnTo>
                  <a:lnTo>
                    <a:pt x="706043" y="962660"/>
                  </a:lnTo>
                  <a:lnTo>
                    <a:pt x="705535" y="965225"/>
                  </a:lnTo>
                  <a:lnTo>
                    <a:pt x="705726" y="971702"/>
                  </a:lnTo>
                  <a:lnTo>
                    <a:pt x="730681" y="986663"/>
                  </a:lnTo>
                  <a:lnTo>
                    <a:pt x="739165" y="985710"/>
                  </a:lnTo>
                  <a:lnTo>
                    <a:pt x="747471" y="983449"/>
                  </a:lnTo>
                  <a:lnTo>
                    <a:pt x="755599" y="979855"/>
                  </a:lnTo>
                  <a:lnTo>
                    <a:pt x="763536" y="974940"/>
                  </a:lnTo>
                  <a:lnTo>
                    <a:pt x="769543" y="969708"/>
                  </a:lnTo>
                  <a:lnTo>
                    <a:pt x="769543" y="1010513"/>
                  </a:lnTo>
                  <a:lnTo>
                    <a:pt x="689013" y="1010513"/>
                  </a:lnTo>
                  <a:lnTo>
                    <a:pt x="689013" y="1017663"/>
                  </a:lnTo>
                  <a:lnTo>
                    <a:pt x="769543" y="1017663"/>
                  </a:lnTo>
                  <a:lnTo>
                    <a:pt x="769543" y="1067663"/>
                  </a:lnTo>
                  <a:lnTo>
                    <a:pt x="689013" y="1067663"/>
                  </a:lnTo>
                  <a:lnTo>
                    <a:pt x="689013" y="1074813"/>
                  </a:lnTo>
                  <a:lnTo>
                    <a:pt x="769543" y="1074813"/>
                  </a:lnTo>
                  <a:lnTo>
                    <a:pt x="769543" y="1124813"/>
                  </a:lnTo>
                  <a:lnTo>
                    <a:pt x="689013" y="1124813"/>
                  </a:lnTo>
                  <a:lnTo>
                    <a:pt x="689013" y="1131963"/>
                  </a:lnTo>
                  <a:lnTo>
                    <a:pt x="733983" y="1131963"/>
                  </a:lnTo>
                  <a:lnTo>
                    <a:pt x="729322" y="1134211"/>
                  </a:lnTo>
                  <a:lnTo>
                    <a:pt x="705535" y="1165250"/>
                  </a:lnTo>
                  <a:lnTo>
                    <a:pt x="705726" y="1171727"/>
                  </a:lnTo>
                  <a:lnTo>
                    <a:pt x="730681" y="1186688"/>
                  </a:lnTo>
                  <a:lnTo>
                    <a:pt x="739165" y="1185735"/>
                  </a:lnTo>
                  <a:lnTo>
                    <a:pt x="775182" y="1162685"/>
                  </a:lnTo>
                  <a:lnTo>
                    <a:pt x="779830" y="1148105"/>
                  </a:lnTo>
                  <a:lnTo>
                    <a:pt x="779640" y="1140866"/>
                  </a:lnTo>
                  <a:lnTo>
                    <a:pt x="779538" y="1140663"/>
                  </a:lnTo>
                  <a:lnTo>
                    <a:pt x="779538" y="1131963"/>
                  </a:lnTo>
                  <a:lnTo>
                    <a:pt x="800150" y="1131963"/>
                  </a:lnTo>
                  <a:lnTo>
                    <a:pt x="800150" y="1124813"/>
                  </a:lnTo>
                  <a:lnTo>
                    <a:pt x="779538" y="1124813"/>
                  </a:lnTo>
                  <a:lnTo>
                    <a:pt x="779538" y="1074813"/>
                  </a:lnTo>
                  <a:lnTo>
                    <a:pt x="800150" y="1074813"/>
                  </a:lnTo>
                  <a:lnTo>
                    <a:pt x="800150" y="1067663"/>
                  </a:lnTo>
                  <a:lnTo>
                    <a:pt x="779538" y="1067663"/>
                  </a:lnTo>
                  <a:lnTo>
                    <a:pt x="779538" y="1017663"/>
                  </a:lnTo>
                  <a:lnTo>
                    <a:pt x="800150" y="1017663"/>
                  </a:lnTo>
                  <a:lnTo>
                    <a:pt x="800150" y="1010513"/>
                  </a:lnTo>
                  <a:lnTo>
                    <a:pt x="779538" y="1010513"/>
                  </a:lnTo>
                  <a:lnTo>
                    <a:pt x="779538" y="962660"/>
                  </a:lnTo>
                  <a:lnTo>
                    <a:pt x="903465" y="962660"/>
                  </a:lnTo>
                  <a:lnTo>
                    <a:pt x="907592" y="962660"/>
                  </a:lnTo>
                  <a:lnTo>
                    <a:pt x="916165" y="962660"/>
                  </a:lnTo>
                  <a:lnTo>
                    <a:pt x="1011593" y="962660"/>
                  </a:lnTo>
                  <a:lnTo>
                    <a:pt x="1011389" y="962761"/>
                  </a:lnTo>
                  <a:lnTo>
                    <a:pt x="987602" y="993800"/>
                  </a:lnTo>
                  <a:lnTo>
                    <a:pt x="987793" y="1000277"/>
                  </a:lnTo>
                  <a:lnTo>
                    <a:pt x="990269" y="1005522"/>
                  </a:lnTo>
                  <a:lnTo>
                    <a:pt x="995032" y="1009523"/>
                  </a:lnTo>
                  <a:lnTo>
                    <a:pt x="996276" y="1010513"/>
                  </a:lnTo>
                  <a:lnTo>
                    <a:pt x="971092" y="1010513"/>
                  </a:lnTo>
                  <a:lnTo>
                    <a:pt x="971092" y="1017663"/>
                  </a:lnTo>
                  <a:lnTo>
                    <a:pt x="1051610" y="1017663"/>
                  </a:lnTo>
                  <a:lnTo>
                    <a:pt x="1051610" y="1067663"/>
                  </a:lnTo>
                  <a:lnTo>
                    <a:pt x="971092" y="1067663"/>
                  </a:lnTo>
                  <a:lnTo>
                    <a:pt x="971092" y="1074813"/>
                  </a:lnTo>
                  <a:lnTo>
                    <a:pt x="1051610" y="1074813"/>
                  </a:lnTo>
                  <a:lnTo>
                    <a:pt x="1051610" y="1124813"/>
                  </a:lnTo>
                  <a:lnTo>
                    <a:pt x="971092" y="1124813"/>
                  </a:lnTo>
                  <a:lnTo>
                    <a:pt x="971092" y="1131963"/>
                  </a:lnTo>
                  <a:lnTo>
                    <a:pt x="1051610" y="1131963"/>
                  </a:lnTo>
                  <a:lnTo>
                    <a:pt x="1051610" y="1158938"/>
                  </a:lnTo>
                  <a:lnTo>
                    <a:pt x="1049616" y="1157351"/>
                  </a:lnTo>
                  <a:lnTo>
                    <a:pt x="1043139" y="1155636"/>
                  </a:lnTo>
                  <a:lnTo>
                    <a:pt x="1034757" y="1155827"/>
                  </a:lnTo>
                  <a:lnTo>
                    <a:pt x="997191" y="1173632"/>
                  </a:lnTo>
                  <a:lnTo>
                    <a:pt x="991260" y="1181963"/>
                  </a:lnTo>
                  <a:lnTo>
                    <a:pt x="971092" y="1181963"/>
                  </a:lnTo>
                  <a:lnTo>
                    <a:pt x="971092" y="1189113"/>
                  </a:lnTo>
                  <a:lnTo>
                    <a:pt x="988542" y="1189113"/>
                  </a:lnTo>
                  <a:lnTo>
                    <a:pt x="987602" y="1193825"/>
                  </a:lnTo>
                  <a:lnTo>
                    <a:pt x="1012748" y="1215263"/>
                  </a:lnTo>
                  <a:lnTo>
                    <a:pt x="1021232" y="1214310"/>
                  </a:lnTo>
                  <a:lnTo>
                    <a:pt x="1057262" y="1191260"/>
                  </a:lnTo>
                  <a:lnTo>
                    <a:pt x="1058227" y="1189113"/>
                  </a:lnTo>
                  <a:lnTo>
                    <a:pt x="1082230" y="1189113"/>
                  </a:lnTo>
                  <a:lnTo>
                    <a:pt x="1082230" y="1181963"/>
                  </a:lnTo>
                  <a:lnTo>
                    <a:pt x="1060881" y="1181963"/>
                  </a:lnTo>
                  <a:lnTo>
                    <a:pt x="1061897" y="1176680"/>
                  </a:lnTo>
                  <a:lnTo>
                    <a:pt x="1061707" y="1169441"/>
                  </a:lnTo>
                  <a:lnTo>
                    <a:pt x="1061618" y="1169263"/>
                  </a:lnTo>
                  <a:lnTo>
                    <a:pt x="1061618" y="1131963"/>
                  </a:lnTo>
                  <a:lnTo>
                    <a:pt x="1082230" y="1131963"/>
                  </a:lnTo>
                  <a:lnTo>
                    <a:pt x="1082230" y="1124813"/>
                  </a:lnTo>
                  <a:lnTo>
                    <a:pt x="1061618" y="1124813"/>
                  </a:lnTo>
                  <a:lnTo>
                    <a:pt x="1061618" y="1074813"/>
                  </a:lnTo>
                  <a:lnTo>
                    <a:pt x="1082230" y="1074813"/>
                  </a:lnTo>
                  <a:lnTo>
                    <a:pt x="1082230" y="1067663"/>
                  </a:lnTo>
                  <a:lnTo>
                    <a:pt x="1061618" y="1067663"/>
                  </a:lnTo>
                  <a:lnTo>
                    <a:pt x="1061618" y="1017663"/>
                  </a:lnTo>
                  <a:lnTo>
                    <a:pt x="1082230" y="1017663"/>
                  </a:lnTo>
                  <a:lnTo>
                    <a:pt x="1082230" y="1010513"/>
                  </a:lnTo>
                  <a:lnTo>
                    <a:pt x="1061618" y="1010513"/>
                  </a:lnTo>
                  <a:lnTo>
                    <a:pt x="1061618" y="978128"/>
                  </a:lnTo>
                  <a:lnTo>
                    <a:pt x="1061897" y="976655"/>
                  </a:lnTo>
                  <a:lnTo>
                    <a:pt x="1061707" y="969416"/>
                  </a:lnTo>
                  <a:lnTo>
                    <a:pt x="1061618" y="969238"/>
                  </a:lnTo>
                  <a:lnTo>
                    <a:pt x="1061618" y="962660"/>
                  </a:lnTo>
                  <a:lnTo>
                    <a:pt x="1189634" y="962660"/>
                  </a:lnTo>
                  <a:lnTo>
                    <a:pt x="1189634" y="985520"/>
                  </a:lnTo>
                  <a:lnTo>
                    <a:pt x="1199642" y="985520"/>
                  </a:lnTo>
                  <a:lnTo>
                    <a:pt x="1199642" y="962660"/>
                  </a:lnTo>
                  <a:lnTo>
                    <a:pt x="1733905" y="962660"/>
                  </a:lnTo>
                  <a:lnTo>
                    <a:pt x="1733905" y="956945"/>
                  </a:lnTo>
                  <a:lnTo>
                    <a:pt x="1199642" y="956945"/>
                  </a:lnTo>
                  <a:lnTo>
                    <a:pt x="1199642" y="905510"/>
                  </a:lnTo>
                  <a:lnTo>
                    <a:pt x="1733905" y="905510"/>
                  </a:lnTo>
                  <a:lnTo>
                    <a:pt x="1733905" y="899795"/>
                  </a:lnTo>
                  <a:lnTo>
                    <a:pt x="1199642" y="899795"/>
                  </a:lnTo>
                  <a:lnTo>
                    <a:pt x="1199642" y="848360"/>
                  </a:lnTo>
                  <a:lnTo>
                    <a:pt x="1733905" y="848360"/>
                  </a:lnTo>
                  <a:lnTo>
                    <a:pt x="1733905" y="842645"/>
                  </a:lnTo>
                  <a:lnTo>
                    <a:pt x="1199642" y="842645"/>
                  </a:lnTo>
                  <a:lnTo>
                    <a:pt x="1199642" y="791210"/>
                  </a:lnTo>
                  <a:lnTo>
                    <a:pt x="1733905" y="791210"/>
                  </a:lnTo>
                  <a:lnTo>
                    <a:pt x="1733905" y="785495"/>
                  </a:lnTo>
                  <a:lnTo>
                    <a:pt x="1199642" y="785495"/>
                  </a:lnTo>
                  <a:lnTo>
                    <a:pt x="1199642" y="734060"/>
                  </a:lnTo>
                  <a:lnTo>
                    <a:pt x="1733905" y="734060"/>
                  </a:lnTo>
                  <a:lnTo>
                    <a:pt x="1733905" y="7283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7" name="object 297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5818949" y="8108473"/>
              <a:ext cx="111140" cy="120014"/>
            </a:xfrm>
            <a:prstGeom prst="rect">
              <a:avLst/>
            </a:prstGeom>
          </p:spPr>
        </p:pic>
        <p:sp>
          <p:nvSpPr>
            <p:cNvPr id="298" name="object 298"/>
            <p:cNvSpPr/>
            <p:nvPr/>
          </p:nvSpPr>
          <p:spPr>
            <a:xfrm>
              <a:off x="5834799" y="8151631"/>
              <a:ext cx="357505" cy="360045"/>
            </a:xfrm>
            <a:custGeom>
              <a:avLst/>
              <a:gdLst/>
              <a:ahLst/>
              <a:cxnLst/>
              <a:rect l="l" t="t" r="r" b="b"/>
              <a:pathLst>
                <a:path w="357504" h="360045">
                  <a:moveTo>
                    <a:pt x="75717" y="144970"/>
                  </a:moveTo>
                  <a:lnTo>
                    <a:pt x="72847" y="138010"/>
                  </a:lnTo>
                  <a:lnTo>
                    <a:pt x="72771" y="137820"/>
                  </a:lnTo>
                  <a:lnTo>
                    <a:pt x="67246" y="133248"/>
                  </a:lnTo>
                  <a:lnTo>
                    <a:pt x="67246" y="142582"/>
                  </a:lnTo>
                  <a:lnTo>
                    <a:pt x="67246" y="146202"/>
                  </a:lnTo>
                  <a:lnTo>
                    <a:pt x="65239" y="150393"/>
                  </a:lnTo>
                  <a:lnTo>
                    <a:pt x="34671" y="175450"/>
                  </a:lnTo>
                  <a:lnTo>
                    <a:pt x="18376" y="181063"/>
                  </a:lnTo>
                  <a:lnTo>
                    <a:pt x="14376" y="180873"/>
                  </a:lnTo>
                  <a:lnTo>
                    <a:pt x="10375" y="180492"/>
                  </a:lnTo>
                  <a:lnTo>
                    <a:pt x="8470" y="178777"/>
                  </a:lnTo>
                  <a:lnTo>
                    <a:pt x="8661" y="175729"/>
                  </a:lnTo>
                  <a:lnTo>
                    <a:pt x="8737" y="175450"/>
                  </a:lnTo>
                  <a:lnTo>
                    <a:pt x="9880" y="170662"/>
                  </a:lnTo>
                  <a:lnTo>
                    <a:pt x="42100" y="143446"/>
                  </a:lnTo>
                  <a:lnTo>
                    <a:pt x="56388" y="138010"/>
                  </a:lnTo>
                  <a:lnTo>
                    <a:pt x="62103" y="138582"/>
                  </a:lnTo>
                  <a:lnTo>
                    <a:pt x="64960" y="138963"/>
                  </a:lnTo>
                  <a:lnTo>
                    <a:pt x="66675" y="140296"/>
                  </a:lnTo>
                  <a:lnTo>
                    <a:pt x="67246" y="142582"/>
                  </a:lnTo>
                  <a:lnTo>
                    <a:pt x="67246" y="133248"/>
                  </a:lnTo>
                  <a:lnTo>
                    <a:pt x="66103" y="132295"/>
                  </a:lnTo>
                  <a:lnTo>
                    <a:pt x="60960" y="129438"/>
                  </a:lnTo>
                  <a:lnTo>
                    <a:pt x="55143" y="128295"/>
                  </a:lnTo>
                  <a:lnTo>
                    <a:pt x="48666" y="128866"/>
                  </a:lnTo>
                  <a:lnTo>
                    <a:pt x="10642" y="145478"/>
                  </a:lnTo>
                  <a:lnTo>
                    <a:pt x="0" y="174498"/>
                  </a:lnTo>
                  <a:lnTo>
                    <a:pt x="2946" y="181635"/>
                  </a:lnTo>
                  <a:lnTo>
                    <a:pt x="9804" y="187159"/>
                  </a:lnTo>
                  <a:lnTo>
                    <a:pt x="14947" y="190017"/>
                  </a:lnTo>
                  <a:lnTo>
                    <a:pt x="20662" y="191160"/>
                  </a:lnTo>
                  <a:lnTo>
                    <a:pt x="26949" y="190588"/>
                  </a:lnTo>
                  <a:lnTo>
                    <a:pt x="35026" y="189687"/>
                  </a:lnTo>
                  <a:lnTo>
                    <a:pt x="42951" y="187515"/>
                  </a:lnTo>
                  <a:lnTo>
                    <a:pt x="50736" y="184111"/>
                  </a:lnTo>
                  <a:lnTo>
                    <a:pt x="55727" y="181063"/>
                  </a:lnTo>
                  <a:lnTo>
                    <a:pt x="58381" y="179451"/>
                  </a:lnTo>
                  <a:lnTo>
                    <a:pt x="65100" y="173875"/>
                  </a:lnTo>
                  <a:lnTo>
                    <a:pt x="70104" y="167728"/>
                  </a:lnTo>
                  <a:lnTo>
                    <a:pt x="73380" y="161010"/>
                  </a:lnTo>
                  <a:lnTo>
                    <a:pt x="74955" y="153733"/>
                  </a:lnTo>
                  <a:lnTo>
                    <a:pt x="75717" y="144970"/>
                  </a:lnTo>
                  <a:close/>
                </a:path>
                <a:path w="357504" h="360045">
                  <a:moveTo>
                    <a:pt x="356997" y="0"/>
                  </a:moveTo>
                  <a:lnTo>
                    <a:pt x="347002" y="0"/>
                  </a:lnTo>
                  <a:lnTo>
                    <a:pt x="347002" y="360045"/>
                  </a:lnTo>
                  <a:lnTo>
                    <a:pt x="356997" y="360045"/>
                  </a:lnTo>
                  <a:lnTo>
                    <a:pt x="3569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9" name="object 299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6165285" y="8110283"/>
              <a:ext cx="111140" cy="116776"/>
            </a:xfrm>
            <a:prstGeom prst="rect">
              <a:avLst/>
            </a:prstGeom>
          </p:spPr>
        </p:pic>
        <p:sp>
          <p:nvSpPr>
            <p:cNvPr id="300" name="object 300"/>
            <p:cNvSpPr/>
            <p:nvPr/>
          </p:nvSpPr>
          <p:spPr>
            <a:xfrm>
              <a:off x="6181801" y="7526156"/>
              <a:ext cx="1086485" cy="1129665"/>
            </a:xfrm>
            <a:custGeom>
              <a:avLst/>
              <a:gdLst/>
              <a:ahLst/>
              <a:cxnLst/>
              <a:rect l="l" t="t" r="r" b="b"/>
              <a:pathLst>
                <a:path w="1086484" h="1129665">
                  <a:moveTo>
                    <a:pt x="74295" y="776630"/>
                  </a:moveTo>
                  <a:lnTo>
                    <a:pt x="74104" y="769391"/>
                  </a:lnTo>
                  <a:lnTo>
                    <a:pt x="71526" y="764159"/>
                  </a:lnTo>
                  <a:lnTo>
                    <a:pt x="66573" y="760920"/>
                  </a:lnTo>
                  <a:lnTo>
                    <a:pt x="62001" y="757301"/>
                  </a:lnTo>
                  <a:lnTo>
                    <a:pt x="55524" y="755586"/>
                  </a:lnTo>
                  <a:lnTo>
                    <a:pt x="47142" y="755777"/>
                  </a:lnTo>
                  <a:lnTo>
                    <a:pt x="39217" y="756742"/>
                  </a:lnTo>
                  <a:lnTo>
                    <a:pt x="4635" y="779843"/>
                  </a:lnTo>
                  <a:lnTo>
                    <a:pt x="0" y="793775"/>
                  </a:lnTo>
                  <a:lnTo>
                    <a:pt x="190" y="800252"/>
                  </a:lnTo>
                  <a:lnTo>
                    <a:pt x="25146" y="815213"/>
                  </a:lnTo>
                  <a:lnTo>
                    <a:pt x="33629" y="814260"/>
                  </a:lnTo>
                  <a:lnTo>
                    <a:pt x="69646" y="791210"/>
                  </a:lnTo>
                  <a:lnTo>
                    <a:pt x="72847" y="784199"/>
                  </a:lnTo>
                  <a:lnTo>
                    <a:pt x="74295" y="776630"/>
                  </a:lnTo>
                  <a:close/>
                </a:path>
                <a:path w="1086484" h="1129665">
                  <a:moveTo>
                    <a:pt x="1086091" y="728345"/>
                  </a:moveTo>
                  <a:lnTo>
                    <a:pt x="494093" y="728345"/>
                  </a:lnTo>
                  <a:lnTo>
                    <a:pt x="494093" y="654050"/>
                  </a:lnTo>
                  <a:lnTo>
                    <a:pt x="484098" y="654050"/>
                  </a:lnTo>
                  <a:lnTo>
                    <a:pt x="484098" y="956945"/>
                  </a:lnTo>
                  <a:lnTo>
                    <a:pt x="356082" y="956945"/>
                  </a:lnTo>
                  <a:lnTo>
                    <a:pt x="356082" y="905510"/>
                  </a:lnTo>
                  <a:lnTo>
                    <a:pt x="484098" y="905510"/>
                  </a:lnTo>
                  <a:lnTo>
                    <a:pt x="484098" y="899795"/>
                  </a:lnTo>
                  <a:lnTo>
                    <a:pt x="356082" y="899795"/>
                  </a:lnTo>
                  <a:lnTo>
                    <a:pt x="356082" y="892403"/>
                  </a:lnTo>
                  <a:lnTo>
                    <a:pt x="356362" y="890930"/>
                  </a:lnTo>
                  <a:lnTo>
                    <a:pt x="356171" y="883691"/>
                  </a:lnTo>
                  <a:lnTo>
                    <a:pt x="356082" y="883513"/>
                  </a:lnTo>
                  <a:lnTo>
                    <a:pt x="356082" y="848360"/>
                  </a:lnTo>
                  <a:lnTo>
                    <a:pt x="484098" y="848360"/>
                  </a:lnTo>
                  <a:lnTo>
                    <a:pt x="484098" y="842645"/>
                  </a:lnTo>
                  <a:lnTo>
                    <a:pt x="356082" y="842645"/>
                  </a:lnTo>
                  <a:lnTo>
                    <a:pt x="356082" y="791210"/>
                  </a:lnTo>
                  <a:lnTo>
                    <a:pt x="484098" y="791210"/>
                  </a:lnTo>
                  <a:lnTo>
                    <a:pt x="484098" y="785495"/>
                  </a:lnTo>
                  <a:lnTo>
                    <a:pt x="356082" y="785495"/>
                  </a:lnTo>
                  <a:lnTo>
                    <a:pt x="356082" y="734060"/>
                  </a:lnTo>
                  <a:lnTo>
                    <a:pt x="484098" y="734060"/>
                  </a:lnTo>
                  <a:lnTo>
                    <a:pt x="484098" y="728345"/>
                  </a:lnTo>
                  <a:lnTo>
                    <a:pt x="356082" y="728345"/>
                  </a:lnTo>
                  <a:lnTo>
                    <a:pt x="356082" y="699770"/>
                  </a:lnTo>
                  <a:lnTo>
                    <a:pt x="346075" y="699770"/>
                  </a:lnTo>
                  <a:lnTo>
                    <a:pt x="346075" y="956945"/>
                  </a:lnTo>
                  <a:lnTo>
                    <a:pt x="210629" y="956945"/>
                  </a:lnTo>
                  <a:lnTo>
                    <a:pt x="210629" y="905510"/>
                  </a:lnTo>
                  <a:lnTo>
                    <a:pt x="282575" y="905510"/>
                  </a:lnTo>
                  <a:lnTo>
                    <a:pt x="282067" y="908075"/>
                  </a:lnTo>
                  <a:lnTo>
                    <a:pt x="282257" y="914552"/>
                  </a:lnTo>
                  <a:lnTo>
                    <a:pt x="307213" y="929513"/>
                  </a:lnTo>
                  <a:lnTo>
                    <a:pt x="315696" y="928560"/>
                  </a:lnTo>
                  <a:lnTo>
                    <a:pt x="324002" y="926299"/>
                  </a:lnTo>
                  <a:lnTo>
                    <a:pt x="332130" y="922705"/>
                  </a:lnTo>
                  <a:lnTo>
                    <a:pt x="340080" y="917790"/>
                  </a:lnTo>
                  <a:lnTo>
                    <a:pt x="346075" y="912558"/>
                  </a:lnTo>
                  <a:lnTo>
                    <a:pt x="346075" y="873188"/>
                  </a:lnTo>
                  <a:lnTo>
                    <a:pt x="344081" y="871601"/>
                  </a:lnTo>
                  <a:lnTo>
                    <a:pt x="337604" y="869886"/>
                  </a:lnTo>
                  <a:lnTo>
                    <a:pt x="329222" y="870077"/>
                  </a:lnTo>
                  <a:lnTo>
                    <a:pt x="291655" y="887882"/>
                  </a:lnTo>
                  <a:lnTo>
                    <a:pt x="284022" y="899795"/>
                  </a:lnTo>
                  <a:lnTo>
                    <a:pt x="210629" y="899795"/>
                  </a:lnTo>
                  <a:lnTo>
                    <a:pt x="210629" y="848360"/>
                  </a:lnTo>
                  <a:lnTo>
                    <a:pt x="346075" y="848360"/>
                  </a:lnTo>
                  <a:lnTo>
                    <a:pt x="346075" y="842645"/>
                  </a:lnTo>
                  <a:lnTo>
                    <a:pt x="210629" y="842645"/>
                  </a:lnTo>
                  <a:lnTo>
                    <a:pt x="210629" y="791210"/>
                  </a:lnTo>
                  <a:lnTo>
                    <a:pt x="346075" y="791210"/>
                  </a:lnTo>
                  <a:lnTo>
                    <a:pt x="346075" y="785495"/>
                  </a:lnTo>
                  <a:lnTo>
                    <a:pt x="210629" y="785495"/>
                  </a:lnTo>
                  <a:lnTo>
                    <a:pt x="210629" y="734060"/>
                  </a:lnTo>
                  <a:lnTo>
                    <a:pt x="346075" y="734060"/>
                  </a:lnTo>
                  <a:lnTo>
                    <a:pt x="346075" y="728345"/>
                  </a:lnTo>
                  <a:lnTo>
                    <a:pt x="210629" y="728345"/>
                  </a:lnTo>
                  <a:lnTo>
                    <a:pt x="210629" y="0"/>
                  </a:lnTo>
                  <a:lnTo>
                    <a:pt x="202057" y="0"/>
                  </a:lnTo>
                  <a:lnTo>
                    <a:pt x="202057" y="728345"/>
                  </a:lnTo>
                  <a:lnTo>
                    <a:pt x="197929" y="728345"/>
                  </a:lnTo>
                  <a:lnTo>
                    <a:pt x="197929" y="734060"/>
                  </a:lnTo>
                  <a:lnTo>
                    <a:pt x="202057" y="734060"/>
                  </a:lnTo>
                  <a:lnTo>
                    <a:pt x="202057" y="785495"/>
                  </a:lnTo>
                  <a:lnTo>
                    <a:pt x="197929" y="785495"/>
                  </a:lnTo>
                  <a:lnTo>
                    <a:pt x="197929" y="791210"/>
                  </a:lnTo>
                  <a:lnTo>
                    <a:pt x="202057" y="791210"/>
                  </a:lnTo>
                  <a:lnTo>
                    <a:pt x="202057" y="842645"/>
                  </a:lnTo>
                  <a:lnTo>
                    <a:pt x="197929" y="842645"/>
                  </a:lnTo>
                  <a:lnTo>
                    <a:pt x="197929" y="848360"/>
                  </a:lnTo>
                  <a:lnTo>
                    <a:pt x="202057" y="848360"/>
                  </a:lnTo>
                  <a:lnTo>
                    <a:pt x="202057" y="899795"/>
                  </a:lnTo>
                  <a:lnTo>
                    <a:pt x="197929" y="899795"/>
                  </a:lnTo>
                  <a:lnTo>
                    <a:pt x="197929" y="905510"/>
                  </a:lnTo>
                  <a:lnTo>
                    <a:pt x="202057" y="905510"/>
                  </a:lnTo>
                  <a:lnTo>
                    <a:pt x="202057" y="956945"/>
                  </a:lnTo>
                  <a:lnTo>
                    <a:pt x="197929" y="956945"/>
                  </a:lnTo>
                  <a:lnTo>
                    <a:pt x="197929" y="962660"/>
                  </a:lnTo>
                  <a:lnTo>
                    <a:pt x="202057" y="962660"/>
                  </a:lnTo>
                  <a:lnTo>
                    <a:pt x="210629" y="962660"/>
                  </a:lnTo>
                  <a:lnTo>
                    <a:pt x="346075" y="962660"/>
                  </a:lnTo>
                  <a:lnTo>
                    <a:pt x="346075" y="1010513"/>
                  </a:lnTo>
                  <a:lnTo>
                    <a:pt x="265557" y="1010513"/>
                  </a:lnTo>
                  <a:lnTo>
                    <a:pt x="265557" y="1017663"/>
                  </a:lnTo>
                  <a:lnTo>
                    <a:pt x="346075" y="1017663"/>
                  </a:lnTo>
                  <a:lnTo>
                    <a:pt x="346075" y="1067663"/>
                  </a:lnTo>
                  <a:lnTo>
                    <a:pt x="265557" y="1067663"/>
                  </a:lnTo>
                  <a:lnTo>
                    <a:pt x="265557" y="1074813"/>
                  </a:lnTo>
                  <a:lnTo>
                    <a:pt x="310515" y="1074813"/>
                  </a:lnTo>
                  <a:lnTo>
                    <a:pt x="305854" y="1077061"/>
                  </a:lnTo>
                  <a:lnTo>
                    <a:pt x="282067" y="1108100"/>
                  </a:lnTo>
                  <a:lnTo>
                    <a:pt x="282257" y="1114577"/>
                  </a:lnTo>
                  <a:lnTo>
                    <a:pt x="307213" y="1129538"/>
                  </a:lnTo>
                  <a:lnTo>
                    <a:pt x="315696" y="1128585"/>
                  </a:lnTo>
                  <a:lnTo>
                    <a:pt x="351726" y="1105535"/>
                  </a:lnTo>
                  <a:lnTo>
                    <a:pt x="356362" y="1090955"/>
                  </a:lnTo>
                  <a:lnTo>
                    <a:pt x="356171" y="1083716"/>
                  </a:lnTo>
                  <a:lnTo>
                    <a:pt x="356082" y="1083538"/>
                  </a:lnTo>
                  <a:lnTo>
                    <a:pt x="356082" y="1074813"/>
                  </a:lnTo>
                  <a:lnTo>
                    <a:pt x="376694" y="1074813"/>
                  </a:lnTo>
                  <a:lnTo>
                    <a:pt x="376694" y="1067663"/>
                  </a:lnTo>
                  <a:lnTo>
                    <a:pt x="356082" y="1067663"/>
                  </a:lnTo>
                  <a:lnTo>
                    <a:pt x="356082" y="1017663"/>
                  </a:lnTo>
                  <a:lnTo>
                    <a:pt x="376694" y="1017663"/>
                  </a:lnTo>
                  <a:lnTo>
                    <a:pt x="376694" y="1010513"/>
                  </a:lnTo>
                  <a:lnTo>
                    <a:pt x="356082" y="1010513"/>
                  </a:lnTo>
                  <a:lnTo>
                    <a:pt x="356082" y="962660"/>
                  </a:lnTo>
                  <a:lnTo>
                    <a:pt x="484098" y="962660"/>
                  </a:lnTo>
                  <a:lnTo>
                    <a:pt x="484098" y="985520"/>
                  </a:lnTo>
                  <a:lnTo>
                    <a:pt x="494093" y="985520"/>
                  </a:lnTo>
                  <a:lnTo>
                    <a:pt x="494093" y="962660"/>
                  </a:lnTo>
                  <a:lnTo>
                    <a:pt x="1086091" y="962660"/>
                  </a:lnTo>
                  <a:lnTo>
                    <a:pt x="1086091" y="956945"/>
                  </a:lnTo>
                  <a:lnTo>
                    <a:pt x="494093" y="956945"/>
                  </a:lnTo>
                  <a:lnTo>
                    <a:pt x="494093" y="905510"/>
                  </a:lnTo>
                  <a:lnTo>
                    <a:pt x="1086091" y="905510"/>
                  </a:lnTo>
                  <a:lnTo>
                    <a:pt x="1086091" y="899795"/>
                  </a:lnTo>
                  <a:lnTo>
                    <a:pt x="494093" y="899795"/>
                  </a:lnTo>
                  <a:lnTo>
                    <a:pt x="494093" y="848360"/>
                  </a:lnTo>
                  <a:lnTo>
                    <a:pt x="1086091" y="848360"/>
                  </a:lnTo>
                  <a:lnTo>
                    <a:pt x="1086091" y="842645"/>
                  </a:lnTo>
                  <a:lnTo>
                    <a:pt x="494093" y="842645"/>
                  </a:lnTo>
                  <a:lnTo>
                    <a:pt x="494093" y="791210"/>
                  </a:lnTo>
                  <a:lnTo>
                    <a:pt x="1086091" y="791210"/>
                  </a:lnTo>
                  <a:lnTo>
                    <a:pt x="1086091" y="785495"/>
                  </a:lnTo>
                  <a:lnTo>
                    <a:pt x="494093" y="785495"/>
                  </a:lnTo>
                  <a:lnTo>
                    <a:pt x="494093" y="734060"/>
                  </a:lnTo>
                  <a:lnTo>
                    <a:pt x="1086091" y="734060"/>
                  </a:lnTo>
                  <a:lnTo>
                    <a:pt x="1086091" y="7283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1" name="object 301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6649387" y="8137048"/>
              <a:ext cx="111140" cy="120014"/>
            </a:xfrm>
            <a:prstGeom prst="rect">
              <a:avLst/>
            </a:prstGeom>
          </p:spPr>
        </p:pic>
        <p:sp>
          <p:nvSpPr>
            <p:cNvPr id="302" name="object 302"/>
            <p:cNvSpPr/>
            <p:nvPr/>
          </p:nvSpPr>
          <p:spPr>
            <a:xfrm>
              <a:off x="6665226" y="8180206"/>
              <a:ext cx="415290" cy="331470"/>
            </a:xfrm>
            <a:custGeom>
              <a:avLst/>
              <a:gdLst/>
              <a:ahLst/>
              <a:cxnLst/>
              <a:rect l="l" t="t" r="r" b="b"/>
              <a:pathLst>
                <a:path w="415290" h="331470">
                  <a:moveTo>
                    <a:pt x="75730" y="116395"/>
                  </a:moveTo>
                  <a:lnTo>
                    <a:pt x="72859" y="109435"/>
                  </a:lnTo>
                  <a:lnTo>
                    <a:pt x="72771" y="109245"/>
                  </a:lnTo>
                  <a:lnTo>
                    <a:pt x="67246" y="104673"/>
                  </a:lnTo>
                  <a:lnTo>
                    <a:pt x="67246" y="114007"/>
                  </a:lnTo>
                  <a:lnTo>
                    <a:pt x="67246" y="117627"/>
                  </a:lnTo>
                  <a:lnTo>
                    <a:pt x="34671" y="146875"/>
                  </a:lnTo>
                  <a:lnTo>
                    <a:pt x="18389" y="152488"/>
                  </a:lnTo>
                  <a:lnTo>
                    <a:pt x="14389" y="152298"/>
                  </a:lnTo>
                  <a:lnTo>
                    <a:pt x="10388" y="151917"/>
                  </a:lnTo>
                  <a:lnTo>
                    <a:pt x="8483" y="150202"/>
                  </a:lnTo>
                  <a:lnTo>
                    <a:pt x="8674" y="147154"/>
                  </a:lnTo>
                  <a:lnTo>
                    <a:pt x="34671" y="118872"/>
                  </a:lnTo>
                  <a:lnTo>
                    <a:pt x="56388" y="109435"/>
                  </a:lnTo>
                  <a:lnTo>
                    <a:pt x="62103" y="110007"/>
                  </a:lnTo>
                  <a:lnTo>
                    <a:pt x="64960" y="110388"/>
                  </a:lnTo>
                  <a:lnTo>
                    <a:pt x="66675" y="111721"/>
                  </a:lnTo>
                  <a:lnTo>
                    <a:pt x="67246" y="114007"/>
                  </a:lnTo>
                  <a:lnTo>
                    <a:pt x="67246" y="104673"/>
                  </a:lnTo>
                  <a:lnTo>
                    <a:pt x="66103" y="103720"/>
                  </a:lnTo>
                  <a:lnTo>
                    <a:pt x="60960" y="100863"/>
                  </a:lnTo>
                  <a:lnTo>
                    <a:pt x="55156" y="99720"/>
                  </a:lnTo>
                  <a:lnTo>
                    <a:pt x="48679" y="100291"/>
                  </a:lnTo>
                  <a:lnTo>
                    <a:pt x="10655" y="116903"/>
                  </a:lnTo>
                  <a:lnTo>
                    <a:pt x="0" y="145923"/>
                  </a:lnTo>
                  <a:lnTo>
                    <a:pt x="2959" y="153060"/>
                  </a:lnTo>
                  <a:lnTo>
                    <a:pt x="9817" y="158584"/>
                  </a:lnTo>
                  <a:lnTo>
                    <a:pt x="14960" y="161442"/>
                  </a:lnTo>
                  <a:lnTo>
                    <a:pt x="20675" y="162585"/>
                  </a:lnTo>
                  <a:lnTo>
                    <a:pt x="26962" y="162013"/>
                  </a:lnTo>
                  <a:lnTo>
                    <a:pt x="35039" y="161112"/>
                  </a:lnTo>
                  <a:lnTo>
                    <a:pt x="42964" y="158940"/>
                  </a:lnTo>
                  <a:lnTo>
                    <a:pt x="50749" y="155536"/>
                  </a:lnTo>
                  <a:lnTo>
                    <a:pt x="55740" y="152488"/>
                  </a:lnTo>
                  <a:lnTo>
                    <a:pt x="58394" y="150876"/>
                  </a:lnTo>
                  <a:lnTo>
                    <a:pt x="65112" y="145300"/>
                  </a:lnTo>
                  <a:lnTo>
                    <a:pt x="70104" y="139153"/>
                  </a:lnTo>
                  <a:lnTo>
                    <a:pt x="73393" y="132435"/>
                  </a:lnTo>
                  <a:lnTo>
                    <a:pt x="74968" y="125158"/>
                  </a:lnTo>
                  <a:lnTo>
                    <a:pt x="75730" y="116395"/>
                  </a:lnTo>
                  <a:close/>
                </a:path>
                <a:path w="415290" h="331470">
                  <a:moveTo>
                    <a:pt x="414731" y="0"/>
                  </a:moveTo>
                  <a:lnTo>
                    <a:pt x="404736" y="0"/>
                  </a:lnTo>
                  <a:lnTo>
                    <a:pt x="404736" y="331470"/>
                  </a:lnTo>
                  <a:lnTo>
                    <a:pt x="414731" y="331470"/>
                  </a:lnTo>
                  <a:lnTo>
                    <a:pt x="4147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3" name="object 303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7053446" y="8138858"/>
              <a:ext cx="111140" cy="116776"/>
            </a:xfrm>
            <a:prstGeom prst="rect">
              <a:avLst/>
            </a:prstGeom>
          </p:spPr>
        </p:pic>
        <p:sp>
          <p:nvSpPr>
            <p:cNvPr id="304" name="object 304"/>
            <p:cNvSpPr/>
            <p:nvPr/>
          </p:nvSpPr>
          <p:spPr>
            <a:xfrm>
              <a:off x="179387" y="7526156"/>
              <a:ext cx="7101205" cy="2360295"/>
            </a:xfrm>
            <a:custGeom>
              <a:avLst/>
              <a:gdLst/>
              <a:ahLst/>
              <a:cxnLst/>
              <a:rect l="l" t="t" r="r" b="b"/>
              <a:pathLst>
                <a:path w="7101205" h="2360295">
                  <a:moveTo>
                    <a:pt x="68859" y="1617154"/>
                  </a:moveTo>
                  <a:lnTo>
                    <a:pt x="40284" y="1655889"/>
                  </a:lnTo>
                  <a:lnTo>
                    <a:pt x="20281" y="1694853"/>
                  </a:lnTo>
                  <a:lnTo>
                    <a:pt x="7048" y="1746872"/>
                  </a:lnTo>
                  <a:lnTo>
                    <a:pt x="6286" y="1762582"/>
                  </a:lnTo>
                  <a:lnTo>
                    <a:pt x="7175" y="1778101"/>
                  </a:lnTo>
                  <a:lnTo>
                    <a:pt x="8991" y="1793544"/>
                  </a:lnTo>
                  <a:lnTo>
                    <a:pt x="11747" y="1808949"/>
                  </a:lnTo>
                  <a:lnTo>
                    <a:pt x="15430" y="1824278"/>
                  </a:lnTo>
                  <a:lnTo>
                    <a:pt x="35039" y="1890966"/>
                  </a:lnTo>
                  <a:lnTo>
                    <a:pt x="37287" y="1899666"/>
                  </a:lnTo>
                  <a:lnTo>
                    <a:pt x="39039" y="1907908"/>
                  </a:lnTo>
                  <a:lnTo>
                    <a:pt x="40284" y="1915668"/>
                  </a:lnTo>
                  <a:lnTo>
                    <a:pt x="41148" y="1927034"/>
                  </a:lnTo>
                  <a:lnTo>
                    <a:pt x="40284" y="1936318"/>
                  </a:lnTo>
                  <a:lnTo>
                    <a:pt x="16497" y="1975751"/>
                  </a:lnTo>
                  <a:lnTo>
                    <a:pt x="0" y="1987346"/>
                  </a:lnTo>
                  <a:lnTo>
                    <a:pt x="0" y="1990128"/>
                  </a:lnTo>
                  <a:lnTo>
                    <a:pt x="29425" y="2017039"/>
                  </a:lnTo>
                  <a:lnTo>
                    <a:pt x="41148" y="2052294"/>
                  </a:lnTo>
                  <a:lnTo>
                    <a:pt x="40474" y="2062086"/>
                  </a:lnTo>
                  <a:lnTo>
                    <a:pt x="38785" y="2072881"/>
                  </a:lnTo>
                  <a:lnTo>
                    <a:pt x="36055" y="2084692"/>
                  </a:lnTo>
                  <a:lnTo>
                    <a:pt x="15430" y="2154821"/>
                  </a:lnTo>
                  <a:lnTo>
                    <a:pt x="11747" y="2170239"/>
                  </a:lnTo>
                  <a:lnTo>
                    <a:pt x="8991" y="2185670"/>
                  </a:lnTo>
                  <a:lnTo>
                    <a:pt x="7175" y="2201087"/>
                  </a:lnTo>
                  <a:lnTo>
                    <a:pt x="6286" y="2216518"/>
                  </a:lnTo>
                  <a:lnTo>
                    <a:pt x="7048" y="2232215"/>
                  </a:lnTo>
                  <a:lnTo>
                    <a:pt x="20281" y="2284018"/>
                  </a:lnTo>
                  <a:lnTo>
                    <a:pt x="39573" y="2321483"/>
                  </a:lnTo>
                  <a:lnTo>
                    <a:pt x="68859" y="2360104"/>
                  </a:lnTo>
                  <a:lnTo>
                    <a:pt x="68859" y="2357551"/>
                  </a:lnTo>
                  <a:lnTo>
                    <a:pt x="60032" y="2344940"/>
                  </a:lnTo>
                  <a:lnTo>
                    <a:pt x="52146" y="2332380"/>
                  </a:lnTo>
                  <a:lnTo>
                    <a:pt x="34353" y="2294725"/>
                  </a:lnTo>
                  <a:lnTo>
                    <a:pt x="29425" y="2252942"/>
                  </a:lnTo>
                  <a:lnTo>
                    <a:pt x="30886" y="2238832"/>
                  </a:lnTo>
                  <a:lnTo>
                    <a:pt x="33286" y="2224582"/>
                  </a:lnTo>
                  <a:lnTo>
                    <a:pt x="36601" y="2210181"/>
                  </a:lnTo>
                  <a:lnTo>
                    <a:pt x="40855" y="2195639"/>
                  </a:lnTo>
                  <a:lnTo>
                    <a:pt x="59143" y="2139505"/>
                  </a:lnTo>
                  <a:lnTo>
                    <a:pt x="63068" y="2126323"/>
                  </a:lnTo>
                  <a:lnTo>
                    <a:pt x="66001" y="2113877"/>
                  </a:lnTo>
                  <a:lnTo>
                    <a:pt x="67932" y="2102192"/>
                  </a:lnTo>
                  <a:lnTo>
                    <a:pt x="68859" y="2091258"/>
                  </a:lnTo>
                  <a:lnTo>
                    <a:pt x="67983" y="2073211"/>
                  </a:lnTo>
                  <a:lnTo>
                    <a:pt x="53149" y="2030717"/>
                  </a:lnTo>
                  <a:lnTo>
                    <a:pt x="23355" y="2002307"/>
                  </a:lnTo>
                  <a:lnTo>
                    <a:pt x="2286" y="1988743"/>
                  </a:lnTo>
                  <a:lnTo>
                    <a:pt x="13335" y="1982406"/>
                  </a:lnTo>
                  <a:lnTo>
                    <a:pt x="45237" y="1957730"/>
                  </a:lnTo>
                  <a:lnTo>
                    <a:pt x="65074" y="1921992"/>
                  </a:lnTo>
                  <a:lnTo>
                    <a:pt x="68859" y="1888070"/>
                  </a:lnTo>
                  <a:lnTo>
                    <a:pt x="67932" y="1877034"/>
                  </a:lnTo>
                  <a:lnTo>
                    <a:pt x="66001" y="1865287"/>
                  </a:lnTo>
                  <a:lnTo>
                    <a:pt x="63068" y="1852803"/>
                  </a:lnTo>
                  <a:lnTo>
                    <a:pt x="59143" y="1839595"/>
                  </a:lnTo>
                  <a:lnTo>
                    <a:pt x="40284" y="1781835"/>
                  </a:lnTo>
                  <a:lnTo>
                    <a:pt x="36283" y="1767674"/>
                  </a:lnTo>
                  <a:lnTo>
                    <a:pt x="33147" y="1753717"/>
                  </a:lnTo>
                  <a:lnTo>
                    <a:pt x="30848" y="1739950"/>
                  </a:lnTo>
                  <a:lnTo>
                    <a:pt x="29425" y="1726399"/>
                  </a:lnTo>
                  <a:lnTo>
                    <a:pt x="29502" y="1711845"/>
                  </a:lnTo>
                  <a:lnTo>
                    <a:pt x="39141" y="1671662"/>
                  </a:lnTo>
                  <a:lnTo>
                    <a:pt x="60426" y="1632483"/>
                  </a:lnTo>
                  <a:lnTo>
                    <a:pt x="68859" y="1619935"/>
                  </a:lnTo>
                  <a:lnTo>
                    <a:pt x="68859" y="1617154"/>
                  </a:lnTo>
                  <a:close/>
                </a:path>
                <a:path w="7101205" h="2360295">
                  <a:moveTo>
                    <a:pt x="577088" y="1616456"/>
                  </a:moveTo>
                  <a:lnTo>
                    <a:pt x="239356" y="1616456"/>
                  </a:lnTo>
                  <a:lnTo>
                    <a:pt x="240309" y="1608734"/>
                  </a:lnTo>
                  <a:lnTo>
                    <a:pt x="239776" y="1601749"/>
                  </a:lnTo>
                  <a:lnTo>
                    <a:pt x="234124" y="1575879"/>
                  </a:lnTo>
                  <a:lnTo>
                    <a:pt x="232791" y="1571485"/>
                  </a:lnTo>
                  <a:lnTo>
                    <a:pt x="230314" y="1564513"/>
                  </a:lnTo>
                  <a:lnTo>
                    <a:pt x="230314" y="1586636"/>
                  </a:lnTo>
                  <a:lnTo>
                    <a:pt x="230314" y="1590446"/>
                  </a:lnTo>
                  <a:lnTo>
                    <a:pt x="229793" y="1600200"/>
                  </a:lnTo>
                  <a:lnTo>
                    <a:pt x="227952" y="1609737"/>
                  </a:lnTo>
                  <a:lnTo>
                    <a:pt x="225666" y="1616456"/>
                  </a:lnTo>
                  <a:lnTo>
                    <a:pt x="223253" y="1616456"/>
                  </a:lnTo>
                  <a:lnTo>
                    <a:pt x="223253" y="1622171"/>
                  </a:lnTo>
                  <a:lnTo>
                    <a:pt x="195732" y="1657604"/>
                  </a:lnTo>
                  <a:lnTo>
                    <a:pt x="194094" y="1650695"/>
                  </a:lnTo>
                  <a:lnTo>
                    <a:pt x="192874" y="1643672"/>
                  </a:lnTo>
                  <a:lnTo>
                    <a:pt x="192087" y="1636547"/>
                  </a:lnTo>
                  <a:lnTo>
                    <a:pt x="191731" y="1629308"/>
                  </a:lnTo>
                  <a:lnTo>
                    <a:pt x="191808" y="1628165"/>
                  </a:lnTo>
                  <a:lnTo>
                    <a:pt x="192214" y="1622171"/>
                  </a:lnTo>
                  <a:lnTo>
                    <a:pt x="223253" y="1622171"/>
                  </a:lnTo>
                  <a:lnTo>
                    <a:pt x="223253" y="1616456"/>
                  </a:lnTo>
                  <a:lnTo>
                    <a:pt x="193116" y="1616456"/>
                  </a:lnTo>
                  <a:lnTo>
                    <a:pt x="193446" y="1614449"/>
                  </a:lnTo>
                  <a:lnTo>
                    <a:pt x="211518" y="1578864"/>
                  </a:lnTo>
                  <a:lnTo>
                    <a:pt x="218020" y="1575879"/>
                  </a:lnTo>
                  <a:lnTo>
                    <a:pt x="222021" y="1576070"/>
                  </a:lnTo>
                  <a:lnTo>
                    <a:pt x="225069" y="1577594"/>
                  </a:lnTo>
                  <a:lnTo>
                    <a:pt x="229260" y="1583309"/>
                  </a:lnTo>
                  <a:lnTo>
                    <a:pt x="229323" y="1583524"/>
                  </a:lnTo>
                  <a:lnTo>
                    <a:pt x="230314" y="1586636"/>
                  </a:lnTo>
                  <a:lnTo>
                    <a:pt x="230314" y="1564513"/>
                  </a:lnTo>
                  <a:lnTo>
                    <a:pt x="230238" y="1564297"/>
                  </a:lnTo>
                  <a:lnTo>
                    <a:pt x="227507" y="1557769"/>
                  </a:lnTo>
                  <a:lnTo>
                    <a:pt x="224599" y="1551876"/>
                  </a:lnTo>
                  <a:lnTo>
                    <a:pt x="220599" y="1544637"/>
                  </a:lnTo>
                  <a:lnTo>
                    <a:pt x="216979" y="1541399"/>
                  </a:lnTo>
                  <a:lnTo>
                    <a:pt x="213741" y="1542161"/>
                  </a:lnTo>
                  <a:lnTo>
                    <a:pt x="190017" y="1573022"/>
                  </a:lnTo>
                  <a:lnTo>
                    <a:pt x="189166" y="1575816"/>
                  </a:lnTo>
                  <a:lnTo>
                    <a:pt x="189166" y="1663890"/>
                  </a:lnTo>
                  <a:lnTo>
                    <a:pt x="179336" y="1673606"/>
                  </a:lnTo>
                  <a:lnTo>
                    <a:pt x="173913" y="1673606"/>
                  </a:lnTo>
                  <a:lnTo>
                    <a:pt x="173913" y="1679321"/>
                  </a:lnTo>
                  <a:lnTo>
                    <a:pt x="167513" y="1686179"/>
                  </a:lnTo>
                  <a:lnTo>
                    <a:pt x="157175" y="1698180"/>
                  </a:lnTo>
                  <a:lnTo>
                    <a:pt x="147154" y="1710753"/>
                  </a:lnTo>
                  <a:lnTo>
                    <a:pt x="138595" y="1724202"/>
                  </a:lnTo>
                  <a:lnTo>
                    <a:pt x="135877" y="1730756"/>
                  </a:lnTo>
                  <a:lnTo>
                    <a:pt x="133502" y="1730756"/>
                  </a:lnTo>
                  <a:lnTo>
                    <a:pt x="133502" y="1736471"/>
                  </a:lnTo>
                  <a:lnTo>
                    <a:pt x="132651" y="1738541"/>
                  </a:lnTo>
                  <a:lnTo>
                    <a:pt x="129311" y="1753768"/>
                  </a:lnTo>
                  <a:lnTo>
                    <a:pt x="128587" y="1769897"/>
                  </a:lnTo>
                  <a:lnTo>
                    <a:pt x="131254" y="1785747"/>
                  </a:lnTo>
                  <a:lnTo>
                    <a:pt x="131978" y="1787906"/>
                  </a:lnTo>
                  <a:lnTo>
                    <a:pt x="94449" y="1787906"/>
                  </a:lnTo>
                  <a:lnTo>
                    <a:pt x="94449" y="1736471"/>
                  </a:lnTo>
                  <a:lnTo>
                    <a:pt x="133502" y="1736471"/>
                  </a:lnTo>
                  <a:lnTo>
                    <a:pt x="133502" y="1730756"/>
                  </a:lnTo>
                  <a:lnTo>
                    <a:pt x="94449" y="1730756"/>
                  </a:lnTo>
                  <a:lnTo>
                    <a:pt x="94449" y="1679321"/>
                  </a:lnTo>
                  <a:lnTo>
                    <a:pt x="173913" y="1679321"/>
                  </a:lnTo>
                  <a:lnTo>
                    <a:pt x="173913" y="1673606"/>
                  </a:lnTo>
                  <a:lnTo>
                    <a:pt x="94449" y="1673606"/>
                  </a:lnTo>
                  <a:lnTo>
                    <a:pt x="94449" y="1622171"/>
                  </a:lnTo>
                  <a:lnTo>
                    <a:pt x="182664" y="1622171"/>
                  </a:lnTo>
                  <a:lnTo>
                    <a:pt x="182841" y="1626120"/>
                  </a:lnTo>
                  <a:lnTo>
                    <a:pt x="184162" y="1638808"/>
                  </a:lnTo>
                  <a:lnTo>
                    <a:pt x="186258" y="1651368"/>
                  </a:lnTo>
                  <a:lnTo>
                    <a:pt x="189166" y="1663890"/>
                  </a:lnTo>
                  <a:lnTo>
                    <a:pt x="189166" y="1575816"/>
                  </a:lnTo>
                  <a:lnTo>
                    <a:pt x="186639" y="1584109"/>
                  </a:lnTo>
                  <a:lnTo>
                    <a:pt x="184226" y="1594523"/>
                  </a:lnTo>
                  <a:lnTo>
                    <a:pt x="182778" y="1604251"/>
                  </a:lnTo>
                  <a:lnTo>
                    <a:pt x="182676" y="1606384"/>
                  </a:lnTo>
                  <a:lnTo>
                    <a:pt x="182549" y="1608734"/>
                  </a:lnTo>
                  <a:lnTo>
                    <a:pt x="182486" y="1609737"/>
                  </a:lnTo>
                  <a:lnTo>
                    <a:pt x="182308" y="1613306"/>
                  </a:lnTo>
                  <a:lnTo>
                    <a:pt x="182346" y="1614449"/>
                  </a:lnTo>
                  <a:lnTo>
                    <a:pt x="182422" y="1616456"/>
                  </a:lnTo>
                  <a:lnTo>
                    <a:pt x="94449" y="1616456"/>
                  </a:lnTo>
                  <a:lnTo>
                    <a:pt x="87312" y="1616456"/>
                  </a:lnTo>
                  <a:lnTo>
                    <a:pt x="87312" y="1622171"/>
                  </a:lnTo>
                  <a:lnTo>
                    <a:pt x="87312" y="1673606"/>
                  </a:lnTo>
                  <a:lnTo>
                    <a:pt x="87312" y="2359406"/>
                  </a:lnTo>
                  <a:lnTo>
                    <a:pt x="94449" y="2359406"/>
                  </a:lnTo>
                  <a:lnTo>
                    <a:pt x="94449" y="1850771"/>
                  </a:lnTo>
                  <a:lnTo>
                    <a:pt x="225869" y="1850771"/>
                  </a:lnTo>
                  <a:lnTo>
                    <a:pt x="231686" y="1877339"/>
                  </a:lnTo>
                  <a:lnTo>
                    <a:pt x="233641" y="1886102"/>
                  </a:lnTo>
                  <a:lnTo>
                    <a:pt x="233756" y="1887245"/>
                  </a:lnTo>
                  <a:lnTo>
                    <a:pt x="234213" y="1891626"/>
                  </a:lnTo>
                  <a:lnTo>
                    <a:pt x="234162" y="1893062"/>
                  </a:lnTo>
                  <a:lnTo>
                    <a:pt x="234022" y="1896770"/>
                  </a:lnTo>
                  <a:lnTo>
                    <a:pt x="233921" y="1897341"/>
                  </a:lnTo>
                  <a:lnTo>
                    <a:pt x="231813" y="1909826"/>
                  </a:lnTo>
                  <a:lnTo>
                    <a:pt x="225742" y="1919846"/>
                  </a:lnTo>
                  <a:lnTo>
                    <a:pt x="215811" y="1926831"/>
                  </a:lnTo>
                  <a:lnTo>
                    <a:pt x="202018" y="1930781"/>
                  </a:lnTo>
                  <a:lnTo>
                    <a:pt x="189445" y="1929066"/>
                  </a:lnTo>
                  <a:lnTo>
                    <a:pt x="184683" y="1927352"/>
                  </a:lnTo>
                  <a:lnTo>
                    <a:pt x="181914" y="1924583"/>
                  </a:lnTo>
                  <a:lnTo>
                    <a:pt x="181165" y="1920773"/>
                  </a:lnTo>
                  <a:lnTo>
                    <a:pt x="185166" y="1921725"/>
                  </a:lnTo>
                  <a:lnTo>
                    <a:pt x="188899" y="1920773"/>
                  </a:lnTo>
                  <a:lnTo>
                    <a:pt x="190017" y="1920494"/>
                  </a:lnTo>
                  <a:lnTo>
                    <a:pt x="195732" y="1917065"/>
                  </a:lnTo>
                  <a:lnTo>
                    <a:pt x="201447" y="1913826"/>
                  </a:lnTo>
                  <a:lnTo>
                    <a:pt x="204406" y="1907819"/>
                  </a:lnTo>
                  <a:lnTo>
                    <a:pt x="204419" y="1906778"/>
                  </a:lnTo>
                  <a:lnTo>
                    <a:pt x="204584" y="1899539"/>
                  </a:lnTo>
                  <a:lnTo>
                    <a:pt x="204457" y="1896770"/>
                  </a:lnTo>
                  <a:lnTo>
                    <a:pt x="204203" y="1892579"/>
                  </a:lnTo>
                  <a:lnTo>
                    <a:pt x="201739" y="1887245"/>
                  </a:lnTo>
                  <a:lnTo>
                    <a:pt x="197167" y="1883054"/>
                  </a:lnTo>
                  <a:lnTo>
                    <a:pt x="192595" y="1878672"/>
                  </a:lnTo>
                  <a:lnTo>
                    <a:pt x="187261" y="1876767"/>
                  </a:lnTo>
                  <a:lnTo>
                    <a:pt x="181165" y="1877339"/>
                  </a:lnTo>
                  <a:lnTo>
                    <a:pt x="174307" y="1878482"/>
                  </a:lnTo>
                  <a:lnTo>
                    <a:pt x="168871" y="1881822"/>
                  </a:lnTo>
                  <a:lnTo>
                    <a:pt x="164934" y="1887245"/>
                  </a:lnTo>
                  <a:lnTo>
                    <a:pt x="161061" y="1893062"/>
                  </a:lnTo>
                  <a:lnTo>
                    <a:pt x="159346" y="1899539"/>
                  </a:lnTo>
                  <a:lnTo>
                    <a:pt x="159727" y="1906778"/>
                  </a:lnTo>
                  <a:lnTo>
                    <a:pt x="188226" y="1937346"/>
                  </a:lnTo>
                  <a:lnTo>
                    <a:pt x="194868" y="1938489"/>
                  </a:lnTo>
                  <a:lnTo>
                    <a:pt x="202590" y="1938489"/>
                  </a:lnTo>
                  <a:lnTo>
                    <a:pt x="219290" y="1933994"/>
                  </a:lnTo>
                  <a:lnTo>
                    <a:pt x="223939" y="1930781"/>
                  </a:lnTo>
                  <a:lnTo>
                    <a:pt x="231381" y="1925637"/>
                  </a:lnTo>
                  <a:lnTo>
                    <a:pt x="238861" y="1913420"/>
                  </a:lnTo>
                  <a:lnTo>
                    <a:pt x="241744" y="1897341"/>
                  </a:lnTo>
                  <a:lnTo>
                    <a:pt x="241706" y="1896770"/>
                  </a:lnTo>
                  <a:lnTo>
                    <a:pt x="241173" y="1886775"/>
                  </a:lnTo>
                  <a:lnTo>
                    <a:pt x="233819" y="1850771"/>
                  </a:lnTo>
                  <a:lnTo>
                    <a:pt x="577088" y="1850771"/>
                  </a:lnTo>
                  <a:lnTo>
                    <a:pt x="577088" y="1845056"/>
                  </a:lnTo>
                  <a:lnTo>
                    <a:pt x="232664" y="1845056"/>
                  </a:lnTo>
                  <a:lnTo>
                    <a:pt x="232371" y="1843620"/>
                  </a:lnTo>
                  <a:lnTo>
                    <a:pt x="231736" y="1840484"/>
                  </a:lnTo>
                  <a:lnTo>
                    <a:pt x="234848" y="1838769"/>
                  </a:lnTo>
                  <a:lnTo>
                    <a:pt x="239610" y="1836140"/>
                  </a:lnTo>
                  <a:lnTo>
                    <a:pt x="265899" y="1804479"/>
                  </a:lnTo>
                  <a:lnTo>
                    <a:pt x="268071" y="1793621"/>
                  </a:lnTo>
                  <a:lnTo>
                    <a:pt x="577088" y="1793621"/>
                  </a:lnTo>
                  <a:lnTo>
                    <a:pt x="577088" y="1787906"/>
                  </a:lnTo>
                  <a:lnTo>
                    <a:pt x="268541" y="1787906"/>
                  </a:lnTo>
                  <a:lnTo>
                    <a:pt x="268579" y="1787601"/>
                  </a:lnTo>
                  <a:lnTo>
                    <a:pt x="254889" y="1748472"/>
                  </a:lnTo>
                  <a:lnTo>
                    <a:pt x="252869" y="1746529"/>
                  </a:lnTo>
                  <a:lnTo>
                    <a:pt x="252869" y="1795284"/>
                  </a:lnTo>
                  <a:lnTo>
                    <a:pt x="252768" y="1796275"/>
                  </a:lnTo>
                  <a:lnTo>
                    <a:pt x="251358" y="1807476"/>
                  </a:lnTo>
                  <a:lnTo>
                    <a:pt x="247091" y="1817903"/>
                  </a:lnTo>
                  <a:lnTo>
                    <a:pt x="240080" y="1826615"/>
                  </a:lnTo>
                  <a:lnTo>
                    <a:pt x="230314" y="1833626"/>
                  </a:lnTo>
                  <a:lnTo>
                    <a:pt x="224612" y="1805571"/>
                  </a:lnTo>
                  <a:lnTo>
                    <a:pt x="224612" y="1845056"/>
                  </a:lnTo>
                  <a:lnTo>
                    <a:pt x="214922" y="1845056"/>
                  </a:lnTo>
                  <a:lnTo>
                    <a:pt x="224307" y="1843620"/>
                  </a:lnTo>
                  <a:lnTo>
                    <a:pt x="224612" y="1845056"/>
                  </a:lnTo>
                  <a:lnTo>
                    <a:pt x="224612" y="1805571"/>
                  </a:lnTo>
                  <a:lnTo>
                    <a:pt x="223164" y="1798434"/>
                  </a:lnTo>
                  <a:lnTo>
                    <a:pt x="223164" y="1835912"/>
                  </a:lnTo>
                  <a:lnTo>
                    <a:pt x="208305" y="1838769"/>
                  </a:lnTo>
                  <a:lnTo>
                    <a:pt x="195910" y="1838198"/>
                  </a:lnTo>
                  <a:lnTo>
                    <a:pt x="189179" y="1836686"/>
                  </a:lnTo>
                  <a:lnTo>
                    <a:pt x="189179" y="1845056"/>
                  </a:lnTo>
                  <a:lnTo>
                    <a:pt x="94449" y="1845056"/>
                  </a:lnTo>
                  <a:lnTo>
                    <a:pt x="94449" y="1793621"/>
                  </a:lnTo>
                  <a:lnTo>
                    <a:pt x="133934" y="1793621"/>
                  </a:lnTo>
                  <a:lnTo>
                    <a:pt x="136156" y="1800123"/>
                  </a:lnTo>
                  <a:lnTo>
                    <a:pt x="143256" y="1813026"/>
                  </a:lnTo>
                  <a:lnTo>
                    <a:pt x="152590" y="1824482"/>
                  </a:lnTo>
                  <a:lnTo>
                    <a:pt x="163601" y="1833905"/>
                  </a:lnTo>
                  <a:lnTo>
                    <a:pt x="175806" y="1840763"/>
                  </a:lnTo>
                  <a:lnTo>
                    <a:pt x="189179" y="1845056"/>
                  </a:lnTo>
                  <a:lnTo>
                    <a:pt x="189179" y="1836686"/>
                  </a:lnTo>
                  <a:lnTo>
                    <a:pt x="184442" y="1835619"/>
                  </a:lnTo>
                  <a:lnTo>
                    <a:pt x="173913" y="1831047"/>
                  </a:lnTo>
                  <a:lnTo>
                    <a:pt x="164299" y="1824482"/>
                  </a:lnTo>
                  <a:lnTo>
                    <a:pt x="156375" y="1816277"/>
                  </a:lnTo>
                  <a:lnTo>
                    <a:pt x="150583" y="1806549"/>
                  </a:lnTo>
                  <a:lnTo>
                    <a:pt x="150495" y="1806257"/>
                  </a:lnTo>
                  <a:lnTo>
                    <a:pt x="146939" y="1795284"/>
                  </a:lnTo>
                  <a:lnTo>
                    <a:pt x="146735" y="1793621"/>
                  </a:lnTo>
                  <a:lnTo>
                    <a:pt x="174078" y="1793621"/>
                  </a:lnTo>
                  <a:lnTo>
                    <a:pt x="176110" y="1798561"/>
                  </a:lnTo>
                  <a:lnTo>
                    <a:pt x="179730" y="1804479"/>
                  </a:lnTo>
                  <a:lnTo>
                    <a:pt x="184175" y="1809661"/>
                  </a:lnTo>
                  <a:lnTo>
                    <a:pt x="189230" y="1814042"/>
                  </a:lnTo>
                  <a:lnTo>
                    <a:pt x="194894" y="1817662"/>
                  </a:lnTo>
                  <a:lnTo>
                    <a:pt x="201168" y="1820481"/>
                  </a:lnTo>
                  <a:lnTo>
                    <a:pt x="204304" y="1818195"/>
                  </a:lnTo>
                  <a:lnTo>
                    <a:pt x="202590" y="1815909"/>
                  </a:lnTo>
                  <a:lnTo>
                    <a:pt x="195376" y="1811782"/>
                  </a:lnTo>
                  <a:lnTo>
                    <a:pt x="190017" y="1806257"/>
                  </a:lnTo>
                  <a:lnTo>
                    <a:pt x="186512" y="1799348"/>
                  </a:lnTo>
                  <a:lnTo>
                    <a:pt x="185381" y="1793621"/>
                  </a:lnTo>
                  <a:lnTo>
                    <a:pt x="214884" y="1793621"/>
                  </a:lnTo>
                  <a:lnTo>
                    <a:pt x="223164" y="1835912"/>
                  </a:lnTo>
                  <a:lnTo>
                    <a:pt x="223164" y="1798434"/>
                  </a:lnTo>
                  <a:lnTo>
                    <a:pt x="222186" y="1793621"/>
                  </a:lnTo>
                  <a:lnTo>
                    <a:pt x="252590" y="1793621"/>
                  </a:lnTo>
                  <a:lnTo>
                    <a:pt x="252869" y="1795284"/>
                  </a:lnTo>
                  <a:lnTo>
                    <a:pt x="252869" y="1746529"/>
                  </a:lnTo>
                  <a:lnTo>
                    <a:pt x="251650" y="1745348"/>
                  </a:lnTo>
                  <a:lnTo>
                    <a:pt x="251650" y="1787906"/>
                  </a:lnTo>
                  <a:lnTo>
                    <a:pt x="221018" y="1787906"/>
                  </a:lnTo>
                  <a:lnTo>
                    <a:pt x="215315" y="1759788"/>
                  </a:lnTo>
                  <a:lnTo>
                    <a:pt x="215163" y="1759038"/>
                  </a:lnTo>
                  <a:lnTo>
                    <a:pt x="222681" y="1759788"/>
                  </a:lnTo>
                  <a:lnTo>
                    <a:pt x="251612" y="1787601"/>
                  </a:lnTo>
                  <a:lnTo>
                    <a:pt x="251650" y="1787906"/>
                  </a:lnTo>
                  <a:lnTo>
                    <a:pt x="251650" y="1745348"/>
                  </a:lnTo>
                  <a:lnTo>
                    <a:pt x="247484" y="1741309"/>
                  </a:lnTo>
                  <a:lnTo>
                    <a:pt x="239598" y="1736471"/>
                  </a:lnTo>
                  <a:lnTo>
                    <a:pt x="577088" y="1736471"/>
                  </a:lnTo>
                  <a:lnTo>
                    <a:pt x="577088" y="1730756"/>
                  </a:lnTo>
                  <a:lnTo>
                    <a:pt x="213766" y="1730756"/>
                  </a:lnTo>
                  <a:lnTo>
                    <a:pt x="213766" y="1787906"/>
                  </a:lnTo>
                  <a:lnTo>
                    <a:pt x="184873" y="1787906"/>
                  </a:lnTo>
                  <a:lnTo>
                    <a:pt x="184873" y="1783803"/>
                  </a:lnTo>
                  <a:lnTo>
                    <a:pt x="187159" y="1777326"/>
                  </a:lnTo>
                  <a:lnTo>
                    <a:pt x="191731" y="1771611"/>
                  </a:lnTo>
                  <a:lnTo>
                    <a:pt x="196113" y="1765896"/>
                  </a:lnTo>
                  <a:lnTo>
                    <a:pt x="201637" y="1761998"/>
                  </a:lnTo>
                  <a:lnTo>
                    <a:pt x="208292" y="1759902"/>
                  </a:lnTo>
                  <a:lnTo>
                    <a:pt x="213766" y="1787906"/>
                  </a:lnTo>
                  <a:lnTo>
                    <a:pt x="213766" y="1730756"/>
                  </a:lnTo>
                  <a:lnTo>
                    <a:pt x="209677" y="1730756"/>
                  </a:lnTo>
                  <a:lnTo>
                    <a:pt x="203695" y="1699895"/>
                  </a:lnTo>
                  <a:lnTo>
                    <a:pt x="202717" y="1694840"/>
                  </a:lnTo>
                  <a:lnTo>
                    <a:pt x="202717" y="1730756"/>
                  </a:lnTo>
                  <a:lnTo>
                    <a:pt x="199212" y="1730756"/>
                  </a:lnTo>
                  <a:lnTo>
                    <a:pt x="199212" y="1736471"/>
                  </a:lnTo>
                  <a:lnTo>
                    <a:pt x="197129" y="1737461"/>
                  </a:lnTo>
                  <a:lnTo>
                    <a:pt x="172262" y="1771332"/>
                  </a:lnTo>
                  <a:lnTo>
                    <a:pt x="172237" y="1771611"/>
                  </a:lnTo>
                  <a:lnTo>
                    <a:pt x="171450" y="1778469"/>
                  </a:lnTo>
                  <a:lnTo>
                    <a:pt x="171958" y="1785569"/>
                  </a:lnTo>
                  <a:lnTo>
                    <a:pt x="172008" y="1785747"/>
                  </a:lnTo>
                  <a:lnTo>
                    <a:pt x="172504" y="1787906"/>
                  </a:lnTo>
                  <a:lnTo>
                    <a:pt x="146075" y="1787906"/>
                  </a:lnTo>
                  <a:lnTo>
                    <a:pt x="145440" y="1782470"/>
                  </a:lnTo>
                  <a:lnTo>
                    <a:pt x="146900" y="1769719"/>
                  </a:lnTo>
                  <a:lnTo>
                    <a:pt x="147015" y="1769325"/>
                  </a:lnTo>
                  <a:lnTo>
                    <a:pt x="150152" y="1757756"/>
                  </a:lnTo>
                  <a:lnTo>
                    <a:pt x="155194" y="1746580"/>
                  </a:lnTo>
                  <a:lnTo>
                    <a:pt x="161836" y="1736471"/>
                  </a:lnTo>
                  <a:lnTo>
                    <a:pt x="199212" y="1736471"/>
                  </a:lnTo>
                  <a:lnTo>
                    <a:pt x="199212" y="1730756"/>
                  </a:lnTo>
                  <a:lnTo>
                    <a:pt x="166382" y="1730756"/>
                  </a:lnTo>
                  <a:lnTo>
                    <a:pt x="169964" y="1726311"/>
                  </a:lnTo>
                  <a:lnTo>
                    <a:pt x="178371" y="1716963"/>
                  </a:lnTo>
                  <a:lnTo>
                    <a:pt x="187248" y="1708162"/>
                  </a:lnTo>
                  <a:lnTo>
                    <a:pt x="196596" y="1699895"/>
                  </a:lnTo>
                  <a:lnTo>
                    <a:pt x="202717" y="1730756"/>
                  </a:lnTo>
                  <a:lnTo>
                    <a:pt x="202717" y="1694840"/>
                  </a:lnTo>
                  <a:lnTo>
                    <a:pt x="202590" y="1694180"/>
                  </a:lnTo>
                  <a:lnTo>
                    <a:pt x="214960" y="1679321"/>
                  </a:lnTo>
                  <a:lnTo>
                    <a:pt x="577088" y="1679321"/>
                  </a:lnTo>
                  <a:lnTo>
                    <a:pt x="577088" y="1673606"/>
                  </a:lnTo>
                  <a:lnTo>
                    <a:pt x="219341" y="1673606"/>
                  </a:lnTo>
                  <a:lnTo>
                    <a:pt x="228358" y="1657604"/>
                  </a:lnTo>
                  <a:lnTo>
                    <a:pt x="230162" y="1654390"/>
                  </a:lnTo>
                  <a:lnTo>
                    <a:pt x="237413" y="1632292"/>
                  </a:lnTo>
                  <a:lnTo>
                    <a:pt x="238645" y="1622171"/>
                  </a:lnTo>
                  <a:lnTo>
                    <a:pt x="577088" y="1622171"/>
                  </a:lnTo>
                  <a:lnTo>
                    <a:pt x="577088" y="1616456"/>
                  </a:lnTo>
                  <a:close/>
                </a:path>
                <a:path w="7101205" h="2360295">
                  <a:moveTo>
                    <a:pt x="6964870" y="776630"/>
                  </a:moveTo>
                  <a:lnTo>
                    <a:pt x="6964680" y="769391"/>
                  </a:lnTo>
                  <a:lnTo>
                    <a:pt x="6962102" y="764159"/>
                  </a:lnTo>
                  <a:lnTo>
                    <a:pt x="6957149" y="760920"/>
                  </a:lnTo>
                  <a:lnTo>
                    <a:pt x="6952577" y="757301"/>
                  </a:lnTo>
                  <a:lnTo>
                    <a:pt x="6946100" y="755586"/>
                  </a:lnTo>
                  <a:lnTo>
                    <a:pt x="6937718" y="755777"/>
                  </a:lnTo>
                  <a:lnTo>
                    <a:pt x="6929793" y="756742"/>
                  </a:lnTo>
                  <a:lnTo>
                    <a:pt x="6895211" y="779843"/>
                  </a:lnTo>
                  <a:lnTo>
                    <a:pt x="6890575" y="793775"/>
                  </a:lnTo>
                  <a:lnTo>
                    <a:pt x="6890766" y="800252"/>
                  </a:lnTo>
                  <a:lnTo>
                    <a:pt x="6915721" y="815213"/>
                  </a:lnTo>
                  <a:lnTo>
                    <a:pt x="6924205" y="814260"/>
                  </a:lnTo>
                  <a:lnTo>
                    <a:pt x="6960222" y="791210"/>
                  </a:lnTo>
                  <a:lnTo>
                    <a:pt x="6963423" y="784199"/>
                  </a:lnTo>
                  <a:lnTo>
                    <a:pt x="6964870" y="776630"/>
                  </a:lnTo>
                  <a:close/>
                </a:path>
                <a:path w="7101205" h="2360295">
                  <a:moveTo>
                    <a:pt x="7101205" y="0"/>
                  </a:moveTo>
                  <a:lnTo>
                    <a:pt x="7092632" y="0"/>
                  </a:lnTo>
                  <a:lnTo>
                    <a:pt x="7092632" y="962660"/>
                  </a:lnTo>
                  <a:lnTo>
                    <a:pt x="7101205" y="962660"/>
                  </a:lnTo>
                  <a:lnTo>
                    <a:pt x="7101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5" name="object 305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05142" y="9056877"/>
              <a:ext cx="216598" cy="267461"/>
            </a:xfrm>
            <a:prstGeom prst="rect">
              <a:avLst/>
            </a:prstGeom>
          </p:spPr>
        </p:pic>
        <p:sp>
          <p:nvSpPr>
            <p:cNvPr id="306" name="object 306"/>
            <p:cNvSpPr/>
            <p:nvPr/>
          </p:nvSpPr>
          <p:spPr>
            <a:xfrm>
              <a:off x="756475" y="8996588"/>
              <a:ext cx="1245235" cy="403225"/>
            </a:xfrm>
            <a:custGeom>
              <a:avLst/>
              <a:gdLst/>
              <a:ahLst/>
              <a:cxnLst/>
              <a:rect l="l" t="t" r="r" b="b"/>
              <a:pathLst>
                <a:path w="1245235" h="403225">
                  <a:moveTo>
                    <a:pt x="1244650" y="146024"/>
                  </a:moveTo>
                  <a:lnTo>
                    <a:pt x="676440" y="146024"/>
                  </a:lnTo>
                  <a:lnTo>
                    <a:pt x="676440" y="71729"/>
                  </a:lnTo>
                  <a:lnTo>
                    <a:pt x="666432" y="71729"/>
                  </a:lnTo>
                  <a:lnTo>
                    <a:pt x="666432" y="374624"/>
                  </a:lnTo>
                  <a:lnTo>
                    <a:pt x="94132" y="374624"/>
                  </a:lnTo>
                  <a:lnTo>
                    <a:pt x="94132" y="323189"/>
                  </a:lnTo>
                  <a:lnTo>
                    <a:pt x="666432" y="323189"/>
                  </a:lnTo>
                  <a:lnTo>
                    <a:pt x="666432" y="317474"/>
                  </a:lnTo>
                  <a:lnTo>
                    <a:pt x="94132" y="317474"/>
                  </a:lnTo>
                  <a:lnTo>
                    <a:pt x="94132" y="266039"/>
                  </a:lnTo>
                  <a:lnTo>
                    <a:pt x="666432" y="266039"/>
                  </a:lnTo>
                  <a:lnTo>
                    <a:pt x="666432" y="260324"/>
                  </a:lnTo>
                  <a:lnTo>
                    <a:pt x="94132" y="260324"/>
                  </a:lnTo>
                  <a:lnTo>
                    <a:pt x="94132" y="230797"/>
                  </a:lnTo>
                  <a:lnTo>
                    <a:pt x="98425" y="233172"/>
                  </a:lnTo>
                  <a:lnTo>
                    <a:pt x="104140" y="234315"/>
                  </a:lnTo>
                  <a:lnTo>
                    <a:pt x="139192" y="224218"/>
                  </a:lnTo>
                  <a:lnTo>
                    <a:pt x="141859" y="222605"/>
                  </a:lnTo>
                  <a:lnTo>
                    <a:pt x="148564" y="217030"/>
                  </a:lnTo>
                  <a:lnTo>
                    <a:pt x="153568" y="210883"/>
                  </a:lnTo>
                  <a:lnTo>
                    <a:pt x="154533" y="208889"/>
                  </a:lnTo>
                  <a:lnTo>
                    <a:pt x="666432" y="208889"/>
                  </a:lnTo>
                  <a:lnTo>
                    <a:pt x="666432" y="203174"/>
                  </a:lnTo>
                  <a:lnTo>
                    <a:pt x="157060" y="203174"/>
                  </a:lnTo>
                  <a:lnTo>
                    <a:pt x="158432" y="196888"/>
                  </a:lnTo>
                  <a:lnTo>
                    <a:pt x="159181" y="188125"/>
                  </a:lnTo>
                  <a:lnTo>
                    <a:pt x="156311" y="181165"/>
                  </a:lnTo>
                  <a:lnTo>
                    <a:pt x="156235" y="180975"/>
                  </a:lnTo>
                  <a:lnTo>
                    <a:pt x="150710" y="176403"/>
                  </a:lnTo>
                  <a:lnTo>
                    <a:pt x="150710" y="185737"/>
                  </a:lnTo>
                  <a:lnTo>
                    <a:pt x="150710" y="189357"/>
                  </a:lnTo>
                  <a:lnTo>
                    <a:pt x="148717" y="193548"/>
                  </a:lnTo>
                  <a:lnTo>
                    <a:pt x="144716" y="198310"/>
                  </a:lnTo>
                  <a:lnTo>
                    <a:pt x="139103" y="203174"/>
                  </a:lnTo>
                  <a:lnTo>
                    <a:pt x="132511" y="203174"/>
                  </a:lnTo>
                  <a:lnTo>
                    <a:pt x="132511" y="208889"/>
                  </a:lnTo>
                  <a:lnTo>
                    <a:pt x="101854" y="224218"/>
                  </a:lnTo>
                  <a:lnTo>
                    <a:pt x="97853" y="224028"/>
                  </a:lnTo>
                  <a:lnTo>
                    <a:pt x="94132" y="223685"/>
                  </a:lnTo>
                  <a:lnTo>
                    <a:pt x="94132" y="212483"/>
                  </a:lnTo>
                  <a:lnTo>
                    <a:pt x="96240" y="208889"/>
                  </a:lnTo>
                  <a:lnTo>
                    <a:pt x="132511" y="208889"/>
                  </a:lnTo>
                  <a:lnTo>
                    <a:pt x="132511" y="203174"/>
                  </a:lnTo>
                  <a:lnTo>
                    <a:pt x="101422" y="203174"/>
                  </a:lnTo>
                  <a:lnTo>
                    <a:pt x="112318" y="194310"/>
                  </a:lnTo>
                  <a:lnTo>
                    <a:pt x="118135" y="190601"/>
                  </a:lnTo>
                  <a:lnTo>
                    <a:pt x="125564" y="186601"/>
                  </a:lnTo>
                  <a:lnTo>
                    <a:pt x="133184" y="182791"/>
                  </a:lnTo>
                  <a:lnTo>
                    <a:pt x="139852" y="181165"/>
                  </a:lnTo>
                  <a:lnTo>
                    <a:pt x="145567" y="181737"/>
                  </a:lnTo>
                  <a:lnTo>
                    <a:pt x="148424" y="182118"/>
                  </a:lnTo>
                  <a:lnTo>
                    <a:pt x="150139" y="183451"/>
                  </a:lnTo>
                  <a:lnTo>
                    <a:pt x="150710" y="185737"/>
                  </a:lnTo>
                  <a:lnTo>
                    <a:pt x="150710" y="176403"/>
                  </a:lnTo>
                  <a:lnTo>
                    <a:pt x="149567" y="175450"/>
                  </a:lnTo>
                  <a:lnTo>
                    <a:pt x="144424" y="172593"/>
                  </a:lnTo>
                  <a:lnTo>
                    <a:pt x="138607" y="171450"/>
                  </a:lnTo>
                  <a:lnTo>
                    <a:pt x="132143" y="172021"/>
                  </a:lnTo>
                  <a:lnTo>
                    <a:pt x="94132" y="188633"/>
                  </a:lnTo>
                  <a:lnTo>
                    <a:pt x="94132" y="151739"/>
                  </a:lnTo>
                  <a:lnTo>
                    <a:pt x="666432" y="151739"/>
                  </a:lnTo>
                  <a:lnTo>
                    <a:pt x="666432" y="146024"/>
                  </a:lnTo>
                  <a:lnTo>
                    <a:pt x="122478" y="146024"/>
                  </a:lnTo>
                  <a:lnTo>
                    <a:pt x="126428" y="144945"/>
                  </a:lnTo>
                  <a:lnTo>
                    <a:pt x="134213" y="141541"/>
                  </a:lnTo>
                  <a:lnTo>
                    <a:pt x="139192" y="138493"/>
                  </a:lnTo>
                  <a:lnTo>
                    <a:pt x="141859" y="136880"/>
                  </a:lnTo>
                  <a:lnTo>
                    <a:pt x="159181" y="102400"/>
                  </a:lnTo>
                  <a:lnTo>
                    <a:pt x="156311" y="95440"/>
                  </a:lnTo>
                  <a:lnTo>
                    <a:pt x="156235" y="95250"/>
                  </a:lnTo>
                  <a:lnTo>
                    <a:pt x="152844" y="92443"/>
                  </a:lnTo>
                  <a:lnTo>
                    <a:pt x="178752" y="92443"/>
                  </a:lnTo>
                  <a:lnTo>
                    <a:pt x="178752" y="85293"/>
                  </a:lnTo>
                  <a:lnTo>
                    <a:pt x="150710" y="85293"/>
                  </a:lnTo>
                  <a:lnTo>
                    <a:pt x="150710" y="100012"/>
                  </a:lnTo>
                  <a:lnTo>
                    <a:pt x="150710" y="103632"/>
                  </a:lnTo>
                  <a:lnTo>
                    <a:pt x="118135" y="132880"/>
                  </a:lnTo>
                  <a:lnTo>
                    <a:pt x="101854" y="138493"/>
                  </a:lnTo>
                  <a:lnTo>
                    <a:pt x="97853" y="138303"/>
                  </a:lnTo>
                  <a:lnTo>
                    <a:pt x="95859" y="138125"/>
                  </a:lnTo>
                  <a:lnTo>
                    <a:pt x="95859" y="146024"/>
                  </a:lnTo>
                  <a:lnTo>
                    <a:pt x="94132" y="146024"/>
                  </a:lnTo>
                  <a:lnTo>
                    <a:pt x="94132" y="145072"/>
                  </a:lnTo>
                  <a:lnTo>
                    <a:pt x="95859" y="146024"/>
                  </a:lnTo>
                  <a:lnTo>
                    <a:pt x="95859" y="138125"/>
                  </a:lnTo>
                  <a:lnTo>
                    <a:pt x="94132" y="137960"/>
                  </a:lnTo>
                  <a:lnTo>
                    <a:pt x="94132" y="126758"/>
                  </a:lnTo>
                  <a:lnTo>
                    <a:pt x="125564" y="100876"/>
                  </a:lnTo>
                  <a:lnTo>
                    <a:pt x="139852" y="95440"/>
                  </a:lnTo>
                  <a:lnTo>
                    <a:pt x="145567" y="96012"/>
                  </a:lnTo>
                  <a:lnTo>
                    <a:pt x="148424" y="96393"/>
                  </a:lnTo>
                  <a:lnTo>
                    <a:pt x="150139" y="97726"/>
                  </a:lnTo>
                  <a:lnTo>
                    <a:pt x="150710" y="100012"/>
                  </a:lnTo>
                  <a:lnTo>
                    <a:pt x="150710" y="85293"/>
                  </a:lnTo>
                  <a:lnTo>
                    <a:pt x="109016" y="85293"/>
                  </a:lnTo>
                  <a:lnTo>
                    <a:pt x="109016" y="92443"/>
                  </a:lnTo>
                  <a:lnTo>
                    <a:pt x="108242" y="92786"/>
                  </a:lnTo>
                  <a:lnTo>
                    <a:pt x="100711" y="97447"/>
                  </a:lnTo>
                  <a:lnTo>
                    <a:pt x="94132" y="102908"/>
                  </a:lnTo>
                  <a:lnTo>
                    <a:pt x="94132" y="92443"/>
                  </a:lnTo>
                  <a:lnTo>
                    <a:pt x="109016" y="92443"/>
                  </a:lnTo>
                  <a:lnTo>
                    <a:pt x="109016" y="85293"/>
                  </a:lnTo>
                  <a:lnTo>
                    <a:pt x="94132" y="85293"/>
                  </a:lnTo>
                  <a:lnTo>
                    <a:pt x="94132" y="59347"/>
                  </a:lnTo>
                  <a:lnTo>
                    <a:pt x="98425" y="61722"/>
                  </a:lnTo>
                  <a:lnTo>
                    <a:pt x="104140" y="62865"/>
                  </a:lnTo>
                  <a:lnTo>
                    <a:pt x="110426" y="62293"/>
                  </a:lnTo>
                  <a:lnTo>
                    <a:pt x="118491" y="61391"/>
                  </a:lnTo>
                  <a:lnTo>
                    <a:pt x="126428" y="59220"/>
                  </a:lnTo>
                  <a:lnTo>
                    <a:pt x="134213" y="55816"/>
                  </a:lnTo>
                  <a:lnTo>
                    <a:pt x="139192" y="52768"/>
                  </a:lnTo>
                  <a:lnTo>
                    <a:pt x="141859" y="51155"/>
                  </a:lnTo>
                  <a:lnTo>
                    <a:pt x="148564" y="45580"/>
                  </a:lnTo>
                  <a:lnTo>
                    <a:pt x="153568" y="39433"/>
                  </a:lnTo>
                  <a:lnTo>
                    <a:pt x="155587" y="35293"/>
                  </a:lnTo>
                  <a:lnTo>
                    <a:pt x="178752" y="35293"/>
                  </a:lnTo>
                  <a:lnTo>
                    <a:pt x="178752" y="28143"/>
                  </a:lnTo>
                  <a:lnTo>
                    <a:pt x="157835" y="28143"/>
                  </a:lnTo>
                  <a:lnTo>
                    <a:pt x="158432" y="25438"/>
                  </a:lnTo>
                  <a:lnTo>
                    <a:pt x="159181" y="16675"/>
                  </a:lnTo>
                  <a:lnTo>
                    <a:pt x="156311" y="9715"/>
                  </a:lnTo>
                  <a:lnTo>
                    <a:pt x="156235" y="9525"/>
                  </a:lnTo>
                  <a:lnTo>
                    <a:pt x="150710" y="4953"/>
                  </a:lnTo>
                  <a:lnTo>
                    <a:pt x="150710" y="14287"/>
                  </a:lnTo>
                  <a:lnTo>
                    <a:pt x="150710" y="17907"/>
                  </a:lnTo>
                  <a:lnTo>
                    <a:pt x="148717" y="22098"/>
                  </a:lnTo>
                  <a:lnTo>
                    <a:pt x="144716" y="26860"/>
                  </a:lnTo>
                  <a:lnTo>
                    <a:pt x="143230" y="28143"/>
                  </a:lnTo>
                  <a:lnTo>
                    <a:pt x="134988" y="28143"/>
                  </a:lnTo>
                  <a:lnTo>
                    <a:pt x="134988" y="35293"/>
                  </a:lnTo>
                  <a:lnTo>
                    <a:pt x="101854" y="52768"/>
                  </a:lnTo>
                  <a:lnTo>
                    <a:pt x="97853" y="52578"/>
                  </a:lnTo>
                  <a:lnTo>
                    <a:pt x="94132" y="52235"/>
                  </a:lnTo>
                  <a:lnTo>
                    <a:pt x="94132" y="43154"/>
                  </a:lnTo>
                  <a:lnTo>
                    <a:pt x="93154" y="43154"/>
                  </a:lnTo>
                  <a:lnTo>
                    <a:pt x="93345" y="42367"/>
                  </a:lnTo>
                  <a:lnTo>
                    <a:pt x="96418" y="37147"/>
                  </a:lnTo>
                  <a:lnTo>
                    <a:pt x="98120" y="35293"/>
                  </a:lnTo>
                  <a:lnTo>
                    <a:pt x="134988" y="35293"/>
                  </a:lnTo>
                  <a:lnTo>
                    <a:pt x="134988" y="28143"/>
                  </a:lnTo>
                  <a:lnTo>
                    <a:pt x="105816" y="28143"/>
                  </a:lnTo>
                  <a:lnTo>
                    <a:pt x="112318" y="22860"/>
                  </a:lnTo>
                  <a:lnTo>
                    <a:pt x="118135" y="19151"/>
                  </a:lnTo>
                  <a:lnTo>
                    <a:pt x="125564" y="15151"/>
                  </a:lnTo>
                  <a:lnTo>
                    <a:pt x="133184" y="11341"/>
                  </a:lnTo>
                  <a:lnTo>
                    <a:pt x="139852" y="9715"/>
                  </a:lnTo>
                  <a:lnTo>
                    <a:pt x="145567" y="10287"/>
                  </a:lnTo>
                  <a:lnTo>
                    <a:pt x="148424" y="10668"/>
                  </a:lnTo>
                  <a:lnTo>
                    <a:pt x="150139" y="12001"/>
                  </a:lnTo>
                  <a:lnTo>
                    <a:pt x="150710" y="14287"/>
                  </a:lnTo>
                  <a:lnTo>
                    <a:pt x="150710" y="4953"/>
                  </a:lnTo>
                  <a:lnTo>
                    <a:pt x="149567" y="4000"/>
                  </a:lnTo>
                  <a:lnTo>
                    <a:pt x="144424" y="1143"/>
                  </a:lnTo>
                  <a:lnTo>
                    <a:pt x="138607" y="0"/>
                  </a:lnTo>
                  <a:lnTo>
                    <a:pt x="132143" y="571"/>
                  </a:lnTo>
                  <a:lnTo>
                    <a:pt x="94119" y="17183"/>
                  </a:lnTo>
                  <a:lnTo>
                    <a:pt x="86868" y="28143"/>
                  </a:lnTo>
                  <a:lnTo>
                    <a:pt x="67614" y="28143"/>
                  </a:lnTo>
                  <a:lnTo>
                    <a:pt x="67614" y="35293"/>
                  </a:lnTo>
                  <a:lnTo>
                    <a:pt x="84861" y="35293"/>
                  </a:lnTo>
                  <a:lnTo>
                    <a:pt x="84416" y="37439"/>
                  </a:lnTo>
                  <a:lnTo>
                    <a:pt x="83464" y="46202"/>
                  </a:lnTo>
                  <a:lnTo>
                    <a:pt x="84137" y="47828"/>
                  </a:lnTo>
                  <a:lnTo>
                    <a:pt x="84137" y="85293"/>
                  </a:lnTo>
                  <a:lnTo>
                    <a:pt x="67614" y="85293"/>
                  </a:lnTo>
                  <a:lnTo>
                    <a:pt x="67614" y="92443"/>
                  </a:lnTo>
                  <a:lnTo>
                    <a:pt x="84137" y="92443"/>
                  </a:lnTo>
                  <a:lnTo>
                    <a:pt x="84137" y="125742"/>
                  </a:lnTo>
                  <a:lnTo>
                    <a:pt x="83464" y="131927"/>
                  </a:lnTo>
                  <a:lnTo>
                    <a:pt x="84137" y="133553"/>
                  </a:lnTo>
                  <a:lnTo>
                    <a:pt x="84137" y="146024"/>
                  </a:lnTo>
                  <a:lnTo>
                    <a:pt x="0" y="146024"/>
                  </a:lnTo>
                  <a:lnTo>
                    <a:pt x="0" y="151739"/>
                  </a:lnTo>
                  <a:lnTo>
                    <a:pt x="84137" y="151739"/>
                  </a:lnTo>
                  <a:lnTo>
                    <a:pt x="84137" y="203174"/>
                  </a:lnTo>
                  <a:lnTo>
                    <a:pt x="0" y="203174"/>
                  </a:lnTo>
                  <a:lnTo>
                    <a:pt x="0" y="208889"/>
                  </a:lnTo>
                  <a:lnTo>
                    <a:pt x="84137" y="208889"/>
                  </a:lnTo>
                  <a:lnTo>
                    <a:pt x="84137" y="211467"/>
                  </a:lnTo>
                  <a:lnTo>
                    <a:pt x="83464" y="217652"/>
                  </a:lnTo>
                  <a:lnTo>
                    <a:pt x="84137" y="219278"/>
                  </a:lnTo>
                  <a:lnTo>
                    <a:pt x="84137" y="260324"/>
                  </a:lnTo>
                  <a:lnTo>
                    <a:pt x="0" y="260324"/>
                  </a:lnTo>
                  <a:lnTo>
                    <a:pt x="0" y="266039"/>
                  </a:lnTo>
                  <a:lnTo>
                    <a:pt x="84137" y="266039"/>
                  </a:lnTo>
                  <a:lnTo>
                    <a:pt x="84137" y="317474"/>
                  </a:lnTo>
                  <a:lnTo>
                    <a:pt x="0" y="317474"/>
                  </a:lnTo>
                  <a:lnTo>
                    <a:pt x="0" y="323189"/>
                  </a:lnTo>
                  <a:lnTo>
                    <a:pt x="84137" y="323189"/>
                  </a:lnTo>
                  <a:lnTo>
                    <a:pt x="84137" y="374624"/>
                  </a:lnTo>
                  <a:lnTo>
                    <a:pt x="0" y="374624"/>
                  </a:lnTo>
                  <a:lnTo>
                    <a:pt x="0" y="380339"/>
                  </a:lnTo>
                  <a:lnTo>
                    <a:pt x="84137" y="380339"/>
                  </a:lnTo>
                  <a:lnTo>
                    <a:pt x="84137" y="403199"/>
                  </a:lnTo>
                  <a:lnTo>
                    <a:pt x="94132" y="403199"/>
                  </a:lnTo>
                  <a:lnTo>
                    <a:pt x="94132" y="380339"/>
                  </a:lnTo>
                  <a:lnTo>
                    <a:pt x="666432" y="380339"/>
                  </a:lnTo>
                  <a:lnTo>
                    <a:pt x="666432" y="403199"/>
                  </a:lnTo>
                  <a:lnTo>
                    <a:pt x="676440" y="403199"/>
                  </a:lnTo>
                  <a:lnTo>
                    <a:pt x="676440" y="380339"/>
                  </a:lnTo>
                  <a:lnTo>
                    <a:pt x="1244650" y="380339"/>
                  </a:lnTo>
                  <a:lnTo>
                    <a:pt x="1244650" y="374624"/>
                  </a:lnTo>
                  <a:lnTo>
                    <a:pt x="676440" y="374624"/>
                  </a:lnTo>
                  <a:lnTo>
                    <a:pt x="676440" y="323189"/>
                  </a:lnTo>
                  <a:lnTo>
                    <a:pt x="1244650" y="323189"/>
                  </a:lnTo>
                  <a:lnTo>
                    <a:pt x="1244650" y="317474"/>
                  </a:lnTo>
                  <a:lnTo>
                    <a:pt x="676440" y="317474"/>
                  </a:lnTo>
                  <a:lnTo>
                    <a:pt x="676440" y="266039"/>
                  </a:lnTo>
                  <a:lnTo>
                    <a:pt x="1244650" y="266039"/>
                  </a:lnTo>
                  <a:lnTo>
                    <a:pt x="1244650" y="260324"/>
                  </a:lnTo>
                  <a:lnTo>
                    <a:pt x="676440" y="260324"/>
                  </a:lnTo>
                  <a:lnTo>
                    <a:pt x="676440" y="208889"/>
                  </a:lnTo>
                  <a:lnTo>
                    <a:pt x="1244650" y="208889"/>
                  </a:lnTo>
                  <a:lnTo>
                    <a:pt x="1244650" y="203174"/>
                  </a:lnTo>
                  <a:lnTo>
                    <a:pt x="676440" y="203174"/>
                  </a:lnTo>
                  <a:lnTo>
                    <a:pt x="676440" y="151739"/>
                  </a:lnTo>
                  <a:lnTo>
                    <a:pt x="1244650" y="151739"/>
                  </a:lnTo>
                  <a:lnTo>
                    <a:pt x="1244650" y="146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7" name="object 307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406400" y="9025159"/>
              <a:ext cx="111140" cy="120014"/>
            </a:xfrm>
            <a:prstGeom prst="rect">
              <a:avLst/>
            </a:prstGeom>
          </p:spPr>
        </p:pic>
        <p:sp>
          <p:nvSpPr>
            <p:cNvPr id="308" name="object 308"/>
            <p:cNvSpPr/>
            <p:nvPr/>
          </p:nvSpPr>
          <p:spPr>
            <a:xfrm>
              <a:off x="1422247" y="8882288"/>
              <a:ext cx="3157855" cy="546100"/>
            </a:xfrm>
            <a:custGeom>
              <a:avLst/>
              <a:gdLst/>
              <a:ahLst/>
              <a:cxnLst/>
              <a:rect l="l" t="t" r="r" b="b"/>
              <a:pathLst>
                <a:path w="3157854" h="546100">
                  <a:moveTo>
                    <a:pt x="75717" y="302425"/>
                  </a:moveTo>
                  <a:lnTo>
                    <a:pt x="72847" y="295465"/>
                  </a:lnTo>
                  <a:lnTo>
                    <a:pt x="72771" y="295275"/>
                  </a:lnTo>
                  <a:lnTo>
                    <a:pt x="67246" y="290703"/>
                  </a:lnTo>
                  <a:lnTo>
                    <a:pt x="67246" y="300037"/>
                  </a:lnTo>
                  <a:lnTo>
                    <a:pt x="67246" y="303657"/>
                  </a:lnTo>
                  <a:lnTo>
                    <a:pt x="65239" y="307848"/>
                  </a:lnTo>
                  <a:lnTo>
                    <a:pt x="34671" y="332905"/>
                  </a:lnTo>
                  <a:lnTo>
                    <a:pt x="18376" y="338518"/>
                  </a:lnTo>
                  <a:lnTo>
                    <a:pt x="14376" y="338328"/>
                  </a:lnTo>
                  <a:lnTo>
                    <a:pt x="10375" y="337947"/>
                  </a:lnTo>
                  <a:lnTo>
                    <a:pt x="8470" y="336232"/>
                  </a:lnTo>
                  <a:lnTo>
                    <a:pt x="8661" y="333184"/>
                  </a:lnTo>
                  <a:lnTo>
                    <a:pt x="8737" y="332905"/>
                  </a:lnTo>
                  <a:lnTo>
                    <a:pt x="9880" y="328117"/>
                  </a:lnTo>
                  <a:lnTo>
                    <a:pt x="42100" y="300901"/>
                  </a:lnTo>
                  <a:lnTo>
                    <a:pt x="56388" y="295465"/>
                  </a:lnTo>
                  <a:lnTo>
                    <a:pt x="62103" y="296037"/>
                  </a:lnTo>
                  <a:lnTo>
                    <a:pt x="64960" y="296418"/>
                  </a:lnTo>
                  <a:lnTo>
                    <a:pt x="66675" y="297751"/>
                  </a:lnTo>
                  <a:lnTo>
                    <a:pt x="67246" y="300037"/>
                  </a:lnTo>
                  <a:lnTo>
                    <a:pt x="67246" y="290703"/>
                  </a:lnTo>
                  <a:lnTo>
                    <a:pt x="66103" y="289750"/>
                  </a:lnTo>
                  <a:lnTo>
                    <a:pt x="60960" y="286893"/>
                  </a:lnTo>
                  <a:lnTo>
                    <a:pt x="55143" y="285750"/>
                  </a:lnTo>
                  <a:lnTo>
                    <a:pt x="48666" y="286321"/>
                  </a:lnTo>
                  <a:lnTo>
                    <a:pt x="10642" y="302933"/>
                  </a:lnTo>
                  <a:lnTo>
                    <a:pt x="0" y="331952"/>
                  </a:lnTo>
                  <a:lnTo>
                    <a:pt x="2946" y="339090"/>
                  </a:lnTo>
                  <a:lnTo>
                    <a:pt x="9804" y="344614"/>
                  </a:lnTo>
                  <a:lnTo>
                    <a:pt x="14947" y="347472"/>
                  </a:lnTo>
                  <a:lnTo>
                    <a:pt x="20662" y="348615"/>
                  </a:lnTo>
                  <a:lnTo>
                    <a:pt x="26949" y="348043"/>
                  </a:lnTo>
                  <a:lnTo>
                    <a:pt x="35026" y="347141"/>
                  </a:lnTo>
                  <a:lnTo>
                    <a:pt x="42951" y="344970"/>
                  </a:lnTo>
                  <a:lnTo>
                    <a:pt x="50736" y="341566"/>
                  </a:lnTo>
                  <a:lnTo>
                    <a:pt x="55727" y="338518"/>
                  </a:lnTo>
                  <a:lnTo>
                    <a:pt x="58381" y="336905"/>
                  </a:lnTo>
                  <a:lnTo>
                    <a:pt x="65100" y="331330"/>
                  </a:lnTo>
                  <a:lnTo>
                    <a:pt x="70104" y="325183"/>
                  </a:lnTo>
                  <a:lnTo>
                    <a:pt x="73393" y="318465"/>
                  </a:lnTo>
                  <a:lnTo>
                    <a:pt x="74955" y="311188"/>
                  </a:lnTo>
                  <a:lnTo>
                    <a:pt x="75717" y="302425"/>
                  </a:lnTo>
                  <a:close/>
                </a:path>
                <a:path w="3157854" h="546100">
                  <a:moveTo>
                    <a:pt x="1562227" y="79159"/>
                  </a:moveTo>
                  <a:lnTo>
                    <a:pt x="1561465" y="75539"/>
                  </a:lnTo>
                  <a:lnTo>
                    <a:pt x="1559750" y="72110"/>
                  </a:lnTo>
                  <a:lnTo>
                    <a:pt x="1557083" y="68872"/>
                  </a:lnTo>
                  <a:lnTo>
                    <a:pt x="1549082" y="60299"/>
                  </a:lnTo>
                  <a:lnTo>
                    <a:pt x="1545082" y="60299"/>
                  </a:lnTo>
                  <a:lnTo>
                    <a:pt x="1547939" y="63157"/>
                  </a:lnTo>
                  <a:lnTo>
                    <a:pt x="1549742" y="66776"/>
                  </a:lnTo>
                  <a:lnTo>
                    <a:pt x="1536128" y="88112"/>
                  </a:lnTo>
                  <a:lnTo>
                    <a:pt x="1532978" y="92875"/>
                  </a:lnTo>
                  <a:lnTo>
                    <a:pt x="1532216" y="98590"/>
                  </a:lnTo>
                  <a:lnTo>
                    <a:pt x="1532978" y="102209"/>
                  </a:lnTo>
                  <a:lnTo>
                    <a:pt x="1534693" y="105638"/>
                  </a:lnTo>
                  <a:lnTo>
                    <a:pt x="1537360" y="108877"/>
                  </a:lnTo>
                  <a:lnTo>
                    <a:pt x="1545082" y="117449"/>
                  </a:lnTo>
                  <a:lnTo>
                    <a:pt x="1549082" y="117449"/>
                  </a:lnTo>
                  <a:lnTo>
                    <a:pt x="1546034" y="113449"/>
                  </a:lnTo>
                  <a:lnTo>
                    <a:pt x="1544320" y="109918"/>
                  </a:lnTo>
                  <a:lnTo>
                    <a:pt x="1543939" y="106870"/>
                  </a:lnTo>
                  <a:lnTo>
                    <a:pt x="1544891" y="101727"/>
                  </a:lnTo>
                  <a:lnTo>
                    <a:pt x="1547837" y="97345"/>
                  </a:lnTo>
                  <a:lnTo>
                    <a:pt x="1552790" y="93726"/>
                  </a:lnTo>
                  <a:lnTo>
                    <a:pt x="1558315" y="89535"/>
                  </a:lnTo>
                  <a:lnTo>
                    <a:pt x="1561465" y="84683"/>
                  </a:lnTo>
                  <a:lnTo>
                    <a:pt x="1562227" y="79159"/>
                  </a:lnTo>
                  <a:close/>
                </a:path>
                <a:path w="3157854" h="546100">
                  <a:moveTo>
                    <a:pt x="3157766" y="260324"/>
                  </a:moveTo>
                  <a:lnTo>
                    <a:pt x="2007260" y="260324"/>
                  </a:lnTo>
                  <a:lnTo>
                    <a:pt x="2007260" y="230797"/>
                  </a:lnTo>
                  <a:lnTo>
                    <a:pt x="2011540" y="233172"/>
                  </a:lnTo>
                  <a:lnTo>
                    <a:pt x="2017255" y="234315"/>
                  </a:lnTo>
                  <a:lnTo>
                    <a:pt x="2052320" y="224218"/>
                  </a:lnTo>
                  <a:lnTo>
                    <a:pt x="2054974" y="222605"/>
                  </a:lnTo>
                  <a:lnTo>
                    <a:pt x="2061692" y="217030"/>
                  </a:lnTo>
                  <a:lnTo>
                    <a:pt x="2066696" y="210883"/>
                  </a:lnTo>
                  <a:lnTo>
                    <a:pt x="2068703" y="206743"/>
                  </a:lnTo>
                  <a:lnTo>
                    <a:pt x="2091880" y="206743"/>
                  </a:lnTo>
                  <a:lnTo>
                    <a:pt x="2091880" y="199593"/>
                  </a:lnTo>
                  <a:lnTo>
                    <a:pt x="2070950" y="199593"/>
                  </a:lnTo>
                  <a:lnTo>
                    <a:pt x="2071547" y="196888"/>
                  </a:lnTo>
                  <a:lnTo>
                    <a:pt x="2072309" y="188125"/>
                  </a:lnTo>
                  <a:lnTo>
                    <a:pt x="2069439" y="181165"/>
                  </a:lnTo>
                  <a:lnTo>
                    <a:pt x="2069363" y="180975"/>
                  </a:lnTo>
                  <a:lnTo>
                    <a:pt x="2063838" y="176403"/>
                  </a:lnTo>
                  <a:lnTo>
                    <a:pt x="2063838" y="185737"/>
                  </a:lnTo>
                  <a:lnTo>
                    <a:pt x="2063838" y="189357"/>
                  </a:lnTo>
                  <a:lnTo>
                    <a:pt x="2061832" y="193548"/>
                  </a:lnTo>
                  <a:lnTo>
                    <a:pt x="2057831" y="198310"/>
                  </a:lnTo>
                  <a:lnTo>
                    <a:pt x="2056345" y="199593"/>
                  </a:lnTo>
                  <a:lnTo>
                    <a:pt x="2048116" y="199593"/>
                  </a:lnTo>
                  <a:lnTo>
                    <a:pt x="2048116" y="206743"/>
                  </a:lnTo>
                  <a:lnTo>
                    <a:pt x="2014969" y="224218"/>
                  </a:lnTo>
                  <a:lnTo>
                    <a:pt x="2010968" y="224028"/>
                  </a:lnTo>
                  <a:lnTo>
                    <a:pt x="2007260" y="223685"/>
                  </a:lnTo>
                  <a:lnTo>
                    <a:pt x="2007260" y="212483"/>
                  </a:lnTo>
                  <a:lnTo>
                    <a:pt x="2009546" y="208597"/>
                  </a:lnTo>
                  <a:lnTo>
                    <a:pt x="2011248" y="206743"/>
                  </a:lnTo>
                  <a:lnTo>
                    <a:pt x="2048116" y="206743"/>
                  </a:lnTo>
                  <a:lnTo>
                    <a:pt x="2048116" y="199593"/>
                  </a:lnTo>
                  <a:lnTo>
                    <a:pt x="2018944" y="199593"/>
                  </a:lnTo>
                  <a:lnTo>
                    <a:pt x="2025446" y="194310"/>
                  </a:lnTo>
                  <a:lnTo>
                    <a:pt x="2031263" y="190601"/>
                  </a:lnTo>
                  <a:lnTo>
                    <a:pt x="2038692" y="186601"/>
                  </a:lnTo>
                  <a:lnTo>
                    <a:pt x="2046312" y="182791"/>
                  </a:lnTo>
                  <a:lnTo>
                    <a:pt x="2052980" y="181165"/>
                  </a:lnTo>
                  <a:lnTo>
                    <a:pt x="2058695" y="181737"/>
                  </a:lnTo>
                  <a:lnTo>
                    <a:pt x="2061552" y="182118"/>
                  </a:lnTo>
                  <a:lnTo>
                    <a:pt x="2063267" y="183451"/>
                  </a:lnTo>
                  <a:lnTo>
                    <a:pt x="2063838" y="185737"/>
                  </a:lnTo>
                  <a:lnTo>
                    <a:pt x="2063838" y="176403"/>
                  </a:lnTo>
                  <a:lnTo>
                    <a:pt x="2062695" y="175450"/>
                  </a:lnTo>
                  <a:lnTo>
                    <a:pt x="2057552" y="172593"/>
                  </a:lnTo>
                  <a:lnTo>
                    <a:pt x="2051735" y="171450"/>
                  </a:lnTo>
                  <a:lnTo>
                    <a:pt x="2045258" y="172021"/>
                  </a:lnTo>
                  <a:lnTo>
                    <a:pt x="2042185" y="172377"/>
                  </a:lnTo>
                  <a:lnTo>
                    <a:pt x="2047328" y="170116"/>
                  </a:lnTo>
                  <a:lnTo>
                    <a:pt x="2052320" y="167068"/>
                  </a:lnTo>
                  <a:lnTo>
                    <a:pt x="2054974" y="165455"/>
                  </a:lnTo>
                  <a:lnTo>
                    <a:pt x="2061692" y="159880"/>
                  </a:lnTo>
                  <a:lnTo>
                    <a:pt x="2066696" y="153733"/>
                  </a:lnTo>
                  <a:lnTo>
                    <a:pt x="2068703" y="149593"/>
                  </a:lnTo>
                  <a:lnTo>
                    <a:pt x="2091880" y="149593"/>
                  </a:lnTo>
                  <a:lnTo>
                    <a:pt x="2091880" y="142443"/>
                  </a:lnTo>
                  <a:lnTo>
                    <a:pt x="2070950" y="142443"/>
                  </a:lnTo>
                  <a:lnTo>
                    <a:pt x="2071547" y="139738"/>
                  </a:lnTo>
                  <a:lnTo>
                    <a:pt x="2072309" y="130975"/>
                  </a:lnTo>
                  <a:lnTo>
                    <a:pt x="2069439" y="124015"/>
                  </a:lnTo>
                  <a:lnTo>
                    <a:pt x="2069363" y="123825"/>
                  </a:lnTo>
                  <a:lnTo>
                    <a:pt x="2063838" y="119253"/>
                  </a:lnTo>
                  <a:lnTo>
                    <a:pt x="2063838" y="128587"/>
                  </a:lnTo>
                  <a:lnTo>
                    <a:pt x="2063838" y="132207"/>
                  </a:lnTo>
                  <a:lnTo>
                    <a:pt x="2061832" y="136398"/>
                  </a:lnTo>
                  <a:lnTo>
                    <a:pt x="2057831" y="141160"/>
                  </a:lnTo>
                  <a:lnTo>
                    <a:pt x="2056345" y="142443"/>
                  </a:lnTo>
                  <a:lnTo>
                    <a:pt x="2048116" y="142443"/>
                  </a:lnTo>
                  <a:lnTo>
                    <a:pt x="2048116" y="149593"/>
                  </a:lnTo>
                  <a:lnTo>
                    <a:pt x="2042693" y="154305"/>
                  </a:lnTo>
                  <a:lnTo>
                    <a:pt x="2036978" y="158305"/>
                  </a:lnTo>
                  <a:lnTo>
                    <a:pt x="2031263" y="161455"/>
                  </a:lnTo>
                  <a:lnTo>
                    <a:pt x="2026450" y="163385"/>
                  </a:lnTo>
                  <a:lnTo>
                    <a:pt x="2026450" y="176276"/>
                  </a:lnTo>
                  <a:lnTo>
                    <a:pt x="2021357" y="178511"/>
                  </a:lnTo>
                  <a:lnTo>
                    <a:pt x="2013826" y="183172"/>
                  </a:lnTo>
                  <a:lnTo>
                    <a:pt x="2007260" y="188620"/>
                  </a:lnTo>
                  <a:lnTo>
                    <a:pt x="2007260" y="173647"/>
                  </a:lnTo>
                  <a:lnTo>
                    <a:pt x="2011540" y="176022"/>
                  </a:lnTo>
                  <a:lnTo>
                    <a:pt x="2017255" y="177165"/>
                  </a:lnTo>
                  <a:lnTo>
                    <a:pt x="2023541" y="176593"/>
                  </a:lnTo>
                  <a:lnTo>
                    <a:pt x="2026450" y="176276"/>
                  </a:lnTo>
                  <a:lnTo>
                    <a:pt x="2026450" y="163385"/>
                  </a:lnTo>
                  <a:lnTo>
                    <a:pt x="2019833" y="166027"/>
                  </a:lnTo>
                  <a:lnTo>
                    <a:pt x="2014969" y="167068"/>
                  </a:lnTo>
                  <a:lnTo>
                    <a:pt x="2010968" y="166878"/>
                  </a:lnTo>
                  <a:lnTo>
                    <a:pt x="2007260" y="166535"/>
                  </a:lnTo>
                  <a:lnTo>
                    <a:pt x="2007260" y="155333"/>
                  </a:lnTo>
                  <a:lnTo>
                    <a:pt x="2009546" y="151447"/>
                  </a:lnTo>
                  <a:lnTo>
                    <a:pt x="2011248" y="149593"/>
                  </a:lnTo>
                  <a:lnTo>
                    <a:pt x="2048116" y="149593"/>
                  </a:lnTo>
                  <a:lnTo>
                    <a:pt x="2048116" y="142443"/>
                  </a:lnTo>
                  <a:lnTo>
                    <a:pt x="2018944" y="142443"/>
                  </a:lnTo>
                  <a:lnTo>
                    <a:pt x="2025446" y="137160"/>
                  </a:lnTo>
                  <a:lnTo>
                    <a:pt x="2031263" y="133451"/>
                  </a:lnTo>
                  <a:lnTo>
                    <a:pt x="2038692" y="129451"/>
                  </a:lnTo>
                  <a:lnTo>
                    <a:pt x="2046312" y="125641"/>
                  </a:lnTo>
                  <a:lnTo>
                    <a:pt x="2052980" y="124015"/>
                  </a:lnTo>
                  <a:lnTo>
                    <a:pt x="2058695" y="124587"/>
                  </a:lnTo>
                  <a:lnTo>
                    <a:pt x="2061552" y="124968"/>
                  </a:lnTo>
                  <a:lnTo>
                    <a:pt x="2063267" y="126301"/>
                  </a:lnTo>
                  <a:lnTo>
                    <a:pt x="2063838" y="128587"/>
                  </a:lnTo>
                  <a:lnTo>
                    <a:pt x="2063838" y="119253"/>
                  </a:lnTo>
                  <a:lnTo>
                    <a:pt x="2062695" y="118300"/>
                  </a:lnTo>
                  <a:lnTo>
                    <a:pt x="2057552" y="115443"/>
                  </a:lnTo>
                  <a:lnTo>
                    <a:pt x="2051735" y="114300"/>
                  </a:lnTo>
                  <a:lnTo>
                    <a:pt x="2045258" y="114871"/>
                  </a:lnTo>
                  <a:lnTo>
                    <a:pt x="2007260" y="131470"/>
                  </a:lnTo>
                  <a:lnTo>
                    <a:pt x="2007260" y="92443"/>
                  </a:lnTo>
                  <a:lnTo>
                    <a:pt x="2091880" y="92443"/>
                  </a:lnTo>
                  <a:lnTo>
                    <a:pt x="2091880" y="85293"/>
                  </a:lnTo>
                  <a:lnTo>
                    <a:pt x="2007260" y="85293"/>
                  </a:lnTo>
                  <a:lnTo>
                    <a:pt x="2007260" y="59347"/>
                  </a:lnTo>
                  <a:lnTo>
                    <a:pt x="2011540" y="61722"/>
                  </a:lnTo>
                  <a:lnTo>
                    <a:pt x="2017255" y="62865"/>
                  </a:lnTo>
                  <a:lnTo>
                    <a:pt x="2023541" y="62293"/>
                  </a:lnTo>
                  <a:lnTo>
                    <a:pt x="2031619" y="61391"/>
                  </a:lnTo>
                  <a:lnTo>
                    <a:pt x="2039543" y="59220"/>
                  </a:lnTo>
                  <a:lnTo>
                    <a:pt x="2047328" y="55816"/>
                  </a:lnTo>
                  <a:lnTo>
                    <a:pt x="2052320" y="52768"/>
                  </a:lnTo>
                  <a:lnTo>
                    <a:pt x="2054974" y="51155"/>
                  </a:lnTo>
                  <a:lnTo>
                    <a:pt x="2061692" y="45580"/>
                  </a:lnTo>
                  <a:lnTo>
                    <a:pt x="2066696" y="39433"/>
                  </a:lnTo>
                  <a:lnTo>
                    <a:pt x="2068703" y="35293"/>
                  </a:lnTo>
                  <a:lnTo>
                    <a:pt x="2091880" y="35293"/>
                  </a:lnTo>
                  <a:lnTo>
                    <a:pt x="2091880" y="28143"/>
                  </a:lnTo>
                  <a:lnTo>
                    <a:pt x="2070950" y="28143"/>
                  </a:lnTo>
                  <a:lnTo>
                    <a:pt x="2071547" y="25438"/>
                  </a:lnTo>
                  <a:lnTo>
                    <a:pt x="2072309" y="16675"/>
                  </a:lnTo>
                  <a:lnTo>
                    <a:pt x="2069439" y="9715"/>
                  </a:lnTo>
                  <a:lnTo>
                    <a:pt x="2069363" y="9525"/>
                  </a:lnTo>
                  <a:lnTo>
                    <a:pt x="2063838" y="4953"/>
                  </a:lnTo>
                  <a:lnTo>
                    <a:pt x="2063838" y="14287"/>
                  </a:lnTo>
                  <a:lnTo>
                    <a:pt x="2063838" y="17907"/>
                  </a:lnTo>
                  <a:lnTo>
                    <a:pt x="2061832" y="22098"/>
                  </a:lnTo>
                  <a:lnTo>
                    <a:pt x="2057831" y="26860"/>
                  </a:lnTo>
                  <a:lnTo>
                    <a:pt x="2056345" y="28143"/>
                  </a:lnTo>
                  <a:lnTo>
                    <a:pt x="2048116" y="28143"/>
                  </a:lnTo>
                  <a:lnTo>
                    <a:pt x="2048116" y="35293"/>
                  </a:lnTo>
                  <a:lnTo>
                    <a:pt x="2014969" y="52768"/>
                  </a:lnTo>
                  <a:lnTo>
                    <a:pt x="2010968" y="52578"/>
                  </a:lnTo>
                  <a:lnTo>
                    <a:pt x="2007260" y="52235"/>
                  </a:lnTo>
                  <a:lnTo>
                    <a:pt x="2007260" y="43154"/>
                  </a:lnTo>
                  <a:lnTo>
                    <a:pt x="2006282" y="43154"/>
                  </a:lnTo>
                  <a:lnTo>
                    <a:pt x="2006473" y="42367"/>
                  </a:lnTo>
                  <a:lnTo>
                    <a:pt x="2009546" y="37147"/>
                  </a:lnTo>
                  <a:lnTo>
                    <a:pt x="2011248" y="35293"/>
                  </a:lnTo>
                  <a:lnTo>
                    <a:pt x="2048116" y="35293"/>
                  </a:lnTo>
                  <a:lnTo>
                    <a:pt x="2048116" y="28143"/>
                  </a:lnTo>
                  <a:lnTo>
                    <a:pt x="2018944" y="28143"/>
                  </a:lnTo>
                  <a:lnTo>
                    <a:pt x="2025446" y="22860"/>
                  </a:lnTo>
                  <a:lnTo>
                    <a:pt x="2031263" y="19151"/>
                  </a:lnTo>
                  <a:lnTo>
                    <a:pt x="2038692" y="15151"/>
                  </a:lnTo>
                  <a:lnTo>
                    <a:pt x="2046312" y="11341"/>
                  </a:lnTo>
                  <a:lnTo>
                    <a:pt x="2052980" y="9715"/>
                  </a:lnTo>
                  <a:lnTo>
                    <a:pt x="2058695" y="10287"/>
                  </a:lnTo>
                  <a:lnTo>
                    <a:pt x="2061552" y="10668"/>
                  </a:lnTo>
                  <a:lnTo>
                    <a:pt x="2063267" y="12001"/>
                  </a:lnTo>
                  <a:lnTo>
                    <a:pt x="2063838" y="14287"/>
                  </a:lnTo>
                  <a:lnTo>
                    <a:pt x="2063838" y="4953"/>
                  </a:lnTo>
                  <a:lnTo>
                    <a:pt x="2062695" y="4000"/>
                  </a:lnTo>
                  <a:lnTo>
                    <a:pt x="2057552" y="1143"/>
                  </a:lnTo>
                  <a:lnTo>
                    <a:pt x="2051735" y="0"/>
                  </a:lnTo>
                  <a:lnTo>
                    <a:pt x="2045258" y="571"/>
                  </a:lnTo>
                  <a:lnTo>
                    <a:pt x="2007235" y="17183"/>
                  </a:lnTo>
                  <a:lnTo>
                    <a:pt x="1999996" y="28143"/>
                  </a:lnTo>
                  <a:lnTo>
                    <a:pt x="1980730" y="28143"/>
                  </a:lnTo>
                  <a:lnTo>
                    <a:pt x="1980730" y="35293"/>
                  </a:lnTo>
                  <a:lnTo>
                    <a:pt x="1997989" y="35293"/>
                  </a:lnTo>
                  <a:lnTo>
                    <a:pt x="1997544" y="37439"/>
                  </a:lnTo>
                  <a:lnTo>
                    <a:pt x="1996592" y="46202"/>
                  </a:lnTo>
                  <a:lnTo>
                    <a:pt x="1997252" y="47802"/>
                  </a:lnTo>
                  <a:lnTo>
                    <a:pt x="1997252" y="85293"/>
                  </a:lnTo>
                  <a:lnTo>
                    <a:pt x="1980730" y="85293"/>
                  </a:lnTo>
                  <a:lnTo>
                    <a:pt x="1980730" y="92443"/>
                  </a:lnTo>
                  <a:lnTo>
                    <a:pt x="1997252" y="92443"/>
                  </a:lnTo>
                  <a:lnTo>
                    <a:pt x="1997252" y="142443"/>
                  </a:lnTo>
                  <a:lnTo>
                    <a:pt x="1980730" y="142443"/>
                  </a:lnTo>
                  <a:lnTo>
                    <a:pt x="1980730" y="149593"/>
                  </a:lnTo>
                  <a:lnTo>
                    <a:pt x="1997252" y="149593"/>
                  </a:lnTo>
                  <a:lnTo>
                    <a:pt x="1997252" y="154432"/>
                  </a:lnTo>
                  <a:lnTo>
                    <a:pt x="1996592" y="160502"/>
                  </a:lnTo>
                  <a:lnTo>
                    <a:pt x="1997252" y="162102"/>
                  </a:lnTo>
                  <a:lnTo>
                    <a:pt x="1997252" y="199593"/>
                  </a:lnTo>
                  <a:lnTo>
                    <a:pt x="1980730" y="199593"/>
                  </a:lnTo>
                  <a:lnTo>
                    <a:pt x="1980730" y="206743"/>
                  </a:lnTo>
                  <a:lnTo>
                    <a:pt x="1997252" y="206743"/>
                  </a:lnTo>
                  <a:lnTo>
                    <a:pt x="1997252" y="211582"/>
                  </a:lnTo>
                  <a:lnTo>
                    <a:pt x="1996592" y="217652"/>
                  </a:lnTo>
                  <a:lnTo>
                    <a:pt x="1997252" y="219252"/>
                  </a:lnTo>
                  <a:lnTo>
                    <a:pt x="1997252" y="260324"/>
                  </a:lnTo>
                  <a:lnTo>
                    <a:pt x="1997252" y="266039"/>
                  </a:lnTo>
                  <a:lnTo>
                    <a:pt x="1997252" y="317474"/>
                  </a:lnTo>
                  <a:lnTo>
                    <a:pt x="1997252" y="323189"/>
                  </a:lnTo>
                  <a:lnTo>
                    <a:pt x="1997252" y="374624"/>
                  </a:lnTo>
                  <a:lnTo>
                    <a:pt x="1925815" y="374624"/>
                  </a:lnTo>
                  <a:lnTo>
                    <a:pt x="1925815" y="323189"/>
                  </a:lnTo>
                  <a:lnTo>
                    <a:pt x="1997252" y="323189"/>
                  </a:lnTo>
                  <a:lnTo>
                    <a:pt x="1997252" y="317474"/>
                  </a:lnTo>
                  <a:lnTo>
                    <a:pt x="1925815" y="317474"/>
                  </a:lnTo>
                  <a:lnTo>
                    <a:pt x="1925815" y="266039"/>
                  </a:lnTo>
                  <a:lnTo>
                    <a:pt x="1997252" y="266039"/>
                  </a:lnTo>
                  <a:lnTo>
                    <a:pt x="1997252" y="260324"/>
                  </a:lnTo>
                  <a:lnTo>
                    <a:pt x="1917242" y="260324"/>
                  </a:lnTo>
                  <a:lnTo>
                    <a:pt x="1917242" y="266039"/>
                  </a:lnTo>
                  <a:lnTo>
                    <a:pt x="1917242" y="317474"/>
                  </a:lnTo>
                  <a:lnTo>
                    <a:pt x="1917242" y="488924"/>
                  </a:lnTo>
                  <a:lnTo>
                    <a:pt x="1913115" y="488924"/>
                  </a:lnTo>
                  <a:lnTo>
                    <a:pt x="1300111" y="488924"/>
                  </a:lnTo>
                  <a:lnTo>
                    <a:pt x="1300111" y="437489"/>
                  </a:lnTo>
                  <a:lnTo>
                    <a:pt x="1913115" y="437489"/>
                  </a:lnTo>
                  <a:lnTo>
                    <a:pt x="1917242" y="437489"/>
                  </a:lnTo>
                  <a:lnTo>
                    <a:pt x="1917242" y="431774"/>
                  </a:lnTo>
                  <a:lnTo>
                    <a:pt x="1913115" y="431774"/>
                  </a:lnTo>
                  <a:lnTo>
                    <a:pt x="1300111" y="431774"/>
                  </a:lnTo>
                  <a:lnTo>
                    <a:pt x="1300111" y="380339"/>
                  </a:lnTo>
                  <a:lnTo>
                    <a:pt x="1913115" y="380339"/>
                  </a:lnTo>
                  <a:lnTo>
                    <a:pt x="1917242" y="380339"/>
                  </a:lnTo>
                  <a:lnTo>
                    <a:pt x="1917242" y="374624"/>
                  </a:lnTo>
                  <a:lnTo>
                    <a:pt x="1913115" y="374624"/>
                  </a:lnTo>
                  <a:lnTo>
                    <a:pt x="1613662" y="374624"/>
                  </a:lnTo>
                  <a:lnTo>
                    <a:pt x="1613662" y="323189"/>
                  </a:lnTo>
                  <a:lnTo>
                    <a:pt x="1913115" y="323189"/>
                  </a:lnTo>
                  <a:lnTo>
                    <a:pt x="1917242" y="323189"/>
                  </a:lnTo>
                  <a:lnTo>
                    <a:pt x="1917242" y="317474"/>
                  </a:lnTo>
                  <a:lnTo>
                    <a:pt x="1913115" y="317474"/>
                  </a:lnTo>
                  <a:lnTo>
                    <a:pt x="1613662" y="317474"/>
                  </a:lnTo>
                  <a:lnTo>
                    <a:pt x="1613662" y="266039"/>
                  </a:lnTo>
                  <a:lnTo>
                    <a:pt x="1913115" y="266039"/>
                  </a:lnTo>
                  <a:lnTo>
                    <a:pt x="1917242" y="266039"/>
                  </a:lnTo>
                  <a:lnTo>
                    <a:pt x="1917242" y="260324"/>
                  </a:lnTo>
                  <a:lnTo>
                    <a:pt x="1913115" y="260324"/>
                  </a:lnTo>
                  <a:lnTo>
                    <a:pt x="1613662" y="260324"/>
                  </a:lnTo>
                  <a:lnTo>
                    <a:pt x="1613662" y="206743"/>
                  </a:lnTo>
                  <a:lnTo>
                    <a:pt x="1698282" y="206743"/>
                  </a:lnTo>
                  <a:lnTo>
                    <a:pt x="1698282" y="199593"/>
                  </a:lnTo>
                  <a:lnTo>
                    <a:pt x="1613662" y="199593"/>
                  </a:lnTo>
                  <a:lnTo>
                    <a:pt x="1613662" y="149593"/>
                  </a:lnTo>
                  <a:lnTo>
                    <a:pt x="1698282" y="149593"/>
                  </a:lnTo>
                  <a:lnTo>
                    <a:pt x="1698282" y="142443"/>
                  </a:lnTo>
                  <a:lnTo>
                    <a:pt x="1613662" y="142443"/>
                  </a:lnTo>
                  <a:lnTo>
                    <a:pt x="1613662" y="114922"/>
                  </a:lnTo>
                  <a:lnTo>
                    <a:pt x="1615655" y="116497"/>
                  </a:lnTo>
                  <a:lnTo>
                    <a:pt x="1621561" y="118402"/>
                  </a:lnTo>
                  <a:lnTo>
                    <a:pt x="1661668" y="106870"/>
                  </a:lnTo>
                  <a:lnTo>
                    <a:pt x="1674291" y="92443"/>
                  </a:lnTo>
                  <a:lnTo>
                    <a:pt x="1698282" y="92443"/>
                  </a:lnTo>
                  <a:lnTo>
                    <a:pt x="1698282" y="85293"/>
                  </a:lnTo>
                  <a:lnTo>
                    <a:pt x="1676946" y="85293"/>
                  </a:lnTo>
                  <a:lnTo>
                    <a:pt x="1677949" y="80010"/>
                  </a:lnTo>
                  <a:lnTo>
                    <a:pt x="1677758" y="72771"/>
                  </a:lnTo>
                  <a:lnTo>
                    <a:pt x="1675193" y="67538"/>
                  </a:lnTo>
                  <a:lnTo>
                    <a:pt x="1670240" y="64300"/>
                  </a:lnTo>
                  <a:lnTo>
                    <a:pt x="1665668" y="60680"/>
                  </a:lnTo>
                  <a:lnTo>
                    <a:pt x="1659191" y="58966"/>
                  </a:lnTo>
                  <a:lnTo>
                    <a:pt x="1650809" y="59156"/>
                  </a:lnTo>
                  <a:lnTo>
                    <a:pt x="1642884" y="60121"/>
                  </a:lnTo>
                  <a:lnTo>
                    <a:pt x="1608302" y="83223"/>
                  </a:lnTo>
                  <a:lnTo>
                    <a:pt x="1607312" y="85293"/>
                  </a:lnTo>
                  <a:lnTo>
                    <a:pt x="1587144" y="85293"/>
                  </a:lnTo>
                  <a:lnTo>
                    <a:pt x="1587144" y="92443"/>
                  </a:lnTo>
                  <a:lnTo>
                    <a:pt x="1604594" y="92443"/>
                  </a:lnTo>
                  <a:lnTo>
                    <a:pt x="1603654" y="97155"/>
                  </a:lnTo>
                  <a:lnTo>
                    <a:pt x="1603743" y="100304"/>
                  </a:lnTo>
                  <a:lnTo>
                    <a:pt x="1603654" y="142443"/>
                  </a:lnTo>
                  <a:lnTo>
                    <a:pt x="1587144" y="142443"/>
                  </a:lnTo>
                  <a:lnTo>
                    <a:pt x="1587144" y="149593"/>
                  </a:lnTo>
                  <a:lnTo>
                    <a:pt x="1603654" y="149593"/>
                  </a:lnTo>
                  <a:lnTo>
                    <a:pt x="1603654" y="199593"/>
                  </a:lnTo>
                  <a:lnTo>
                    <a:pt x="1587144" y="199593"/>
                  </a:lnTo>
                  <a:lnTo>
                    <a:pt x="1587144" y="206743"/>
                  </a:lnTo>
                  <a:lnTo>
                    <a:pt x="1603654" y="206743"/>
                  </a:lnTo>
                  <a:lnTo>
                    <a:pt x="1603654" y="260324"/>
                  </a:lnTo>
                  <a:lnTo>
                    <a:pt x="1603654" y="266039"/>
                  </a:lnTo>
                  <a:lnTo>
                    <a:pt x="1603654" y="317474"/>
                  </a:lnTo>
                  <a:lnTo>
                    <a:pt x="1603654" y="323189"/>
                  </a:lnTo>
                  <a:lnTo>
                    <a:pt x="1603654" y="374624"/>
                  </a:lnTo>
                  <a:lnTo>
                    <a:pt x="1300111" y="374624"/>
                  </a:lnTo>
                  <a:lnTo>
                    <a:pt x="1300111" y="323189"/>
                  </a:lnTo>
                  <a:lnTo>
                    <a:pt x="1603654" y="323189"/>
                  </a:lnTo>
                  <a:lnTo>
                    <a:pt x="1603654" y="317474"/>
                  </a:lnTo>
                  <a:lnTo>
                    <a:pt x="1324444" y="317474"/>
                  </a:lnTo>
                  <a:lnTo>
                    <a:pt x="1332039" y="315404"/>
                  </a:lnTo>
                  <a:lnTo>
                    <a:pt x="1340167" y="311810"/>
                  </a:lnTo>
                  <a:lnTo>
                    <a:pt x="1364411" y="280035"/>
                  </a:lnTo>
                  <a:lnTo>
                    <a:pt x="1364221" y="272796"/>
                  </a:lnTo>
                  <a:lnTo>
                    <a:pt x="1361643" y="267563"/>
                  </a:lnTo>
                  <a:lnTo>
                    <a:pt x="1359306" y="266039"/>
                  </a:lnTo>
                  <a:lnTo>
                    <a:pt x="1603654" y="266039"/>
                  </a:lnTo>
                  <a:lnTo>
                    <a:pt x="1603654" y="260324"/>
                  </a:lnTo>
                  <a:lnTo>
                    <a:pt x="1350670" y="260324"/>
                  </a:lnTo>
                  <a:lnTo>
                    <a:pt x="1345641" y="258991"/>
                  </a:lnTo>
                  <a:lnTo>
                    <a:pt x="1337259" y="259181"/>
                  </a:lnTo>
                  <a:lnTo>
                    <a:pt x="1329334" y="260146"/>
                  </a:lnTo>
                  <a:lnTo>
                    <a:pt x="1328724" y="260324"/>
                  </a:lnTo>
                  <a:lnTo>
                    <a:pt x="1314107" y="260324"/>
                  </a:lnTo>
                  <a:lnTo>
                    <a:pt x="1314107" y="266039"/>
                  </a:lnTo>
                  <a:lnTo>
                    <a:pt x="1313903" y="266141"/>
                  </a:lnTo>
                  <a:lnTo>
                    <a:pt x="1306398" y="271183"/>
                  </a:lnTo>
                  <a:lnTo>
                    <a:pt x="1305064" y="272351"/>
                  </a:lnTo>
                  <a:lnTo>
                    <a:pt x="1305064" y="317474"/>
                  </a:lnTo>
                  <a:lnTo>
                    <a:pt x="1300111" y="317474"/>
                  </a:lnTo>
                  <a:lnTo>
                    <a:pt x="1300111" y="314934"/>
                  </a:lnTo>
                  <a:lnTo>
                    <a:pt x="1302118" y="316522"/>
                  </a:lnTo>
                  <a:lnTo>
                    <a:pt x="1305064" y="317474"/>
                  </a:lnTo>
                  <a:lnTo>
                    <a:pt x="1305064" y="272351"/>
                  </a:lnTo>
                  <a:lnTo>
                    <a:pt x="1300111" y="276644"/>
                  </a:lnTo>
                  <a:lnTo>
                    <a:pt x="1300111" y="266039"/>
                  </a:lnTo>
                  <a:lnTo>
                    <a:pt x="1314107" y="266039"/>
                  </a:lnTo>
                  <a:lnTo>
                    <a:pt x="1314107" y="260324"/>
                  </a:lnTo>
                  <a:lnTo>
                    <a:pt x="1300111" y="260324"/>
                  </a:lnTo>
                  <a:lnTo>
                    <a:pt x="1300111" y="206743"/>
                  </a:lnTo>
                  <a:lnTo>
                    <a:pt x="1384731" y="206743"/>
                  </a:lnTo>
                  <a:lnTo>
                    <a:pt x="1384731" y="199593"/>
                  </a:lnTo>
                  <a:lnTo>
                    <a:pt x="1300111" y="199593"/>
                  </a:lnTo>
                  <a:lnTo>
                    <a:pt x="1300111" y="172059"/>
                  </a:lnTo>
                  <a:lnTo>
                    <a:pt x="1302118" y="173647"/>
                  </a:lnTo>
                  <a:lnTo>
                    <a:pt x="1308023" y="175552"/>
                  </a:lnTo>
                  <a:lnTo>
                    <a:pt x="1315262" y="175742"/>
                  </a:lnTo>
                  <a:lnTo>
                    <a:pt x="1323746" y="174790"/>
                  </a:lnTo>
                  <a:lnTo>
                    <a:pt x="1359763" y="151739"/>
                  </a:lnTo>
                  <a:lnTo>
                    <a:pt x="1360741" y="149593"/>
                  </a:lnTo>
                  <a:lnTo>
                    <a:pt x="1384731" y="149593"/>
                  </a:lnTo>
                  <a:lnTo>
                    <a:pt x="1384731" y="142443"/>
                  </a:lnTo>
                  <a:lnTo>
                    <a:pt x="1363395" y="142443"/>
                  </a:lnTo>
                  <a:lnTo>
                    <a:pt x="1364411" y="137160"/>
                  </a:lnTo>
                  <a:lnTo>
                    <a:pt x="1364221" y="129921"/>
                  </a:lnTo>
                  <a:lnTo>
                    <a:pt x="1361643" y="124688"/>
                  </a:lnTo>
                  <a:lnTo>
                    <a:pt x="1356690" y="121450"/>
                  </a:lnTo>
                  <a:lnTo>
                    <a:pt x="1352118" y="117830"/>
                  </a:lnTo>
                  <a:lnTo>
                    <a:pt x="1345641" y="116116"/>
                  </a:lnTo>
                  <a:lnTo>
                    <a:pt x="1337259" y="116306"/>
                  </a:lnTo>
                  <a:lnTo>
                    <a:pt x="1329334" y="117271"/>
                  </a:lnTo>
                  <a:lnTo>
                    <a:pt x="1294752" y="140373"/>
                  </a:lnTo>
                  <a:lnTo>
                    <a:pt x="1293761" y="142443"/>
                  </a:lnTo>
                  <a:lnTo>
                    <a:pt x="1273594" y="142443"/>
                  </a:lnTo>
                  <a:lnTo>
                    <a:pt x="1273594" y="149593"/>
                  </a:lnTo>
                  <a:lnTo>
                    <a:pt x="1291056" y="149593"/>
                  </a:lnTo>
                  <a:lnTo>
                    <a:pt x="1290116" y="154305"/>
                  </a:lnTo>
                  <a:lnTo>
                    <a:pt x="1290205" y="157454"/>
                  </a:lnTo>
                  <a:lnTo>
                    <a:pt x="1290116" y="199593"/>
                  </a:lnTo>
                  <a:lnTo>
                    <a:pt x="1273594" y="199593"/>
                  </a:lnTo>
                  <a:lnTo>
                    <a:pt x="1273594" y="206743"/>
                  </a:lnTo>
                  <a:lnTo>
                    <a:pt x="1290116" y="206743"/>
                  </a:lnTo>
                  <a:lnTo>
                    <a:pt x="1290116" y="260324"/>
                  </a:lnTo>
                  <a:lnTo>
                    <a:pt x="1290116" y="488924"/>
                  </a:lnTo>
                  <a:lnTo>
                    <a:pt x="986561" y="488924"/>
                  </a:lnTo>
                  <a:lnTo>
                    <a:pt x="986561" y="437489"/>
                  </a:lnTo>
                  <a:lnTo>
                    <a:pt x="1290116" y="437489"/>
                  </a:lnTo>
                  <a:lnTo>
                    <a:pt x="1290116" y="431774"/>
                  </a:lnTo>
                  <a:lnTo>
                    <a:pt x="986561" y="431774"/>
                  </a:lnTo>
                  <a:lnTo>
                    <a:pt x="986561" y="380339"/>
                  </a:lnTo>
                  <a:lnTo>
                    <a:pt x="1290116" y="380339"/>
                  </a:lnTo>
                  <a:lnTo>
                    <a:pt x="1290116" y="374624"/>
                  </a:lnTo>
                  <a:lnTo>
                    <a:pt x="1010894" y="374624"/>
                  </a:lnTo>
                  <a:lnTo>
                    <a:pt x="1018501" y="372554"/>
                  </a:lnTo>
                  <a:lnTo>
                    <a:pt x="1026617" y="368960"/>
                  </a:lnTo>
                  <a:lnTo>
                    <a:pt x="1050861" y="337185"/>
                  </a:lnTo>
                  <a:lnTo>
                    <a:pt x="1050671" y="329946"/>
                  </a:lnTo>
                  <a:lnTo>
                    <a:pt x="1048092" y="324713"/>
                  </a:lnTo>
                  <a:lnTo>
                    <a:pt x="1045756" y="323189"/>
                  </a:lnTo>
                  <a:lnTo>
                    <a:pt x="1290116" y="323189"/>
                  </a:lnTo>
                  <a:lnTo>
                    <a:pt x="1290116" y="317474"/>
                  </a:lnTo>
                  <a:lnTo>
                    <a:pt x="1037120" y="317474"/>
                  </a:lnTo>
                  <a:lnTo>
                    <a:pt x="1032090" y="316141"/>
                  </a:lnTo>
                  <a:lnTo>
                    <a:pt x="1023708" y="316331"/>
                  </a:lnTo>
                  <a:lnTo>
                    <a:pt x="1015784" y="317296"/>
                  </a:lnTo>
                  <a:lnTo>
                    <a:pt x="1015174" y="317474"/>
                  </a:lnTo>
                  <a:lnTo>
                    <a:pt x="1000556" y="317474"/>
                  </a:lnTo>
                  <a:lnTo>
                    <a:pt x="1000556" y="323189"/>
                  </a:lnTo>
                  <a:lnTo>
                    <a:pt x="1000353" y="323291"/>
                  </a:lnTo>
                  <a:lnTo>
                    <a:pt x="992847" y="328333"/>
                  </a:lnTo>
                  <a:lnTo>
                    <a:pt x="991514" y="329501"/>
                  </a:lnTo>
                  <a:lnTo>
                    <a:pt x="991514" y="374624"/>
                  </a:lnTo>
                  <a:lnTo>
                    <a:pt x="986561" y="374624"/>
                  </a:lnTo>
                  <a:lnTo>
                    <a:pt x="986561" y="372084"/>
                  </a:lnTo>
                  <a:lnTo>
                    <a:pt x="988568" y="373672"/>
                  </a:lnTo>
                  <a:lnTo>
                    <a:pt x="991514" y="374624"/>
                  </a:lnTo>
                  <a:lnTo>
                    <a:pt x="991514" y="329501"/>
                  </a:lnTo>
                  <a:lnTo>
                    <a:pt x="986561" y="333794"/>
                  </a:lnTo>
                  <a:lnTo>
                    <a:pt x="986561" y="323189"/>
                  </a:lnTo>
                  <a:lnTo>
                    <a:pt x="1000556" y="323189"/>
                  </a:lnTo>
                  <a:lnTo>
                    <a:pt x="1000556" y="317474"/>
                  </a:lnTo>
                  <a:lnTo>
                    <a:pt x="986561" y="317474"/>
                  </a:lnTo>
                  <a:lnTo>
                    <a:pt x="986561" y="266039"/>
                  </a:lnTo>
                  <a:lnTo>
                    <a:pt x="1290116" y="266039"/>
                  </a:lnTo>
                  <a:lnTo>
                    <a:pt x="1290116" y="260324"/>
                  </a:lnTo>
                  <a:lnTo>
                    <a:pt x="986561" y="260324"/>
                  </a:lnTo>
                  <a:lnTo>
                    <a:pt x="986561" y="229209"/>
                  </a:lnTo>
                  <a:lnTo>
                    <a:pt x="988568" y="230797"/>
                  </a:lnTo>
                  <a:lnTo>
                    <a:pt x="994473" y="232702"/>
                  </a:lnTo>
                  <a:lnTo>
                    <a:pt x="1001712" y="232892"/>
                  </a:lnTo>
                  <a:lnTo>
                    <a:pt x="1010196" y="231940"/>
                  </a:lnTo>
                  <a:lnTo>
                    <a:pt x="1046213" y="208889"/>
                  </a:lnTo>
                  <a:lnTo>
                    <a:pt x="1047191" y="206743"/>
                  </a:lnTo>
                  <a:lnTo>
                    <a:pt x="1071181" y="206743"/>
                  </a:lnTo>
                  <a:lnTo>
                    <a:pt x="1071181" y="199593"/>
                  </a:lnTo>
                  <a:lnTo>
                    <a:pt x="1049845" y="199593"/>
                  </a:lnTo>
                  <a:lnTo>
                    <a:pt x="1050861" y="194310"/>
                  </a:lnTo>
                  <a:lnTo>
                    <a:pt x="1050671" y="187071"/>
                  </a:lnTo>
                  <a:lnTo>
                    <a:pt x="1048092" y="181838"/>
                  </a:lnTo>
                  <a:lnTo>
                    <a:pt x="1043139" y="178600"/>
                  </a:lnTo>
                  <a:lnTo>
                    <a:pt x="1038567" y="174980"/>
                  </a:lnTo>
                  <a:lnTo>
                    <a:pt x="1032090" y="173266"/>
                  </a:lnTo>
                  <a:lnTo>
                    <a:pt x="1023708" y="173456"/>
                  </a:lnTo>
                  <a:lnTo>
                    <a:pt x="1015784" y="174421"/>
                  </a:lnTo>
                  <a:lnTo>
                    <a:pt x="981202" y="197523"/>
                  </a:lnTo>
                  <a:lnTo>
                    <a:pt x="980211" y="199593"/>
                  </a:lnTo>
                  <a:lnTo>
                    <a:pt x="960043" y="199593"/>
                  </a:lnTo>
                  <a:lnTo>
                    <a:pt x="960043" y="206743"/>
                  </a:lnTo>
                  <a:lnTo>
                    <a:pt x="977506" y="206743"/>
                  </a:lnTo>
                  <a:lnTo>
                    <a:pt x="976566" y="211455"/>
                  </a:lnTo>
                  <a:lnTo>
                    <a:pt x="976655" y="214604"/>
                  </a:lnTo>
                  <a:lnTo>
                    <a:pt x="976566" y="260324"/>
                  </a:lnTo>
                  <a:lnTo>
                    <a:pt x="976566" y="488924"/>
                  </a:lnTo>
                  <a:lnTo>
                    <a:pt x="673011" y="488924"/>
                  </a:lnTo>
                  <a:lnTo>
                    <a:pt x="673011" y="437489"/>
                  </a:lnTo>
                  <a:lnTo>
                    <a:pt x="976566" y="437489"/>
                  </a:lnTo>
                  <a:lnTo>
                    <a:pt x="976566" y="431774"/>
                  </a:lnTo>
                  <a:lnTo>
                    <a:pt x="673011" y="431774"/>
                  </a:lnTo>
                  <a:lnTo>
                    <a:pt x="673011" y="380339"/>
                  </a:lnTo>
                  <a:lnTo>
                    <a:pt x="976566" y="380339"/>
                  </a:lnTo>
                  <a:lnTo>
                    <a:pt x="976566" y="374624"/>
                  </a:lnTo>
                  <a:lnTo>
                    <a:pt x="673011" y="374624"/>
                  </a:lnTo>
                  <a:lnTo>
                    <a:pt x="673011" y="323189"/>
                  </a:lnTo>
                  <a:lnTo>
                    <a:pt x="976566" y="323189"/>
                  </a:lnTo>
                  <a:lnTo>
                    <a:pt x="976566" y="317474"/>
                  </a:lnTo>
                  <a:lnTo>
                    <a:pt x="697344" y="317474"/>
                  </a:lnTo>
                  <a:lnTo>
                    <a:pt x="704951" y="315404"/>
                  </a:lnTo>
                  <a:lnTo>
                    <a:pt x="713066" y="311810"/>
                  </a:lnTo>
                  <a:lnTo>
                    <a:pt x="737311" y="280035"/>
                  </a:lnTo>
                  <a:lnTo>
                    <a:pt x="737120" y="272796"/>
                  </a:lnTo>
                  <a:lnTo>
                    <a:pt x="734542" y="267563"/>
                  </a:lnTo>
                  <a:lnTo>
                    <a:pt x="732205" y="266039"/>
                  </a:lnTo>
                  <a:lnTo>
                    <a:pt x="976566" y="266039"/>
                  </a:lnTo>
                  <a:lnTo>
                    <a:pt x="976566" y="260324"/>
                  </a:lnTo>
                  <a:lnTo>
                    <a:pt x="723569" y="260324"/>
                  </a:lnTo>
                  <a:lnTo>
                    <a:pt x="718540" y="258991"/>
                  </a:lnTo>
                  <a:lnTo>
                    <a:pt x="710158" y="259181"/>
                  </a:lnTo>
                  <a:lnTo>
                    <a:pt x="702233" y="260146"/>
                  </a:lnTo>
                  <a:lnTo>
                    <a:pt x="701624" y="260324"/>
                  </a:lnTo>
                  <a:lnTo>
                    <a:pt x="687006" y="260324"/>
                  </a:lnTo>
                  <a:lnTo>
                    <a:pt x="687006" y="266039"/>
                  </a:lnTo>
                  <a:lnTo>
                    <a:pt x="686803" y="266141"/>
                  </a:lnTo>
                  <a:lnTo>
                    <a:pt x="679297" y="271183"/>
                  </a:lnTo>
                  <a:lnTo>
                    <a:pt x="677964" y="272351"/>
                  </a:lnTo>
                  <a:lnTo>
                    <a:pt x="677964" y="317474"/>
                  </a:lnTo>
                  <a:lnTo>
                    <a:pt x="673011" y="317474"/>
                  </a:lnTo>
                  <a:lnTo>
                    <a:pt x="673011" y="314934"/>
                  </a:lnTo>
                  <a:lnTo>
                    <a:pt x="675017" y="316522"/>
                  </a:lnTo>
                  <a:lnTo>
                    <a:pt x="677964" y="317474"/>
                  </a:lnTo>
                  <a:lnTo>
                    <a:pt x="677964" y="272351"/>
                  </a:lnTo>
                  <a:lnTo>
                    <a:pt x="673011" y="276644"/>
                  </a:lnTo>
                  <a:lnTo>
                    <a:pt x="673011" y="266039"/>
                  </a:lnTo>
                  <a:lnTo>
                    <a:pt x="687006" y="266039"/>
                  </a:lnTo>
                  <a:lnTo>
                    <a:pt x="687006" y="260324"/>
                  </a:lnTo>
                  <a:lnTo>
                    <a:pt x="673011" y="260324"/>
                  </a:lnTo>
                  <a:lnTo>
                    <a:pt x="673011" y="206743"/>
                  </a:lnTo>
                  <a:lnTo>
                    <a:pt x="757631" y="206743"/>
                  </a:lnTo>
                  <a:lnTo>
                    <a:pt x="757631" y="199593"/>
                  </a:lnTo>
                  <a:lnTo>
                    <a:pt x="673011" y="199593"/>
                  </a:lnTo>
                  <a:lnTo>
                    <a:pt x="673011" y="172059"/>
                  </a:lnTo>
                  <a:lnTo>
                    <a:pt x="675017" y="173647"/>
                  </a:lnTo>
                  <a:lnTo>
                    <a:pt x="680923" y="175552"/>
                  </a:lnTo>
                  <a:lnTo>
                    <a:pt x="688162" y="175742"/>
                  </a:lnTo>
                  <a:lnTo>
                    <a:pt x="696645" y="174790"/>
                  </a:lnTo>
                  <a:lnTo>
                    <a:pt x="732663" y="151739"/>
                  </a:lnTo>
                  <a:lnTo>
                    <a:pt x="733640" y="149593"/>
                  </a:lnTo>
                  <a:lnTo>
                    <a:pt x="757631" y="149593"/>
                  </a:lnTo>
                  <a:lnTo>
                    <a:pt x="757631" y="142443"/>
                  </a:lnTo>
                  <a:lnTo>
                    <a:pt x="736295" y="142443"/>
                  </a:lnTo>
                  <a:lnTo>
                    <a:pt x="737311" y="137160"/>
                  </a:lnTo>
                  <a:lnTo>
                    <a:pt x="737120" y="129921"/>
                  </a:lnTo>
                  <a:lnTo>
                    <a:pt x="734542" y="124688"/>
                  </a:lnTo>
                  <a:lnTo>
                    <a:pt x="729589" y="121450"/>
                  </a:lnTo>
                  <a:lnTo>
                    <a:pt x="725017" y="117830"/>
                  </a:lnTo>
                  <a:lnTo>
                    <a:pt x="718540" y="116116"/>
                  </a:lnTo>
                  <a:lnTo>
                    <a:pt x="710158" y="116306"/>
                  </a:lnTo>
                  <a:lnTo>
                    <a:pt x="702233" y="117271"/>
                  </a:lnTo>
                  <a:lnTo>
                    <a:pt x="667651" y="140373"/>
                  </a:lnTo>
                  <a:lnTo>
                    <a:pt x="666661" y="142443"/>
                  </a:lnTo>
                  <a:lnTo>
                    <a:pt x="646493" y="142443"/>
                  </a:lnTo>
                  <a:lnTo>
                    <a:pt x="646493" y="149593"/>
                  </a:lnTo>
                  <a:lnTo>
                    <a:pt x="663956" y="149593"/>
                  </a:lnTo>
                  <a:lnTo>
                    <a:pt x="663016" y="154305"/>
                  </a:lnTo>
                  <a:lnTo>
                    <a:pt x="663105" y="157454"/>
                  </a:lnTo>
                  <a:lnTo>
                    <a:pt x="663016" y="199593"/>
                  </a:lnTo>
                  <a:lnTo>
                    <a:pt x="646493" y="199593"/>
                  </a:lnTo>
                  <a:lnTo>
                    <a:pt x="646493" y="206743"/>
                  </a:lnTo>
                  <a:lnTo>
                    <a:pt x="663016" y="206743"/>
                  </a:lnTo>
                  <a:lnTo>
                    <a:pt x="663016" y="260324"/>
                  </a:lnTo>
                  <a:lnTo>
                    <a:pt x="663016" y="488924"/>
                  </a:lnTo>
                  <a:lnTo>
                    <a:pt x="591578" y="488924"/>
                  </a:lnTo>
                  <a:lnTo>
                    <a:pt x="591578" y="437489"/>
                  </a:lnTo>
                  <a:lnTo>
                    <a:pt x="663016" y="437489"/>
                  </a:lnTo>
                  <a:lnTo>
                    <a:pt x="663016" y="431774"/>
                  </a:lnTo>
                  <a:lnTo>
                    <a:pt x="591578" y="431774"/>
                  </a:lnTo>
                  <a:lnTo>
                    <a:pt x="591578" y="380339"/>
                  </a:lnTo>
                  <a:lnTo>
                    <a:pt x="663016" y="380339"/>
                  </a:lnTo>
                  <a:lnTo>
                    <a:pt x="663016" y="374624"/>
                  </a:lnTo>
                  <a:lnTo>
                    <a:pt x="591578" y="374624"/>
                  </a:lnTo>
                  <a:lnTo>
                    <a:pt x="591578" y="323189"/>
                  </a:lnTo>
                  <a:lnTo>
                    <a:pt x="663016" y="323189"/>
                  </a:lnTo>
                  <a:lnTo>
                    <a:pt x="663016" y="317474"/>
                  </a:lnTo>
                  <a:lnTo>
                    <a:pt x="591578" y="317474"/>
                  </a:lnTo>
                  <a:lnTo>
                    <a:pt x="591578" y="266039"/>
                  </a:lnTo>
                  <a:lnTo>
                    <a:pt x="663016" y="266039"/>
                  </a:lnTo>
                  <a:lnTo>
                    <a:pt x="663016" y="260324"/>
                  </a:lnTo>
                  <a:lnTo>
                    <a:pt x="578878" y="260324"/>
                  </a:lnTo>
                  <a:lnTo>
                    <a:pt x="578878" y="266039"/>
                  </a:lnTo>
                  <a:lnTo>
                    <a:pt x="583006" y="266039"/>
                  </a:lnTo>
                  <a:lnTo>
                    <a:pt x="583006" y="317474"/>
                  </a:lnTo>
                  <a:lnTo>
                    <a:pt x="578878" y="317474"/>
                  </a:lnTo>
                  <a:lnTo>
                    <a:pt x="578878" y="323189"/>
                  </a:lnTo>
                  <a:lnTo>
                    <a:pt x="583006" y="323189"/>
                  </a:lnTo>
                  <a:lnTo>
                    <a:pt x="583006" y="374624"/>
                  </a:lnTo>
                  <a:lnTo>
                    <a:pt x="578878" y="374624"/>
                  </a:lnTo>
                  <a:lnTo>
                    <a:pt x="578878" y="380339"/>
                  </a:lnTo>
                  <a:lnTo>
                    <a:pt x="583006" y="380339"/>
                  </a:lnTo>
                  <a:lnTo>
                    <a:pt x="583006" y="431774"/>
                  </a:lnTo>
                  <a:lnTo>
                    <a:pt x="578878" y="431774"/>
                  </a:lnTo>
                  <a:lnTo>
                    <a:pt x="578878" y="437489"/>
                  </a:lnTo>
                  <a:lnTo>
                    <a:pt x="583006" y="437489"/>
                  </a:lnTo>
                  <a:lnTo>
                    <a:pt x="583006" y="488924"/>
                  </a:lnTo>
                  <a:lnTo>
                    <a:pt x="578878" y="488924"/>
                  </a:lnTo>
                  <a:lnTo>
                    <a:pt x="578878" y="494639"/>
                  </a:lnTo>
                  <a:lnTo>
                    <a:pt x="583006" y="494639"/>
                  </a:lnTo>
                  <a:lnTo>
                    <a:pt x="591578" y="494639"/>
                  </a:lnTo>
                  <a:lnTo>
                    <a:pt x="976566" y="494639"/>
                  </a:lnTo>
                  <a:lnTo>
                    <a:pt x="976566" y="546074"/>
                  </a:lnTo>
                  <a:lnTo>
                    <a:pt x="986561" y="546074"/>
                  </a:lnTo>
                  <a:lnTo>
                    <a:pt x="986561" y="494639"/>
                  </a:lnTo>
                  <a:lnTo>
                    <a:pt x="1913115" y="494639"/>
                  </a:lnTo>
                  <a:lnTo>
                    <a:pt x="1917242" y="494639"/>
                  </a:lnTo>
                  <a:lnTo>
                    <a:pt x="1925815" y="494639"/>
                  </a:lnTo>
                  <a:lnTo>
                    <a:pt x="3157766" y="494639"/>
                  </a:lnTo>
                  <a:lnTo>
                    <a:pt x="3157766" y="488924"/>
                  </a:lnTo>
                  <a:lnTo>
                    <a:pt x="1925815" y="488924"/>
                  </a:lnTo>
                  <a:lnTo>
                    <a:pt x="1925815" y="437489"/>
                  </a:lnTo>
                  <a:lnTo>
                    <a:pt x="3157766" y="437489"/>
                  </a:lnTo>
                  <a:lnTo>
                    <a:pt x="3157766" y="431774"/>
                  </a:lnTo>
                  <a:lnTo>
                    <a:pt x="1925815" y="431774"/>
                  </a:lnTo>
                  <a:lnTo>
                    <a:pt x="1925815" y="380339"/>
                  </a:lnTo>
                  <a:lnTo>
                    <a:pt x="1997252" y="380339"/>
                  </a:lnTo>
                  <a:lnTo>
                    <a:pt x="1997252" y="403199"/>
                  </a:lnTo>
                  <a:lnTo>
                    <a:pt x="2007260" y="403199"/>
                  </a:lnTo>
                  <a:lnTo>
                    <a:pt x="2007260" y="380339"/>
                  </a:lnTo>
                  <a:lnTo>
                    <a:pt x="3157766" y="380339"/>
                  </a:lnTo>
                  <a:lnTo>
                    <a:pt x="3157766" y="374624"/>
                  </a:lnTo>
                  <a:lnTo>
                    <a:pt x="2007260" y="374624"/>
                  </a:lnTo>
                  <a:lnTo>
                    <a:pt x="2007260" y="323189"/>
                  </a:lnTo>
                  <a:lnTo>
                    <a:pt x="3157766" y="323189"/>
                  </a:lnTo>
                  <a:lnTo>
                    <a:pt x="3157766" y="317474"/>
                  </a:lnTo>
                  <a:lnTo>
                    <a:pt x="2007260" y="317474"/>
                  </a:lnTo>
                  <a:lnTo>
                    <a:pt x="2007260" y="266039"/>
                  </a:lnTo>
                  <a:lnTo>
                    <a:pt x="3157766" y="266039"/>
                  </a:lnTo>
                  <a:lnTo>
                    <a:pt x="3157766" y="260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9" name="object 309"/>
            <p:cNvSpPr/>
            <p:nvPr/>
          </p:nvSpPr>
          <p:spPr>
            <a:xfrm>
              <a:off x="3513804" y="8967528"/>
              <a:ext cx="468630" cy="46990"/>
            </a:xfrm>
            <a:custGeom>
              <a:avLst/>
              <a:gdLst/>
              <a:ahLst/>
              <a:cxnLst/>
              <a:rect l="l" t="t" r="r" b="b"/>
              <a:pathLst>
                <a:path w="468629" h="46990">
                  <a:moveTo>
                    <a:pt x="468005" y="46487"/>
                  </a:moveTo>
                  <a:lnTo>
                    <a:pt x="404707" y="21307"/>
                  </a:lnTo>
                  <a:lnTo>
                    <a:pt x="357906" y="13438"/>
                  </a:lnTo>
                  <a:lnTo>
                    <a:pt x="301005" y="8717"/>
                  </a:lnTo>
                  <a:lnTo>
                    <a:pt x="234002" y="7143"/>
                  </a:lnTo>
                  <a:lnTo>
                    <a:pt x="166999" y="8717"/>
                  </a:lnTo>
                  <a:lnTo>
                    <a:pt x="110098" y="13438"/>
                  </a:lnTo>
                  <a:lnTo>
                    <a:pt x="63297" y="21307"/>
                  </a:lnTo>
                  <a:lnTo>
                    <a:pt x="26598" y="32323"/>
                  </a:lnTo>
                  <a:lnTo>
                    <a:pt x="0" y="46487"/>
                  </a:lnTo>
                  <a:lnTo>
                    <a:pt x="26598" y="29751"/>
                  </a:lnTo>
                  <a:lnTo>
                    <a:pt x="63297" y="16735"/>
                  </a:lnTo>
                  <a:lnTo>
                    <a:pt x="110098" y="7437"/>
                  </a:lnTo>
                  <a:lnTo>
                    <a:pt x="166999" y="1859"/>
                  </a:lnTo>
                  <a:lnTo>
                    <a:pt x="234002" y="0"/>
                  </a:lnTo>
                  <a:lnTo>
                    <a:pt x="301005" y="1859"/>
                  </a:lnTo>
                  <a:lnTo>
                    <a:pt x="357906" y="7437"/>
                  </a:lnTo>
                  <a:lnTo>
                    <a:pt x="404707" y="16735"/>
                  </a:lnTo>
                  <a:lnTo>
                    <a:pt x="441406" y="29751"/>
                  </a:lnTo>
                  <a:lnTo>
                    <a:pt x="468005" y="464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3513804" y="8967528"/>
              <a:ext cx="468630" cy="46990"/>
            </a:xfrm>
            <a:custGeom>
              <a:avLst/>
              <a:gdLst/>
              <a:ahLst/>
              <a:cxnLst/>
              <a:rect l="l" t="t" r="r" b="b"/>
              <a:pathLst>
                <a:path w="468629" h="46990">
                  <a:moveTo>
                    <a:pt x="0" y="46487"/>
                  </a:moveTo>
                  <a:lnTo>
                    <a:pt x="63297" y="21307"/>
                  </a:lnTo>
                  <a:lnTo>
                    <a:pt x="110098" y="13438"/>
                  </a:lnTo>
                  <a:lnTo>
                    <a:pt x="166999" y="8717"/>
                  </a:lnTo>
                  <a:lnTo>
                    <a:pt x="234002" y="7143"/>
                  </a:lnTo>
                  <a:lnTo>
                    <a:pt x="301005" y="8717"/>
                  </a:lnTo>
                  <a:lnTo>
                    <a:pt x="357906" y="13438"/>
                  </a:lnTo>
                  <a:lnTo>
                    <a:pt x="404707" y="21307"/>
                  </a:lnTo>
                  <a:lnTo>
                    <a:pt x="441406" y="32323"/>
                  </a:lnTo>
                  <a:lnTo>
                    <a:pt x="468005" y="46487"/>
                  </a:lnTo>
                  <a:lnTo>
                    <a:pt x="441406" y="29751"/>
                  </a:lnTo>
                  <a:lnTo>
                    <a:pt x="404707" y="16735"/>
                  </a:lnTo>
                  <a:lnTo>
                    <a:pt x="357906" y="7437"/>
                  </a:lnTo>
                  <a:lnTo>
                    <a:pt x="301005" y="1859"/>
                  </a:lnTo>
                  <a:lnTo>
                    <a:pt x="234002" y="0"/>
                  </a:lnTo>
                  <a:lnTo>
                    <a:pt x="166999" y="1859"/>
                  </a:lnTo>
                  <a:lnTo>
                    <a:pt x="110098" y="7437"/>
                  </a:lnTo>
                  <a:lnTo>
                    <a:pt x="63297" y="16735"/>
                  </a:lnTo>
                  <a:lnTo>
                    <a:pt x="26598" y="29751"/>
                  </a:lnTo>
                  <a:lnTo>
                    <a:pt x="0" y="4648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3513804" y="9099740"/>
              <a:ext cx="468630" cy="46990"/>
            </a:xfrm>
            <a:custGeom>
              <a:avLst/>
              <a:gdLst/>
              <a:ahLst/>
              <a:cxnLst/>
              <a:rect l="l" t="t" r="r" b="b"/>
              <a:pathLst>
                <a:path w="468629" h="46990">
                  <a:moveTo>
                    <a:pt x="234002" y="46487"/>
                  </a:moveTo>
                  <a:lnTo>
                    <a:pt x="166999" y="44627"/>
                  </a:lnTo>
                  <a:lnTo>
                    <a:pt x="110098" y="39049"/>
                  </a:lnTo>
                  <a:lnTo>
                    <a:pt x="63297" y="29751"/>
                  </a:lnTo>
                  <a:lnTo>
                    <a:pt x="26598" y="16735"/>
                  </a:lnTo>
                  <a:lnTo>
                    <a:pt x="0" y="0"/>
                  </a:lnTo>
                  <a:lnTo>
                    <a:pt x="26598" y="14163"/>
                  </a:lnTo>
                  <a:lnTo>
                    <a:pt x="63297" y="25179"/>
                  </a:lnTo>
                  <a:lnTo>
                    <a:pt x="110098" y="33048"/>
                  </a:lnTo>
                  <a:lnTo>
                    <a:pt x="166999" y="37769"/>
                  </a:lnTo>
                  <a:lnTo>
                    <a:pt x="234002" y="39343"/>
                  </a:lnTo>
                  <a:lnTo>
                    <a:pt x="301005" y="37769"/>
                  </a:lnTo>
                  <a:lnTo>
                    <a:pt x="357906" y="33048"/>
                  </a:lnTo>
                  <a:lnTo>
                    <a:pt x="404707" y="25179"/>
                  </a:lnTo>
                  <a:lnTo>
                    <a:pt x="441406" y="14163"/>
                  </a:lnTo>
                  <a:lnTo>
                    <a:pt x="468005" y="0"/>
                  </a:lnTo>
                  <a:lnTo>
                    <a:pt x="441406" y="16735"/>
                  </a:lnTo>
                  <a:lnTo>
                    <a:pt x="404707" y="29751"/>
                  </a:lnTo>
                  <a:lnTo>
                    <a:pt x="357906" y="39049"/>
                  </a:lnTo>
                  <a:lnTo>
                    <a:pt x="301005" y="44627"/>
                  </a:lnTo>
                  <a:lnTo>
                    <a:pt x="234002" y="464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3513804" y="9099740"/>
              <a:ext cx="468630" cy="46990"/>
            </a:xfrm>
            <a:custGeom>
              <a:avLst/>
              <a:gdLst/>
              <a:ahLst/>
              <a:cxnLst/>
              <a:rect l="l" t="t" r="r" b="b"/>
              <a:pathLst>
                <a:path w="468629" h="46990">
                  <a:moveTo>
                    <a:pt x="0" y="0"/>
                  </a:moveTo>
                  <a:lnTo>
                    <a:pt x="63297" y="29751"/>
                  </a:lnTo>
                  <a:lnTo>
                    <a:pt x="110098" y="39049"/>
                  </a:lnTo>
                  <a:lnTo>
                    <a:pt x="166999" y="44627"/>
                  </a:lnTo>
                  <a:lnTo>
                    <a:pt x="234002" y="46487"/>
                  </a:lnTo>
                  <a:lnTo>
                    <a:pt x="301005" y="44627"/>
                  </a:lnTo>
                  <a:lnTo>
                    <a:pt x="357906" y="39049"/>
                  </a:lnTo>
                  <a:lnTo>
                    <a:pt x="404707" y="29751"/>
                  </a:lnTo>
                  <a:lnTo>
                    <a:pt x="441406" y="16735"/>
                  </a:lnTo>
                  <a:lnTo>
                    <a:pt x="468005" y="0"/>
                  </a:lnTo>
                  <a:lnTo>
                    <a:pt x="441406" y="14163"/>
                  </a:lnTo>
                  <a:lnTo>
                    <a:pt x="404707" y="25179"/>
                  </a:lnTo>
                  <a:lnTo>
                    <a:pt x="357906" y="33048"/>
                  </a:lnTo>
                  <a:lnTo>
                    <a:pt x="301005" y="37769"/>
                  </a:lnTo>
                  <a:lnTo>
                    <a:pt x="234002" y="39343"/>
                  </a:lnTo>
                  <a:lnTo>
                    <a:pt x="166999" y="37769"/>
                  </a:lnTo>
                  <a:lnTo>
                    <a:pt x="110098" y="33048"/>
                  </a:lnTo>
                  <a:lnTo>
                    <a:pt x="63297" y="25179"/>
                  </a:lnTo>
                  <a:lnTo>
                    <a:pt x="26598" y="1416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3985285" y="8798379"/>
              <a:ext cx="1929130" cy="601980"/>
            </a:xfrm>
            <a:custGeom>
              <a:avLst/>
              <a:gdLst/>
              <a:ahLst/>
              <a:cxnLst/>
              <a:rect l="l" t="t" r="r" b="b"/>
              <a:pathLst>
                <a:path w="1929129" h="601979">
                  <a:moveTo>
                    <a:pt x="111137" y="169202"/>
                  </a:moveTo>
                  <a:lnTo>
                    <a:pt x="64528" y="169202"/>
                  </a:lnTo>
                  <a:lnTo>
                    <a:pt x="66598" y="168300"/>
                  </a:lnTo>
                  <a:lnTo>
                    <a:pt x="71589" y="165252"/>
                  </a:lnTo>
                  <a:lnTo>
                    <a:pt x="91579" y="129159"/>
                  </a:lnTo>
                  <a:lnTo>
                    <a:pt x="88709" y="122199"/>
                  </a:lnTo>
                  <a:lnTo>
                    <a:pt x="88620" y="122008"/>
                  </a:lnTo>
                  <a:lnTo>
                    <a:pt x="83096" y="117436"/>
                  </a:lnTo>
                  <a:lnTo>
                    <a:pt x="83096" y="126771"/>
                  </a:lnTo>
                  <a:lnTo>
                    <a:pt x="83096" y="130390"/>
                  </a:lnTo>
                  <a:lnTo>
                    <a:pt x="50520" y="159639"/>
                  </a:lnTo>
                  <a:lnTo>
                    <a:pt x="34239" y="165252"/>
                  </a:lnTo>
                  <a:lnTo>
                    <a:pt x="30238" y="165061"/>
                  </a:lnTo>
                  <a:lnTo>
                    <a:pt x="26517" y="164719"/>
                  </a:lnTo>
                  <a:lnTo>
                    <a:pt x="26517" y="155638"/>
                  </a:lnTo>
                  <a:lnTo>
                    <a:pt x="25539" y="155638"/>
                  </a:lnTo>
                  <a:lnTo>
                    <a:pt x="57950" y="127635"/>
                  </a:lnTo>
                  <a:lnTo>
                    <a:pt x="72237" y="122199"/>
                  </a:lnTo>
                  <a:lnTo>
                    <a:pt x="77952" y="122770"/>
                  </a:lnTo>
                  <a:lnTo>
                    <a:pt x="80810" y="123151"/>
                  </a:lnTo>
                  <a:lnTo>
                    <a:pt x="82524" y="124485"/>
                  </a:lnTo>
                  <a:lnTo>
                    <a:pt x="83096" y="126771"/>
                  </a:lnTo>
                  <a:lnTo>
                    <a:pt x="83096" y="117436"/>
                  </a:lnTo>
                  <a:lnTo>
                    <a:pt x="81953" y="116484"/>
                  </a:lnTo>
                  <a:lnTo>
                    <a:pt x="76809" y="113626"/>
                  </a:lnTo>
                  <a:lnTo>
                    <a:pt x="71005" y="112483"/>
                  </a:lnTo>
                  <a:lnTo>
                    <a:pt x="64528" y="113055"/>
                  </a:lnTo>
                  <a:lnTo>
                    <a:pt x="26504" y="129667"/>
                  </a:lnTo>
                  <a:lnTo>
                    <a:pt x="15849" y="158686"/>
                  </a:lnTo>
                  <a:lnTo>
                    <a:pt x="16522" y="160312"/>
                  </a:lnTo>
                  <a:lnTo>
                    <a:pt x="16522" y="169202"/>
                  </a:lnTo>
                  <a:lnTo>
                    <a:pt x="0" y="169202"/>
                  </a:lnTo>
                  <a:lnTo>
                    <a:pt x="0" y="176352"/>
                  </a:lnTo>
                  <a:lnTo>
                    <a:pt x="16522" y="176352"/>
                  </a:lnTo>
                  <a:lnTo>
                    <a:pt x="16522" y="226352"/>
                  </a:lnTo>
                  <a:lnTo>
                    <a:pt x="0" y="226352"/>
                  </a:lnTo>
                  <a:lnTo>
                    <a:pt x="0" y="233502"/>
                  </a:lnTo>
                  <a:lnTo>
                    <a:pt x="16522" y="233502"/>
                  </a:lnTo>
                  <a:lnTo>
                    <a:pt x="16522" y="238226"/>
                  </a:lnTo>
                  <a:lnTo>
                    <a:pt x="15849" y="244411"/>
                  </a:lnTo>
                  <a:lnTo>
                    <a:pt x="16522" y="246037"/>
                  </a:lnTo>
                  <a:lnTo>
                    <a:pt x="16522" y="283502"/>
                  </a:lnTo>
                  <a:lnTo>
                    <a:pt x="0" y="283502"/>
                  </a:lnTo>
                  <a:lnTo>
                    <a:pt x="0" y="290652"/>
                  </a:lnTo>
                  <a:lnTo>
                    <a:pt x="16522" y="290652"/>
                  </a:lnTo>
                  <a:lnTo>
                    <a:pt x="16522" y="295376"/>
                  </a:lnTo>
                  <a:lnTo>
                    <a:pt x="15849" y="301561"/>
                  </a:lnTo>
                  <a:lnTo>
                    <a:pt x="16522" y="303187"/>
                  </a:lnTo>
                  <a:lnTo>
                    <a:pt x="16522" y="487108"/>
                  </a:lnTo>
                  <a:lnTo>
                    <a:pt x="26517" y="487108"/>
                  </a:lnTo>
                  <a:lnTo>
                    <a:pt x="26517" y="314706"/>
                  </a:lnTo>
                  <a:lnTo>
                    <a:pt x="30810" y="317080"/>
                  </a:lnTo>
                  <a:lnTo>
                    <a:pt x="36525" y="318223"/>
                  </a:lnTo>
                  <a:lnTo>
                    <a:pt x="42811" y="317652"/>
                  </a:lnTo>
                  <a:lnTo>
                    <a:pt x="50876" y="316750"/>
                  </a:lnTo>
                  <a:lnTo>
                    <a:pt x="58813" y="314579"/>
                  </a:lnTo>
                  <a:lnTo>
                    <a:pt x="66598" y="311175"/>
                  </a:lnTo>
                  <a:lnTo>
                    <a:pt x="71589" y="308127"/>
                  </a:lnTo>
                  <a:lnTo>
                    <a:pt x="74244" y="306514"/>
                  </a:lnTo>
                  <a:lnTo>
                    <a:pt x="80962" y="300939"/>
                  </a:lnTo>
                  <a:lnTo>
                    <a:pt x="85953" y="294792"/>
                  </a:lnTo>
                  <a:lnTo>
                    <a:pt x="87972" y="290652"/>
                  </a:lnTo>
                  <a:lnTo>
                    <a:pt x="111137" y="290652"/>
                  </a:lnTo>
                  <a:lnTo>
                    <a:pt x="111137" y="283502"/>
                  </a:lnTo>
                  <a:lnTo>
                    <a:pt x="90220" y="283502"/>
                  </a:lnTo>
                  <a:lnTo>
                    <a:pt x="90817" y="280797"/>
                  </a:lnTo>
                  <a:lnTo>
                    <a:pt x="91579" y="272034"/>
                  </a:lnTo>
                  <a:lnTo>
                    <a:pt x="88709" y="265074"/>
                  </a:lnTo>
                  <a:lnTo>
                    <a:pt x="88620" y="264883"/>
                  </a:lnTo>
                  <a:lnTo>
                    <a:pt x="83096" y="260311"/>
                  </a:lnTo>
                  <a:lnTo>
                    <a:pt x="83096" y="269646"/>
                  </a:lnTo>
                  <a:lnTo>
                    <a:pt x="83096" y="273265"/>
                  </a:lnTo>
                  <a:lnTo>
                    <a:pt x="81102" y="277456"/>
                  </a:lnTo>
                  <a:lnTo>
                    <a:pt x="77101" y="282219"/>
                  </a:lnTo>
                  <a:lnTo>
                    <a:pt x="75615" y="283502"/>
                  </a:lnTo>
                  <a:lnTo>
                    <a:pt x="67373" y="283502"/>
                  </a:lnTo>
                  <a:lnTo>
                    <a:pt x="67373" y="290652"/>
                  </a:lnTo>
                  <a:lnTo>
                    <a:pt x="34239" y="308127"/>
                  </a:lnTo>
                  <a:lnTo>
                    <a:pt x="30238" y="307936"/>
                  </a:lnTo>
                  <a:lnTo>
                    <a:pt x="26517" y="307594"/>
                  </a:lnTo>
                  <a:lnTo>
                    <a:pt x="26517" y="296392"/>
                  </a:lnTo>
                  <a:lnTo>
                    <a:pt x="28803" y="292506"/>
                  </a:lnTo>
                  <a:lnTo>
                    <a:pt x="30505" y="290652"/>
                  </a:lnTo>
                  <a:lnTo>
                    <a:pt x="67373" y="290652"/>
                  </a:lnTo>
                  <a:lnTo>
                    <a:pt x="67373" y="283502"/>
                  </a:lnTo>
                  <a:lnTo>
                    <a:pt x="38214" y="283502"/>
                  </a:lnTo>
                  <a:lnTo>
                    <a:pt x="44716" y="278218"/>
                  </a:lnTo>
                  <a:lnTo>
                    <a:pt x="50520" y="274510"/>
                  </a:lnTo>
                  <a:lnTo>
                    <a:pt x="57950" y="270510"/>
                  </a:lnTo>
                  <a:lnTo>
                    <a:pt x="65570" y="266700"/>
                  </a:lnTo>
                  <a:lnTo>
                    <a:pt x="72237" y="265074"/>
                  </a:lnTo>
                  <a:lnTo>
                    <a:pt x="77952" y="265645"/>
                  </a:lnTo>
                  <a:lnTo>
                    <a:pt x="80810" y="266026"/>
                  </a:lnTo>
                  <a:lnTo>
                    <a:pt x="82524" y="267360"/>
                  </a:lnTo>
                  <a:lnTo>
                    <a:pt x="83096" y="269646"/>
                  </a:lnTo>
                  <a:lnTo>
                    <a:pt x="83096" y="260311"/>
                  </a:lnTo>
                  <a:lnTo>
                    <a:pt x="81953" y="259359"/>
                  </a:lnTo>
                  <a:lnTo>
                    <a:pt x="76809" y="256501"/>
                  </a:lnTo>
                  <a:lnTo>
                    <a:pt x="71005" y="255358"/>
                  </a:lnTo>
                  <a:lnTo>
                    <a:pt x="64528" y="255930"/>
                  </a:lnTo>
                  <a:lnTo>
                    <a:pt x="61455" y="256286"/>
                  </a:lnTo>
                  <a:lnTo>
                    <a:pt x="66598" y="254025"/>
                  </a:lnTo>
                  <a:lnTo>
                    <a:pt x="71589" y="250977"/>
                  </a:lnTo>
                  <a:lnTo>
                    <a:pt x="74244" y="249364"/>
                  </a:lnTo>
                  <a:lnTo>
                    <a:pt x="80962" y="243789"/>
                  </a:lnTo>
                  <a:lnTo>
                    <a:pt x="85953" y="237642"/>
                  </a:lnTo>
                  <a:lnTo>
                    <a:pt x="87972" y="233502"/>
                  </a:lnTo>
                  <a:lnTo>
                    <a:pt x="111137" y="233502"/>
                  </a:lnTo>
                  <a:lnTo>
                    <a:pt x="111137" y="226352"/>
                  </a:lnTo>
                  <a:lnTo>
                    <a:pt x="90220" y="226352"/>
                  </a:lnTo>
                  <a:lnTo>
                    <a:pt x="90817" y="223647"/>
                  </a:lnTo>
                  <a:lnTo>
                    <a:pt x="91579" y="214884"/>
                  </a:lnTo>
                  <a:lnTo>
                    <a:pt x="88709" y="207924"/>
                  </a:lnTo>
                  <a:lnTo>
                    <a:pt x="88620" y="207733"/>
                  </a:lnTo>
                  <a:lnTo>
                    <a:pt x="83096" y="203161"/>
                  </a:lnTo>
                  <a:lnTo>
                    <a:pt x="83096" y="212496"/>
                  </a:lnTo>
                  <a:lnTo>
                    <a:pt x="83096" y="216115"/>
                  </a:lnTo>
                  <a:lnTo>
                    <a:pt x="81102" y="220306"/>
                  </a:lnTo>
                  <a:lnTo>
                    <a:pt x="77101" y="225069"/>
                  </a:lnTo>
                  <a:lnTo>
                    <a:pt x="75615" y="226352"/>
                  </a:lnTo>
                  <a:lnTo>
                    <a:pt x="67373" y="226352"/>
                  </a:lnTo>
                  <a:lnTo>
                    <a:pt x="67373" y="233502"/>
                  </a:lnTo>
                  <a:lnTo>
                    <a:pt x="61950" y="238213"/>
                  </a:lnTo>
                  <a:lnTo>
                    <a:pt x="56235" y="242214"/>
                  </a:lnTo>
                  <a:lnTo>
                    <a:pt x="50520" y="245364"/>
                  </a:lnTo>
                  <a:lnTo>
                    <a:pt x="45720" y="247294"/>
                  </a:lnTo>
                  <a:lnTo>
                    <a:pt x="45720" y="260184"/>
                  </a:lnTo>
                  <a:lnTo>
                    <a:pt x="40627" y="262420"/>
                  </a:lnTo>
                  <a:lnTo>
                    <a:pt x="33096" y="267081"/>
                  </a:lnTo>
                  <a:lnTo>
                    <a:pt x="26517" y="272542"/>
                  </a:lnTo>
                  <a:lnTo>
                    <a:pt x="26517" y="257556"/>
                  </a:lnTo>
                  <a:lnTo>
                    <a:pt x="30810" y="259930"/>
                  </a:lnTo>
                  <a:lnTo>
                    <a:pt x="36525" y="261073"/>
                  </a:lnTo>
                  <a:lnTo>
                    <a:pt x="42811" y="260502"/>
                  </a:lnTo>
                  <a:lnTo>
                    <a:pt x="45720" y="260184"/>
                  </a:lnTo>
                  <a:lnTo>
                    <a:pt x="45720" y="247294"/>
                  </a:lnTo>
                  <a:lnTo>
                    <a:pt x="39090" y="249936"/>
                  </a:lnTo>
                  <a:lnTo>
                    <a:pt x="34239" y="250977"/>
                  </a:lnTo>
                  <a:lnTo>
                    <a:pt x="30238" y="250786"/>
                  </a:lnTo>
                  <a:lnTo>
                    <a:pt x="26517" y="250444"/>
                  </a:lnTo>
                  <a:lnTo>
                    <a:pt x="26517" y="239242"/>
                  </a:lnTo>
                  <a:lnTo>
                    <a:pt x="28803" y="235356"/>
                  </a:lnTo>
                  <a:lnTo>
                    <a:pt x="30505" y="233502"/>
                  </a:lnTo>
                  <a:lnTo>
                    <a:pt x="67373" y="233502"/>
                  </a:lnTo>
                  <a:lnTo>
                    <a:pt x="67373" y="226352"/>
                  </a:lnTo>
                  <a:lnTo>
                    <a:pt x="38214" y="226352"/>
                  </a:lnTo>
                  <a:lnTo>
                    <a:pt x="44716" y="221068"/>
                  </a:lnTo>
                  <a:lnTo>
                    <a:pt x="50520" y="217360"/>
                  </a:lnTo>
                  <a:lnTo>
                    <a:pt x="57950" y="213360"/>
                  </a:lnTo>
                  <a:lnTo>
                    <a:pt x="65570" y="209550"/>
                  </a:lnTo>
                  <a:lnTo>
                    <a:pt x="72237" y="207924"/>
                  </a:lnTo>
                  <a:lnTo>
                    <a:pt x="77952" y="208495"/>
                  </a:lnTo>
                  <a:lnTo>
                    <a:pt x="80810" y="208876"/>
                  </a:lnTo>
                  <a:lnTo>
                    <a:pt x="82524" y="210210"/>
                  </a:lnTo>
                  <a:lnTo>
                    <a:pt x="83096" y="212496"/>
                  </a:lnTo>
                  <a:lnTo>
                    <a:pt x="83096" y="203161"/>
                  </a:lnTo>
                  <a:lnTo>
                    <a:pt x="81953" y="202209"/>
                  </a:lnTo>
                  <a:lnTo>
                    <a:pt x="76809" y="199351"/>
                  </a:lnTo>
                  <a:lnTo>
                    <a:pt x="71005" y="198208"/>
                  </a:lnTo>
                  <a:lnTo>
                    <a:pt x="64528" y="198780"/>
                  </a:lnTo>
                  <a:lnTo>
                    <a:pt x="26517" y="215392"/>
                  </a:lnTo>
                  <a:lnTo>
                    <a:pt x="26517" y="176352"/>
                  </a:lnTo>
                  <a:lnTo>
                    <a:pt x="111137" y="176352"/>
                  </a:lnTo>
                  <a:lnTo>
                    <a:pt x="111137" y="169202"/>
                  </a:lnTo>
                  <a:close/>
                </a:path>
                <a:path w="1929129" h="601979">
                  <a:moveTo>
                    <a:pt x="1928977" y="344233"/>
                  </a:moveTo>
                  <a:lnTo>
                    <a:pt x="1629511" y="344233"/>
                  </a:lnTo>
                  <a:lnTo>
                    <a:pt x="1629511" y="241363"/>
                  </a:lnTo>
                  <a:lnTo>
                    <a:pt x="1619516" y="241363"/>
                  </a:lnTo>
                  <a:lnTo>
                    <a:pt x="1619516" y="572833"/>
                  </a:lnTo>
                  <a:lnTo>
                    <a:pt x="1315974" y="572833"/>
                  </a:lnTo>
                  <a:lnTo>
                    <a:pt x="1315974" y="521398"/>
                  </a:lnTo>
                  <a:lnTo>
                    <a:pt x="1619516" y="521398"/>
                  </a:lnTo>
                  <a:lnTo>
                    <a:pt x="1619516" y="515683"/>
                  </a:lnTo>
                  <a:lnTo>
                    <a:pt x="1315974" y="515683"/>
                  </a:lnTo>
                  <a:lnTo>
                    <a:pt x="1315974" y="464248"/>
                  </a:lnTo>
                  <a:lnTo>
                    <a:pt x="1619516" y="464248"/>
                  </a:lnTo>
                  <a:lnTo>
                    <a:pt x="1619516" y="458533"/>
                  </a:lnTo>
                  <a:lnTo>
                    <a:pt x="1315974" y="458533"/>
                  </a:lnTo>
                  <a:lnTo>
                    <a:pt x="1315974" y="427431"/>
                  </a:lnTo>
                  <a:lnTo>
                    <a:pt x="1317967" y="429006"/>
                  </a:lnTo>
                  <a:lnTo>
                    <a:pt x="1323873" y="430911"/>
                  </a:lnTo>
                  <a:lnTo>
                    <a:pt x="1363980" y="419379"/>
                  </a:lnTo>
                  <a:lnTo>
                    <a:pt x="1375613" y="407098"/>
                  </a:lnTo>
                  <a:lnTo>
                    <a:pt x="1619516" y="407098"/>
                  </a:lnTo>
                  <a:lnTo>
                    <a:pt x="1619516" y="401383"/>
                  </a:lnTo>
                  <a:lnTo>
                    <a:pt x="1378216" y="401383"/>
                  </a:lnTo>
                  <a:lnTo>
                    <a:pt x="1378813" y="400088"/>
                  </a:lnTo>
                  <a:lnTo>
                    <a:pt x="1380261" y="392518"/>
                  </a:lnTo>
                  <a:lnTo>
                    <a:pt x="1380070" y="385279"/>
                  </a:lnTo>
                  <a:lnTo>
                    <a:pt x="1377505" y="380047"/>
                  </a:lnTo>
                  <a:lnTo>
                    <a:pt x="1372552" y="376809"/>
                  </a:lnTo>
                  <a:lnTo>
                    <a:pt x="1367980" y="373189"/>
                  </a:lnTo>
                  <a:lnTo>
                    <a:pt x="1361503" y="371475"/>
                  </a:lnTo>
                  <a:lnTo>
                    <a:pt x="1353121" y="371665"/>
                  </a:lnTo>
                  <a:lnTo>
                    <a:pt x="1345184" y="372630"/>
                  </a:lnTo>
                  <a:lnTo>
                    <a:pt x="1337398" y="374942"/>
                  </a:lnTo>
                  <a:lnTo>
                    <a:pt x="1329753" y="378625"/>
                  </a:lnTo>
                  <a:lnTo>
                    <a:pt x="1322260" y="383667"/>
                  </a:lnTo>
                  <a:lnTo>
                    <a:pt x="1315974" y="389115"/>
                  </a:lnTo>
                  <a:lnTo>
                    <a:pt x="1315974" y="349948"/>
                  </a:lnTo>
                  <a:lnTo>
                    <a:pt x="1619516" y="349948"/>
                  </a:lnTo>
                  <a:lnTo>
                    <a:pt x="1619516" y="344233"/>
                  </a:lnTo>
                  <a:lnTo>
                    <a:pt x="1315974" y="344233"/>
                  </a:lnTo>
                  <a:lnTo>
                    <a:pt x="1315974" y="313131"/>
                  </a:lnTo>
                  <a:lnTo>
                    <a:pt x="1317967" y="314706"/>
                  </a:lnTo>
                  <a:lnTo>
                    <a:pt x="1323873" y="316611"/>
                  </a:lnTo>
                  <a:lnTo>
                    <a:pt x="1331112" y="316801"/>
                  </a:lnTo>
                  <a:lnTo>
                    <a:pt x="1339596" y="315849"/>
                  </a:lnTo>
                  <a:lnTo>
                    <a:pt x="1375613" y="292798"/>
                  </a:lnTo>
                  <a:lnTo>
                    <a:pt x="1376591" y="290652"/>
                  </a:lnTo>
                  <a:lnTo>
                    <a:pt x="1400594" y="290652"/>
                  </a:lnTo>
                  <a:lnTo>
                    <a:pt x="1400594" y="283502"/>
                  </a:lnTo>
                  <a:lnTo>
                    <a:pt x="1379245" y="283502"/>
                  </a:lnTo>
                  <a:lnTo>
                    <a:pt x="1380261" y="278218"/>
                  </a:lnTo>
                  <a:lnTo>
                    <a:pt x="1380070" y="270979"/>
                  </a:lnTo>
                  <a:lnTo>
                    <a:pt x="1377505" y="265747"/>
                  </a:lnTo>
                  <a:lnTo>
                    <a:pt x="1372552" y="262509"/>
                  </a:lnTo>
                  <a:lnTo>
                    <a:pt x="1367980" y="258889"/>
                  </a:lnTo>
                  <a:lnTo>
                    <a:pt x="1361503" y="257175"/>
                  </a:lnTo>
                  <a:lnTo>
                    <a:pt x="1353121" y="257365"/>
                  </a:lnTo>
                  <a:lnTo>
                    <a:pt x="1345184" y="258330"/>
                  </a:lnTo>
                  <a:lnTo>
                    <a:pt x="1337398" y="260642"/>
                  </a:lnTo>
                  <a:lnTo>
                    <a:pt x="1329753" y="264325"/>
                  </a:lnTo>
                  <a:lnTo>
                    <a:pt x="1322260" y="269367"/>
                  </a:lnTo>
                  <a:lnTo>
                    <a:pt x="1315974" y="274815"/>
                  </a:lnTo>
                  <a:lnTo>
                    <a:pt x="1315974" y="233502"/>
                  </a:lnTo>
                  <a:lnTo>
                    <a:pt x="1400594" y="233502"/>
                  </a:lnTo>
                  <a:lnTo>
                    <a:pt x="1400594" y="226352"/>
                  </a:lnTo>
                  <a:lnTo>
                    <a:pt x="1351318" y="226352"/>
                  </a:lnTo>
                  <a:lnTo>
                    <a:pt x="1356029" y="224269"/>
                  </a:lnTo>
                  <a:lnTo>
                    <a:pt x="1380261" y="192493"/>
                  </a:lnTo>
                  <a:lnTo>
                    <a:pt x="1380070" y="185254"/>
                  </a:lnTo>
                  <a:lnTo>
                    <a:pt x="1377505" y="180022"/>
                  </a:lnTo>
                  <a:lnTo>
                    <a:pt x="1372552" y="176784"/>
                  </a:lnTo>
                  <a:lnTo>
                    <a:pt x="1367980" y="173164"/>
                  </a:lnTo>
                  <a:lnTo>
                    <a:pt x="1361503" y="171450"/>
                  </a:lnTo>
                  <a:lnTo>
                    <a:pt x="1353121" y="171640"/>
                  </a:lnTo>
                  <a:lnTo>
                    <a:pt x="1345184" y="172605"/>
                  </a:lnTo>
                  <a:lnTo>
                    <a:pt x="1310614" y="195707"/>
                  </a:lnTo>
                  <a:lnTo>
                    <a:pt x="1305966" y="209638"/>
                  </a:lnTo>
                  <a:lnTo>
                    <a:pt x="1306055" y="212788"/>
                  </a:lnTo>
                  <a:lnTo>
                    <a:pt x="1305966" y="226352"/>
                  </a:lnTo>
                  <a:lnTo>
                    <a:pt x="1289443" y="226352"/>
                  </a:lnTo>
                  <a:lnTo>
                    <a:pt x="1289443" y="233502"/>
                  </a:lnTo>
                  <a:lnTo>
                    <a:pt x="1305966" y="233502"/>
                  </a:lnTo>
                  <a:lnTo>
                    <a:pt x="1305966" y="283502"/>
                  </a:lnTo>
                  <a:lnTo>
                    <a:pt x="1289443" y="283502"/>
                  </a:lnTo>
                  <a:lnTo>
                    <a:pt x="1289443" y="290652"/>
                  </a:lnTo>
                  <a:lnTo>
                    <a:pt x="1305966" y="290652"/>
                  </a:lnTo>
                  <a:lnTo>
                    <a:pt x="1305966" y="295363"/>
                  </a:lnTo>
                  <a:lnTo>
                    <a:pt x="1305966" y="344233"/>
                  </a:lnTo>
                  <a:lnTo>
                    <a:pt x="1305966" y="572833"/>
                  </a:lnTo>
                  <a:lnTo>
                    <a:pt x="607428" y="572833"/>
                  </a:lnTo>
                  <a:lnTo>
                    <a:pt x="607428" y="521398"/>
                  </a:lnTo>
                  <a:lnTo>
                    <a:pt x="1305966" y="521398"/>
                  </a:lnTo>
                  <a:lnTo>
                    <a:pt x="1305966" y="515683"/>
                  </a:lnTo>
                  <a:lnTo>
                    <a:pt x="607428" y="515683"/>
                  </a:lnTo>
                  <a:lnTo>
                    <a:pt x="607428" y="464248"/>
                  </a:lnTo>
                  <a:lnTo>
                    <a:pt x="1305966" y="464248"/>
                  </a:lnTo>
                  <a:lnTo>
                    <a:pt x="1305966" y="458533"/>
                  </a:lnTo>
                  <a:lnTo>
                    <a:pt x="1002423" y="458533"/>
                  </a:lnTo>
                  <a:lnTo>
                    <a:pt x="1002423" y="407098"/>
                  </a:lnTo>
                  <a:lnTo>
                    <a:pt x="1305966" y="407098"/>
                  </a:lnTo>
                  <a:lnTo>
                    <a:pt x="1305966" y="401383"/>
                  </a:lnTo>
                  <a:lnTo>
                    <a:pt x="1002423" y="401383"/>
                  </a:lnTo>
                  <a:lnTo>
                    <a:pt x="1002423" y="349948"/>
                  </a:lnTo>
                  <a:lnTo>
                    <a:pt x="1305966" y="349948"/>
                  </a:lnTo>
                  <a:lnTo>
                    <a:pt x="1305966" y="344233"/>
                  </a:lnTo>
                  <a:lnTo>
                    <a:pt x="1002423" y="344233"/>
                  </a:lnTo>
                  <a:lnTo>
                    <a:pt x="1002423" y="290652"/>
                  </a:lnTo>
                  <a:lnTo>
                    <a:pt x="1087043" y="290652"/>
                  </a:lnTo>
                  <a:lnTo>
                    <a:pt x="1087043" y="283502"/>
                  </a:lnTo>
                  <a:lnTo>
                    <a:pt x="1002423" y="283502"/>
                  </a:lnTo>
                  <a:lnTo>
                    <a:pt x="1002423" y="233502"/>
                  </a:lnTo>
                  <a:lnTo>
                    <a:pt x="1087043" y="233502"/>
                  </a:lnTo>
                  <a:lnTo>
                    <a:pt x="1087043" y="226352"/>
                  </a:lnTo>
                  <a:lnTo>
                    <a:pt x="1037767" y="226352"/>
                  </a:lnTo>
                  <a:lnTo>
                    <a:pt x="1042479" y="224269"/>
                  </a:lnTo>
                  <a:lnTo>
                    <a:pt x="1050429" y="219354"/>
                  </a:lnTo>
                  <a:lnTo>
                    <a:pt x="1057122" y="213499"/>
                  </a:lnTo>
                  <a:lnTo>
                    <a:pt x="1062075" y="207073"/>
                  </a:lnTo>
                  <a:lnTo>
                    <a:pt x="1065263" y="200063"/>
                  </a:lnTo>
                  <a:lnTo>
                    <a:pt x="1066711" y="192493"/>
                  </a:lnTo>
                  <a:lnTo>
                    <a:pt x="1066520" y="185254"/>
                  </a:lnTo>
                  <a:lnTo>
                    <a:pt x="1063955" y="180022"/>
                  </a:lnTo>
                  <a:lnTo>
                    <a:pt x="1059002" y="176784"/>
                  </a:lnTo>
                  <a:lnTo>
                    <a:pt x="1058456" y="176352"/>
                  </a:lnTo>
                  <a:lnTo>
                    <a:pt x="1087043" y="176352"/>
                  </a:lnTo>
                  <a:lnTo>
                    <a:pt x="1087043" y="169202"/>
                  </a:lnTo>
                  <a:lnTo>
                    <a:pt x="1037767" y="169202"/>
                  </a:lnTo>
                  <a:lnTo>
                    <a:pt x="1042479" y="167119"/>
                  </a:lnTo>
                  <a:lnTo>
                    <a:pt x="1066711" y="135343"/>
                  </a:lnTo>
                  <a:lnTo>
                    <a:pt x="1066520" y="128104"/>
                  </a:lnTo>
                  <a:lnTo>
                    <a:pt x="1063955" y="122872"/>
                  </a:lnTo>
                  <a:lnTo>
                    <a:pt x="1059002" y="119634"/>
                  </a:lnTo>
                  <a:lnTo>
                    <a:pt x="1058456" y="119202"/>
                  </a:lnTo>
                  <a:lnTo>
                    <a:pt x="1087043" y="119202"/>
                  </a:lnTo>
                  <a:lnTo>
                    <a:pt x="1087043" y="112052"/>
                  </a:lnTo>
                  <a:lnTo>
                    <a:pt x="1037767" y="112052"/>
                  </a:lnTo>
                  <a:lnTo>
                    <a:pt x="1042479" y="109969"/>
                  </a:lnTo>
                  <a:lnTo>
                    <a:pt x="1066711" y="78193"/>
                  </a:lnTo>
                  <a:lnTo>
                    <a:pt x="1066520" y="70954"/>
                  </a:lnTo>
                  <a:lnTo>
                    <a:pt x="1063955" y="65722"/>
                  </a:lnTo>
                  <a:lnTo>
                    <a:pt x="1059002" y="62484"/>
                  </a:lnTo>
                  <a:lnTo>
                    <a:pt x="1054430" y="58864"/>
                  </a:lnTo>
                  <a:lnTo>
                    <a:pt x="1047953" y="57150"/>
                  </a:lnTo>
                  <a:lnTo>
                    <a:pt x="1039571" y="57340"/>
                  </a:lnTo>
                  <a:lnTo>
                    <a:pt x="1031633" y="58305"/>
                  </a:lnTo>
                  <a:lnTo>
                    <a:pt x="1023848" y="60617"/>
                  </a:lnTo>
                  <a:lnTo>
                    <a:pt x="1020864" y="62064"/>
                  </a:lnTo>
                  <a:lnTo>
                    <a:pt x="1020864" y="119202"/>
                  </a:lnTo>
                  <a:lnTo>
                    <a:pt x="1020864" y="176352"/>
                  </a:lnTo>
                  <a:lnTo>
                    <a:pt x="1016203" y="178600"/>
                  </a:lnTo>
                  <a:lnTo>
                    <a:pt x="1008710" y="183642"/>
                  </a:lnTo>
                  <a:lnTo>
                    <a:pt x="1002423" y="189090"/>
                  </a:lnTo>
                  <a:lnTo>
                    <a:pt x="1002423" y="176352"/>
                  </a:lnTo>
                  <a:lnTo>
                    <a:pt x="1020864" y="176352"/>
                  </a:lnTo>
                  <a:lnTo>
                    <a:pt x="1020864" y="119202"/>
                  </a:lnTo>
                  <a:lnTo>
                    <a:pt x="1016203" y="121450"/>
                  </a:lnTo>
                  <a:lnTo>
                    <a:pt x="1008710" y="126492"/>
                  </a:lnTo>
                  <a:lnTo>
                    <a:pt x="1002423" y="131940"/>
                  </a:lnTo>
                  <a:lnTo>
                    <a:pt x="1002423" y="119202"/>
                  </a:lnTo>
                  <a:lnTo>
                    <a:pt x="1020864" y="119202"/>
                  </a:lnTo>
                  <a:lnTo>
                    <a:pt x="1020864" y="62064"/>
                  </a:lnTo>
                  <a:lnTo>
                    <a:pt x="992416" y="95338"/>
                  </a:lnTo>
                  <a:lnTo>
                    <a:pt x="992505" y="98488"/>
                  </a:lnTo>
                  <a:lnTo>
                    <a:pt x="992416" y="112052"/>
                  </a:lnTo>
                  <a:lnTo>
                    <a:pt x="975906" y="112052"/>
                  </a:lnTo>
                  <a:lnTo>
                    <a:pt x="975906" y="119202"/>
                  </a:lnTo>
                  <a:lnTo>
                    <a:pt x="992416" y="119202"/>
                  </a:lnTo>
                  <a:lnTo>
                    <a:pt x="992416" y="152488"/>
                  </a:lnTo>
                  <a:lnTo>
                    <a:pt x="992416" y="169202"/>
                  </a:lnTo>
                  <a:lnTo>
                    <a:pt x="975906" y="169202"/>
                  </a:lnTo>
                  <a:lnTo>
                    <a:pt x="975906" y="176352"/>
                  </a:lnTo>
                  <a:lnTo>
                    <a:pt x="992416" y="176352"/>
                  </a:lnTo>
                  <a:lnTo>
                    <a:pt x="992416" y="209638"/>
                  </a:lnTo>
                  <a:lnTo>
                    <a:pt x="992416" y="226352"/>
                  </a:lnTo>
                  <a:lnTo>
                    <a:pt x="975906" y="226352"/>
                  </a:lnTo>
                  <a:lnTo>
                    <a:pt x="975906" y="233502"/>
                  </a:lnTo>
                  <a:lnTo>
                    <a:pt x="992416" y="233502"/>
                  </a:lnTo>
                  <a:lnTo>
                    <a:pt x="992416" y="283502"/>
                  </a:lnTo>
                  <a:lnTo>
                    <a:pt x="975906" y="283502"/>
                  </a:lnTo>
                  <a:lnTo>
                    <a:pt x="975906" y="290652"/>
                  </a:lnTo>
                  <a:lnTo>
                    <a:pt x="992416" y="290652"/>
                  </a:lnTo>
                  <a:lnTo>
                    <a:pt x="992416" y="344233"/>
                  </a:lnTo>
                  <a:lnTo>
                    <a:pt x="992416" y="349948"/>
                  </a:lnTo>
                  <a:lnTo>
                    <a:pt x="992416" y="401383"/>
                  </a:lnTo>
                  <a:lnTo>
                    <a:pt x="992416" y="407098"/>
                  </a:lnTo>
                  <a:lnTo>
                    <a:pt x="992416" y="458533"/>
                  </a:lnTo>
                  <a:lnTo>
                    <a:pt x="688873" y="458533"/>
                  </a:lnTo>
                  <a:lnTo>
                    <a:pt x="688873" y="407098"/>
                  </a:lnTo>
                  <a:lnTo>
                    <a:pt x="992416" y="407098"/>
                  </a:lnTo>
                  <a:lnTo>
                    <a:pt x="992416" y="401383"/>
                  </a:lnTo>
                  <a:lnTo>
                    <a:pt x="688873" y="401383"/>
                  </a:lnTo>
                  <a:lnTo>
                    <a:pt x="688873" y="349948"/>
                  </a:lnTo>
                  <a:lnTo>
                    <a:pt x="992416" y="349948"/>
                  </a:lnTo>
                  <a:lnTo>
                    <a:pt x="992416" y="344233"/>
                  </a:lnTo>
                  <a:lnTo>
                    <a:pt x="688873" y="344233"/>
                  </a:lnTo>
                  <a:lnTo>
                    <a:pt x="688873" y="290652"/>
                  </a:lnTo>
                  <a:lnTo>
                    <a:pt x="773493" y="290652"/>
                  </a:lnTo>
                  <a:lnTo>
                    <a:pt x="773493" y="283502"/>
                  </a:lnTo>
                  <a:lnTo>
                    <a:pt x="724217" y="283502"/>
                  </a:lnTo>
                  <a:lnTo>
                    <a:pt x="728929" y="281419"/>
                  </a:lnTo>
                  <a:lnTo>
                    <a:pt x="736879" y="276504"/>
                  </a:lnTo>
                  <a:lnTo>
                    <a:pt x="743572" y="270649"/>
                  </a:lnTo>
                  <a:lnTo>
                    <a:pt x="748525" y="264223"/>
                  </a:lnTo>
                  <a:lnTo>
                    <a:pt x="751713" y="257213"/>
                  </a:lnTo>
                  <a:lnTo>
                    <a:pt x="753160" y="249643"/>
                  </a:lnTo>
                  <a:lnTo>
                    <a:pt x="752970" y="242404"/>
                  </a:lnTo>
                  <a:lnTo>
                    <a:pt x="750404" y="237172"/>
                  </a:lnTo>
                  <a:lnTo>
                    <a:pt x="745451" y="233934"/>
                  </a:lnTo>
                  <a:lnTo>
                    <a:pt x="744905" y="233502"/>
                  </a:lnTo>
                  <a:lnTo>
                    <a:pt x="773493" y="233502"/>
                  </a:lnTo>
                  <a:lnTo>
                    <a:pt x="773493" y="226352"/>
                  </a:lnTo>
                  <a:lnTo>
                    <a:pt x="724217" y="226352"/>
                  </a:lnTo>
                  <a:lnTo>
                    <a:pt x="728929" y="224269"/>
                  </a:lnTo>
                  <a:lnTo>
                    <a:pt x="753160" y="192493"/>
                  </a:lnTo>
                  <a:lnTo>
                    <a:pt x="752970" y="185254"/>
                  </a:lnTo>
                  <a:lnTo>
                    <a:pt x="750404" y="180022"/>
                  </a:lnTo>
                  <a:lnTo>
                    <a:pt x="745451" y="176784"/>
                  </a:lnTo>
                  <a:lnTo>
                    <a:pt x="744905" y="176352"/>
                  </a:lnTo>
                  <a:lnTo>
                    <a:pt x="773493" y="176352"/>
                  </a:lnTo>
                  <a:lnTo>
                    <a:pt x="773493" y="169202"/>
                  </a:lnTo>
                  <a:lnTo>
                    <a:pt x="724217" y="169202"/>
                  </a:lnTo>
                  <a:lnTo>
                    <a:pt x="728929" y="167119"/>
                  </a:lnTo>
                  <a:lnTo>
                    <a:pt x="753160" y="135343"/>
                  </a:lnTo>
                  <a:lnTo>
                    <a:pt x="752970" y="128104"/>
                  </a:lnTo>
                  <a:lnTo>
                    <a:pt x="750404" y="122872"/>
                  </a:lnTo>
                  <a:lnTo>
                    <a:pt x="745451" y="119634"/>
                  </a:lnTo>
                  <a:lnTo>
                    <a:pt x="744905" y="119202"/>
                  </a:lnTo>
                  <a:lnTo>
                    <a:pt x="773493" y="119202"/>
                  </a:lnTo>
                  <a:lnTo>
                    <a:pt x="773493" y="112052"/>
                  </a:lnTo>
                  <a:lnTo>
                    <a:pt x="707313" y="112052"/>
                  </a:lnTo>
                  <a:lnTo>
                    <a:pt x="707313" y="119202"/>
                  </a:lnTo>
                  <a:lnTo>
                    <a:pt x="707313" y="176352"/>
                  </a:lnTo>
                  <a:lnTo>
                    <a:pt x="707313" y="233502"/>
                  </a:lnTo>
                  <a:lnTo>
                    <a:pt x="702652" y="235750"/>
                  </a:lnTo>
                  <a:lnTo>
                    <a:pt x="695159" y="240792"/>
                  </a:lnTo>
                  <a:lnTo>
                    <a:pt x="688873" y="246240"/>
                  </a:lnTo>
                  <a:lnTo>
                    <a:pt x="688873" y="233502"/>
                  </a:lnTo>
                  <a:lnTo>
                    <a:pt x="707313" y="233502"/>
                  </a:lnTo>
                  <a:lnTo>
                    <a:pt x="707313" y="176352"/>
                  </a:lnTo>
                  <a:lnTo>
                    <a:pt x="702652" y="178600"/>
                  </a:lnTo>
                  <a:lnTo>
                    <a:pt x="695159" y="183642"/>
                  </a:lnTo>
                  <a:lnTo>
                    <a:pt x="688873" y="189090"/>
                  </a:lnTo>
                  <a:lnTo>
                    <a:pt x="688873" y="176352"/>
                  </a:lnTo>
                  <a:lnTo>
                    <a:pt x="707313" y="176352"/>
                  </a:lnTo>
                  <a:lnTo>
                    <a:pt x="707313" y="119202"/>
                  </a:lnTo>
                  <a:lnTo>
                    <a:pt x="702652" y="121450"/>
                  </a:lnTo>
                  <a:lnTo>
                    <a:pt x="695159" y="126492"/>
                  </a:lnTo>
                  <a:lnTo>
                    <a:pt x="688873" y="131940"/>
                  </a:lnTo>
                  <a:lnTo>
                    <a:pt x="688873" y="119202"/>
                  </a:lnTo>
                  <a:lnTo>
                    <a:pt x="707313" y="119202"/>
                  </a:lnTo>
                  <a:lnTo>
                    <a:pt x="707313" y="112052"/>
                  </a:lnTo>
                  <a:lnTo>
                    <a:pt x="688873" y="112052"/>
                  </a:lnTo>
                  <a:lnTo>
                    <a:pt x="688873" y="62052"/>
                  </a:lnTo>
                  <a:lnTo>
                    <a:pt x="773493" y="62052"/>
                  </a:lnTo>
                  <a:lnTo>
                    <a:pt x="773493" y="54902"/>
                  </a:lnTo>
                  <a:lnTo>
                    <a:pt x="724217" y="54902"/>
                  </a:lnTo>
                  <a:lnTo>
                    <a:pt x="728929" y="52819"/>
                  </a:lnTo>
                  <a:lnTo>
                    <a:pt x="753160" y="21043"/>
                  </a:lnTo>
                  <a:lnTo>
                    <a:pt x="752970" y="13804"/>
                  </a:lnTo>
                  <a:lnTo>
                    <a:pt x="750404" y="8572"/>
                  </a:lnTo>
                  <a:lnTo>
                    <a:pt x="745451" y="5334"/>
                  </a:lnTo>
                  <a:lnTo>
                    <a:pt x="740879" y="1714"/>
                  </a:lnTo>
                  <a:lnTo>
                    <a:pt x="734402" y="0"/>
                  </a:lnTo>
                  <a:lnTo>
                    <a:pt x="726020" y="190"/>
                  </a:lnTo>
                  <a:lnTo>
                    <a:pt x="718083" y="1155"/>
                  </a:lnTo>
                  <a:lnTo>
                    <a:pt x="683514" y="24257"/>
                  </a:lnTo>
                  <a:lnTo>
                    <a:pt x="678865" y="38188"/>
                  </a:lnTo>
                  <a:lnTo>
                    <a:pt x="678954" y="41338"/>
                  </a:lnTo>
                  <a:lnTo>
                    <a:pt x="678865" y="54902"/>
                  </a:lnTo>
                  <a:lnTo>
                    <a:pt x="662355" y="54902"/>
                  </a:lnTo>
                  <a:lnTo>
                    <a:pt x="662355" y="62052"/>
                  </a:lnTo>
                  <a:lnTo>
                    <a:pt x="678865" y="62052"/>
                  </a:lnTo>
                  <a:lnTo>
                    <a:pt x="678865" y="112052"/>
                  </a:lnTo>
                  <a:lnTo>
                    <a:pt x="662355" y="112052"/>
                  </a:lnTo>
                  <a:lnTo>
                    <a:pt x="662355" y="119202"/>
                  </a:lnTo>
                  <a:lnTo>
                    <a:pt x="678865" y="119202"/>
                  </a:lnTo>
                  <a:lnTo>
                    <a:pt x="678865" y="152488"/>
                  </a:lnTo>
                  <a:lnTo>
                    <a:pt x="678865" y="169202"/>
                  </a:lnTo>
                  <a:lnTo>
                    <a:pt x="662355" y="169202"/>
                  </a:lnTo>
                  <a:lnTo>
                    <a:pt x="662355" y="176352"/>
                  </a:lnTo>
                  <a:lnTo>
                    <a:pt x="678865" y="176352"/>
                  </a:lnTo>
                  <a:lnTo>
                    <a:pt x="678865" y="209638"/>
                  </a:lnTo>
                  <a:lnTo>
                    <a:pt x="678865" y="226352"/>
                  </a:lnTo>
                  <a:lnTo>
                    <a:pt x="662355" y="226352"/>
                  </a:lnTo>
                  <a:lnTo>
                    <a:pt x="662355" y="233502"/>
                  </a:lnTo>
                  <a:lnTo>
                    <a:pt x="678865" y="233502"/>
                  </a:lnTo>
                  <a:lnTo>
                    <a:pt x="678865" y="266788"/>
                  </a:lnTo>
                  <a:lnTo>
                    <a:pt x="678865" y="283502"/>
                  </a:lnTo>
                  <a:lnTo>
                    <a:pt x="662355" y="283502"/>
                  </a:lnTo>
                  <a:lnTo>
                    <a:pt x="662355" y="290652"/>
                  </a:lnTo>
                  <a:lnTo>
                    <a:pt x="678865" y="290652"/>
                  </a:lnTo>
                  <a:lnTo>
                    <a:pt x="678865" y="344233"/>
                  </a:lnTo>
                  <a:lnTo>
                    <a:pt x="678865" y="349948"/>
                  </a:lnTo>
                  <a:lnTo>
                    <a:pt x="678865" y="401383"/>
                  </a:lnTo>
                  <a:lnTo>
                    <a:pt x="678865" y="407098"/>
                  </a:lnTo>
                  <a:lnTo>
                    <a:pt x="678865" y="458533"/>
                  </a:lnTo>
                  <a:lnTo>
                    <a:pt x="607428" y="458533"/>
                  </a:lnTo>
                  <a:lnTo>
                    <a:pt x="607428" y="407098"/>
                  </a:lnTo>
                  <a:lnTo>
                    <a:pt x="678865" y="407098"/>
                  </a:lnTo>
                  <a:lnTo>
                    <a:pt x="678865" y="401383"/>
                  </a:lnTo>
                  <a:lnTo>
                    <a:pt x="607428" y="401383"/>
                  </a:lnTo>
                  <a:lnTo>
                    <a:pt x="607428" y="349948"/>
                  </a:lnTo>
                  <a:lnTo>
                    <a:pt x="678865" y="349948"/>
                  </a:lnTo>
                  <a:lnTo>
                    <a:pt x="678865" y="344233"/>
                  </a:lnTo>
                  <a:lnTo>
                    <a:pt x="594728" y="344233"/>
                  </a:lnTo>
                  <a:lnTo>
                    <a:pt x="594728" y="349948"/>
                  </a:lnTo>
                  <a:lnTo>
                    <a:pt x="598855" y="349948"/>
                  </a:lnTo>
                  <a:lnTo>
                    <a:pt x="598855" y="401383"/>
                  </a:lnTo>
                  <a:lnTo>
                    <a:pt x="594728" y="401383"/>
                  </a:lnTo>
                  <a:lnTo>
                    <a:pt x="594728" y="407098"/>
                  </a:lnTo>
                  <a:lnTo>
                    <a:pt x="598855" y="407098"/>
                  </a:lnTo>
                  <a:lnTo>
                    <a:pt x="598855" y="458533"/>
                  </a:lnTo>
                  <a:lnTo>
                    <a:pt x="594728" y="458533"/>
                  </a:lnTo>
                  <a:lnTo>
                    <a:pt x="594728" y="464248"/>
                  </a:lnTo>
                  <a:lnTo>
                    <a:pt x="598855" y="464248"/>
                  </a:lnTo>
                  <a:lnTo>
                    <a:pt x="598855" y="515683"/>
                  </a:lnTo>
                  <a:lnTo>
                    <a:pt x="594728" y="515683"/>
                  </a:lnTo>
                  <a:lnTo>
                    <a:pt x="594728" y="521398"/>
                  </a:lnTo>
                  <a:lnTo>
                    <a:pt x="598855" y="521398"/>
                  </a:lnTo>
                  <a:lnTo>
                    <a:pt x="598855" y="572833"/>
                  </a:lnTo>
                  <a:lnTo>
                    <a:pt x="594728" y="572833"/>
                  </a:lnTo>
                  <a:lnTo>
                    <a:pt x="594728" y="578548"/>
                  </a:lnTo>
                  <a:lnTo>
                    <a:pt x="598855" y="578548"/>
                  </a:lnTo>
                  <a:lnTo>
                    <a:pt x="607428" y="578548"/>
                  </a:lnTo>
                  <a:lnTo>
                    <a:pt x="1305966" y="578548"/>
                  </a:lnTo>
                  <a:lnTo>
                    <a:pt x="1305966" y="601408"/>
                  </a:lnTo>
                  <a:lnTo>
                    <a:pt x="1315974" y="601408"/>
                  </a:lnTo>
                  <a:lnTo>
                    <a:pt x="1315974" y="578548"/>
                  </a:lnTo>
                  <a:lnTo>
                    <a:pt x="1619516" y="578548"/>
                  </a:lnTo>
                  <a:lnTo>
                    <a:pt x="1619516" y="601408"/>
                  </a:lnTo>
                  <a:lnTo>
                    <a:pt x="1629511" y="601408"/>
                  </a:lnTo>
                  <a:lnTo>
                    <a:pt x="1629511" y="578548"/>
                  </a:lnTo>
                  <a:lnTo>
                    <a:pt x="1928977" y="578548"/>
                  </a:lnTo>
                  <a:lnTo>
                    <a:pt x="1928977" y="572833"/>
                  </a:lnTo>
                  <a:lnTo>
                    <a:pt x="1629511" y="572833"/>
                  </a:lnTo>
                  <a:lnTo>
                    <a:pt x="1629511" y="521398"/>
                  </a:lnTo>
                  <a:lnTo>
                    <a:pt x="1928977" y="521398"/>
                  </a:lnTo>
                  <a:lnTo>
                    <a:pt x="1928977" y="515683"/>
                  </a:lnTo>
                  <a:lnTo>
                    <a:pt x="1629511" y="515683"/>
                  </a:lnTo>
                  <a:lnTo>
                    <a:pt x="1629511" y="464248"/>
                  </a:lnTo>
                  <a:lnTo>
                    <a:pt x="1928977" y="464248"/>
                  </a:lnTo>
                  <a:lnTo>
                    <a:pt x="1928977" y="458533"/>
                  </a:lnTo>
                  <a:lnTo>
                    <a:pt x="1629511" y="458533"/>
                  </a:lnTo>
                  <a:lnTo>
                    <a:pt x="1629511" y="407098"/>
                  </a:lnTo>
                  <a:lnTo>
                    <a:pt x="1928977" y="407098"/>
                  </a:lnTo>
                  <a:lnTo>
                    <a:pt x="1928977" y="401383"/>
                  </a:lnTo>
                  <a:lnTo>
                    <a:pt x="1629511" y="401383"/>
                  </a:lnTo>
                  <a:lnTo>
                    <a:pt x="1629511" y="349948"/>
                  </a:lnTo>
                  <a:lnTo>
                    <a:pt x="1928977" y="349948"/>
                  </a:lnTo>
                  <a:lnTo>
                    <a:pt x="1928977" y="3442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4" name="object 314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5588289" y="8998394"/>
              <a:ext cx="111140" cy="116776"/>
            </a:xfrm>
            <a:prstGeom prst="rect">
              <a:avLst/>
            </a:prstGeom>
          </p:spPr>
        </p:pic>
        <p:sp>
          <p:nvSpPr>
            <p:cNvPr id="315" name="object 315"/>
            <p:cNvSpPr/>
            <p:nvPr/>
          </p:nvSpPr>
          <p:spPr>
            <a:xfrm>
              <a:off x="5604802" y="8996588"/>
              <a:ext cx="1663700" cy="403225"/>
            </a:xfrm>
            <a:custGeom>
              <a:avLst/>
              <a:gdLst/>
              <a:ahLst/>
              <a:cxnLst/>
              <a:rect l="l" t="t" r="r" b="b"/>
              <a:pathLst>
                <a:path w="1663700" h="403225">
                  <a:moveTo>
                    <a:pt x="74295" y="194310"/>
                  </a:moveTo>
                  <a:lnTo>
                    <a:pt x="74104" y="187071"/>
                  </a:lnTo>
                  <a:lnTo>
                    <a:pt x="71526" y="181838"/>
                  </a:lnTo>
                  <a:lnTo>
                    <a:pt x="66573" y="178600"/>
                  </a:lnTo>
                  <a:lnTo>
                    <a:pt x="62001" y="174980"/>
                  </a:lnTo>
                  <a:lnTo>
                    <a:pt x="55524" y="173266"/>
                  </a:lnTo>
                  <a:lnTo>
                    <a:pt x="47142" y="173456"/>
                  </a:lnTo>
                  <a:lnTo>
                    <a:pt x="39217" y="174421"/>
                  </a:lnTo>
                  <a:lnTo>
                    <a:pt x="4648" y="197523"/>
                  </a:lnTo>
                  <a:lnTo>
                    <a:pt x="0" y="211455"/>
                  </a:lnTo>
                  <a:lnTo>
                    <a:pt x="190" y="217932"/>
                  </a:lnTo>
                  <a:lnTo>
                    <a:pt x="25146" y="232892"/>
                  </a:lnTo>
                  <a:lnTo>
                    <a:pt x="33629" y="231940"/>
                  </a:lnTo>
                  <a:lnTo>
                    <a:pt x="69646" y="208889"/>
                  </a:lnTo>
                  <a:lnTo>
                    <a:pt x="72847" y="201879"/>
                  </a:lnTo>
                  <a:lnTo>
                    <a:pt x="74295" y="194310"/>
                  </a:lnTo>
                  <a:close/>
                </a:path>
                <a:path w="1663700" h="403225">
                  <a:moveTo>
                    <a:pt x="1663090" y="146024"/>
                  </a:moveTo>
                  <a:lnTo>
                    <a:pt x="1030693" y="146024"/>
                  </a:lnTo>
                  <a:lnTo>
                    <a:pt x="1030693" y="71729"/>
                  </a:lnTo>
                  <a:lnTo>
                    <a:pt x="1020686" y="71729"/>
                  </a:lnTo>
                  <a:lnTo>
                    <a:pt x="1020686" y="374624"/>
                  </a:lnTo>
                  <a:lnTo>
                    <a:pt x="403593" y="374624"/>
                  </a:lnTo>
                  <a:lnTo>
                    <a:pt x="403593" y="323189"/>
                  </a:lnTo>
                  <a:lnTo>
                    <a:pt x="1020686" y="323189"/>
                  </a:lnTo>
                  <a:lnTo>
                    <a:pt x="1020686" y="317474"/>
                  </a:lnTo>
                  <a:lnTo>
                    <a:pt x="403593" y="317474"/>
                  </a:lnTo>
                  <a:lnTo>
                    <a:pt x="403593" y="266039"/>
                  </a:lnTo>
                  <a:lnTo>
                    <a:pt x="1020686" y="266039"/>
                  </a:lnTo>
                  <a:lnTo>
                    <a:pt x="1020686" y="260324"/>
                  </a:lnTo>
                  <a:lnTo>
                    <a:pt x="403593" y="260324"/>
                  </a:lnTo>
                  <a:lnTo>
                    <a:pt x="403593" y="230797"/>
                  </a:lnTo>
                  <a:lnTo>
                    <a:pt x="407885" y="233172"/>
                  </a:lnTo>
                  <a:lnTo>
                    <a:pt x="413600" y="234315"/>
                  </a:lnTo>
                  <a:lnTo>
                    <a:pt x="448652" y="224218"/>
                  </a:lnTo>
                  <a:lnTo>
                    <a:pt x="451319" y="222605"/>
                  </a:lnTo>
                  <a:lnTo>
                    <a:pt x="458025" y="217030"/>
                  </a:lnTo>
                  <a:lnTo>
                    <a:pt x="463029" y="210883"/>
                  </a:lnTo>
                  <a:lnTo>
                    <a:pt x="463994" y="208889"/>
                  </a:lnTo>
                  <a:lnTo>
                    <a:pt x="1020686" y="208889"/>
                  </a:lnTo>
                  <a:lnTo>
                    <a:pt x="1020686" y="203174"/>
                  </a:lnTo>
                  <a:lnTo>
                    <a:pt x="466521" y="203174"/>
                  </a:lnTo>
                  <a:lnTo>
                    <a:pt x="467893" y="196888"/>
                  </a:lnTo>
                  <a:lnTo>
                    <a:pt x="468655" y="188125"/>
                  </a:lnTo>
                  <a:lnTo>
                    <a:pt x="465772" y="181165"/>
                  </a:lnTo>
                  <a:lnTo>
                    <a:pt x="465696" y="180975"/>
                  </a:lnTo>
                  <a:lnTo>
                    <a:pt x="460171" y="176403"/>
                  </a:lnTo>
                  <a:lnTo>
                    <a:pt x="460171" y="185737"/>
                  </a:lnTo>
                  <a:lnTo>
                    <a:pt x="460171" y="189357"/>
                  </a:lnTo>
                  <a:lnTo>
                    <a:pt x="458177" y="193548"/>
                  </a:lnTo>
                  <a:lnTo>
                    <a:pt x="454177" y="198310"/>
                  </a:lnTo>
                  <a:lnTo>
                    <a:pt x="448564" y="203174"/>
                  </a:lnTo>
                  <a:lnTo>
                    <a:pt x="441972" y="203174"/>
                  </a:lnTo>
                  <a:lnTo>
                    <a:pt x="441972" y="208889"/>
                  </a:lnTo>
                  <a:lnTo>
                    <a:pt x="411314" y="224218"/>
                  </a:lnTo>
                  <a:lnTo>
                    <a:pt x="407314" y="224028"/>
                  </a:lnTo>
                  <a:lnTo>
                    <a:pt x="403593" y="223685"/>
                  </a:lnTo>
                  <a:lnTo>
                    <a:pt x="403593" y="212483"/>
                  </a:lnTo>
                  <a:lnTo>
                    <a:pt x="405701" y="208889"/>
                  </a:lnTo>
                  <a:lnTo>
                    <a:pt x="441972" y="208889"/>
                  </a:lnTo>
                  <a:lnTo>
                    <a:pt x="441972" y="203174"/>
                  </a:lnTo>
                  <a:lnTo>
                    <a:pt x="410883" y="203174"/>
                  </a:lnTo>
                  <a:lnTo>
                    <a:pt x="421792" y="194310"/>
                  </a:lnTo>
                  <a:lnTo>
                    <a:pt x="427596" y="190601"/>
                  </a:lnTo>
                  <a:lnTo>
                    <a:pt x="435025" y="186601"/>
                  </a:lnTo>
                  <a:lnTo>
                    <a:pt x="442645" y="182791"/>
                  </a:lnTo>
                  <a:lnTo>
                    <a:pt x="449313" y="181165"/>
                  </a:lnTo>
                  <a:lnTo>
                    <a:pt x="455028" y="181737"/>
                  </a:lnTo>
                  <a:lnTo>
                    <a:pt x="457885" y="182118"/>
                  </a:lnTo>
                  <a:lnTo>
                    <a:pt x="459600" y="183451"/>
                  </a:lnTo>
                  <a:lnTo>
                    <a:pt x="460171" y="185737"/>
                  </a:lnTo>
                  <a:lnTo>
                    <a:pt x="460171" y="176403"/>
                  </a:lnTo>
                  <a:lnTo>
                    <a:pt x="459028" y="175450"/>
                  </a:lnTo>
                  <a:lnTo>
                    <a:pt x="453885" y="172593"/>
                  </a:lnTo>
                  <a:lnTo>
                    <a:pt x="448081" y="171450"/>
                  </a:lnTo>
                  <a:lnTo>
                    <a:pt x="441604" y="172021"/>
                  </a:lnTo>
                  <a:lnTo>
                    <a:pt x="403593" y="188633"/>
                  </a:lnTo>
                  <a:lnTo>
                    <a:pt x="403593" y="151739"/>
                  </a:lnTo>
                  <a:lnTo>
                    <a:pt x="1020686" y="151739"/>
                  </a:lnTo>
                  <a:lnTo>
                    <a:pt x="1020686" y="146024"/>
                  </a:lnTo>
                  <a:lnTo>
                    <a:pt x="431939" y="146024"/>
                  </a:lnTo>
                  <a:lnTo>
                    <a:pt x="435889" y="144945"/>
                  </a:lnTo>
                  <a:lnTo>
                    <a:pt x="443674" y="141541"/>
                  </a:lnTo>
                  <a:lnTo>
                    <a:pt x="448652" y="138493"/>
                  </a:lnTo>
                  <a:lnTo>
                    <a:pt x="451319" y="136880"/>
                  </a:lnTo>
                  <a:lnTo>
                    <a:pt x="468655" y="102400"/>
                  </a:lnTo>
                  <a:lnTo>
                    <a:pt x="465772" y="95440"/>
                  </a:lnTo>
                  <a:lnTo>
                    <a:pt x="465696" y="95250"/>
                  </a:lnTo>
                  <a:lnTo>
                    <a:pt x="462305" y="92443"/>
                  </a:lnTo>
                  <a:lnTo>
                    <a:pt x="488213" y="92443"/>
                  </a:lnTo>
                  <a:lnTo>
                    <a:pt x="488213" y="85293"/>
                  </a:lnTo>
                  <a:lnTo>
                    <a:pt x="460171" y="85293"/>
                  </a:lnTo>
                  <a:lnTo>
                    <a:pt x="460171" y="100012"/>
                  </a:lnTo>
                  <a:lnTo>
                    <a:pt x="460171" y="103632"/>
                  </a:lnTo>
                  <a:lnTo>
                    <a:pt x="427596" y="132880"/>
                  </a:lnTo>
                  <a:lnTo>
                    <a:pt x="411314" y="138493"/>
                  </a:lnTo>
                  <a:lnTo>
                    <a:pt x="407314" y="138303"/>
                  </a:lnTo>
                  <a:lnTo>
                    <a:pt x="405320" y="138125"/>
                  </a:lnTo>
                  <a:lnTo>
                    <a:pt x="405320" y="146024"/>
                  </a:lnTo>
                  <a:lnTo>
                    <a:pt x="403593" y="146024"/>
                  </a:lnTo>
                  <a:lnTo>
                    <a:pt x="403593" y="145072"/>
                  </a:lnTo>
                  <a:lnTo>
                    <a:pt x="405320" y="146024"/>
                  </a:lnTo>
                  <a:lnTo>
                    <a:pt x="405320" y="138125"/>
                  </a:lnTo>
                  <a:lnTo>
                    <a:pt x="403593" y="137960"/>
                  </a:lnTo>
                  <a:lnTo>
                    <a:pt x="403593" y="126758"/>
                  </a:lnTo>
                  <a:lnTo>
                    <a:pt x="435025" y="100876"/>
                  </a:lnTo>
                  <a:lnTo>
                    <a:pt x="449313" y="95440"/>
                  </a:lnTo>
                  <a:lnTo>
                    <a:pt x="455028" y="96012"/>
                  </a:lnTo>
                  <a:lnTo>
                    <a:pt x="457885" y="96393"/>
                  </a:lnTo>
                  <a:lnTo>
                    <a:pt x="459600" y="97726"/>
                  </a:lnTo>
                  <a:lnTo>
                    <a:pt x="460171" y="100012"/>
                  </a:lnTo>
                  <a:lnTo>
                    <a:pt x="460171" y="85293"/>
                  </a:lnTo>
                  <a:lnTo>
                    <a:pt x="418477" y="85293"/>
                  </a:lnTo>
                  <a:lnTo>
                    <a:pt x="418477" y="92443"/>
                  </a:lnTo>
                  <a:lnTo>
                    <a:pt x="417703" y="92786"/>
                  </a:lnTo>
                  <a:lnTo>
                    <a:pt x="410171" y="97447"/>
                  </a:lnTo>
                  <a:lnTo>
                    <a:pt x="403593" y="102908"/>
                  </a:lnTo>
                  <a:lnTo>
                    <a:pt x="403593" y="92443"/>
                  </a:lnTo>
                  <a:lnTo>
                    <a:pt x="418477" y="92443"/>
                  </a:lnTo>
                  <a:lnTo>
                    <a:pt x="418477" y="85293"/>
                  </a:lnTo>
                  <a:lnTo>
                    <a:pt x="403593" y="85293"/>
                  </a:lnTo>
                  <a:lnTo>
                    <a:pt x="403593" y="59347"/>
                  </a:lnTo>
                  <a:lnTo>
                    <a:pt x="407885" y="61722"/>
                  </a:lnTo>
                  <a:lnTo>
                    <a:pt x="413600" y="62865"/>
                  </a:lnTo>
                  <a:lnTo>
                    <a:pt x="419887" y="62293"/>
                  </a:lnTo>
                  <a:lnTo>
                    <a:pt x="427951" y="61391"/>
                  </a:lnTo>
                  <a:lnTo>
                    <a:pt x="435889" y="59220"/>
                  </a:lnTo>
                  <a:lnTo>
                    <a:pt x="443674" y="55816"/>
                  </a:lnTo>
                  <a:lnTo>
                    <a:pt x="448652" y="52768"/>
                  </a:lnTo>
                  <a:lnTo>
                    <a:pt x="451319" y="51155"/>
                  </a:lnTo>
                  <a:lnTo>
                    <a:pt x="458025" y="45580"/>
                  </a:lnTo>
                  <a:lnTo>
                    <a:pt x="463029" y="39433"/>
                  </a:lnTo>
                  <a:lnTo>
                    <a:pt x="465048" y="35293"/>
                  </a:lnTo>
                  <a:lnTo>
                    <a:pt x="488213" y="35293"/>
                  </a:lnTo>
                  <a:lnTo>
                    <a:pt x="488213" y="28143"/>
                  </a:lnTo>
                  <a:lnTo>
                    <a:pt x="467296" y="28143"/>
                  </a:lnTo>
                  <a:lnTo>
                    <a:pt x="467893" y="25438"/>
                  </a:lnTo>
                  <a:lnTo>
                    <a:pt x="468655" y="16675"/>
                  </a:lnTo>
                  <a:lnTo>
                    <a:pt x="465772" y="9715"/>
                  </a:lnTo>
                  <a:lnTo>
                    <a:pt x="465696" y="9525"/>
                  </a:lnTo>
                  <a:lnTo>
                    <a:pt x="460171" y="4953"/>
                  </a:lnTo>
                  <a:lnTo>
                    <a:pt x="460171" y="14287"/>
                  </a:lnTo>
                  <a:lnTo>
                    <a:pt x="460171" y="17907"/>
                  </a:lnTo>
                  <a:lnTo>
                    <a:pt x="458177" y="22098"/>
                  </a:lnTo>
                  <a:lnTo>
                    <a:pt x="454177" y="26860"/>
                  </a:lnTo>
                  <a:lnTo>
                    <a:pt x="452691" y="28143"/>
                  </a:lnTo>
                  <a:lnTo>
                    <a:pt x="444449" y="28143"/>
                  </a:lnTo>
                  <a:lnTo>
                    <a:pt x="444449" y="35293"/>
                  </a:lnTo>
                  <a:lnTo>
                    <a:pt x="411314" y="52768"/>
                  </a:lnTo>
                  <a:lnTo>
                    <a:pt x="407314" y="52578"/>
                  </a:lnTo>
                  <a:lnTo>
                    <a:pt x="403593" y="52235"/>
                  </a:lnTo>
                  <a:lnTo>
                    <a:pt x="403593" y="43154"/>
                  </a:lnTo>
                  <a:lnTo>
                    <a:pt x="402615" y="43154"/>
                  </a:lnTo>
                  <a:lnTo>
                    <a:pt x="402805" y="42367"/>
                  </a:lnTo>
                  <a:lnTo>
                    <a:pt x="405879" y="37147"/>
                  </a:lnTo>
                  <a:lnTo>
                    <a:pt x="407581" y="35293"/>
                  </a:lnTo>
                  <a:lnTo>
                    <a:pt x="444449" y="35293"/>
                  </a:lnTo>
                  <a:lnTo>
                    <a:pt x="444449" y="28143"/>
                  </a:lnTo>
                  <a:lnTo>
                    <a:pt x="415290" y="28143"/>
                  </a:lnTo>
                  <a:lnTo>
                    <a:pt x="421792" y="22860"/>
                  </a:lnTo>
                  <a:lnTo>
                    <a:pt x="427596" y="19151"/>
                  </a:lnTo>
                  <a:lnTo>
                    <a:pt x="435025" y="15151"/>
                  </a:lnTo>
                  <a:lnTo>
                    <a:pt x="442645" y="11341"/>
                  </a:lnTo>
                  <a:lnTo>
                    <a:pt x="449313" y="9715"/>
                  </a:lnTo>
                  <a:lnTo>
                    <a:pt x="455028" y="10287"/>
                  </a:lnTo>
                  <a:lnTo>
                    <a:pt x="457885" y="10668"/>
                  </a:lnTo>
                  <a:lnTo>
                    <a:pt x="459600" y="12001"/>
                  </a:lnTo>
                  <a:lnTo>
                    <a:pt x="460171" y="14287"/>
                  </a:lnTo>
                  <a:lnTo>
                    <a:pt x="460171" y="4953"/>
                  </a:lnTo>
                  <a:lnTo>
                    <a:pt x="459028" y="4000"/>
                  </a:lnTo>
                  <a:lnTo>
                    <a:pt x="453885" y="1143"/>
                  </a:lnTo>
                  <a:lnTo>
                    <a:pt x="448081" y="0"/>
                  </a:lnTo>
                  <a:lnTo>
                    <a:pt x="441604" y="571"/>
                  </a:lnTo>
                  <a:lnTo>
                    <a:pt x="403580" y="17183"/>
                  </a:lnTo>
                  <a:lnTo>
                    <a:pt x="396328" y="28143"/>
                  </a:lnTo>
                  <a:lnTo>
                    <a:pt x="377075" y="28143"/>
                  </a:lnTo>
                  <a:lnTo>
                    <a:pt x="377075" y="35293"/>
                  </a:lnTo>
                  <a:lnTo>
                    <a:pt x="394322" y="35293"/>
                  </a:lnTo>
                  <a:lnTo>
                    <a:pt x="393877" y="37439"/>
                  </a:lnTo>
                  <a:lnTo>
                    <a:pt x="392925" y="46202"/>
                  </a:lnTo>
                  <a:lnTo>
                    <a:pt x="393598" y="47828"/>
                  </a:lnTo>
                  <a:lnTo>
                    <a:pt x="393598" y="85293"/>
                  </a:lnTo>
                  <a:lnTo>
                    <a:pt x="377075" y="85293"/>
                  </a:lnTo>
                  <a:lnTo>
                    <a:pt x="377075" y="92443"/>
                  </a:lnTo>
                  <a:lnTo>
                    <a:pt x="393598" y="92443"/>
                  </a:lnTo>
                  <a:lnTo>
                    <a:pt x="393598" y="125742"/>
                  </a:lnTo>
                  <a:lnTo>
                    <a:pt x="392925" y="131927"/>
                  </a:lnTo>
                  <a:lnTo>
                    <a:pt x="393598" y="133553"/>
                  </a:lnTo>
                  <a:lnTo>
                    <a:pt x="393598" y="146024"/>
                  </a:lnTo>
                  <a:lnTo>
                    <a:pt x="393598" y="151739"/>
                  </a:lnTo>
                  <a:lnTo>
                    <a:pt x="393598" y="203174"/>
                  </a:lnTo>
                  <a:lnTo>
                    <a:pt x="393598" y="208889"/>
                  </a:lnTo>
                  <a:lnTo>
                    <a:pt x="393598" y="211467"/>
                  </a:lnTo>
                  <a:lnTo>
                    <a:pt x="392925" y="217652"/>
                  </a:lnTo>
                  <a:lnTo>
                    <a:pt x="393598" y="219278"/>
                  </a:lnTo>
                  <a:lnTo>
                    <a:pt x="393598" y="260324"/>
                  </a:lnTo>
                  <a:lnTo>
                    <a:pt x="393598" y="266039"/>
                  </a:lnTo>
                  <a:lnTo>
                    <a:pt x="393598" y="317474"/>
                  </a:lnTo>
                  <a:lnTo>
                    <a:pt x="393598" y="323189"/>
                  </a:lnTo>
                  <a:lnTo>
                    <a:pt x="393598" y="374624"/>
                  </a:lnTo>
                  <a:lnTo>
                    <a:pt x="322160" y="374624"/>
                  </a:lnTo>
                  <a:lnTo>
                    <a:pt x="322160" y="323189"/>
                  </a:lnTo>
                  <a:lnTo>
                    <a:pt x="393598" y="323189"/>
                  </a:lnTo>
                  <a:lnTo>
                    <a:pt x="393598" y="317474"/>
                  </a:lnTo>
                  <a:lnTo>
                    <a:pt x="322160" y="317474"/>
                  </a:lnTo>
                  <a:lnTo>
                    <a:pt x="322160" y="266039"/>
                  </a:lnTo>
                  <a:lnTo>
                    <a:pt x="393598" y="266039"/>
                  </a:lnTo>
                  <a:lnTo>
                    <a:pt x="393598" y="260324"/>
                  </a:lnTo>
                  <a:lnTo>
                    <a:pt x="322160" y="260324"/>
                  </a:lnTo>
                  <a:lnTo>
                    <a:pt x="322160" y="208889"/>
                  </a:lnTo>
                  <a:lnTo>
                    <a:pt x="393598" y="208889"/>
                  </a:lnTo>
                  <a:lnTo>
                    <a:pt x="393598" y="203174"/>
                  </a:lnTo>
                  <a:lnTo>
                    <a:pt x="322160" y="203174"/>
                  </a:lnTo>
                  <a:lnTo>
                    <a:pt x="322160" y="151739"/>
                  </a:lnTo>
                  <a:lnTo>
                    <a:pt x="393598" y="151739"/>
                  </a:lnTo>
                  <a:lnTo>
                    <a:pt x="393598" y="146024"/>
                  </a:lnTo>
                  <a:lnTo>
                    <a:pt x="309460" y="146024"/>
                  </a:lnTo>
                  <a:lnTo>
                    <a:pt x="309460" y="151739"/>
                  </a:lnTo>
                  <a:lnTo>
                    <a:pt x="313588" y="151739"/>
                  </a:lnTo>
                  <a:lnTo>
                    <a:pt x="313588" y="203174"/>
                  </a:lnTo>
                  <a:lnTo>
                    <a:pt x="309460" y="203174"/>
                  </a:lnTo>
                  <a:lnTo>
                    <a:pt x="309460" y="208889"/>
                  </a:lnTo>
                  <a:lnTo>
                    <a:pt x="313588" y="208889"/>
                  </a:lnTo>
                  <a:lnTo>
                    <a:pt x="313588" y="260324"/>
                  </a:lnTo>
                  <a:lnTo>
                    <a:pt x="309460" y="260324"/>
                  </a:lnTo>
                  <a:lnTo>
                    <a:pt x="309460" y="266039"/>
                  </a:lnTo>
                  <a:lnTo>
                    <a:pt x="313588" y="266039"/>
                  </a:lnTo>
                  <a:lnTo>
                    <a:pt x="313588" y="317474"/>
                  </a:lnTo>
                  <a:lnTo>
                    <a:pt x="309460" y="317474"/>
                  </a:lnTo>
                  <a:lnTo>
                    <a:pt x="309460" y="323189"/>
                  </a:lnTo>
                  <a:lnTo>
                    <a:pt x="313588" y="323189"/>
                  </a:lnTo>
                  <a:lnTo>
                    <a:pt x="313588" y="374624"/>
                  </a:lnTo>
                  <a:lnTo>
                    <a:pt x="309460" y="374624"/>
                  </a:lnTo>
                  <a:lnTo>
                    <a:pt x="309460" y="380339"/>
                  </a:lnTo>
                  <a:lnTo>
                    <a:pt x="313588" y="380339"/>
                  </a:lnTo>
                  <a:lnTo>
                    <a:pt x="322160" y="380339"/>
                  </a:lnTo>
                  <a:lnTo>
                    <a:pt x="393598" y="380339"/>
                  </a:lnTo>
                  <a:lnTo>
                    <a:pt x="393598" y="403199"/>
                  </a:lnTo>
                  <a:lnTo>
                    <a:pt x="403593" y="403199"/>
                  </a:lnTo>
                  <a:lnTo>
                    <a:pt x="403593" y="380339"/>
                  </a:lnTo>
                  <a:lnTo>
                    <a:pt x="1663090" y="380339"/>
                  </a:lnTo>
                  <a:lnTo>
                    <a:pt x="1663090" y="374624"/>
                  </a:lnTo>
                  <a:lnTo>
                    <a:pt x="1030693" y="374624"/>
                  </a:lnTo>
                  <a:lnTo>
                    <a:pt x="1030693" y="323189"/>
                  </a:lnTo>
                  <a:lnTo>
                    <a:pt x="1663090" y="323189"/>
                  </a:lnTo>
                  <a:lnTo>
                    <a:pt x="1663090" y="317474"/>
                  </a:lnTo>
                  <a:lnTo>
                    <a:pt x="1030693" y="317474"/>
                  </a:lnTo>
                  <a:lnTo>
                    <a:pt x="1030693" y="266039"/>
                  </a:lnTo>
                  <a:lnTo>
                    <a:pt x="1663090" y="266039"/>
                  </a:lnTo>
                  <a:lnTo>
                    <a:pt x="1663090" y="260324"/>
                  </a:lnTo>
                  <a:lnTo>
                    <a:pt x="1030693" y="260324"/>
                  </a:lnTo>
                  <a:lnTo>
                    <a:pt x="1030693" y="208889"/>
                  </a:lnTo>
                  <a:lnTo>
                    <a:pt x="1663090" y="208889"/>
                  </a:lnTo>
                  <a:lnTo>
                    <a:pt x="1663090" y="203174"/>
                  </a:lnTo>
                  <a:lnTo>
                    <a:pt x="1030693" y="203174"/>
                  </a:lnTo>
                  <a:lnTo>
                    <a:pt x="1030693" y="151739"/>
                  </a:lnTo>
                  <a:lnTo>
                    <a:pt x="1663090" y="151739"/>
                  </a:lnTo>
                  <a:lnTo>
                    <a:pt x="1663090" y="146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6" name="object 316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6608980" y="9025159"/>
              <a:ext cx="111140" cy="177164"/>
            </a:xfrm>
            <a:prstGeom prst="rect">
              <a:avLst/>
            </a:prstGeom>
          </p:spPr>
        </p:pic>
        <p:sp>
          <p:nvSpPr>
            <p:cNvPr id="317" name="object 317"/>
            <p:cNvSpPr/>
            <p:nvPr/>
          </p:nvSpPr>
          <p:spPr>
            <a:xfrm>
              <a:off x="266700" y="9144898"/>
              <a:ext cx="7014209" cy="746760"/>
            </a:xfrm>
            <a:custGeom>
              <a:avLst/>
              <a:gdLst/>
              <a:ahLst/>
              <a:cxnLst/>
              <a:rect l="l" t="t" r="r" b="b"/>
              <a:pathLst>
                <a:path w="7014209" h="746759">
                  <a:moveTo>
                    <a:pt x="489775" y="740664"/>
                  </a:moveTo>
                  <a:lnTo>
                    <a:pt x="0" y="740664"/>
                  </a:lnTo>
                  <a:lnTo>
                    <a:pt x="0" y="746379"/>
                  </a:lnTo>
                  <a:lnTo>
                    <a:pt x="489775" y="746379"/>
                  </a:lnTo>
                  <a:lnTo>
                    <a:pt x="489775" y="740664"/>
                  </a:lnTo>
                  <a:close/>
                </a:path>
                <a:path w="7014209" h="746759">
                  <a:moveTo>
                    <a:pt x="489775" y="683514"/>
                  </a:moveTo>
                  <a:lnTo>
                    <a:pt x="0" y="683514"/>
                  </a:lnTo>
                  <a:lnTo>
                    <a:pt x="0" y="689229"/>
                  </a:lnTo>
                  <a:lnTo>
                    <a:pt x="489775" y="689229"/>
                  </a:lnTo>
                  <a:lnTo>
                    <a:pt x="489775" y="683514"/>
                  </a:lnTo>
                  <a:close/>
                </a:path>
                <a:path w="7014209" h="746759">
                  <a:moveTo>
                    <a:pt x="489775" y="626364"/>
                  </a:moveTo>
                  <a:lnTo>
                    <a:pt x="0" y="626364"/>
                  </a:lnTo>
                  <a:lnTo>
                    <a:pt x="0" y="632079"/>
                  </a:lnTo>
                  <a:lnTo>
                    <a:pt x="489775" y="632079"/>
                  </a:lnTo>
                  <a:lnTo>
                    <a:pt x="489775" y="626364"/>
                  </a:lnTo>
                  <a:close/>
                </a:path>
                <a:path w="7014209" h="746759">
                  <a:moveTo>
                    <a:pt x="489775" y="569214"/>
                  </a:moveTo>
                  <a:lnTo>
                    <a:pt x="0" y="569214"/>
                  </a:lnTo>
                  <a:lnTo>
                    <a:pt x="0" y="574929"/>
                  </a:lnTo>
                  <a:lnTo>
                    <a:pt x="489775" y="574929"/>
                  </a:lnTo>
                  <a:lnTo>
                    <a:pt x="489775" y="569214"/>
                  </a:lnTo>
                  <a:close/>
                </a:path>
                <a:path w="7014209" h="746759">
                  <a:moveTo>
                    <a:pt x="489775" y="512064"/>
                  </a:moveTo>
                  <a:lnTo>
                    <a:pt x="0" y="512064"/>
                  </a:lnTo>
                  <a:lnTo>
                    <a:pt x="0" y="517779"/>
                  </a:lnTo>
                  <a:lnTo>
                    <a:pt x="489775" y="517779"/>
                  </a:lnTo>
                  <a:lnTo>
                    <a:pt x="489775" y="512064"/>
                  </a:lnTo>
                  <a:close/>
                </a:path>
                <a:path w="7014209" h="746759">
                  <a:moveTo>
                    <a:pt x="6995896" y="0"/>
                  </a:moveTo>
                  <a:lnTo>
                    <a:pt x="6985889" y="0"/>
                  </a:lnTo>
                  <a:lnTo>
                    <a:pt x="6985889" y="232029"/>
                  </a:lnTo>
                  <a:lnTo>
                    <a:pt x="6995896" y="232029"/>
                  </a:lnTo>
                  <a:lnTo>
                    <a:pt x="6995896" y="0"/>
                  </a:lnTo>
                  <a:close/>
                </a:path>
                <a:path w="7014209" h="746759">
                  <a:moveTo>
                    <a:pt x="7013892" y="0"/>
                  </a:moveTo>
                  <a:lnTo>
                    <a:pt x="7003897" y="0"/>
                  </a:lnTo>
                  <a:lnTo>
                    <a:pt x="7003897" y="232029"/>
                  </a:lnTo>
                  <a:lnTo>
                    <a:pt x="7013892" y="232029"/>
                  </a:lnTo>
                  <a:lnTo>
                    <a:pt x="7013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8" name="object 3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7975" y="9656952"/>
              <a:ext cx="158876" cy="182879"/>
            </a:xfrm>
            <a:prstGeom prst="rect">
              <a:avLst/>
            </a:prstGeom>
          </p:spPr>
        </p:pic>
        <p:pic>
          <p:nvPicPr>
            <p:cNvPr id="319" name="object 319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24002" y="9628377"/>
              <a:ext cx="216598" cy="267461"/>
            </a:xfrm>
            <a:prstGeom prst="rect">
              <a:avLst/>
            </a:prstGeom>
          </p:spPr>
        </p:pic>
        <p:sp>
          <p:nvSpPr>
            <p:cNvPr id="320" name="object 320"/>
            <p:cNvSpPr/>
            <p:nvPr/>
          </p:nvSpPr>
          <p:spPr>
            <a:xfrm>
              <a:off x="756475" y="9539513"/>
              <a:ext cx="1245235" cy="633095"/>
            </a:xfrm>
            <a:custGeom>
              <a:avLst/>
              <a:gdLst/>
              <a:ahLst/>
              <a:cxnLst/>
              <a:rect l="l" t="t" r="r" b="b"/>
              <a:pathLst>
                <a:path w="1245235" h="633095">
                  <a:moveTo>
                    <a:pt x="1244650" y="117449"/>
                  </a:moveTo>
                  <a:lnTo>
                    <a:pt x="407682" y="117449"/>
                  </a:lnTo>
                  <a:lnTo>
                    <a:pt x="407682" y="63868"/>
                  </a:lnTo>
                  <a:lnTo>
                    <a:pt x="492302" y="63868"/>
                  </a:lnTo>
                  <a:lnTo>
                    <a:pt x="492302" y="56718"/>
                  </a:lnTo>
                  <a:lnTo>
                    <a:pt x="445693" y="56718"/>
                  </a:lnTo>
                  <a:lnTo>
                    <a:pt x="447763" y="55816"/>
                  </a:lnTo>
                  <a:lnTo>
                    <a:pt x="452742" y="52768"/>
                  </a:lnTo>
                  <a:lnTo>
                    <a:pt x="472732" y="16675"/>
                  </a:lnTo>
                  <a:lnTo>
                    <a:pt x="469861" y="9715"/>
                  </a:lnTo>
                  <a:lnTo>
                    <a:pt x="469785" y="9525"/>
                  </a:lnTo>
                  <a:lnTo>
                    <a:pt x="464261" y="4953"/>
                  </a:lnTo>
                  <a:lnTo>
                    <a:pt x="464261" y="14287"/>
                  </a:lnTo>
                  <a:lnTo>
                    <a:pt x="464261" y="17907"/>
                  </a:lnTo>
                  <a:lnTo>
                    <a:pt x="431685" y="47155"/>
                  </a:lnTo>
                  <a:lnTo>
                    <a:pt x="415391" y="52768"/>
                  </a:lnTo>
                  <a:lnTo>
                    <a:pt x="411391" y="52578"/>
                  </a:lnTo>
                  <a:lnTo>
                    <a:pt x="407682" y="52235"/>
                  </a:lnTo>
                  <a:lnTo>
                    <a:pt x="407682" y="43154"/>
                  </a:lnTo>
                  <a:lnTo>
                    <a:pt x="406704" y="43154"/>
                  </a:lnTo>
                  <a:lnTo>
                    <a:pt x="439115" y="15151"/>
                  </a:lnTo>
                  <a:lnTo>
                    <a:pt x="453402" y="9715"/>
                  </a:lnTo>
                  <a:lnTo>
                    <a:pt x="459117" y="10287"/>
                  </a:lnTo>
                  <a:lnTo>
                    <a:pt x="461975" y="10668"/>
                  </a:lnTo>
                  <a:lnTo>
                    <a:pt x="463689" y="12001"/>
                  </a:lnTo>
                  <a:lnTo>
                    <a:pt x="464261" y="14287"/>
                  </a:lnTo>
                  <a:lnTo>
                    <a:pt x="464261" y="4953"/>
                  </a:lnTo>
                  <a:lnTo>
                    <a:pt x="463118" y="4000"/>
                  </a:lnTo>
                  <a:lnTo>
                    <a:pt x="457974" y="1143"/>
                  </a:lnTo>
                  <a:lnTo>
                    <a:pt x="452158" y="0"/>
                  </a:lnTo>
                  <a:lnTo>
                    <a:pt x="445681" y="571"/>
                  </a:lnTo>
                  <a:lnTo>
                    <a:pt x="407657" y="17183"/>
                  </a:lnTo>
                  <a:lnTo>
                    <a:pt x="397014" y="46202"/>
                  </a:lnTo>
                  <a:lnTo>
                    <a:pt x="397675" y="47802"/>
                  </a:lnTo>
                  <a:lnTo>
                    <a:pt x="397675" y="56718"/>
                  </a:lnTo>
                  <a:lnTo>
                    <a:pt x="381165" y="56718"/>
                  </a:lnTo>
                  <a:lnTo>
                    <a:pt x="381165" y="63868"/>
                  </a:lnTo>
                  <a:lnTo>
                    <a:pt x="397675" y="63868"/>
                  </a:lnTo>
                  <a:lnTo>
                    <a:pt x="397675" y="117449"/>
                  </a:lnTo>
                  <a:lnTo>
                    <a:pt x="0" y="117449"/>
                  </a:lnTo>
                  <a:lnTo>
                    <a:pt x="0" y="123164"/>
                  </a:lnTo>
                  <a:lnTo>
                    <a:pt x="397675" y="123164"/>
                  </a:lnTo>
                  <a:lnTo>
                    <a:pt x="397675" y="174599"/>
                  </a:lnTo>
                  <a:lnTo>
                    <a:pt x="0" y="174599"/>
                  </a:lnTo>
                  <a:lnTo>
                    <a:pt x="0" y="180314"/>
                  </a:lnTo>
                  <a:lnTo>
                    <a:pt x="397675" y="180314"/>
                  </a:lnTo>
                  <a:lnTo>
                    <a:pt x="397675" y="231749"/>
                  </a:lnTo>
                  <a:lnTo>
                    <a:pt x="397675" y="237464"/>
                  </a:lnTo>
                  <a:lnTo>
                    <a:pt x="397675" y="288899"/>
                  </a:lnTo>
                  <a:lnTo>
                    <a:pt x="397675" y="294614"/>
                  </a:lnTo>
                  <a:lnTo>
                    <a:pt x="397675" y="346049"/>
                  </a:lnTo>
                  <a:lnTo>
                    <a:pt x="158140" y="346049"/>
                  </a:lnTo>
                  <a:lnTo>
                    <a:pt x="158140" y="294614"/>
                  </a:lnTo>
                  <a:lnTo>
                    <a:pt x="397675" y="294614"/>
                  </a:lnTo>
                  <a:lnTo>
                    <a:pt x="397675" y="288899"/>
                  </a:lnTo>
                  <a:lnTo>
                    <a:pt x="158140" y="288899"/>
                  </a:lnTo>
                  <a:lnTo>
                    <a:pt x="158140" y="237464"/>
                  </a:lnTo>
                  <a:lnTo>
                    <a:pt x="397675" y="237464"/>
                  </a:lnTo>
                  <a:lnTo>
                    <a:pt x="397675" y="231749"/>
                  </a:lnTo>
                  <a:lnTo>
                    <a:pt x="158140" y="231749"/>
                  </a:lnTo>
                  <a:lnTo>
                    <a:pt x="158140" y="203174"/>
                  </a:lnTo>
                  <a:lnTo>
                    <a:pt x="148145" y="203174"/>
                  </a:lnTo>
                  <a:lnTo>
                    <a:pt x="148145" y="231749"/>
                  </a:lnTo>
                  <a:lnTo>
                    <a:pt x="0" y="231749"/>
                  </a:lnTo>
                  <a:lnTo>
                    <a:pt x="0" y="237464"/>
                  </a:lnTo>
                  <a:lnTo>
                    <a:pt x="148145" y="237464"/>
                  </a:lnTo>
                  <a:lnTo>
                    <a:pt x="148145" y="288899"/>
                  </a:lnTo>
                  <a:lnTo>
                    <a:pt x="0" y="288899"/>
                  </a:lnTo>
                  <a:lnTo>
                    <a:pt x="0" y="294614"/>
                  </a:lnTo>
                  <a:lnTo>
                    <a:pt x="148145" y="294614"/>
                  </a:lnTo>
                  <a:lnTo>
                    <a:pt x="148145" y="346049"/>
                  </a:lnTo>
                  <a:lnTo>
                    <a:pt x="0" y="346049"/>
                  </a:lnTo>
                  <a:lnTo>
                    <a:pt x="0" y="351764"/>
                  </a:lnTo>
                  <a:lnTo>
                    <a:pt x="148145" y="351764"/>
                  </a:lnTo>
                  <a:lnTo>
                    <a:pt x="148145" y="376605"/>
                  </a:lnTo>
                  <a:lnTo>
                    <a:pt x="146138" y="375005"/>
                  </a:lnTo>
                  <a:lnTo>
                    <a:pt x="139661" y="373291"/>
                  </a:lnTo>
                  <a:lnTo>
                    <a:pt x="100418" y="385483"/>
                  </a:lnTo>
                  <a:lnTo>
                    <a:pt x="87782" y="399618"/>
                  </a:lnTo>
                  <a:lnTo>
                    <a:pt x="67614" y="399618"/>
                  </a:lnTo>
                  <a:lnTo>
                    <a:pt x="67614" y="406768"/>
                  </a:lnTo>
                  <a:lnTo>
                    <a:pt x="85077" y="406768"/>
                  </a:lnTo>
                  <a:lnTo>
                    <a:pt x="84137" y="411480"/>
                  </a:lnTo>
                  <a:lnTo>
                    <a:pt x="109283" y="432917"/>
                  </a:lnTo>
                  <a:lnTo>
                    <a:pt x="117754" y="431965"/>
                  </a:lnTo>
                  <a:lnTo>
                    <a:pt x="126060" y="429704"/>
                  </a:lnTo>
                  <a:lnTo>
                    <a:pt x="134188" y="426110"/>
                  </a:lnTo>
                  <a:lnTo>
                    <a:pt x="142138" y="421195"/>
                  </a:lnTo>
                  <a:lnTo>
                    <a:pt x="148145" y="415950"/>
                  </a:lnTo>
                  <a:lnTo>
                    <a:pt x="148145" y="456768"/>
                  </a:lnTo>
                  <a:lnTo>
                    <a:pt x="67614" y="456768"/>
                  </a:lnTo>
                  <a:lnTo>
                    <a:pt x="67614" y="463918"/>
                  </a:lnTo>
                  <a:lnTo>
                    <a:pt x="148145" y="463918"/>
                  </a:lnTo>
                  <a:lnTo>
                    <a:pt x="148145" y="513918"/>
                  </a:lnTo>
                  <a:lnTo>
                    <a:pt x="67614" y="513918"/>
                  </a:lnTo>
                  <a:lnTo>
                    <a:pt x="67614" y="521068"/>
                  </a:lnTo>
                  <a:lnTo>
                    <a:pt x="148145" y="521068"/>
                  </a:lnTo>
                  <a:lnTo>
                    <a:pt x="148145" y="571068"/>
                  </a:lnTo>
                  <a:lnTo>
                    <a:pt x="67614" y="571068"/>
                  </a:lnTo>
                  <a:lnTo>
                    <a:pt x="67614" y="578218"/>
                  </a:lnTo>
                  <a:lnTo>
                    <a:pt x="112572" y="578218"/>
                  </a:lnTo>
                  <a:lnTo>
                    <a:pt x="107924" y="580466"/>
                  </a:lnTo>
                  <a:lnTo>
                    <a:pt x="84137" y="611505"/>
                  </a:lnTo>
                  <a:lnTo>
                    <a:pt x="84315" y="617982"/>
                  </a:lnTo>
                  <a:lnTo>
                    <a:pt x="109283" y="632942"/>
                  </a:lnTo>
                  <a:lnTo>
                    <a:pt x="117754" y="631990"/>
                  </a:lnTo>
                  <a:lnTo>
                    <a:pt x="153784" y="608939"/>
                  </a:lnTo>
                  <a:lnTo>
                    <a:pt x="158432" y="594360"/>
                  </a:lnTo>
                  <a:lnTo>
                    <a:pt x="158242" y="587121"/>
                  </a:lnTo>
                  <a:lnTo>
                    <a:pt x="158140" y="586917"/>
                  </a:lnTo>
                  <a:lnTo>
                    <a:pt x="158140" y="578218"/>
                  </a:lnTo>
                  <a:lnTo>
                    <a:pt x="178752" y="578218"/>
                  </a:lnTo>
                  <a:lnTo>
                    <a:pt x="178752" y="571068"/>
                  </a:lnTo>
                  <a:lnTo>
                    <a:pt x="158140" y="571068"/>
                  </a:lnTo>
                  <a:lnTo>
                    <a:pt x="158140" y="521068"/>
                  </a:lnTo>
                  <a:lnTo>
                    <a:pt x="178752" y="521068"/>
                  </a:lnTo>
                  <a:lnTo>
                    <a:pt x="178752" y="513918"/>
                  </a:lnTo>
                  <a:lnTo>
                    <a:pt x="158140" y="513918"/>
                  </a:lnTo>
                  <a:lnTo>
                    <a:pt x="158140" y="463918"/>
                  </a:lnTo>
                  <a:lnTo>
                    <a:pt x="178752" y="463918"/>
                  </a:lnTo>
                  <a:lnTo>
                    <a:pt x="178752" y="456768"/>
                  </a:lnTo>
                  <a:lnTo>
                    <a:pt x="158140" y="456768"/>
                  </a:lnTo>
                  <a:lnTo>
                    <a:pt x="158140" y="406768"/>
                  </a:lnTo>
                  <a:lnTo>
                    <a:pt x="178752" y="406768"/>
                  </a:lnTo>
                  <a:lnTo>
                    <a:pt x="178752" y="399618"/>
                  </a:lnTo>
                  <a:lnTo>
                    <a:pt x="158140" y="399618"/>
                  </a:lnTo>
                  <a:lnTo>
                    <a:pt x="158140" y="395871"/>
                  </a:lnTo>
                  <a:lnTo>
                    <a:pt x="158432" y="394335"/>
                  </a:lnTo>
                  <a:lnTo>
                    <a:pt x="158242" y="387096"/>
                  </a:lnTo>
                  <a:lnTo>
                    <a:pt x="158140" y="386892"/>
                  </a:lnTo>
                  <a:lnTo>
                    <a:pt x="158140" y="351764"/>
                  </a:lnTo>
                  <a:lnTo>
                    <a:pt x="397675" y="351764"/>
                  </a:lnTo>
                  <a:lnTo>
                    <a:pt x="397675" y="403199"/>
                  </a:lnTo>
                  <a:lnTo>
                    <a:pt x="407682" y="403199"/>
                  </a:lnTo>
                  <a:lnTo>
                    <a:pt x="407682" y="351764"/>
                  </a:lnTo>
                  <a:lnTo>
                    <a:pt x="1244650" y="351764"/>
                  </a:lnTo>
                  <a:lnTo>
                    <a:pt x="1244650" y="346049"/>
                  </a:lnTo>
                  <a:lnTo>
                    <a:pt x="407682" y="346049"/>
                  </a:lnTo>
                  <a:lnTo>
                    <a:pt x="407682" y="294614"/>
                  </a:lnTo>
                  <a:lnTo>
                    <a:pt x="1244650" y="294614"/>
                  </a:lnTo>
                  <a:lnTo>
                    <a:pt x="1244650" y="288899"/>
                  </a:lnTo>
                  <a:lnTo>
                    <a:pt x="407682" y="288899"/>
                  </a:lnTo>
                  <a:lnTo>
                    <a:pt x="407682" y="237464"/>
                  </a:lnTo>
                  <a:lnTo>
                    <a:pt x="1244650" y="237464"/>
                  </a:lnTo>
                  <a:lnTo>
                    <a:pt x="1244650" y="231749"/>
                  </a:lnTo>
                  <a:lnTo>
                    <a:pt x="407682" y="231749"/>
                  </a:lnTo>
                  <a:lnTo>
                    <a:pt x="407682" y="180314"/>
                  </a:lnTo>
                  <a:lnTo>
                    <a:pt x="1244650" y="180314"/>
                  </a:lnTo>
                  <a:lnTo>
                    <a:pt x="1244650" y="174599"/>
                  </a:lnTo>
                  <a:lnTo>
                    <a:pt x="407682" y="174599"/>
                  </a:lnTo>
                  <a:lnTo>
                    <a:pt x="407682" y="123164"/>
                  </a:lnTo>
                  <a:lnTo>
                    <a:pt x="1244650" y="123164"/>
                  </a:lnTo>
                  <a:lnTo>
                    <a:pt x="1244650" y="1174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1" name="object 321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153495" y="9653809"/>
              <a:ext cx="75723" cy="120014"/>
            </a:xfrm>
            <a:prstGeom prst="rect">
              <a:avLst/>
            </a:prstGeom>
          </p:spPr>
        </p:pic>
        <p:sp>
          <p:nvSpPr>
            <p:cNvPr id="322" name="object 322"/>
            <p:cNvSpPr/>
            <p:nvPr/>
          </p:nvSpPr>
          <p:spPr>
            <a:xfrm>
              <a:off x="1675155" y="9541329"/>
              <a:ext cx="111760" cy="401955"/>
            </a:xfrm>
            <a:custGeom>
              <a:avLst/>
              <a:gdLst/>
              <a:ahLst/>
              <a:cxnLst/>
              <a:rect l="l" t="t" r="r" b="b"/>
              <a:pathLst>
                <a:path w="111760" h="401954">
                  <a:moveTo>
                    <a:pt x="111137" y="54902"/>
                  </a:moveTo>
                  <a:lnTo>
                    <a:pt x="61861" y="54902"/>
                  </a:lnTo>
                  <a:lnTo>
                    <a:pt x="66573" y="52819"/>
                  </a:lnTo>
                  <a:lnTo>
                    <a:pt x="74523" y="47904"/>
                  </a:lnTo>
                  <a:lnTo>
                    <a:pt x="81216" y="42049"/>
                  </a:lnTo>
                  <a:lnTo>
                    <a:pt x="86169" y="35623"/>
                  </a:lnTo>
                  <a:lnTo>
                    <a:pt x="89357" y="28613"/>
                  </a:lnTo>
                  <a:lnTo>
                    <a:pt x="90805" y="21043"/>
                  </a:lnTo>
                  <a:lnTo>
                    <a:pt x="90614" y="13804"/>
                  </a:lnTo>
                  <a:lnTo>
                    <a:pt x="88049" y="8572"/>
                  </a:lnTo>
                  <a:lnTo>
                    <a:pt x="83096" y="5334"/>
                  </a:lnTo>
                  <a:lnTo>
                    <a:pt x="78524" y="1714"/>
                  </a:lnTo>
                  <a:lnTo>
                    <a:pt x="72047" y="0"/>
                  </a:lnTo>
                  <a:lnTo>
                    <a:pt x="63665" y="190"/>
                  </a:lnTo>
                  <a:lnTo>
                    <a:pt x="55727" y="1155"/>
                  </a:lnTo>
                  <a:lnTo>
                    <a:pt x="21158" y="24257"/>
                  </a:lnTo>
                  <a:lnTo>
                    <a:pt x="16510" y="38188"/>
                  </a:lnTo>
                  <a:lnTo>
                    <a:pt x="16598" y="41338"/>
                  </a:lnTo>
                  <a:lnTo>
                    <a:pt x="16510" y="54902"/>
                  </a:lnTo>
                  <a:lnTo>
                    <a:pt x="0" y="54902"/>
                  </a:lnTo>
                  <a:lnTo>
                    <a:pt x="0" y="62052"/>
                  </a:lnTo>
                  <a:lnTo>
                    <a:pt x="16510" y="62052"/>
                  </a:lnTo>
                  <a:lnTo>
                    <a:pt x="16510" y="401383"/>
                  </a:lnTo>
                  <a:lnTo>
                    <a:pt x="26517" y="401383"/>
                  </a:lnTo>
                  <a:lnTo>
                    <a:pt x="26517" y="62052"/>
                  </a:lnTo>
                  <a:lnTo>
                    <a:pt x="111137" y="62052"/>
                  </a:lnTo>
                  <a:lnTo>
                    <a:pt x="111137" y="5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3" name="object 323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691674" y="9655619"/>
              <a:ext cx="74294" cy="116776"/>
            </a:xfrm>
            <a:prstGeom prst="rect">
              <a:avLst/>
            </a:prstGeom>
          </p:spPr>
        </p:pic>
        <p:sp>
          <p:nvSpPr>
            <p:cNvPr id="324" name="object 324"/>
            <p:cNvSpPr/>
            <p:nvPr/>
          </p:nvSpPr>
          <p:spPr>
            <a:xfrm>
              <a:off x="2001126" y="9142612"/>
              <a:ext cx="2579370" cy="1001394"/>
            </a:xfrm>
            <a:custGeom>
              <a:avLst/>
              <a:gdLst/>
              <a:ahLst/>
              <a:cxnLst/>
              <a:rect l="l" t="t" r="r" b="b"/>
              <a:pathLst>
                <a:path w="2579370" h="1001395">
                  <a:moveTo>
                    <a:pt x="2578887" y="514350"/>
                  </a:moveTo>
                  <a:lnTo>
                    <a:pt x="1741919" y="514350"/>
                  </a:lnTo>
                  <a:lnTo>
                    <a:pt x="1741919" y="411480"/>
                  </a:lnTo>
                  <a:lnTo>
                    <a:pt x="1731924" y="411480"/>
                  </a:lnTo>
                  <a:lnTo>
                    <a:pt x="1731924" y="742950"/>
                  </a:lnTo>
                  <a:lnTo>
                    <a:pt x="1492389" y="742950"/>
                  </a:lnTo>
                  <a:lnTo>
                    <a:pt x="1492389" y="691515"/>
                  </a:lnTo>
                  <a:lnTo>
                    <a:pt x="1731924" y="691515"/>
                  </a:lnTo>
                  <a:lnTo>
                    <a:pt x="1731924" y="685800"/>
                  </a:lnTo>
                  <a:lnTo>
                    <a:pt x="1492389" y="685800"/>
                  </a:lnTo>
                  <a:lnTo>
                    <a:pt x="1492389" y="634365"/>
                  </a:lnTo>
                  <a:lnTo>
                    <a:pt x="1731924" y="634365"/>
                  </a:lnTo>
                  <a:lnTo>
                    <a:pt x="1731924" y="628650"/>
                  </a:lnTo>
                  <a:lnTo>
                    <a:pt x="1492389" y="628650"/>
                  </a:lnTo>
                  <a:lnTo>
                    <a:pt x="1492389" y="577215"/>
                  </a:lnTo>
                  <a:lnTo>
                    <a:pt x="1731924" y="577215"/>
                  </a:lnTo>
                  <a:lnTo>
                    <a:pt x="1731924" y="571500"/>
                  </a:lnTo>
                  <a:lnTo>
                    <a:pt x="1492389" y="571500"/>
                  </a:lnTo>
                  <a:lnTo>
                    <a:pt x="1482382" y="571500"/>
                  </a:lnTo>
                  <a:lnTo>
                    <a:pt x="1482382" y="577215"/>
                  </a:lnTo>
                  <a:lnTo>
                    <a:pt x="1482382" y="796518"/>
                  </a:lnTo>
                  <a:lnTo>
                    <a:pt x="1463725" y="796518"/>
                  </a:lnTo>
                  <a:lnTo>
                    <a:pt x="1468437" y="794435"/>
                  </a:lnTo>
                  <a:lnTo>
                    <a:pt x="1476387" y="789520"/>
                  </a:lnTo>
                  <a:lnTo>
                    <a:pt x="1482382" y="784288"/>
                  </a:lnTo>
                  <a:lnTo>
                    <a:pt x="1482382" y="742950"/>
                  </a:lnTo>
                  <a:lnTo>
                    <a:pt x="1478940" y="742950"/>
                  </a:lnTo>
                  <a:lnTo>
                    <a:pt x="1473911" y="741616"/>
                  </a:lnTo>
                  <a:lnTo>
                    <a:pt x="1465529" y="741807"/>
                  </a:lnTo>
                  <a:lnTo>
                    <a:pt x="1457591" y="742772"/>
                  </a:lnTo>
                  <a:lnTo>
                    <a:pt x="1456982" y="742950"/>
                  </a:lnTo>
                  <a:lnTo>
                    <a:pt x="1346936" y="742950"/>
                  </a:lnTo>
                  <a:lnTo>
                    <a:pt x="1346936" y="691515"/>
                  </a:lnTo>
                  <a:lnTo>
                    <a:pt x="1482382" y="691515"/>
                  </a:lnTo>
                  <a:lnTo>
                    <a:pt x="1482382" y="685800"/>
                  </a:lnTo>
                  <a:lnTo>
                    <a:pt x="1346936" y="685800"/>
                  </a:lnTo>
                  <a:lnTo>
                    <a:pt x="1346936" y="634365"/>
                  </a:lnTo>
                  <a:lnTo>
                    <a:pt x="1482382" y="634365"/>
                  </a:lnTo>
                  <a:lnTo>
                    <a:pt x="1482382" y="628650"/>
                  </a:lnTo>
                  <a:lnTo>
                    <a:pt x="1346936" y="628650"/>
                  </a:lnTo>
                  <a:lnTo>
                    <a:pt x="1346936" y="577215"/>
                  </a:lnTo>
                  <a:lnTo>
                    <a:pt x="1482382" y="577215"/>
                  </a:lnTo>
                  <a:lnTo>
                    <a:pt x="1482382" y="571500"/>
                  </a:lnTo>
                  <a:lnTo>
                    <a:pt x="1346936" y="571500"/>
                  </a:lnTo>
                  <a:lnTo>
                    <a:pt x="1346936" y="520065"/>
                  </a:lnTo>
                  <a:lnTo>
                    <a:pt x="1731924" y="520065"/>
                  </a:lnTo>
                  <a:lnTo>
                    <a:pt x="1731924" y="514350"/>
                  </a:lnTo>
                  <a:lnTo>
                    <a:pt x="1346936" y="514350"/>
                  </a:lnTo>
                  <a:lnTo>
                    <a:pt x="1346936" y="0"/>
                  </a:lnTo>
                  <a:lnTo>
                    <a:pt x="1338364" y="0"/>
                  </a:lnTo>
                  <a:lnTo>
                    <a:pt x="1338364" y="742950"/>
                  </a:lnTo>
                  <a:lnTo>
                    <a:pt x="1334236" y="742950"/>
                  </a:lnTo>
                  <a:lnTo>
                    <a:pt x="1098791" y="742950"/>
                  </a:lnTo>
                  <a:lnTo>
                    <a:pt x="1098791" y="735571"/>
                  </a:lnTo>
                  <a:lnTo>
                    <a:pt x="1099070" y="734085"/>
                  </a:lnTo>
                  <a:lnTo>
                    <a:pt x="1098880" y="726846"/>
                  </a:lnTo>
                  <a:lnTo>
                    <a:pt x="1098791" y="726668"/>
                  </a:lnTo>
                  <a:lnTo>
                    <a:pt x="1098791" y="691515"/>
                  </a:lnTo>
                  <a:lnTo>
                    <a:pt x="1334236" y="691515"/>
                  </a:lnTo>
                  <a:lnTo>
                    <a:pt x="1338364" y="691515"/>
                  </a:lnTo>
                  <a:lnTo>
                    <a:pt x="1338364" y="685800"/>
                  </a:lnTo>
                  <a:lnTo>
                    <a:pt x="1334236" y="685800"/>
                  </a:lnTo>
                  <a:lnTo>
                    <a:pt x="1098791" y="685800"/>
                  </a:lnTo>
                  <a:lnTo>
                    <a:pt x="1098791" y="634365"/>
                  </a:lnTo>
                  <a:lnTo>
                    <a:pt x="1334236" y="634365"/>
                  </a:lnTo>
                  <a:lnTo>
                    <a:pt x="1338364" y="634365"/>
                  </a:lnTo>
                  <a:lnTo>
                    <a:pt x="1338364" y="628650"/>
                  </a:lnTo>
                  <a:lnTo>
                    <a:pt x="1334236" y="628650"/>
                  </a:lnTo>
                  <a:lnTo>
                    <a:pt x="1098791" y="628650"/>
                  </a:lnTo>
                  <a:lnTo>
                    <a:pt x="1098791" y="577215"/>
                  </a:lnTo>
                  <a:lnTo>
                    <a:pt x="1334236" y="577215"/>
                  </a:lnTo>
                  <a:lnTo>
                    <a:pt x="1338364" y="577215"/>
                  </a:lnTo>
                  <a:lnTo>
                    <a:pt x="1338364" y="571500"/>
                  </a:lnTo>
                  <a:lnTo>
                    <a:pt x="1334236" y="571500"/>
                  </a:lnTo>
                  <a:lnTo>
                    <a:pt x="1098791" y="571500"/>
                  </a:lnTo>
                  <a:lnTo>
                    <a:pt x="1098791" y="542925"/>
                  </a:lnTo>
                  <a:lnTo>
                    <a:pt x="1088783" y="542925"/>
                  </a:lnTo>
                  <a:lnTo>
                    <a:pt x="1088783" y="571500"/>
                  </a:lnTo>
                  <a:lnTo>
                    <a:pt x="1088783" y="577215"/>
                  </a:lnTo>
                  <a:lnTo>
                    <a:pt x="1088783" y="716343"/>
                  </a:lnTo>
                  <a:lnTo>
                    <a:pt x="1086789" y="714756"/>
                  </a:lnTo>
                  <a:lnTo>
                    <a:pt x="1080312" y="713041"/>
                  </a:lnTo>
                  <a:lnTo>
                    <a:pt x="1071930" y="713232"/>
                  </a:lnTo>
                  <a:lnTo>
                    <a:pt x="1064006" y="714197"/>
                  </a:lnTo>
                  <a:lnTo>
                    <a:pt x="1029423" y="737298"/>
                  </a:lnTo>
                  <a:lnTo>
                    <a:pt x="1026731" y="742950"/>
                  </a:lnTo>
                  <a:lnTo>
                    <a:pt x="407682" y="742950"/>
                  </a:lnTo>
                  <a:lnTo>
                    <a:pt x="407682" y="691515"/>
                  </a:lnTo>
                  <a:lnTo>
                    <a:pt x="1088783" y="691515"/>
                  </a:lnTo>
                  <a:lnTo>
                    <a:pt x="1088783" y="685800"/>
                  </a:lnTo>
                  <a:lnTo>
                    <a:pt x="407682" y="685800"/>
                  </a:lnTo>
                  <a:lnTo>
                    <a:pt x="407682" y="634365"/>
                  </a:lnTo>
                  <a:lnTo>
                    <a:pt x="1088783" y="634365"/>
                  </a:lnTo>
                  <a:lnTo>
                    <a:pt x="1088783" y="628650"/>
                  </a:lnTo>
                  <a:lnTo>
                    <a:pt x="436029" y="628650"/>
                  </a:lnTo>
                  <a:lnTo>
                    <a:pt x="439978" y="627570"/>
                  </a:lnTo>
                  <a:lnTo>
                    <a:pt x="447763" y="624166"/>
                  </a:lnTo>
                  <a:lnTo>
                    <a:pt x="452755" y="621118"/>
                  </a:lnTo>
                  <a:lnTo>
                    <a:pt x="455409" y="619506"/>
                  </a:lnTo>
                  <a:lnTo>
                    <a:pt x="462114" y="613930"/>
                  </a:lnTo>
                  <a:lnTo>
                    <a:pt x="467118" y="607783"/>
                  </a:lnTo>
                  <a:lnTo>
                    <a:pt x="470408" y="601065"/>
                  </a:lnTo>
                  <a:lnTo>
                    <a:pt x="471982" y="593788"/>
                  </a:lnTo>
                  <a:lnTo>
                    <a:pt x="472744" y="585025"/>
                  </a:lnTo>
                  <a:lnTo>
                    <a:pt x="469861" y="578065"/>
                  </a:lnTo>
                  <a:lnTo>
                    <a:pt x="469785" y="577875"/>
                  </a:lnTo>
                  <a:lnTo>
                    <a:pt x="468985" y="577215"/>
                  </a:lnTo>
                  <a:lnTo>
                    <a:pt x="1088783" y="577215"/>
                  </a:lnTo>
                  <a:lnTo>
                    <a:pt x="1088783" y="571500"/>
                  </a:lnTo>
                  <a:lnTo>
                    <a:pt x="464261" y="571500"/>
                  </a:lnTo>
                  <a:lnTo>
                    <a:pt x="464261" y="582637"/>
                  </a:lnTo>
                  <a:lnTo>
                    <a:pt x="464261" y="586257"/>
                  </a:lnTo>
                  <a:lnTo>
                    <a:pt x="431685" y="615505"/>
                  </a:lnTo>
                  <a:lnTo>
                    <a:pt x="415404" y="621118"/>
                  </a:lnTo>
                  <a:lnTo>
                    <a:pt x="411403" y="620928"/>
                  </a:lnTo>
                  <a:lnTo>
                    <a:pt x="409409" y="620750"/>
                  </a:lnTo>
                  <a:lnTo>
                    <a:pt x="409409" y="628650"/>
                  </a:lnTo>
                  <a:lnTo>
                    <a:pt x="407682" y="628650"/>
                  </a:lnTo>
                  <a:lnTo>
                    <a:pt x="407682" y="627697"/>
                  </a:lnTo>
                  <a:lnTo>
                    <a:pt x="409409" y="628650"/>
                  </a:lnTo>
                  <a:lnTo>
                    <a:pt x="409409" y="620750"/>
                  </a:lnTo>
                  <a:lnTo>
                    <a:pt x="407682" y="620585"/>
                  </a:lnTo>
                  <a:lnTo>
                    <a:pt x="407682" y="609384"/>
                  </a:lnTo>
                  <a:lnTo>
                    <a:pt x="439115" y="583501"/>
                  </a:lnTo>
                  <a:lnTo>
                    <a:pt x="453402" y="578065"/>
                  </a:lnTo>
                  <a:lnTo>
                    <a:pt x="459117" y="578637"/>
                  </a:lnTo>
                  <a:lnTo>
                    <a:pt x="461975" y="579018"/>
                  </a:lnTo>
                  <a:lnTo>
                    <a:pt x="463689" y="580351"/>
                  </a:lnTo>
                  <a:lnTo>
                    <a:pt x="464261" y="582637"/>
                  </a:lnTo>
                  <a:lnTo>
                    <a:pt x="464261" y="571500"/>
                  </a:lnTo>
                  <a:lnTo>
                    <a:pt x="461581" y="571500"/>
                  </a:lnTo>
                  <a:lnTo>
                    <a:pt x="457974" y="569493"/>
                  </a:lnTo>
                  <a:lnTo>
                    <a:pt x="452170" y="568350"/>
                  </a:lnTo>
                  <a:lnTo>
                    <a:pt x="445693" y="568921"/>
                  </a:lnTo>
                  <a:lnTo>
                    <a:pt x="437515" y="569836"/>
                  </a:lnTo>
                  <a:lnTo>
                    <a:pt x="431368" y="571500"/>
                  </a:lnTo>
                  <a:lnTo>
                    <a:pt x="418871" y="571500"/>
                  </a:lnTo>
                  <a:lnTo>
                    <a:pt x="418871" y="577215"/>
                  </a:lnTo>
                  <a:lnTo>
                    <a:pt x="414261" y="580072"/>
                  </a:lnTo>
                  <a:lnTo>
                    <a:pt x="407682" y="585533"/>
                  </a:lnTo>
                  <a:lnTo>
                    <a:pt x="407682" y="577215"/>
                  </a:lnTo>
                  <a:lnTo>
                    <a:pt x="418871" y="577215"/>
                  </a:lnTo>
                  <a:lnTo>
                    <a:pt x="418871" y="571500"/>
                  </a:lnTo>
                  <a:lnTo>
                    <a:pt x="407682" y="571500"/>
                  </a:lnTo>
                  <a:lnTo>
                    <a:pt x="407682" y="541972"/>
                  </a:lnTo>
                  <a:lnTo>
                    <a:pt x="411975" y="544347"/>
                  </a:lnTo>
                  <a:lnTo>
                    <a:pt x="417690" y="545490"/>
                  </a:lnTo>
                  <a:lnTo>
                    <a:pt x="452755" y="535393"/>
                  </a:lnTo>
                  <a:lnTo>
                    <a:pt x="455409" y="533781"/>
                  </a:lnTo>
                  <a:lnTo>
                    <a:pt x="462114" y="528205"/>
                  </a:lnTo>
                  <a:lnTo>
                    <a:pt x="467118" y="522058"/>
                  </a:lnTo>
                  <a:lnTo>
                    <a:pt x="468083" y="520065"/>
                  </a:lnTo>
                  <a:lnTo>
                    <a:pt x="1334236" y="520065"/>
                  </a:lnTo>
                  <a:lnTo>
                    <a:pt x="1338364" y="520065"/>
                  </a:lnTo>
                  <a:lnTo>
                    <a:pt x="1338364" y="514350"/>
                  </a:lnTo>
                  <a:lnTo>
                    <a:pt x="1334236" y="514350"/>
                  </a:lnTo>
                  <a:lnTo>
                    <a:pt x="470611" y="514350"/>
                  </a:lnTo>
                  <a:lnTo>
                    <a:pt x="471982" y="508063"/>
                  </a:lnTo>
                  <a:lnTo>
                    <a:pt x="472744" y="499300"/>
                  </a:lnTo>
                  <a:lnTo>
                    <a:pt x="469861" y="492340"/>
                  </a:lnTo>
                  <a:lnTo>
                    <a:pt x="469785" y="492150"/>
                  </a:lnTo>
                  <a:lnTo>
                    <a:pt x="464261" y="487578"/>
                  </a:lnTo>
                  <a:lnTo>
                    <a:pt x="464261" y="496912"/>
                  </a:lnTo>
                  <a:lnTo>
                    <a:pt x="464261" y="500532"/>
                  </a:lnTo>
                  <a:lnTo>
                    <a:pt x="462267" y="504723"/>
                  </a:lnTo>
                  <a:lnTo>
                    <a:pt x="458266" y="509485"/>
                  </a:lnTo>
                  <a:lnTo>
                    <a:pt x="452653" y="514350"/>
                  </a:lnTo>
                  <a:lnTo>
                    <a:pt x="446062" y="514350"/>
                  </a:lnTo>
                  <a:lnTo>
                    <a:pt x="446062" y="520065"/>
                  </a:lnTo>
                  <a:lnTo>
                    <a:pt x="415404" y="535393"/>
                  </a:lnTo>
                  <a:lnTo>
                    <a:pt x="411403" y="535203"/>
                  </a:lnTo>
                  <a:lnTo>
                    <a:pt x="407682" y="534860"/>
                  </a:lnTo>
                  <a:lnTo>
                    <a:pt x="407682" y="525780"/>
                  </a:lnTo>
                  <a:lnTo>
                    <a:pt x="406704" y="525780"/>
                  </a:lnTo>
                  <a:lnTo>
                    <a:pt x="406895" y="524992"/>
                  </a:lnTo>
                  <a:lnTo>
                    <a:pt x="409790" y="520065"/>
                  </a:lnTo>
                  <a:lnTo>
                    <a:pt x="446062" y="520065"/>
                  </a:lnTo>
                  <a:lnTo>
                    <a:pt x="446062" y="514350"/>
                  </a:lnTo>
                  <a:lnTo>
                    <a:pt x="414972" y="514350"/>
                  </a:lnTo>
                  <a:lnTo>
                    <a:pt x="425881" y="505485"/>
                  </a:lnTo>
                  <a:lnTo>
                    <a:pt x="431685" y="501777"/>
                  </a:lnTo>
                  <a:lnTo>
                    <a:pt x="439115" y="497776"/>
                  </a:lnTo>
                  <a:lnTo>
                    <a:pt x="446735" y="493966"/>
                  </a:lnTo>
                  <a:lnTo>
                    <a:pt x="453402" y="492340"/>
                  </a:lnTo>
                  <a:lnTo>
                    <a:pt x="459117" y="492912"/>
                  </a:lnTo>
                  <a:lnTo>
                    <a:pt x="461975" y="493293"/>
                  </a:lnTo>
                  <a:lnTo>
                    <a:pt x="463689" y="494626"/>
                  </a:lnTo>
                  <a:lnTo>
                    <a:pt x="464261" y="496912"/>
                  </a:lnTo>
                  <a:lnTo>
                    <a:pt x="464261" y="487578"/>
                  </a:lnTo>
                  <a:lnTo>
                    <a:pt x="463118" y="486625"/>
                  </a:lnTo>
                  <a:lnTo>
                    <a:pt x="457974" y="483768"/>
                  </a:lnTo>
                  <a:lnTo>
                    <a:pt x="452170" y="482625"/>
                  </a:lnTo>
                  <a:lnTo>
                    <a:pt x="445693" y="483196"/>
                  </a:lnTo>
                  <a:lnTo>
                    <a:pt x="407670" y="499808"/>
                  </a:lnTo>
                  <a:lnTo>
                    <a:pt x="399173" y="514350"/>
                  </a:lnTo>
                  <a:lnTo>
                    <a:pt x="397967" y="514350"/>
                  </a:lnTo>
                  <a:lnTo>
                    <a:pt x="397967" y="520065"/>
                  </a:lnTo>
                  <a:lnTo>
                    <a:pt x="397014" y="528828"/>
                  </a:lnTo>
                  <a:lnTo>
                    <a:pt x="397687" y="530453"/>
                  </a:lnTo>
                  <a:lnTo>
                    <a:pt x="397687" y="571500"/>
                  </a:lnTo>
                  <a:lnTo>
                    <a:pt x="397687" y="577215"/>
                  </a:lnTo>
                  <a:lnTo>
                    <a:pt x="397687" y="608368"/>
                  </a:lnTo>
                  <a:lnTo>
                    <a:pt x="397014" y="614553"/>
                  </a:lnTo>
                  <a:lnTo>
                    <a:pt x="397687" y="616178"/>
                  </a:lnTo>
                  <a:lnTo>
                    <a:pt x="397687" y="628650"/>
                  </a:lnTo>
                  <a:lnTo>
                    <a:pt x="397687" y="634365"/>
                  </a:lnTo>
                  <a:lnTo>
                    <a:pt x="397687" y="685800"/>
                  </a:lnTo>
                  <a:lnTo>
                    <a:pt x="397687" y="691515"/>
                  </a:lnTo>
                  <a:lnTo>
                    <a:pt x="397687" y="742950"/>
                  </a:lnTo>
                  <a:lnTo>
                    <a:pt x="158140" y="742950"/>
                  </a:lnTo>
                  <a:lnTo>
                    <a:pt x="158140" y="707047"/>
                  </a:lnTo>
                  <a:lnTo>
                    <a:pt x="158432" y="705510"/>
                  </a:lnTo>
                  <a:lnTo>
                    <a:pt x="158242" y="698271"/>
                  </a:lnTo>
                  <a:lnTo>
                    <a:pt x="158140" y="698068"/>
                  </a:lnTo>
                  <a:lnTo>
                    <a:pt x="158140" y="691515"/>
                  </a:lnTo>
                  <a:lnTo>
                    <a:pt x="397687" y="691515"/>
                  </a:lnTo>
                  <a:lnTo>
                    <a:pt x="397687" y="685800"/>
                  </a:lnTo>
                  <a:lnTo>
                    <a:pt x="158140" y="685800"/>
                  </a:lnTo>
                  <a:lnTo>
                    <a:pt x="158140" y="634365"/>
                  </a:lnTo>
                  <a:lnTo>
                    <a:pt x="397687" y="634365"/>
                  </a:lnTo>
                  <a:lnTo>
                    <a:pt x="397687" y="628650"/>
                  </a:lnTo>
                  <a:lnTo>
                    <a:pt x="158140" y="628650"/>
                  </a:lnTo>
                  <a:lnTo>
                    <a:pt x="158140" y="577215"/>
                  </a:lnTo>
                  <a:lnTo>
                    <a:pt x="397687" y="577215"/>
                  </a:lnTo>
                  <a:lnTo>
                    <a:pt x="397687" y="571500"/>
                  </a:lnTo>
                  <a:lnTo>
                    <a:pt x="158140" y="571500"/>
                  </a:lnTo>
                  <a:lnTo>
                    <a:pt x="158140" y="520065"/>
                  </a:lnTo>
                  <a:lnTo>
                    <a:pt x="397967" y="520065"/>
                  </a:lnTo>
                  <a:lnTo>
                    <a:pt x="397967" y="514350"/>
                  </a:lnTo>
                  <a:lnTo>
                    <a:pt x="158140" y="514350"/>
                  </a:lnTo>
                  <a:lnTo>
                    <a:pt x="148145" y="514350"/>
                  </a:lnTo>
                  <a:lnTo>
                    <a:pt x="148145" y="520065"/>
                  </a:lnTo>
                  <a:lnTo>
                    <a:pt x="148145" y="742950"/>
                  </a:lnTo>
                  <a:lnTo>
                    <a:pt x="118465" y="742950"/>
                  </a:lnTo>
                  <a:lnTo>
                    <a:pt x="126072" y="740879"/>
                  </a:lnTo>
                  <a:lnTo>
                    <a:pt x="134188" y="737285"/>
                  </a:lnTo>
                  <a:lnTo>
                    <a:pt x="142138" y="732370"/>
                  </a:lnTo>
                  <a:lnTo>
                    <a:pt x="148145" y="727138"/>
                  </a:lnTo>
                  <a:lnTo>
                    <a:pt x="148145" y="685800"/>
                  </a:lnTo>
                  <a:lnTo>
                    <a:pt x="144691" y="685800"/>
                  </a:lnTo>
                  <a:lnTo>
                    <a:pt x="139661" y="684466"/>
                  </a:lnTo>
                  <a:lnTo>
                    <a:pt x="131279" y="684657"/>
                  </a:lnTo>
                  <a:lnTo>
                    <a:pt x="123355" y="685622"/>
                  </a:lnTo>
                  <a:lnTo>
                    <a:pt x="122745" y="685800"/>
                  </a:lnTo>
                  <a:lnTo>
                    <a:pt x="108127" y="685800"/>
                  </a:lnTo>
                  <a:lnTo>
                    <a:pt x="108127" y="691515"/>
                  </a:lnTo>
                  <a:lnTo>
                    <a:pt x="107924" y="691616"/>
                  </a:lnTo>
                  <a:lnTo>
                    <a:pt x="100418" y="696658"/>
                  </a:lnTo>
                  <a:lnTo>
                    <a:pt x="93726" y="702462"/>
                  </a:lnTo>
                  <a:lnTo>
                    <a:pt x="88773" y="708723"/>
                  </a:lnTo>
                  <a:lnTo>
                    <a:pt x="85585" y="715467"/>
                  </a:lnTo>
                  <a:lnTo>
                    <a:pt x="84137" y="722655"/>
                  </a:lnTo>
                  <a:lnTo>
                    <a:pt x="84328" y="729132"/>
                  </a:lnTo>
                  <a:lnTo>
                    <a:pt x="86804" y="734377"/>
                  </a:lnTo>
                  <a:lnTo>
                    <a:pt x="91567" y="738378"/>
                  </a:lnTo>
                  <a:lnTo>
                    <a:pt x="96139" y="741997"/>
                  </a:lnTo>
                  <a:lnTo>
                    <a:pt x="99085" y="742950"/>
                  </a:lnTo>
                  <a:lnTo>
                    <a:pt x="12700" y="742950"/>
                  </a:lnTo>
                  <a:lnTo>
                    <a:pt x="12700" y="691515"/>
                  </a:lnTo>
                  <a:lnTo>
                    <a:pt x="108127" y="691515"/>
                  </a:lnTo>
                  <a:lnTo>
                    <a:pt x="108127" y="685800"/>
                  </a:lnTo>
                  <a:lnTo>
                    <a:pt x="12700" y="685800"/>
                  </a:lnTo>
                  <a:lnTo>
                    <a:pt x="12700" y="634365"/>
                  </a:lnTo>
                  <a:lnTo>
                    <a:pt x="148145" y="634365"/>
                  </a:lnTo>
                  <a:lnTo>
                    <a:pt x="148145" y="628650"/>
                  </a:lnTo>
                  <a:lnTo>
                    <a:pt x="12700" y="628650"/>
                  </a:lnTo>
                  <a:lnTo>
                    <a:pt x="12700" y="577215"/>
                  </a:lnTo>
                  <a:lnTo>
                    <a:pt x="148145" y="577215"/>
                  </a:lnTo>
                  <a:lnTo>
                    <a:pt x="148145" y="571500"/>
                  </a:lnTo>
                  <a:lnTo>
                    <a:pt x="12700" y="571500"/>
                  </a:lnTo>
                  <a:lnTo>
                    <a:pt x="12700" y="520065"/>
                  </a:lnTo>
                  <a:lnTo>
                    <a:pt x="148145" y="520065"/>
                  </a:lnTo>
                  <a:lnTo>
                    <a:pt x="148145" y="514350"/>
                  </a:lnTo>
                  <a:lnTo>
                    <a:pt x="12700" y="514350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4127" y="520065"/>
                  </a:lnTo>
                  <a:lnTo>
                    <a:pt x="4127" y="571500"/>
                  </a:lnTo>
                  <a:lnTo>
                    <a:pt x="0" y="571500"/>
                  </a:lnTo>
                  <a:lnTo>
                    <a:pt x="0" y="577215"/>
                  </a:lnTo>
                  <a:lnTo>
                    <a:pt x="4127" y="577215"/>
                  </a:lnTo>
                  <a:lnTo>
                    <a:pt x="4127" y="628650"/>
                  </a:lnTo>
                  <a:lnTo>
                    <a:pt x="0" y="628650"/>
                  </a:lnTo>
                  <a:lnTo>
                    <a:pt x="0" y="634365"/>
                  </a:lnTo>
                  <a:lnTo>
                    <a:pt x="4127" y="634365"/>
                  </a:lnTo>
                  <a:lnTo>
                    <a:pt x="4127" y="685800"/>
                  </a:lnTo>
                  <a:lnTo>
                    <a:pt x="0" y="685800"/>
                  </a:lnTo>
                  <a:lnTo>
                    <a:pt x="0" y="691515"/>
                  </a:lnTo>
                  <a:lnTo>
                    <a:pt x="4127" y="691515"/>
                  </a:lnTo>
                  <a:lnTo>
                    <a:pt x="4127" y="742950"/>
                  </a:lnTo>
                  <a:lnTo>
                    <a:pt x="0" y="742950"/>
                  </a:lnTo>
                  <a:lnTo>
                    <a:pt x="0" y="748665"/>
                  </a:lnTo>
                  <a:lnTo>
                    <a:pt x="4127" y="748665"/>
                  </a:lnTo>
                  <a:lnTo>
                    <a:pt x="12700" y="748665"/>
                  </a:lnTo>
                  <a:lnTo>
                    <a:pt x="148145" y="748665"/>
                  </a:lnTo>
                  <a:lnTo>
                    <a:pt x="148145" y="796518"/>
                  </a:lnTo>
                  <a:lnTo>
                    <a:pt x="67614" y="796518"/>
                  </a:lnTo>
                  <a:lnTo>
                    <a:pt x="67614" y="803668"/>
                  </a:lnTo>
                  <a:lnTo>
                    <a:pt x="148145" y="803668"/>
                  </a:lnTo>
                  <a:lnTo>
                    <a:pt x="148145" y="853668"/>
                  </a:lnTo>
                  <a:lnTo>
                    <a:pt x="67614" y="853668"/>
                  </a:lnTo>
                  <a:lnTo>
                    <a:pt x="67614" y="860818"/>
                  </a:lnTo>
                  <a:lnTo>
                    <a:pt x="148145" y="860818"/>
                  </a:lnTo>
                  <a:lnTo>
                    <a:pt x="148145" y="887806"/>
                  </a:lnTo>
                  <a:lnTo>
                    <a:pt x="146138" y="886206"/>
                  </a:lnTo>
                  <a:lnTo>
                    <a:pt x="139661" y="884491"/>
                  </a:lnTo>
                  <a:lnTo>
                    <a:pt x="131279" y="884682"/>
                  </a:lnTo>
                  <a:lnTo>
                    <a:pt x="93726" y="902487"/>
                  </a:lnTo>
                  <a:lnTo>
                    <a:pt x="87782" y="910818"/>
                  </a:lnTo>
                  <a:lnTo>
                    <a:pt x="67614" y="910818"/>
                  </a:lnTo>
                  <a:lnTo>
                    <a:pt x="67614" y="917968"/>
                  </a:lnTo>
                  <a:lnTo>
                    <a:pt x="85077" y="917968"/>
                  </a:lnTo>
                  <a:lnTo>
                    <a:pt x="84137" y="922680"/>
                  </a:lnTo>
                  <a:lnTo>
                    <a:pt x="109283" y="944118"/>
                  </a:lnTo>
                  <a:lnTo>
                    <a:pt x="117767" y="943165"/>
                  </a:lnTo>
                  <a:lnTo>
                    <a:pt x="153784" y="920115"/>
                  </a:lnTo>
                  <a:lnTo>
                    <a:pt x="154762" y="917968"/>
                  </a:lnTo>
                  <a:lnTo>
                    <a:pt x="178752" y="917968"/>
                  </a:lnTo>
                  <a:lnTo>
                    <a:pt x="178752" y="910818"/>
                  </a:lnTo>
                  <a:lnTo>
                    <a:pt x="157416" y="910818"/>
                  </a:lnTo>
                  <a:lnTo>
                    <a:pt x="158432" y="905535"/>
                  </a:lnTo>
                  <a:lnTo>
                    <a:pt x="158242" y="898296"/>
                  </a:lnTo>
                  <a:lnTo>
                    <a:pt x="158140" y="898093"/>
                  </a:lnTo>
                  <a:lnTo>
                    <a:pt x="158140" y="860818"/>
                  </a:lnTo>
                  <a:lnTo>
                    <a:pt x="178752" y="860818"/>
                  </a:lnTo>
                  <a:lnTo>
                    <a:pt x="178752" y="853668"/>
                  </a:lnTo>
                  <a:lnTo>
                    <a:pt x="158140" y="853668"/>
                  </a:lnTo>
                  <a:lnTo>
                    <a:pt x="158140" y="803668"/>
                  </a:lnTo>
                  <a:lnTo>
                    <a:pt x="178752" y="803668"/>
                  </a:lnTo>
                  <a:lnTo>
                    <a:pt x="178752" y="796518"/>
                  </a:lnTo>
                  <a:lnTo>
                    <a:pt x="158140" y="796518"/>
                  </a:lnTo>
                  <a:lnTo>
                    <a:pt x="158140" y="748665"/>
                  </a:lnTo>
                  <a:lnTo>
                    <a:pt x="397687" y="748665"/>
                  </a:lnTo>
                  <a:lnTo>
                    <a:pt x="397687" y="800100"/>
                  </a:lnTo>
                  <a:lnTo>
                    <a:pt x="407682" y="800100"/>
                  </a:lnTo>
                  <a:lnTo>
                    <a:pt x="407682" y="748665"/>
                  </a:lnTo>
                  <a:lnTo>
                    <a:pt x="1025283" y="748665"/>
                  </a:lnTo>
                  <a:lnTo>
                    <a:pt x="1024775" y="751230"/>
                  </a:lnTo>
                  <a:lnTo>
                    <a:pt x="1024966" y="757707"/>
                  </a:lnTo>
                  <a:lnTo>
                    <a:pt x="1049921" y="772668"/>
                  </a:lnTo>
                  <a:lnTo>
                    <a:pt x="1058405" y="771715"/>
                  </a:lnTo>
                  <a:lnTo>
                    <a:pt x="1066711" y="769454"/>
                  </a:lnTo>
                  <a:lnTo>
                    <a:pt x="1074839" y="765860"/>
                  </a:lnTo>
                  <a:lnTo>
                    <a:pt x="1082789" y="760945"/>
                  </a:lnTo>
                  <a:lnTo>
                    <a:pt x="1088783" y="755713"/>
                  </a:lnTo>
                  <a:lnTo>
                    <a:pt x="1088783" y="796518"/>
                  </a:lnTo>
                  <a:lnTo>
                    <a:pt x="1008265" y="796518"/>
                  </a:lnTo>
                  <a:lnTo>
                    <a:pt x="1008265" y="803668"/>
                  </a:lnTo>
                  <a:lnTo>
                    <a:pt x="1088783" y="803668"/>
                  </a:lnTo>
                  <a:lnTo>
                    <a:pt x="1088783" y="853668"/>
                  </a:lnTo>
                  <a:lnTo>
                    <a:pt x="1008265" y="853668"/>
                  </a:lnTo>
                  <a:lnTo>
                    <a:pt x="1008265" y="860818"/>
                  </a:lnTo>
                  <a:lnTo>
                    <a:pt x="1088783" y="860818"/>
                  </a:lnTo>
                  <a:lnTo>
                    <a:pt x="1088783" y="910818"/>
                  </a:lnTo>
                  <a:lnTo>
                    <a:pt x="1008265" y="910818"/>
                  </a:lnTo>
                  <a:lnTo>
                    <a:pt x="1008265" y="917968"/>
                  </a:lnTo>
                  <a:lnTo>
                    <a:pt x="1053223" y="917968"/>
                  </a:lnTo>
                  <a:lnTo>
                    <a:pt x="1048575" y="920216"/>
                  </a:lnTo>
                  <a:lnTo>
                    <a:pt x="1024775" y="951255"/>
                  </a:lnTo>
                  <a:lnTo>
                    <a:pt x="1024966" y="957732"/>
                  </a:lnTo>
                  <a:lnTo>
                    <a:pt x="1049921" y="972693"/>
                  </a:lnTo>
                  <a:lnTo>
                    <a:pt x="1058405" y="971740"/>
                  </a:lnTo>
                  <a:lnTo>
                    <a:pt x="1094435" y="948690"/>
                  </a:lnTo>
                  <a:lnTo>
                    <a:pt x="1099070" y="934110"/>
                  </a:lnTo>
                  <a:lnTo>
                    <a:pt x="1098880" y="926871"/>
                  </a:lnTo>
                  <a:lnTo>
                    <a:pt x="1098791" y="926693"/>
                  </a:lnTo>
                  <a:lnTo>
                    <a:pt x="1098791" y="917968"/>
                  </a:lnTo>
                  <a:lnTo>
                    <a:pt x="1119403" y="917968"/>
                  </a:lnTo>
                  <a:lnTo>
                    <a:pt x="1119403" y="910818"/>
                  </a:lnTo>
                  <a:lnTo>
                    <a:pt x="1098791" y="910818"/>
                  </a:lnTo>
                  <a:lnTo>
                    <a:pt x="1098791" y="860818"/>
                  </a:lnTo>
                  <a:lnTo>
                    <a:pt x="1119403" y="860818"/>
                  </a:lnTo>
                  <a:lnTo>
                    <a:pt x="1119403" y="853668"/>
                  </a:lnTo>
                  <a:lnTo>
                    <a:pt x="1098791" y="853668"/>
                  </a:lnTo>
                  <a:lnTo>
                    <a:pt x="1098791" y="803668"/>
                  </a:lnTo>
                  <a:lnTo>
                    <a:pt x="1119403" y="803668"/>
                  </a:lnTo>
                  <a:lnTo>
                    <a:pt x="1119403" y="796518"/>
                  </a:lnTo>
                  <a:lnTo>
                    <a:pt x="1098791" y="796518"/>
                  </a:lnTo>
                  <a:lnTo>
                    <a:pt x="1098791" y="748665"/>
                  </a:lnTo>
                  <a:lnTo>
                    <a:pt x="1334236" y="748665"/>
                  </a:lnTo>
                  <a:lnTo>
                    <a:pt x="1338364" y="748665"/>
                  </a:lnTo>
                  <a:lnTo>
                    <a:pt x="1346936" y="748665"/>
                  </a:lnTo>
                  <a:lnTo>
                    <a:pt x="1442364" y="748665"/>
                  </a:lnTo>
                  <a:lnTo>
                    <a:pt x="1442161" y="748766"/>
                  </a:lnTo>
                  <a:lnTo>
                    <a:pt x="1418374" y="779805"/>
                  </a:lnTo>
                  <a:lnTo>
                    <a:pt x="1418564" y="786282"/>
                  </a:lnTo>
                  <a:lnTo>
                    <a:pt x="1421041" y="791527"/>
                  </a:lnTo>
                  <a:lnTo>
                    <a:pt x="1425803" y="795528"/>
                  </a:lnTo>
                  <a:lnTo>
                    <a:pt x="1427048" y="796518"/>
                  </a:lnTo>
                  <a:lnTo>
                    <a:pt x="1401851" y="796518"/>
                  </a:lnTo>
                  <a:lnTo>
                    <a:pt x="1401851" y="803668"/>
                  </a:lnTo>
                  <a:lnTo>
                    <a:pt x="1482382" y="803668"/>
                  </a:lnTo>
                  <a:lnTo>
                    <a:pt x="1482382" y="853668"/>
                  </a:lnTo>
                  <a:lnTo>
                    <a:pt x="1401851" y="853668"/>
                  </a:lnTo>
                  <a:lnTo>
                    <a:pt x="1401851" y="860818"/>
                  </a:lnTo>
                  <a:lnTo>
                    <a:pt x="1482382" y="860818"/>
                  </a:lnTo>
                  <a:lnTo>
                    <a:pt x="1482382" y="910818"/>
                  </a:lnTo>
                  <a:lnTo>
                    <a:pt x="1401851" y="910818"/>
                  </a:lnTo>
                  <a:lnTo>
                    <a:pt x="1401851" y="917968"/>
                  </a:lnTo>
                  <a:lnTo>
                    <a:pt x="1482382" y="917968"/>
                  </a:lnTo>
                  <a:lnTo>
                    <a:pt x="1482382" y="944943"/>
                  </a:lnTo>
                  <a:lnTo>
                    <a:pt x="1480388" y="943356"/>
                  </a:lnTo>
                  <a:lnTo>
                    <a:pt x="1473911" y="941641"/>
                  </a:lnTo>
                  <a:lnTo>
                    <a:pt x="1465529" y="941832"/>
                  </a:lnTo>
                  <a:lnTo>
                    <a:pt x="1427962" y="959637"/>
                  </a:lnTo>
                  <a:lnTo>
                    <a:pt x="1422031" y="967968"/>
                  </a:lnTo>
                  <a:lnTo>
                    <a:pt x="1401851" y="967968"/>
                  </a:lnTo>
                  <a:lnTo>
                    <a:pt x="1401851" y="975118"/>
                  </a:lnTo>
                  <a:lnTo>
                    <a:pt x="1419313" y="975118"/>
                  </a:lnTo>
                  <a:lnTo>
                    <a:pt x="1418374" y="979830"/>
                  </a:lnTo>
                  <a:lnTo>
                    <a:pt x="1443520" y="1001268"/>
                  </a:lnTo>
                  <a:lnTo>
                    <a:pt x="1452003" y="1000315"/>
                  </a:lnTo>
                  <a:lnTo>
                    <a:pt x="1488020" y="977265"/>
                  </a:lnTo>
                  <a:lnTo>
                    <a:pt x="1488998" y="975118"/>
                  </a:lnTo>
                  <a:lnTo>
                    <a:pt x="1513001" y="975118"/>
                  </a:lnTo>
                  <a:lnTo>
                    <a:pt x="1513001" y="967968"/>
                  </a:lnTo>
                  <a:lnTo>
                    <a:pt x="1491653" y="967968"/>
                  </a:lnTo>
                  <a:lnTo>
                    <a:pt x="1492669" y="962685"/>
                  </a:lnTo>
                  <a:lnTo>
                    <a:pt x="1492478" y="955446"/>
                  </a:lnTo>
                  <a:lnTo>
                    <a:pt x="1492389" y="955268"/>
                  </a:lnTo>
                  <a:lnTo>
                    <a:pt x="1492389" y="917968"/>
                  </a:lnTo>
                  <a:lnTo>
                    <a:pt x="1513001" y="917968"/>
                  </a:lnTo>
                  <a:lnTo>
                    <a:pt x="1513001" y="910818"/>
                  </a:lnTo>
                  <a:lnTo>
                    <a:pt x="1492389" y="910818"/>
                  </a:lnTo>
                  <a:lnTo>
                    <a:pt x="1492389" y="860818"/>
                  </a:lnTo>
                  <a:lnTo>
                    <a:pt x="1513001" y="860818"/>
                  </a:lnTo>
                  <a:lnTo>
                    <a:pt x="1513001" y="853668"/>
                  </a:lnTo>
                  <a:lnTo>
                    <a:pt x="1492389" y="853668"/>
                  </a:lnTo>
                  <a:lnTo>
                    <a:pt x="1492389" y="803668"/>
                  </a:lnTo>
                  <a:lnTo>
                    <a:pt x="1513001" y="803668"/>
                  </a:lnTo>
                  <a:lnTo>
                    <a:pt x="1513001" y="796518"/>
                  </a:lnTo>
                  <a:lnTo>
                    <a:pt x="1492389" y="796518"/>
                  </a:lnTo>
                  <a:lnTo>
                    <a:pt x="1492389" y="764133"/>
                  </a:lnTo>
                  <a:lnTo>
                    <a:pt x="1492669" y="762660"/>
                  </a:lnTo>
                  <a:lnTo>
                    <a:pt x="1492478" y="755421"/>
                  </a:lnTo>
                  <a:lnTo>
                    <a:pt x="1492389" y="755243"/>
                  </a:lnTo>
                  <a:lnTo>
                    <a:pt x="1492389" y="748665"/>
                  </a:lnTo>
                  <a:lnTo>
                    <a:pt x="1731924" y="748665"/>
                  </a:lnTo>
                  <a:lnTo>
                    <a:pt x="1731924" y="771525"/>
                  </a:lnTo>
                  <a:lnTo>
                    <a:pt x="1741919" y="771525"/>
                  </a:lnTo>
                  <a:lnTo>
                    <a:pt x="1741919" y="748665"/>
                  </a:lnTo>
                  <a:lnTo>
                    <a:pt x="2578887" y="748665"/>
                  </a:lnTo>
                  <a:lnTo>
                    <a:pt x="2578887" y="742950"/>
                  </a:lnTo>
                  <a:lnTo>
                    <a:pt x="1741919" y="742950"/>
                  </a:lnTo>
                  <a:lnTo>
                    <a:pt x="1741919" y="691515"/>
                  </a:lnTo>
                  <a:lnTo>
                    <a:pt x="2578887" y="691515"/>
                  </a:lnTo>
                  <a:lnTo>
                    <a:pt x="2578887" y="685800"/>
                  </a:lnTo>
                  <a:lnTo>
                    <a:pt x="1741919" y="685800"/>
                  </a:lnTo>
                  <a:lnTo>
                    <a:pt x="1741919" y="634365"/>
                  </a:lnTo>
                  <a:lnTo>
                    <a:pt x="2578887" y="634365"/>
                  </a:lnTo>
                  <a:lnTo>
                    <a:pt x="2578887" y="628650"/>
                  </a:lnTo>
                  <a:lnTo>
                    <a:pt x="1741919" y="628650"/>
                  </a:lnTo>
                  <a:lnTo>
                    <a:pt x="1741919" y="577215"/>
                  </a:lnTo>
                  <a:lnTo>
                    <a:pt x="2578887" y="577215"/>
                  </a:lnTo>
                  <a:lnTo>
                    <a:pt x="2578887" y="571500"/>
                  </a:lnTo>
                  <a:lnTo>
                    <a:pt x="1741919" y="571500"/>
                  </a:lnTo>
                  <a:lnTo>
                    <a:pt x="1741919" y="520065"/>
                  </a:lnTo>
                  <a:lnTo>
                    <a:pt x="2578887" y="520065"/>
                  </a:lnTo>
                  <a:lnTo>
                    <a:pt x="2578887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5" name="object 325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3716537" y="9510934"/>
              <a:ext cx="111140" cy="120014"/>
            </a:xfrm>
            <a:prstGeom prst="rect">
              <a:avLst/>
            </a:prstGeom>
          </p:spPr>
        </p:pic>
        <p:sp>
          <p:nvSpPr>
            <p:cNvPr id="326" name="object 326"/>
            <p:cNvSpPr/>
            <p:nvPr/>
          </p:nvSpPr>
          <p:spPr>
            <a:xfrm>
              <a:off x="3732377" y="9554092"/>
              <a:ext cx="548640" cy="360045"/>
            </a:xfrm>
            <a:custGeom>
              <a:avLst/>
              <a:gdLst/>
              <a:ahLst/>
              <a:cxnLst/>
              <a:rect l="l" t="t" r="r" b="b"/>
              <a:pathLst>
                <a:path w="548639" h="360045">
                  <a:moveTo>
                    <a:pt x="75730" y="144970"/>
                  </a:moveTo>
                  <a:lnTo>
                    <a:pt x="72859" y="138010"/>
                  </a:lnTo>
                  <a:lnTo>
                    <a:pt x="72771" y="137820"/>
                  </a:lnTo>
                  <a:lnTo>
                    <a:pt x="67246" y="133248"/>
                  </a:lnTo>
                  <a:lnTo>
                    <a:pt x="67246" y="142582"/>
                  </a:lnTo>
                  <a:lnTo>
                    <a:pt x="67246" y="146202"/>
                  </a:lnTo>
                  <a:lnTo>
                    <a:pt x="34671" y="175450"/>
                  </a:lnTo>
                  <a:lnTo>
                    <a:pt x="18389" y="181063"/>
                  </a:lnTo>
                  <a:lnTo>
                    <a:pt x="14389" y="180873"/>
                  </a:lnTo>
                  <a:lnTo>
                    <a:pt x="10388" y="180492"/>
                  </a:lnTo>
                  <a:lnTo>
                    <a:pt x="8483" y="178777"/>
                  </a:lnTo>
                  <a:lnTo>
                    <a:pt x="8674" y="175729"/>
                  </a:lnTo>
                  <a:lnTo>
                    <a:pt x="34671" y="147447"/>
                  </a:lnTo>
                  <a:lnTo>
                    <a:pt x="56388" y="138010"/>
                  </a:lnTo>
                  <a:lnTo>
                    <a:pt x="62103" y="138582"/>
                  </a:lnTo>
                  <a:lnTo>
                    <a:pt x="64960" y="138963"/>
                  </a:lnTo>
                  <a:lnTo>
                    <a:pt x="66675" y="140296"/>
                  </a:lnTo>
                  <a:lnTo>
                    <a:pt x="67246" y="142582"/>
                  </a:lnTo>
                  <a:lnTo>
                    <a:pt x="67246" y="133248"/>
                  </a:lnTo>
                  <a:lnTo>
                    <a:pt x="66103" y="132295"/>
                  </a:lnTo>
                  <a:lnTo>
                    <a:pt x="60960" y="129438"/>
                  </a:lnTo>
                  <a:lnTo>
                    <a:pt x="55156" y="128295"/>
                  </a:lnTo>
                  <a:lnTo>
                    <a:pt x="48679" y="128866"/>
                  </a:lnTo>
                  <a:lnTo>
                    <a:pt x="10655" y="145478"/>
                  </a:lnTo>
                  <a:lnTo>
                    <a:pt x="0" y="174498"/>
                  </a:lnTo>
                  <a:lnTo>
                    <a:pt x="2959" y="181635"/>
                  </a:lnTo>
                  <a:lnTo>
                    <a:pt x="9817" y="187159"/>
                  </a:lnTo>
                  <a:lnTo>
                    <a:pt x="14960" y="190017"/>
                  </a:lnTo>
                  <a:lnTo>
                    <a:pt x="20675" y="191160"/>
                  </a:lnTo>
                  <a:lnTo>
                    <a:pt x="26962" y="190588"/>
                  </a:lnTo>
                  <a:lnTo>
                    <a:pt x="35039" y="189687"/>
                  </a:lnTo>
                  <a:lnTo>
                    <a:pt x="42964" y="187515"/>
                  </a:lnTo>
                  <a:lnTo>
                    <a:pt x="50749" y="184111"/>
                  </a:lnTo>
                  <a:lnTo>
                    <a:pt x="55740" y="181063"/>
                  </a:lnTo>
                  <a:lnTo>
                    <a:pt x="58394" y="179451"/>
                  </a:lnTo>
                  <a:lnTo>
                    <a:pt x="65112" y="173875"/>
                  </a:lnTo>
                  <a:lnTo>
                    <a:pt x="70104" y="167728"/>
                  </a:lnTo>
                  <a:lnTo>
                    <a:pt x="73393" y="161010"/>
                  </a:lnTo>
                  <a:lnTo>
                    <a:pt x="74968" y="153733"/>
                  </a:lnTo>
                  <a:lnTo>
                    <a:pt x="75730" y="144970"/>
                  </a:lnTo>
                  <a:close/>
                </a:path>
                <a:path w="548639" h="360045">
                  <a:moveTo>
                    <a:pt x="548182" y="0"/>
                  </a:moveTo>
                  <a:lnTo>
                    <a:pt x="538187" y="0"/>
                  </a:lnTo>
                  <a:lnTo>
                    <a:pt x="538187" y="360045"/>
                  </a:lnTo>
                  <a:lnTo>
                    <a:pt x="548182" y="360045"/>
                  </a:lnTo>
                  <a:lnTo>
                    <a:pt x="5481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7" name="object 327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4254050" y="9512744"/>
              <a:ext cx="111140" cy="116776"/>
            </a:xfrm>
            <a:prstGeom prst="rect">
              <a:avLst/>
            </a:prstGeom>
          </p:spPr>
        </p:pic>
        <p:sp>
          <p:nvSpPr>
            <p:cNvPr id="328" name="object 328"/>
            <p:cNvSpPr/>
            <p:nvPr/>
          </p:nvSpPr>
          <p:spPr>
            <a:xfrm>
              <a:off x="4270565" y="9142612"/>
              <a:ext cx="1644014" cy="915669"/>
            </a:xfrm>
            <a:custGeom>
              <a:avLst/>
              <a:gdLst/>
              <a:ahLst/>
              <a:cxnLst/>
              <a:rect l="l" t="t" r="r" b="b"/>
              <a:pathLst>
                <a:path w="1644014" h="915670">
                  <a:moveTo>
                    <a:pt x="74295" y="562635"/>
                  </a:moveTo>
                  <a:lnTo>
                    <a:pt x="74104" y="555396"/>
                  </a:lnTo>
                  <a:lnTo>
                    <a:pt x="71526" y="550164"/>
                  </a:lnTo>
                  <a:lnTo>
                    <a:pt x="66573" y="546925"/>
                  </a:lnTo>
                  <a:lnTo>
                    <a:pt x="62001" y="543306"/>
                  </a:lnTo>
                  <a:lnTo>
                    <a:pt x="55524" y="541591"/>
                  </a:lnTo>
                  <a:lnTo>
                    <a:pt x="47142" y="541782"/>
                  </a:lnTo>
                  <a:lnTo>
                    <a:pt x="39217" y="542747"/>
                  </a:lnTo>
                  <a:lnTo>
                    <a:pt x="4635" y="565848"/>
                  </a:lnTo>
                  <a:lnTo>
                    <a:pt x="0" y="579780"/>
                  </a:lnTo>
                  <a:lnTo>
                    <a:pt x="190" y="586257"/>
                  </a:lnTo>
                  <a:lnTo>
                    <a:pt x="25146" y="601218"/>
                  </a:lnTo>
                  <a:lnTo>
                    <a:pt x="33629" y="600265"/>
                  </a:lnTo>
                  <a:lnTo>
                    <a:pt x="69646" y="577215"/>
                  </a:lnTo>
                  <a:lnTo>
                    <a:pt x="72847" y="570204"/>
                  </a:lnTo>
                  <a:lnTo>
                    <a:pt x="74295" y="562635"/>
                  </a:lnTo>
                  <a:close/>
                </a:path>
                <a:path w="1644014" h="915670">
                  <a:moveTo>
                    <a:pt x="1643697" y="514350"/>
                  </a:moveTo>
                  <a:lnTo>
                    <a:pt x="717143" y="514350"/>
                  </a:lnTo>
                  <a:lnTo>
                    <a:pt x="717143" y="440055"/>
                  </a:lnTo>
                  <a:lnTo>
                    <a:pt x="707136" y="440055"/>
                  </a:lnTo>
                  <a:lnTo>
                    <a:pt x="707136" y="742950"/>
                  </a:lnTo>
                  <a:lnTo>
                    <a:pt x="467601" y="742950"/>
                  </a:lnTo>
                  <a:lnTo>
                    <a:pt x="467601" y="691515"/>
                  </a:lnTo>
                  <a:lnTo>
                    <a:pt x="707136" y="691515"/>
                  </a:lnTo>
                  <a:lnTo>
                    <a:pt x="707136" y="685800"/>
                  </a:lnTo>
                  <a:lnTo>
                    <a:pt x="467601" y="685800"/>
                  </a:lnTo>
                  <a:lnTo>
                    <a:pt x="467601" y="678408"/>
                  </a:lnTo>
                  <a:lnTo>
                    <a:pt x="467880" y="676935"/>
                  </a:lnTo>
                  <a:lnTo>
                    <a:pt x="467690" y="669696"/>
                  </a:lnTo>
                  <a:lnTo>
                    <a:pt x="467601" y="669518"/>
                  </a:lnTo>
                  <a:lnTo>
                    <a:pt x="467601" y="634365"/>
                  </a:lnTo>
                  <a:lnTo>
                    <a:pt x="707136" y="634365"/>
                  </a:lnTo>
                  <a:lnTo>
                    <a:pt x="707136" y="628650"/>
                  </a:lnTo>
                  <a:lnTo>
                    <a:pt x="467601" y="628650"/>
                  </a:lnTo>
                  <a:lnTo>
                    <a:pt x="467601" y="577215"/>
                  </a:lnTo>
                  <a:lnTo>
                    <a:pt x="707136" y="577215"/>
                  </a:lnTo>
                  <a:lnTo>
                    <a:pt x="707136" y="571500"/>
                  </a:lnTo>
                  <a:lnTo>
                    <a:pt x="467601" y="571500"/>
                  </a:lnTo>
                  <a:lnTo>
                    <a:pt x="467601" y="520065"/>
                  </a:lnTo>
                  <a:lnTo>
                    <a:pt x="707136" y="520065"/>
                  </a:lnTo>
                  <a:lnTo>
                    <a:pt x="707136" y="514350"/>
                  </a:lnTo>
                  <a:lnTo>
                    <a:pt x="467601" y="514350"/>
                  </a:lnTo>
                  <a:lnTo>
                    <a:pt x="467601" y="485775"/>
                  </a:lnTo>
                  <a:lnTo>
                    <a:pt x="457593" y="485775"/>
                  </a:lnTo>
                  <a:lnTo>
                    <a:pt x="457593" y="742950"/>
                  </a:lnTo>
                  <a:lnTo>
                    <a:pt x="322148" y="742950"/>
                  </a:lnTo>
                  <a:lnTo>
                    <a:pt x="322148" y="691515"/>
                  </a:lnTo>
                  <a:lnTo>
                    <a:pt x="394093" y="691515"/>
                  </a:lnTo>
                  <a:lnTo>
                    <a:pt x="393585" y="694080"/>
                  </a:lnTo>
                  <a:lnTo>
                    <a:pt x="393776" y="700557"/>
                  </a:lnTo>
                  <a:lnTo>
                    <a:pt x="418731" y="715518"/>
                  </a:lnTo>
                  <a:lnTo>
                    <a:pt x="427215" y="714565"/>
                  </a:lnTo>
                  <a:lnTo>
                    <a:pt x="435521" y="712304"/>
                  </a:lnTo>
                  <a:lnTo>
                    <a:pt x="443649" y="708710"/>
                  </a:lnTo>
                  <a:lnTo>
                    <a:pt x="451599" y="703795"/>
                  </a:lnTo>
                  <a:lnTo>
                    <a:pt x="457593" y="698563"/>
                  </a:lnTo>
                  <a:lnTo>
                    <a:pt x="457593" y="659193"/>
                  </a:lnTo>
                  <a:lnTo>
                    <a:pt x="455599" y="657606"/>
                  </a:lnTo>
                  <a:lnTo>
                    <a:pt x="449122" y="655891"/>
                  </a:lnTo>
                  <a:lnTo>
                    <a:pt x="440740" y="656082"/>
                  </a:lnTo>
                  <a:lnTo>
                    <a:pt x="403174" y="673887"/>
                  </a:lnTo>
                  <a:lnTo>
                    <a:pt x="395541" y="685800"/>
                  </a:lnTo>
                  <a:lnTo>
                    <a:pt x="322148" y="685800"/>
                  </a:lnTo>
                  <a:lnTo>
                    <a:pt x="322148" y="634365"/>
                  </a:lnTo>
                  <a:lnTo>
                    <a:pt x="457593" y="634365"/>
                  </a:lnTo>
                  <a:lnTo>
                    <a:pt x="457593" y="628650"/>
                  </a:lnTo>
                  <a:lnTo>
                    <a:pt x="322148" y="628650"/>
                  </a:lnTo>
                  <a:lnTo>
                    <a:pt x="322148" y="577215"/>
                  </a:lnTo>
                  <a:lnTo>
                    <a:pt x="457593" y="577215"/>
                  </a:lnTo>
                  <a:lnTo>
                    <a:pt x="457593" y="571500"/>
                  </a:lnTo>
                  <a:lnTo>
                    <a:pt x="322148" y="571500"/>
                  </a:lnTo>
                  <a:lnTo>
                    <a:pt x="322148" y="520065"/>
                  </a:lnTo>
                  <a:lnTo>
                    <a:pt x="457593" y="520065"/>
                  </a:lnTo>
                  <a:lnTo>
                    <a:pt x="457593" y="514350"/>
                  </a:lnTo>
                  <a:lnTo>
                    <a:pt x="322148" y="514350"/>
                  </a:lnTo>
                  <a:lnTo>
                    <a:pt x="322148" y="0"/>
                  </a:lnTo>
                  <a:lnTo>
                    <a:pt x="313575" y="0"/>
                  </a:lnTo>
                  <a:lnTo>
                    <a:pt x="313575" y="514350"/>
                  </a:lnTo>
                  <a:lnTo>
                    <a:pt x="309448" y="514350"/>
                  </a:lnTo>
                  <a:lnTo>
                    <a:pt x="309448" y="520065"/>
                  </a:lnTo>
                  <a:lnTo>
                    <a:pt x="313575" y="520065"/>
                  </a:lnTo>
                  <a:lnTo>
                    <a:pt x="313575" y="571500"/>
                  </a:lnTo>
                  <a:lnTo>
                    <a:pt x="309448" y="571500"/>
                  </a:lnTo>
                  <a:lnTo>
                    <a:pt x="309448" y="577215"/>
                  </a:lnTo>
                  <a:lnTo>
                    <a:pt x="313575" y="577215"/>
                  </a:lnTo>
                  <a:lnTo>
                    <a:pt x="313575" y="628650"/>
                  </a:lnTo>
                  <a:lnTo>
                    <a:pt x="309448" y="628650"/>
                  </a:lnTo>
                  <a:lnTo>
                    <a:pt x="309448" y="634365"/>
                  </a:lnTo>
                  <a:lnTo>
                    <a:pt x="313575" y="634365"/>
                  </a:lnTo>
                  <a:lnTo>
                    <a:pt x="313575" y="685800"/>
                  </a:lnTo>
                  <a:lnTo>
                    <a:pt x="309448" y="685800"/>
                  </a:lnTo>
                  <a:lnTo>
                    <a:pt x="309448" y="691515"/>
                  </a:lnTo>
                  <a:lnTo>
                    <a:pt x="313575" y="691515"/>
                  </a:lnTo>
                  <a:lnTo>
                    <a:pt x="313575" y="742950"/>
                  </a:lnTo>
                  <a:lnTo>
                    <a:pt x="309448" y="742950"/>
                  </a:lnTo>
                  <a:lnTo>
                    <a:pt x="309448" y="748665"/>
                  </a:lnTo>
                  <a:lnTo>
                    <a:pt x="313575" y="748665"/>
                  </a:lnTo>
                  <a:lnTo>
                    <a:pt x="322148" y="748665"/>
                  </a:lnTo>
                  <a:lnTo>
                    <a:pt x="457593" y="748665"/>
                  </a:lnTo>
                  <a:lnTo>
                    <a:pt x="457593" y="796518"/>
                  </a:lnTo>
                  <a:lnTo>
                    <a:pt x="377075" y="796518"/>
                  </a:lnTo>
                  <a:lnTo>
                    <a:pt x="377075" y="803668"/>
                  </a:lnTo>
                  <a:lnTo>
                    <a:pt x="457593" y="803668"/>
                  </a:lnTo>
                  <a:lnTo>
                    <a:pt x="457593" y="853668"/>
                  </a:lnTo>
                  <a:lnTo>
                    <a:pt x="377075" y="853668"/>
                  </a:lnTo>
                  <a:lnTo>
                    <a:pt x="377075" y="860818"/>
                  </a:lnTo>
                  <a:lnTo>
                    <a:pt x="422033" y="860818"/>
                  </a:lnTo>
                  <a:lnTo>
                    <a:pt x="417372" y="863066"/>
                  </a:lnTo>
                  <a:lnTo>
                    <a:pt x="393585" y="894105"/>
                  </a:lnTo>
                  <a:lnTo>
                    <a:pt x="393776" y="900582"/>
                  </a:lnTo>
                  <a:lnTo>
                    <a:pt x="418731" y="915543"/>
                  </a:lnTo>
                  <a:lnTo>
                    <a:pt x="427215" y="914590"/>
                  </a:lnTo>
                  <a:lnTo>
                    <a:pt x="463245" y="891540"/>
                  </a:lnTo>
                  <a:lnTo>
                    <a:pt x="467880" y="876960"/>
                  </a:lnTo>
                  <a:lnTo>
                    <a:pt x="467690" y="869721"/>
                  </a:lnTo>
                  <a:lnTo>
                    <a:pt x="467601" y="869543"/>
                  </a:lnTo>
                  <a:lnTo>
                    <a:pt x="467601" y="860818"/>
                  </a:lnTo>
                  <a:lnTo>
                    <a:pt x="488213" y="860818"/>
                  </a:lnTo>
                  <a:lnTo>
                    <a:pt x="488213" y="853668"/>
                  </a:lnTo>
                  <a:lnTo>
                    <a:pt x="467601" y="853668"/>
                  </a:lnTo>
                  <a:lnTo>
                    <a:pt x="467601" y="803668"/>
                  </a:lnTo>
                  <a:lnTo>
                    <a:pt x="488213" y="803668"/>
                  </a:lnTo>
                  <a:lnTo>
                    <a:pt x="488213" y="796518"/>
                  </a:lnTo>
                  <a:lnTo>
                    <a:pt x="467601" y="796518"/>
                  </a:lnTo>
                  <a:lnTo>
                    <a:pt x="467601" y="748665"/>
                  </a:lnTo>
                  <a:lnTo>
                    <a:pt x="707136" y="748665"/>
                  </a:lnTo>
                  <a:lnTo>
                    <a:pt x="707136" y="771525"/>
                  </a:lnTo>
                  <a:lnTo>
                    <a:pt x="717143" y="771525"/>
                  </a:lnTo>
                  <a:lnTo>
                    <a:pt x="717143" y="748665"/>
                  </a:lnTo>
                  <a:lnTo>
                    <a:pt x="1643697" y="748665"/>
                  </a:lnTo>
                  <a:lnTo>
                    <a:pt x="1643697" y="742950"/>
                  </a:lnTo>
                  <a:lnTo>
                    <a:pt x="717143" y="742950"/>
                  </a:lnTo>
                  <a:lnTo>
                    <a:pt x="717143" y="691515"/>
                  </a:lnTo>
                  <a:lnTo>
                    <a:pt x="1643697" y="691515"/>
                  </a:lnTo>
                  <a:lnTo>
                    <a:pt x="1643697" y="685800"/>
                  </a:lnTo>
                  <a:lnTo>
                    <a:pt x="717143" y="685800"/>
                  </a:lnTo>
                  <a:lnTo>
                    <a:pt x="717143" y="634365"/>
                  </a:lnTo>
                  <a:lnTo>
                    <a:pt x="1643697" y="634365"/>
                  </a:lnTo>
                  <a:lnTo>
                    <a:pt x="1643697" y="628650"/>
                  </a:lnTo>
                  <a:lnTo>
                    <a:pt x="717143" y="628650"/>
                  </a:lnTo>
                  <a:lnTo>
                    <a:pt x="717143" y="577215"/>
                  </a:lnTo>
                  <a:lnTo>
                    <a:pt x="1643697" y="577215"/>
                  </a:lnTo>
                  <a:lnTo>
                    <a:pt x="1643697" y="571500"/>
                  </a:lnTo>
                  <a:lnTo>
                    <a:pt x="717143" y="571500"/>
                  </a:lnTo>
                  <a:lnTo>
                    <a:pt x="717143" y="520065"/>
                  </a:lnTo>
                  <a:lnTo>
                    <a:pt x="1643697" y="520065"/>
                  </a:lnTo>
                  <a:lnTo>
                    <a:pt x="1643697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9" name="object 329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4961192" y="9539509"/>
              <a:ext cx="111140" cy="120014"/>
            </a:xfrm>
            <a:prstGeom prst="rect">
              <a:avLst/>
            </a:prstGeom>
          </p:spPr>
        </p:pic>
        <p:sp>
          <p:nvSpPr>
            <p:cNvPr id="330" name="object 330"/>
            <p:cNvSpPr/>
            <p:nvPr/>
          </p:nvSpPr>
          <p:spPr>
            <a:xfrm>
              <a:off x="4977041" y="9582667"/>
              <a:ext cx="638175" cy="331470"/>
            </a:xfrm>
            <a:custGeom>
              <a:avLst/>
              <a:gdLst/>
              <a:ahLst/>
              <a:cxnLst/>
              <a:rect l="l" t="t" r="r" b="b"/>
              <a:pathLst>
                <a:path w="638175" h="331470">
                  <a:moveTo>
                    <a:pt x="75717" y="116395"/>
                  </a:moveTo>
                  <a:lnTo>
                    <a:pt x="72847" y="109435"/>
                  </a:lnTo>
                  <a:lnTo>
                    <a:pt x="72771" y="109245"/>
                  </a:lnTo>
                  <a:lnTo>
                    <a:pt x="67246" y="104673"/>
                  </a:lnTo>
                  <a:lnTo>
                    <a:pt x="67246" y="114007"/>
                  </a:lnTo>
                  <a:lnTo>
                    <a:pt x="67246" y="117627"/>
                  </a:lnTo>
                  <a:lnTo>
                    <a:pt x="65239" y="121818"/>
                  </a:lnTo>
                  <a:lnTo>
                    <a:pt x="34671" y="146875"/>
                  </a:lnTo>
                  <a:lnTo>
                    <a:pt x="18376" y="152488"/>
                  </a:lnTo>
                  <a:lnTo>
                    <a:pt x="14376" y="152298"/>
                  </a:lnTo>
                  <a:lnTo>
                    <a:pt x="10375" y="151917"/>
                  </a:lnTo>
                  <a:lnTo>
                    <a:pt x="8470" y="150202"/>
                  </a:lnTo>
                  <a:lnTo>
                    <a:pt x="8661" y="147154"/>
                  </a:lnTo>
                  <a:lnTo>
                    <a:pt x="8737" y="146875"/>
                  </a:lnTo>
                  <a:lnTo>
                    <a:pt x="9880" y="142087"/>
                  </a:lnTo>
                  <a:lnTo>
                    <a:pt x="42100" y="114871"/>
                  </a:lnTo>
                  <a:lnTo>
                    <a:pt x="56388" y="109435"/>
                  </a:lnTo>
                  <a:lnTo>
                    <a:pt x="62103" y="110007"/>
                  </a:lnTo>
                  <a:lnTo>
                    <a:pt x="64960" y="110388"/>
                  </a:lnTo>
                  <a:lnTo>
                    <a:pt x="66675" y="111721"/>
                  </a:lnTo>
                  <a:lnTo>
                    <a:pt x="67246" y="114007"/>
                  </a:lnTo>
                  <a:lnTo>
                    <a:pt x="67246" y="104673"/>
                  </a:lnTo>
                  <a:lnTo>
                    <a:pt x="66103" y="103720"/>
                  </a:lnTo>
                  <a:lnTo>
                    <a:pt x="60960" y="100863"/>
                  </a:lnTo>
                  <a:lnTo>
                    <a:pt x="55143" y="99720"/>
                  </a:lnTo>
                  <a:lnTo>
                    <a:pt x="48666" y="100291"/>
                  </a:lnTo>
                  <a:lnTo>
                    <a:pt x="10642" y="116903"/>
                  </a:lnTo>
                  <a:lnTo>
                    <a:pt x="0" y="145923"/>
                  </a:lnTo>
                  <a:lnTo>
                    <a:pt x="2946" y="153060"/>
                  </a:lnTo>
                  <a:lnTo>
                    <a:pt x="9804" y="158584"/>
                  </a:lnTo>
                  <a:lnTo>
                    <a:pt x="14947" y="161442"/>
                  </a:lnTo>
                  <a:lnTo>
                    <a:pt x="20662" y="162585"/>
                  </a:lnTo>
                  <a:lnTo>
                    <a:pt x="26949" y="162013"/>
                  </a:lnTo>
                  <a:lnTo>
                    <a:pt x="35026" y="161112"/>
                  </a:lnTo>
                  <a:lnTo>
                    <a:pt x="42951" y="158940"/>
                  </a:lnTo>
                  <a:lnTo>
                    <a:pt x="50736" y="155536"/>
                  </a:lnTo>
                  <a:lnTo>
                    <a:pt x="55727" y="152488"/>
                  </a:lnTo>
                  <a:lnTo>
                    <a:pt x="58381" y="150876"/>
                  </a:lnTo>
                  <a:lnTo>
                    <a:pt x="65100" y="145300"/>
                  </a:lnTo>
                  <a:lnTo>
                    <a:pt x="70104" y="139153"/>
                  </a:lnTo>
                  <a:lnTo>
                    <a:pt x="73380" y="132435"/>
                  </a:lnTo>
                  <a:lnTo>
                    <a:pt x="74955" y="125158"/>
                  </a:lnTo>
                  <a:lnTo>
                    <a:pt x="75717" y="116395"/>
                  </a:lnTo>
                  <a:close/>
                </a:path>
                <a:path w="638175" h="331470">
                  <a:moveTo>
                    <a:pt x="637755" y="0"/>
                  </a:moveTo>
                  <a:lnTo>
                    <a:pt x="627761" y="0"/>
                  </a:lnTo>
                  <a:lnTo>
                    <a:pt x="627761" y="331470"/>
                  </a:lnTo>
                  <a:lnTo>
                    <a:pt x="637755" y="331470"/>
                  </a:lnTo>
                  <a:lnTo>
                    <a:pt x="6377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1" name="object 331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588289" y="9541319"/>
              <a:ext cx="111140" cy="116776"/>
            </a:xfrm>
            <a:prstGeom prst="rect">
              <a:avLst/>
            </a:prstGeom>
          </p:spPr>
        </p:pic>
        <p:sp>
          <p:nvSpPr>
            <p:cNvPr id="332" name="object 332"/>
            <p:cNvSpPr/>
            <p:nvPr/>
          </p:nvSpPr>
          <p:spPr>
            <a:xfrm>
              <a:off x="5604802" y="9142612"/>
              <a:ext cx="1663700" cy="1029969"/>
            </a:xfrm>
            <a:custGeom>
              <a:avLst/>
              <a:gdLst/>
              <a:ahLst/>
              <a:cxnLst/>
              <a:rect l="l" t="t" r="r" b="b"/>
              <a:pathLst>
                <a:path w="1663700" h="1029970">
                  <a:moveTo>
                    <a:pt x="74295" y="562635"/>
                  </a:moveTo>
                  <a:lnTo>
                    <a:pt x="74104" y="555396"/>
                  </a:lnTo>
                  <a:lnTo>
                    <a:pt x="71526" y="550164"/>
                  </a:lnTo>
                  <a:lnTo>
                    <a:pt x="66573" y="546925"/>
                  </a:lnTo>
                  <a:lnTo>
                    <a:pt x="62001" y="543306"/>
                  </a:lnTo>
                  <a:lnTo>
                    <a:pt x="55524" y="541591"/>
                  </a:lnTo>
                  <a:lnTo>
                    <a:pt x="47142" y="541782"/>
                  </a:lnTo>
                  <a:lnTo>
                    <a:pt x="39217" y="542747"/>
                  </a:lnTo>
                  <a:lnTo>
                    <a:pt x="4648" y="565848"/>
                  </a:lnTo>
                  <a:lnTo>
                    <a:pt x="0" y="579780"/>
                  </a:lnTo>
                  <a:lnTo>
                    <a:pt x="190" y="586257"/>
                  </a:lnTo>
                  <a:lnTo>
                    <a:pt x="25146" y="601218"/>
                  </a:lnTo>
                  <a:lnTo>
                    <a:pt x="33629" y="600265"/>
                  </a:lnTo>
                  <a:lnTo>
                    <a:pt x="69646" y="577215"/>
                  </a:lnTo>
                  <a:lnTo>
                    <a:pt x="72847" y="570204"/>
                  </a:lnTo>
                  <a:lnTo>
                    <a:pt x="74295" y="562635"/>
                  </a:lnTo>
                  <a:close/>
                </a:path>
                <a:path w="1663700" h="1029970">
                  <a:moveTo>
                    <a:pt x="1663090" y="514350"/>
                  </a:moveTo>
                  <a:lnTo>
                    <a:pt x="717143" y="514350"/>
                  </a:lnTo>
                  <a:lnTo>
                    <a:pt x="717143" y="460768"/>
                  </a:lnTo>
                  <a:lnTo>
                    <a:pt x="801763" y="460768"/>
                  </a:lnTo>
                  <a:lnTo>
                    <a:pt x="801763" y="453618"/>
                  </a:lnTo>
                  <a:lnTo>
                    <a:pt x="752487" y="453618"/>
                  </a:lnTo>
                  <a:lnTo>
                    <a:pt x="757199" y="451535"/>
                  </a:lnTo>
                  <a:lnTo>
                    <a:pt x="765149" y="446620"/>
                  </a:lnTo>
                  <a:lnTo>
                    <a:pt x="771842" y="440766"/>
                  </a:lnTo>
                  <a:lnTo>
                    <a:pt x="776795" y="434340"/>
                  </a:lnTo>
                  <a:lnTo>
                    <a:pt x="779995" y="427329"/>
                  </a:lnTo>
                  <a:lnTo>
                    <a:pt x="781431" y="419760"/>
                  </a:lnTo>
                  <a:lnTo>
                    <a:pt x="781240" y="412521"/>
                  </a:lnTo>
                  <a:lnTo>
                    <a:pt x="778675" y="407289"/>
                  </a:lnTo>
                  <a:lnTo>
                    <a:pt x="773722" y="404050"/>
                  </a:lnTo>
                  <a:lnTo>
                    <a:pt x="769150" y="400431"/>
                  </a:lnTo>
                  <a:lnTo>
                    <a:pt x="762673" y="398716"/>
                  </a:lnTo>
                  <a:lnTo>
                    <a:pt x="754291" y="398907"/>
                  </a:lnTo>
                  <a:lnTo>
                    <a:pt x="746366" y="399872"/>
                  </a:lnTo>
                  <a:lnTo>
                    <a:pt x="711784" y="422973"/>
                  </a:lnTo>
                  <a:lnTo>
                    <a:pt x="707136" y="436905"/>
                  </a:lnTo>
                  <a:lnTo>
                    <a:pt x="707224" y="440055"/>
                  </a:lnTo>
                  <a:lnTo>
                    <a:pt x="707136" y="453618"/>
                  </a:lnTo>
                  <a:lnTo>
                    <a:pt x="690626" y="453618"/>
                  </a:lnTo>
                  <a:lnTo>
                    <a:pt x="690626" y="460768"/>
                  </a:lnTo>
                  <a:lnTo>
                    <a:pt x="707136" y="460768"/>
                  </a:lnTo>
                  <a:lnTo>
                    <a:pt x="707136" y="514350"/>
                  </a:lnTo>
                  <a:lnTo>
                    <a:pt x="707136" y="520065"/>
                  </a:lnTo>
                  <a:lnTo>
                    <a:pt x="707136" y="742950"/>
                  </a:lnTo>
                  <a:lnTo>
                    <a:pt x="467601" y="742950"/>
                  </a:lnTo>
                  <a:lnTo>
                    <a:pt x="467601" y="691515"/>
                  </a:lnTo>
                  <a:lnTo>
                    <a:pt x="707136" y="691515"/>
                  </a:lnTo>
                  <a:lnTo>
                    <a:pt x="707136" y="685800"/>
                  </a:lnTo>
                  <a:lnTo>
                    <a:pt x="467601" y="685800"/>
                  </a:lnTo>
                  <a:lnTo>
                    <a:pt x="467601" y="634365"/>
                  </a:lnTo>
                  <a:lnTo>
                    <a:pt x="707136" y="634365"/>
                  </a:lnTo>
                  <a:lnTo>
                    <a:pt x="707136" y="628650"/>
                  </a:lnTo>
                  <a:lnTo>
                    <a:pt x="467601" y="628650"/>
                  </a:lnTo>
                  <a:lnTo>
                    <a:pt x="467601" y="600075"/>
                  </a:lnTo>
                  <a:lnTo>
                    <a:pt x="457606" y="600075"/>
                  </a:lnTo>
                  <a:lnTo>
                    <a:pt x="457606" y="742950"/>
                  </a:lnTo>
                  <a:lnTo>
                    <a:pt x="322160" y="742950"/>
                  </a:lnTo>
                  <a:lnTo>
                    <a:pt x="322160" y="691515"/>
                  </a:lnTo>
                  <a:lnTo>
                    <a:pt x="457606" y="691515"/>
                  </a:lnTo>
                  <a:lnTo>
                    <a:pt x="457606" y="685800"/>
                  </a:lnTo>
                  <a:lnTo>
                    <a:pt x="322160" y="685800"/>
                  </a:lnTo>
                  <a:lnTo>
                    <a:pt x="322160" y="634365"/>
                  </a:lnTo>
                  <a:lnTo>
                    <a:pt x="457606" y="634365"/>
                  </a:lnTo>
                  <a:lnTo>
                    <a:pt x="457606" y="628650"/>
                  </a:lnTo>
                  <a:lnTo>
                    <a:pt x="322160" y="628650"/>
                  </a:lnTo>
                  <a:lnTo>
                    <a:pt x="322160" y="577215"/>
                  </a:lnTo>
                  <a:lnTo>
                    <a:pt x="707136" y="577215"/>
                  </a:lnTo>
                  <a:lnTo>
                    <a:pt x="707136" y="571500"/>
                  </a:lnTo>
                  <a:lnTo>
                    <a:pt x="322160" y="571500"/>
                  </a:lnTo>
                  <a:lnTo>
                    <a:pt x="322160" y="520065"/>
                  </a:lnTo>
                  <a:lnTo>
                    <a:pt x="707136" y="520065"/>
                  </a:lnTo>
                  <a:lnTo>
                    <a:pt x="707136" y="514350"/>
                  </a:lnTo>
                  <a:lnTo>
                    <a:pt x="322160" y="514350"/>
                  </a:lnTo>
                  <a:lnTo>
                    <a:pt x="322160" y="0"/>
                  </a:lnTo>
                  <a:lnTo>
                    <a:pt x="313588" y="0"/>
                  </a:lnTo>
                  <a:lnTo>
                    <a:pt x="313588" y="514350"/>
                  </a:lnTo>
                  <a:lnTo>
                    <a:pt x="309460" y="514350"/>
                  </a:lnTo>
                  <a:lnTo>
                    <a:pt x="309460" y="520065"/>
                  </a:lnTo>
                  <a:lnTo>
                    <a:pt x="313588" y="520065"/>
                  </a:lnTo>
                  <a:lnTo>
                    <a:pt x="313588" y="571500"/>
                  </a:lnTo>
                  <a:lnTo>
                    <a:pt x="309460" y="571500"/>
                  </a:lnTo>
                  <a:lnTo>
                    <a:pt x="309460" y="577215"/>
                  </a:lnTo>
                  <a:lnTo>
                    <a:pt x="313588" y="577215"/>
                  </a:lnTo>
                  <a:lnTo>
                    <a:pt x="313588" y="628650"/>
                  </a:lnTo>
                  <a:lnTo>
                    <a:pt x="309460" y="628650"/>
                  </a:lnTo>
                  <a:lnTo>
                    <a:pt x="309460" y="634365"/>
                  </a:lnTo>
                  <a:lnTo>
                    <a:pt x="313588" y="634365"/>
                  </a:lnTo>
                  <a:lnTo>
                    <a:pt x="313588" y="685800"/>
                  </a:lnTo>
                  <a:lnTo>
                    <a:pt x="309460" y="685800"/>
                  </a:lnTo>
                  <a:lnTo>
                    <a:pt x="309460" y="691515"/>
                  </a:lnTo>
                  <a:lnTo>
                    <a:pt x="313588" y="691515"/>
                  </a:lnTo>
                  <a:lnTo>
                    <a:pt x="313588" y="742950"/>
                  </a:lnTo>
                  <a:lnTo>
                    <a:pt x="309460" y="742950"/>
                  </a:lnTo>
                  <a:lnTo>
                    <a:pt x="309460" y="748665"/>
                  </a:lnTo>
                  <a:lnTo>
                    <a:pt x="313588" y="748665"/>
                  </a:lnTo>
                  <a:lnTo>
                    <a:pt x="322160" y="748665"/>
                  </a:lnTo>
                  <a:lnTo>
                    <a:pt x="457606" y="748665"/>
                  </a:lnTo>
                  <a:lnTo>
                    <a:pt x="457606" y="773506"/>
                  </a:lnTo>
                  <a:lnTo>
                    <a:pt x="455599" y="771906"/>
                  </a:lnTo>
                  <a:lnTo>
                    <a:pt x="449122" y="770191"/>
                  </a:lnTo>
                  <a:lnTo>
                    <a:pt x="440740" y="770382"/>
                  </a:lnTo>
                  <a:lnTo>
                    <a:pt x="403186" y="788187"/>
                  </a:lnTo>
                  <a:lnTo>
                    <a:pt x="397243" y="796518"/>
                  </a:lnTo>
                  <a:lnTo>
                    <a:pt x="377075" y="796518"/>
                  </a:lnTo>
                  <a:lnTo>
                    <a:pt x="377075" y="803668"/>
                  </a:lnTo>
                  <a:lnTo>
                    <a:pt x="394538" y="803668"/>
                  </a:lnTo>
                  <a:lnTo>
                    <a:pt x="393598" y="808380"/>
                  </a:lnTo>
                  <a:lnTo>
                    <a:pt x="418744" y="829818"/>
                  </a:lnTo>
                  <a:lnTo>
                    <a:pt x="427228" y="828865"/>
                  </a:lnTo>
                  <a:lnTo>
                    <a:pt x="435521" y="826604"/>
                  </a:lnTo>
                  <a:lnTo>
                    <a:pt x="443649" y="823010"/>
                  </a:lnTo>
                  <a:lnTo>
                    <a:pt x="451599" y="818095"/>
                  </a:lnTo>
                  <a:lnTo>
                    <a:pt x="457606" y="812850"/>
                  </a:lnTo>
                  <a:lnTo>
                    <a:pt x="457606" y="853668"/>
                  </a:lnTo>
                  <a:lnTo>
                    <a:pt x="377075" y="853668"/>
                  </a:lnTo>
                  <a:lnTo>
                    <a:pt x="377075" y="860818"/>
                  </a:lnTo>
                  <a:lnTo>
                    <a:pt x="457606" y="860818"/>
                  </a:lnTo>
                  <a:lnTo>
                    <a:pt x="457606" y="910818"/>
                  </a:lnTo>
                  <a:lnTo>
                    <a:pt x="377075" y="910818"/>
                  </a:lnTo>
                  <a:lnTo>
                    <a:pt x="377075" y="917968"/>
                  </a:lnTo>
                  <a:lnTo>
                    <a:pt x="457606" y="917968"/>
                  </a:lnTo>
                  <a:lnTo>
                    <a:pt x="457606" y="967968"/>
                  </a:lnTo>
                  <a:lnTo>
                    <a:pt x="377075" y="967968"/>
                  </a:lnTo>
                  <a:lnTo>
                    <a:pt x="377075" y="975118"/>
                  </a:lnTo>
                  <a:lnTo>
                    <a:pt x="422046" y="975118"/>
                  </a:lnTo>
                  <a:lnTo>
                    <a:pt x="417385" y="977366"/>
                  </a:lnTo>
                  <a:lnTo>
                    <a:pt x="393598" y="1008405"/>
                  </a:lnTo>
                  <a:lnTo>
                    <a:pt x="393788" y="1014882"/>
                  </a:lnTo>
                  <a:lnTo>
                    <a:pt x="418744" y="1029843"/>
                  </a:lnTo>
                  <a:lnTo>
                    <a:pt x="427228" y="1028890"/>
                  </a:lnTo>
                  <a:lnTo>
                    <a:pt x="463245" y="1005840"/>
                  </a:lnTo>
                  <a:lnTo>
                    <a:pt x="467893" y="991260"/>
                  </a:lnTo>
                  <a:lnTo>
                    <a:pt x="467702" y="984021"/>
                  </a:lnTo>
                  <a:lnTo>
                    <a:pt x="467601" y="983818"/>
                  </a:lnTo>
                  <a:lnTo>
                    <a:pt x="467601" y="975118"/>
                  </a:lnTo>
                  <a:lnTo>
                    <a:pt x="488213" y="975118"/>
                  </a:lnTo>
                  <a:lnTo>
                    <a:pt x="488213" y="967968"/>
                  </a:lnTo>
                  <a:lnTo>
                    <a:pt x="467601" y="967968"/>
                  </a:lnTo>
                  <a:lnTo>
                    <a:pt x="467601" y="917968"/>
                  </a:lnTo>
                  <a:lnTo>
                    <a:pt x="488213" y="917968"/>
                  </a:lnTo>
                  <a:lnTo>
                    <a:pt x="488213" y="910818"/>
                  </a:lnTo>
                  <a:lnTo>
                    <a:pt x="467601" y="910818"/>
                  </a:lnTo>
                  <a:lnTo>
                    <a:pt x="467601" y="860818"/>
                  </a:lnTo>
                  <a:lnTo>
                    <a:pt x="488213" y="860818"/>
                  </a:lnTo>
                  <a:lnTo>
                    <a:pt x="488213" y="853668"/>
                  </a:lnTo>
                  <a:lnTo>
                    <a:pt x="467601" y="853668"/>
                  </a:lnTo>
                  <a:lnTo>
                    <a:pt x="467601" y="803668"/>
                  </a:lnTo>
                  <a:lnTo>
                    <a:pt x="488213" y="803668"/>
                  </a:lnTo>
                  <a:lnTo>
                    <a:pt x="488213" y="796518"/>
                  </a:lnTo>
                  <a:lnTo>
                    <a:pt x="467601" y="796518"/>
                  </a:lnTo>
                  <a:lnTo>
                    <a:pt x="467601" y="792772"/>
                  </a:lnTo>
                  <a:lnTo>
                    <a:pt x="467893" y="791235"/>
                  </a:lnTo>
                  <a:lnTo>
                    <a:pt x="467702" y="783996"/>
                  </a:lnTo>
                  <a:lnTo>
                    <a:pt x="467601" y="783793"/>
                  </a:lnTo>
                  <a:lnTo>
                    <a:pt x="467601" y="748665"/>
                  </a:lnTo>
                  <a:lnTo>
                    <a:pt x="707136" y="748665"/>
                  </a:lnTo>
                  <a:lnTo>
                    <a:pt x="707136" y="800100"/>
                  </a:lnTo>
                  <a:lnTo>
                    <a:pt x="717143" y="800100"/>
                  </a:lnTo>
                  <a:lnTo>
                    <a:pt x="717143" y="748665"/>
                  </a:lnTo>
                  <a:lnTo>
                    <a:pt x="1663090" y="748665"/>
                  </a:lnTo>
                  <a:lnTo>
                    <a:pt x="1663090" y="742950"/>
                  </a:lnTo>
                  <a:lnTo>
                    <a:pt x="717143" y="742950"/>
                  </a:lnTo>
                  <a:lnTo>
                    <a:pt x="717143" y="691515"/>
                  </a:lnTo>
                  <a:lnTo>
                    <a:pt x="1663090" y="691515"/>
                  </a:lnTo>
                  <a:lnTo>
                    <a:pt x="1663090" y="685800"/>
                  </a:lnTo>
                  <a:lnTo>
                    <a:pt x="717143" y="685800"/>
                  </a:lnTo>
                  <a:lnTo>
                    <a:pt x="717143" y="634365"/>
                  </a:lnTo>
                  <a:lnTo>
                    <a:pt x="1663090" y="634365"/>
                  </a:lnTo>
                  <a:lnTo>
                    <a:pt x="1663090" y="628650"/>
                  </a:lnTo>
                  <a:lnTo>
                    <a:pt x="717143" y="628650"/>
                  </a:lnTo>
                  <a:lnTo>
                    <a:pt x="717143" y="577215"/>
                  </a:lnTo>
                  <a:lnTo>
                    <a:pt x="1663090" y="577215"/>
                  </a:lnTo>
                  <a:lnTo>
                    <a:pt x="1663090" y="571500"/>
                  </a:lnTo>
                  <a:lnTo>
                    <a:pt x="717143" y="571500"/>
                  </a:lnTo>
                  <a:lnTo>
                    <a:pt x="717143" y="520065"/>
                  </a:lnTo>
                  <a:lnTo>
                    <a:pt x="1663090" y="520065"/>
                  </a:lnTo>
                  <a:lnTo>
                    <a:pt x="1663090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3" name="object 333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6311949" y="9655619"/>
              <a:ext cx="74294" cy="116776"/>
            </a:xfrm>
            <a:prstGeom prst="rect">
              <a:avLst/>
            </a:prstGeom>
          </p:spPr>
        </p:pic>
        <p:sp>
          <p:nvSpPr>
            <p:cNvPr id="334" name="object 334"/>
            <p:cNvSpPr/>
            <p:nvPr/>
          </p:nvSpPr>
          <p:spPr>
            <a:xfrm>
              <a:off x="6608978" y="9582667"/>
              <a:ext cx="340360" cy="532765"/>
            </a:xfrm>
            <a:custGeom>
              <a:avLst/>
              <a:gdLst/>
              <a:ahLst/>
              <a:cxnLst/>
              <a:rect l="l" t="t" r="r" b="b"/>
              <a:pathLst>
                <a:path w="340359" h="532765">
                  <a:moveTo>
                    <a:pt x="111137" y="356463"/>
                  </a:moveTo>
                  <a:lnTo>
                    <a:pt x="90525" y="356463"/>
                  </a:lnTo>
                  <a:lnTo>
                    <a:pt x="90525" y="295503"/>
                  </a:lnTo>
                  <a:lnTo>
                    <a:pt x="90805" y="294030"/>
                  </a:lnTo>
                  <a:lnTo>
                    <a:pt x="90614" y="286791"/>
                  </a:lnTo>
                  <a:lnTo>
                    <a:pt x="90525" y="286613"/>
                  </a:lnTo>
                  <a:lnTo>
                    <a:pt x="90525" y="102870"/>
                  </a:lnTo>
                  <a:lnTo>
                    <a:pt x="80518" y="102870"/>
                  </a:lnTo>
                  <a:lnTo>
                    <a:pt x="80518" y="276288"/>
                  </a:lnTo>
                  <a:lnTo>
                    <a:pt x="78524" y="274701"/>
                  </a:lnTo>
                  <a:lnTo>
                    <a:pt x="72047" y="272986"/>
                  </a:lnTo>
                  <a:lnTo>
                    <a:pt x="32804" y="285178"/>
                  </a:lnTo>
                  <a:lnTo>
                    <a:pt x="16510" y="311175"/>
                  </a:lnTo>
                  <a:lnTo>
                    <a:pt x="16700" y="317652"/>
                  </a:lnTo>
                  <a:lnTo>
                    <a:pt x="41656" y="332613"/>
                  </a:lnTo>
                  <a:lnTo>
                    <a:pt x="50139" y="331660"/>
                  </a:lnTo>
                  <a:lnTo>
                    <a:pt x="58445" y="329399"/>
                  </a:lnTo>
                  <a:lnTo>
                    <a:pt x="66573" y="325805"/>
                  </a:lnTo>
                  <a:lnTo>
                    <a:pt x="74523" y="320890"/>
                  </a:lnTo>
                  <a:lnTo>
                    <a:pt x="80518" y="315658"/>
                  </a:lnTo>
                  <a:lnTo>
                    <a:pt x="80518" y="356463"/>
                  </a:lnTo>
                  <a:lnTo>
                    <a:pt x="0" y="356463"/>
                  </a:lnTo>
                  <a:lnTo>
                    <a:pt x="0" y="363613"/>
                  </a:lnTo>
                  <a:lnTo>
                    <a:pt x="80518" y="363613"/>
                  </a:lnTo>
                  <a:lnTo>
                    <a:pt x="80518" y="413613"/>
                  </a:lnTo>
                  <a:lnTo>
                    <a:pt x="0" y="413613"/>
                  </a:lnTo>
                  <a:lnTo>
                    <a:pt x="0" y="420763"/>
                  </a:lnTo>
                  <a:lnTo>
                    <a:pt x="80518" y="420763"/>
                  </a:lnTo>
                  <a:lnTo>
                    <a:pt x="80518" y="470763"/>
                  </a:lnTo>
                  <a:lnTo>
                    <a:pt x="0" y="470763"/>
                  </a:lnTo>
                  <a:lnTo>
                    <a:pt x="0" y="477913"/>
                  </a:lnTo>
                  <a:lnTo>
                    <a:pt x="44958" y="477913"/>
                  </a:lnTo>
                  <a:lnTo>
                    <a:pt x="40297" y="480161"/>
                  </a:lnTo>
                  <a:lnTo>
                    <a:pt x="16510" y="511200"/>
                  </a:lnTo>
                  <a:lnTo>
                    <a:pt x="16700" y="517677"/>
                  </a:lnTo>
                  <a:lnTo>
                    <a:pt x="41656" y="532638"/>
                  </a:lnTo>
                  <a:lnTo>
                    <a:pt x="50139" y="531685"/>
                  </a:lnTo>
                  <a:lnTo>
                    <a:pt x="86169" y="508635"/>
                  </a:lnTo>
                  <a:lnTo>
                    <a:pt x="90805" y="494055"/>
                  </a:lnTo>
                  <a:lnTo>
                    <a:pt x="90614" y="486816"/>
                  </a:lnTo>
                  <a:lnTo>
                    <a:pt x="90525" y="486638"/>
                  </a:lnTo>
                  <a:lnTo>
                    <a:pt x="90525" y="477913"/>
                  </a:lnTo>
                  <a:lnTo>
                    <a:pt x="111137" y="477913"/>
                  </a:lnTo>
                  <a:lnTo>
                    <a:pt x="111137" y="470763"/>
                  </a:lnTo>
                  <a:lnTo>
                    <a:pt x="90525" y="470763"/>
                  </a:lnTo>
                  <a:lnTo>
                    <a:pt x="90525" y="420763"/>
                  </a:lnTo>
                  <a:lnTo>
                    <a:pt x="111137" y="420763"/>
                  </a:lnTo>
                  <a:lnTo>
                    <a:pt x="111137" y="413613"/>
                  </a:lnTo>
                  <a:lnTo>
                    <a:pt x="90525" y="413613"/>
                  </a:lnTo>
                  <a:lnTo>
                    <a:pt x="90525" y="363613"/>
                  </a:lnTo>
                  <a:lnTo>
                    <a:pt x="111137" y="363613"/>
                  </a:lnTo>
                  <a:lnTo>
                    <a:pt x="111137" y="356463"/>
                  </a:lnTo>
                  <a:close/>
                </a:path>
                <a:path w="340359" h="532765">
                  <a:moveTo>
                    <a:pt x="340067" y="0"/>
                  </a:moveTo>
                  <a:lnTo>
                    <a:pt x="330060" y="0"/>
                  </a:lnTo>
                  <a:lnTo>
                    <a:pt x="330060" y="360045"/>
                  </a:lnTo>
                  <a:lnTo>
                    <a:pt x="340067" y="360045"/>
                  </a:lnTo>
                  <a:lnTo>
                    <a:pt x="3400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5" name="object 335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6922529" y="9541319"/>
              <a:ext cx="111140" cy="116776"/>
            </a:xfrm>
            <a:prstGeom prst="rect">
              <a:avLst/>
            </a:prstGeom>
          </p:spPr>
        </p:pic>
        <p:sp>
          <p:nvSpPr>
            <p:cNvPr id="336" name="object 336"/>
            <p:cNvSpPr/>
            <p:nvPr/>
          </p:nvSpPr>
          <p:spPr>
            <a:xfrm>
              <a:off x="6939039" y="9142612"/>
              <a:ext cx="341630" cy="748665"/>
            </a:xfrm>
            <a:custGeom>
              <a:avLst/>
              <a:gdLst/>
              <a:ahLst/>
              <a:cxnLst/>
              <a:rect l="l" t="t" r="r" b="b"/>
              <a:pathLst>
                <a:path w="341629" h="748665">
                  <a:moveTo>
                    <a:pt x="74295" y="591210"/>
                  </a:moveTo>
                  <a:lnTo>
                    <a:pt x="74104" y="583971"/>
                  </a:lnTo>
                  <a:lnTo>
                    <a:pt x="71539" y="578739"/>
                  </a:lnTo>
                  <a:lnTo>
                    <a:pt x="66586" y="575500"/>
                  </a:lnTo>
                  <a:lnTo>
                    <a:pt x="62014" y="571881"/>
                  </a:lnTo>
                  <a:lnTo>
                    <a:pt x="55537" y="570166"/>
                  </a:lnTo>
                  <a:lnTo>
                    <a:pt x="47155" y="570357"/>
                  </a:lnTo>
                  <a:lnTo>
                    <a:pt x="39217" y="571322"/>
                  </a:lnTo>
                  <a:lnTo>
                    <a:pt x="4648" y="594423"/>
                  </a:lnTo>
                  <a:lnTo>
                    <a:pt x="0" y="608355"/>
                  </a:lnTo>
                  <a:lnTo>
                    <a:pt x="190" y="614832"/>
                  </a:lnTo>
                  <a:lnTo>
                    <a:pt x="25146" y="629793"/>
                  </a:lnTo>
                  <a:lnTo>
                    <a:pt x="33629" y="628840"/>
                  </a:lnTo>
                  <a:lnTo>
                    <a:pt x="69659" y="605790"/>
                  </a:lnTo>
                  <a:lnTo>
                    <a:pt x="72847" y="598779"/>
                  </a:lnTo>
                  <a:lnTo>
                    <a:pt x="74295" y="591210"/>
                  </a:lnTo>
                  <a:close/>
                </a:path>
                <a:path w="341629" h="748665">
                  <a:moveTo>
                    <a:pt x="323557" y="0"/>
                  </a:moveTo>
                  <a:lnTo>
                    <a:pt x="313550" y="0"/>
                  </a:lnTo>
                  <a:lnTo>
                    <a:pt x="313550" y="748665"/>
                  </a:lnTo>
                  <a:lnTo>
                    <a:pt x="323557" y="748665"/>
                  </a:lnTo>
                  <a:lnTo>
                    <a:pt x="323557" y="0"/>
                  </a:lnTo>
                  <a:close/>
                </a:path>
                <a:path w="341629" h="748665">
                  <a:moveTo>
                    <a:pt x="341553" y="0"/>
                  </a:moveTo>
                  <a:lnTo>
                    <a:pt x="331558" y="0"/>
                  </a:lnTo>
                  <a:lnTo>
                    <a:pt x="331558" y="748665"/>
                  </a:lnTo>
                  <a:lnTo>
                    <a:pt x="341553" y="748665"/>
                  </a:lnTo>
                  <a:lnTo>
                    <a:pt x="3415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7" name="object 337"/>
          <p:cNvSpPr txBox="1"/>
          <p:nvPr/>
        </p:nvSpPr>
        <p:spPr>
          <a:xfrm>
            <a:off x="266700" y="8863203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168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338" name="object 6">
            <a:extLst>
              <a:ext uri="{FF2B5EF4-FFF2-40B4-BE49-F238E27FC236}">
                <a16:creationId xmlns:a16="http://schemas.microsoft.com/office/drawing/2014/main" id="{0BEF9705-C63D-C2DE-9241-6D6861A47D20}"/>
              </a:ext>
            </a:extLst>
          </p:cNvPr>
          <p:cNvSpPr txBox="1"/>
          <p:nvPr/>
        </p:nvSpPr>
        <p:spPr>
          <a:xfrm>
            <a:off x="2535336" y="10145900"/>
            <a:ext cx="2489835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Bauer Bodoni Std" panose="02070603080706020303" pitchFamily="18" charset="77"/>
                <a:cs typeface="Georgia"/>
              </a:rPr>
              <a:t>Composed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by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Martin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He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spc="-40" dirty="0">
                <a:latin typeface="Bauer Bodoni Std" panose="02070603080706020303" pitchFamily="18" charset="77"/>
                <a:cs typeface="Georgia"/>
              </a:rPr>
              <a:t>(2026)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for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Giuseppe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Bruni.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spc="-10" dirty="0">
                <a:latin typeface="Bauer Bodoni Std" panose="02070603080706020303" pitchFamily="18" charset="77"/>
                <a:cs typeface="Georgia"/>
                <a:hlinkClick r:id="rId102"/>
              </a:rPr>
              <a:t>www.martinhe.co.uk</a:t>
            </a:r>
            <a:endParaRPr sz="600" dirty="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F81F67C0-D984-1103-87F1-D007C9D66D5B}"/>
              </a:ext>
            </a:extLst>
          </p:cNvPr>
          <p:cNvSpPr/>
          <p:nvPr/>
        </p:nvSpPr>
        <p:spPr>
          <a:xfrm>
            <a:off x="2949361" y="8928100"/>
            <a:ext cx="45719" cy="141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bject 5">
            <a:extLst>
              <a:ext uri="{FF2B5EF4-FFF2-40B4-BE49-F238E27FC236}">
                <a16:creationId xmlns:a16="http://schemas.microsoft.com/office/drawing/2014/main" id="{1565E864-59A3-4A9A-D20B-3C1734A44DE6}"/>
              </a:ext>
            </a:extLst>
          </p:cNvPr>
          <p:cNvSpPr txBox="1"/>
          <p:nvPr/>
        </p:nvSpPr>
        <p:spPr>
          <a:xfrm>
            <a:off x="3016251" y="147933"/>
            <a:ext cx="99059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000" b="1" dirty="0">
                <a:latin typeface="Bauer Bodoni Std" panose="02070603080706020303" pitchFamily="18" charset="77"/>
                <a:cs typeface="Georgia"/>
              </a:rPr>
              <a:t>Thema VI</a:t>
            </a:r>
            <a:endParaRPr sz="1000" b="1" dirty="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342" name="object 5">
            <a:extLst>
              <a:ext uri="{FF2B5EF4-FFF2-40B4-BE49-F238E27FC236}">
                <a16:creationId xmlns:a16="http://schemas.microsoft.com/office/drawing/2014/main" id="{AD518897-EA0B-7C06-8235-934A587BDEA5}"/>
              </a:ext>
            </a:extLst>
          </p:cNvPr>
          <p:cNvSpPr txBox="1"/>
          <p:nvPr/>
        </p:nvSpPr>
        <p:spPr>
          <a:xfrm>
            <a:off x="3483354" y="3916628"/>
            <a:ext cx="99059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000" b="1" dirty="0">
                <a:latin typeface="Bauer Bodoni Std" panose="02070603080706020303" pitchFamily="18" charset="77"/>
                <a:cs typeface="Georgia"/>
              </a:rPr>
              <a:t>Thema I</a:t>
            </a:r>
            <a:endParaRPr sz="1000" b="1" dirty="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343" name="object 5">
            <a:extLst>
              <a:ext uri="{FF2B5EF4-FFF2-40B4-BE49-F238E27FC236}">
                <a16:creationId xmlns:a16="http://schemas.microsoft.com/office/drawing/2014/main" id="{4CEBF9E0-1A0E-2057-C55F-4CD163F9C73E}"/>
              </a:ext>
            </a:extLst>
          </p:cNvPr>
          <p:cNvSpPr txBox="1"/>
          <p:nvPr/>
        </p:nvSpPr>
        <p:spPr>
          <a:xfrm>
            <a:off x="4997451" y="7161188"/>
            <a:ext cx="99059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000" b="1" dirty="0">
                <a:latin typeface="Bauer Bodoni Std" panose="02070603080706020303" pitchFamily="18" charset="77"/>
                <a:cs typeface="Georgia"/>
              </a:rPr>
              <a:t>Thema I Var. II</a:t>
            </a:r>
            <a:endParaRPr sz="1000" b="1" dirty="0">
              <a:latin typeface="Bauer Bodoni Std" panose="02070603080706020303" pitchFamily="18" charset="77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3899" y="215900"/>
            <a:ext cx="101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Bauer Bodoni Std Black" panose="02070903080706020303" pitchFamily="18" charset="77"/>
                <a:cs typeface="Source Serif 4"/>
              </a:rPr>
              <a:t>7</a:t>
            </a:r>
            <a:endParaRPr sz="1200" b="1">
              <a:latin typeface="Bauer Bodoni Std Black" panose="02070903080706020303" pitchFamily="18" charset="77"/>
              <a:cs typeface="Source Serif 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9387" y="523875"/>
            <a:ext cx="2633980" cy="1177925"/>
            <a:chOff x="179387" y="523875"/>
            <a:chExt cx="2633980" cy="1177925"/>
          </a:xfrm>
        </p:grpSpPr>
        <p:sp>
          <p:nvSpPr>
            <p:cNvPr id="4" name="object 4"/>
            <p:cNvSpPr/>
            <p:nvPr/>
          </p:nvSpPr>
          <p:spPr>
            <a:xfrm>
              <a:off x="179387" y="534552"/>
              <a:ext cx="577215" cy="1167130"/>
            </a:xfrm>
            <a:custGeom>
              <a:avLst/>
              <a:gdLst/>
              <a:ahLst/>
              <a:cxnLst/>
              <a:rect l="l" t="t" r="r" b="b"/>
              <a:pathLst>
                <a:path w="577215" h="1167130">
                  <a:moveTo>
                    <a:pt x="68859" y="76073"/>
                  </a:moveTo>
                  <a:lnTo>
                    <a:pt x="46570" y="118935"/>
                  </a:lnTo>
                  <a:lnTo>
                    <a:pt x="28994" y="161912"/>
                  </a:lnTo>
                  <a:lnTo>
                    <a:pt x="14046" y="216839"/>
                  </a:lnTo>
                  <a:lnTo>
                    <a:pt x="7048" y="266560"/>
                  </a:lnTo>
                  <a:lnTo>
                    <a:pt x="6286" y="289636"/>
                  </a:lnTo>
                  <a:lnTo>
                    <a:pt x="7175" y="312420"/>
                  </a:lnTo>
                  <a:lnTo>
                    <a:pt x="8991" y="335114"/>
                  </a:lnTo>
                  <a:lnTo>
                    <a:pt x="11747" y="357720"/>
                  </a:lnTo>
                  <a:lnTo>
                    <a:pt x="15430" y="380250"/>
                  </a:lnTo>
                  <a:lnTo>
                    <a:pt x="35039" y="478167"/>
                  </a:lnTo>
                  <a:lnTo>
                    <a:pt x="37287" y="490943"/>
                  </a:lnTo>
                  <a:lnTo>
                    <a:pt x="39039" y="503034"/>
                  </a:lnTo>
                  <a:lnTo>
                    <a:pt x="40284" y="514451"/>
                  </a:lnTo>
                  <a:lnTo>
                    <a:pt x="41148" y="531139"/>
                  </a:lnTo>
                  <a:lnTo>
                    <a:pt x="40284" y="544766"/>
                  </a:lnTo>
                  <a:lnTo>
                    <a:pt x="29425" y="582231"/>
                  </a:lnTo>
                  <a:lnTo>
                    <a:pt x="0" y="619696"/>
                  </a:lnTo>
                  <a:lnTo>
                    <a:pt x="0" y="623785"/>
                  </a:lnTo>
                  <a:lnTo>
                    <a:pt x="29425" y="663295"/>
                  </a:lnTo>
                  <a:lnTo>
                    <a:pt x="40284" y="700430"/>
                  </a:lnTo>
                  <a:lnTo>
                    <a:pt x="41148" y="715073"/>
                  </a:lnTo>
                  <a:lnTo>
                    <a:pt x="40474" y="729437"/>
                  </a:lnTo>
                  <a:lnTo>
                    <a:pt x="38785" y="745299"/>
                  </a:lnTo>
                  <a:lnTo>
                    <a:pt x="36055" y="762647"/>
                  </a:lnTo>
                  <a:lnTo>
                    <a:pt x="15430" y="865619"/>
                  </a:lnTo>
                  <a:lnTo>
                    <a:pt x="11747" y="888276"/>
                  </a:lnTo>
                  <a:lnTo>
                    <a:pt x="8991" y="910920"/>
                  </a:lnTo>
                  <a:lnTo>
                    <a:pt x="7175" y="933577"/>
                  </a:lnTo>
                  <a:lnTo>
                    <a:pt x="6286" y="956233"/>
                  </a:lnTo>
                  <a:lnTo>
                    <a:pt x="7048" y="979284"/>
                  </a:lnTo>
                  <a:lnTo>
                    <a:pt x="14046" y="1028839"/>
                  </a:lnTo>
                  <a:lnTo>
                    <a:pt x="28676" y="1082636"/>
                  </a:lnTo>
                  <a:lnTo>
                    <a:pt x="52959" y="1138504"/>
                  </a:lnTo>
                  <a:lnTo>
                    <a:pt x="68859" y="1167066"/>
                  </a:lnTo>
                  <a:lnTo>
                    <a:pt x="68859" y="1163320"/>
                  </a:lnTo>
                  <a:lnTo>
                    <a:pt x="60032" y="1144803"/>
                  </a:lnTo>
                  <a:lnTo>
                    <a:pt x="52146" y="1126363"/>
                  </a:lnTo>
                  <a:lnTo>
                    <a:pt x="39141" y="1089748"/>
                  </a:lnTo>
                  <a:lnTo>
                    <a:pt x="31140" y="1051509"/>
                  </a:lnTo>
                  <a:lnTo>
                    <a:pt x="29425" y="1009700"/>
                  </a:lnTo>
                  <a:lnTo>
                    <a:pt x="30886" y="988987"/>
                  </a:lnTo>
                  <a:lnTo>
                    <a:pt x="33286" y="968070"/>
                  </a:lnTo>
                  <a:lnTo>
                    <a:pt x="36601" y="946924"/>
                  </a:lnTo>
                  <a:lnTo>
                    <a:pt x="40855" y="925576"/>
                  </a:lnTo>
                  <a:lnTo>
                    <a:pt x="59143" y="843140"/>
                  </a:lnTo>
                  <a:lnTo>
                    <a:pt x="63068" y="823772"/>
                  </a:lnTo>
                  <a:lnTo>
                    <a:pt x="66001" y="805510"/>
                  </a:lnTo>
                  <a:lnTo>
                    <a:pt x="67932" y="788352"/>
                  </a:lnTo>
                  <a:lnTo>
                    <a:pt x="68859" y="772299"/>
                  </a:lnTo>
                  <a:lnTo>
                    <a:pt x="67983" y="745794"/>
                  </a:lnTo>
                  <a:lnTo>
                    <a:pt x="60121" y="701344"/>
                  </a:lnTo>
                  <a:lnTo>
                    <a:pt x="40284" y="661936"/>
                  </a:lnTo>
                  <a:lnTo>
                    <a:pt x="13335" y="631659"/>
                  </a:lnTo>
                  <a:lnTo>
                    <a:pt x="2286" y="621741"/>
                  </a:lnTo>
                  <a:lnTo>
                    <a:pt x="13335" y="612444"/>
                  </a:lnTo>
                  <a:lnTo>
                    <a:pt x="40284" y="583247"/>
                  </a:lnTo>
                  <a:lnTo>
                    <a:pt x="60121" y="544360"/>
                  </a:lnTo>
                  <a:lnTo>
                    <a:pt x="67983" y="500253"/>
                  </a:lnTo>
                  <a:lnTo>
                    <a:pt x="68859" y="473913"/>
                  </a:lnTo>
                  <a:lnTo>
                    <a:pt x="67932" y="457720"/>
                  </a:lnTo>
                  <a:lnTo>
                    <a:pt x="66001" y="440448"/>
                  </a:lnTo>
                  <a:lnTo>
                    <a:pt x="63068" y="422122"/>
                  </a:lnTo>
                  <a:lnTo>
                    <a:pt x="59143" y="402729"/>
                  </a:lnTo>
                  <a:lnTo>
                    <a:pt x="40284" y="317919"/>
                  </a:lnTo>
                  <a:lnTo>
                    <a:pt x="36283" y="297116"/>
                  </a:lnTo>
                  <a:lnTo>
                    <a:pt x="33147" y="276618"/>
                  </a:lnTo>
                  <a:lnTo>
                    <a:pt x="30848" y="256413"/>
                  </a:lnTo>
                  <a:lnTo>
                    <a:pt x="29425" y="236512"/>
                  </a:lnTo>
                  <a:lnTo>
                    <a:pt x="29502" y="215138"/>
                  </a:lnTo>
                  <a:lnTo>
                    <a:pt x="34353" y="174942"/>
                  </a:lnTo>
                  <a:lnTo>
                    <a:pt x="46139" y="134708"/>
                  </a:lnTo>
                  <a:lnTo>
                    <a:pt x="60426" y="98602"/>
                  </a:lnTo>
                  <a:lnTo>
                    <a:pt x="68859" y="80162"/>
                  </a:lnTo>
                  <a:lnTo>
                    <a:pt x="68859" y="76073"/>
                  </a:lnTo>
                  <a:close/>
                </a:path>
                <a:path w="577215" h="1167130">
                  <a:moveTo>
                    <a:pt x="57708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166050"/>
                  </a:lnTo>
                  <a:lnTo>
                    <a:pt x="94449" y="1166050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77088" y="309372"/>
                  </a:lnTo>
                  <a:lnTo>
                    <a:pt x="57708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77088" y="252222"/>
                  </a:lnTo>
                  <a:lnTo>
                    <a:pt x="57708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77088" y="195072"/>
                  </a:lnTo>
                  <a:lnTo>
                    <a:pt x="57708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77088" y="137922"/>
                  </a:lnTo>
                  <a:lnTo>
                    <a:pt x="57708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77088" y="80772"/>
                  </a:lnTo>
                  <a:lnTo>
                    <a:pt x="57708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142" y="523875"/>
              <a:ext cx="216598" cy="2674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6475" y="609609"/>
              <a:ext cx="2056764" cy="234315"/>
            </a:xfrm>
            <a:custGeom>
              <a:avLst/>
              <a:gdLst/>
              <a:ahLst/>
              <a:cxnLst/>
              <a:rect l="l" t="t" r="r" b="b"/>
              <a:pathLst>
                <a:path w="2056764" h="234315">
                  <a:moveTo>
                    <a:pt x="2056676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2056676" y="234315"/>
                  </a:lnTo>
                  <a:lnTo>
                    <a:pt x="2056676" y="228600"/>
                  </a:lnTo>
                  <a:close/>
                </a:path>
                <a:path w="2056764" h="234315">
                  <a:moveTo>
                    <a:pt x="2056676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2056676" y="177165"/>
                  </a:lnTo>
                  <a:lnTo>
                    <a:pt x="2056676" y="171450"/>
                  </a:lnTo>
                  <a:close/>
                </a:path>
                <a:path w="2056764" h="234315">
                  <a:moveTo>
                    <a:pt x="2056676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2056676" y="120015"/>
                  </a:lnTo>
                  <a:lnTo>
                    <a:pt x="2056676" y="114300"/>
                  </a:lnTo>
                  <a:close/>
                </a:path>
                <a:path w="2056764" h="234315">
                  <a:moveTo>
                    <a:pt x="2056676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2056676" y="62865"/>
                  </a:lnTo>
                  <a:lnTo>
                    <a:pt x="2056676" y="57150"/>
                  </a:lnTo>
                  <a:close/>
                </a:path>
                <a:path w="2056764" h="234315">
                  <a:moveTo>
                    <a:pt x="2056676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2056676" y="5715"/>
                  </a:lnTo>
                  <a:lnTo>
                    <a:pt x="2056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66700" y="330200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173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613" y="336423"/>
            <a:ext cx="94059" cy="10715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41022" y="341629"/>
            <a:ext cx="150495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-25" dirty="0">
                <a:latin typeface="Bauer Bodoni Std" panose="02070603080706020303" pitchFamily="18" charset="77"/>
                <a:cs typeface="Calibri"/>
              </a:rPr>
              <a:t>168</a:t>
            </a:r>
            <a:endParaRPr sz="650" dirty="0">
              <a:latin typeface="Bauer Bodoni Std" panose="02070603080706020303" pitchFamily="18" charset="77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9387" y="438150"/>
            <a:ext cx="7105015" cy="3235960"/>
            <a:chOff x="179387" y="438150"/>
            <a:chExt cx="7105015" cy="3235960"/>
          </a:xfrm>
        </p:grpSpPr>
        <p:sp>
          <p:nvSpPr>
            <p:cNvPr id="11" name="object 11"/>
            <p:cNvSpPr/>
            <p:nvPr/>
          </p:nvSpPr>
          <p:spPr>
            <a:xfrm>
              <a:off x="883475" y="495309"/>
              <a:ext cx="146050" cy="342900"/>
            </a:xfrm>
            <a:custGeom>
              <a:avLst/>
              <a:gdLst/>
              <a:ahLst/>
              <a:cxnLst/>
              <a:rect l="l" t="t" r="r" b="b"/>
              <a:pathLst>
                <a:path w="146050" h="342900">
                  <a:moveTo>
                    <a:pt x="29997" y="190309"/>
                  </a:moveTo>
                  <a:lnTo>
                    <a:pt x="29235" y="186690"/>
                  </a:lnTo>
                  <a:lnTo>
                    <a:pt x="27520" y="183261"/>
                  </a:lnTo>
                  <a:lnTo>
                    <a:pt x="24853" y="180022"/>
                  </a:lnTo>
                  <a:lnTo>
                    <a:pt x="16852" y="171450"/>
                  </a:lnTo>
                  <a:lnTo>
                    <a:pt x="12852" y="171450"/>
                  </a:lnTo>
                  <a:lnTo>
                    <a:pt x="15709" y="174307"/>
                  </a:lnTo>
                  <a:lnTo>
                    <a:pt x="17526" y="177927"/>
                  </a:lnTo>
                  <a:lnTo>
                    <a:pt x="3898" y="199263"/>
                  </a:lnTo>
                  <a:lnTo>
                    <a:pt x="749" y="204025"/>
                  </a:lnTo>
                  <a:lnTo>
                    <a:pt x="0" y="209740"/>
                  </a:lnTo>
                  <a:lnTo>
                    <a:pt x="749" y="213360"/>
                  </a:lnTo>
                  <a:lnTo>
                    <a:pt x="2463" y="216789"/>
                  </a:lnTo>
                  <a:lnTo>
                    <a:pt x="5143" y="220027"/>
                  </a:lnTo>
                  <a:lnTo>
                    <a:pt x="12852" y="228600"/>
                  </a:lnTo>
                  <a:lnTo>
                    <a:pt x="15709" y="231457"/>
                  </a:lnTo>
                  <a:lnTo>
                    <a:pt x="17526" y="235077"/>
                  </a:lnTo>
                  <a:lnTo>
                    <a:pt x="3898" y="256413"/>
                  </a:lnTo>
                  <a:lnTo>
                    <a:pt x="749" y="261175"/>
                  </a:lnTo>
                  <a:lnTo>
                    <a:pt x="0" y="266890"/>
                  </a:lnTo>
                  <a:lnTo>
                    <a:pt x="749" y="270510"/>
                  </a:lnTo>
                  <a:lnTo>
                    <a:pt x="2463" y="273939"/>
                  </a:lnTo>
                  <a:lnTo>
                    <a:pt x="5143" y="277177"/>
                  </a:lnTo>
                  <a:lnTo>
                    <a:pt x="12852" y="285750"/>
                  </a:lnTo>
                  <a:lnTo>
                    <a:pt x="15709" y="288607"/>
                  </a:lnTo>
                  <a:lnTo>
                    <a:pt x="17526" y="292227"/>
                  </a:lnTo>
                  <a:lnTo>
                    <a:pt x="3898" y="313563"/>
                  </a:lnTo>
                  <a:lnTo>
                    <a:pt x="749" y="318325"/>
                  </a:lnTo>
                  <a:lnTo>
                    <a:pt x="0" y="324040"/>
                  </a:lnTo>
                  <a:lnTo>
                    <a:pt x="749" y="327660"/>
                  </a:lnTo>
                  <a:lnTo>
                    <a:pt x="2463" y="331089"/>
                  </a:lnTo>
                  <a:lnTo>
                    <a:pt x="5143" y="334327"/>
                  </a:lnTo>
                  <a:lnTo>
                    <a:pt x="12852" y="342900"/>
                  </a:lnTo>
                  <a:lnTo>
                    <a:pt x="16852" y="342900"/>
                  </a:lnTo>
                  <a:lnTo>
                    <a:pt x="13804" y="338899"/>
                  </a:lnTo>
                  <a:lnTo>
                    <a:pt x="12090" y="335368"/>
                  </a:lnTo>
                  <a:lnTo>
                    <a:pt x="11709" y="332320"/>
                  </a:lnTo>
                  <a:lnTo>
                    <a:pt x="12661" y="327177"/>
                  </a:lnTo>
                  <a:lnTo>
                    <a:pt x="15608" y="322795"/>
                  </a:lnTo>
                  <a:lnTo>
                    <a:pt x="20574" y="319176"/>
                  </a:lnTo>
                  <a:lnTo>
                    <a:pt x="26098" y="314985"/>
                  </a:lnTo>
                  <a:lnTo>
                    <a:pt x="29235" y="310134"/>
                  </a:lnTo>
                  <a:lnTo>
                    <a:pt x="29997" y="304609"/>
                  </a:lnTo>
                  <a:lnTo>
                    <a:pt x="29235" y="300990"/>
                  </a:lnTo>
                  <a:lnTo>
                    <a:pt x="27520" y="297561"/>
                  </a:lnTo>
                  <a:lnTo>
                    <a:pt x="24853" y="294322"/>
                  </a:lnTo>
                  <a:lnTo>
                    <a:pt x="16852" y="285750"/>
                  </a:lnTo>
                  <a:lnTo>
                    <a:pt x="13804" y="281749"/>
                  </a:lnTo>
                  <a:lnTo>
                    <a:pt x="12090" y="278218"/>
                  </a:lnTo>
                  <a:lnTo>
                    <a:pt x="11709" y="275170"/>
                  </a:lnTo>
                  <a:lnTo>
                    <a:pt x="12661" y="270027"/>
                  </a:lnTo>
                  <a:lnTo>
                    <a:pt x="15608" y="265645"/>
                  </a:lnTo>
                  <a:lnTo>
                    <a:pt x="20574" y="262026"/>
                  </a:lnTo>
                  <a:lnTo>
                    <a:pt x="26098" y="257835"/>
                  </a:lnTo>
                  <a:lnTo>
                    <a:pt x="29235" y="252984"/>
                  </a:lnTo>
                  <a:lnTo>
                    <a:pt x="29997" y="247459"/>
                  </a:lnTo>
                  <a:lnTo>
                    <a:pt x="29235" y="243840"/>
                  </a:lnTo>
                  <a:lnTo>
                    <a:pt x="27520" y="240411"/>
                  </a:lnTo>
                  <a:lnTo>
                    <a:pt x="24853" y="237172"/>
                  </a:lnTo>
                  <a:lnTo>
                    <a:pt x="16852" y="228600"/>
                  </a:lnTo>
                  <a:lnTo>
                    <a:pt x="13804" y="224599"/>
                  </a:lnTo>
                  <a:lnTo>
                    <a:pt x="12090" y="221068"/>
                  </a:lnTo>
                  <a:lnTo>
                    <a:pt x="11709" y="218020"/>
                  </a:lnTo>
                  <a:lnTo>
                    <a:pt x="12661" y="212877"/>
                  </a:lnTo>
                  <a:lnTo>
                    <a:pt x="15608" y="208495"/>
                  </a:lnTo>
                  <a:lnTo>
                    <a:pt x="20574" y="204876"/>
                  </a:lnTo>
                  <a:lnTo>
                    <a:pt x="26098" y="200685"/>
                  </a:lnTo>
                  <a:lnTo>
                    <a:pt x="29235" y="195834"/>
                  </a:lnTo>
                  <a:lnTo>
                    <a:pt x="29997" y="190309"/>
                  </a:lnTo>
                  <a:close/>
                </a:path>
                <a:path w="146050" h="342900">
                  <a:moveTo>
                    <a:pt x="145440" y="0"/>
                  </a:moveTo>
                  <a:lnTo>
                    <a:pt x="135445" y="0"/>
                  </a:lnTo>
                  <a:lnTo>
                    <a:pt x="135445" y="302895"/>
                  </a:lnTo>
                  <a:lnTo>
                    <a:pt x="145440" y="302895"/>
                  </a:lnTo>
                  <a:lnTo>
                    <a:pt x="1454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4912" y="665416"/>
              <a:ext cx="74294" cy="17392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49057" y="552459"/>
              <a:ext cx="166370" cy="386080"/>
            </a:xfrm>
            <a:custGeom>
              <a:avLst/>
              <a:gdLst/>
              <a:ahLst/>
              <a:cxnLst/>
              <a:rect l="l" t="t" r="r" b="b"/>
              <a:pathLst>
                <a:path w="166369" h="386080">
                  <a:moveTo>
                    <a:pt x="29997" y="176022"/>
                  </a:moveTo>
                  <a:lnTo>
                    <a:pt x="29235" y="172402"/>
                  </a:lnTo>
                  <a:lnTo>
                    <a:pt x="27520" y="168973"/>
                  </a:lnTo>
                  <a:lnTo>
                    <a:pt x="24853" y="165735"/>
                  </a:lnTo>
                  <a:lnTo>
                    <a:pt x="16852" y="157162"/>
                  </a:lnTo>
                  <a:lnTo>
                    <a:pt x="12852" y="157162"/>
                  </a:lnTo>
                  <a:lnTo>
                    <a:pt x="15709" y="160020"/>
                  </a:lnTo>
                  <a:lnTo>
                    <a:pt x="17526" y="163639"/>
                  </a:lnTo>
                  <a:lnTo>
                    <a:pt x="3898" y="184975"/>
                  </a:lnTo>
                  <a:lnTo>
                    <a:pt x="762" y="189738"/>
                  </a:lnTo>
                  <a:lnTo>
                    <a:pt x="0" y="195453"/>
                  </a:lnTo>
                  <a:lnTo>
                    <a:pt x="762" y="199072"/>
                  </a:lnTo>
                  <a:lnTo>
                    <a:pt x="2476" y="202501"/>
                  </a:lnTo>
                  <a:lnTo>
                    <a:pt x="5143" y="205740"/>
                  </a:lnTo>
                  <a:lnTo>
                    <a:pt x="12852" y="214312"/>
                  </a:lnTo>
                  <a:lnTo>
                    <a:pt x="15709" y="217170"/>
                  </a:lnTo>
                  <a:lnTo>
                    <a:pt x="17526" y="220789"/>
                  </a:lnTo>
                  <a:lnTo>
                    <a:pt x="3898" y="242125"/>
                  </a:lnTo>
                  <a:lnTo>
                    <a:pt x="762" y="246888"/>
                  </a:lnTo>
                  <a:lnTo>
                    <a:pt x="0" y="252603"/>
                  </a:lnTo>
                  <a:lnTo>
                    <a:pt x="762" y="256222"/>
                  </a:lnTo>
                  <a:lnTo>
                    <a:pt x="2476" y="259651"/>
                  </a:lnTo>
                  <a:lnTo>
                    <a:pt x="5143" y="262890"/>
                  </a:lnTo>
                  <a:lnTo>
                    <a:pt x="12852" y="271462"/>
                  </a:lnTo>
                  <a:lnTo>
                    <a:pt x="15709" y="274320"/>
                  </a:lnTo>
                  <a:lnTo>
                    <a:pt x="17526" y="277939"/>
                  </a:lnTo>
                  <a:lnTo>
                    <a:pt x="3898" y="299275"/>
                  </a:lnTo>
                  <a:lnTo>
                    <a:pt x="762" y="304038"/>
                  </a:lnTo>
                  <a:lnTo>
                    <a:pt x="0" y="309753"/>
                  </a:lnTo>
                  <a:lnTo>
                    <a:pt x="762" y="313372"/>
                  </a:lnTo>
                  <a:lnTo>
                    <a:pt x="2476" y="316801"/>
                  </a:lnTo>
                  <a:lnTo>
                    <a:pt x="5143" y="320040"/>
                  </a:lnTo>
                  <a:lnTo>
                    <a:pt x="12852" y="328612"/>
                  </a:lnTo>
                  <a:lnTo>
                    <a:pt x="15709" y="331470"/>
                  </a:lnTo>
                  <a:lnTo>
                    <a:pt x="17526" y="335089"/>
                  </a:lnTo>
                  <a:lnTo>
                    <a:pt x="3898" y="356425"/>
                  </a:lnTo>
                  <a:lnTo>
                    <a:pt x="762" y="361188"/>
                  </a:lnTo>
                  <a:lnTo>
                    <a:pt x="0" y="366903"/>
                  </a:lnTo>
                  <a:lnTo>
                    <a:pt x="762" y="370522"/>
                  </a:lnTo>
                  <a:lnTo>
                    <a:pt x="2476" y="373951"/>
                  </a:lnTo>
                  <a:lnTo>
                    <a:pt x="5143" y="377190"/>
                  </a:lnTo>
                  <a:lnTo>
                    <a:pt x="12852" y="385762"/>
                  </a:lnTo>
                  <a:lnTo>
                    <a:pt x="16852" y="385762"/>
                  </a:lnTo>
                  <a:lnTo>
                    <a:pt x="13804" y="381762"/>
                  </a:lnTo>
                  <a:lnTo>
                    <a:pt x="12090" y="378231"/>
                  </a:lnTo>
                  <a:lnTo>
                    <a:pt x="11709" y="375183"/>
                  </a:lnTo>
                  <a:lnTo>
                    <a:pt x="12661" y="370039"/>
                  </a:lnTo>
                  <a:lnTo>
                    <a:pt x="15621" y="365658"/>
                  </a:lnTo>
                  <a:lnTo>
                    <a:pt x="20574" y="362038"/>
                  </a:lnTo>
                  <a:lnTo>
                    <a:pt x="26098" y="357847"/>
                  </a:lnTo>
                  <a:lnTo>
                    <a:pt x="29235" y="352996"/>
                  </a:lnTo>
                  <a:lnTo>
                    <a:pt x="29997" y="347472"/>
                  </a:lnTo>
                  <a:lnTo>
                    <a:pt x="29235" y="343852"/>
                  </a:lnTo>
                  <a:lnTo>
                    <a:pt x="27520" y="340423"/>
                  </a:lnTo>
                  <a:lnTo>
                    <a:pt x="24853" y="337185"/>
                  </a:lnTo>
                  <a:lnTo>
                    <a:pt x="16852" y="328612"/>
                  </a:lnTo>
                  <a:lnTo>
                    <a:pt x="13804" y="324612"/>
                  </a:lnTo>
                  <a:lnTo>
                    <a:pt x="12090" y="321081"/>
                  </a:lnTo>
                  <a:lnTo>
                    <a:pt x="11709" y="318033"/>
                  </a:lnTo>
                  <a:lnTo>
                    <a:pt x="12661" y="312889"/>
                  </a:lnTo>
                  <a:lnTo>
                    <a:pt x="15621" y="308508"/>
                  </a:lnTo>
                  <a:lnTo>
                    <a:pt x="20574" y="304888"/>
                  </a:lnTo>
                  <a:lnTo>
                    <a:pt x="26098" y="300697"/>
                  </a:lnTo>
                  <a:lnTo>
                    <a:pt x="29235" y="295846"/>
                  </a:lnTo>
                  <a:lnTo>
                    <a:pt x="29997" y="290322"/>
                  </a:lnTo>
                  <a:lnTo>
                    <a:pt x="29235" y="286702"/>
                  </a:lnTo>
                  <a:lnTo>
                    <a:pt x="27520" y="283273"/>
                  </a:lnTo>
                  <a:lnTo>
                    <a:pt x="24853" y="280035"/>
                  </a:lnTo>
                  <a:lnTo>
                    <a:pt x="16852" y="271462"/>
                  </a:lnTo>
                  <a:lnTo>
                    <a:pt x="13804" y="267462"/>
                  </a:lnTo>
                  <a:lnTo>
                    <a:pt x="12090" y="263931"/>
                  </a:lnTo>
                  <a:lnTo>
                    <a:pt x="11709" y="260883"/>
                  </a:lnTo>
                  <a:lnTo>
                    <a:pt x="12661" y="255739"/>
                  </a:lnTo>
                  <a:lnTo>
                    <a:pt x="15621" y="251358"/>
                  </a:lnTo>
                  <a:lnTo>
                    <a:pt x="20574" y="247738"/>
                  </a:lnTo>
                  <a:lnTo>
                    <a:pt x="26098" y="243547"/>
                  </a:lnTo>
                  <a:lnTo>
                    <a:pt x="29235" y="238696"/>
                  </a:lnTo>
                  <a:lnTo>
                    <a:pt x="29997" y="233172"/>
                  </a:lnTo>
                  <a:lnTo>
                    <a:pt x="29235" y="229552"/>
                  </a:lnTo>
                  <a:lnTo>
                    <a:pt x="27520" y="226123"/>
                  </a:lnTo>
                  <a:lnTo>
                    <a:pt x="24853" y="222885"/>
                  </a:lnTo>
                  <a:lnTo>
                    <a:pt x="16852" y="214312"/>
                  </a:lnTo>
                  <a:lnTo>
                    <a:pt x="13804" y="210312"/>
                  </a:lnTo>
                  <a:lnTo>
                    <a:pt x="12090" y="206781"/>
                  </a:lnTo>
                  <a:lnTo>
                    <a:pt x="11709" y="203733"/>
                  </a:lnTo>
                  <a:lnTo>
                    <a:pt x="12661" y="198589"/>
                  </a:lnTo>
                  <a:lnTo>
                    <a:pt x="15621" y="194208"/>
                  </a:lnTo>
                  <a:lnTo>
                    <a:pt x="20574" y="190588"/>
                  </a:lnTo>
                  <a:lnTo>
                    <a:pt x="26098" y="186397"/>
                  </a:lnTo>
                  <a:lnTo>
                    <a:pt x="29235" y="181546"/>
                  </a:lnTo>
                  <a:lnTo>
                    <a:pt x="29997" y="176022"/>
                  </a:lnTo>
                  <a:close/>
                </a:path>
                <a:path w="166369" h="386080">
                  <a:moveTo>
                    <a:pt x="166052" y="339318"/>
                  </a:moveTo>
                  <a:lnTo>
                    <a:pt x="144716" y="339318"/>
                  </a:lnTo>
                  <a:lnTo>
                    <a:pt x="145732" y="334035"/>
                  </a:lnTo>
                  <a:lnTo>
                    <a:pt x="145542" y="326796"/>
                  </a:lnTo>
                  <a:lnTo>
                    <a:pt x="145440" y="326593"/>
                  </a:lnTo>
                  <a:lnTo>
                    <a:pt x="145440" y="0"/>
                  </a:lnTo>
                  <a:lnTo>
                    <a:pt x="135445" y="0"/>
                  </a:lnTo>
                  <a:lnTo>
                    <a:pt x="135445" y="316306"/>
                  </a:lnTo>
                  <a:lnTo>
                    <a:pt x="133438" y="314706"/>
                  </a:lnTo>
                  <a:lnTo>
                    <a:pt x="126961" y="312991"/>
                  </a:lnTo>
                  <a:lnTo>
                    <a:pt x="87718" y="325183"/>
                  </a:lnTo>
                  <a:lnTo>
                    <a:pt x="75082" y="339318"/>
                  </a:lnTo>
                  <a:lnTo>
                    <a:pt x="54914" y="339318"/>
                  </a:lnTo>
                  <a:lnTo>
                    <a:pt x="54914" y="346468"/>
                  </a:lnTo>
                  <a:lnTo>
                    <a:pt x="72377" y="346468"/>
                  </a:lnTo>
                  <a:lnTo>
                    <a:pt x="71437" y="351180"/>
                  </a:lnTo>
                  <a:lnTo>
                    <a:pt x="96583" y="372618"/>
                  </a:lnTo>
                  <a:lnTo>
                    <a:pt x="105067" y="371665"/>
                  </a:lnTo>
                  <a:lnTo>
                    <a:pt x="141084" y="348615"/>
                  </a:lnTo>
                  <a:lnTo>
                    <a:pt x="142062" y="346468"/>
                  </a:lnTo>
                  <a:lnTo>
                    <a:pt x="166052" y="346468"/>
                  </a:lnTo>
                  <a:lnTo>
                    <a:pt x="166052" y="3393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0496" y="722566"/>
              <a:ext cx="74294" cy="1167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814639" y="495309"/>
              <a:ext cx="146050" cy="342900"/>
            </a:xfrm>
            <a:custGeom>
              <a:avLst/>
              <a:gdLst/>
              <a:ahLst/>
              <a:cxnLst/>
              <a:rect l="l" t="t" r="r" b="b"/>
              <a:pathLst>
                <a:path w="146050" h="342900">
                  <a:moveTo>
                    <a:pt x="29997" y="190309"/>
                  </a:moveTo>
                  <a:lnTo>
                    <a:pt x="29235" y="186690"/>
                  </a:lnTo>
                  <a:lnTo>
                    <a:pt x="27520" y="183261"/>
                  </a:lnTo>
                  <a:lnTo>
                    <a:pt x="24853" y="180022"/>
                  </a:lnTo>
                  <a:lnTo>
                    <a:pt x="16852" y="171450"/>
                  </a:lnTo>
                  <a:lnTo>
                    <a:pt x="12852" y="171450"/>
                  </a:lnTo>
                  <a:lnTo>
                    <a:pt x="15709" y="174307"/>
                  </a:lnTo>
                  <a:lnTo>
                    <a:pt x="17526" y="177927"/>
                  </a:lnTo>
                  <a:lnTo>
                    <a:pt x="3898" y="199263"/>
                  </a:lnTo>
                  <a:lnTo>
                    <a:pt x="762" y="204025"/>
                  </a:lnTo>
                  <a:lnTo>
                    <a:pt x="0" y="209740"/>
                  </a:lnTo>
                  <a:lnTo>
                    <a:pt x="762" y="213360"/>
                  </a:lnTo>
                  <a:lnTo>
                    <a:pt x="2476" y="216789"/>
                  </a:lnTo>
                  <a:lnTo>
                    <a:pt x="5143" y="220027"/>
                  </a:lnTo>
                  <a:lnTo>
                    <a:pt x="12852" y="228600"/>
                  </a:lnTo>
                  <a:lnTo>
                    <a:pt x="15709" y="231457"/>
                  </a:lnTo>
                  <a:lnTo>
                    <a:pt x="17526" y="235077"/>
                  </a:lnTo>
                  <a:lnTo>
                    <a:pt x="3898" y="256413"/>
                  </a:lnTo>
                  <a:lnTo>
                    <a:pt x="762" y="261175"/>
                  </a:lnTo>
                  <a:lnTo>
                    <a:pt x="0" y="266890"/>
                  </a:lnTo>
                  <a:lnTo>
                    <a:pt x="762" y="270510"/>
                  </a:lnTo>
                  <a:lnTo>
                    <a:pt x="2476" y="273939"/>
                  </a:lnTo>
                  <a:lnTo>
                    <a:pt x="5143" y="277177"/>
                  </a:lnTo>
                  <a:lnTo>
                    <a:pt x="12852" y="285750"/>
                  </a:lnTo>
                  <a:lnTo>
                    <a:pt x="15709" y="288607"/>
                  </a:lnTo>
                  <a:lnTo>
                    <a:pt x="17526" y="292227"/>
                  </a:lnTo>
                  <a:lnTo>
                    <a:pt x="3898" y="313563"/>
                  </a:lnTo>
                  <a:lnTo>
                    <a:pt x="762" y="318325"/>
                  </a:lnTo>
                  <a:lnTo>
                    <a:pt x="0" y="324040"/>
                  </a:lnTo>
                  <a:lnTo>
                    <a:pt x="762" y="327660"/>
                  </a:lnTo>
                  <a:lnTo>
                    <a:pt x="2476" y="331089"/>
                  </a:lnTo>
                  <a:lnTo>
                    <a:pt x="5143" y="334327"/>
                  </a:lnTo>
                  <a:lnTo>
                    <a:pt x="12852" y="342900"/>
                  </a:lnTo>
                  <a:lnTo>
                    <a:pt x="16852" y="342900"/>
                  </a:lnTo>
                  <a:lnTo>
                    <a:pt x="13804" y="338899"/>
                  </a:lnTo>
                  <a:lnTo>
                    <a:pt x="12090" y="335368"/>
                  </a:lnTo>
                  <a:lnTo>
                    <a:pt x="11709" y="332320"/>
                  </a:lnTo>
                  <a:lnTo>
                    <a:pt x="12661" y="327177"/>
                  </a:lnTo>
                  <a:lnTo>
                    <a:pt x="15621" y="322795"/>
                  </a:lnTo>
                  <a:lnTo>
                    <a:pt x="20574" y="319176"/>
                  </a:lnTo>
                  <a:lnTo>
                    <a:pt x="26098" y="314985"/>
                  </a:lnTo>
                  <a:lnTo>
                    <a:pt x="29235" y="310134"/>
                  </a:lnTo>
                  <a:lnTo>
                    <a:pt x="29997" y="304609"/>
                  </a:lnTo>
                  <a:lnTo>
                    <a:pt x="29235" y="300990"/>
                  </a:lnTo>
                  <a:lnTo>
                    <a:pt x="27520" y="297561"/>
                  </a:lnTo>
                  <a:lnTo>
                    <a:pt x="24853" y="294322"/>
                  </a:lnTo>
                  <a:lnTo>
                    <a:pt x="16852" y="285750"/>
                  </a:lnTo>
                  <a:lnTo>
                    <a:pt x="13804" y="281749"/>
                  </a:lnTo>
                  <a:lnTo>
                    <a:pt x="12090" y="278218"/>
                  </a:lnTo>
                  <a:lnTo>
                    <a:pt x="11709" y="275170"/>
                  </a:lnTo>
                  <a:lnTo>
                    <a:pt x="12661" y="270027"/>
                  </a:lnTo>
                  <a:lnTo>
                    <a:pt x="15621" y="265645"/>
                  </a:lnTo>
                  <a:lnTo>
                    <a:pt x="20574" y="262026"/>
                  </a:lnTo>
                  <a:lnTo>
                    <a:pt x="26098" y="257835"/>
                  </a:lnTo>
                  <a:lnTo>
                    <a:pt x="29235" y="252984"/>
                  </a:lnTo>
                  <a:lnTo>
                    <a:pt x="29997" y="247459"/>
                  </a:lnTo>
                  <a:lnTo>
                    <a:pt x="29235" y="243840"/>
                  </a:lnTo>
                  <a:lnTo>
                    <a:pt x="27520" y="240411"/>
                  </a:lnTo>
                  <a:lnTo>
                    <a:pt x="24853" y="237172"/>
                  </a:lnTo>
                  <a:lnTo>
                    <a:pt x="16852" y="228600"/>
                  </a:lnTo>
                  <a:lnTo>
                    <a:pt x="13804" y="224599"/>
                  </a:lnTo>
                  <a:lnTo>
                    <a:pt x="12090" y="221068"/>
                  </a:lnTo>
                  <a:lnTo>
                    <a:pt x="11709" y="218020"/>
                  </a:lnTo>
                  <a:lnTo>
                    <a:pt x="12661" y="212877"/>
                  </a:lnTo>
                  <a:lnTo>
                    <a:pt x="15621" y="208495"/>
                  </a:lnTo>
                  <a:lnTo>
                    <a:pt x="20574" y="204876"/>
                  </a:lnTo>
                  <a:lnTo>
                    <a:pt x="26098" y="200685"/>
                  </a:lnTo>
                  <a:lnTo>
                    <a:pt x="29235" y="195834"/>
                  </a:lnTo>
                  <a:lnTo>
                    <a:pt x="29997" y="190309"/>
                  </a:lnTo>
                  <a:close/>
                </a:path>
                <a:path w="146050" h="342900">
                  <a:moveTo>
                    <a:pt x="145440" y="0"/>
                  </a:moveTo>
                  <a:lnTo>
                    <a:pt x="135445" y="0"/>
                  </a:lnTo>
                  <a:lnTo>
                    <a:pt x="135445" y="302895"/>
                  </a:lnTo>
                  <a:lnTo>
                    <a:pt x="145440" y="302895"/>
                  </a:lnTo>
                  <a:lnTo>
                    <a:pt x="1454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86080" y="665416"/>
              <a:ext cx="74294" cy="17392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280221" y="609609"/>
              <a:ext cx="81915" cy="342900"/>
            </a:xfrm>
            <a:custGeom>
              <a:avLst/>
              <a:gdLst/>
              <a:ahLst/>
              <a:cxnLst/>
              <a:rect l="l" t="t" r="r" b="b"/>
              <a:pathLst>
                <a:path w="81914" h="342900">
                  <a:moveTo>
                    <a:pt x="29997" y="18859"/>
                  </a:moveTo>
                  <a:lnTo>
                    <a:pt x="29235" y="15240"/>
                  </a:lnTo>
                  <a:lnTo>
                    <a:pt x="27520" y="11811"/>
                  </a:lnTo>
                  <a:lnTo>
                    <a:pt x="24853" y="8572"/>
                  </a:lnTo>
                  <a:lnTo>
                    <a:pt x="16852" y="0"/>
                  </a:lnTo>
                  <a:lnTo>
                    <a:pt x="12852" y="0"/>
                  </a:lnTo>
                  <a:lnTo>
                    <a:pt x="15709" y="2857"/>
                  </a:lnTo>
                  <a:lnTo>
                    <a:pt x="17526" y="6477"/>
                  </a:lnTo>
                  <a:lnTo>
                    <a:pt x="3898" y="27813"/>
                  </a:lnTo>
                  <a:lnTo>
                    <a:pt x="762" y="32575"/>
                  </a:lnTo>
                  <a:lnTo>
                    <a:pt x="0" y="38290"/>
                  </a:lnTo>
                  <a:lnTo>
                    <a:pt x="762" y="41910"/>
                  </a:lnTo>
                  <a:lnTo>
                    <a:pt x="2476" y="45339"/>
                  </a:lnTo>
                  <a:lnTo>
                    <a:pt x="5143" y="48577"/>
                  </a:lnTo>
                  <a:lnTo>
                    <a:pt x="12852" y="57150"/>
                  </a:lnTo>
                  <a:lnTo>
                    <a:pt x="15709" y="60007"/>
                  </a:lnTo>
                  <a:lnTo>
                    <a:pt x="17526" y="63627"/>
                  </a:lnTo>
                  <a:lnTo>
                    <a:pt x="3898" y="84963"/>
                  </a:lnTo>
                  <a:lnTo>
                    <a:pt x="762" y="89725"/>
                  </a:lnTo>
                  <a:lnTo>
                    <a:pt x="0" y="95440"/>
                  </a:lnTo>
                  <a:lnTo>
                    <a:pt x="762" y="99060"/>
                  </a:lnTo>
                  <a:lnTo>
                    <a:pt x="2476" y="102489"/>
                  </a:lnTo>
                  <a:lnTo>
                    <a:pt x="5143" y="105727"/>
                  </a:lnTo>
                  <a:lnTo>
                    <a:pt x="12852" y="114300"/>
                  </a:lnTo>
                  <a:lnTo>
                    <a:pt x="15709" y="117157"/>
                  </a:lnTo>
                  <a:lnTo>
                    <a:pt x="17526" y="120777"/>
                  </a:lnTo>
                  <a:lnTo>
                    <a:pt x="3898" y="142113"/>
                  </a:lnTo>
                  <a:lnTo>
                    <a:pt x="762" y="146875"/>
                  </a:lnTo>
                  <a:lnTo>
                    <a:pt x="0" y="152590"/>
                  </a:lnTo>
                  <a:lnTo>
                    <a:pt x="762" y="156210"/>
                  </a:lnTo>
                  <a:lnTo>
                    <a:pt x="2476" y="159639"/>
                  </a:lnTo>
                  <a:lnTo>
                    <a:pt x="5143" y="162877"/>
                  </a:lnTo>
                  <a:lnTo>
                    <a:pt x="12852" y="171450"/>
                  </a:lnTo>
                  <a:lnTo>
                    <a:pt x="16852" y="171450"/>
                  </a:lnTo>
                  <a:lnTo>
                    <a:pt x="13804" y="167449"/>
                  </a:lnTo>
                  <a:lnTo>
                    <a:pt x="12090" y="163918"/>
                  </a:lnTo>
                  <a:lnTo>
                    <a:pt x="11709" y="160870"/>
                  </a:lnTo>
                  <a:lnTo>
                    <a:pt x="12661" y="155727"/>
                  </a:lnTo>
                  <a:lnTo>
                    <a:pt x="15621" y="151345"/>
                  </a:lnTo>
                  <a:lnTo>
                    <a:pt x="20574" y="147726"/>
                  </a:lnTo>
                  <a:lnTo>
                    <a:pt x="26098" y="143535"/>
                  </a:lnTo>
                  <a:lnTo>
                    <a:pt x="29235" y="138684"/>
                  </a:lnTo>
                  <a:lnTo>
                    <a:pt x="29997" y="133159"/>
                  </a:lnTo>
                  <a:lnTo>
                    <a:pt x="29235" y="129540"/>
                  </a:lnTo>
                  <a:lnTo>
                    <a:pt x="27520" y="126111"/>
                  </a:lnTo>
                  <a:lnTo>
                    <a:pt x="24853" y="122872"/>
                  </a:lnTo>
                  <a:lnTo>
                    <a:pt x="16852" y="114300"/>
                  </a:lnTo>
                  <a:lnTo>
                    <a:pt x="13804" y="110299"/>
                  </a:lnTo>
                  <a:lnTo>
                    <a:pt x="12090" y="106768"/>
                  </a:lnTo>
                  <a:lnTo>
                    <a:pt x="11709" y="103720"/>
                  </a:lnTo>
                  <a:lnTo>
                    <a:pt x="12661" y="98577"/>
                  </a:lnTo>
                  <a:lnTo>
                    <a:pt x="15621" y="94195"/>
                  </a:lnTo>
                  <a:lnTo>
                    <a:pt x="20574" y="90576"/>
                  </a:lnTo>
                  <a:lnTo>
                    <a:pt x="26098" y="86385"/>
                  </a:lnTo>
                  <a:lnTo>
                    <a:pt x="29235" y="81534"/>
                  </a:lnTo>
                  <a:lnTo>
                    <a:pt x="29997" y="76009"/>
                  </a:lnTo>
                  <a:lnTo>
                    <a:pt x="29235" y="72390"/>
                  </a:lnTo>
                  <a:lnTo>
                    <a:pt x="27520" y="68961"/>
                  </a:lnTo>
                  <a:lnTo>
                    <a:pt x="24853" y="65722"/>
                  </a:lnTo>
                  <a:lnTo>
                    <a:pt x="16852" y="57150"/>
                  </a:lnTo>
                  <a:lnTo>
                    <a:pt x="13804" y="53149"/>
                  </a:lnTo>
                  <a:lnTo>
                    <a:pt x="12090" y="49618"/>
                  </a:lnTo>
                  <a:lnTo>
                    <a:pt x="11709" y="46570"/>
                  </a:lnTo>
                  <a:lnTo>
                    <a:pt x="12661" y="41427"/>
                  </a:lnTo>
                  <a:lnTo>
                    <a:pt x="15621" y="37045"/>
                  </a:lnTo>
                  <a:lnTo>
                    <a:pt x="20574" y="33426"/>
                  </a:lnTo>
                  <a:lnTo>
                    <a:pt x="26098" y="29235"/>
                  </a:lnTo>
                  <a:lnTo>
                    <a:pt x="29235" y="24384"/>
                  </a:lnTo>
                  <a:lnTo>
                    <a:pt x="29997" y="18859"/>
                  </a:lnTo>
                  <a:close/>
                </a:path>
                <a:path w="81914" h="342900">
                  <a:moveTo>
                    <a:pt x="81432" y="40005"/>
                  </a:moveTo>
                  <a:lnTo>
                    <a:pt x="71437" y="40005"/>
                  </a:lnTo>
                  <a:lnTo>
                    <a:pt x="71437" y="342900"/>
                  </a:lnTo>
                  <a:lnTo>
                    <a:pt x="81432" y="342900"/>
                  </a:lnTo>
                  <a:lnTo>
                    <a:pt x="81432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51663" y="608266"/>
              <a:ext cx="74294" cy="17392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813151" y="579700"/>
              <a:ext cx="2512695" cy="401955"/>
            </a:xfrm>
            <a:custGeom>
              <a:avLst/>
              <a:gdLst/>
              <a:ahLst/>
              <a:cxnLst/>
              <a:rect l="l" t="t" r="r" b="b"/>
              <a:pathLst>
                <a:path w="2512695" h="401955">
                  <a:moveTo>
                    <a:pt x="2512364" y="29908"/>
                  </a:moveTo>
                  <a:lnTo>
                    <a:pt x="343268" y="29908"/>
                  </a:lnTo>
                  <a:lnTo>
                    <a:pt x="343865" y="28613"/>
                  </a:lnTo>
                  <a:lnTo>
                    <a:pt x="345313" y="21043"/>
                  </a:lnTo>
                  <a:lnTo>
                    <a:pt x="345122" y="13804"/>
                  </a:lnTo>
                  <a:lnTo>
                    <a:pt x="342544" y="8572"/>
                  </a:lnTo>
                  <a:lnTo>
                    <a:pt x="337591" y="5334"/>
                  </a:lnTo>
                  <a:lnTo>
                    <a:pt x="333019" y="1714"/>
                  </a:lnTo>
                  <a:lnTo>
                    <a:pt x="326542" y="0"/>
                  </a:lnTo>
                  <a:lnTo>
                    <a:pt x="318160" y="190"/>
                  </a:lnTo>
                  <a:lnTo>
                    <a:pt x="310235" y="1155"/>
                  </a:lnTo>
                  <a:lnTo>
                    <a:pt x="275653" y="24257"/>
                  </a:lnTo>
                  <a:lnTo>
                    <a:pt x="272973" y="29908"/>
                  </a:lnTo>
                  <a:lnTo>
                    <a:pt x="271526" y="29908"/>
                  </a:lnTo>
                  <a:lnTo>
                    <a:pt x="271526" y="35623"/>
                  </a:lnTo>
                  <a:lnTo>
                    <a:pt x="271018" y="38188"/>
                  </a:lnTo>
                  <a:lnTo>
                    <a:pt x="271106" y="41338"/>
                  </a:lnTo>
                  <a:lnTo>
                    <a:pt x="271018" y="87058"/>
                  </a:lnTo>
                  <a:lnTo>
                    <a:pt x="271018" y="92773"/>
                  </a:lnTo>
                  <a:lnTo>
                    <a:pt x="271018" y="258508"/>
                  </a:lnTo>
                  <a:lnTo>
                    <a:pt x="12700" y="258508"/>
                  </a:lnTo>
                  <a:lnTo>
                    <a:pt x="12700" y="207073"/>
                  </a:lnTo>
                  <a:lnTo>
                    <a:pt x="127533" y="207073"/>
                  </a:lnTo>
                  <a:lnTo>
                    <a:pt x="127000" y="211074"/>
                  </a:lnTo>
                  <a:lnTo>
                    <a:pt x="127762" y="214693"/>
                  </a:lnTo>
                  <a:lnTo>
                    <a:pt x="129476" y="218122"/>
                  </a:lnTo>
                  <a:lnTo>
                    <a:pt x="132143" y="221361"/>
                  </a:lnTo>
                  <a:lnTo>
                    <a:pt x="139852" y="229933"/>
                  </a:lnTo>
                  <a:lnTo>
                    <a:pt x="143852" y="229933"/>
                  </a:lnTo>
                  <a:lnTo>
                    <a:pt x="140804" y="225933"/>
                  </a:lnTo>
                  <a:lnTo>
                    <a:pt x="139090" y="222402"/>
                  </a:lnTo>
                  <a:lnTo>
                    <a:pt x="138709" y="219354"/>
                  </a:lnTo>
                  <a:lnTo>
                    <a:pt x="139661" y="214210"/>
                  </a:lnTo>
                  <a:lnTo>
                    <a:pt x="142621" y="209829"/>
                  </a:lnTo>
                  <a:lnTo>
                    <a:pt x="146380" y="207073"/>
                  </a:lnTo>
                  <a:lnTo>
                    <a:pt x="271018" y="207073"/>
                  </a:lnTo>
                  <a:lnTo>
                    <a:pt x="271018" y="201358"/>
                  </a:lnTo>
                  <a:lnTo>
                    <a:pt x="153517" y="201358"/>
                  </a:lnTo>
                  <a:lnTo>
                    <a:pt x="156235" y="197167"/>
                  </a:lnTo>
                  <a:lnTo>
                    <a:pt x="156997" y="191643"/>
                  </a:lnTo>
                  <a:lnTo>
                    <a:pt x="156235" y="188023"/>
                  </a:lnTo>
                  <a:lnTo>
                    <a:pt x="154520" y="184594"/>
                  </a:lnTo>
                  <a:lnTo>
                    <a:pt x="151853" y="181356"/>
                  </a:lnTo>
                  <a:lnTo>
                    <a:pt x="145288" y="174332"/>
                  </a:lnTo>
                  <a:lnTo>
                    <a:pt x="145288" y="183642"/>
                  </a:lnTo>
                  <a:lnTo>
                    <a:pt x="144335" y="188595"/>
                  </a:lnTo>
                  <a:lnTo>
                    <a:pt x="141376" y="192976"/>
                  </a:lnTo>
                  <a:lnTo>
                    <a:pt x="136423" y="196786"/>
                  </a:lnTo>
                  <a:lnTo>
                    <a:pt x="130898" y="200596"/>
                  </a:lnTo>
                  <a:lnTo>
                    <a:pt x="130390" y="201358"/>
                  </a:lnTo>
                  <a:lnTo>
                    <a:pt x="12700" y="201358"/>
                  </a:lnTo>
                  <a:lnTo>
                    <a:pt x="12700" y="149923"/>
                  </a:lnTo>
                  <a:lnTo>
                    <a:pt x="127533" y="149923"/>
                  </a:lnTo>
                  <a:lnTo>
                    <a:pt x="127000" y="153924"/>
                  </a:lnTo>
                  <a:lnTo>
                    <a:pt x="127762" y="157543"/>
                  </a:lnTo>
                  <a:lnTo>
                    <a:pt x="129476" y="160972"/>
                  </a:lnTo>
                  <a:lnTo>
                    <a:pt x="132143" y="164211"/>
                  </a:lnTo>
                  <a:lnTo>
                    <a:pt x="139852" y="172783"/>
                  </a:lnTo>
                  <a:lnTo>
                    <a:pt x="142709" y="175641"/>
                  </a:lnTo>
                  <a:lnTo>
                    <a:pt x="144526" y="179260"/>
                  </a:lnTo>
                  <a:lnTo>
                    <a:pt x="145288" y="183642"/>
                  </a:lnTo>
                  <a:lnTo>
                    <a:pt x="145288" y="174332"/>
                  </a:lnTo>
                  <a:lnTo>
                    <a:pt x="143852" y="172783"/>
                  </a:lnTo>
                  <a:lnTo>
                    <a:pt x="140804" y="168783"/>
                  </a:lnTo>
                  <a:lnTo>
                    <a:pt x="139090" y="165252"/>
                  </a:lnTo>
                  <a:lnTo>
                    <a:pt x="138709" y="162204"/>
                  </a:lnTo>
                  <a:lnTo>
                    <a:pt x="139661" y="157060"/>
                  </a:lnTo>
                  <a:lnTo>
                    <a:pt x="142621" y="152679"/>
                  </a:lnTo>
                  <a:lnTo>
                    <a:pt x="146380" y="149923"/>
                  </a:lnTo>
                  <a:lnTo>
                    <a:pt x="271018" y="149923"/>
                  </a:lnTo>
                  <a:lnTo>
                    <a:pt x="271018" y="144208"/>
                  </a:lnTo>
                  <a:lnTo>
                    <a:pt x="153517" y="144208"/>
                  </a:lnTo>
                  <a:lnTo>
                    <a:pt x="156235" y="140017"/>
                  </a:lnTo>
                  <a:lnTo>
                    <a:pt x="156997" y="134493"/>
                  </a:lnTo>
                  <a:lnTo>
                    <a:pt x="156235" y="130873"/>
                  </a:lnTo>
                  <a:lnTo>
                    <a:pt x="154520" y="127444"/>
                  </a:lnTo>
                  <a:lnTo>
                    <a:pt x="151853" y="124206"/>
                  </a:lnTo>
                  <a:lnTo>
                    <a:pt x="145288" y="117182"/>
                  </a:lnTo>
                  <a:lnTo>
                    <a:pt x="145288" y="126492"/>
                  </a:lnTo>
                  <a:lnTo>
                    <a:pt x="144335" y="131445"/>
                  </a:lnTo>
                  <a:lnTo>
                    <a:pt x="141376" y="135826"/>
                  </a:lnTo>
                  <a:lnTo>
                    <a:pt x="136423" y="139636"/>
                  </a:lnTo>
                  <a:lnTo>
                    <a:pt x="130898" y="143446"/>
                  </a:lnTo>
                  <a:lnTo>
                    <a:pt x="130390" y="144208"/>
                  </a:lnTo>
                  <a:lnTo>
                    <a:pt x="12700" y="144208"/>
                  </a:lnTo>
                  <a:lnTo>
                    <a:pt x="12700" y="92773"/>
                  </a:lnTo>
                  <a:lnTo>
                    <a:pt x="127533" y="92773"/>
                  </a:lnTo>
                  <a:lnTo>
                    <a:pt x="127000" y="96774"/>
                  </a:lnTo>
                  <a:lnTo>
                    <a:pt x="127762" y="100393"/>
                  </a:lnTo>
                  <a:lnTo>
                    <a:pt x="129476" y="103822"/>
                  </a:lnTo>
                  <a:lnTo>
                    <a:pt x="132143" y="107061"/>
                  </a:lnTo>
                  <a:lnTo>
                    <a:pt x="139852" y="115633"/>
                  </a:lnTo>
                  <a:lnTo>
                    <a:pt x="142709" y="118491"/>
                  </a:lnTo>
                  <a:lnTo>
                    <a:pt x="144526" y="122110"/>
                  </a:lnTo>
                  <a:lnTo>
                    <a:pt x="145288" y="126492"/>
                  </a:lnTo>
                  <a:lnTo>
                    <a:pt x="145288" y="117182"/>
                  </a:lnTo>
                  <a:lnTo>
                    <a:pt x="143852" y="115633"/>
                  </a:lnTo>
                  <a:lnTo>
                    <a:pt x="140804" y="111633"/>
                  </a:lnTo>
                  <a:lnTo>
                    <a:pt x="139090" y="108102"/>
                  </a:lnTo>
                  <a:lnTo>
                    <a:pt x="138709" y="105054"/>
                  </a:lnTo>
                  <a:lnTo>
                    <a:pt x="139661" y="99910"/>
                  </a:lnTo>
                  <a:lnTo>
                    <a:pt x="142621" y="95529"/>
                  </a:lnTo>
                  <a:lnTo>
                    <a:pt x="146380" y="92773"/>
                  </a:lnTo>
                  <a:lnTo>
                    <a:pt x="271018" y="92773"/>
                  </a:lnTo>
                  <a:lnTo>
                    <a:pt x="271018" y="87058"/>
                  </a:lnTo>
                  <a:lnTo>
                    <a:pt x="153517" y="87058"/>
                  </a:lnTo>
                  <a:lnTo>
                    <a:pt x="156235" y="82867"/>
                  </a:lnTo>
                  <a:lnTo>
                    <a:pt x="156997" y="77343"/>
                  </a:lnTo>
                  <a:lnTo>
                    <a:pt x="156235" y="73723"/>
                  </a:lnTo>
                  <a:lnTo>
                    <a:pt x="154520" y="70294"/>
                  </a:lnTo>
                  <a:lnTo>
                    <a:pt x="151853" y="67056"/>
                  </a:lnTo>
                  <a:lnTo>
                    <a:pt x="145288" y="60032"/>
                  </a:lnTo>
                  <a:lnTo>
                    <a:pt x="145288" y="69342"/>
                  </a:lnTo>
                  <a:lnTo>
                    <a:pt x="144335" y="74295"/>
                  </a:lnTo>
                  <a:lnTo>
                    <a:pt x="141376" y="78676"/>
                  </a:lnTo>
                  <a:lnTo>
                    <a:pt x="136423" y="82486"/>
                  </a:lnTo>
                  <a:lnTo>
                    <a:pt x="130898" y="86296"/>
                  </a:lnTo>
                  <a:lnTo>
                    <a:pt x="130390" y="87058"/>
                  </a:lnTo>
                  <a:lnTo>
                    <a:pt x="12700" y="87058"/>
                  </a:lnTo>
                  <a:lnTo>
                    <a:pt x="12700" y="35623"/>
                  </a:lnTo>
                  <a:lnTo>
                    <a:pt x="127533" y="35623"/>
                  </a:lnTo>
                  <a:lnTo>
                    <a:pt x="127000" y="39624"/>
                  </a:lnTo>
                  <a:lnTo>
                    <a:pt x="127762" y="43243"/>
                  </a:lnTo>
                  <a:lnTo>
                    <a:pt x="129476" y="46672"/>
                  </a:lnTo>
                  <a:lnTo>
                    <a:pt x="132143" y="49911"/>
                  </a:lnTo>
                  <a:lnTo>
                    <a:pt x="139852" y="58483"/>
                  </a:lnTo>
                  <a:lnTo>
                    <a:pt x="142709" y="61341"/>
                  </a:lnTo>
                  <a:lnTo>
                    <a:pt x="144526" y="64960"/>
                  </a:lnTo>
                  <a:lnTo>
                    <a:pt x="145288" y="69342"/>
                  </a:lnTo>
                  <a:lnTo>
                    <a:pt x="145288" y="60032"/>
                  </a:lnTo>
                  <a:lnTo>
                    <a:pt x="143852" y="58483"/>
                  </a:lnTo>
                  <a:lnTo>
                    <a:pt x="140804" y="54483"/>
                  </a:lnTo>
                  <a:lnTo>
                    <a:pt x="139090" y="50952"/>
                  </a:lnTo>
                  <a:lnTo>
                    <a:pt x="138709" y="47904"/>
                  </a:lnTo>
                  <a:lnTo>
                    <a:pt x="139661" y="42760"/>
                  </a:lnTo>
                  <a:lnTo>
                    <a:pt x="142621" y="38379"/>
                  </a:lnTo>
                  <a:lnTo>
                    <a:pt x="146380" y="35623"/>
                  </a:lnTo>
                  <a:lnTo>
                    <a:pt x="271526" y="35623"/>
                  </a:lnTo>
                  <a:lnTo>
                    <a:pt x="271526" y="29908"/>
                  </a:lnTo>
                  <a:lnTo>
                    <a:pt x="153517" y="29908"/>
                  </a:lnTo>
                  <a:lnTo>
                    <a:pt x="156235" y="25717"/>
                  </a:lnTo>
                  <a:lnTo>
                    <a:pt x="156997" y="20193"/>
                  </a:lnTo>
                  <a:lnTo>
                    <a:pt x="156235" y="16573"/>
                  </a:lnTo>
                  <a:lnTo>
                    <a:pt x="154520" y="13144"/>
                  </a:lnTo>
                  <a:lnTo>
                    <a:pt x="151853" y="9906"/>
                  </a:lnTo>
                  <a:lnTo>
                    <a:pt x="143852" y="1333"/>
                  </a:lnTo>
                  <a:lnTo>
                    <a:pt x="139852" y="1333"/>
                  </a:lnTo>
                  <a:lnTo>
                    <a:pt x="142709" y="4191"/>
                  </a:lnTo>
                  <a:lnTo>
                    <a:pt x="144526" y="7810"/>
                  </a:lnTo>
                  <a:lnTo>
                    <a:pt x="130898" y="29146"/>
                  </a:lnTo>
                  <a:lnTo>
                    <a:pt x="130390" y="29908"/>
                  </a:lnTo>
                  <a:lnTo>
                    <a:pt x="0" y="29908"/>
                  </a:lnTo>
                  <a:lnTo>
                    <a:pt x="0" y="35623"/>
                  </a:lnTo>
                  <a:lnTo>
                    <a:pt x="4127" y="35623"/>
                  </a:lnTo>
                  <a:lnTo>
                    <a:pt x="4127" y="87058"/>
                  </a:lnTo>
                  <a:lnTo>
                    <a:pt x="0" y="87058"/>
                  </a:lnTo>
                  <a:lnTo>
                    <a:pt x="0" y="92773"/>
                  </a:lnTo>
                  <a:lnTo>
                    <a:pt x="4127" y="92773"/>
                  </a:lnTo>
                  <a:lnTo>
                    <a:pt x="4127" y="144208"/>
                  </a:lnTo>
                  <a:lnTo>
                    <a:pt x="0" y="144208"/>
                  </a:lnTo>
                  <a:lnTo>
                    <a:pt x="0" y="149923"/>
                  </a:lnTo>
                  <a:lnTo>
                    <a:pt x="4127" y="149923"/>
                  </a:lnTo>
                  <a:lnTo>
                    <a:pt x="4127" y="201358"/>
                  </a:lnTo>
                  <a:lnTo>
                    <a:pt x="0" y="201358"/>
                  </a:lnTo>
                  <a:lnTo>
                    <a:pt x="0" y="207073"/>
                  </a:lnTo>
                  <a:lnTo>
                    <a:pt x="4127" y="207073"/>
                  </a:lnTo>
                  <a:lnTo>
                    <a:pt x="4127" y="258508"/>
                  </a:lnTo>
                  <a:lnTo>
                    <a:pt x="0" y="258508"/>
                  </a:lnTo>
                  <a:lnTo>
                    <a:pt x="0" y="264223"/>
                  </a:lnTo>
                  <a:lnTo>
                    <a:pt x="4127" y="264223"/>
                  </a:lnTo>
                  <a:lnTo>
                    <a:pt x="12700" y="264223"/>
                  </a:lnTo>
                  <a:lnTo>
                    <a:pt x="271018" y="264223"/>
                  </a:lnTo>
                  <a:lnTo>
                    <a:pt x="271018" y="401383"/>
                  </a:lnTo>
                  <a:lnTo>
                    <a:pt x="281012" y="401383"/>
                  </a:lnTo>
                  <a:lnTo>
                    <a:pt x="281012" y="264223"/>
                  </a:lnTo>
                  <a:lnTo>
                    <a:pt x="2512364" y="264223"/>
                  </a:lnTo>
                  <a:lnTo>
                    <a:pt x="2512364" y="258508"/>
                  </a:lnTo>
                  <a:lnTo>
                    <a:pt x="281012" y="258508"/>
                  </a:lnTo>
                  <a:lnTo>
                    <a:pt x="281012" y="207073"/>
                  </a:lnTo>
                  <a:lnTo>
                    <a:pt x="2512364" y="207073"/>
                  </a:lnTo>
                  <a:lnTo>
                    <a:pt x="2512364" y="201358"/>
                  </a:lnTo>
                  <a:lnTo>
                    <a:pt x="281012" y="201358"/>
                  </a:lnTo>
                  <a:lnTo>
                    <a:pt x="281012" y="149923"/>
                  </a:lnTo>
                  <a:lnTo>
                    <a:pt x="2512364" y="149923"/>
                  </a:lnTo>
                  <a:lnTo>
                    <a:pt x="2512364" y="144208"/>
                  </a:lnTo>
                  <a:lnTo>
                    <a:pt x="281012" y="144208"/>
                  </a:lnTo>
                  <a:lnTo>
                    <a:pt x="281012" y="92773"/>
                  </a:lnTo>
                  <a:lnTo>
                    <a:pt x="2512364" y="92773"/>
                  </a:lnTo>
                  <a:lnTo>
                    <a:pt x="2512364" y="87058"/>
                  </a:lnTo>
                  <a:lnTo>
                    <a:pt x="281012" y="87058"/>
                  </a:lnTo>
                  <a:lnTo>
                    <a:pt x="281012" y="55943"/>
                  </a:lnTo>
                  <a:lnTo>
                    <a:pt x="283019" y="57531"/>
                  </a:lnTo>
                  <a:lnTo>
                    <a:pt x="288925" y="59436"/>
                  </a:lnTo>
                  <a:lnTo>
                    <a:pt x="329018" y="47904"/>
                  </a:lnTo>
                  <a:lnTo>
                    <a:pt x="340664" y="35623"/>
                  </a:lnTo>
                  <a:lnTo>
                    <a:pt x="2512364" y="35623"/>
                  </a:lnTo>
                  <a:lnTo>
                    <a:pt x="2512364" y="29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23021" y="665416"/>
              <a:ext cx="135445" cy="15449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178469" y="555764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351283" y="39548"/>
                  </a:moveTo>
                  <a:lnTo>
                    <a:pt x="321795" y="25371"/>
                  </a:lnTo>
                  <a:lnTo>
                    <a:pt x="282692" y="15244"/>
                  </a:lnTo>
                  <a:lnTo>
                    <a:pt x="233974" y="9169"/>
                  </a:lnTo>
                  <a:lnTo>
                    <a:pt x="175641" y="7143"/>
                  </a:lnTo>
                  <a:lnTo>
                    <a:pt x="117309" y="9169"/>
                  </a:lnTo>
                  <a:lnTo>
                    <a:pt x="68591" y="15244"/>
                  </a:lnTo>
                  <a:lnTo>
                    <a:pt x="29488" y="25371"/>
                  </a:lnTo>
                  <a:lnTo>
                    <a:pt x="0" y="39548"/>
                  </a:lnTo>
                  <a:lnTo>
                    <a:pt x="29488" y="22246"/>
                  </a:lnTo>
                  <a:lnTo>
                    <a:pt x="68591" y="9887"/>
                  </a:lnTo>
                  <a:lnTo>
                    <a:pt x="117309" y="2471"/>
                  </a:lnTo>
                  <a:lnTo>
                    <a:pt x="175641" y="0"/>
                  </a:lnTo>
                  <a:lnTo>
                    <a:pt x="233974" y="2471"/>
                  </a:lnTo>
                  <a:lnTo>
                    <a:pt x="282692" y="9887"/>
                  </a:lnTo>
                  <a:lnTo>
                    <a:pt x="321795" y="22246"/>
                  </a:lnTo>
                  <a:lnTo>
                    <a:pt x="351283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78469" y="555764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0" y="39548"/>
                  </a:moveTo>
                  <a:lnTo>
                    <a:pt x="29488" y="25371"/>
                  </a:lnTo>
                  <a:lnTo>
                    <a:pt x="68591" y="15244"/>
                  </a:lnTo>
                  <a:lnTo>
                    <a:pt x="117309" y="9169"/>
                  </a:lnTo>
                  <a:lnTo>
                    <a:pt x="175641" y="7143"/>
                  </a:lnTo>
                  <a:lnTo>
                    <a:pt x="233974" y="9169"/>
                  </a:lnTo>
                  <a:lnTo>
                    <a:pt x="282692" y="15244"/>
                  </a:lnTo>
                  <a:lnTo>
                    <a:pt x="321795" y="25371"/>
                  </a:lnTo>
                  <a:lnTo>
                    <a:pt x="351283" y="39548"/>
                  </a:lnTo>
                  <a:lnTo>
                    <a:pt x="321795" y="22246"/>
                  </a:lnTo>
                  <a:lnTo>
                    <a:pt x="282692" y="9887"/>
                  </a:lnTo>
                  <a:lnTo>
                    <a:pt x="233974" y="2471"/>
                  </a:lnTo>
                  <a:lnTo>
                    <a:pt x="175641" y="0"/>
                  </a:lnTo>
                  <a:lnTo>
                    <a:pt x="117309" y="2471"/>
                  </a:lnTo>
                  <a:lnTo>
                    <a:pt x="68591" y="9887"/>
                  </a:lnTo>
                  <a:lnTo>
                    <a:pt x="29488" y="22246"/>
                  </a:lnTo>
                  <a:lnTo>
                    <a:pt x="0" y="3954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78469" y="65577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351283" y="39548"/>
                  </a:moveTo>
                  <a:lnTo>
                    <a:pt x="321795" y="25371"/>
                  </a:lnTo>
                  <a:lnTo>
                    <a:pt x="282692" y="15244"/>
                  </a:lnTo>
                  <a:lnTo>
                    <a:pt x="233974" y="9169"/>
                  </a:lnTo>
                  <a:lnTo>
                    <a:pt x="175641" y="7143"/>
                  </a:lnTo>
                  <a:lnTo>
                    <a:pt x="117309" y="9169"/>
                  </a:lnTo>
                  <a:lnTo>
                    <a:pt x="68591" y="15244"/>
                  </a:lnTo>
                  <a:lnTo>
                    <a:pt x="29488" y="25371"/>
                  </a:lnTo>
                  <a:lnTo>
                    <a:pt x="0" y="39548"/>
                  </a:lnTo>
                  <a:lnTo>
                    <a:pt x="29488" y="22246"/>
                  </a:lnTo>
                  <a:lnTo>
                    <a:pt x="68591" y="9887"/>
                  </a:lnTo>
                  <a:lnTo>
                    <a:pt x="117309" y="2471"/>
                  </a:lnTo>
                  <a:lnTo>
                    <a:pt x="175641" y="0"/>
                  </a:lnTo>
                  <a:lnTo>
                    <a:pt x="233974" y="2471"/>
                  </a:lnTo>
                  <a:lnTo>
                    <a:pt x="282692" y="9887"/>
                  </a:lnTo>
                  <a:lnTo>
                    <a:pt x="321795" y="22246"/>
                  </a:lnTo>
                  <a:lnTo>
                    <a:pt x="351283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78469" y="65577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0" y="39548"/>
                  </a:moveTo>
                  <a:lnTo>
                    <a:pt x="29488" y="25371"/>
                  </a:lnTo>
                  <a:lnTo>
                    <a:pt x="68591" y="15244"/>
                  </a:lnTo>
                  <a:lnTo>
                    <a:pt x="117309" y="9169"/>
                  </a:lnTo>
                  <a:lnTo>
                    <a:pt x="175641" y="7143"/>
                  </a:lnTo>
                  <a:lnTo>
                    <a:pt x="233974" y="9169"/>
                  </a:lnTo>
                  <a:lnTo>
                    <a:pt x="282692" y="15244"/>
                  </a:lnTo>
                  <a:lnTo>
                    <a:pt x="321795" y="25371"/>
                  </a:lnTo>
                  <a:lnTo>
                    <a:pt x="351283" y="39548"/>
                  </a:lnTo>
                  <a:lnTo>
                    <a:pt x="321795" y="22246"/>
                  </a:lnTo>
                  <a:lnTo>
                    <a:pt x="282692" y="9887"/>
                  </a:lnTo>
                  <a:lnTo>
                    <a:pt x="233974" y="2471"/>
                  </a:lnTo>
                  <a:lnTo>
                    <a:pt x="175641" y="0"/>
                  </a:lnTo>
                  <a:lnTo>
                    <a:pt x="117309" y="2471"/>
                  </a:lnTo>
                  <a:lnTo>
                    <a:pt x="68591" y="9887"/>
                  </a:lnTo>
                  <a:lnTo>
                    <a:pt x="29488" y="22246"/>
                  </a:lnTo>
                  <a:lnTo>
                    <a:pt x="0" y="3954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78469" y="795337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5">
                  <a:moveTo>
                    <a:pt x="175641" y="39548"/>
                  </a:moveTo>
                  <a:lnTo>
                    <a:pt x="117309" y="37076"/>
                  </a:lnTo>
                  <a:lnTo>
                    <a:pt x="68591" y="29661"/>
                  </a:lnTo>
                  <a:lnTo>
                    <a:pt x="29488" y="17302"/>
                  </a:lnTo>
                  <a:lnTo>
                    <a:pt x="0" y="0"/>
                  </a:lnTo>
                  <a:lnTo>
                    <a:pt x="29488" y="14177"/>
                  </a:lnTo>
                  <a:lnTo>
                    <a:pt x="68591" y="24303"/>
                  </a:lnTo>
                  <a:lnTo>
                    <a:pt x="117309" y="30379"/>
                  </a:lnTo>
                  <a:lnTo>
                    <a:pt x="175641" y="32404"/>
                  </a:lnTo>
                  <a:lnTo>
                    <a:pt x="233974" y="30379"/>
                  </a:lnTo>
                  <a:lnTo>
                    <a:pt x="282692" y="24303"/>
                  </a:lnTo>
                  <a:lnTo>
                    <a:pt x="321795" y="14177"/>
                  </a:lnTo>
                  <a:lnTo>
                    <a:pt x="351283" y="0"/>
                  </a:lnTo>
                  <a:lnTo>
                    <a:pt x="321795" y="17302"/>
                  </a:lnTo>
                  <a:lnTo>
                    <a:pt x="282692" y="29661"/>
                  </a:lnTo>
                  <a:lnTo>
                    <a:pt x="233974" y="37076"/>
                  </a:lnTo>
                  <a:lnTo>
                    <a:pt x="175641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78469" y="795337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5">
                  <a:moveTo>
                    <a:pt x="0" y="0"/>
                  </a:moveTo>
                  <a:lnTo>
                    <a:pt x="29488" y="17302"/>
                  </a:lnTo>
                  <a:lnTo>
                    <a:pt x="68591" y="29661"/>
                  </a:lnTo>
                  <a:lnTo>
                    <a:pt x="117309" y="37076"/>
                  </a:lnTo>
                  <a:lnTo>
                    <a:pt x="175641" y="39548"/>
                  </a:lnTo>
                  <a:lnTo>
                    <a:pt x="233974" y="37076"/>
                  </a:lnTo>
                  <a:lnTo>
                    <a:pt x="282692" y="29661"/>
                  </a:lnTo>
                  <a:lnTo>
                    <a:pt x="321795" y="17302"/>
                  </a:lnTo>
                  <a:lnTo>
                    <a:pt x="351283" y="0"/>
                  </a:lnTo>
                  <a:lnTo>
                    <a:pt x="321795" y="14177"/>
                  </a:lnTo>
                  <a:lnTo>
                    <a:pt x="282692" y="24303"/>
                  </a:lnTo>
                  <a:lnTo>
                    <a:pt x="233974" y="30379"/>
                  </a:lnTo>
                  <a:lnTo>
                    <a:pt x="175641" y="32404"/>
                  </a:lnTo>
                  <a:lnTo>
                    <a:pt x="117309" y="30379"/>
                  </a:lnTo>
                  <a:lnTo>
                    <a:pt x="68591" y="24303"/>
                  </a:lnTo>
                  <a:lnTo>
                    <a:pt x="29488" y="1417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49751" y="579700"/>
              <a:ext cx="342900" cy="401955"/>
            </a:xfrm>
            <a:custGeom>
              <a:avLst/>
              <a:gdLst/>
              <a:ahLst/>
              <a:cxnLst/>
              <a:rect l="l" t="t" r="r" b="b"/>
              <a:pathLst>
                <a:path w="342900" h="401955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55"/>
                  </a:lnTo>
                  <a:lnTo>
                    <a:pt x="4635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123913"/>
                  </a:lnTo>
                  <a:lnTo>
                    <a:pt x="0" y="209638"/>
                  </a:lnTo>
                  <a:lnTo>
                    <a:pt x="0" y="401383"/>
                  </a:lnTo>
                  <a:lnTo>
                    <a:pt x="9994" y="401383"/>
                  </a:lnTo>
                  <a:lnTo>
                    <a:pt x="9994" y="227393"/>
                  </a:lnTo>
                  <a:lnTo>
                    <a:pt x="12001" y="228981"/>
                  </a:lnTo>
                  <a:lnTo>
                    <a:pt x="17907" y="230886"/>
                  </a:lnTo>
                  <a:lnTo>
                    <a:pt x="58000" y="219354"/>
                  </a:lnTo>
                  <a:lnTo>
                    <a:pt x="74295" y="192493"/>
                  </a:lnTo>
                  <a:lnTo>
                    <a:pt x="74104" y="185254"/>
                  </a:lnTo>
                  <a:lnTo>
                    <a:pt x="71526" y="180022"/>
                  </a:lnTo>
                  <a:lnTo>
                    <a:pt x="66573" y="176784"/>
                  </a:lnTo>
                  <a:lnTo>
                    <a:pt x="62001" y="173164"/>
                  </a:lnTo>
                  <a:lnTo>
                    <a:pt x="55524" y="171450"/>
                  </a:lnTo>
                  <a:lnTo>
                    <a:pt x="47142" y="171640"/>
                  </a:lnTo>
                  <a:lnTo>
                    <a:pt x="39217" y="172605"/>
                  </a:lnTo>
                  <a:lnTo>
                    <a:pt x="31432" y="174917"/>
                  </a:lnTo>
                  <a:lnTo>
                    <a:pt x="23787" y="178600"/>
                  </a:lnTo>
                  <a:lnTo>
                    <a:pt x="16281" y="183642"/>
                  </a:lnTo>
                  <a:lnTo>
                    <a:pt x="9994" y="189103"/>
                  </a:lnTo>
                  <a:lnTo>
                    <a:pt x="9994" y="141668"/>
                  </a:lnTo>
                  <a:lnTo>
                    <a:pt x="12001" y="143256"/>
                  </a:lnTo>
                  <a:lnTo>
                    <a:pt x="17907" y="145161"/>
                  </a:lnTo>
                  <a:lnTo>
                    <a:pt x="25146" y="145351"/>
                  </a:lnTo>
                  <a:lnTo>
                    <a:pt x="33629" y="144399"/>
                  </a:lnTo>
                  <a:lnTo>
                    <a:pt x="69646" y="121348"/>
                  </a:lnTo>
                  <a:lnTo>
                    <a:pt x="74295" y="106768"/>
                  </a:lnTo>
                  <a:lnTo>
                    <a:pt x="74104" y="99529"/>
                  </a:lnTo>
                  <a:lnTo>
                    <a:pt x="71526" y="94297"/>
                  </a:lnTo>
                  <a:lnTo>
                    <a:pt x="66573" y="91059"/>
                  </a:lnTo>
                  <a:lnTo>
                    <a:pt x="62001" y="87439"/>
                  </a:lnTo>
                  <a:lnTo>
                    <a:pt x="55524" y="85725"/>
                  </a:lnTo>
                  <a:lnTo>
                    <a:pt x="47142" y="85915"/>
                  </a:lnTo>
                  <a:lnTo>
                    <a:pt x="39217" y="86880"/>
                  </a:lnTo>
                  <a:lnTo>
                    <a:pt x="31432" y="89192"/>
                  </a:lnTo>
                  <a:lnTo>
                    <a:pt x="23787" y="92875"/>
                  </a:lnTo>
                  <a:lnTo>
                    <a:pt x="16281" y="97917"/>
                  </a:lnTo>
                  <a:lnTo>
                    <a:pt x="9994" y="103378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  <a:path w="342900" h="401955">
                  <a:moveTo>
                    <a:pt x="342557" y="12763"/>
                  </a:moveTo>
                  <a:lnTo>
                    <a:pt x="332562" y="12763"/>
                  </a:lnTo>
                  <a:lnTo>
                    <a:pt x="332562" y="369201"/>
                  </a:lnTo>
                  <a:lnTo>
                    <a:pt x="342557" y="369201"/>
                  </a:lnTo>
                  <a:lnTo>
                    <a:pt x="342557" y="127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21164" y="466725"/>
              <a:ext cx="135445" cy="15316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140377" y="438159"/>
              <a:ext cx="332105" cy="485775"/>
            </a:xfrm>
            <a:custGeom>
              <a:avLst/>
              <a:gdLst/>
              <a:ahLst/>
              <a:cxnLst/>
              <a:rect l="l" t="t" r="r" b="b"/>
              <a:pathLst>
                <a:path w="332104" h="485775">
                  <a:moveTo>
                    <a:pt x="74295" y="162585"/>
                  </a:moveTo>
                  <a:lnTo>
                    <a:pt x="74104" y="155346"/>
                  </a:lnTo>
                  <a:lnTo>
                    <a:pt x="71526" y="150114"/>
                  </a:lnTo>
                  <a:lnTo>
                    <a:pt x="66573" y="146875"/>
                  </a:lnTo>
                  <a:lnTo>
                    <a:pt x="62001" y="143256"/>
                  </a:lnTo>
                  <a:lnTo>
                    <a:pt x="55524" y="141541"/>
                  </a:lnTo>
                  <a:lnTo>
                    <a:pt x="47142" y="141732"/>
                  </a:lnTo>
                  <a:lnTo>
                    <a:pt x="39217" y="142697"/>
                  </a:lnTo>
                  <a:lnTo>
                    <a:pt x="4635" y="165798"/>
                  </a:lnTo>
                  <a:lnTo>
                    <a:pt x="0" y="179730"/>
                  </a:lnTo>
                  <a:lnTo>
                    <a:pt x="88" y="182880"/>
                  </a:lnTo>
                  <a:lnTo>
                    <a:pt x="0" y="485775"/>
                  </a:lnTo>
                  <a:lnTo>
                    <a:pt x="9994" y="485775"/>
                  </a:lnTo>
                  <a:lnTo>
                    <a:pt x="9994" y="197485"/>
                  </a:lnTo>
                  <a:lnTo>
                    <a:pt x="12001" y="199072"/>
                  </a:lnTo>
                  <a:lnTo>
                    <a:pt x="17907" y="200977"/>
                  </a:lnTo>
                  <a:lnTo>
                    <a:pt x="25146" y="201168"/>
                  </a:lnTo>
                  <a:lnTo>
                    <a:pt x="33629" y="200215"/>
                  </a:lnTo>
                  <a:lnTo>
                    <a:pt x="69646" y="177165"/>
                  </a:lnTo>
                  <a:lnTo>
                    <a:pt x="72847" y="170154"/>
                  </a:lnTo>
                  <a:lnTo>
                    <a:pt x="74295" y="162585"/>
                  </a:lnTo>
                  <a:close/>
                </a:path>
                <a:path w="332104" h="485775">
                  <a:moveTo>
                    <a:pt x="216623" y="176022"/>
                  </a:moveTo>
                  <a:lnTo>
                    <a:pt x="215861" y="172402"/>
                  </a:lnTo>
                  <a:lnTo>
                    <a:pt x="214147" y="168973"/>
                  </a:lnTo>
                  <a:lnTo>
                    <a:pt x="211480" y="165735"/>
                  </a:lnTo>
                  <a:lnTo>
                    <a:pt x="203479" y="157162"/>
                  </a:lnTo>
                  <a:lnTo>
                    <a:pt x="199478" y="157162"/>
                  </a:lnTo>
                  <a:lnTo>
                    <a:pt x="202336" y="160020"/>
                  </a:lnTo>
                  <a:lnTo>
                    <a:pt x="204152" y="163639"/>
                  </a:lnTo>
                  <a:lnTo>
                    <a:pt x="190525" y="184975"/>
                  </a:lnTo>
                  <a:lnTo>
                    <a:pt x="187388" y="189738"/>
                  </a:lnTo>
                  <a:lnTo>
                    <a:pt x="186626" y="195453"/>
                  </a:lnTo>
                  <a:lnTo>
                    <a:pt x="187388" y="199072"/>
                  </a:lnTo>
                  <a:lnTo>
                    <a:pt x="189103" y="202501"/>
                  </a:lnTo>
                  <a:lnTo>
                    <a:pt x="191770" y="205740"/>
                  </a:lnTo>
                  <a:lnTo>
                    <a:pt x="199478" y="214312"/>
                  </a:lnTo>
                  <a:lnTo>
                    <a:pt x="202336" y="217170"/>
                  </a:lnTo>
                  <a:lnTo>
                    <a:pt x="204152" y="220789"/>
                  </a:lnTo>
                  <a:lnTo>
                    <a:pt x="190525" y="242125"/>
                  </a:lnTo>
                  <a:lnTo>
                    <a:pt x="187388" y="246888"/>
                  </a:lnTo>
                  <a:lnTo>
                    <a:pt x="186626" y="252603"/>
                  </a:lnTo>
                  <a:lnTo>
                    <a:pt x="187388" y="256222"/>
                  </a:lnTo>
                  <a:lnTo>
                    <a:pt x="189103" y="259651"/>
                  </a:lnTo>
                  <a:lnTo>
                    <a:pt x="191770" y="262890"/>
                  </a:lnTo>
                  <a:lnTo>
                    <a:pt x="199478" y="271462"/>
                  </a:lnTo>
                  <a:lnTo>
                    <a:pt x="202336" y="274320"/>
                  </a:lnTo>
                  <a:lnTo>
                    <a:pt x="204152" y="277939"/>
                  </a:lnTo>
                  <a:lnTo>
                    <a:pt x="190525" y="299275"/>
                  </a:lnTo>
                  <a:lnTo>
                    <a:pt x="187388" y="304038"/>
                  </a:lnTo>
                  <a:lnTo>
                    <a:pt x="186626" y="309753"/>
                  </a:lnTo>
                  <a:lnTo>
                    <a:pt x="187388" y="313372"/>
                  </a:lnTo>
                  <a:lnTo>
                    <a:pt x="189103" y="316801"/>
                  </a:lnTo>
                  <a:lnTo>
                    <a:pt x="191770" y="320040"/>
                  </a:lnTo>
                  <a:lnTo>
                    <a:pt x="199478" y="328612"/>
                  </a:lnTo>
                  <a:lnTo>
                    <a:pt x="202336" y="331470"/>
                  </a:lnTo>
                  <a:lnTo>
                    <a:pt x="204152" y="335089"/>
                  </a:lnTo>
                  <a:lnTo>
                    <a:pt x="190525" y="356425"/>
                  </a:lnTo>
                  <a:lnTo>
                    <a:pt x="187388" y="361188"/>
                  </a:lnTo>
                  <a:lnTo>
                    <a:pt x="186626" y="366903"/>
                  </a:lnTo>
                  <a:lnTo>
                    <a:pt x="187388" y="370522"/>
                  </a:lnTo>
                  <a:lnTo>
                    <a:pt x="189103" y="373951"/>
                  </a:lnTo>
                  <a:lnTo>
                    <a:pt x="191770" y="377190"/>
                  </a:lnTo>
                  <a:lnTo>
                    <a:pt x="199478" y="385762"/>
                  </a:lnTo>
                  <a:lnTo>
                    <a:pt x="202336" y="388620"/>
                  </a:lnTo>
                  <a:lnTo>
                    <a:pt x="204152" y="392239"/>
                  </a:lnTo>
                  <a:lnTo>
                    <a:pt x="190525" y="413575"/>
                  </a:lnTo>
                  <a:lnTo>
                    <a:pt x="187388" y="418338"/>
                  </a:lnTo>
                  <a:lnTo>
                    <a:pt x="186626" y="424053"/>
                  </a:lnTo>
                  <a:lnTo>
                    <a:pt x="187388" y="427672"/>
                  </a:lnTo>
                  <a:lnTo>
                    <a:pt x="189103" y="431101"/>
                  </a:lnTo>
                  <a:lnTo>
                    <a:pt x="191770" y="434340"/>
                  </a:lnTo>
                  <a:lnTo>
                    <a:pt x="199478" y="442912"/>
                  </a:lnTo>
                  <a:lnTo>
                    <a:pt x="203479" y="442912"/>
                  </a:lnTo>
                  <a:lnTo>
                    <a:pt x="200431" y="438912"/>
                  </a:lnTo>
                  <a:lnTo>
                    <a:pt x="198716" y="435381"/>
                  </a:lnTo>
                  <a:lnTo>
                    <a:pt x="198335" y="432333"/>
                  </a:lnTo>
                  <a:lnTo>
                    <a:pt x="199288" y="427189"/>
                  </a:lnTo>
                  <a:lnTo>
                    <a:pt x="202247" y="422808"/>
                  </a:lnTo>
                  <a:lnTo>
                    <a:pt x="207200" y="419188"/>
                  </a:lnTo>
                  <a:lnTo>
                    <a:pt x="212725" y="414997"/>
                  </a:lnTo>
                  <a:lnTo>
                    <a:pt x="215861" y="410146"/>
                  </a:lnTo>
                  <a:lnTo>
                    <a:pt x="216623" y="404622"/>
                  </a:lnTo>
                  <a:lnTo>
                    <a:pt x="215861" y="401002"/>
                  </a:lnTo>
                  <a:lnTo>
                    <a:pt x="214147" y="397573"/>
                  </a:lnTo>
                  <a:lnTo>
                    <a:pt x="211480" y="394335"/>
                  </a:lnTo>
                  <a:lnTo>
                    <a:pt x="203479" y="385762"/>
                  </a:lnTo>
                  <a:lnTo>
                    <a:pt x="200431" y="381762"/>
                  </a:lnTo>
                  <a:lnTo>
                    <a:pt x="198716" y="378231"/>
                  </a:lnTo>
                  <a:lnTo>
                    <a:pt x="198335" y="375183"/>
                  </a:lnTo>
                  <a:lnTo>
                    <a:pt x="199288" y="370039"/>
                  </a:lnTo>
                  <a:lnTo>
                    <a:pt x="202247" y="365658"/>
                  </a:lnTo>
                  <a:lnTo>
                    <a:pt x="207200" y="362038"/>
                  </a:lnTo>
                  <a:lnTo>
                    <a:pt x="212725" y="357847"/>
                  </a:lnTo>
                  <a:lnTo>
                    <a:pt x="215861" y="352996"/>
                  </a:lnTo>
                  <a:lnTo>
                    <a:pt x="216623" y="347472"/>
                  </a:lnTo>
                  <a:lnTo>
                    <a:pt x="215861" y="343852"/>
                  </a:lnTo>
                  <a:lnTo>
                    <a:pt x="214147" y="340423"/>
                  </a:lnTo>
                  <a:lnTo>
                    <a:pt x="211480" y="337185"/>
                  </a:lnTo>
                  <a:lnTo>
                    <a:pt x="203479" y="328612"/>
                  </a:lnTo>
                  <a:lnTo>
                    <a:pt x="200431" y="324612"/>
                  </a:lnTo>
                  <a:lnTo>
                    <a:pt x="198716" y="321081"/>
                  </a:lnTo>
                  <a:lnTo>
                    <a:pt x="198335" y="318033"/>
                  </a:lnTo>
                  <a:lnTo>
                    <a:pt x="199288" y="312889"/>
                  </a:lnTo>
                  <a:lnTo>
                    <a:pt x="202247" y="308508"/>
                  </a:lnTo>
                  <a:lnTo>
                    <a:pt x="207200" y="304888"/>
                  </a:lnTo>
                  <a:lnTo>
                    <a:pt x="212725" y="300697"/>
                  </a:lnTo>
                  <a:lnTo>
                    <a:pt x="215861" y="295846"/>
                  </a:lnTo>
                  <a:lnTo>
                    <a:pt x="216623" y="290322"/>
                  </a:lnTo>
                  <a:lnTo>
                    <a:pt x="215861" y="286702"/>
                  </a:lnTo>
                  <a:lnTo>
                    <a:pt x="214147" y="283273"/>
                  </a:lnTo>
                  <a:lnTo>
                    <a:pt x="211480" y="280035"/>
                  </a:lnTo>
                  <a:lnTo>
                    <a:pt x="203479" y="271462"/>
                  </a:lnTo>
                  <a:lnTo>
                    <a:pt x="200431" y="267462"/>
                  </a:lnTo>
                  <a:lnTo>
                    <a:pt x="198716" y="263931"/>
                  </a:lnTo>
                  <a:lnTo>
                    <a:pt x="198335" y="260883"/>
                  </a:lnTo>
                  <a:lnTo>
                    <a:pt x="199288" y="255739"/>
                  </a:lnTo>
                  <a:lnTo>
                    <a:pt x="202247" y="251358"/>
                  </a:lnTo>
                  <a:lnTo>
                    <a:pt x="207200" y="247738"/>
                  </a:lnTo>
                  <a:lnTo>
                    <a:pt x="212725" y="243547"/>
                  </a:lnTo>
                  <a:lnTo>
                    <a:pt x="215861" y="238696"/>
                  </a:lnTo>
                  <a:lnTo>
                    <a:pt x="216623" y="233172"/>
                  </a:lnTo>
                  <a:lnTo>
                    <a:pt x="215861" y="229552"/>
                  </a:lnTo>
                  <a:lnTo>
                    <a:pt x="214147" y="226123"/>
                  </a:lnTo>
                  <a:lnTo>
                    <a:pt x="211480" y="222885"/>
                  </a:lnTo>
                  <a:lnTo>
                    <a:pt x="203479" y="214312"/>
                  </a:lnTo>
                  <a:lnTo>
                    <a:pt x="200431" y="210312"/>
                  </a:lnTo>
                  <a:lnTo>
                    <a:pt x="198716" y="206781"/>
                  </a:lnTo>
                  <a:lnTo>
                    <a:pt x="198335" y="203733"/>
                  </a:lnTo>
                  <a:lnTo>
                    <a:pt x="199288" y="198589"/>
                  </a:lnTo>
                  <a:lnTo>
                    <a:pt x="202247" y="194208"/>
                  </a:lnTo>
                  <a:lnTo>
                    <a:pt x="207200" y="190588"/>
                  </a:lnTo>
                  <a:lnTo>
                    <a:pt x="212725" y="186397"/>
                  </a:lnTo>
                  <a:lnTo>
                    <a:pt x="215861" y="181546"/>
                  </a:lnTo>
                  <a:lnTo>
                    <a:pt x="216623" y="176022"/>
                  </a:lnTo>
                  <a:close/>
                </a:path>
                <a:path w="332104" h="485775">
                  <a:moveTo>
                    <a:pt x="332066" y="0"/>
                  </a:moveTo>
                  <a:lnTo>
                    <a:pt x="322072" y="0"/>
                  </a:lnTo>
                  <a:lnTo>
                    <a:pt x="322072" y="388620"/>
                  </a:lnTo>
                  <a:lnTo>
                    <a:pt x="332066" y="388620"/>
                  </a:lnTo>
                  <a:lnTo>
                    <a:pt x="3320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97780" y="749331"/>
              <a:ext cx="75723" cy="12001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97780" y="606456"/>
              <a:ext cx="75723" cy="12001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549751" y="438159"/>
              <a:ext cx="3718560" cy="542925"/>
            </a:xfrm>
            <a:custGeom>
              <a:avLst/>
              <a:gdLst/>
              <a:ahLst/>
              <a:cxnLst/>
              <a:rect l="l" t="t" r="r" b="b"/>
              <a:pathLst>
                <a:path w="3718559" h="542925">
                  <a:moveTo>
                    <a:pt x="590626" y="457060"/>
                  </a:moveTo>
                  <a:lnTo>
                    <a:pt x="0" y="514210"/>
                  </a:lnTo>
                  <a:lnTo>
                    <a:pt x="0" y="542925"/>
                  </a:lnTo>
                  <a:lnTo>
                    <a:pt x="590626" y="485775"/>
                  </a:lnTo>
                  <a:lnTo>
                    <a:pt x="590626" y="457060"/>
                  </a:lnTo>
                  <a:close/>
                </a:path>
                <a:path w="3718559" h="542925">
                  <a:moveTo>
                    <a:pt x="590626" y="413994"/>
                  </a:moveTo>
                  <a:lnTo>
                    <a:pt x="332562" y="438975"/>
                  </a:lnTo>
                  <a:lnTo>
                    <a:pt x="332562" y="467677"/>
                  </a:lnTo>
                  <a:lnTo>
                    <a:pt x="590626" y="442709"/>
                  </a:lnTo>
                  <a:lnTo>
                    <a:pt x="590626" y="413994"/>
                  </a:lnTo>
                  <a:close/>
                </a:path>
                <a:path w="3718559" h="542925">
                  <a:moveTo>
                    <a:pt x="3718141" y="171450"/>
                  </a:moveTo>
                  <a:lnTo>
                    <a:pt x="1933905" y="171450"/>
                  </a:lnTo>
                  <a:lnTo>
                    <a:pt x="1933905" y="0"/>
                  </a:lnTo>
                  <a:lnTo>
                    <a:pt x="1923910" y="0"/>
                  </a:lnTo>
                  <a:lnTo>
                    <a:pt x="1923910" y="342900"/>
                  </a:lnTo>
                  <a:lnTo>
                    <a:pt x="1788464" y="342900"/>
                  </a:lnTo>
                  <a:lnTo>
                    <a:pt x="1788464" y="291465"/>
                  </a:lnTo>
                  <a:lnTo>
                    <a:pt x="1923910" y="291465"/>
                  </a:lnTo>
                  <a:lnTo>
                    <a:pt x="1923910" y="285750"/>
                  </a:lnTo>
                  <a:lnTo>
                    <a:pt x="1788464" y="285750"/>
                  </a:lnTo>
                  <a:lnTo>
                    <a:pt x="1788464" y="234315"/>
                  </a:lnTo>
                  <a:lnTo>
                    <a:pt x="1923910" y="234315"/>
                  </a:lnTo>
                  <a:lnTo>
                    <a:pt x="1923910" y="228600"/>
                  </a:lnTo>
                  <a:lnTo>
                    <a:pt x="1788464" y="228600"/>
                  </a:lnTo>
                  <a:lnTo>
                    <a:pt x="1788464" y="177165"/>
                  </a:lnTo>
                  <a:lnTo>
                    <a:pt x="1923910" y="177165"/>
                  </a:lnTo>
                  <a:lnTo>
                    <a:pt x="1923910" y="171450"/>
                  </a:lnTo>
                  <a:lnTo>
                    <a:pt x="1775764" y="171450"/>
                  </a:lnTo>
                  <a:lnTo>
                    <a:pt x="1775764" y="177165"/>
                  </a:lnTo>
                  <a:lnTo>
                    <a:pt x="1779892" y="177165"/>
                  </a:lnTo>
                  <a:lnTo>
                    <a:pt x="1779892" y="228600"/>
                  </a:lnTo>
                  <a:lnTo>
                    <a:pt x="1775764" y="228600"/>
                  </a:lnTo>
                  <a:lnTo>
                    <a:pt x="1775764" y="234315"/>
                  </a:lnTo>
                  <a:lnTo>
                    <a:pt x="1779892" y="234315"/>
                  </a:lnTo>
                  <a:lnTo>
                    <a:pt x="1779892" y="285750"/>
                  </a:lnTo>
                  <a:lnTo>
                    <a:pt x="1775764" y="285750"/>
                  </a:lnTo>
                  <a:lnTo>
                    <a:pt x="1775764" y="291465"/>
                  </a:lnTo>
                  <a:lnTo>
                    <a:pt x="1779892" y="291465"/>
                  </a:lnTo>
                  <a:lnTo>
                    <a:pt x="1779892" y="342900"/>
                  </a:lnTo>
                  <a:lnTo>
                    <a:pt x="1775764" y="342900"/>
                  </a:lnTo>
                  <a:lnTo>
                    <a:pt x="1775764" y="348615"/>
                  </a:lnTo>
                  <a:lnTo>
                    <a:pt x="1779892" y="348615"/>
                  </a:lnTo>
                  <a:lnTo>
                    <a:pt x="1779892" y="400050"/>
                  </a:lnTo>
                  <a:lnTo>
                    <a:pt x="1775764" y="400050"/>
                  </a:lnTo>
                  <a:lnTo>
                    <a:pt x="1775764" y="405765"/>
                  </a:lnTo>
                  <a:lnTo>
                    <a:pt x="1779892" y="405765"/>
                  </a:lnTo>
                  <a:lnTo>
                    <a:pt x="1788464" y="405765"/>
                  </a:lnTo>
                  <a:lnTo>
                    <a:pt x="3718141" y="405765"/>
                  </a:lnTo>
                  <a:lnTo>
                    <a:pt x="3718141" y="400050"/>
                  </a:lnTo>
                  <a:lnTo>
                    <a:pt x="1788464" y="400050"/>
                  </a:lnTo>
                  <a:lnTo>
                    <a:pt x="1788464" y="348615"/>
                  </a:lnTo>
                  <a:lnTo>
                    <a:pt x="1923910" y="348615"/>
                  </a:lnTo>
                  <a:lnTo>
                    <a:pt x="1923910" y="360045"/>
                  </a:lnTo>
                  <a:lnTo>
                    <a:pt x="1933905" y="360045"/>
                  </a:lnTo>
                  <a:lnTo>
                    <a:pt x="1933905" y="348615"/>
                  </a:lnTo>
                  <a:lnTo>
                    <a:pt x="3718141" y="348615"/>
                  </a:lnTo>
                  <a:lnTo>
                    <a:pt x="3718141" y="342900"/>
                  </a:lnTo>
                  <a:lnTo>
                    <a:pt x="1933905" y="342900"/>
                  </a:lnTo>
                  <a:lnTo>
                    <a:pt x="1933905" y="291465"/>
                  </a:lnTo>
                  <a:lnTo>
                    <a:pt x="3718141" y="291465"/>
                  </a:lnTo>
                  <a:lnTo>
                    <a:pt x="3718141" y="285750"/>
                  </a:lnTo>
                  <a:lnTo>
                    <a:pt x="1933905" y="285750"/>
                  </a:lnTo>
                  <a:lnTo>
                    <a:pt x="1933905" y="234315"/>
                  </a:lnTo>
                  <a:lnTo>
                    <a:pt x="3718141" y="234315"/>
                  </a:lnTo>
                  <a:lnTo>
                    <a:pt x="3718141" y="228600"/>
                  </a:lnTo>
                  <a:lnTo>
                    <a:pt x="1933905" y="228600"/>
                  </a:lnTo>
                  <a:lnTo>
                    <a:pt x="1933905" y="177165"/>
                  </a:lnTo>
                  <a:lnTo>
                    <a:pt x="3718141" y="177165"/>
                  </a:lnTo>
                  <a:lnTo>
                    <a:pt x="3718141" y="171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09658" y="722566"/>
              <a:ext cx="74294" cy="11677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409658" y="608266"/>
              <a:ext cx="74295" cy="59690"/>
            </a:xfrm>
            <a:custGeom>
              <a:avLst/>
              <a:gdLst/>
              <a:ahLst/>
              <a:cxnLst/>
              <a:rect l="l" t="t" r="r" b="b"/>
              <a:pathLst>
                <a:path w="74295" h="59690">
                  <a:moveTo>
                    <a:pt x="25145" y="59626"/>
                  </a:moveTo>
                  <a:lnTo>
                    <a:pt x="0" y="38195"/>
                  </a:lnTo>
                  <a:lnTo>
                    <a:pt x="1446" y="30997"/>
                  </a:lnTo>
                  <a:lnTo>
                    <a:pt x="31432" y="3476"/>
                  </a:lnTo>
                  <a:lnTo>
                    <a:pt x="55530" y="0"/>
                  </a:lnTo>
                  <a:lnTo>
                    <a:pt x="62007" y="1714"/>
                  </a:lnTo>
                  <a:lnTo>
                    <a:pt x="66579" y="5333"/>
                  </a:lnTo>
                  <a:lnTo>
                    <a:pt x="71532" y="8572"/>
                  </a:lnTo>
                  <a:lnTo>
                    <a:pt x="74104" y="13811"/>
                  </a:lnTo>
                  <a:lnTo>
                    <a:pt x="74294" y="21050"/>
                  </a:lnTo>
                  <a:lnTo>
                    <a:pt x="72848" y="28622"/>
                  </a:lnTo>
                  <a:lnTo>
                    <a:pt x="41933" y="56411"/>
                  </a:lnTo>
                  <a:lnTo>
                    <a:pt x="33629" y="58679"/>
                  </a:lnTo>
                  <a:lnTo>
                    <a:pt x="25145" y="596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503956" y="809625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5">
                  <a:moveTo>
                    <a:pt x="175641" y="39548"/>
                  </a:moveTo>
                  <a:lnTo>
                    <a:pt x="117309" y="37076"/>
                  </a:lnTo>
                  <a:lnTo>
                    <a:pt x="68591" y="29661"/>
                  </a:lnTo>
                  <a:lnTo>
                    <a:pt x="29488" y="17302"/>
                  </a:lnTo>
                  <a:lnTo>
                    <a:pt x="0" y="0"/>
                  </a:lnTo>
                  <a:lnTo>
                    <a:pt x="29488" y="14177"/>
                  </a:lnTo>
                  <a:lnTo>
                    <a:pt x="68591" y="24303"/>
                  </a:lnTo>
                  <a:lnTo>
                    <a:pt x="117309" y="30379"/>
                  </a:lnTo>
                  <a:lnTo>
                    <a:pt x="175641" y="32404"/>
                  </a:lnTo>
                  <a:lnTo>
                    <a:pt x="233974" y="30379"/>
                  </a:lnTo>
                  <a:lnTo>
                    <a:pt x="282692" y="24303"/>
                  </a:lnTo>
                  <a:lnTo>
                    <a:pt x="321795" y="14177"/>
                  </a:lnTo>
                  <a:lnTo>
                    <a:pt x="351283" y="0"/>
                  </a:lnTo>
                  <a:lnTo>
                    <a:pt x="321795" y="17302"/>
                  </a:lnTo>
                  <a:lnTo>
                    <a:pt x="282692" y="29661"/>
                  </a:lnTo>
                  <a:lnTo>
                    <a:pt x="233974" y="37076"/>
                  </a:lnTo>
                  <a:lnTo>
                    <a:pt x="175641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503956" y="809625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5">
                  <a:moveTo>
                    <a:pt x="0" y="0"/>
                  </a:moveTo>
                  <a:lnTo>
                    <a:pt x="29488" y="17302"/>
                  </a:lnTo>
                  <a:lnTo>
                    <a:pt x="68591" y="29661"/>
                  </a:lnTo>
                  <a:lnTo>
                    <a:pt x="117309" y="37076"/>
                  </a:lnTo>
                  <a:lnTo>
                    <a:pt x="175641" y="39548"/>
                  </a:lnTo>
                  <a:lnTo>
                    <a:pt x="233974" y="37076"/>
                  </a:lnTo>
                  <a:lnTo>
                    <a:pt x="282692" y="29661"/>
                  </a:lnTo>
                  <a:lnTo>
                    <a:pt x="321795" y="17302"/>
                  </a:lnTo>
                  <a:lnTo>
                    <a:pt x="351283" y="0"/>
                  </a:lnTo>
                  <a:lnTo>
                    <a:pt x="321795" y="14177"/>
                  </a:lnTo>
                  <a:lnTo>
                    <a:pt x="282692" y="24303"/>
                  </a:lnTo>
                  <a:lnTo>
                    <a:pt x="233974" y="30379"/>
                  </a:lnTo>
                  <a:lnTo>
                    <a:pt x="175641" y="32404"/>
                  </a:lnTo>
                  <a:lnTo>
                    <a:pt x="117309" y="30379"/>
                  </a:lnTo>
                  <a:lnTo>
                    <a:pt x="68591" y="24303"/>
                  </a:lnTo>
                  <a:lnTo>
                    <a:pt x="29488" y="1417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503956" y="71292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351283" y="39548"/>
                  </a:moveTo>
                  <a:lnTo>
                    <a:pt x="321795" y="25371"/>
                  </a:lnTo>
                  <a:lnTo>
                    <a:pt x="282692" y="15244"/>
                  </a:lnTo>
                  <a:lnTo>
                    <a:pt x="233974" y="9169"/>
                  </a:lnTo>
                  <a:lnTo>
                    <a:pt x="175641" y="7143"/>
                  </a:lnTo>
                  <a:lnTo>
                    <a:pt x="117309" y="9169"/>
                  </a:lnTo>
                  <a:lnTo>
                    <a:pt x="68591" y="15244"/>
                  </a:lnTo>
                  <a:lnTo>
                    <a:pt x="29488" y="25371"/>
                  </a:lnTo>
                  <a:lnTo>
                    <a:pt x="0" y="39548"/>
                  </a:lnTo>
                  <a:lnTo>
                    <a:pt x="29488" y="22246"/>
                  </a:lnTo>
                  <a:lnTo>
                    <a:pt x="68591" y="9887"/>
                  </a:lnTo>
                  <a:lnTo>
                    <a:pt x="117309" y="2471"/>
                  </a:lnTo>
                  <a:lnTo>
                    <a:pt x="175641" y="0"/>
                  </a:lnTo>
                  <a:lnTo>
                    <a:pt x="233974" y="2471"/>
                  </a:lnTo>
                  <a:lnTo>
                    <a:pt x="282692" y="9887"/>
                  </a:lnTo>
                  <a:lnTo>
                    <a:pt x="321795" y="22246"/>
                  </a:lnTo>
                  <a:lnTo>
                    <a:pt x="351283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503956" y="71292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0" y="39548"/>
                  </a:moveTo>
                  <a:lnTo>
                    <a:pt x="29488" y="25371"/>
                  </a:lnTo>
                  <a:lnTo>
                    <a:pt x="68591" y="15244"/>
                  </a:lnTo>
                  <a:lnTo>
                    <a:pt x="117309" y="9169"/>
                  </a:lnTo>
                  <a:lnTo>
                    <a:pt x="175641" y="7143"/>
                  </a:lnTo>
                  <a:lnTo>
                    <a:pt x="233974" y="9169"/>
                  </a:lnTo>
                  <a:lnTo>
                    <a:pt x="282692" y="15244"/>
                  </a:lnTo>
                  <a:lnTo>
                    <a:pt x="321795" y="25371"/>
                  </a:lnTo>
                  <a:lnTo>
                    <a:pt x="351283" y="39548"/>
                  </a:lnTo>
                  <a:lnTo>
                    <a:pt x="321795" y="22246"/>
                  </a:lnTo>
                  <a:lnTo>
                    <a:pt x="282692" y="9887"/>
                  </a:lnTo>
                  <a:lnTo>
                    <a:pt x="233974" y="2471"/>
                  </a:lnTo>
                  <a:lnTo>
                    <a:pt x="175641" y="0"/>
                  </a:lnTo>
                  <a:lnTo>
                    <a:pt x="117309" y="2471"/>
                  </a:lnTo>
                  <a:lnTo>
                    <a:pt x="68591" y="9887"/>
                  </a:lnTo>
                  <a:lnTo>
                    <a:pt x="29488" y="22246"/>
                  </a:lnTo>
                  <a:lnTo>
                    <a:pt x="0" y="3954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39250" y="466725"/>
              <a:ext cx="10160" cy="331470"/>
            </a:xfrm>
            <a:custGeom>
              <a:avLst/>
              <a:gdLst/>
              <a:ahLst/>
              <a:cxnLst/>
              <a:rect l="l" t="t" r="r" b="b"/>
              <a:pathLst>
                <a:path w="10160" h="331470">
                  <a:moveTo>
                    <a:pt x="10001" y="331470"/>
                  </a:moveTo>
                  <a:lnTo>
                    <a:pt x="0" y="33147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314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75242" y="722566"/>
              <a:ext cx="74294" cy="11677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875242" y="636841"/>
              <a:ext cx="74295" cy="59690"/>
            </a:xfrm>
            <a:custGeom>
              <a:avLst/>
              <a:gdLst/>
              <a:ahLst/>
              <a:cxnLst/>
              <a:rect l="l" t="t" r="r" b="b"/>
              <a:pathLst>
                <a:path w="74295" h="59690">
                  <a:moveTo>
                    <a:pt x="25145" y="59626"/>
                  </a:moveTo>
                  <a:lnTo>
                    <a:pt x="0" y="38195"/>
                  </a:lnTo>
                  <a:lnTo>
                    <a:pt x="1446" y="30997"/>
                  </a:lnTo>
                  <a:lnTo>
                    <a:pt x="31432" y="3476"/>
                  </a:lnTo>
                  <a:lnTo>
                    <a:pt x="55530" y="0"/>
                  </a:lnTo>
                  <a:lnTo>
                    <a:pt x="62007" y="1714"/>
                  </a:lnTo>
                  <a:lnTo>
                    <a:pt x="66579" y="5333"/>
                  </a:lnTo>
                  <a:lnTo>
                    <a:pt x="71532" y="8572"/>
                  </a:lnTo>
                  <a:lnTo>
                    <a:pt x="74104" y="13811"/>
                  </a:lnTo>
                  <a:lnTo>
                    <a:pt x="74294" y="21050"/>
                  </a:lnTo>
                  <a:lnTo>
                    <a:pt x="72848" y="28622"/>
                  </a:lnTo>
                  <a:lnTo>
                    <a:pt x="41933" y="56411"/>
                  </a:lnTo>
                  <a:lnTo>
                    <a:pt x="33629" y="58679"/>
                  </a:lnTo>
                  <a:lnTo>
                    <a:pt x="25145" y="596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69540" y="809625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5">
                  <a:moveTo>
                    <a:pt x="175641" y="39548"/>
                  </a:moveTo>
                  <a:lnTo>
                    <a:pt x="117309" y="37076"/>
                  </a:lnTo>
                  <a:lnTo>
                    <a:pt x="68591" y="29661"/>
                  </a:lnTo>
                  <a:lnTo>
                    <a:pt x="29488" y="17302"/>
                  </a:lnTo>
                  <a:lnTo>
                    <a:pt x="0" y="0"/>
                  </a:lnTo>
                  <a:lnTo>
                    <a:pt x="29488" y="14177"/>
                  </a:lnTo>
                  <a:lnTo>
                    <a:pt x="68591" y="24303"/>
                  </a:lnTo>
                  <a:lnTo>
                    <a:pt x="117309" y="30379"/>
                  </a:lnTo>
                  <a:lnTo>
                    <a:pt x="175641" y="32404"/>
                  </a:lnTo>
                  <a:lnTo>
                    <a:pt x="233974" y="30379"/>
                  </a:lnTo>
                  <a:lnTo>
                    <a:pt x="282692" y="24303"/>
                  </a:lnTo>
                  <a:lnTo>
                    <a:pt x="321795" y="14177"/>
                  </a:lnTo>
                  <a:lnTo>
                    <a:pt x="351283" y="0"/>
                  </a:lnTo>
                  <a:lnTo>
                    <a:pt x="321795" y="17302"/>
                  </a:lnTo>
                  <a:lnTo>
                    <a:pt x="282692" y="29661"/>
                  </a:lnTo>
                  <a:lnTo>
                    <a:pt x="233974" y="37076"/>
                  </a:lnTo>
                  <a:lnTo>
                    <a:pt x="175641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969540" y="809625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5">
                  <a:moveTo>
                    <a:pt x="0" y="0"/>
                  </a:moveTo>
                  <a:lnTo>
                    <a:pt x="29488" y="17302"/>
                  </a:lnTo>
                  <a:lnTo>
                    <a:pt x="68591" y="29661"/>
                  </a:lnTo>
                  <a:lnTo>
                    <a:pt x="117309" y="37076"/>
                  </a:lnTo>
                  <a:lnTo>
                    <a:pt x="175641" y="39548"/>
                  </a:lnTo>
                  <a:lnTo>
                    <a:pt x="233974" y="37076"/>
                  </a:lnTo>
                  <a:lnTo>
                    <a:pt x="282692" y="29661"/>
                  </a:lnTo>
                  <a:lnTo>
                    <a:pt x="321795" y="17302"/>
                  </a:lnTo>
                  <a:lnTo>
                    <a:pt x="351283" y="0"/>
                  </a:lnTo>
                  <a:lnTo>
                    <a:pt x="321795" y="14177"/>
                  </a:lnTo>
                  <a:lnTo>
                    <a:pt x="282692" y="24303"/>
                  </a:lnTo>
                  <a:lnTo>
                    <a:pt x="233974" y="30379"/>
                  </a:lnTo>
                  <a:lnTo>
                    <a:pt x="175641" y="32404"/>
                  </a:lnTo>
                  <a:lnTo>
                    <a:pt x="117309" y="30379"/>
                  </a:lnTo>
                  <a:lnTo>
                    <a:pt x="68591" y="24303"/>
                  </a:lnTo>
                  <a:lnTo>
                    <a:pt x="29488" y="1417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969540" y="71292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351283" y="39548"/>
                  </a:moveTo>
                  <a:lnTo>
                    <a:pt x="321795" y="25371"/>
                  </a:lnTo>
                  <a:lnTo>
                    <a:pt x="282692" y="15244"/>
                  </a:lnTo>
                  <a:lnTo>
                    <a:pt x="233974" y="9169"/>
                  </a:lnTo>
                  <a:lnTo>
                    <a:pt x="175641" y="7143"/>
                  </a:lnTo>
                  <a:lnTo>
                    <a:pt x="117309" y="9169"/>
                  </a:lnTo>
                  <a:lnTo>
                    <a:pt x="68591" y="15244"/>
                  </a:lnTo>
                  <a:lnTo>
                    <a:pt x="29488" y="25371"/>
                  </a:lnTo>
                  <a:lnTo>
                    <a:pt x="0" y="39548"/>
                  </a:lnTo>
                  <a:lnTo>
                    <a:pt x="29488" y="22246"/>
                  </a:lnTo>
                  <a:lnTo>
                    <a:pt x="68591" y="9887"/>
                  </a:lnTo>
                  <a:lnTo>
                    <a:pt x="117309" y="2471"/>
                  </a:lnTo>
                  <a:lnTo>
                    <a:pt x="175641" y="0"/>
                  </a:lnTo>
                  <a:lnTo>
                    <a:pt x="233974" y="2471"/>
                  </a:lnTo>
                  <a:lnTo>
                    <a:pt x="282692" y="9887"/>
                  </a:lnTo>
                  <a:lnTo>
                    <a:pt x="321795" y="22246"/>
                  </a:lnTo>
                  <a:lnTo>
                    <a:pt x="351283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969540" y="71292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0" y="39548"/>
                  </a:moveTo>
                  <a:lnTo>
                    <a:pt x="29488" y="25371"/>
                  </a:lnTo>
                  <a:lnTo>
                    <a:pt x="68591" y="15244"/>
                  </a:lnTo>
                  <a:lnTo>
                    <a:pt x="117309" y="9169"/>
                  </a:lnTo>
                  <a:lnTo>
                    <a:pt x="175641" y="7143"/>
                  </a:lnTo>
                  <a:lnTo>
                    <a:pt x="233974" y="9169"/>
                  </a:lnTo>
                  <a:lnTo>
                    <a:pt x="282692" y="15244"/>
                  </a:lnTo>
                  <a:lnTo>
                    <a:pt x="321795" y="25371"/>
                  </a:lnTo>
                  <a:lnTo>
                    <a:pt x="351283" y="39548"/>
                  </a:lnTo>
                  <a:lnTo>
                    <a:pt x="321795" y="22246"/>
                  </a:lnTo>
                  <a:lnTo>
                    <a:pt x="282692" y="9887"/>
                  </a:lnTo>
                  <a:lnTo>
                    <a:pt x="233974" y="2471"/>
                  </a:lnTo>
                  <a:lnTo>
                    <a:pt x="175641" y="0"/>
                  </a:lnTo>
                  <a:lnTo>
                    <a:pt x="117309" y="2471"/>
                  </a:lnTo>
                  <a:lnTo>
                    <a:pt x="68591" y="9887"/>
                  </a:lnTo>
                  <a:lnTo>
                    <a:pt x="29488" y="22246"/>
                  </a:lnTo>
                  <a:lnTo>
                    <a:pt x="0" y="3954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404834" y="495300"/>
              <a:ext cx="10160" cy="302895"/>
            </a:xfrm>
            <a:custGeom>
              <a:avLst/>
              <a:gdLst/>
              <a:ahLst/>
              <a:cxnLst/>
              <a:rect l="l" t="t" r="r" b="b"/>
              <a:pathLst>
                <a:path w="10160" h="302895">
                  <a:moveTo>
                    <a:pt x="10001" y="302895"/>
                  </a:moveTo>
                  <a:lnTo>
                    <a:pt x="0" y="30289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02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0826" y="665416"/>
              <a:ext cx="74294" cy="17392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435123" y="809625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90" h="40005">
                  <a:moveTo>
                    <a:pt x="175641" y="39548"/>
                  </a:moveTo>
                  <a:lnTo>
                    <a:pt x="117309" y="37076"/>
                  </a:lnTo>
                  <a:lnTo>
                    <a:pt x="68591" y="29661"/>
                  </a:lnTo>
                  <a:lnTo>
                    <a:pt x="29488" y="17302"/>
                  </a:lnTo>
                  <a:lnTo>
                    <a:pt x="0" y="0"/>
                  </a:lnTo>
                  <a:lnTo>
                    <a:pt x="29488" y="14177"/>
                  </a:lnTo>
                  <a:lnTo>
                    <a:pt x="68591" y="24303"/>
                  </a:lnTo>
                  <a:lnTo>
                    <a:pt x="117309" y="30379"/>
                  </a:lnTo>
                  <a:lnTo>
                    <a:pt x="175641" y="32404"/>
                  </a:lnTo>
                  <a:lnTo>
                    <a:pt x="233974" y="30379"/>
                  </a:lnTo>
                  <a:lnTo>
                    <a:pt x="282692" y="24303"/>
                  </a:lnTo>
                  <a:lnTo>
                    <a:pt x="321795" y="14177"/>
                  </a:lnTo>
                  <a:lnTo>
                    <a:pt x="351283" y="0"/>
                  </a:lnTo>
                  <a:lnTo>
                    <a:pt x="321795" y="17302"/>
                  </a:lnTo>
                  <a:lnTo>
                    <a:pt x="282692" y="29661"/>
                  </a:lnTo>
                  <a:lnTo>
                    <a:pt x="233974" y="37076"/>
                  </a:lnTo>
                  <a:lnTo>
                    <a:pt x="175641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435123" y="809625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90" h="40005">
                  <a:moveTo>
                    <a:pt x="0" y="0"/>
                  </a:moveTo>
                  <a:lnTo>
                    <a:pt x="29488" y="17302"/>
                  </a:lnTo>
                  <a:lnTo>
                    <a:pt x="68591" y="29661"/>
                  </a:lnTo>
                  <a:lnTo>
                    <a:pt x="117309" y="37076"/>
                  </a:lnTo>
                  <a:lnTo>
                    <a:pt x="175641" y="39548"/>
                  </a:lnTo>
                  <a:lnTo>
                    <a:pt x="233974" y="37076"/>
                  </a:lnTo>
                  <a:lnTo>
                    <a:pt x="282692" y="29661"/>
                  </a:lnTo>
                  <a:lnTo>
                    <a:pt x="321795" y="17302"/>
                  </a:lnTo>
                  <a:lnTo>
                    <a:pt x="351283" y="0"/>
                  </a:lnTo>
                  <a:lnTo>
                    <a:pt x="321795" y="14177"/>
                  </a:lnTo>
                  <a:lnTo>
                    <a:pt x="282692" y="24303"/>
                  </a:lnTo>
                  <a:lnTo>
                    <a:pt x="233974" y="30379"/>
                  </a:lnTo>
                  <a:lnTo>
                    <a:pt x="175641" y="32404"/>
                  </a:lnTo>
                  <a:lnTo>
                    <a:pt x="117309" y="30379"/>
                  </a:lnTo>
                  <a:lnTo>
                    <a:pt x="68591" y="24303"/>
                  </a:lnTo>
                  <a:lnTo>
                    <a:pt x="29488" y="1417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435123" y="71292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90" h="40004">
                  <a:moveTo>
                    <a:pt x="351283" y="39548"/>
                  </a:moveTo>
                  <a:lnTo>
                    <a:pt x="321795" y="25371"/>
                  </a:lnTo>
                  <a:lnTo>
                    <a:pt x="282692" y="15244"/>
                  </a:lnTo>
                  <a:lnTo>
                    <a:pt x="233974" y="9169"/>
                  </a:lnTo>
                  <a:lnTo>
                    <a:pt x="175641" y="7143"/>
                  </a:lnTo>
                  <a:lnTo>
                    <a:pt x="117309" y="9169"/>
                  </a:lnTo>
                  <a:lnTo>
                    <a:pt x="68591" y="15244"/>
                  </a:lnTo>
                  <a:lnTo>
                    <a:pt x="29488" y="25371"/>
                  </a:lnTo>
                  <a:lnTo>
                    <a:pt x="0" y="39548"/>
                  </a:lnTo>
                  <a:lnTo>
                    <a:pt x="29488" y="22246"/>
                  </a:lnTo>
                  <a:lnTo>
                    <a:pt x="68591" y="9887"/>
                  </a:lnTo>
                  <a:lnTo>
                    <a:pt x="117309" y="2471"/>
                  </a:lnTo>
                  <a:lnTo>
                    <a:pt x="175641" y="0"/>
                  </a:lnTo>
                  <a:lnTo>
                    <a:pt x="233974" y="2471"/>
                  </a:lnTo>
                  <a:lnTo>
                    <a:pt x="282692" y="9887"/>
                  </a:lnTo>
                  <a:lnTo>
                    <a:pt x="321795" y="22246"/>
                  </a:lnTo>
                  <a:lnTo>
                    <a:pt x="351283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435123" y="71292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90" h="40004">
                  <a:moveTo>
                    <a:pt x="0" y="39548"/>
                  </a:moveTo>
                  <a:lnTo>
                    <a:pt x="29488" y="25371"/>
                  </a:lnTo>
                  <a:lnTo>
                    <a:pt x="68591" y="15244"/>
                  </a:lnTo>
                  <a:lnTo>
                    <a:pt x="117309" y="9169"/>
                  </a:lnTo>
                  <a:lnTo>
                    <a:pt x="175641" y="7143"/>
                  </a:lnTo>
                  <a:lnTo>
                    <a:pt x="233974" y="9169"/>
                  </a:lnTo>
                  <a:lnTo>
                    <a:pt x="282692" y="15244"/>
                  </a:lnTo>
                  <a:lnTo>
                    <a:pt x="321795" y="25371"/>
                  </a:lnTo>
                  <a:lnTo>
                    <a:pt x="351283" y="39548"/>
                  </a:lnTo>
                  <a:lnTo>
                    <a:pt x="321795" y="22246"/>
                  </a:lnTo>
                  <a:lnTo>
                    <a:pt x="282692" y="9887"/>
                  </a:lnTo>
                  <a:lnTo>
                    <a:pt x="233974" y="2471"/>
                  </a:lnTo>
                  <a:lnTo>
                    <a:pt x="175641" y="0"/>
                  </a:lnTo>
                  <a:lnTo>
                    <a:pt x="117309" y="2471"/>
                  </a:lnTo>
                  <a:lnTo>
                    <a:pt x="68591" y="9887"/>
                  </a:lnTo>
                  <a:lnTo>
                    <a:pt x="29488" y="22246"/>
                  </a:lnTo>
                  <a:lnTo>
                    <a:pt x="0" y="3954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870417" y="523875"/>
              <a:ext cx="10160" cy="274320"/>
            </a:xfrm>
            <a:custGeom>
              <a:avLst/>
              <a:gdLst/>
              <a:ahLst/>
              <a:cxnLst/>
              <a:rect l="l" t="t" r="r" b="b"/>
              <a:pathLst>
                <a:path w="10159" h="274320">
                  <a:moveTo>
                    <a:pt x="10001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06409" y="693991"/>
              <a:ext cx="148589" cy="14535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272027" y="611886"/>
              <a:ext cx="8890" cy="232410"/>
            </a:xfrm>
            <a:custGeom>
              <a:avLst/>
              <a:gdLst/>
              <a:ahLst/>
              <a:cxnLst/>
              <a:rect l="l" t="t" r="r" b="b"/>
              <a:pathLst>
                <a:path w="8890" h="232409">
                  <a:moveTo>
                    <a:pt x="8572" y="232028"/>
                  </a:moveTo>
                  <a:lnTo>
                    <a:pt x="0" y="23202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232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74797" y="1057846"/>
              <a:ext cx="183641" cy="9982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266700" y="1472002"/>
              <a:ext cx="490220" cy="234315"/>
            </a:xfrm>
            <a:custGeom>
              <a:avLst/>
              <a:gdLst/>
              <a:ahLst/>
              <a:cxnLst/>
              <a:rect l="l" t="t" r="r" b="b"/>
              <a:pathLst>
                <a:path w="490220" h="234314">
                  <a:moveTo>
                    <a:pt x="489775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489775" y="234315"/>
                  </a:lnTo>
                  <a:lnTo>
                    <a:pt x="489775" y="228600"/>
                  </a:lnTo>
                  <a:close/>
                </a:path>
                <a:path w="490220" h="234314">
                  <a:moveTo>
                    <a:pt x="489775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489775" y="177165"/>
                  </a:lnTo>
                  <a:lnTo>
                    <a:pt x="489775" y="171450"/>
                  </a:lnTo>
                  <a:close/>
                </a:path>
                <a:path w="490220" h="234314">
                  <a:moveTo>
                    <a:pt x="489775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489775" y="120015"/>
                  </a:lnTo>
                  <a:lnTo>
                    <a:pt x="489775" y="114300"/>
                  </a:lnTo>
                  <a:close/>
                </a:path>
                <a:path w="490220" h="234314">
                  <a:moveTo>
                    <a:pt x="489775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489775" y="62865"/>
                  </a:lnTo>
                  <a:lnTo>
                    <a:pt x="489775" y="57150"/>
                  </a:lnTo>
                  <a:close/>
                </a:path>
                <a:path w="490220" h="234314">
                  <a:moveTo>
                    <a:pt x="489775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489775" y="5715"/>
                  </a:lnTo>
                  <a:lnTo>
                    <a:pt x="4897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7975" y="1471993"/>
              <a:ext cx="158876" cy="18287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4002" y="1443418"/>
              <a:ext cx="216598" cy="26746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56475" y="1472002"/>
              <a:ext cx="2056764" cy="487045"/>
            </a:xfrm>
            <a:custGeom>
              <a:avLst/>
              <a:gdLst/>
              <a:ahLst/>
              <a:cxnLst/>
              <a:rect l="l" t="t" r="r" b="b"/>
              <a:pathLst>
                <a:path w="2056764" h="487044">
                  <a:moveTo>
                    <a:pt x="2056676" y="57150"/>
                  </a:moveTo>
                  <a:lnTo>
                    <a:pt x="674014" y="57150"/>
                  </a:lnTo>
                  <a:lnTo>
                    <a:pt x="674014" y="11430"/>
                  </a:lnTo>
                  <a:lnTo>
                    <a:pt x="664019" y="11430"/>
                  </a:lnTo>
                  <a:lnTo>
                    <a:pt x="664019" y="228600"/>
                  </a:lnTo>
                  <a:lnTo>
                    <a:pt x="272440" y="228600"/>
                  </a:lnTo>
                  <a:lnTo>
                    <a:pt x="272440" y="177165"/>
                  </a:lnTo>
                  <a:lnTo>
                    <a:pt x="664019" y="177165"/>
                  </a:lnTo>
                  <a:lnTo>
                    <a:pt x="664019" y="171450"/>
                  </a:lnTo>
                  <a:lnTo>
                    <a:pt x="272440" y="171450"/>
                  </a:lnTo>
                  <a:lnTo>
                    <a:pt x="272440" y="120015"/>
                  </a:lnTo>
                  <a:lnTo>
                    <a:pt x="664019" y="120015"/>
                  </a:lnTo>
                  <a:lnTo>
                    <a:pt x="664019" y="114300"/>
                  </a:lnTo>
                  <a:lnTo>
                    <a:pt x="272440" y="114300"/>
                  </a:lnTo>
                  <a:lnTo>
                    <a:pt x="272440" y="62865"/>
                  </a:lnTo>
                  <a:lnTo>
                    <a:pt x="664019" y="62865"/>
                  </a:lnTo>
                  <a:lnTo>
                    <a:pt x="664019" y="57150"/>
                  </a:lnTo>
                  <a:lnTo>
                    <a:pt x="272440" y="57150"/>
                  </a:lnTo>
                  <a:lnTo>
                    <a:pt x="262445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262445" y="62865"/>
                  </a:lnTo>
                  <a:lnTo>
                    <a:pt x="2624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262445" y="120015"/>
                  </a:lnTo>
                  <a:lnTo>
                    <a:pt x="262445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262445" y="177165"/>
                  </a:lnTo>
                  <a:lnTo>
                    <a:pt x="262445" y="228600"/>
                  </a:lnTo>
                  <a:lnTo>
                    <a:pt x="262445" y="269925"/>
                  </a:lnTo>
                  <a:lnTo>
                    <a:pt x="262445" y="282168"/>
                  </a:lnTo>
                  <a:lnTo>
                    <a:pt x="243776" y="282168"/>
                  </a:lnTo>
                  <a:lnTo>
                    <a:pt x="248488" y="280085"/>
                  </a:lnTo>
                  <a:lnTo>
                    <a:pt x="256438" y="275170"/>
                  </a:lnTo>
                  <a:lnTo>
                    <a:pt x="262445" y="269925"/>
                  </a:lnTo>
                  <a:lnTo>
                    <a:pt x="262445" y="228600"/>
                  </a:lnTo>
                  <a:lnTo>
                    <a:pt x="258991" y="228600"/>
                  </a:lnTo>
                  <a:lnTo>
                    <a:pt x="253961" y="227266"/>
                  </a:lnTo>
                  <a:lnTo>
                    <a:pt x="245579" y="227457"/>
                  </a:lnTo>
                  <a:lnTo>
                    <a:pt x="237655" y="228422"/>
                  </a:lnTo>
                  <a:lnTo>
                    <a:pt x="237045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222427" y="234315"/>
                  </a:lnTo>
                  <a:lnTo>
                    <a:pt x="222224" y="234416"/>
                  </a:lnTo>
                  <a:lnTo>
                    <a:pt x="198437" y="265455"/>
                  </a:lnTo>
                  <a:lnTo>
                    <a:pt x="198615" y="271932"/>
                  </a:lnTo>
                  <a:lnTo>
                    <a:pt x="201104" y="277177"/>
                  </a:lnTo>
                  <a:lnTo>
                    <a:pt x="205867" y="281178"/>
                  </a:lnTo>
                  <a:lnTo>
                    <a:pt x="207111" y="282168"/>
                  </a:lnTo>
                  <a:lnTo>
                    <a:pt x="181914" y="282168"/>
                  </a:lnTo>
                  <a:lnTo>
                    <a:pt x="181914" y="289318"/>
                  </a:lnTo>
                  <a:lnTo>
                    <a:pt x="262445" y="289318"/>
                  </a:lnTo>
                  <a:lnTo>
                    <a:pt x="262445" y="339318"/>
                  </a:lnTo>
                  <a:lnTo>
                    <a:pt x="181914" y="339318"/>
                  </a:lnTo>
                  <a:lnTo>
                    <a:pt x="181914" y="346468"/>
                  </a:lnTo>
                  <a:lnTo>
                    <a:pt x="262445" y="346468"/>
                  </a:lnTo>
                  <a:lnTo>
                    <a:pt x="262445" y="396468"/>
                  </a:lnTo>
                  <a:lnTo>
                    <a:pt x="181914" y="396468"/>
                  </a:lnTo>
                  <a:lnTo>
                    <a:pt x="181914" y="403618"/>
                  </a:lnTo>
                  <a:lnTo>
                    <a:pt x="262445" y="403618"/>
                  </a:lnTo>
                  <a:lnTo>
                    <a:pt x="262445" y="430606"/>
                  </a:lnTo>
                  <a:lnTo>
                    <a:pt x="260438" y="429006"/>
                  </a:lnTo>
                  <a:lnTo>
                    <a:pt x="253961" y="427291"/>
                  </a:lnTo>
                  <a:lnTo>
                    <a:pt x="245579" y="427482"/>
                  </a:lnTo>
                  <a:lnTo>
                    <a:pt x="208026" y="445287"/>
                  </a:lnTo>
                  <a:lnTo>
                    <a:pt x="202082" y="453618"/>
                  </a:lnTo>
                  <a:lnTo>
                    <a:pt x="181914" y="453618"/>
                  </a:lnTo>
                  <a:lnTo>
                    <a:pt x="181914" y="460768"/>
                  </a:lnTo>
                  <a:lnTo>
                    <a:pt x="199377" y="460768"/>
                  </a:lnTo>
                  <a:lnTo>
                    <a:pt x="198437" y="465480"/>
                  </a:lnTo>
                  <a:lnTo>
                    <a:pt x="223583" y="486918"/>
                  </a:lnTo>
                  <a:lnTo>
                    <a:pt x="232054" y="485965"/>
                  </a:lnTo>
                  <a:lnTo>
                    <a:pt x="268084" y="462915"/>
                  </a:lnTo>
                  <a:lnTo>
                    <a:pt x="269062" y="460768"/>
                  </a:lnTo>
                  <a:lnTo>
                    <a:pt x="293052" y="460768"/>
                  </a:lnTo>
                  <a:lnTo>
                    <a:pt x="293052" y="453618"/>
                  </a:lnTo>
                  <a:lnTo>
                    <a:pt x="271716" y="453618"/>
                  </a:lnTo>
                  <a:lnTo>
                    <a:pt x="272732" y="448335"/>
                  </a:lnTo>
                  <a:lnTo>
                    <a:pt x="272542" y="441096"/>
                  </a:lnTo>
                  <a:lnTo>
                    <a:pt x="272440" y="440893"/>
                  </a:lnTo>
                  <a:lnTo>
                    <a:pt x="272440" y="403618"/>
                  </a:lnTo>
                  <a:lnTo>
                    <a:pt x="293052" y="403618"/>
                  </a:lnTo>
                  <a:lnTo>
                    <a:pt x="293052" y="396468"/>
                  </a:lnTo>
                  <a:lnTo>
                    <a:pt x="272440" y="396468"/>
                  </a:lnTo>
                  <a:lnTo>
                    <a:pt x="272440" y="346468"/>
                  </a:lnTo>
                  <a:lnTo>
                    <a:pt x="293052" y="346468"/>
                  </a:lnTo>
                  <a:lnTo>
                    <a:pt x="293052" y="339318"/>
                  </a:lnTo>
                  <a:lnTo>
                    <a:pt x="272440" y="339318"/>
                  </a:lnTo>
                  <a:lnTo>
                    <a:pt x="272440" y="289318"/>
                  </a:lnTo>
                  <a:lnTo>
                    <a:pt x="293052" y="289318"/>
                  </a:lnTo>
                  <a:lnTo>
                    <a:pt x="293052" y="282168"/>
                  </a:lnTo>
                  <a:lnTo>
                    <a:pt x="272440" y="282168"/>
                  </a:lnTo>
                  <a:lnTo>
                    <a:pt x="272440" y="249847"/>
                  </a:lnTo>
                  <a:lnTo>
                    <a:pt x="272732" y="248310"/>
                  </a:lnTo>
                  <a:lnTo>
                    <a:pt x="272542" y="241071"/>
                  </a:lnTo>
                  <a:lnTo>
                    <a:pt x="272440" y="240868"/>
                  </a:lnTo>
                  <a:lnTo>
                    <a:pt x="272440" y="234315"/>
                  </a:lnTo>
                  <a:lnTo>
                    <a:pt x="664019" y="234315"/>
                  </a:lnTo>
                  <a:lnTo>
                    <a:pt x="664019" y="342900"/>
                  </a:lnTo>
                  <a:lnTo>
                    <a:pt x="674014" y="342900"/>
                  </a:lnTo>
                  <a:lnTo>
                    <a:pt x="674014" y="234315"/>
                  </a:lnTo>
                  <a:lnTo>
                    <a:pt x="2056676" y="234315"/>
                  </a:lnTo>
                  <a:lnTo>
                    <a:pt x="2056676" y="228600"/>
                  </a:lnTo>
                  <a:lnTo>
                    <a:pt x="674014" y="228600"/>
                  </a:lnTo>
                  <a:lnTo>
                    <a:pt x="674014" y="177165"/>
                  </a:lnTo>
                  <a:lnTo>
                    <a:pt x="2056676" y="177165"/>
                  </a:lnTo>
                  <a:lnTo>
                    <a:pt x="2056676" y="171450"/>
                  </a:lnTo>
                  <a:lnTo>
                    <a:pt x="674014" y="171450"/>
                  </a:lnTo>
                  <a:lnTo>
                    <a:pt x="674014" y="120015"/>
                  </a:lnTo>
                  <a:lnTo>
                    <a:pt x="2056676" y="120015"/>
                  </a:lnTo>
                  <a:lnTo>
                    <a:pt x="2056676" y="114300"/>
                  </a:lnTo>
                  <a:lnTo>
                    <a:pt x="674014" y="114300"/>
                  </a:lnTo>
                  <a:lnTo>
                    <a:pt x="674014" y="62865"/>
                  </a:lnTo>
                  <a:lnTo>
                    <a:pt x="2056676" y="62865"/>
                  </a:lnTo>
                  <a:lnTo>
                    <a:pt x="2056676" y="57150"/>
                  </a:lnTo>
                  <a:close/>
                </a:path>
                <a:path w="2056764" h="487044">
                  <a:moveTo>
                    <a:pt x="2056676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2056676" y="5715"/>
                  </a:lnTo>
                  <a:lnTo>
                    <a:pt x="2056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20496" y="1442085"/>
              <a:ext cx="74294" cy="116776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420495" y="1414852"/>
              <a:ext cx="941705" cy="429895"/>
            </a:xfrm>
            <a:custGeom>
              <a:avLst/>
              <a:gdLst/>
              <a:ahLst/>
              <a:cxnLst/>
              <a:rect l="l" t="t" r="r" b="b"/>
              <a:pathLst>
                <a:path w="941705" h="429894">
                  <a:moveTo>
                    <a:pt x="74295" y="191160"/>
                  </a:moveTo>
                  <a:lnTo>
                    <a:pt x="74104" y="183921"/>
                  </a:lnTo>
                  <a:lnTo>
                    <a:pt x="71526" y="178689"/>
                  </a:lnTo>
                  <a:lnTo>
                    <a:pt x="66573" y="175450"/>
                  </a:lnTo>
                  <a:lnTo>
                    <a:pt x="62001" y="171831"/>
                  </a:lnTo>
                  <a:lnTo>
                    <a:pt x="55524" y="170116"/>
                  </a:lnTo>
                  <a:lnTo>
                    <a:pt x="47142" y="170307"/>
                  </a:lnTo>
                  <a:lnTo>
                    <a:pt x="39217" y="171272"/>
                  </a:lnTo>
                  <a:lnTo>
                    <a:pt x="4635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69646" y="205740"/>
                  </a:lnTo>
                  <a:lnTo>
                    <a:pt x="72847" y="198729"/>
                  </a:lnTo>
                  <a:lnTo>
                    <a:pt x="74295" y="191160"/>
                  </a:lnTo>
                  <a:close/>
                </a:path>
                <a:path w="941705" h="429894">
                  <a:moveTo>
                    <a:pt x="560197" y="339318"/>
                  </a:moveTo>
                  <a:lnTo>
                    <a:pt x="539584" y="339318"/>
                  </a:lnTo>
                  <a:lnTo>
                    <a:pt x="539584" y="192697"/>
                  </a:lnTo>
                  <a:lnTo>
                    <a:pt x="539877" y="191160"/>
                  </a:lnTo>
                  <a:lnTo>
                    <a:pt x="539686" y="183921"/>
                  </a:lnTo>
                  <a:lnTo>
                    <a:pt x="539584" y="183718"/>
                  </a:lnTo>
                  <a:lnTo>
                    <a:pt x="539584" y="0"/>
                  </a:lnTo>
                  <a:lnTo>
                    <a:pt x="529590" y="0"/>
                  </a:lnTo>
                  <a:lnTo>
                    <a:pt x="529590" y="173431"/>
                  </a:lnTo>
                  <a:lnTo>
                    <a:pt x="527583" y="171831"/>
                  </a:lnTo>
                  <a:lnTo>
                    <a:pt x="521106" y="170116"/>
                  </a:lnTo>
                  <a:lnTo>
                    <a:pt x="481863" y="182308"/>
                  </a:lnTo>
                  <a:lnTo>
                    <a:pt x="465582" y="208305"/>
                  </a:lnTo>
                  <a:lnTo>
                    <a:pt x="465772" y="214782"/>
                  </a:lnTo>
                  <a:lnTo>
                    <a:pt x="490728" y="229743"/>
                  </a:lnTo>
                  <a:lnTo>
                    <a:pt x="499211" y="228790"/>
                  </a:lnTo>
                  <a:lnTo>
                    <a:pt x="507517" y="226529"/>
                  </a:lnTo>
                  <a:lnTo>
                    <a:pt x="515632" y="222935"/>
                  </a:lnTo>
                  <a:lnTo>
                    <a:pt x="523582" y="218020"/>
                  </a:lnTo>
                  <a:lnTo>
                    <a:pt x="529590" y="212788"/>
                  </a:lnTo>
                  <a:lnTo>
                    <a:pt x="529590" y="339318"/>
                  </a:lnTo>
                  <a:lnTo>
                    <a:pt x="449059" y="339318"/>
                  </a:lnTo>
                  <a:lnTo>
                    <a:pt x="449059" y="346468"/>
                  </a:lnTo>
                  <a:lnTo>
                    <a:pt x="529590" y="346468"/>
                  </a:lnTo>
                  <a:lnTo>
                    <a:pt x="529590" y="373456"/>
                  </a:lnTo>
                  <a:lnTo>
                    <a:pt x="527583" y="371856"/>
                  </a:lnTo>
                  <a:lnTo>
                    <a:pt x="521106" y="370141"/>
                  </a:lnTo>
                  <a:lnTo>
                    <a:pt x="512724" y="370332"/>
                  </a:lnTo>
                  <a:lnTo>
                    <a:pt x="475170" y="388137"/>
                  </a:lnTo>
                  <a:lnTo>
                    <a:pt x="469226" y="396468"/>
                  </a:lnTo>
                  <a:lnTo>
                    <a:pt x="449059" y="396468"/>
                  </a:lnTo>
                  <a:lnTo>
                    <a:pt x="449059" y="403618"/>
                  </a:lnTo>
                  <a:lnTo>
                    <a:pt x="466521" y="403618"/>
                  </a:lnTo>
                  <a:lnTo>
                    <a:pt x="465582" y="408330"/>
                  </a:lnTo>
                  <a:lnTo>
                    <a:pt x="490728" y="429768"/>
                  </a:lnTo>
                  <a:lnTo>
                    <a:pt x="499211" y="428815"/>
                  </a:lnTo>
                  <a:lnTo>
                    <a:pt x="535228" y="405765"/>
                  </a:lnTo>
                  <a:lnTo>
                    <a:pt x="536206" y="403618"/>
                  </a:lnTo>
                  <a:lnTo>
                    <a:pt x="560197" y="403618"/>
                  </a:lnTo>
                  <a:lnTo>
                    <a:pt x="560197" y="396468"/>
                  </a:lnTo>
                  <a:lnTo>
                    <a:pt x="538861" y="396468"/>
                  </a:lnTo>
                  <a:lnTo>
                    <a:pt x="539877" y="391185"/>
                  </a:lnTo>
                  <a:lnTo>
                    <a:pt x="539686" y="383946"/>
                  </a:lnTo>
                  <a:lnTo>
                    <a:pt x="539584" y="383743"/>
                  </a:lnTo>
                  <a:lnTo>
                    <a:pt x="539584" y="346468"/>
                  </a:lnTo>
                  <a:lnTo>
                    <a:pt x="560197" y="346468"/>
                  </a:lnTo>
                  <a:lnTo>
                    <a:pt x="560197" y="339318"/>
                  </a:lnTo>
                  <a:close/>
                </a:path>
                <a:path w="941705" h="429894">
                  <a:moveTo>
                    <a:pt x="941158" y="68580"/>
                  </a:moveTo>
                  <a:lnTo>
                    <a:pt x="931164" y="68580"/>
                  </a:lnTo>
                  <a:lnTo>
                    <a:pt x="931164" y="400050"/>
                  </a:lnTo>
                  <a:lnTo>
                    <a:pt x="941158" y="400050"/>
                  </a:lnTo>
                  <a:lnTo>
                    <a:pt x="941158" y="685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51663" y="1442085"/>
              <a:ext cx="74294" cy="116776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351659" y="609609"/>
              <a:ext cx="4916805" cy="1263015"/>
            </a:xfrm>
            <a:custGeom>
              <a:avLst/>
              <a:gdLst/>
              <a:ahLst/>
              <a:cxnLst/>
              <a:rect l="l" t="t" r="r" b="b"/>
              <a:pathLst>
                <a:path w="4916805" h="1263014">
                  <a:moveTo>
                    <a:pt x="74295" y="996403"/>
                  </a:moveTo>
                  <a:lnTo>
                    <a:pt x="74104" y="989164"/>
                  </a:lnTo>
                  <a:lnTo>
                    <a:pt x="71526" y="983932"/>
                  </a:lnTo>
                  <a:lnTo>
                    <a:pt x="66573" y="980694"/>
                  </a:lnTo>
                  <a:lnTo>
                    <a:pt x="62001" y="977074"/>
                  </a:lnTo>
                  <a:lnTo>
                    <a:pt x="55524" y="975360"/>
                  </a:lnTo>
                  <a:lnTo>
                    <a:pt x="47142" y="975550"/>
                  </a:lnTo>
                  <a:lnTo>
                    <a:pt x="39217" y="976515"/>
                  </a:lnTo>
                  <a:lnTo>
                    <a:pt x="4635" y="999617"/>
                  </a:lnTo>
                  <a:lnTo>
                    <a:pt x="0" y="1013548"/>
                  </a:lnTo>
                  <a:lnTo>
                    <a:pt x="190" y="1020025"/>
                  </a:lnTo>
                  <a:lnTo>
                    <a:pt x="25146" y="1034986"/>
                  </a:lnTo>
                  <a:lnTo>
                    <a:pt x="33629" y="1034034"/>
                  </a:lnTo>
                  <a:lnTo>
                    <a:pt x="69646" y="1010983"/>
                  </a:lnTo>
                  <a:lnTo>
                    <a:pt x="72847" y="1003973"/>
                  </a:lnTo>
                  <a:lnTo>
                    <a:pt x="74295" y="996403"/>
                  </a:lnTo>
                  <a:close/>
                </a:path>
                <a:path w="4916805" h="1263014">
                  <a:moveTo>
                    <a:pt x="1182090" y="671322"/>
                  </a:moveTo>
                  <a:lnTo>
                    <a:pt x="1180274" y="666838"/>
                  </a:lnTo>
                  <a:lnTo>
                    <a:pt x="1176655" y="663219"/>
                  </a:lnTo>
                  <a:lnTo>
                    <a:pt x="1173035" y="659409"/>
                  </a:lnTo>
                  <a:lnTo>
                    <a:pt x="1168844" y="657504"/>
                  </a:lnTo>
                  <a:lnTo>
                    <a:pt x="1165225" y="657504"/>
                  </a:lnTo>
                  <a:lnTo>
                    <a:pt x="1165225" y="678649"/>
                  </a:lnTo>
                  <a:lnTo>
                    <a:pt x="1164844" y="685126"/>
                  </a:lnTo>
                  <a:lnTo>
                    <a:pt x="1162177" y="691603"/>
                  </a:lnTo>
                  <a:lnTo>
                    <a:pt x="1157224" y="698080"/>
                  </a:lnTo>
                  <a:lnTo>
                    <a:pt x="1143800" y="714946"/>
                  </a:lnTo>
                  <a:lnTo>
                    <a:pt x="1143800" y="676363"/>
                  </a:lnTo>
                  <a:lnTo>
                    <a:pt x="1153502" y="666178"/>
                  </a:lnTo>
                  <a:lnTo>
                    <a:pt x="1156373" y="666369"/>
                  </a:lnTo>
                  <a:lnTo>
                    <a:pt x="1161707" y="667321"/>
                  </a:lnTo>
                  <a:lnTo>
                    <a:pt x="1164590" y="671322"/>
                  </a:lnTo>
                  <a:lnTo>
                    <a:pt x="1164742" y="672465"/>
                  </a:lnTo>
                  <a:lnTo>
                    <a:pt x="1165225" y="678649"/>
                  </a:lnTo>
                  <a:lnTo>
                    <a:pt x="1165225" y="657504"/>
                  </a:lnTo>
                  <a:lnTo>
                    <a:pt x="1164082" y="657504"/>
                  </a:lnTo>
                  <a:lnTo>
                    <a:pt x="1156462" y="658075"/>
                  </a:lnTo>
                  <a:lnTo>
                    <a:pt x="1149705" y="660933"/>
                  </a:lnTo>
                  <a:lnTo>
                    <a:pt x="1143800" y="666076"/>
                  </a:lnTo>
                  <a:lnTo>
                    <a:pt x="1143800" y="576643"/>
                  </a:lnTo>
                  <a:lnTo>
                    <a:pt x="1136942" y="576643"/>
                  </a:lnTo>
                  <a:lnTo>
                    <a:pt x="1136942" y="729805"/>
                  </a:lnTo>
                  <a:lnTo>
                    <a:pt x="1152194" y="714946"/>
                  </a:lnTo>
                  <a:lnTo>
                    <a:pt x="1159230" y="708088"/>
                  </a:lnTo>
                  <a:lnTo>
                    <a:pt x="1174089" y="694651"/>
                  </a:lnTo>
                  <a:lnTo>
                    <a:pt x="1178852" y="689508"/>
                  </a:lnTo>
                  <a:lnTo>
                    <a:pt x="1181519" y="683514"/>
                  </a:lnTo>
                  <a:lnTo>
                    <a:pt x="1182090" y="676656"/>
                  </a:lnTo>
                  <a:lnTo>
                    <a:pt x="1182090" y="671322"/>
                  </a:lnTo>
                  <a:close/>
                </a:path>
                <a:path w="4916805" h="1263014">
                  <a:moveTo>
                    <a:pt x="4916233" y="862393"/>
                  </a:moveTo>
                  <a:lnTo>
                    <a:pt x="3131997" y="862393"/>
                  </a:lnTo>
                  <a:lnTo>
                    <a:pt x="3131997" y="776668"/>
                  </a:lnTo>
                  <a:lnTo>
                    <a:pt x="3122003" y="776668"/>
                  </a:lnTo>
                  <a:lnTo>
                    <a:pt x="3122003" y="1090993"/>
                  </a:lnTo>
                  <a:lnTo>
                    <a:pt x="2986557" y="1090993"/>
                  </a:lnTo>
                  <a:lnTo>
                    <a:pt x="2986557" y="1039558"/>
                  </a:lnTo>
                  <a:lnTo>
                    <a:pt x="3122003" y="1039558"/>
                  </a:lnTo>
                  <a:lnTo>
                    <a:pt x="3122003" y="1033843"/>
                  </a:lnTo>
                  <a:lnTo>
                    <a:pt x="2986557" y="1033843"/>
                  </a:lnTo>
                  <a:lnTo>
                    <a:pt x="2986557" y="982408"/>
                  </a:lnTo>
                  <a:lnTo>
                    <a:pt x="3058503" y="982408"/>
                  </a:lnTo>
                  <a:lnTo>
                    <a:pt x="3057995" y="984973"/>
                  </a:lnTo>
                  <a:lnTo>
                    <a:pt x="3058185" y="991450"/>
                  </a:lnTo>
                  <a:lnTo>
                    <a:pt x="3083141" y="1006411"/>
                  </a:lnTo>
                  <a:lnTo>
                    <a:pt x="3091624" y="1005459"/>
                  </a:lnTo>
                  <a:lnTo>
                    <a:pt x="3099930" y="1003198"/>
                  </a:lnTo>
                  <a:lnTo>
                    <a:pt x="3108058" y="999604"/>
                  </a:lnTo>
                  <a:lnTo>
                    <a:pt x="3115995" y="994689"/>
                  </a:lnTo>
                  <a:lnTo>
                    <a:pt x="3122003" y="989457"/>
                  </a:lnTo>
                  <a:lnTo>
                    <a:pt x="3122003" y="950099"/>
                  </a:lnTo>
                  <a:lnTo>
                    <a:pt x="3119996" y="948499"/>
                  </a:lnTo>
                  <a:lnTo>
                    <a:pt x="3113519" y="946785"/>
                  </a:lnTo>
                  <a:lnTo>
                    <a:pt x="3105137" y="946975"/>
                  </a:lnTo>
                  <a:lnTo>
                    <a:pt x="3067583" y="964780"/>
                  </a:lnTo>
                  <a:lnTo>
                    <a:pt x="3059950" y="976693"/>
                  </a:lnTo>
                  <a:lnTo>
                    <a:pt x="2986557" y="976693"/>
                  </a:lnTo>
                  <a:lnTo>
                    <a:pt x="2986557" y="925258"/>
                  </a:lnTo>
                  <a:lnTo>
                    <a:pt x="3122003" y="925258"/>
                  </a:lnTo>
                  <a:lnTo>
                    <a:pt x="3122003" y="919543"/>
                  </a:lnTo>
                  <a:lnTo>
                    <a:pt x="2986557" y="919543"/>
                  </a:lnTo>
                  <a:lnTo>
                    <a:pt x="2986557" y="868108"/>
                  </a:lnTo>
                  <a:lnTo>
                    <a:pt x="3122003" y="868108"/>
                  </a:lnTo>
                  <a:lnTo>
                    <a:pt x="3122003" y="862393"/>
                  </a:lnTo>
                  <a:lnTo>
                    <a:pt x="2986557" y="862393"/>
                  </a:lnTo>
                  <a:lnTo>
                    <a:pt x="2986557" y="0"/>
                  </a:lnTo>
                  <a:lnTo>
                    <a:pt x="2977985" y="0"/>
                  </a:lnTo>
                  <a:lnTo>
                    <a:pt x="2977985" y="1090993"/>
                  </a:lnTo>
                  <a:lnTo>
                    <a:pt x="2973857" y="1090993"/>
                  </a:lnTo>
                  <a:lnTo>
                    <a:pt x="2056777" y="1090993"/>
                  </a:lnTo>
                  <a:lnTo>
                    <a:pt x="2056777" y="1039558"/>
                  </a:lnTo>
                  <a:lnTo>
                    <a:pt x="2512364" y="1039558"/>
                  </a:lnTo>
                  <a:lnTo>
                    <a:pt x="2512364" y="1062418"/>
                  </a:lnTo>
                  <a:lnTo>
                    <a:pt x="2522372" y="1062418"/>
                  </a:lnTo>
                  <a:lnTo>
                    <a:pt x="2522372" y="1039558"/>
                  </a:lnTo>
                  <a:lnTo>
                    <a:pt x="2973857" y="1039558"/>
                  </a:lnTo>
                  <a:lnTo>
                    <a:pt x="2977985" y="1039558"/>
                  </a:lnTo>
                  <a:lnTo>
                    <a:pt x="2977985" y="1033843"/>
                  </a:lnTo>
                  <a:lnTo>
                    <a:pt x="2973857" y="1033843"/>
                  </a:lnTo>
                  <a:lnTo>
                    <a:pt x="2522372" y="1033843"/>
                  </a:lnTo>
                  <a:lnTo>
                    <a:pt x="2522372" y="982408"/>
                  </a:lnTo>
                  <a:lnTo>
                    <a:pt x="2973857" y="982408"/>
                  </a:lnTo>
                  <a:lnTo>
                    <a:pt x="2977985" y="982408"/>
                  </a:lnTo>
                  <a:lnTo>
                    <a:pt x="2977985" y="976693"/>
                  </a:lnTo>
                  <a:lnTo>
                    <a:pt x="2973857" y="976693"/>
                  </a:lnTo>
                  <a:lnTo>
                    <a:pt x="2522372" y="976693"/>
                  </a:lnTo>
                  <a:lnTo>
                    <a:pt x="2522372" y="925258"/>
                  </a:lnTo>
                  <a:lnTo>
                    <a:pt x="2973857" y="925258"/>
                  </a:lnTo>
                  <a:lnTo>
                    <a:pt x="2977985" y="925258"/>
                  </a:lnTo>
                  <a:lnTo>
                    <a:pt x="2977985" y="919543"/>
                  </a:lnTo>
                  <a:lnTo>
                    <a:pt x="2973857" y="919543"/>
                  </a:lnTo>
                  <a:lnTo>
                    <a:pt x="2522372" y="919543"/>
                  </a:lnTo>
                  <a:lnTo>
                    <a:pt x="2522372" y="888441"/>
                  </a:lnTo>
                  <a:lnTo>
                    <a:pt x="2524366" y="890016"/>
                  </a:lnTo>
                  <a:lnTo>
                    <a:pt x="2530271" y="891921"/>
                  </a:lnTo>
                  <a:lnTo>
                    <a:pt x="2570378" y="880389"/>
                  </a:lnTo>
                  <a:lnTo>
                    <a:pt x="2582011" y="868108"/>
                  </a:lnTo>
                  <a:lnTo>
                    <a:pt x="2973857" y="868108"/>
                  </a:lnTo>
                  <a:lnTo>
                    <a:pt x="2977985" y="868108"/>
                  </a:lnTo>
                  <a:lnTo>
                    <a:pt x="2977985" y="862393"/>
                  </a:lnTo>
                  <a:lnTo>
                    <a:pt x="2973857" y="862393"/>
                  </a:lnTo>
                  <a:lnTo>
                    <a:pt x="2584615" y="862393"/>
                  </a:lnTo>
                  <a:lnTo>
                    <a:pt x="2585212" y="861098"/>
                  </a:lnTo>
                  <a:lnTo>
                    <a:pt x="2586659" y="853528"/>
                  </a:lnTo>
                  <a:lnTo>
                    <a:pt x="2586469" y="846289"/>
                  </a:lnTo>
                  <a:lnTo>
                    <a:pt x="2583904" y="841057"/>
                  </a:lnTo>
                  <a:lnTo>
                    <a:pt x="2578951" y="837819"/>
                  </a:lnTo>
                  <a:lnTo>
                    <a:pt x="2574379" y="834199"/>
                  </a:lnTo>
                  <a:lnTo>
                    <a:pt x="2567902" y="832485"/>
                  </a:lnTo>
                  <a:lnTo>
                    <a:pt x="2559520" y="832675"/>
                  </a:lnTo>
                  <a:lnTo>
                    <a:pt x="2551582" y="833640"/>
                  </a:lnTo>
                  <a:lnTo>
                    <a:pt x="2543797" y="835952"/>
                  </a:lnTo>
                  <a:lnTo>
                    <a:pt x="2536152" y="839635"/>
                  </a:lnTo>
                  <a:lnTo>
                    <a:pt x="2528659" y="844677"/>
                  </a:lnTo>
                  <a:lnTo>
                    <a:pt x="2522372" y="850125"/>
                  </a:lnTo>
                  <a:lnTo>
                    <a:pt x="2522372" y="831291"/>
                  </a:lnTo>
                  <a:lnTo>
                    <a:pt x="2524366" y="832866"/>
                  </a:lnTo>
                  <a:lnTo>
                    <a:pt x="2530271" y="834771"/>
                  </a:lnTo>
                  <a:lnTo>
                    <a:pt x="2537510" y="834961"/>
                  </a:lnTo>
                  <a:lnTo>
                    <a:pt x="2545994" y="834009"/>
                  </a:lnTo>
                  <a:lnTo>
                    <a:pt x="2582011" y="810958"/>
                  </a:lnTo>
                  <a:lnTo>
                    <a:pt x="2582989" y="808812"/>
                  </a:lnTo>
                  <a:lnTo>
                    <a:pt x="2606992" y="808812"/>
                  </a:lnTo>
                  <a:lnTo>
                    <a:pt x="2606992" y="801662"/>
                  </a:lnTo>
                  <a:lnTo>
                    <a:pt x="2585643" y="801662"/>
                  </a:lnTo>
                  <a:lnTo>
                    <a:pt x="2586659" y="796378"/>
                  </a:lnTo>
                  <a:lnTo>
                    <a:pt x="2586469" y="789139"/>
                  </a:lnTo>
                  <a:lnTo>
                    <a:pt x="2583904" y="783907"/>
                  </a:lnTo>
                  <a:lnTo>
                    <a:pt x="2578951" y="780669"/>
                  </a:lnTo>
                  <a:lnTo>
                    <a:pt x="2574379" y="777049"/>
                  </a:lnTo>
                  <a:lnTo>
                    <a:pt x="2567902" y="775335"/>
                  </a:lnTo>
                  <a:lnTo>
                    <a:pt x="2559520" y="775525"/>
                  </a:lnTo>
                  <a:lnTo>
                    <a:pt x="2551582" y="776490"/>
                  </a:lnTo>
                  <a:lnTo>
                    <a:pt x="2543797" y="778802"/>
                  </a:lnTo>
                  <a:lnTo>
                    <a:pt x="2536152" y="782485"/>
                  </a:lnTo>
                  <a:lnTo>
                    <a:pt x="2528659" y="787527"/>
                  </a:lnTo>
                  <a:lnTo>
                    <a:pt x="2522372" y="792975"/>
                  </a:lnTo>
                  <a:lnTo>
                    <a:pt x="2522372" y="751662"/>
                  </a:lnTo>
                  <a:lnTo>
                    <a:pt x="2606992" y="751662"/>
                  </a:lnTo>
                  <a:lnTo>
                    <a:pt x="2606992" y="744512"/>
                  </a:lnTo>
                  <a:lnTo>
                    <a:pt x="2522372" y="744512"/>
                  </a:lnTo>
                  <a:lnTo>
                    <a:pt x="2522372" y="716991"/>
                  </a:lnTo>
                  <a:lnTo>
                    <a:pt x="2524366" y="718566"/>
                  </a:lnTo>
                  <a:lnTo>
                    <a:pt x="2530271" y="720471"/>
                  </a:lnTo>
                  <a:lnTo>
                    <a:pt x="2537510" y="720661"/>
                  </a:lnTo>
                  <a:lnTo>
                    <a:pt x="2545994" y="719709"/>
                  </a:lnTo>
                  <a:lnTo>
                    <a:pt x="2582011" y="696658"/>
                  </a:lnTo>
                  <a:lnTo>
                    <a:pt x="2582989" y="694512"/>
                  </a:lnTo>
                  <a:lnTo>
                    <a:pt x="2606992" y="694512"/>
                  </a:lnTo>
                  <a:lnTo>
                    <a:pt x="2606992" y="687362"/>
                  </a:lnTo>
                  <a:lnTo>
                    <a:pt x="2585643" y="687362"/>
                  </a:lnTo>
                  <a:lnTo>
                    <a:pt x="2586659" y="682078"/>
                  </a:lnTo>
                  <a:lnTo>
                    <a:pt x="2586469" y="674839"/>
                  </a:lnTo>
                  <a:lnTo>
                    <a:pt x="2583904" y="669607"/>
                  </a:lnTo>
                  <a:lnTo>
                    <a:pt x="2578951" y="666369"/>
                  </a:lnTo>
                  <a:lnTo>
                    <a:pt x="2574379" y="662749"/>
                  </a:lnTo>
                  <a:lnTo>
                    <a:pt x="2567902" y="661035"/>
                  </a:lnTo>
                  <a:lnTo>
                    <a:pt x="2559520" y="661225"/>
                  </a:lnTo>
                  <a:lnTo>
                    <a:pt x="2551582" y="662190"/>
                  </a:lnTo>
                  <a:lnTo>
                    <a:pt x="2517013" y="685292"/>
                  </a:lnTo>
                  <a:lnTo>
                    <a:pt x="2516022" y="687362"/>
                  </a:lnTo>
                  <a:lnTo>
                    <a:pt x="2495842" y="687362"/>
                  </a:lnTo>
                  <a:lnTo>
                    <a:pt x="2495842" y="694512"/>
                  </a:lnTo>
                  <a:lnTo>
                    <a:pt x="2513304" y="694512"/>
                  </a:lnTo>
                  <a:lnTo>
                    <a:pt x="2512364" y="699223"/>
                  </a:lnTo>
                  <a:lnTo>
                    <a:pt x="2512453" y="702373"/>
                  </a:lnTo>
                  <a:lnTo>
                    <a:pt x="2512364" y="744512"/>
                  </a:lnTo>
                  <a:lnTo>
                    <a:pt x="2495842" y="744512"/>
                  </a:lnTo>
                  <a:lnTo>
                    <a:pt x="2495842" y="751662"/>
                  </a:lnTo>
                  <a:lnTo>
                    <a:pt x="2512364" y="751662"/>
                  </a:lnTo>
                  <a:lnTo>
                    <a:pt x="2512364" y="801662"/>
                  </a:lnTo>
                  <a:lnTo>
                    <a:pt x="2495842" y="801662"/>
                  </a:lnTo>
                  <a:lnTo>
                    <a:pt x="2495842" y="808812"/>
                  </a:lnTo>
                  <a:lnTo>
                    <a:pt x="2512364" y="808812"/>
                  </a:lnTo>
                  <a:lnTo>
                    <a:pt x="2512364" y="813523"/>
                  </a:lnTo>
                  <a:lnTo>
                    <a:pt x="2512364" y="1033843"/>
                  </a:lnTo>
                  <a:lnTo>
                    <a:pt x="2056777" y="1033843"/>
                  </a:lnTo>
                  <a:lnTo>
                    <a:pt x="2056777" y="982408"/>
                  </a:lnTo>
                  <a:lnTo>
                    <a:pt x="2512364" y="982408"/>
                  </a:lnTo>
                  <a:lnTo>
                    <a:pt x="2512364" y="976693"/>
                  </a:lnTo>
                  <a:lnTo>
                    <a:pt x="2081110" y="976693"/>
                  </a:lnTo>
                  <a:lnTo>
                    <a:pt x="2088718" y="974623"/>
                  </a:lnTo>
                  <a:lnTo>
                    <a:pt x="2096846" y="971029"/>
                  </a:lnTo>
                  <a:lnTo>
                    <a:pt x="2121077" y="939253"/>
                  </a:lnTo>
                  <a:lnTo>
                    <a:pt x="2120887" y="932014"/>
                  </a:lnTo>
                  <a:lnTo>
                    <a:pt x="2118309" y="926782"/>
                  </a:lnTo>
                  <a:lnTo>
                    <a:pt x="2115972" y="925258"/>
                  </a:lnTo>
                  <a:lnTo>
                    <a:pt x="2512364" y="925258"/>
                  </a:lnTo>
                  <a:lnTo>
                    <a:pt x="2512364" y="919543"/>
                  </a:lnTo>
                  <a:lnTo>
                    <a:pt x="2107336" y="919543"/>
                  </a:lnTo>
                  <a:lnTo>
                    <a:pt x="2102307" y="918210"/>
                  </a:lnTo>
                  <a:lnTo>
                    <a:pt x="2093925" y="918400"/>
                  </a:lnTo>
                  <a:lnTo>
                    <a:pt x="2086000" y="919365"/>
                  </a:lnTo>
                  <a:lnTo>
                    <a:pt x="2085390" y="919543"/>
                  </a:lnTo>
                  <a:lnTo>
                    <a:pt x="2070773" y="919543"/>
                  </a:lnTo>
                  <a:lnTo>
                    <a:pt x="2070773" y="925258"/>
                  </a:lnTo>
                  <a:lnTo>
                    <a:pt x="2070569" y="925360"/>
                  </a:lnTo>
                  <a:lnTo>
                    <a:pt x="2063064" y="930402"/>
                  </a:lnTo>
                  <a:lnTo>
                    <a:pt x="2061730" y="931570"/>
                  </a:lnTo>
                  <a:lnTo>
                    <a:pt x="2061730" y="976693"/>
                  </a:lnTo>
                  <a:lnTo>
                    <a:pt x="2056777" y="976693"/>
                  </a:lnTo>
                  <a:lnTo>
                    <a:pt x="2056777" y="974153"/>
                  </a:lnTo>
                  <a:lnTo>
                    <a:pt x="2058784" y="975741"/>
                  </a:lnTo>
                  <a:lnTo>
                    <a:pt x="2061730" y="976693"/>
                  </a:lnTo>
                  <a:lnTo>
                    <a:pt x="2061730" y="931570"/>
                  </a:lnTo>
                  <a:lnTo>
                    <a:pt x="2056777" y="935863"/>
                  </a:lnTo>
                  <a:lnTo>
                    <a:pt x="2056777" y="925258"/>
                  </a:lnTo>
                  <a:lnTo>
                    <a:pt x="2070773" y="925258"/>
                  </a:lnTo>
                  <a:lnTo>
                    <a:pt x="2070773" y="919543"/>
                  </a:lnTo>
                  <a:lnTo>
                    <a:pt x="2056777" y="919543"/>
                  </a:lnTo>
                  <a:lnTo>
                    <a:pt x="2056777" y="868108"/>
                  </a:lnTo>
                  <a:lnTo>
                    <a:pt x="2512364" y="868108"/>
                  </a:lnTo>
                  <a:lnTo>
                    <a:pt x="2512364" y="862393"/>
                  </a:lnTo>
                  <a:lnTo>
                    <a:pt x="2056777" y="862393"/>
                  </a:lnTo>
                  <a:lnTo>
                    <a:pt x="2056777" y="808812"/>
                  </a:lnTo>
                  <a:lnTo>
                    <a:pt x="2141410" y="808812"/>
                  </a:lnTo>
                  <a:lnTo>
                    <a:pt x="2141410" y="801662"/>
                  </a:lnTo>
                  <a:lnTo>
                    <a:pt x="2056777" y="801662"/>
                  </a:lnTo>
                  <a:lnTo>
                    <a:pt x="2056777" y="774128"/>
                  </a:lnTo>
                  <a:lnTo>
                    <a:pt x="2058784" y="775716"/>
                  </a:lnTo>
                  <a:lnTo>
                    <a:pt x="2064689" y="777621"/>
                  </a:lnTo>
                  <a:lnTo>
                    <a:pt x="2071928" y="777811"/>
                  </a:lnTo>
                  <a:lnTo>
                    <a:pt x="2080412" y="776859"/>
                  </a:lnTo>
                  <a:lnTo>
                    <a:pt x="2116429" y="753808"/>
                  </a:lnTo>
                  <a:lnTo>
                    <a:pt x="2117407" y="751662"/>
                  </a:lnTo>
                  <a:lnTo>
                    <a:pt x="2141410" y="751662"/>
                  </a:lnTo>
                  <a:lnTo>
                    <a:pt x="2141410" y="744512"/>
                  </a:lnTo>
                  <a:lnTo>
                    <a:pt x="2120061" y="744512"/>
                  </a:lnTo>
                  <a:lnTo>
                    <a:pt x="2121077" y="739228"/>
                  </a:lnTo>
                  <a:lnTo>
                    <a:pt x="2120887" y="731989"/>
                  </a:lnTo>
                  <a:lnTo>
                    <a:pt x="2118309" y="726757"/>
                  </a:lnTo>
                  <a:lnTo>
                    <a:pt x="2113356" y="723519"/>
                  </a:lnTo>
                  <a:lnTo>
                    <a:pt x="2108784" y="719899"/>
                  </a:lnTo>
                  <a:lnTo>
                    <a:pt x="2102307" y="718185"/>
                  </a:lnTo>
                  <a:lnTo>
                    <a:pt x="2093925" y="718375"/>
                  </a:lnTo>
                  <a:lnTo>
                    <a:pt x="2086000" y="719340"/>
                  </a:lnTo>
                  <a:lnTo>
                    <a:pt x="2051431" y="742442"/>
                  </a:lnTo>
                  <a:lnTo>
                    <a:pt x="2050440" y="744512"/>
                  </a:lnTo>
                  <a:lnTo>
                    <a:pt x="2030260" y="744512"/>
                  </a:lnTo>
                  <a:lnTo>
                    <a:pt x="2030260" y="751662"/>
                  </a:lnTo>
                  <a:lnTo>
                    <a:pt x="2047722" y="751662"/>
                  </a:lnTo>
                  <a:lnTo>
                    <a:pt x="2046782" y="756373"/>
                  </a:lnTo>
                  <a:lnTo>
                    <a:pt x="2046871" y="759523"/>
                  </a:lnTo>
                  <a:lnTo>
                    <a:pt x="2046782" y="801662"/>
                  </a:lnTo>
                  <a:lnTo>
                    <a:pt x="2030260" y="801662"/>
                  </a:lnTo>
                  <a:lnTo>
                    <a:pt x="2030260" y="808812"/>
                  </a:lnTo>
                  <a:lnTo>
                    <a:pt x="2046782" y="808812"/>
                  </a:lnTo>
                  <a:lnTo>
                    <a:pt x="2046782" y="862393"/>
                  </a:lnTo>
                  <a:lnTo>
                    <a:pt x="2046782" y="1090993"/>
                  </a:lnTo>
                  <a:lnTo>
                    <a:pt x="766838" y="1090993"/>
                  </a:lnTo>
                  <a:lnTo>
                    <a:pt x="802157" y="1068133"/>
                  </a:lnTo>
                  <a:lnTo>
                    <a:pt x="806805" y="1053553"/>
                  </a:lnTo>
                  <a:lnTo>
                    <a:pt x="806615" y="1046314"/>
                  </a:lnTo>
                  <a:lnTo>
                    <a:pt x="804037" y="1041082"/>
                  </a:lnTo>
                  <a:lnTo>
                    <a:pt x="801700" y="1039558"/>
                  </a:lnTo>
                  <a:lnTo>
                    <a:pt x="1198092" y="1039558"/>
                  </a:lnTo>
                  <a:lnTo>
                    <a:pt x="1198092" y="1062418"/>
                  </a:lnTo>
                  <a:lnTo>
                    <a:pt x="1208087" y="1062418"/>
                  </a:lnTo>
                  <a:lnTo>
                    <a:pt x="1208087" y="1039558"/>
                  </a:lnTo>
                  <a:lnTo>
                    <a:pt x="2046782" y="1039558"/>
                  </a:lnTo>
                  <a:lnTo>
                    <a:pt x="2046782" y="1033843"/>
                  </a:lnTo>
                  <a:lnTo>
                    <a:pt x="1208087" y="1033843"/>
                  </a:lnTo>
                  <a:lnTo>
                    <a:pt x="1208087" y="982408"/>
                  </a:lnTo>
                  <a:lnTo>
                    <a:pt x="2046782" y="982408"/>
                  </a:lnTo>
                  <a:lnTo>
                    <a:pt x="2046782" y="976693"/>
                  </a:lnTo>
                  <a:lnTo>
                    <a:pt x="1208087" y="976693"/>
                  </a:lnTo>
                  <a:lnTo>
                    <a:pt x="1208087" y="925258"/>
                  </a:lnTo>
                  <a:lnTo>
                    <a:pt x="2046782" y="925258"/>
                  </a:lnTo>
                  <a:lnTo>
                    <a:pt x="2046782" y="919543"/>
                  </a:lnTo>
                  <a:lnTo>
                    <a:pt x="1208087" y="919543"/>
                  </a:lnTo>
                  <a:lnTo>
                    <a:pt x="1208087" y="888428"/>
                  </a:lnTo>
                  <a:lnTo>
                    <a:pt x="1210094" y="890016"/>
                  </a:lnTo>
                  <a:lnTo>
                    <a:pt x="1215999" y="891921"/>
                  </a:lnTo>
                  <a:lnTo>
                    <a:pt x="1223238" y="892111"/>
                  </a:lnTo>
                  <a:lnTo>
                    <a:pt x="1231722" y="891159"/>
                  </a:lnTo>
                  <a:lnTo>
                    <a:pt x="1267739" y="868108"/>
                  </a:lnTo>
                  <a:lnTo>
                    <a:pt x="2046782" y="868108"/>
                  </a:lnTo>
                  <a:lnTo>
                    <a:pt x="2046782" y="862393"/>
                  </a:lnTo>
                  <a:lnTo>
                    <a:pt x="1270342" y="862393"/>
                  </a:lnTo>
                  <a:lnTo>
                    <a:pt x="1270939" y="861098"/>
                  </a:lnTo>
                  <a:lnTo>
                    <a:pt x="1272387" y="853528"/>
                  </a:lnTo>
                  <a:lnTo>
                    <a:pt x="1272197" y="846289"/>
                  </a:lnTo>
                  <a:lnTo>
                    <a:pt x="1269619" y="841057"/>
                  </a:lnTo>
                  <a:lnTo>
                    <a:pt x="1264666" y="837819"/>
                  </a:lnTo>
                  <a:lnTo>
                    <a:pt x="1260094" y="834199"/>
                  </a:lnTo>
                  <a:lnTo>
                    <a:pt x="1253617" y="832485"/>
                  </a:lnTo>
                  <a:lnTo>
                    <a:pt x="1245235" y="832675"/>
                  </a:lnTo>
                  <a:lnTo>
                    <a:pt x="1237310" y="833640"/>
                  </a:lnTo>
                  <a:lnTo>
                    <a:pt x="1229525" y="835952"/>
                  </a:lnTo>
                  <a:lnTo>
                    <a:pt x="1221879" y="839635"/>
                  </a:lnTo>
                  <a:lnTo>
                    <a:pt x="1214374" y="844677"/>
                  </a:lnTo>
                  <a:lnTo>
                    <a:pt x="1208087" y="850138"/>
                  </a:lnTo>
                  <a:lnTo>
                    <a:pt x="1208087" y="831278"/>
                  </a:lnTo>
                  <a:lnTo>
                    <a:pt x="1210094" y="832866"/>
                  </a:lnTo>
                  <a:lnTo>
                    <a:pt x="1215999" y="834771"/>
                  </a:lnTo>
                  <a:lnTo>
                    <a:pt x="1223238" y="834961"/>
                  </a:lnTo>
                  <a:lnTo>
                    <a:pt x="1231722" y="834009"/>
                  </a:lnTo>
                  <a:lnTo>
                    <a:pt x="1267739" y="810958"/>
                  </a:lnTo>
                  <a:lnTo>
                    <a:pt x="1268717" y="808812"/>
                  </a:lnTo>
                  <a:lnTo>
                    <a:pt x="1292707" y="808812"/>
                  </a:lnTo>
                  <a:lnTo>
                    <a:pt x="1292707" y="801662"/>
                  </a:lnTo>
                  <a:lnTo>
                    <a:pt x="1271371" y="801662"/>
                  </a:lnTo>
                  <a:lnTo>
                    <a:pt x="1272387" y="796378"/>
                  </a:lnTo>
                  <a:lnTo>
                    <a:pt x="1272197" y="789139"/>
                  </a:lnTo>
                  <a:lnTo>
                    <a:pt x="1269619" y="783907"/>
                  </a:lnTo>
                  <a:lnTo>
                    <a:pt x="1264666" y="780669"/>
                  </a:lnTo>
                  <a:lnTo>
                    <a:pt x="1260094" y="777049"/>
                  </a:lnTo>
                  <a:lnTo>
                    <a:pt x="1253617" y="775335"/>
                  </a:lnTo>
                  <a:lnTo>
                    <a:pt x="1245235" y="775525"/>
                  </a:lnTo>
                  <a:lnTo>
                    <a:pt x="1237310" y="776490"/>
                  </a:lnTo>
                  <a:lnTo>
                    <a:pt x="1229525" y="778802"/>
                  </a:lnTo>
                  <a:lnTo>
                    <a:pt x="1221879" y="782485"/>
                  </a:lnTo>
                  <a:lnTo>
                    <a:pt x="1214374" y="787527"/>
                  </a:lnTo>
                  <a:lnTo>
                    <a:pt x="1208087" y="792988"/>
                  </a:lnTo>
                  <a:lnTo>
                    <a:pt x="1208087" y="751662"/>
                  </a:lnTo>
                  <a:lnTo>
                    <a:pt x="1292707" y="751662"/>
                  </a:lnTo>
                  <a:lnTo>
                    <a:pt x="1292707" y="744512"/>
                  </a:lnTo>
                  <a:lnTo>
                    <a:pt x="1208087" y="744512"/>
                  </a:lnTo>
                  <a:lnTo>
                    <a:pt x="1208087" y="716978"/>
                  </a:lnTo>
                  <a:lnTo>
                    <a:pt x="1210094" y="718566"/>
                  </a:lnTo>
                  <a:lnTo>
                    <a:pt x="1215999" y="720471"/>
                  </a:lnTo>
                  <a:lnTo>
                    <a:pt x="1223238" y="720661"/>
                  </a:lnTo>
                  <a:lnTo>
                    <a:pt x="1231722" y="719709"/>
                  </a:lnTo>
                  <a:lnTo>
                    <a:pt x="1267739" y="696658"/>
                  </a:lnTo>
                  <a:lnTo>
                    <a:pt x="1268717" y="694512"/>
                  </a:lnTo>
                  <a:lnTo>
                    <a:pt x="1292707" y="694512"/>
                  </a:lnTo>
                  <a:lnTo>
                    <a:pt x="1292707" y="687362"/>
                  </a:lnTo>
                  <a:lnTo>
                    <a:pt x="1271371" y="687362"/>
                  </a:lnTo>
                  <a:lnTo>
                    <a:pt x="1272387" y="682078"/>
                  </a:lnTo>
                  <a:lnTo>
                    <a:pt x="1272197" y="674839"/>
                  </a:lnTo>
                  <a:lnTo>
                    <a:pt x="1269619" y="669607"/>
                  </a:lnTo>
                  <a:lnTo>
                    <a:pt x="1264666" y="666369"/>
                  </a:lnTo>
                  <a:lnTo>
                    <a:pt x="1260094" y="662749"/>
                  </a:lnTo>
                  <a:lnTo>
                    <a:pt x="1253617" y="661035"/>
                  </a:lnTo>
                  <a:lnTo>
                    <a:pt x="1245235" y="661225"/>
                  </a:lnTo>
                  <a:lnTo>
                    <a:pt x="1237310" y="662190"/>
                  </a:lnTo>
                  <a:lnTo>
                    <a:pt x="1202728" y="685292"/>
                  </a:lnTo>
                  <a:lnTo>
                    <a:pt x="1201737" y="687362"/>
                  </a:lnTo>
                  <a:lnTo>
                    <a:pt x="1181569" y="687362"/>
                  </a:lnTo>
                  <a:lnTo>
                    <a:pt x="1181569" y="694512"/>
                  </a:lnTo>
                  <a:lnTo>
                    <a:pt x="1199032" y="694512"/>
                  </a:lnTo>
                  <a:lnTo>
                    <a:pt x="1198092" y="699223"/>
                  </a:lnTo>
                  <a:lnTo>
                    <a:pt x="1198181" y="702373"/>
                  </a:lnTo>
                  <a:lnTo>
                    <a:pt x="1198092" y="744512"/>
                  </a:lnTo>
                  <a:lnTo>
                    <a:pt x="1181569" y="744512"/>
                  </a:lnTo>
                  <a:lnTo>
                    <a:pt x="1181569" y="751662"/>
                  </a:lnTo>
                  <a:lnTo>
                    <a:pt x="1198092" y="751662"/>
                  </a:lnTo>
                  <a:lnTo>
                    <a:pt x="1198092" y="801662"/>
                  </a:lnTo>
                  <a:lnTo>
                    <a:pt x="1181569" y="801662"/>
                  </a:lnTo>
                  <a:lnTo>
                    <a:pt x="1181569" y="808812"/>
                  </a:lnTo>
                  <a:lnTo>
                    <a:pt x="1198092" y="808812"/>
                  </a:lnTo>
                  <a:lnTo>
                    <a:pt x="1198092" y="813523"/>
                  </a:lnTo>
                  <a:lnTo>
                    <a:pt x="1198092" y="1033843"/>
                  </a:lnTo>
                  <a:lnTo>
                    <a:pt x="793064" y="1033843"/>
                  </a:lnTo>
                  <a:lnTo>
                    <a:pt x="788035" y="1032510"/>
                  </a:lnTo>
                  <a:lnTo>
                    <a:pt x="779653" y="1032700"/>
                  </a:lnTo>
                  <a:lnTo>
                    <a:pt x="771728" y="1033665"/>
                  </a:lnTo>
                  <a:lnTo>
                    <a:pt x="771118" y="1033843"/>
                  </a:lnTo>
                  <a:lnTo>
                    <a:pt x="756500" y="1033843"/>
                  </a:lnTo>
                  <a:lnTo>
                    <a:pt x="756500" y="1039558"/>
                  </a:lnTo>
                  <a:lnTo>
                    <a:pt x="756297" y="1039660"/>
                  </a:lnTo>
                  <a:lnTo>
                    <a:pt x="748792" y="1044702"/>
                  </a:lnTo>
                  <a:lnTo>
                    <a:pt x="747458" y="1045870"/>
                  </a:lnTo>
                  <a:lnTo>
                    <a:pt x="747458" y="1090993"/>
                  </a:lnTo>
                  <a:lnTo>
                    <a:pt x="742505" y="1090993"/>
                  </a:lnTo>
                  <a:lnTo>
                    <a:pt x="742505" y="1088453"/>
                  </a:lnTo>
                  <a:lnTo>
                    <a:pt x="744512" y="1090041"/>
                  </a:lnTo>
                  <a:lnTo>
                    <a:pt x="747458" y="1090993"/>
                  </a:lnTo>
                  <a:lnTo>
                    <a:pt x="747458" y="1045870"/>
                  </a:lnTo>
                  <a:lnTo>
                    <a:pt x="742505" y="1050163"/>
                  </a:lnTo>
                  <a:lnTo>
                    <a:pt x="742505" y="1039558"/>
                  </a:lnTo>
                  <a:lnTo>
                    <a:pt x="756500" y="1039558"/>
                  </a:lnTo>
                  <a:lnTo>
                    <a:pt x="756500" y="1033843"/>
                  </a:lnTo>
                  <a:lnTo>
                    <a:pt x="742505" y="1033843"/>
                  </a:lnTo>
                  <a:lnTo>
                    <a:pt x="742505" y="982408"/>
                  </a:lnTo>
                  <a:lnTo>
                    <a:pt x="1198092" y="982408"/>
                  </a:lnTo>
                  <a:lnTo>
                    <a:pt x="1198092" y="976693"/>
                  </a:lnTo>
                  <a:lnTo>
                    <a:pt x="742505" y="976693"/>
                  </a:lnTo>
                  <a:lnTo>
                    <a:pt x="742505" y="925258"/>
                  </a:lnTo>
                  <a:lnTo>
                    <a:pt x="1198092" y="925258"/>
                  </a:lnTo>
                  <a:lnTo>
                    <a:pt x="1198092" y="919543"/>
                  </a:lnTo>
                  <a:lnTo>
                    <a:pt x="742505" y="919543"/>
                  </a:lnTo>
                  <a:lnTo>
                    <a:pt x="742505" y="888428"/>
                  </a:lnTo>
                  <a:lnTo>
                    <a:pt x="744512" y="890016"/>
                  </a:lnTo>
                  <a:lnTo>
                    <a:pt x="750417" y="891921"/>
                  </a:lnTo>
                  <a:lnTo>
                    <a:pt x="757656" y="892111"/>
                  </a:lnTo>
                  <a:lnTo>
                    <a:pt x="766140" y="891159"/>
                  </a:lnTo>
                  <a:lnTo>
                    <a:pt x="802157" y="868108"/>
                  </a:lnTo>
                  <a:lnTo>
                    <a:pt x="1198092" y="868108"/>
                  </a:lnTo>
                  <a:lnTo>
                    <a:pt x="1198092" y="862393"/>
                  </a:lnTo>
                  <a:lnTo>
                    <a:pt x="804760" y="862393"/>
                  </a:lnTo>
                  <a:lnTo>
                    <a:pt x="805357" y="861098"/>
                  </a:lnTo>
                  <a:lnTo>
                    <a:pt x="806805" y="853528"/>
                  </a:lnTo>
                  <a:lnTo>
                    <a:pt x="806615" y="846289"/>
                  </a:lnTo>
                  <a:lnTo>
                    <a:pt x="804037" y="841057"/>
                  </a:lnTo>
                  <a:lnTo>
                    <a:pt x="799084" y="837819"/>
                  </a:lnTo>
                  <a:lnTo>
                    <a:pt x="794512" y="834199"/>
                  </a:lnTo>
                  <a:lnTo>
                    <a:pt x="788035" y="832485"/>
                  </a:lnTo>
                  <a:lnTo>
                    <a:pt x="779653" y="832675"/>
                  </a:lnTo>
                  <a:lnTo>
                    <a:pt x="771728" y="833640"/>
                  </a:lnTo>
                  <a:lnTo>
                    <a:pt x="737146" y="856742"/>
                  </a:lnTo>
                  <a:lnTo>
                    <a:pt x="734466" y="862393"/>
                  </a:lnTo>
                  <a:lnTo>
                    <a:pt x="733018" y="862393"/>
                  </a:lnTo>
                  <a:lnTo>
                    <a:pt x="733018" y="868108"/>
                  </a:lnTo>
                  <a:lnTo>
                    <a:pt x="732510" y="870673"/>
                  </a:lnTo>
                  <a:lnTo>
                    <a:pt x="732599" y="873823"/>
                  </a:lnTo>
                  <a:lnTo>
                    <a:pt x="732510" y="919543"/>
                  </a:lnTo>
                  <a:lnTo>
                    <a:pt x="732510" y="925258"/>
                  </a:lnTo>
                  <a:lnTo>
                    <a:pt x="732510" y="1090993"/>
                  </a:lnTo>
                  <a:lnTo>
                    <a:pt x="474192" y="1090993"/>
                  </a:lnTo>
                  <a:lnTo>
                    <a:pt x="474192" y="1039558"/>
                  </a:lnTo>
                  <a:lnTo>
                    <a:pt x="732510" y="1039558"/>
                  </a:lnTo>
                  <a:lnTo>
                    <a:pt x="732510" y="1033843"/>
                  </a:lnTo>
                  <a:lnTo>
                    <a:pt x="474192" y="1033843"/>
                  </a:lnTo>
                  <a:lnTo>
                    <a:pt x="474192" y="982408"/>
                  </a:lnTo>
                  <a:lnTo>
                    <a:pt x="732510" y="982408"/>
                  </a:lnTo>
                  <a:lnTo>
                    <a:pt x="732510" y="976693"/>
                  </a:lnTo>
                  <a:lnTo>
                    <a:pt x="474192" y="976693"/>
                  </a:lnTo>
                  <a:lnTo>
                    <a:pt x="474192" y="925258"/>
                  </a:lnTo>
                  <a:lnTo>
                    <a:pt x="732510" y="925258"/>
                  </a:lnTo>
                  <a:lnTo>
                    <a:pt x="732510" y="919543"/>
                  </a:lnTo>
                  <a:lnTo>
                    <a:pt x="474192" y="919543"/>
                  </a:lnTo>
                  <a:lnTo>
                    <a:pt x="474192" y="868108"/>
                  </a:lnTo>
                  <a:lnTo>
                    <a:pt x="733018" y="868108"/>
                  </a:lnTo>
                  <a:lnTo>
                    <a:pt x="733018" y="862393"/>
                  </a:lnTo>
                  <a:lnTo>
                    <a:pt x="474192" y="862393"/>
                  </a:lnTo>
                  <a:lnTo>
                    <a:pt x="474192" y="0"/>
                  </a:lnTo>
                  <a:lnTo>
                    <a:pt x="465620" y="0"/>
                  </a:lnTo>
                  <a:lnTo>
                    <a:pt x="465620" y="862393"/>
                  </a:lnTo>
                  <a:lnTo>
                    <a:pt x="461492" y="862393"/>
                  </a:lnTo>
                  <a:lnTo>
                    <a:pt x="461492" y="868108"/>
                  </a:lnTo>
                  <a:lnTo>
                    <a:pt x="465620" y="868108"/>
                  </a:lnTo>
                  <a:lnTo>
                    <a:pt x="465620" y="919543"/>
                  </a:lnTo>
                  <a:lnTo>
                    <a:pt x="461492" y="919543"/>
                  </a:lnTo>
                  <a:lnTo>
                    <a:pt x="461492" y="925258"/>
                  </a:lnTo>
                  <a:lnTo>
                    <a:pt x="465620" y="925258"/>
                  </a:lnTo>
                  <a:lnTo>
                    <a:pt x="465620" y="976693"/>
                  </a:lnTo>
                  <a:lnTo>
                    <a:pt x="461492" y="976693"/>
                  </a:lnTo>
                  <a:lnTo>
                    <a:pt x="461492" y="982408"/>
                  </a:lnTo>
                  <a:lnTo>
                    <a:pt x="465620" y="982408"/>
                  </a:lnTo>
                  <a:lnTo>
                    <a:pt x="465620" y="1033843"/>
                  </a:lnTo>
                  <a:lnTo>
                    <a:pt x="461492" y="1033843"/>
                  </a:lnTo>
                  <a:lnTo>
                    <a:pt x="461492" y="1039558"/>
                  </a:lnTo>
                  <a:lnTo>
                    <a:pt x="465620" y="1039558"/>
                  </a:lnTo>
                  <a:lnTo>
                    <a:pt x="465620" y="1090993"/>
                  </a:lnTo>
                  <a:lnTo>
                    <a:pt x="461492" y="1090993"/>
                  </a:lnTo>
                  <a:lnTo>
                    <a:pt x="461492" y="1096708"/>
                  </a:lnTo>
                  <a:lnTo>
                    <a:pt x="465620" y="1096708"/>
                  </a:lnTo>
                  <a:lnTo>
                    <a:pt x="474192" y="1096708"/>
                  </a:lnTo>
                  <a:lnTo>
                    <a:pt x="732510" y="1096708"/>
                  </a:lnTo>
                  <a:lnTo>
                    <a:pt x="732510" y="1262443"/>
                  </a:lnTo>
                  <a:lnTo>
                    <a:pt x="742505" y="1262443"/>
                  </a:lnTo>
                  <a:lnTo>
                    <a:pt x="742505" y="1096708"/>
                  </a:lnTo>
                  <a:lnTo>
                    <a:pt x="2046782" y="1096708"/>
                  </a:lnTo>
                  <a:lnTo>
                    <a:pt x="2046782" y="1148143"/>
                  </a:lnTo>
                  <a:lnTo>
                    <a:pt x="2056777" y="1148143"/>
                  </a:lnTo>
                  <a:lnTo>
                    <a:pt x="2056777" y="1096708"/>
                  </a:lnTo>
                  <a:lnTo>
                    <a:pt x="2973857" y="1096708"/>
                  </a:lnTo>
                  <a:lnTo>
                    <a:pt x="2977985" y="1096708"/>
                  </a:lnTo>
                  <a:lnTo>
                    <a:pt x="2986557" y="1096708"/>
                  </a:lnTo>
                  <a:lnTo>
                    <a:pt x="3122003" y="1096708"/>
                  </a:lnTo>
                  <a:lnTo>
                    <a:pt x="3122003" y="1144562"/>
                  </a:lnTo>
                  <a:lnTo>
                    <a:pt x="3041472" y="1144562"/>
                  </a:lnTo>
                  <a:lnTo>
                    <a:pt x="3041472" y="1151712"/>
                  </a:lnTo>
                  <a:lnTo>
                    <a:pt x="3086443" y="1151712"/>
                  </a:lnTo>
                  <a:lnTo>
                    <a:pt x="3081782" y="1153960"/>
                  </a:lnTo>
                  <a:lnTo>
                    <a:pt x="3057995" y="1184998"/>
                  </a:lnTo>
                  <a:lnTo>
                    <a:pt x="3058185" y="1191475"/>
                  </a:lnTo>
                  <a:lnTo>
                    <a:pt x="3083141" y="1206436"/>
                  </a:lnTo>
                  <a:lnTo>
                    <a:pt x="3091624" y="1205484"/>
                  </a:lnTo>
                  <a:lnTo>
                    <a:pt x="3127641" y="1182433"/>
                  </a:lnTo>
                  <a:lnTo>
                    <a:pt x="3132290" y="1167853"/>
                  </a:lnTo>
                  <a:lnTo>
                    <a:pt x="3132099" y="1160614"/>
                  </a:lnTo>
                  <a:lnTo>
                    <a:pt x="3131997" y="1160411"/>
                  </a:lnTo>
                  <a:lnTo>
                    <a:pt x="3131997" y="1151712"/>
                  </a:lnTo>
                  <a:lnTo>
                    <a:pt x="3152622" y="1151712"/>
                  </a:lnTo>
                  <a:lnTo>
                    <a:pt x="3152622" y="1144562"/>
                  </a:lnTo>
                  <a:lnTo>
                    <a:pt x="3131997" y="1144562"/>
                  </a:lnTo>
                  <a:lnTo>
                    <a:pt x="3131997" y="1096708"/>
                  </a:lnTo>
                  <a:lnTo>
                    <a:pt x="3523577" y="1096708"/>
                  </a:lnTo>
                  <a:lnTo>
                    <a:pt x="3523577" y="1176718"/>
                  </a:lnTo>
                  <a:lnTo>
                    <a:pt x="3533584" y="1176718"/>
                  </a:lnTo>
                  <a:lnTo>
                    <a:pt x="3533584" y="1096708"/>
                  </a:lnTo>
                  <a:lnTo>
                    <a:pt x="4916233" y="1096708"/>
                  </a:lnTo>
                  <a:lnTo>
                    <a:pt x="4916233" y="1090993"/>
                  </a:lnTo>
                  <a:lnTo>
                    <a:pt x="3533584" y="1090993"/>
                  </a:lnTo>
                  <a:lnTo>
                    <a:pt x="3533584" y="1039558"/>
                  </a:lnTo>
                  <a:lnTo>
                    <a:pt x="4916233" y="1039558"/>
                  </a:lnTo>
                  <a:lnTo>
                    <a:pt x="4916233" y="1033843"/>
                  </a:lnTo>
                  <a:lnTo>
                    <a:pt x="3533584" y="1033843"/>
                  </a:lnTo>
                  <a:lnTo>
                    <a:pt x="3533584" y="982408"/>
                  </a:lnTo>
                  <a:lnTo>
                    <a:pt x="4916233" y="982408"/>
                  </a:lnTo>
                  <a:lnTo>
                    <a:pt x="4916233" y="976693"/>
                  </a:lnTo>
                  <a:lnTo>
                    <a:pt x="3533584" y="976693"/>
                  </a:lnTo>
                  <a:lnTo>
                    <a:pt x="3533584" y="925258"/>
                  </a:lnTo>
                  <a:lnTo>
                    <a:pt x="4916233" y="925258"/>
                  </a:lnTo>
                  <a:lnTo>
                    <a:pt x="4916233" y="919543"/>
                  </a:lnTo>
                  <a:lnTo>
                    <a:pt x="3533584" y="919543"/>
                  </a:lnTo>
                  <a:lnTo>
                    <a:pt x="3533584" y="873823"/>
                  </a:lnTo>
                  <a:lnTo>
                    <a:pt x="3523577" y="873823"/>
                  </a:lnTo>
                  <a:lnTo>
                    <a:pt x="3523577" y="1090993"/>
                  </a:lnTo>
                  <a:lnTo>
                    <a:pt x="3131997" y="1090993"/>
                  </a:lnTo>
                  <a:lnTo>
                    <a:pt x="3131997" y="1039558"/>
                  </a:lnTo>
                  <a:lnTo>
                    <a:pt x="3523577" y="1039558"/>
                  </a:lnTo>
                  <a:lnTo>
                    <a:pt x="3523577" y="1033843"/>
                  </a:lnTo>
                  <a:lnTo>
                    <a:pt x="3131997" y="1033843"/>
                  </a:lnTo>
                  <a:lnTo>
                    <a:pt x="3131997" y="982408"/>
                  </a:lnTo>
                  <a:lnTo>
                    <a:pt x="3523577" y="982408"/>
                  </a:lnTo>
                  <a:lnTo>
                    <a:pt x="3523577" y="976693"/>
                  </a:lnTo>
                  <a:lnTo>
                    <a:pt x="3131997" y="976693"/>
                  </a:lnTo>
                  <a:lnTo>
                    <a:pt x="3131997" y="969365"/>
                  </a:lnTo>
                  <a:lnTo>
                    <a:pt x="3132290" y="967828"/>
                  </a:lnTo>
                  <a:lnTo>
                    <a:pt x="3132099" y="960589"/>
                  </a:lnTo>
                  <a:lnTo>
                    <a:pt x="3131997" y="960386"/>
                  </a:lnTo>
                  <a:lnTo>
                    <a:pt x="3131997" y="925258"/>
                  </a:lnTo>
                  <a:lnTo>
                    <a:pt x="3523577" y="925258"/>
                  </a:lnTo>
                  <a:lnTo>
                    <a:pt x="3523577" y="919543"/>
                  </a:lnTo>
                  <a:lnTo>
                    <a:pt x="3131997" y="919543"/>
                  </a:lnTo>
                  <a:lnTo>
                    <a:pt x="3131997" y="868108"/>
                  </a:lnTo>
                  <a:lnTo>
                    <a:pt x="4916233" y="868108"/>
                  </a:lnTo>
                  <a:lnTo>
                    <a:pt x="4916233" y="8623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75242" y="1442085"/>
              <a:ext cx="74294" cy="173926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6340818" y="1329127"/>
              <a:ext cx="475615" cy="457200"/>
            </a:xfrm>
            <a:custGeom>
              <a:avLst/>
              <a:gdLst/>
              <a:ahLst/>
              <a:cxnLst/>
              <a:rect l="l" t="t" r="r" b="b"/>
              <a:pathLst>
                <a:path w="475615" h="457200">
                  <a:moveTo>
                    <a:pt x="74295" y="191160"/>
                  </a:moveTo>
                  <a:lnTo>
                    <a:pt x="74104" y="183921"/>
                  </a:lnTo>
                  <a:lnTo>
                    <a:pt x="74015" y="183743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73418"/>
                  </a:lnTo>
                  <a:lnTo>
                    <a:pt x="62014" y="171831"/>
                  </a:lnTo>
                  <a:lnTo>
                    <a:pt x="55537" y="170116"/>
                  </a:lnTo>
                  <a:lnTo>
                    <a:pt x="47155" y="170307"/>
                  </a:lnTo>
                  <a:lnTo>
                    <a:pt x="39217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41935" y="226529"/>
                  </a:lnTo>
                  <a:lnTo>
                    <a:pt x="50063" y="222935"/>
                  </a:lnTo>
                  <a:lnTo>
                    <a:pt x="58013" y="218020"/>
                  </a:lnTo>
                  <a:lnTo>
                    <a:pt x="64008" y="212788"/>
                  </a:lnTo>
                  <a:lnTo>
                    <a:pt x="64008" y="373443"/>
                  </a:lnTo>
                  <a:lnTo>
                    <a:pt x="62014" y="371856"/>
                  </a:lnTo>
                  <a:lnTo>
                    <a:pt x="55537" y="370141"/>
                  </a:lnTo>
                  <a:lnTo>
                    <a:pt x="47155" y="370332"/>
                  </a:lnTo>
                  <a:lnTo>
                    <a:pt x="9588" y="388137"/>
                  </a:lnTo>
                  <a:lnTo>
                    <a:pt x="0" y="408330"/>
                  </a:lnTo>
                  <a:lnTo>
                    <a:pt x="190" y="414807"/>
                  </a:lnTo>
                  <a:lnTo>
                    <a:pt x="25146" y="429768"/>
                  </a:lnTo>
                  <a:lnTo>
                    <a:pt x="33629" y="428815"/>
                  </a:lnTo>
                  <a:lnTo>
                    <a:pt x="69659" y="405765"/>
                  </a:lnTo>
                  <a:lnTo>
                    <a:pt x="74295" y="391185"/>
                  </a:lnTo>
                  <a:lnTo>
                    <a:pt x="74104" y="383946"/>
                  </a:lnTo>
                  <a:lnTo>
                    <a:pt x="74015" y="383768"/>
                  </a:lnTo>
                  <a:lnTo>
                    <a:pt x="74015" y="192633"/>
                  </a:lnTo>
                  <a:lnTo>
                    <a:pt x="74295" y="191160"/>
                  </a:lnTo>
                  <a:close/>
                </a:path>
                <a:path w="475615" h="457200">
                  <a:moveTo>
                    <a:pt x="475589" y="154305"/>
                  </a:moveTo>
                  <a:lnTo>
                    <a:pt x="465582" y="154305"/>
                  </a:lnTo>
                  <a:lnTo>
                    <a:pt x="465582" y="457200"/>
                  </a:lnTo>
                  <a:lnTo>
                    <a:pt x="475589" y="457200"/>
                  </a:lnTo>
                  <a:lnTo>
                    <a:pt x="475589" y="1543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06409" y="1442085"/>
              <a:ext cx="74294" cy="17392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79387" y="609609"/>
              <a:ext cx="7101205" cy="2807335"/>
            </a:xfrm>
            <a:custGeom>
              <a:avLst/>
              <a:gdLst/>
              <a:ahLst/>
              <a:cxnLst/>
              <a:rect l="l" t="t" r="r" b="b"/>
              <a:pathLst>
                <a:path w="7101205" h="2807335">
                  <a:moveTo>
                    <a:pt x="68859" y="1676120"/>
                  </a:moveTo>
                  <a:lnTo>
                    <a:pt x="46570" y="1720545"/>
                  </a:lnTo>
                  <a:lnTo>
                    <a:pt x="28994" y="1765109"/>
                  </a:lnTo>
                  <a:lnTo>
                    <a:pt x="14046" y="1822043"/>
                  </a:lnTo>
                  <a:lnTo>
                    <a:pt x="7048" y="1873592"/>
                  </a:lnTo>
                  <a:lnTo>
                    <a:pt x="6286" y="1897519"/>
                  </a:lnTo>
                  <a:lnTo>
                    <a:pt x="7175" y="1921129"/>
                  </a:lnTo>
                  <a:lnTo>
                    <a:pt x="8991" y="1944662"/>
                  </a:lnTo>
                  <a:lnTo>
                    <a:pt x="11747" y="1968093"/>
                  </a:lnTo>
                  <a:lnTo>
                    <a:pt x="15430" y="1991448"/>
                  </a:lnTo>
                  <a:lnTo>
                    <a:pt x="35039" y="2092960"/>
                  </a:lnTo>
                  <a:lnTo>
                    <a:pt x="37287" y="2106206"/>
                  </a:lnTo>
                  <a:lnTo>
                    <a:pt x="39039" y="2118741"/>
                  </a:lnTo>
                  <a:lnTo>
                    <a:pt x="40284" y="2130564"/>
                  </a:lnTo>
                  <a:lnTo>
                    <a:pt x="41148" y="2147874"/>
                  </a:lnTo>
                  <a:lnTo>
                    <a:pt x="40284" y="2161997"/>
                  </a:lnTo>
                  <a:lnTo>
                    <a:pt x="29425" y="2200833"/>
                  </a:lnTo>
                  <a:lnTo>
                    <a:pt x="0" y="2239683"/>
                  </a:lnTo>
                  <a:lnTo>
                    <a:pt x="0" y="2243912"/>
                  </a:lnTo>
                  <a:lnTo>
                    <a:pt x="29425" y="2284882"/>
                  </a:lnTo>
                  <a:lnTo>
                    <a:pt x="40284" y="2323363"/>
                  </a:lnTo>
                  <a:lnTo>
                    <a:pt x="41148" y="2338552"/>
                  </a:lnTo>
                  <a:lnTo>
                    <a:pt x="40474" y="2353449"/>
                  </a:lnTo>
                  <a:lnTo>
                    <a:pt x="38785" y="2369883"/>
                  </a:lnTo>
                  <a:lnTo>
                    <a:pt x="36055" y="2387879"/>
                  </a:lnTo>
                  <a:lnTo>
                    <a:pt x="15430" y="2494623"/>
                  </a:lnTo>
                  <a:lnTo>
                    <a:pt x="11747" y="2518105"/>
                  </a:lnTo>
                  <a:lnTo>
                    <a:pt x="8991" y="2541587"/>
                  </a:lnTo>
                  <a:lnTo>
                    <a:pt x="7175" y="2565069"/>
                  </a:lnTo>
                  <a:lnTo>
                    <a:pt x="6286" y="2588552"/>
                  </a:lnTo>
                  <a:lnTo>
                    <a:pt x="7048" y="2612453"/>
                  </a:lnTo>
                  <a:lnTo>
                    <a:pt x="14046" y="2663825"/>
                  </a:lnTo>
                  <a:lnTo>
                    <a:pt x="28676" y="2719590"/>
                  </a:lnTo>
                  <a:lnTo>
                    <a:pt x="52959" y="2777502"/>
                  </a:lnTo>
                  <a:lnTo>
                    <a:pt x="68859" y="2807119"/>
                  </a:lnTo>
                  <a:lnTo>
                    <a:pt x="68859" y="2803233"/>
                  </a:lnTo>
                  <a:lnTo>
                    <a:pt x="60032" y="2784030"/>
                  </a:lnTo>
                  <a:lnTo>
                    <a:pt x="52146" y="2764929"/>
                  </a:lnTo>
                  <a:lnTo>
                    <a:pt x="39141" y="2726969"/>
                  </a:lnTo>
                  <a:lnTo>
                    <a:pt x="31140" y="2687332"/>
                  </a:lnTo>
                  <a:lnTo>
                    <a:pt x="29425" y="2643987"/>
                  </a:lnTo>
                  <a:lnTo>
                    <a:pt x="30886" y="2622512"/>
                  </a:lnTo>
                  <a:lnTo>
                    <a:pt x="33286" y="2600820"/>
                  </a:lnTo>
                  <a:lnTo>
                    <a:pt x="36601" y="2578900"/>
                  </a:lnTo>
                  <a:lnTo>
                    <a:pt x="40855" y="2556764"/>
                  </a:lnTo>
                  <a:lnTo>
                    <a:pt x="59143" y="2471318"/>
                  </a:lnTo>
                  <a:lnTo>
                    <a:pt x="63068" y="2451239"/>
                  </a:lnTo>
                  <a:lnTo>
                    <a:pt x="66001" y="2432304"/>
                  </a:lnTo>
                  <a:lnTo>
                    <a:pt x="67932" y="2414511"/>
                  </a:lnTo>
                  <a:lnTo>
                    <a:pt x="68859" y="2397874"/>
                  </a:lnTo>
                  <a:lnTo>
                    <a:pt x="67983" y="2370391"/>
                  </a:lnTo>
                  <a:lnTo>
                    <a:pt x="60121" y="2324316"/>
                  </a:lnTo>
                  <a:lnTo>
                    <a:pt x="43878" y="2288959"/>
                  </a:lnTo>
                  <a:lnTo>
                    <a:pt x="13335" y="2252078"/>
                  </a:lnTo>
                  <a:lnTo>
                    <a:pt x="2286" y="2241804"/>
                  </a:lnTo>
                  <a:lnTo>
                    <a:pt x="13335" y="2232152"/>
                  </a:lnTo>
                  <a:lnTo>
                    <a:pt x="40284" y="2201900"/>
                  </a:lnTo>
                  <a:lnTo>
                    <a:pt x="60121" y="2161578"/>
                  </a:lnTo>
                  <a:lnTo>
                    <a:pt x="67983" y="2115845"/>
                  </a:lnTo>
                  <a:lnTo>
                    <a:pt x="68859" y="2088553"/>
                  </a:lnTo>
                  <a:lnTo>
                    <a:pt x="67932" y="2071751"/>
                  </a:lnTo>
                  <a:lnTo>
                    <a:pt x="66001" y="2053856"/>
                  </a:lnTo>
                  <a:lnTo>
                    <a:pt x="63068" y="2034857"/>
                  </a:lnTo>
                  <a:lnTo>
                    <a:pt x="59143" y="2014753"/>
                  </a:lnTo>
                  <a:lnTo>
                    <a:pt x="40284" y="1926831"/>
                  </a:lnTo>
                  <a:lnTo>
                    <a:pt x="36283" y="1905266"/>
                  </a:lnTo>
                  <a:lnTo>
                    <a:pt x="33147" y="1884019"/>
                  </a:lnTo>
                  <a:lnTo>
                    <a:pt x="30848" y="1863064"/>
                  </a:lnTo>
                  <a:lnTo>
                    <a:pt x="29425" y="1842439"/>
                  </a:lnTo>
                  <a:lnTo>
                    <a:pt x="29502" y="1820278"/>
                  </a:lnTo>
                  <a:lnTo>
                    <a:pt x="34353" y="1778609"/>
                  </a:lnTo>
                  <a:lnTo>
                    <a:pt x="46139" y="1736902"/>
                  </a:lnTo>
                  <a:lnTo>
                    <a:pt x="60426" y="1699475"/>
                  </a:lnTo>
                  <a:lnTo>
                    <a:pt x="68859" y="1680362"/>
                  </a:lnTo>
                  <a:lnTo>
                    <a:pt x="68859" y="1676120"/>
                  </a:lnTo>
                  <a:close/>
                </a:path>
                <a:path w="7101205" h="2807335">
                  <a:moveTo>
                    <a:pt x="577088" y="1675066"/>
                  </a:moveTo>
                  <a:lnTo>
                    <a:pt x="239356" y="1675066"/>
                  </a:lnTo>
                  <a:lnTo>
                    <a:pt x="240309" y="1667344"/>
                  </a:lnTo>
                  <a:lnTo>
                    <a:pt x="239776" y="1660359"/>
                  </a:lnTo>
                  <a:lnTo>
                    <a:pt x="234124" y="1634490"/>
                  </a:lnTo>
                  <a:lnTo>
                    <a:pt x="232791" y="1630095"/>
                  </a:lnTo>
                  <a:lnTo>
                    <a:pt x="230314" y="1623123"/>
                  </a:lnTo>
                  <a:lnTo>
                    <a:pt x="230314" y="1645246"/>
                  </a:lnTo>
                  <a:lnTo>
                    <a:pt x="230314" y="1649056"/>
                  </a:lnTo>
                  <a:lnTo>
                    <a:pt x="229793" y="1658810"/>
                  </a:lnTo>
                  <a:lnTo>
                    <a:pt x="227952" y="1668348"/>
                  </a:lnTo>
                  <a:lnTo>
                    <a:pt x="225666" y="1675066"/>
                  </a:lnTo>
                  <a:lnTo>
                    <a:pt x="223253" y="1675066"/>
                  </a:lnTo>
                  <a:lnTo>
                    <a:pt x="223253" y="1680781"/>
                  </a:lnTo>
                  <a:lnTo>
                    <a:pt x="195732" y="1716214"/>
                  </a:lnTo>
                  <a:lnTo>
                    <a:pt x="194094" y="1709305"/>
                  </a:lnTo>
                  <a:lnTo>
                    <a:pt x="192874" y="1702282"/>
                  </a:lnTo>
                  <a:lnTo>
                    <a:pt x="192087" y="1695157"/>
                  </a:lnTo>
                  <a:lnTo>
                    <a:pt x="191731" y="1687918"/>
                  </a:lnTo>
                  <a:lnTo>
                    <a:pt x="191808" y="1686775"/>
                  </a:lnTo>
                  <a:lnTo>
                    <a:pt x="192214" y="1680781"/>
                  </a:lnTo>
                  <a:lnTo>
                    <a:pt x="223253" y="1680781"/>
                  </a:lnTo>
                  <a:lnTo>
                    <a:pt x="223253" y="1675066"/>
                  </a:lnTo>
                  <a:lnTo>
                    <a:pt x="193116" y="1675066"/>
                  </a:lnTo>
                  <a:lnTo>
                    <a:pt x="193446" y="1673059"/>
                  </a:lnTo>
                  <a:lnTo>
                    <a:pt x="211518" y="1637474"/>
                  </a:lnTo>
                  <a:lnTo>
                    <a:pt x="218020" y="1634490"/>
                  </a:lnTo>
                  <a:lnTo>
                    <a:pt x="222021" y="1634680"/>
                  </a:lnTo>
                  <a:lnTo>
                    <a:pt x="225069" y="1636204"/>
                  </a:lnTo>
                  <a:lnTo>
                    <a:pt x="229260" y="1641919"/>
                  </a:lnTo>
                  <a:lnTo>
                    <a:pt x="229323" y="1642135"/>
                  </a:lnTo>
                  <a:lnTo>
                    <a:pt x="230314" y="1645246"/>
                  </a:lnTo>
                  <a:lnTo>
                    <a:pt x="230314" y="1623123"/>
                  </a:lnTo>
                  <a:lnTo>
                    <a:pt x="230238" y="1622907"/>
                  </a:lnTo>
                  <a:lnTo>
                    <a:pt x="227507" y="1616379"/>
                  </a:lnTo>
                  <a:lnTo>
                    <a:pt x="224599" y="1610487"/>
                  </a:lnTo>
                  <a:lnTo>
                    <a:pt x="220599" y="1603248"/>
                  </a:lnTo>
                  <a:lnTo>
                    <a:pt x="216979" y="1600009"/>
                  </a:lnTo>
                  <a:lnTo>
                    <a:pt x="213741" y="1600771"/>
                  </a:lnTo>
                  <a:lnTo>
                    <a:pt x="190017" y="1631632"/>
                  </a:lnTo>
                  <a:lnTo>
                    <a:pt x="189166" y="1634426"/>
                  </a:lnTo>
                  <a:lnTo>
                    <a:pt x="189166" y="1722501"/>
                  </a:lnTo>
                  <a:lnTo>
                    <a:pt x="179336" y="1732216"/>
                  </a:lnTo>
                  <a:lnTo>
                    <a:pt x="173913" y="1732216"/>
                  </a:lnTo>
                  <a:lnTo>
                    <a:pt x="173913" y="1737931"/>
                  </a:lnTo>
                  <a:lnTo>
                    <a:pt x="167513" y="1744789"/>
                  </a:lnTo>
                  <a:lnTo>
                    <a:pt x="157175" y="1756791"/>
                  </a:lnTo>
                  <a:lnTo>
                    <a:pt x="147154" y="1769364"/>
                  </a:lnTo>
                  <a:lnTo>
                    <a:pt x="138595" y="1782813"/>
                  </a:lnTo>
                  <a:lnTo>
                    <a:pt x="135877" y="1789366"/>
                  </a:lnTo>
                  <a:lnTo>
                    <a:pt x="133502" y="1789366"/>
                  </a:lnTo>
                  <a:lnTo>
                    <a:pt x="133502" y="1795081"/>
                  </a:lnTo>
                  <a:lnTo>
                    <a:pt x="132651" y="1797151"/>
                  </a:lnTo>
                  <a:lnTo>
                    <a:pt x="129311" y="1812378"/>
                  </a:lnTo>
                  <a:lnTo>
                    <a:pt x="128587" y="1828507"/>
                  </a:lnTo>
                  <a:lnTo>
                    <a:pt x="131254" y="1844357"/>
                  </a:lnTo>
                  <a:lnTo>
                    <a:pt x="131978" y="1846516"/>
                  </a:lnTo>
                  <a:lnTo>
                    <a:pt x="94449" y="1846516"/>
                  </a:lnTo>
                  <a:lnTo>
                    <a:pt x="94449" y="1795081"/>
                  </a:lnTo>
                  <a:lnTo>
                    <a:pt x="133502" y="1795081"/>
                  </a:lnTo>
                  <a:lnTo>
                    <a:pt x="133502" y="1789366"/>
                  </a:lnTo>
                  <a:lnTo>
                    <a:pt x="94449" y="1789366"/>
                  </a:lnTo>
                  <a:lnTo>
                    <a:pt x="94449" y="1737931"/>
                  </a:lnTo>
                  <a:lnTo>
                    <a:pt x="173913" y="1737931"/>
                  </a:lnTo>
                  <a:lnTo>
                    <a:pt x="173913" y="1732216"/>
                  </a:lnTo>
                  <a:lnTo>
                    <a:pt x="94449" y="1732216"/>
                  </a:lnTo>
                  <a:lnTo>
                    <a:pt x="94449" y="1680781"/>
                  </a:lnTo>
                  <a:lnTo>
                    <a:pt x="182664" y="1680781"/>
                  </a:lnTo>
                  <a:lnTo>
                    <a:pt x="182841" y="1684731"/>
                  </a:lnTo>
                  <a:lnTo>
                    <a:pt x="184162" y="1697418"/>
                  </a:lnTo>
                  <a:lnTo>
                    <a:pt x="186258" y="1709978"/>
                  </a:lnTo>
                  <a:lnTo>
                    <a:pt x="189166" y="1722501"/>
                  </a:lnTo>
                  <a:lnTo>
                    <a:pt x="189166" y="1634426"/>
                  </a:lnTo>
                  <a:lnTo>
                    <a:pt x="186639" y="1642719"/>
                  </a:lnTo>
                  <a:lnTo>
                    <a:pt x="184226" y="1653133"/>
                  </a:lnTo>
                  <a:lnTo>
                    <a:pt x="182778" y="1662861"/>
                  </a:lnTo>
                  <a:lnTo>
                    <a:pt x="182676" y="1664995"/>
                  </a:lnTo>
                  <a:lnTo>
                    <a:pt x="182549" y="1667344"/>
                  </a:lnTo>
                  <a:lnTo>
                    <a:pt x="182486" y="1668348"/>
                  </a:lnTo>
                  <a:lnTo>
                    <a:pt x="182308" y="1671916"/>
                  </a:lnTo>
                  <a:lnTo>
                    <a:pt x="182346" y="1673059"/>
                  </a:lnTo>
                  <a:lnTo>
                    <a:pt x="182422" y="1675066"/>
                  </a:lnTo>
                  <a:lnTo>
                    <a:pt x="94449" y="1675066"/>
                  </a:lnTo>
                  <a:lnTo>
                    <a:pt x="87312" y="1675066"/>
                  </a:lnTo>
                  <a:lnTo>
                    <a:pt x="87312" y="1680781"/>
                  </a:lnTo>
                  <a:lnTo>
                    <a:pt x="87312" y="1732216"/>
                  </a:lnTo>
                  <a:lnTo>
                    <a:pt x="87312" y="2806065"/>
                  </a:lnTo>
                  <a:lnTo>
                    <a:pt x="94449" y="2806065"/>
                  </a:lnTo>
                  <a:lnTo>
                    <a:pt x="94449" y="1909381"/>
                  </a:lnTo>
                  <a:lnTo>
                    <a:pt x="225869" y="1909381"/>
                  </a:lnTo>
                  <a:lnTo>
                    <a:pt x="231686" y="1935949"/>
                  </a:lnTo>
                  <a:lnTo>
                    <a:pt x="233641" y="1944712"/>
                  </a:lnTo>
                  <a:lnTo>
                    <a:pt x="233756" y="1945855"/>
                  </a:lnTo>
                  <a:lnTo>
                    <a:pt x="234213" y="1950237"/>
                  </a:lnTo>
                  <a:lnTo>
                    <a:pt x="234162" y="1951672"/>
                  </a:lnTo>
                  <a:lnTo>
                    <a:pt x="234022" y="1955380"/>
                  </a:lnTo>
                  <a:lnTo>
                    <a:pt x="233921" y="1955952"/>
                  </a:lnTo>
                  <a:lnTo>
                    <a:pt x="231813" y="1968436"/>
                  </a:lnTo>
                  <a:lnTo>
                    <a:pt x="225742" y="1978456"/>
                  </a:lnTo>
                  <a:lnTo>
                    <a:pt x="215811" y="1985441"/>
                  </a:lnTo>
                  <a:lnTo>
                    <a:pt x="202018" y="1989391"/>
                  </a:lnTo>
                  <a:lnTo>
                    <a:pt x="189445" y="1987677"/>
                  </a:lnTo>
                  <a:lnTo>
                    <a:pt x="184683" y="1985962"/>
                  </a:lnTo>
                  <a:lnTo>
                    <a:pt x="181914" y="1983193"/>
                  </a:lnTo>
                  <a:lnTo>
                    <a:pt x="181165" y="1979383"/>
                  </a:lnTo>
                  <a:lnTo>
                    <a:pt x="185166" y="1980336"/>
                  </a:lnTo>
                  <a:lnTo>
                    <a:pt x="188899" y="1979383"/>
                  </a:lnTo>
                  <a:lnTo>
                    <a:pt x="190017" y="1979104"/>
                  </a:lnTo>
                  <a:lnTo>
                    <a:pt x="195732" y="1975675"/>
                  </a:lnTo>
                  <a:lnTo>
                    <a:pt x="201447" y="1972437"/>
                  </a:lnTo>
                  <a:lnTo>
                    <a:pt x="204406" y="1966429"/>
                  </a:lnTo>
                  <a:lnTo>
                    <a:pt x="204419" y="1965388"/>
                  </a:lnTo>
                  <a:lnTo>
                    <a:pt x="204584" y="1958149"/>
                  </a:lnTo>
                  <a:lnTo>
                    <a:pt x="204457" y="1955380"/>
                  </a:lnTo>
                  <a:lnTo>
                    <a:pt x="204203" y="1951189"/>
                  </a:lnTo>
                  <a:lnTo>
                    <a:pt x="201739" y="1945855"/>
                  </a:lnTo>
                  <a:lnTo>
                    <a:pt x="197167" y="1941664"/>
                  </a:lnTo>
                  <a:lnTo>
                    <a:pt x="192595" y="1937283"/>
                  </a:lnTo>
                  <a:lnTo>
                    <a:pt x="187261" y="1935378"/>
                  </a:lnTo>
                  <a:lnTo>
                    <a:pt x="181165" y="1935949"/>
                  </a:lnTo>
                  <a:lnTo>
                    <a:pt x="174307" y="1937092"/>
                  </a:lnTo>
                  <a:lnTo>
                    <a:pt x="168871" y="1940433"/>
                  </a:lnTo>
                  <a:lnTo>
                    <a:pt x="164934" y="1945855"/>
                  </a:lnTo>
                  <a:lnTo>
                    <a:pt x="161061" y="1951672"/>
                  </a:lnTo>
                  <a:lnTo>
                    <a:pt x="159346" y="1958149"/>
                  </a:lnTo>
                  <a:lnTo>
                    <a:pt x="159727" y="1965388"/>
                  </a:lnTo>
                  <a:lnTo>
                    <a:pt x="188226" y="1995957"/>
                  </a:lnTo>
                  <a:lnTo>
                    <a:pt x="194868" y="1997100"/>
                  </a:lnTo>
                  <a:lnTo>
                    <a:pt x="202590" y="1997100"/>
                  </a:lnTo>
                  <a:lnTo>
                    <a:pt x="219290" y="1992604"/>
                  </a:lnTo>
                  <a:lnTo>
                    <a:pt x="223939" y="1989391"/>
                  </a:lnTo>
                  <a:lnTo>
                    <a:pt x="231381" y="1984248"/>
                  </a:lnTo>
                  <a:lnTo>
                    <a:pt x="238861" y="1972030"/>
                  </a:lnTo>
                  <a:lnTo>
                    <a:pt x="241744" y="1955952"/>
                  </a:lnTo>
                  <a:lnTo>
                    <a:pt x="241706" y="1955380"/>
                  </a:lnTo>
                  <a:lnTo>
                    <a:pt x="241173" y="1945386"/>
                  </a:lnTo>
                  <a:lnTo>
                    <a:pt x="233819" y="1909381"/>
                  </a:lnTo>
                  <a:lnTo>
                    <a:pt x="577088" y="1909381"/>
                  </a:lnTo>
                  <a:lnTo>
                    <a:pt x="577088" y="1903666"/>
                  </a:lnTo>
                  <a:lnTo>
                    <a:pt x="232664" y="1903666"/>
                  </a:lnTo>
                  <a:lnTo>
                    <a:pt x="232371" y="1902231"/>
                  </a:lnTo>
                  <a:lnTo>
                    <a:pt x="231736" y="1899094"/>
                  </a:lnTo>
                  <a:lnTo>
                    <a:pt x="234848" y="1897380"/>
                  </a:lnTo>
                  <a:lnTo>
                    <a:pt x="239610" y="1894751"/>
                  </a:lnTo>
                  <a:lnTo>
                    <a:pt x="265899" y="1863090"/>
                  </a:lnTo>
                  <a:lnTo>
                    <a:pt x="268071" y="1852231"/>
                  </a:lnTo>
                  <a:lnTo>
                    <a:pt x="577088" y="1852231"/>
                  </a:lnTo>
                  <a:lnTo>
                    <a:pt x="577088" y="1846516"/>
                  </a:lnTo>
                  <a:lnTo>
                    <a:pt x="268541" y="1846516"/>
                  </a:lnTo>
                  <a:lnTo>
                    <a:pt x="268579" y="1846211"/>
                  </a:lnTo>
                  <a:lnTo>
                    <a:pt x="254889" y="1807083"/>
                  </a:lnTo>
                  <a:lnTo>
                    <a:pt x="252869" y="1805139"/>
                  </a:lnTo>
                  <a:lnTo>
                    <a:pt x="252869" y="1853895"/>
                  </a:lnTo>
                  <a:lnTo>
                    <a:pt x="252768" y="1854885"/>
                  </a:lnTo>
                  <a:lnTo>
                    <a:pt x="251358" y="1866087"/>
                  </a:lnTo>
                  <a:lnTo>
                    <a:pt x="247091" y="1876513"/>
                  </a:lnTo>
                  <a:lnTo>
                    <a:pt x="240080" y="1885226"/>
                  </a:lnTo>
                  <a:lnTo>
                    <a:pt x="230314" y="1892236"/>
                  </a:lnTo>
                  <a:lnTo>
                    <a:pt x="224612" y="1864182"/>
                  </a:lnTo>
                  <a:lnTo>
                    <a:pt x="224612" y="1903666"/>
                  </a:lnTo>
                  <a:lnTo>
                    <a:pt x="214922" y="1903666"/>
                  </a:lnTo>
                  <a:lnTo>
                    <a:pt x="224307" y="1902231"/>
                  </a:lnTo>
                  <a:lnTo>
                    <a:pt x="224612" y="1903666"/>
                  </a:lnTo>
                  <a:lnTo>
                    <a:pt x="224612" y="1864182"/>
                  </a:lnTo>
                  <a:lnTo>
                    <a:pt x="223164" y="1857044"/>
                  </a:lnTo>
                  <a:lnTo>
                    <a:pt x="223164" y="1894522"/>
                  </a:lnTo>
                  <a:lnTo>
                    <a:pt x="208305" y="1897380"/>
                  </a:lnTo>
                  <a:lnTo>
                    <a:pt x="195910" y="1896808"/>
                  </a:lnTo>
                  <a:lnTo>
                    <a:pt x="189179" y="1895297"/>
                  </a:lnTo>
                  <a:lnTo>
                    <a:pt x="189179" y="1903666"/>
                  </a:lnTo>
                  <a:lnTo>
                    <a:pt x="94449" y="1903666"/>
                  </a:lnTo>
                  <a:lnTo>
                    <a:pt x="94449" y="1852231"/>
                  </a:lnTo>
                  <a:lnTo>
                    <a:pt x="133934" y="1852231"/>
                  </a:lnTo>
                  <a:lnTo>
                    <a:pt x="136156" y="1858733"/>
                  </a:lnTo>
                  <a:lnTo>
                    <a:pt x="143256" y="1871637"/>
                  </a:lnTo>
                  <a:lnTo>
                    <a:pt x="152590" y="1883092"/>
                  </a:lnTo>
                  <a:lnTo>
                    <a:pt x="163601" y="1892515"/>
                  </a:lnTo>
                  <a:lnTo>
                    <a:pt x="175806" y="1899373"/>
                  </a:lnTo>
                  <a:lnTo>
                    <a:pt x="189179" y="1903666"/>
                  </a:lnTo>
                  <a:lnTo>
                    <a:pt x="189179" y="1895297"/>
                  </a:lnTo>
                  <a:lnTo>
                    <a:pt x="184442" y="1894230"/>
                  </a:lnTo>
                  <a:lnTo>
                    <a:pt x="173913" y="1889658"/>
                  </a:lnTo>
                  <a:lnTo>
                    <a:pt x="164299" y="1883092"/>
                  </a:lnTo>
                  <a:lnTo>
                    <a:pt x="156375" y="1874888"/>
                  </a:lnTo>
                  <a:lnTo>
                    <a:pt x="150583" y="1865160"/>
                  </a:lnTo>
                  <a:lnTo>
                    <a:pt x="150495" y="1864868"/>
                  </a:lnTo>
                  <a:lnTo>
                    <a:pt x="146939" y="1853895"/>
                  </a:lnTo>
                  <a:lnTo>
                    <a:pt x="146735" y="1852231"/>
                  </a:lnTo>
                  <a:lnTo>
                    <a:pt x="174078" y="1852231"/>
                  </a:lnTo>
                  <a:lnTo>
                    <a:pt x="176110" y="1857171"/>
                  </a:lnTo>
                  <a:lnTo>
                    <a:pt x="179730" y="1863090"/>
                  </a:lnTo>
                  <a:lnTo>
                    <a:pt x="184175" y="1868271"/>
                  </a:lnTo>
                  <a:lnTo>
                    <a:pt x="189230" y="1872653"/>
                  </a:lnTo>
                  <a:lnTo>
                    <a:pt x="194894" y="1876272"/>
                  </a:lnTo>
                  <a:lnTo>
                    <a:pt x="201168" y="1879092"/>
                  </a:lnTo>
                  <a:lnTo>
                    <a:pt x="204304" y="1876806"/>
                  </a:lnTo>
                  <a:lnTo>
                    <a:pt x="202590" y="1874520"/>
                  </a:lnTo>
                  <a:lnTo>
                    <a:pt x="195376" y="1870392"/>
                  </a:lnTo>
                  <a:lnTo>
                    <a:pt x="190017" y="1864868"/>
                  </a:lnTo>
                  <a:lnTo>
                    <a:pt x="186512" y="1857959"/>
                  </a:lnTo>
                  <a:lnTo>
                    <a:pt x="185381" y="1852231"/>
                  </a:lnTo>
                  <a:lnTo>
                    <a:pt x="214884" y="1852231"/>
                  </a:lnTo>
                  <a:lnTo>
                    <a:pt x="223164" y="1894522"/>
                  </a:lnTo>
                  <a:lnTo>
                    <a:pt x="223164" y="1857044"/>
                  </a:lnTo>
                  <a:lnTo>
                    <a:pt x="222186" y="1852231"/>
                  </a:lnTo>
                  <a:lnTo>
                    <a:pt x="252590" y="1852231"/>
                  </a:lnTo>
                  <a:lnTo>
                    <a:pt x="252869" y="1853895"/>
                  </a:lnTo>
                  <a:lnTo>
                    <a:pt x="252869" y="1805139"/>
                  </a:lnTo>
                  <a:lnTo>
                    <a:pt x="251650" y="1803958"/>
                  </a:lnTo>
                  <a:lnTo>
                    <a:pt x="251650" y="1846516"/>
                  </a:lnTo>
                  <a:lnTo>
                    <a:pt x="221018" y="1846516"/>
                  </a:lnTo>
                  <a:lnTo>
                    <a:pt x="215315" y="1818398"/>
                  </a:lnTo>
                  <a:lnTo>
                    <a:pt x="215163" y="1817649"/>
                  </a:lnTo>
                  <a:lnTo>
                    <a:pt x="222681" y="1818398"/>
                  </a:lnTo>
                  <a:lnTo>
                    <a:pt x="251612" y="1846211"/>
                  </a:lnTo>
                  <a:lnTo>
                    <a:pt x="251650" y="1846516"/>
                  </a:lnTo>
                  <a:lnTo>
                    <a:pt x="251650" y="1803958"/>
                  </a:lnTo>
                  <a:lnTo>
                    <a:pt x="247484" y="1799920"/>
                  </a:lnTo>
                  <a:lnTo>
                    <a:pt x="239598" y="1795081"/>
                  </a:lnTo>
                  <a:lnTo>
                    <a:pt x="577088" y="1795081"/>
                  </a:lnTo>
                  <a:lnTo>
                    <a:pt x="577088" y="1789366"/>
                  </a:lnTo>
                  <a:lnTo>
                    <a:pt x="213766" y="1789366"/>
                  </a:lnTo>
                  <a:lnTo>
                    <a:pt x="213766" y="1846516"/>
                  </a:lnTo>
                  <a:lnTo>
                    <a:pt x="184873" y="1846516"/>
                  </a:lnTo>
                  <a:lnTo>
                    <a:pt x="184873" y="1842414"/>
                  </a:lnTo>
                  <a:lnTo>
                    <a:pt x="187159" y="1835937"/>
                  </a:lnTo>
                  <a:lnTo>
                    <a:pt x="191731" y="1830222"/>
                  </a:lnTo>
                  <a:lnTo>
                    <a:pt x="196113" y="1824507"/>
                  </a:lnTo>
                  <a:lnTo>
                    <a:pt x="201637" y="1820608"/>
                  </a:lnTo>
                  <a:lnTo>
                    <a:pt x="208292" y="1818513"/>
                  </a:lnTo>
                  <a:lnTo>
                    <a:pt x="213766" y="1846516"/>
                  </a:lnTo>
                  <a:lnTo>
                    <a:pt x="213766" y="1789366"/>
                  </a:lnTo>
                  <a:lnTo>
                    <a:pt x="209677" y="1789366"/>
                  </a:lnTo>
                  <a:lnTo>
                    <a:pt x="203695" y="1758505"/>
                  </a:lnTo>
                  <a:lnTo>
                    <a:pt x="202717" y="1753450"/>
                  </a:lnTo>
                  <a:lnTo>
                    <a:pt x="202717" y="1789366"/>
                  </a:lnTo>
                  <a:lnTo>
                    <a:pt x="199212" y="1789366"/>
                  </a:lnTo>
                  <a:lnTo>
                    <a:pt x="199212" y="1795081"/>
                  </a:lnTo>
                  <a:lnTo>
                    <a:pt x="197129" y="1796072"/>
                  </a:lnTo>
                  <a:lnTo>
                    <a:pt x="172262" y="1829943"/>
                  </a:lnTo>
                  <a:lnTo>
                    <a:pt x="172237" y="1830222"/>
                  </a:lnTo>
                  <a:lnTo>
                    <a:pt x="171450" y="1837080"/>
                  </a:lnTo>
                  <a:lnTo>
                    <a:pt x="171958" y="1844179"/>
                  </a:lnTo>
                  <a:lnTo>
                    <a:pt x="172008" y="1844357"/>
                  </a:lnTo>
                  <a:lnTo>
                    <a:pt x="172504" y="1846516"/>
                  </a:lnTo>
                  <a:lnTo>
                    <a:pt x="146075" y="1846516"/>
                  </a:lnTo>
                  <a:lnTo>
                    <a:pt x="145440" y="1841080"/>
                  </a:lnTo>
                  <a:lnTo>
                    <a:pt x="146900" y="1828330"/>
                  </a:lnTo>
                  <a:lnTo>
                    <a:pt x="147015" y="1827936"/>
                  </a:lnTo>
                  <a:lnTo>
                    <a:pt x="150152" y="1816366"/>
                  </a:lnTo>
                  <a:lnTo>
                    <a:pt x="155194" y="1805190"/>
                  </a:lnTo>
                  <a:lnTo>
                    <a:pt x="161836" y="1795081"/>
                  </a:lnTo>
                  <a:lnTo>
                    <a:pt x="199212" y="1795081"/>
                  </a:lnTo>
                  <a:lnTo>
                    <a:pt x="199212" y="1789366"/>
                  </a:lnTo>
                  <a:lnTo>
                    <a:pt x="166382" y="1789366"/>
                  </a:lnTo>
                  <a:lnTo>
                    <a:pt x="169964" y="1784921"/>
                  </a:lnTo>
                  <a:lnTo>
                    <a:pt x="178371" y="1775574"/>
                  </a:lnTo>
                  <a:lnTo>
                    <a:pt x="187248" y="1766773"/>
                  </a:lnTo>
                  <a:lnTo>
                    <a:pt x="196596" y="1758505"/>
                  </a:lnTo>
                  <a:lnTo>
                    <a:pt x="202717" y="1789366"/>
                  </a:lnTo>
                  <a:lnTo>
                    <a:pt x="202717" y="1753450"/>
                  </a:lnTo>
                  <a:lnTo>
                    <a:pt x="202590" y="1752790"/>
                  </a:lnTo>
                  <a:lnTo>
                    <a:pt x="214960" y="1737931"/>
                  </a:lnTo>
                  <a:lnTo>
                    <a:pt x="577088" y="1737931"/>
                  </a:lnTo>
                  <a:lnTo>
                    <a:pt x="577088" y="1732216"/>
                  </a:lnTo>
                  <a:lnTo>
                    <a:pt x="219341" y="1732216"/>
                  </a:lnTo>
                  <a:lnTo>
                    <a:pt x="228358" y="1716214"/>
                  </a:lnTo>
                  <a:lnTo>
                    <a:pt x="230162" y="1713001"/>
                  </a:lnTo>
                  <a:lnTo>
                    <a:pt x="237413" y="1690903"/>
                  </a:lnTo>
                  <a:lnTo>
                    <a:pt x="238645" y="1680781"/>
                  </a:lnTo>
                  <a:lnTo>
                    <a:pt x="577088" y="1680781"/>
                  </a:lnTo>
                  <a:lnTo>
                    <a:pt x="577088" y="1675066"/>
                  </a:lnTo>
                  <a:close/>
                </a:path>
                <a:path w="7101205" h="2807335">
                  <a:moveTo>
                    <a:pt x="7101205" y="0"/>
                  </a:moveTo>
                  <a:lnTo>
                    <a:pt x="7092632" y="0"/>
                  </a:lnTo>
                  <a:lnTo>
                    <a:pt x="7092632" y="1096708"/>
                  </a:lnTo>
                  <a:lnTo>
                    <a:pt x="7101205" y="1096708"/>
                  </a:lnTo>
                  <a:lnTo>
                    <a:pt x="7101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5142" y="2198941"/>
              <a:ext cx="216598" cy="267461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756475" y="2198950"/>
              <a:ext cx="1361440" cy="320040"/>
            </a:xfrm>
            <a:custGeom>
              <a:avLst/>
              <a:gdLst/>
              <a:ahLst/>
              <a:cxnLst/>
              <a:rect l="l" t="t" r="r" b="b"/>
              <a:pathLst>
                <a:path w="1361439" h="320039">
                  <a:moveTo>
                    <a:pt x="1361287" y="314325"/>
                  </a:moveTo>
                  <a:lnTo>
                    <a:pt x="0" y="314325"/>
                  </a:lnTo>
                  <a:lnTo>
                    <a:pt x="0" y="320040"/>
                  </a:lnTo>
                  <a:lnTo>
                    <a:pt x="1361287" y="320040"/>
                  </a:lnTo>
                  <a:lnTo>
                    <a:pt x="1361287" y="314325"/>
                  </a:lnTo>
                  <a:close/>
                </a:path>
                <a:path w="1361439" h="320039">
                  <a:moveTo>
                    <a:pt x="1361287" y="85725"/>
                  </a:moveTo>
                  <a:lnTo>
                    <a:pt x="214147" y="85725"/>
                  </a:lnTo>
                  <a:lnTo>
                    <a:pt x="214147" y="0"/>
                  </a:lnTo>
                  <a:lnTo>
                    <a:pt x="204152" y="0"/>
                  </a:lnTo>
                  <a:lnTo>
                    <a:pt x="204152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204152" y="91440"/>
                  </a:lnTo>
                  <a:lnTo>
                    <a:pt x="204152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204152" y="148590"/>
                  </a:lnTo>
                  <a:lnTo>
                    <a:pt x="204152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204152" y="205740"/>
                  </a:lnTo>
                  <a:lnTo>
                    <a:pt x="204152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204152" y="262890"/>
                  </a:lnTo>
                  <a:lnTo>
                    <a:pt x="204152" y="302895"/>
                  </a:lnTo>
                  <a:lnTo>
                    <a:pt x="214147" y="302895"/>
                  </a:lnTo>
                  <a:lnTo>
                    <a:pt x="214147" y="262890"/>
                  </a:lnTo>
                  <a:lnTo>
                    <a:pt x="1361287" y="262890"/>
                  </a:lnTo>
                  <a:lnTo>
                    <a:pt x="1361287" y="257175"/>
                  </a:lnTo>
                  <a:lnTo>
                    <a:pt x="214147" y="257175"/>
                  </a:lnTo>
                  <a:lnTo>
                    <a:pt x="214147" y="205740"/>
                  </a:lnTo>
                  <a:lnTo>
                    <a:pt x="1361287" y="205740"/>
                  </a:lnTo>
                  <a:lnTo>
                    <a:pt x="1361287" y="200025"/>
                  </a:lnTo>
                  <a:lnTo>
                    <a:pt x="214147" y="200025"/>
                  </a:lnTo>
                  <a:lnTo>
                    <a:pt x="214147" y="148590"/>
                  </a:lnTo>
                  <a:lnTo>
                    <a:pt x="1361287" y="148590"/>
                  </a:lnTo>
                  <a:lnTo>
                    <a:pt x="1361287" y="142875"/>
                  </a:lnTo>
                  <a:lnTo>
                    <a:pt x="214147" y="142875"/>
                  </a:lnTo>
                  <a:lnTo>
                    <a:pt x="214147" y="91440"/>
                  </a:lnTo>
                  <a:lnTo>
                    <a:pt x="1361287" y="91440"/>
                  </a:lnTo>
                  <a:lnTo>
                    <a:pt x="1361287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40612" y="2357007"/>
              <a:ext cx="259788" cy="235697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117219" y="2198950"/>
              <a:ext cx="74295" cy="344170"/>
            </a:xfrm>
            <a:custGeom>
              <a:avLst/>
              <a:gdLst/>
              <a:ahLst/>
              <a:cxnLst/>
              <a:rect l="l" t="t" r="r" b="b"/>
              <a:pathLst>
                <a:path w="74294" h="344169">
                  <a:moveTo>
                    <a:pt x="74295" y="191160"/>
                  </a:moveTo>
                  <a:lnTo>
                    <a:pt x="74104" y="183921"/>
                  </a:lnTo>
                  <a:lnTo>
                    <a:pt x="74015" y="183743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73418"/>
                  </a:lnTo>
                  <a:lnTo>
                    <a:pt x="62014" y="171831"/>
                  </a:lnTo>
                  <a:lnTo>
                    <a:pt x="55537" y="170116"/>
                  </a:lnTo>
                  <a:lnTo>
                    <a:pt x="47155" y="170307"/>
                  </a:lnTo>
                  <a:lnTo>
                    <a:pt x="39217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41935" y="226529"/>
                  </a:lnTo>
                  <a:lnTo>
                    <a:pt x="50063" y="222935"/>
                  </a:lnTo>
                  <a:lnTo>
                    <a:pt x="58013" y="218020"/>
                  </a:lnTo>
                  <a:lnTo>
                    <a:pt x="64008" y="212788"/>
                  </a:lnTo>
                  <a:lnTo>
                    <a:pt x="64008" y="287718"/>
                  </a:lnTo>
                  <a:lnTo>
                    <a:pt x="62014" y="286131"/>
                  </a:lnTo>
                  <a:lnTo>
                    <a:pt x="55537" y="284416"/>
                  </a:lnTo>
                  <a:lnTo>
                    <a:pt x="47155" y="284607"/>
                  </a:lnTo>
                  <a:lnTo>
                    <a:pt x="9588" y="302412"/>
                  </a:lnTo>
                  <a:lnTo>
                    <a:pt x="0" y="322605"/>
                  </a:lnTo>
                  <a:lnTo>
                    <a:pt x="190" y="329082"/>
                  </a:lnTo>
                  <a:lnTo>
                    <a:pt x="25146" y="344043"/>
                  </a:lnTo>
                  <a:lnTo>
                    <a:pt x="33629" y="343090"/>
                  </a:lnTo>
                  <a:lnTo>
                    <a:pt x="69659" y="320040"/>
                  </a:lnTo>
                  <a:lnTo>
                    <a:pt x="74295" y="305460"/>
                  </a:lnTo>
                  <a:lnTo>
                    <a:pt x="74104" y="298221"/>
                  </a:lnTo>
                  <a:lnTo>
                    <a:pt x="74015" y="298043"/>
                  </a:lnTo>
                  <a:lnTo>
                    <a:pt x="74015" y="192633"/>
                  </a:lnTo>
                  <a:lnTo>
                    <a:pt x="74295" y="19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211526" y="2527554"/>
              <a:ext cx="84455" cy="23495"/>
            </a:xfrm>
            <a:custGeom>
              <a:avLst/>
              <a:gdLst/>
              <a:ahLst/>
              <a:cxnLst/>
              <a:rect l="l" t="t" r="r" b="b"/>
              <a:pathLst>
                <a:path w="84455" h="23494">
                  <a:moveTo>
                    <a:pt x="42005" y="23106"/>
                  </a:moveTo>
                  <a:lnTo>
                    <a:pt x="30584" y="21662"/>
                  </a:lnTo>
                  <a:lnTo>
                    <a:pt x="19776" y="17329"/>
                  </a:lnTo>
                  <a:lnTo>
                    <a:pt x="9581" y="10109"/>
                  </a:lnTo>
                  <a:lnTo>
                    <a:pt x="0" y="0"/>
                  </a:lnTo>
                  <a:lnTo>
                    <a:pt x="9581" y="6983"/>
                  </a:lnTo>
                  <a:lnTo>
                    <a:pt x="19776" y="11971"/>
                  </a:lnTo>
                  <a:lnTo>
                    <a:pt x="30584" y="14964"/>
                  </a:lnTo>
                  <a:lnTo>
                    <a:pt x="42005" y="15962"/>
                  </a:lnTo>
                  <a:lnTo>
                    <a:pt x="53426" y="14964"/>
                  </a:lnTo>
                  <a:lnTo>
                    <a:pt x="64234" y="11971"/>
                  </a:lnTo>
                  <a:lnTo>
                    <a:pt x="74428" y="6983"/>
                  </a:lnTo>
                  <a:lnTo>
                    <a:pt x="84010" y="0"/>
                  </a:lnTo>
                  <a:lnTo>
                    <a:pt x="74428" y="10109"/>
                  </a:lnTo>
                  <a:lnTo>
                    <a:pt x="64234" y="17329"/>
                  </a:lnTo>
                  <a:lnTo>
                    <a:pt x="53426" y="21662"/>
                  </a:lnTo>
                  <a:lnTo>
                    <a:pt x="42005" y="23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211526" y="2527554"/>
              <a:ext cx="84455" cy="23495"/>
            </a:xfrm>
            <a:custGeom>
              <a:avLst/>
              <a:gdLst/>
              <a:ahLst/>
              <a:cxnLst/>
              <a:rect l="l" t="t" r="r" b="b"/>
              <a:pathLst>
                <a:path w="84455" h="23494">
                  <a:moveTo>
                    <a:pt x="0" y="0"/>
                  </a:moveTo>
                  <a:lnTo>
                    <a:pt x="9581" y="10109"/>
                  </a:lnTo>
                  <a:lnTo>
                    <a:pt x="19776" y="17329"/>
                  </a:lnTo>
                  <a:lnTo>
                    <a:pt x="30584" y="21662"/>
                  </a:lnTo>
                  <a:lnTo>
                    <a:pt x="42005" y="23106"/>
                  </a:lnTo>
                  <a:lnTo>
                    <a:pt x="53426" y="21662"/>
                  </a:lnTo>
                  <a:lnTo>
                    <a:pt x="64234" y="17329"/>
                  </a:lnTo>
                  <a:lnTo>
                    <a:pt x="74428" y="10109"/>
                  </a:lnTo>
                  <a:lnTo>
                    <a:pt x="84010" y="0"/>
                  </a:lnTo>
                  <a:lnTo>
                    <a:pt x="74428" y="6983"/>
                  </a:lnTo>
                  <a:lnTo>
                    <a:pt x="64234" y="11971"/>
                  </a:lnTo>
                  <a:lnTo>
                    <a:pt x="53426" y="14964"/>
                  </a:lnTo>
                  <a:lnTo>
                    <a:pt x="42005" y="15962"/>
                  </a:lnTo>
                  <a:lnTo>
                    <a:pt x="30584" y="14964"/>
                  </a:lnTo>
                  <a:lnTo>
                    <a:pt x="19776" y="11971"/>
                  </a:lnTo>
                  <a:lnTo>
                    <a:pt x="9581" y="698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315529" y="2198950"/>
              <a:ext cx="74295" cy="344170"/>
            </a:xfrm>
            <a:custGeom>
              <a:avLst/>
              <a:gdLst/>
              <a:ahLst/>
              <a:cxnLst/>
              <a:rect l="l" t="t" r="r" b="b"/>
              <a:pathLst>
                <a:path w="74294" h="344169">
                  <a:moveTo>
                    <a:pt x="74295" y="162585"/>
                  </a:moveTo>
                  <a:lnTo>
                    <a:pt x="74104" y="155346"/>
                  </a:lnTo>
                  <a:lnTo>
                    <a:pt x="74015" y="155168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44843"/>
                  </a:lnTo>
                  <a:lnTo>
                    <a:pt x="62014" y="143256"/>
                  </a:lnTo>
                  <a:lnTo>
                    <a:pt x="55537" y="141541"/>
                  </a:lnTo>
                  <a:lnTo>
                    <a:pt x="47155" y="141732"/>
                  </a:lnTo>
                  <a:lnTo>
                    <a:pt x="39217" y="142697"/>
                  </a:lnTo>
                  <a:lnTo>
                    <a:pt x="4648" y="165798"/>
                  </a:lnTo>
                  <a:lnTo>
                    <a:pt x="0" y="179730"/>
                  </a:lnTo>
                  <a:lnTo>
                    <a:pt x="190" y="186207"/>
                  </a:lnTo>
                  <a:lnTo>
                    <a:pt x="25146" y="201168"/>
                  </a:lnTo>
                  <a:lnTo>
                    <a:pt x="33629" y="200215"/>
                  </a:lnTo>
                  <a:lnTo>
                    <a:pt x="41935" y="197954"/>
                  </a:lnTo>
                  <a:lnTo>
                    <a:pt x="50063" y="194360"/>
                  </a:lnTo>
                  <a:lnTo>
                    <a:pt x="58013" y="189445"/>
                  </a:lnTo>
                  <a:lnTo>
                    <a:pt x="64008" y="184213"/>
                  </a:lnTo>
                  <a:lnTo>
                    <a:pt x="64008" y="287718"/>
                  </a:lnTo>
                  <a:lnTo>
                    <a:pt x="62014" y="286131"/>
                  </a:lnTo>
                  <a:lnTo>
                    <a:pt x="55537" y="284416"/>
                  </a:lnTo>
                  <a:lnTo>
                    <a:pt x="47155" y="284607"/>
                  </a:lnTo>
                  <a:lnTo>
                    <a:pt x="9588" y="302412"/>
                  </a:lnTo>
                  <a:lnTo>
                    <a:pt x="0" y="322605"/>
                  </a:lnTo>
                  <a:lnTo>
                    <a:pt x="190" y="329082"/>
                  </a:lnTo>
                  <a:lnTo>
                    <a:pt x="25146" y="344043"/>
                  </a:lnTo>
                  <a:lnTo>
                    <a:pt x="33629" y="343090"/>
                  </a:lnTo>
                  <a:lnTo>
                    <a:pt x="69659" y="320040"/>
                  </a:lnTo>
                  <a:lnTo>
                    <a:pt x="74295" y="305460"/>
                  </a:lnTo>
                  <a:lnTo>
                    <a:pt x="74104" y="298221"/>
                  </a:lnTo>
                  <a:lnTo>
                    <a:pt x="74015" y="298043"/>
                  </a:lnTo>
                  <a:lnTo>
                    <a:pt x="74015" y="164058"/>
                  </a:lnTo>
                  <a:lnTo>
                    <a:pt x="74295" y="162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409837" y="2527554"/>
              <a:ext cx="84455" cy="23495"/>
            </a:xfrm>
            <a:custGeom>
              <a:avLst/>
              <a:gdLst/>
              <a:ahLst/>
              <a:cxnLst/>
              <a:rect l="l" t="t" r="r" b="b"/>
              <a:pathLst>
                <a:path w="84455" h="23494">
                  <a:moveTo>
                    <a:pt x="42005" y="23106"/>
                  </a:moveTo>
                  <a:lnTo>
                    <a:pt x="30584" y="21662"/>
                  </a:lnTo>
                  <a:lnTo>
                    <a:pt x="19776" y="17329"/>
                  </a:lnTo>
                  <a:lnTo>
                    <a:pt x="9581" y="10109"/>
                  </a:lnTo>
                  <a:lnTo>
                    <a:pt x="0" y="0"/>
                  </a:lnTo>
                  <a:lnTo>
                    <a:pt x="9581" y="6983"/>
                  </a:lnTo>
                  <a:lnTo>
                    <a:pt x="19776" y="11971"/>
                  </a:lnTo>
                  <a:lnTo>
                    <a:pt x="30584" y="14964"/>
                  </a:lnTo>
                  <a:lnTo>
                    <a:pt x="42005" y="15962"/>
                  </a:lnTo>
                  <a:lnTo>
                    <a:pt x="53426" y="14964"/>
                  </a:lnTo>
                  <a:lnTo>
                    <a:pt x="64234" y="11971"/>
                  </a:lnTo>
                  <a:lnTo>
                    <a:pt x="74428" y="6983"/>
                  </a:lnTo>
                  <a:lnTo>
                    <a:pt x="84010" y="0"/>
                  </a:lnTo>
                  <a:lnTo>
                    <a:pt x="74428" y="10109"/>
                  </a:lnTo>
                  <a:lnTo>
                    <a:pt x="64234" y="17329"/>
                  </a:lnTo>
                  <a:lnTo>
                    <a:pt x="53426" y="21662"/>
                  </a:lnTo>
                  <a:lnTo>
                    <a:pt x="42005" y="23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409837" y="2527554"/>
              <a:ext cx="84455" cy="23495"/>
            </a:xfrm>
            <a:custGeom>
              <a:avLst/>
              <a:gdLst/>
              <a:ahLst/>
              <a:cxnLst/>
              <a:rect l="l" t="t" r="r" b="b"/>
              <a:pathLst>
                <a:path w="84455" h="23494">
                  <a:moveTo>
                    <a:pt x="0" y="0"/>
                  </a:moveTo>
                  <a:lnTo>
                    <a:pt x="9581" y="10109"/>
                  </a:lnTo>
                  <a:lnTo>
                    <a:pt x="19776" y="17329"/>
                  </a:lnTo>
                  <a:lnTo>
                    <a:pt x="30584" y="21662"/>
                  </a:lnTo>
                  <a:lnTo>
                    <a:pt x="42005" y="23106"/>
                  </a:lnTo>
                  <a:lnTo>
                    <a:pt x="53426" y="21662"/>
                  </a:lnTo>
                  <a:lnTo>
                    <a:pt x="64234" y="17329"/>
                  </a:lnTo>
                  <a:lnTo>
                    <a:pt x="74428" y="10109"/>
                  </a:lnTo>
                  <a:lnTo>
                    <a:pt x="84010" y="0"/>
                  </a:lnTo>
                  <a:lnTo>
                    <a:pt x="74428" y="6983"/>
                  </a:lnTo>
                  <a:lnTo>
                    <a:pt x="64234" y="11971"/>
                  </a:lnTo>
                  <a:lnTo>
                    <a:pt x="53426" y="14964"/>
                  </a:lnTo>
                  <a:lnTo>
                    <a:pt x="42005" y="15962"/>
                  </a:lnTo>
                  <a:lnTo>
                    <a:pt x="30584" y="14964"/>
                  </a:lnTo>
                  <a:lnTo>
                    <a:pt x="19776" y="11971"/>
                  </a:lnTo>
                  <a:lnTo>
                    <a:pt x="9581" y="698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513840" y="2198950"/>
              <a:ext cx="74295" cy="344170"/>
            </a:xfrm>
            <a:custGeom>
              <a:avLst/>
              <a:gdLst/>
              <a:ahLst/>
              <a:cxnLst/>
              <a:rect l="l" t="t" r="r" b="b"/>
              <a:pathLst>
                <a:path w="74294" h="344169">
                  <a:moveTo>
                    <a:pt x="74295" y="191160"/>
                  </a:moveTo>
                  <a:lnTo>
                    <a:pt x="74104" y="183921"/>
                  </a:lnTo>
                  <a:lnTo>
                    <a:pt x="74015" y="183743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73418"/>
                  </a:lnTo>
                  <a:lnTo>
                    <a:pt x="62014" y="171831"/>
                  </a:lnTo>
                  <a:lnTo>
                    <a:pt x="55537" y="170116"/>
                  </a:lnTo>
                  <a:lnTo>
                    <a:pt x="47155" y="170307"/>
                  </a:lnTo>
                  <a:lnTo>
                    <a:pt x="39217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41935" y="226529"/>
                  </a:lnTo>
                  <a:lnTo>
                    <a:pt x="50063" y="222935"/>
                  </a:lnTo>
                  <a:lnTo>
                    <a:pt x="58013" y="218020"/>
                  </a:lnTo>
                  <a:lnTo>
                    <a:pt x="64008" y="212788"/>
                  </a:lnTo>
                  <a:lnTo>
                    <a:pt x="64008" y="287718"/>
                  </a:lnTo>
                  <a:lnTo>
                    <a:pt x="62014" y="286131"/>
                  </a:lnTo>
                  <a:lnTo>
                    <a:pt x="55537" y="284416"/>
                  </a:lnTo>
                  <a:lnTo>
                    <a:pt x="47155" y="284607"/>
                  </a:lnTo>
                  <a:lnTo>
                    <a:pt x="9588" y="302412"/>
                  </a:lnTo>
                  <a:lnTo>
                    <a:pt x="0" y="322605"/>
                  </a:lnTo>
                  <a:lnTo>
                    <a:pt x="190" y="329082"/>
                  </a:lnTo>
                  <a:lnTo>
                    <a:pt x="25146" y="344043"/>
                  </a:lnTo>
                  <a:lnTo>
                    <a:pt x="33629" y="343090"/>
                  </a:lnTo>
                  <a:lnTo>
                    <a:pt x="69659" y="320040"/>
                  </a:lnTo>
                  <a:lnTo>
                    <a:pt x="74295" y="305460"/>
                  </a:lnTo>
                  <a:lnTo>
                    <a:pt x="74104" y="298221"/>
                  </a:lnTo>
                  <a:lnTo>
                    <a:pt x="74015" y="298043"/>
                  </a:lnTo>
                  <a:lnTo>
                    <a:pt x="74015" y="192633"/>
                  </a:lnTo>
                  <a:lnTo>
                    <a:pt x="74295" y="19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608147" y="2527554"/>
              <a:ext cx="84455" cy="23495"/>
            </a:xfrm>
            <a:custGeom>
              <a:avLst/>
              <a:gdLst/>
              <a:ahLst/>
              <a:cxnLst/>
              <a:rect l="l" t="t" r="r" b="b"/>
              <a:pathLst>
                <a:path w="84455" h="23494">
                  <a:moveTo>
                    <a:pt x="42005" y="23106"/>
                  </a:moveTo>
                  <a:lnTo>
                    <a:pt x="30584" y="21662"/>
                  </a:lnTo>
                  <a:lnTo>
                    <a:pt x="19776" y="17329"/>
                  </a:lnTo>
                  <a:lnTo>
                    <a:pt x="9581" y="10109"/>
                  </a:lnTo>
                  <a:lnTo>
                    <a:pt x="0" y="0"/>
                  </a:lnTo>
                  <a:lnTo>
                    <a:pt x="9581" y="6983"/>
                  </a:lnTo>
                  <a:lnTo>
                    <a:pt x="19776" y="11971"/>
                  </a:lnTo>
                  <a:lnTo>
                    <a:pt x="30584" y="14964"/>
                  </a:lnTo>
                  <a:lnTo>
                    <a:pt x="42005" y="15962"/>
                  </a:lnTo>
                  <a:lnTo>
                    <a:pt x="53426" y="14964"/>
                  </a:lnTo>
                  <a:lnTo>
                    <a:pt x="64234" y="11971"/>
                  </a:lnTo>
                  <a:lnTo>
                    <a:pt x="74428" y="6983"/>
                  </a:lnTo>
                  <a:lnTo>
                    <a:pt x="84010" y="0"/>
                  </a:lnTo>
                  <a:lnTo>
                    <a:pt x="74428" y="10109"/>
                  </a:lnTo>
                  <a:lnTo>
                    <a:pt x="64234" y="17329"/>
                  </a:lnTo>
                  <a:lnTo>
                    <a:pt x="53426" y="21662"/>
                  </a:lnTo>
                  <a:lnTo>
                    <a:pt x="42005" y="23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608147" y="2527554"/>
              <a:ext cx="84455" cy="23495"/>
            </a:xfrm>
            <a:custGeom>
              <a:avLst/>
              <a:gdLst/>
              <a:ahLst/>
              <a:cxnLst/>
              <a:rect l="l" t="t" r="r" b="b"/>
              <a:pathLst>
                <a:path w="84455" h="23494">
                  <a:moveTo>
                    <a:pt x="0" y="0"/>
                  </a:moveTo>
                  <a:lnTo>
                    <a:pt x="9581" y="10109"/>
                  </a:lnTo>
                  <a:lnTo>
                    <a:pt x="19776" y="17329"/>
                  </a:lnTo>
                  <a:lnTo>
                    <a:pt x="30584" y="21662"/>
                  </a:lnTo>
                  <a:lnTo>
                    <a:pt x="42005" y="23106"/>
                  </a:lnTo>
                  <a:lnTo>
                    <a:pt x="53426" y="21662"/>
                  </a:lnTo>
                  <a:lnTo>
                    <a:pt x="64234" y="17329"/>
                  </a:lnTo>
                  <a:lnTo>
                    <a:pt x="74428" y="10109"/>
                  </a:lnTo>
                  <a:lnTo>
                    <a:pt x="84010" y="0"/>
                  </a:lnTo>
                  <a:lnTo>
                    <a:pt x="74428" y="6983"/>
                  </a:lnTo>
                  <a:lnTo>
                    <a:pt x="64234" y="11971"/>
                  </a:lnTo>
                  <a:lnTo>
                    <a:pt x="53426" y="14964"/>
                  </a:lnTo>
                  <a:lnTo>
                    <a:pt x="42005" y="15962"/>
                  </a:lnTo>
                  <a:lnTo>
                    <a:pt x="30584" y="14964"/>
                  </a:lnTo>
                  <a:lnTo>
                    <a:pt x="19776" y="11971"/>
                  </a:lnTo>
                  <a:lnTo>
                    <a:pt x="9581" y="698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191234" y="2198950"/>
              <a:ext cx="1889125" cy="371475"/>
            </a:xfrm>
            <a:custGeom>
              <a:avLst/>
              <a:gdLst/>
              <a:ahLst/>
              <a:cxnLst/>
              <a:rect l="l" t="t" r="r" b="b"/>
              <a:pathLst>
                <a:path w="1889125" h="371475">
                  <a:moveTo>
                    <a:pt x="396621" y="42862"/>
                  </a:moveTo>
                  <a:lnTo>
                    <a:pt x="198310" y="42862"/>
                  </a:lnTo>
                  <a:lnTo>
                    <a:pt x="198310" y="71437"/>
                  </a:lnTo>
                  <a:lnTo>
                    <a:pt x="396621" y="71437"/>
                  </a:lnTo>
                  <a:lnTo>
                    <a:pt x="396621" y="42862"/>
                  </a:lnTo>
                  <a:close/>
                </a:path>
                <a:path w="1889125" h="371475">
                  <a:moveTo>
                    <a:pt x="396621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396621" y="28575"/>
                  </a:lnTo>
                  <a:lnTo>
                    <a:pt x="396621" y="0"/>
                  </a:lnTo>
                  <a:close/>
                </a:path>
                <a:path w="1889125" h="371475">
                  <a:moveTo>
                    <a:pt x="595972" y="213550"/>
                  </a:moveTo>
                  <a:lnTo>
                    <a:pt x="594931" y="211035"/>
                  </a:lnTo>
                  <a:lnTo>
                    <a:pt x="594931" y="28575"/>
                  </a:lnTo>
                  <a:lnTo>
                    <a:pt x="586346" y="28575"/>
                  </a:lnTo>
                  <a:lnTo>
                    <a:pt x="586346" y="302895"/>
                  </a:lnTo>
                  <a:lnTo>
                    <a:pt x="585495" y="304698"/>
                  </a:lnTo>
                  <a:lnTo>
                    <a:pt x="554926" y="329755"/>
                  </a:lnTo>
                  <a:lnTo>
                    <a:pt x="538632" y="335368"/>
                  </a:lnTo>
                  <a:lnTo>
                    <a:pt x="534631" y="335178"/>
                  </a:lnTo>
                  <a:lnTo>
                    <a:pt x="530631" y="334797"/>
                  </a:lnTo>
                  <a:lnTo>
                    <a:pt x="528726" y="333082"/>
                  </a:lnTo>
                  <a:lnTo>
                    <a:pt x="528916" y="330034"/>
                  </a:lnTo>
                  <a:lnTo>
                    <a:pt x="528993" y="329755"/>
                  </a:lnTo>
                  <a:lnTo>
                    <a:pt x="530136" y="324967"/>
                  </a:lnTo>
                  <a:lnTo>
                    <a:pt x="562356" y="297751"/>
                  </a:lnTo>
                  <a:lnTo>
                    <a:pt x="576643" y="292315"/>
                  </a:lnTo>
                  <a:lnTo>
                    <a:pt x="582358" y="292887"/>
                  </a:lnTo>
                  <a:lnTo>
                    <a:pt x="584923" y="293230"/>
                  </a:lnTo>
                  <a:lnTo>
                    <a:pt x="584923" y="302895"/>
                  </a:lnTo>
                  <a:lnTo>
                    <a:pt x="586346" y="302895"/>
                  </a:lnTo>
                  <a:lnTo>
                    <a:pt x="586346" y="28575"/>
                  </a:lnTo>
                  <a:lnTo>
                    <a:pt x="584923" y="28575"/>
                  </a:lnTo>
                  <a:lnTo>
                    <a:pt x="584923" y="200088"/>
                  </a:lnTo>
                  <a:lnTo>
                    <a:pt x="584923" y="207505"/>
                  </a:lnTo>
                  <a:lnTo>
                    <a:pt x="584923" y="219659"/>
                  </a:lnTo>
                  <a:lnTo>
                    <a:pt x="581494" y="223735"/>
                  </a:lnTo>
                  <a:lnTo>
                    <a:pt x="543496" y="248602"/>
                  </a:lnTo>
                  <a:lnTo>
                    <a:pt x="538632" y="249643"/>
                  </a:lnTo>
                  <a:lnTo>
                    <a:pt x="534631" y="249453"/>
                  </a:lnTo>
                  <a:lnTo>
                    <a:pt x="530631" y="249072"/>
                  </a:lnTo>
                  <a:lnTo>
                    <a:pt x="528726" y="247357"/>
                  </a:lnTo>
                  <a:lnTo>
                    <a:pt x="528916" y="244309"/>
                  </a:lnTo>
                  <a:lnTo>
                    <a:pt x="528993" y="244030"/>
                  </a:lnTo>
                  <a:lnTo>
                    <a:pt x="530136" y="239242"/>
                  </a:lnTo>
                  <a:lnTo>
                    <a:pt x="562356" y="212026"/>
                  </a:lnTo>
                  <a:lnTo>
                    <a:pt x="576643" y="206590"/>
                  </a:lnTo>
                  <a:lnTo>
                    <a:pt x="582358" y="207162"/>
                  </a:lnTo>
                  <a:lnTo>
                    <a:pt x="584923" y="207505"/>
                  </a:lnTo>
                  <a:lnTo>
                    <a:pt x="584923" y="200088"/>
                  </a:lnTo>
                  <a:lnTo>
                    <a:pt x="581215" y="198018"/>
                  </a:lnTo>
                  <a:lnTo>
                    <a:pt x="575398" y="196875"/>
                  </a:lnTo>
                  <a:lnTo>
                    <a:pt x="568921" y="197446"/>
                  </a:lnTo>
                  <a:lnTo>
                    <a:pt x="530898" y="214058"/>
                  </a:lnTo>
                  <a:lnTo>
                    <a:pt x="520255" y="243078"/>
                  </a:lnTo>
                  <a:lnTo>
                    <a:pt x="523201" y="250215"/>
                  </a:lnTo>
                  <a:lnTo>
                    <a:pt x="530059" y="255739"/>
                  </a:lnTo>
                  <a:lnTo>
                    <a:pt x="535203" y="258597"/>
                  </a:lnTo>
                  <a:lnTo>
                    <a:pt x="540918" y="259740"/>
                  </a:lnTo>
                  <a:lnTo>
                    <a:pt x="547204" y="259168"/>
                  </a:lnTo>
                  <a:lnTo>
                    <a:pt x="555282" y="258267"/>
                  </a:lnTo>
                  <a:lnTo>
                    <a:pt x="563206" y="256095"/>
                  </a:lnTo>
                  <a:lnTo>
                    <a:pt x="570992" y="252691"/>
                  </a:lnTo>
                  <a:lnTo>
                    <a:pt x="575983" y="249643"/>
                  </a:lnTo>
                  <a:lnTo>
                    <a:pt x="578637" y="248031"/>
                  </a:lnTo>
                  <a:lnTo>
                    <a:pt x="584923" y="242824"/>
                  </a:lnTo>
                  <a:lnTo>
                    <a:pt x="584923" y="285813"/>
                  </a:lnTo>
                  <a:lnTo>
                    <a:pt x="581215" y="283743"/>
                  </a:lnTo>
                  <a:lnTo>
                    <a:pt x="575398" y="282600"/>
                  </a:lnTo>
                  <a:lnTo>
                    <a:pt x="537489" y="294322"/>
                  </a:lnTo>
                  <a:lnTo>
                    <a:pt x="520255" y="328803"/>
                  </a:lnTo>
                  <a:lnTo>
                    <a:pt x="523201" y="335940"/>
                  </a:lnTo>
                  <a:lnTo>
                    <a:pt x="530059" y="341464"/>
                  </a:lnTo>
                  <a:lnTo>
                    <a:pt x="535203" y="344322"/>
                  </a:lnTo>
                  <a:lnTo>
                    <a:pt x="540918" y="345465"/>
                  </a:lnTo>
                  <a:lnTo>
                    <a:pt x="547204" y="344893"/>
                  </a:lnTo>
                  <a:lnTo>
                    <a:pt x="555282" y="343992"/>
                  </a:lnTo>
                  <a:lnTo>
                    <a:pt x="563206" y="341820"/>
                  </a:lnTo>
                  <a:lnTo>
                    <a:pt x="570992" y="338416"/>
                  </a:lnTo>
                  <a:lnTo>
                    <a:pt x="575983" y="335368"/>
                  </a:lnTo>
                  <a:lnTo>
                    <a:pt x="578637" y="333756"/>
                  </a:lnTo>
                  <a:lnTo>
                    <a:pt x="595972" y="299275"/>
                  </a:lnTo>
                  <a:lnTo>
                    <a:pt x="594931" y="296760"/>
                  </a:lnTo>
                  <a:lnTo>
                    <a:pt x="594931" y="223621"/>
                  </a:lnTo>
                  <a:lnTo>
                    <a:pt x="595210" y="222313"/>
                  </a:lnTo>
                  <a:lnTo>
                    <a:pt x="595972" y="213550"/>
                  </a:lnTo>
                  <a:close/>
                </a:path>
                <a:path w="1889125" h="371475">
                  <a:moveTo>
                    <a:pt x="1889010" y="85725"/>
                  </a:moveTo>
                  <a:lnTo>
                    <a:pt x="1020673" y="85725"/>
                  </a:lnTo>
                  <a:lnTo>
                    <a:pt x="1020673" y="11430"/>
                  </a:lnTo>
                  <a:lnTo>
                    <a:pt x="1010666" y="11430"/>
                  </a:lnTo>
                  <a:lnTo>
                    <a:pt x="1010666" y="314325"/>
                  </a:lnTo>
                  <a:lnTo>
                    <a:pt x="939228" y="314325"/>
                  </a:lnTo>
                  <a:lnTo>
                    <a:pt x="939228" y="262890"/>
                  </a:lnTo>
                  <a:lnTo>
                    <a:pt x="1010666" y="262890"/>
                  </a:lnTo>
                  <a:lnTo>
                    <a:pt x="1010666" y="257175"/>
                  </a:lnTo>
                  <a:lnTo>
                    <a:pt x="939228" y="257175"/>
                  </a:lnTo>
                  <a:lnTo>
                    <a:pt x="939228" y="205740"/>
                  </a:lnTo>
                  <a:lnTo>
                    <a:pt x="1010666" y="205740"/>
                  </a:lnTo>
                  <a:lnTo>
                    <a:pt x="1010666" y="200025"/>
                  </a:lnTo>
                  <a:lnTo>
                    <a:pt x="939228" y="200025"/>
                  </a:lnTo>
                  <a:lnTo>
                    <a:pt x="939228" y="148590"/>
                  </a:lnTo>
                  <a:lnTo>
                    <a:pt x="1010666" y="148590"/>
                  </a:lnTo>
                  <a:lnTo>
                    <a:pt x="1010666" y="142875"/>
                  </a:lnTo>
                  <a:lnTo>
                    <a:pt x="939228" y="142875"/>
                  </a:lnTo>
                  <a:lnTo>
                    <a:pt x="939228" y="91440"/>
                  </a:lnTo>
                  <a:lnTo>
                    <a:pt x="1010666" y="91440"/>
                  </a:lnTo>
                  <a:lnTo>
                    <a:pt x="1010666" y="85725"/>
                  </a:lnTo>
                  <a:lnTo>
                    <a:pt x="926528" y="85725"/>
                  </a:lnTo>
                  <a:lnTo>
                    <a:pt x="926528" y="91440"/>
                  </a:lnTo>
                  <a:lnTo>
                    <a:pt x="930656" y="91440"/>
                  </a:lnTo>
                  <a:lnTo>
                    <a:pt x="930656" y="142875"/>
                  </a:lnTo>
                  <a:lnTo>
                    <a:pt x="926528" y="142875"/>
                  </a:lnTo>
                  <a:lnTo>
                    <a:pt x="926528" y="148590"/>
                  </a:lnTo>
                  <a:lnTo>
                    <a:pt x="930656" y="148590"/>
                  </a:lnTo>
                  <a:lnTo>
                    <a:pt x="930656" y="200025"/>
                  </a:lnTo>
                  <a:lnTo>
                    <a:pt x="926528" y="200025"/>
                  </a:lnTo>
                  <a:lnTo>
                    <a:pt x="926528" y="205740"/>
                  </a:lnTo>
                  <a:lnTo>
                    <a:pt x="930656" y="205740"/>
                  </a:lnTo>
                  <a:lnTo>
                    <a:pt x="930656" y="257175"/>
                  </a:lnTo>
                  <a:lnTo>
                    <a:pt x="926528" y="257175"/>
                  </a:lnTo>
                  <a:lnTo>
                    <a:pt x="926528" y="262890"/>
                  </a:lnTo>
                  <a:lnTo>
                    <a:pt x="930656" y="262890"/>
                  </a:lnTo>
                  <a:lnTo>
                    <a:pt x="930656" y="314325"/>
                  </a:lnTo>
                  <a:lnTo>
                    <a:pt x="926528" y="314325"/>
                  </a:lnTo>
                  <a:lnTo>
                    <a:pt x="926528" y="320040"/>
                  </a:lnTo>
                  <a:lnTo>
                    <a:pt x="930656" y="320040"/>
                  </a:lnTo>
                  <a:lnTo>
                    <a:pt x="939228" y="320040"/>
                  </a:lnTo>
                  <a:lnTo>
                    <a:pt x="1010666" y="320040"/>
                  </a:lnTo>
                  <a:lnTo>
                    <a:pt x="1010666" y="371475"/>
                  </a:lnTo>
                  <a:lnTo>
                    <a:pt x="1020673" y="371475"/>
                  </a:lnTo>
                  <a:lnTo>
                    <a:pt x="1020673" y="320040"/>
                  </a:lnTo>
                  <a:lnTo>
                    <a:pt x="1889010" y="320040"/>
                  </a:lnTo>
                  <a:lnTo>
                    <a:pt x="1889010" y="314325"/>
                  </a:lnTo>
                  <a:lnTo>
                    <a:pt x="1020673" y="314325"/>
                  </a:lnTo>
                  <a:lnTo>
                    <a:pt x="1020673" y="262890"/>
                  </a:lnTo>
                  <a:lnTo>
                    <a:pt x="1889010" y="262890"/>
                  </a:lnTo>
                  <a:lnTo>
                    <a:pt x="1889010" y="257175"/>
                  </a:lnTo>
                  <a:lnTo>
                    <a:pt x="1020673" y="257175"/>
                  </a:lnTo>
                  <a:lnTo>
                    <a:pt x="1020673" y="205740"/>
                  </a:lnTo>
                  <a:lnTo>
                    <a:pt x="1889010" y="205740"/>
                  </a:lnTo>
                  <a:lnTo>
                    <a:pt x="1889010" y="200025"/>
                  </a:lnTo>
                  <a:lnTo>
                    <a:pt x="1020673" y="200025"/>
                  </a:lnTo>
                  <a:lnTo>
                    <a:pt x="1020673" y="148590"/>
                  </a:lnTo>
                  <a:lnTo>
                    <a:pt x="1889010" y="148590"/>
                  </a:lnTo>
                  <a:lnTo>
                    <a:pt x="1889010" y="142875"/>
                  </a:lnTo>
                  <a:lnTo>
                    <a:pt x="1020673" y="142875"/>
                  </a:lnTo>
                  <a:lnTo>
                    <a:pt x="1020673" y="91440"/>
                  </a:lnTo>
                  <a:lnTo>
                    <a:pt x="1889010" y="91440"/>
                  </a:lnTo>
                  <a:lnTo>
                    <a:pt x="1889010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85390" y="2169033"/>
              <a:ext cx="111140" cy="231076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2422517" y="2267521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19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22517" y="2226183"/>
              <a:ext cx="74294" cy="173926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2422512" y="2113225"/>
              <a:ext cx="294640" cy="388620"/>
            </a:xfrm>
            <a:custGeom>
              <a:avLst/>
              <a:gdLst/>
              <a:ahLst/>
              <a:cxnLst/>
              <a:rect l="l" t="t" r="r" b="b"/>
              <a:pathLst>
                <a:path w="294639" h="388619">
                  <a:moveTo>
                    <a:pt x="74295" y="334035"/>
                  </a:moveTo>
                  <a:lnTo>
                    <a:pt x="74104" y="326796"/>
                  </a:lnTo>
                  <a:lnTo>
                    <a:pt x="71526" y="321564"/>
                  </a:lnTo>
                  <a:lnTo>
                    <a:pt x="66573" y="318325"/>
                  </a:lnTo>
                  <a:lnTo>
                    <a:pt x="62001" y="314706"/>
                  </a:lnTo>
                  <a:lnTo>
                    <a:pt x="55524" y="312991"/>
                  </a:lnTo>
                  <a:lnTo>
                    <a:pt x="47142" y="313182"/>
                  </a:lnTo>
                  <a:lnTo>
                    <a:pt x="39217" y="314147"/>
                  </a:lnTo>
                  <a:lnTo>
                    <a:pt x="4648" y="337248"/>
                  </a:lnTo>
                  <a:lnTo>
                    <a:pt x="0" y="351180"/>
                  </a:lnTo>
                  <a:lnTo>
                    <a:pt x="190" y="357657"/>
                  </a:lnTo>
                  <a:lnTo>
                    <a:pt x="25146" y="372618"/>
                  </a:lnTo>
                  <a:lnTo>
                    <a:pt x="33629" y="371665"/>
                  </a:lnTo>
                  <a:lnTo>
                    <a:pt x="69646" y="348615"/>
                  </a:lnTo>
                  <a:lnTo>
                    <a:pt x="72847" y="341604"/>
                  </a:lnTo>
                  <a:lnTo>
                    <a:pt x="74295" y="334035"/>
                  </a:lnTo>
                  <a:close/>
                </a:path>
                <a:path w="294639" h="388619">
                  <a:moveTo>
                    <a:pt x="294614" y="0"/>
                  </a:moveTo>
                  <a:lnTo>
                    <a:pt x="284619" y="0"/>
                  </a:lnTo>
                  <a:lnTo>
                    <a:pt x="284619" y="388620"/>
                  </a:lnTo>
                  <a:lnTo>
                    <a:pt x="294614" y="388620"/>
                  </a:lnTo>
                  <a:lnTo>
                    <a:pt x="2946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43127" y="2426208"/>
              <a:ext cx="74294" cy="116776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43127" y="2283333"/>
              <a:ext cx="74294" cy="116776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2927744" y="2170366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19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847218" y="2426208"/>
              <a:ext cx="111140" cy="173926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2863735" y="2286961"/>
              <a:ext cx="229235" cy="232410"/>
            </a:xfrm>
            <a:custGeom>
              <a:avLst/>
              <a:gdLst/>
              <a:ahLst/>
              <a:cxnLst/>
              <a:rect l="l" t="t" r="r" b="b"/>
              <a:pathLst>
                <a:path w="229235" h="232410">
                  <a:moveTo>
                    <a:pt x="74295" y="74574"/>
                  </a:moveTo>
                  <a:lnTo>
                    <a:pt x="74104" y="67335"/>
                  </a:lnTo>
                  <a:lnTo>
                    <a:pt x="71526" y="62103"/>
                  </a:lnTo>
                  <a:lnTo>
                    <a:pt x="66573" y="58864"/>
                  </a:lnTo>
                  <a:lnTo>
                    <a:pt x="62001" y="55245"/>
                  </a:lnTo>
                  <a:lnTo>
                    <a:pt x="55524" y="53530"/>
                  </a:lnTo>
                  <a:lnTo>
                    <a:pt x="47142" y="53721"/>
                  </a:lnTo>
                  <a:lnTo>
                    <a:pt x="39217" y="54686"/>
                  </a:lnTo>
                  <a:lnTo>
                    <a:pt x="4635" y="77787"/>
                  </a:lnTo>
                  <a:lnTo>
                    <a:pt x="0" y="91719"/>
                  </a:lnTo>
                  <a:lnTo>
                    <a:pt x="190" y="98196"/>
                  </a:lnTo>
                  <a:lnTo>
                    <a:pt x="25146" y="113157"/>
                  </a:lnTo>
                  <a:lnTo>
                    <a:pt x="33629" y="112204"/>
                  </a:lnTo>
                  <a:lnTo>
                    <a:pt x="69646" y="89154"/>
                  </a:lnTo>
                  <a:lnTo>
                    <a:pt x="72847" y="82143"/>
                  </a:lnTo>
                  <a:lnTo>
                    <a:pt x="74295" y="74574"/>
                  </a:lnTo>
                  <a:close/>
                </a:path>
                <a:path w="229235" h="232410">
                  <a:moveTo>
                    <a:pt x="229209" y="0"/>
                  </a:moveTo>
                  <a:lnTo>
                    <a:pt x="220637" y="0"/>
                  </a:lnTo>
                  <a:lnTo>
                    <a:pt x="220637" y="232029"/>
                  </a:lnTo>
                  <a:lnTo>
                    <a:pt x="229209" y="232029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167618" y="2698432"/>
              <a:ext cx="240315" cy="133921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3080245" y="2210380"/>
              <a:ext cx="1133475" cy="360045"/>
            </a:xfrm>
            <a:custGeom>
              <a:avLst/>
              <a:gdLst/>
              <a:ahLst/>
              <a:cxnLst/>
              <a:rect l="l" t="t" r="r" b="b"/>
              <a:pathLst>
                <a:path w="1133475" h="360044">
                  <a:moveTo>
                    <a:pt x="1133335" y="74295"/>
                  </a:moveTo>
                  <a:lnTo>
                    <a:pt x="94145" y="74295"/>
                  </a:lnTo>
                  <a:lnTo>
                    <a:pt x="94145" y="0"/>
                  </a:lnTo>
                  <a:lnTo>
                    <a:pt x="84137" y="0"/>
                  </a:lnTo>
                  <a:lnTo>
                    <a:pt x="84137" y="74295"/>
                  </a:lnTo>
                  <a:lnTo>
                    <a:pt x="0" y="74295"/>
                  </a:lnTo>
                  <a:lnTo>
                    <a:pt x="0" y="80010"/>
                  </a:lnTo>
                  <a:lnTo>
                    <a:pt x="84137" y="80010"/>
                  </a:lnTo>
                  <a:lnTo>
                    <a:pt x="84137" y="131445"/>
                  </a:lnTo>
                  <a:lnTo>
                    <a:pt x="0" y="131445"/>
                  </a:lnTo>
                  <a:lnTo>
                    <a:pt x="0" y="137160"/>
                  </a:lnTo>
                  <a:lnTo>
                    <a:pt x="84137" y="137160"/>
                  </a:lnTo>
                  <a:lnTo>
                    <a:pt x="84137" y="188595"/>
                  </a:lnTo>
                  <a:lnTo>
                    <a:pt x="0" y="188595"/>
                  </a:lnTo>
                  <a:lnTo>
                    <a:pt x="0" y="194310"/>
                  </a:lnTo>
                  <a:lnTo>
                    <a:pt x="84137" y="194310"/>
                  </a:lnTo>
                  <a:lnTo>
                    <a:pt x="84137" y="245745"/>
                  </a:lnTo>
                  <a:lnTo>
                    <a:pt x="0" y="245745"/>
                  </a:lnTo>
                  <a:lnTo>
                    <a:pt x="0" y="251460"/>
                  </a:lnTo>
                  <a:lnTo>
                    <a:pt x="84137" y="251460"/>
                  </a:lnTo>
                  <a:lnTo>
                    <a:pt x="84137" y="302895"/>
                  </a:lnTo>
                  <a:lnTo>
                    <a:pt x="0" y="302895"/>
                  </a:lnTo>
                  <a:lnTo>
                    <a:pt x="0" y="308610"/>
                  </a:lnTo>
                  <a:lnTo>
                    <a:pt x="84137" y="308610"/>
                  </a:lnTo>
                  <a:lnTo>
                    <a:pt x="84137" y="360045"/>
                  </a:lnTo>
                  <a:lnTo>
                    <a:pt x="94145" y="360045"/>
                  </a:lnTo>
                  <a:lnTo>
                    <a:pt x="94145" y="308610"/>
                  </a:lnTo>
                  <a:lnTo>
                    <a:pt x="1133335" y="308610"/>
                  </a:lnTo>
                  <a:lnTo>
                    <a:pt x="1133335" y="302895"/>
                  </a:lnTo>
                  <a:lnTo>
                    <a:pt x="94145" y="302895"/>
                  </a:lnTo>
                  <a:lnTo>
                    <a:pt x="94145" y="251460"/>
                  </a:lnTo>
                  <a:lnTo>
                    <a:pt x="1133335" y="251460"/>
                  </a:lnTo>
                  <a:lnTo>
                    <a:pt x="1133335" y="245745"/>
                  </a:lnTo>
                  <a:lnTo>
                    <a:pt x="94145" y="245745"/>
                  </a:lnTo>
                  <a:lnTo>
                    <a:pt x="94145" y="194310"/>
                  </a:lnTo>
                  <a:lnTo>
                    <a:pt x="1133335" y="194310"/>
                  </a:lnTo>
                  <a:lnTo>
                    <a:pt x="1133335" y="188595"/>
                  </a:lnTo>
                  <a:lnTo>
                    <a:pt x="94145" y="188595"/>
                  </a:lnTo>
                  <a:lnTo>
                    <a:pt x="94145" y="137160"/>
                  </a:lnTo>
                  <a:lnTo>
                    <a:pt x="1133335" y="137160"/>
                  </a:lnTo>
                  <a:lnTo>
                    <a:pt x="1133335" y="131445"/>
                  </a:lnTo>
                  <a:lnTo>
                    <a:pt x="94145" y="131445"/>
                  </a:lnTo>
                  <a:lnTo>
                    <a:pt x="94145" y="80010"/>
                  </a:lnTo>
                  <a:lnTo>
                    <a:pt x="1133335" y="80010"/>
                  </a:lnTo>
                  <a:lnTo>
                    <a:pt x="1133335" y="742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147872" y="2169033"/>
              <a:ext cx="126817" cy="145351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3164383" y="2140467"/>
              <a:ext cx="622300" cy="487680"/>
            </a:xfrm>
            <a:custGeom>
              <a:avLst/>
              <a:gdLst/>
              <a:ahLst/>
              <a:cxnLst/>
              <a:rect l="l" t="t" r="r" b="b"/>
              <a:pathLst>
                <a:path w="622300" h="487680">
                  <a:moveTo>
                    <a:pt x="74295" y="221068"/>
                  </a:moveTo>
                  <a:lnTo>
                    <a:pt x="74104" y="213829"/>
                  </a:lnTo>
                  <a:lnTo>
                    <a:pt x="71539" y="208597"/>
                  </a:lnTo>
                  <a:lnTo>
                    <a:pt x="66586" y="205359"/>
                  </a:lnTo>
                  <a:lnTo>
                    <a:pt x="62014" y="201739"/>
                  </a:lnTo>
                  <a:lnTo>
                    <a:pt x="55537" y="200025"/>
                  </a:lnTo>
                  <a:lnTo>
                    <a:pt x="47155" y="200215"/>
                  </a:lnTo>
                  <a:lnTo>
                    <a:pt x="39217" y="201180"/>
                  </a:lnTo>
                  <a:lnTo>
                    <a:pt x="4648" y="224282"/>
                  </a:lnTo>
                  <a:lnTo>
                    <a:pt x="0" y="238213"/>
                  </a:lnTo>
                  <a:lnTo>
                    <a:pt x="190" y="244690"/>
                  </a:lnTo>
                  <a:lnTo>
                    <a:pt x="25146" y="259651"/>
                  </a:lnTo>
                  <a:lnTo>
                    <a:pt x="33629" y="258699"/>
                  </a:lnTo>
                  <a:lnTo>
                    <a:pt x="69646" y="235648"/>
                  </a:lnTo>
                  <a:lnTo>
                    <a:pt x="72847" y="228638"/>
                  </a:lnTo>
                  <a:lnTo>
                    <a:pt x="74295" y="221068"/>
                  </a:lnTo>
                  <a:close/>
                </a:path>
                <a:path w="622300" h="487680">
                  <a:moveTo>
                    <a:pt x="110299" y="229069"/>
                  </a:moveTo>
                  <a:lnTo>
                    <a:pt x="109537" y="222592"/>
                  </a:lnTo>
                  <a:lnTo>
                    <a:pt x="105918" y="219075"/>
                  </a:lnTo>
                  <a:lnTo>
                    <a:pt x="99441" y="218503"/>
                  </a:lnTo>
                  <a:lnTo>
                    <a:pt x="92773" y="219075"/>
                  </a:lnTo>
                  <a:lnTo>
                    <a:pt x="89154" y="222592"/>
                  </a:lnTo>
                  <a:lnTo>
                    <a:pt x="88582" y="229069"/>
                  </a:lnTo>
                  <a:lnTo>
                    <a:pt x="89154" y="235546"/>
                  </a:lnTo>
                  <a:lnTo>
                    <a:pt x="92773" y="239268"/>
                  </a:lnTo>
                  <a:lnTo>
                    <a:pt x="99441" y="240220"/>
                  </a:lnTo>
                  <a:lnTo>
                    <a:pt x="105918" y="239268"/>
                  </a:lnTo>
                  <a:lnTo>
                    <a:pt x="109537" y="235546"/>
                  </a:lnTo>
                  <a:lnTo>
                    <a:pt x="110299" y="229069"/>
                  </a:lnTo>
                  <a:close/>
                </a:path>
                <a:path w="622300" h="487680">
                  <a:moveTo>
                    <a:pt x="425538" y="26327"/>
                  </a:moveTo>
                  <a:lnTo>
                    <a:pt x="404190" y="26327"/>
                  </a:lnTo>
                  <a:lnTo>
                    <a:pt x="405206" y="21043"/>
                  </a:lnTo>
                  <a:lnTo>
                    <a:pt x="405015" y="13804"/>
                  </a:lnTo>
                  <a:lnTo>
                    <a:pt x="402450" y="8572"/>
                  </a:lnTo>
                  <a:lnTo>
                    <a:pt x="397497" y="5334"/>
                  </a:lnTo>
                  <a:lnTo>
                    <a:pt x="392925" y="1714"/>
                  </a:lnTo>
                  <a:lnTo>
                    <a:pt x="386448" y="0"/>
                  </a:lnTo>
                  <a:lnTo>
                    <a:pt x="378066" y="190"/>
                  </a:lnTo>
                  <a:lnTo>
                    <a:pt x="370128" y="1155"/>
                  </a:lnTo>
                  <a:lnTo>
                    <a:pt x="335559" y="24257"/>
                  </a:lnTo>
                  <a:lnTo>
                    <a:pt x="334568" y="26327"/>
                  </a:lnTo>
                  <a:lnTo>
                    <a:pt x="314401" y="26327"/>
                  </a:lnTo>
                  <a:lnTo>
                    <a:pt x="314401" y="33477"/>
                  </a:lnTo>
                  <a:lnTo>
                    <a:pt x="331851" y="33477"/>
                  </a:lnTo>
                  <a:lnTo>
                    <a:pt x="330911" y="38188"/>
                  </a:lnTo>
                  <a:lnTo>
                    <a:pt x="331000" y="41338"/>
                  </a:lnTo>
                  <a:lnTo>
                    <a:pt x="330911" y="83477"/>
                  </a:lnTo>
                  <a:lnTo>
                    <a:pt x="314401" y="83477"/>
                  </a:lnTo>
                  <a:lnTo>
                    <a:pt x="314401" y="90627"/>
                  </a:lnTo>
                  <a:lnTo>
                    <a:pt x="330911" y="90627"/>
                  </a:lnTo>
                  <a:lnTo>
                    <a:pt x="330911" y="238213"/>
                  </a:lnTo>
                  <a:lnTo>
                    <a:pt x="330911" y="429958"/>
                  </a:lnTo>
                  <a:lnTo>
                    <a:pt x="340918" y="429958"/>
                  </a:lnTo>
                  <a:lnTo>
                    <a:pt x="340918" y="255981"/>
                  </a:lnTo>
                  <a:lnTo>
                    <a:pt x="342912" y="257556"/>
                  </a:lnTo>
                  <a:lnTo>
                    <a:pt x="348818" y="259461"/>
                  </a:lnTo>
                  <a:lnTo>
                    <a:pt x="356057" y="259651"/>
                  </a:lnTo>
                  <a:lnTo>
                    <a:pt x="364540" y="258699"/>
                  </a:lnTo>
                  <a:lnTo>
                    <a:pt x="400570" y="235648"/>
                  </a:lnTo>
                  <a:lnTo>
                    <a:pt x="405206" y="221068"/>
                  </a:lnTo>
                  <a:lnTo>
                    <a:pt x="405015" y="213829"/>
                  </a:lnTo>
                  <a:lnTo>
                    <a:pt x="402450" y="208597"/>
                  </a:lnTo>
                  <a:lnTo>
                    <a:pt x="397497" y="205359"/>
                  </a:lnTo>
                  <a:lnTo>
                    <a:pt x="392925" y="201739"/>
                  </a:lnTo>
                  <a:lnTo>
                    <a:pt x="386448" y="200025"/>
                  </a:lnTo>
                  <a:lnTo>
                    <a:pt x="378066" y="200215"/>
                  </a:lnTo>
                  <a:lnTo>
                    <a:pt x="370128" y="201180"/>
                  </a:lnTo>
                  <a:lnTo>
                    <a:pt x="362343" y="203492"/>
                  </a:lnTo>
                  <a:lnTo>
                    <a:pt x="354698" y="207175"/>
                  </a:lnTo>
                  <a:lnTo>
                    <a:pt x="347205" y="212217"/>
                  </a:lnTo>
                  <a:lnTo>
                    <a:pt x="340918" y="217665"/>
                  </a:lnTo>
                  <a:lnTo>
                    <a:pt x="340918" y="90627"/>
                  </a:lnTo>
                  <a:lnTo>
                    <a:pt x="425538" y="90627"/>
                  </a:lnTo>
                  <a:lnTo>
                    <a:pt x="425538" y="83477"/>
                  </a:lnTo>
                  <a:lnTo>
                    <a:pt x="340918" y="83477"/>
                  </a:lnTo>
                  <a:lnTo>
                    <a:pt x="340918" y="55956"/>
                  </a:lnTo>
                  <a:lnTo>
                    <a:pt x="342912" y="57531"/>
                  </a:lnTo>
                  <a:lnTo>
                    <a:pt x="348818" y="59436"/>
                  </a:lnTo>
                  <a:lnTo>
                    <a:pt x="356057" y="59626"/>
                  </a:lnTo>
                  <a:lnTo>
                    <a:pt x="364540" y="58674"/>
                  </a:lnTo>
                  <a:lnTo>
                    <a:pt x="400570" y="35623"/>
                  </a:lnTo>
                  <a:lnTo>
                    <a:pt x="401535" y="33477"/>
                  </a:lnTo>
                  <a:lnTo>
                    <a:pt x="425538" y="33477"/>
                  </a:lnTo>
                  <a:lnTo>
                    <a:pt x="425538" y="26327"/>
                  </a:lnTo>
                  <a:close/>
                </a:path>
                <a:path w="622300" h="487680">
                  <a:moveTo>
                    <a:pt x="547814" y="83477"/>
                  </a:moveTo>
                  <a:lnTo>
                    <a:pt x="498538" y="83477"/>
                  </a:lnTo>
                  <a:lnTo>
                    <a:pt x="503250" y="81394"/>
                  </a:lnTo>
                  <a:lnTo>
                    <a:pt x="511200" y="76479"/>
                  </a:lnTo>
                  <a:lnTo>
                    <a:pt x="517906" y="70624"/>
                  </a:lnTo>
                  <a:lnTo>
                    <a:pt x="522846" y="64198"/>
                  </a:lnTo>
                  <a:lnTo>
                    <a:pt x="526046" y="57188"/>
                  </a:lnTo>
                  <a:lnTo>
                    <a:pt x="527494" y="49618"/>
                  </a:lnTo>
                  <a:lnTo>
                    <a:pt x="527304" y="42379"/>
                  </a:lnTo>
                  <a:lnTo>
                    <a:pt x="524725" y="37147"/>
                  </a:lnTo>
                  <a:lnTo>
                    <a:pt x="519772" y="33909"/>
                  </a:lnTo>
                  <a:lnTo>
                    <a:pt x="515200" y="30289"/>
                  </a:lnTo>
                  <a:lnTo>
                    <a:pt x="508723" y="28575"/>
                  </a:lnTo>
                  <a:lnTo>
                    <a:pt x="500341" y="28765"/>
                  </a:lnTo>
                  <a:lnTo>
                    <a:pt x="492417" y="29730"/>
                  </a:lnTo>
                  <a:lnTo>
                    <a:pt x="457835" y="52832"/>
                  </a:lnTo>
                  <a:lnTo>
                    <a:pt x="453199" y="66763"/>
                  </a:lnTo>
                  <a:lnTo>
                    <a:pt x="453288" y="69913"/>
                  </a:lnTo>
                  <a:lnTo>
                    <a:pt x="453199" y="83477"/>
                  </a:lnTo>
                  <a:lnTo>
                    <a:pt x="436676" y="83477"/>
                  </a:lnTo>
                  <a:lnTo>
                    <a:pt x="436676" y="90627"/>
                  </a:lnTo>
                  <a:lnTo>
                    <a:pt x="453199" y="90627"/>
                  </a:lnTo>
                  <a:lnTo>
                    <a:pt x="453199" y="266788"/>
                  </a:lnTo>
                  <a:lnTo>
                    <a:pt x="453199" y="444246"/>
                  </a:lnTo>
                  <a:lnTo>
                    <a:pt x="463194" y="444246"/>
                  </a:lnTo>
                  <a:lnTo>
                    <a:pt x="463194" y="284543"/>
                  </a:lnTo>
                  <a:lnTo>
                    <a:pt x="465201" y="286131"/>
                  </a:lnTo>
                  <a:lnTo>
                    <a:pt x="471106" y="288036"/>
                  </a:lnTo>
                  <a:lnTo>
                    <a:pt x="478345" y="288226"/>
                  </a:lnTo>
                  <a:lnTo>
                    <a:pt x="486829" y="287274"/>
                  </a:lnTo>
                  <a:lnTo>
                    <a:pt x="522846" y="264223"/>
                  </a:lnTo>
                  <a:lnTo>
                    <a:pt x="527494" y="249643"/>
                  </a:lnTo>
                  <a:lnTo>
                    <a:pt x="527304" y="242404"/>
                  </a:lnTo>
                  <a:lnTo>
                    <a:pt x="524725" y="237172"/>
                  </a:lnTo>
                  <a:lnTo>
                    <a:pt x="519772" y="233934"/>
                  </a:lnTo>
                  <a:lnTo>
                    <a:pt x="515200" y="230314"/>
                  </a:lnTo>
                  <a:lnTo>
                    <a:pt x="508723" y="228600"/>
                  </a:lnTo>
                  <a:lnTo>
                    <a:pt x="500341" y="228790"/>
                  </a:lnTo>
                  <a:lnTo>
                    <a:pt x="492417" y="229755"/>
                  </a:lnTo>
                  <a:lnTo>
                    <a:pt x="484632" y="232067"/>
                  </a:lnTo>
                  <a:lnTo>
                    <a:pt x="476986" y="235750"/>
                  </a:lnTo>
                  <a:lnTo>
                    <a:pt x="469480" y="240792"/>
                  </a:lnTo>
                  <a:lnTo>
                    <a:pt x="463194" y="246253"/>
                  </a:lnTo>
                  <a:lnTo>
                    <a:pt x="463194" y="90627"/>
                  </a:lnTo>
                  <a:lnTo>
                    <a:pt x="547814" y="90627"/>
                  </a:lnTo>
                  <a:lnTo>
                    <a:pt x="547814" y="83477"/>
                  </a:lnTo>
                  <a:close/>
                </a:path>
                <a:path w="622300" h="487680">
                  <a:moveTo>
                    <a:pt x="622071" y="98488"/>
                  </a:moveTo>
                  <a:lnTo>
                    <a:pt x="612076" y="98488"/>
                  </a:lnTo>
                  <a:lnTo>
                    <a:pt x="612076" y="487108"/>
                  </a:lnTo>
                  <a:lnTo>
                    <a:pt x="622071" y="487108"/>
                  </a:lnTo>
                  <a:lnTo>
                    <a:pt x="622071" y="98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20454" y="2146363"/>
              <a:ext cx="150629" cy="169449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720454" y="2338673"/>
              <a:ext cx="131063" cy="168306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4217714" y="2286952"/>
              <a:ext cx="8890" cy="232410"/>
            </a:xfrm>
            <a:custGeom>
              <a:avLst/>
              <a:gdLst/>
              <a:ahLst/>
              <a:cxnLst/>
              <a:rect l="l" t="t" r="r" b="b"/>
              <a:pathLst>
                <a:path w="8889" h="232410">
                  <a:moveTo>
                    <a:pt x="8572" y="232028"/>
                  </a:moveTo>
                  <a:lnTo>
                    <a:pt x="0" y="23202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232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495304" y="2498493"/>
              <a:ext cx="122280" cy="86210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4213580" y="1998925"/>
              <a:ext cx="1089660" cy="520065"/>
            </a:xfrm>
            <a:custGeom>
              <a:avLst/>
              <a:gdLst/>
              <a:ahLst/>
              <a:cxnLst/>
              <a:rect l="l" t="t" r="r" b="b"/>
              <a:pathLst>
                <a:path w="1089660" h="520064">
                  <a:moveTo>
                    <a:pt x="429945" y="167868"/>
                  </a:moveTo>
                  <a:lnTo>
                    <a:pt x="405612" y="167868"/>
                  </a:lnTo>
                  <a:lnTo>
                    <a:pt x="404672" y="163804"/>
                  </a:lnTo>
                  <a:lnTo>
                    <a:pt x="401040" y="157441"/>
                  </a:lnTo>
                  <a:lnTo>
                    <a:pt x="395528" y="152374"/>
                  </a:lnTo>
                  <a:lnTo>
                    <a:pt x="388175" y="148590"/>
                  </a:lnTo>
                  <a:lnTo>
                    <a:pt x="382663" y="146685"/>
                  </a:lnTo>
                  <a:lnTo>
                    <a:pt x="380314" y="145872"/>
                  </a:lnTo>
                  <a:lnTo>
                    <a:pt x="378650" y="145465"/>
                  </a:lnTo>
                  <a:lnTo>
                    <a:pt x="378650" y="188785"/>
                  </a:lnTo>
                  <a:lnTo>
                    <a:pt x="374459" y="195072"/>
                  </a:lnTo>
                  <a:lnTo>
                    <a:pt x="365315" y="195453"/>
                  </a:lnTo>
                  <a:lnTo>
                    <a:pt x="359219" y="196215"/>
                  </a:lnTo>
                  <a:lnTo>
                    <a:pt x="353885" y="193929"/>
                  </a:lnTo>
                  <a:lnTo>
                    <a:pt x="349313" y="188595"/>
                  </a:lnTo>
                  <a:lnTo>
                    <a:pt x="344741" y="182880"/>
                  </a:lnTo>
                  <a:lnTo>
                    <a:pt x="342074" y="175450"/>
                  </a:lnTo>
                  <a:lnTo>
                    <a:pt x="342036" y="175018"/>
                  </a:lnTo>
                  <a:lnTo>
                    <a:pt x="377761" y="175018"/>
                  </a:lnTo>
                  <a:lnTo>
                    <a:pt x="377888" y="176593"/>
                  </a:lnTo>
                  <a:lnTo>
                    <a:pt x="378650" y="188785"/>
                  </a:lnTo>
                  <a:lnTo>
                    <a:pt x="378650" y="145465"/>
                  </a:lnTo>
                  <a:lnTo>
                    <a:pt x="377190" y="145110"/>
                  </a:lnTo>
                  <a:lnTo>
                    <a:pt x="377190" y="167868"/>
                  </a:lnTo>
                  <a:lnTo>
                    <a:pt x="341439" y="167868"/>
                  </a:lnTo>
                  <a:lnTo>
                    <a:pt x="341312" y="166306"/>
                  </a:lnTo>
                  <a:lnTo>
                    <a:pt x="340931" y="159829"/>
                  </a:lnTo>
                  <a:lnTo>
                    <a:pt x="340969" y="159639"/>
                  </a:lnTo>
                  <a:lnTo>
                    <a:pt x="341693" y="155257"/>
                  </a:lnTo>
                  <a:lnTo>
                    <a:pt x="359981" y="146685"/>
                  </a:lnTo>
                  <a:lnTo>
                    <a:pt x="365315" y="148971"/>
                  </a:lnTo>
                  <a:lnTo>
                    <a:pt x="374459" y="159639"/>
                  </a:lnTo>
                  <a:lnTo>
                    <a:pt x="374523" y="159829"/>
                  </a:lnTo>
                  <a:lnTo>
                    <a:pt x="377126" y="167068"/>
                  </a:lnTo>
                  <a:lnTo>
                    <a:pt x="377190" y="167868"/>
                  </a:lnTo>
                  <a:lnTo>
                    <a:pt x="377190" y="145110"/>
                  </a:lnTo>
                  <a:lnTo>
                    <a:pt x="372745" y="144018"/>
                  </a:lnTo>
                  <a:lnTo>
                    <a:pt x="365455" y="143014"/>
                  </a:lnTo>
                  <a:lnTo>
                    <a:pt x="358457" y="142875"/>
                  </a:lnTo>
                  <a:lnTo>
                    <a:pt x="351701" y="143014"/>
                  </a:lnTo>
                  <a:lnTo>
                    <a:pt x="314198" y="163804"/>
                  </a:lnTo>
                  <a:lnTo>
                    <a:pt x="313410" y="167868"/>
                  </a:lnTo>
                  <a:lnTo>
                    <a:pt x="293065" y="167868"/>
                  </a:lnTo>
                  <a:lnTo>
                    <a:pt x="271716" y="167868"/>
                  </a:lnTo>
                  <a:lnTo>
                    <a:pt x="272732" y="162585"/>
                  </a:lnTo>
                  <a:lnTo>
                    <a:pt x="272542" y="155346"/>
                  </a:lnTo>
                  <a:lnTo>
                    <a:pt x="272453" y="155168"/>
                  </a:lnTo>
                  <a:lnTo>
                    <a:pt x="272453" y="0"/>
                  </a:lnTo>
                  <a:lnTo>
                    <a:pt x="262445" y="0"/>
                  </a:lnTo>
                  <a:lnTo>
                    <a:pt x="262445" y="144843"/>
                  </a:lnTo>
                  <a:lnTo>
                    <a:pt x="260451" y="143256"/>
                  </a:lnTo>
                  <a:lnTo>
                    <a:pt x="253974" y="141541"/>
                  </a:lnTo>
                  <a:lnTo>
                    <a:pt x="214731" y="153733"/>
                  </a:lnTo>
                  <a:lnTo>
                    <a:pt x="202095" y="167868"/>
                  </a:lnTo>
                  <a:lnTo>
                    <a:pt x="181914" y="167868"/>
                  </a:lnTo>
                  <a:lnTo>
                    <a:pt x="181914" y="175018"/>
                  </a:lnTo>
                  <a:lnTo>
                    <a:pt x="199377" y="175018"/>
                  </a:lnTo>
                  <a:lnTo>
                    <a:pt x="198437" y="179730"/>
                  </a:lnTo>
                  <a:lnTo>
                    <a:pt x="223583" y="201168"/>
                  </a:lnTo>
                  <a:lnTo>
                    <a:pt x="232067" y="200215"/>
                  </a:lnTo>
                  <a:lnTo>
                    <a:pt x="268084" y="177165"/>
                  </a:lnTo>
                  <a:lnTo>
                    <a:pt x="269062" y="175018"/>
                  </a:lnTo>
                  <a:lnTo>
                    <a:pt x="293065" y="175018"/>
                  </a:lnTo>
                  <a:lnTo>
                    <a:pt x="313550" y="175018"/>
                  </a:lnTo>
                  <a:lnTo>
                    <a:pt x="314490" y="179095"/>
                  </a:lnTo>
                  <a:lnTo>
                    <a:pt x="318020" y="185445"/>
                  </a:lnTo>
                  <a:lnTo>
                    <a:pt x="360172" y="200025"/>
                  </a:lnTo>
                  <a:lnTo>
                    <a:pt x="367131" y="199872"/>
                  </a:lnTo>
                  <a:lnTo>
                    <a:pt x="404964" y="179095"/>
                  </a:lnTo>
                  <a:lnTo>
                    <a:pt x="405752" y="175018"/>
                  </a:lnTo>
                  <a:lnTo>
                    <a:pt x="429945" y="175018"/>
                  </a:lnTo>
                  <a:lnTo>
                    <a:pt x="429945" y="167868"/>
                  </a:lnTo>
                  <a:close/>
                </a:path>
                <a:path w="1089660" h="520064">
                  <a:moveTo>
                    <a:pt x="513664" y="225018"/>
                  </a:moveTo>
                  <a:lnTo>
                    <a:pt x="492328" y="225018"/>
                  </a:lnTo>
                  <a:lnTo>
                    <a:pt x="493344" y="219735"/>
                  </a:lnTo>
                  <a:lnTo>
                    <a:pt x="493153" y="212496"/>
                  </a:lnTo>
                  <a:lnTo>
                    <a:pt x="493052" y="212293"/>
                  </a:lnTo>
                  <a:lnTo>
                    <a:pt x="493052" y="57150"/>
                  </a:lnTo>
                  <a:lnTo>
                    <a:pt x="483057" y="57150"/>
                  </a:lnTo>
                  <a:lnTo>
                    <a:pt x="483057" y="202006"/>
                  </a:lnTo>
                  <a:lnTo>
                    <a:pt x="481050" y="200406"/>
                  </a:lnTo>
                  <a:lnTo>
                    <a:pt x="474573" y="198691"/>
                  </a:lnTo>
                  <a:lnTo>
                    <a:pt x="435330" y="210883"/>
                  </a:lnTo>
                  <a:lnTo>
                    <a:pt x="422694" y="225018"/>
                  </a:lnTo>
                  <a:lnTo>
                    <a:pt x="405612" y="225018"/>
                  </a:lnTo>
                  <a:lnTo>
                    <a:pt x="382663" y="203835"/>
                  </a:lnTo>
                  <a:lnTo>
                    <a:pt x="380314" y="203022"/>
                  </a:lnTo>
                  <a:lnTo>
                    <a:pt x="378650" y="202615"/>
                  </a:lnTo>
                  <a:lnTo>
                    <a:pt x="378650" y="245935"/>
                  </a:lnTo>
                  <a:lnTo>
                    <a:pt x="374459" y="252222"/>
                  </a:lnTo>
                  <a:lnTo>
                    <a:pt x="365315" y="252603"/>
                  </a:lnTo>
                  <a:lnTo>
                    <a:pt x="359219" y="253365"/>
                  </a:lnTo>
                  <a:lnTo>
                    <a:pt x="353885" y="251079"/>
                  </a:lnTo>
                  <a:lnTo>
                    <a:pt x="349313" y="245745"/>
                  </a:lnTo>
                  <a:lnTo>
                    <a:pt x="344741" y="240030"/>
                  </a:lnTo>
                  <a:lnTo>
                    <a:pt x="342074" y="232600"/>
                  </a:lnTo>
                  <a:lnTo>
                    <a:pt x="342036" y="232168"/>
                  </a:lnTo>
                  <a:lnTo>
                    <a:pt x="377761" y="232168"/>
                  </a:lnTo>
                  <a:lnTo>
                    <a:pt x="377888" y="233743"/>
                  </a:lnTo>
                  <a:lnTo>
                    <a:pt x="378650" y="245935"/>
                  </a:lnTo>
                  <a:lnTo>
                    <a:pt x="378650" y="202615"/>
                  </a:lnTo>
                  <a:lnTo>
                    <a:pt x="377190" y="202260"/>
                  </a:lnTo>
                  <a:lnTo>
                    <a:pt x="377190" y="225018"/>
                  </a:lnTo>
                  <a:lnTo>
                    <a:pt x="341439" y="225018"/>
                  </a:lnTo>
                  <a:lnTo>
                    <a:pt x="341312" y="223456"/>
                  </a:lnTo>
                  <a:lnTo>
                    <a:pt x="340931" y="216979"/>
                  </a:lnTo>
                  <a:lnTo>
                    <a:pt x="340969" y="216789"/>
                  </a:lnTo>
                  <a:lnTo>
                    <a:pt x="341693" y="212407"/>
                  </a:lnTo>
                  <a:lnTo>
                    <a:pt x="359981" y="203835"/>
                  </a:lnTo>
                  <a:lnTo>
                    <a:pt x="365315" y="206121"/>
                  </a:lnTo>
                  <a:lnTo>
                    <a:pt x="374459" y="216789"/>
                  </a:lnTo>
                  <a:lnTo>
                    <a:pt x="374523" y="216979"/>
                  </a:lnTo>
                  <a:lnTo>
                    <a:pt x="377126" y="224218"/>
                  </a:lnTo>
                  <a:lnTo>
                    <a:pt x="377190" y="225018"/>
                  </a:lnTo>
                  <a:lnTo>
                    <a:pt x="377190" y="202260"/>
                  </a:lnTo>
                  <a:lnTo>
                    <a:pt x="372745" y="201168"/>
                  </a:lnTo>
                  <a:lnTo>
                    <a:pt x="365455" y="200164"/>
                  </a:lnTo>
                  <a:lnTo>
                    <a:pt x="358457" y="200025"/>
                  </a:lnTo>
                  <a:lnTo>
                    <a:pt x="351701" y="200164"/>
                  </a:lnTo>
                  <a:lnTo>
                    <a:pt x="314198" y="220954"/>
                  </a:lnTo>
                  <a:lnTo>
                    <a:pt x="313410" y="225018"/>
                  </a:lnTo>
                  <a:lnTo>
                    <a:pt x="293065" y="225018"/>
                  </a:lnTo>
                  <a:lnTo>
                    <a:pt x="181914" y="225018"/>
                  </a:lnTo>
                  <a:lnTo>
                    <a:pt x="181914" y="232168"/>
                  </a:lnTo>
                  <a:lnTo>
                    <a:pt x="293065" y="232168"/>
                  </a:lnTo>
                  <a:lnTo>
                    <a:pt x="313550" y="232168"/>
                  </a:lnTo>
                  <a:lnTo>
                    <a:pt x="345884" y="256032"/>
                  </a:lnTo>
                  <a:lnTo>
                    <a:pt x="360172" y="257175"/>
                  </a:lnTo>
                  <a:lnTo>
                    <a:pt x="367131" y="257022"/>
                  </a:lnTo>
                  <a:lnTo>
                    <a:pt x="404964" y="236245"/>
                  </a:lnTo>
                  <a:lnTo>
                    <a:pt x="405752" y="232168"/>
                  </a:lnTo>
                  <a:lnTo>
                    <a:pt x="419989" y="232168"/>
                  </a:lnTo>
                  <a:lnTo>
                    <a:pt x="419049" y="236880"/>
                  </a:lnTo>
                  <a:lnTo>
                    <a:pt x="419239" y="243357"/>
                  </a:lnTo>
                  <a:lnTo>
                    <a:pt x="421716" y="248602"/>
                  </a:lnTo>
                  <a:lnTo>
                    <a:pt x="426478" y="252603"/>
                  </a:lnTo>
                  <a:lnTo>
                    <a:pt x="431050" y="256222"/>
                  </a:lnTo>
                  <a:lnTo>
                    <a:pt x="436956" y="258127"/>
                  </a:lnTo>
                  <a:lnTo>
                    <a:pt x="444195" y="258318"/>
                  </a:lnTo>
                  <a:lnTo>
                    <a:pt x="452678" y="257365"/>
                  </a:lnTo>
                  <a:lnTo>
                    <a:pt x="488696" y="234315"/>
                  </a:lnTo>
                  <a:lnTo>
                    <a:pt x="489673" y="232168"/>
                  </a:lnTo>
                  <a:lnTo>
                    <a:pt x="513664" y="232168"/>
                  </a:lnTo>
                  <a:lnTo>
                    <a:pt x="513664" y="225018"/>
                  </a:lnTo>
                  <a:close/>
                </a:path>
                <a:path w="1089660" h="520064">
                  <a:moveTo>
                    <a:pt x="1076782" y="514350"/>
                  </a:moveTo>
                  <a:lnTo>
                    <a:pt x="0" y="514350"/>
                  </a:lnTo>
                  <a:lnTo>
                    <a:pt x="0" y="520065"/>
                  </a:lnTo>
                  <a:lnTo>
                    <a:pt x="1076782" y="520065"/>
                  </a:lnTo>
                  <a:lnTo>
                    <a:pt x="1076782" y="514350"/>
                  </a:lnTo>
                  <a:close/>
                </a:path>
                <a:path w="1089660" h="520064">
                  <a:moveTo>
                    <a:pt x="1076782" y="457200"/>
                  </a:moveTo>
                  <a:lnTo>
                    <a:pt x="0" y="457200"/>
                  </a:lnTo>
                  <a:lnTo>
                    <a:pt x="0" y="462915"/>
                  </a:lnTo>
                  <a:lnTo>
                    <a:pt x="1076782" y="462915"/>
                  </a:lnTo>
                  <a:lnTo>
                    <a:pt x="1076782" y="457200"/>
                  </a:lnTo>
                  <a:close/>
                </a:path>
                <a:path w="1089660" h="520064">
                  <a:moveTo>
                    <a:pt x="1076782" y="400050"/>
                  </a:moveTo>
                  <a:lnTo>
                    <a:pt x="0" y="400050"/>
                  </a:lnTo>
                  <a:lnTo>
                    <a:pt x="0" y="405765"/>
                  </a:lnTo>
                  <a:lnTo>
                    <a:pt x="1076782" y="405765"/>
                  </a:lnTo>
                  <a:lnTo>
                    <a:pt x="1076782" y="400050"/>
                  </a:lnTo>
                  <a:close/>
                </a:path>
                <a:path w="1089660" h="520064">
                  <a:moveTo>
                    <a:pt x="1076782" y="285750"/>
                  </a:moveTo>
                  <a:lnTo>
                    <a:pt x="934275" y="285750"/>
                  </a:lnTo>
                  <a:lnTo>
                    <a:pt x="934275" y="171450"/>
                  </a:lnTo>
                  <a:lnTo>
                    <a:pt x="924267" y="171450"/>
                  </a:lnTo>
                  <a:lnTo>
                    <a:pt x="924267" y="285750"/>
                  </a:lnTo>
                  <a:lnTo>
                    <a:pt x="924267" y="291465"/>
                  </a:lnTo>
                  <a:lnTo>
                    <a:pt x="924267" y="316293"/>
                  </a:lnTo>
                  <a:lnTo>
                    <a:pt x="922274" y="314706"/>
                  </a:lnTo>
                  <a:lnTo>
                    <a:pt x="915797" y="312991"/>
                  </a:lnTo>
                  <a:lnTo>
                    <a:pt x="907415" y="313182"/>
                  </a:lnTo>
                  <a:lnTo>
                    <a:pt x="899490" y="314147"/>
                  </a:lnTo>
                  <a:lnTo>
                    <a:pt x="864908" y="337248"/>
                  </a:lnTo>
                  <a:lnTo>
                    <a:pt x="862215" y="342900"/>
                  </a:lnTo>
                  <a:lnTo>
                    <a:pt x="406463" y="342900"/>
                  </a:lnTo>
                  <a:lnTo>
                    <a:pt x="382663" y="318135"/>
                  </a:lnTo>
                  <a:lnTo>
                    <a:pt x="380314" y="317322"/>
                  </a:lnTo>
                  <a:lnTo>
                    <a:pt x="378650" y="316915"/>
                  </a:lnTo>
                  <a:lnTo>
                    <a:pt x="378650" y="360235"/>
                  </a:lnTo>
                  <a:lnTo>
                    <a:pt x="374459" y="366522"/>
                  </a:lnTo>
                  <a:lnTo>
                    <a:pt x="365315" y="366903"/>
                  </a:lnTo>
                  <a:lnTo>
                    <a:pt x="359219" y="367665"/>
                  </a:lnTo>
                  <a:lnTo>
                    <a:pt x="353885" y="365379"/>
                  </a:lnTo>
                  <a:lnTo>
                    <a:pt x="349313" y="360045"/>
                  </a:lnTo>
                  <a:lnTo>
                    <a:pt x="344741" y="354330"/>
                  </a:lnTo>
                  <a:lnTo>
                    <a:pt x="342684" y="348615"/>
                  </a:lnTo>
                  <a:lnTo>
                    <a:pt x="377913" y="348615"/>
                  </a:lnTo>
                  <a:lnTo>
                    <a:pt x="378650" y="360235"/>
                  </a:lnTo>
                  <a:lnTo>
                    <a:pt x="378650" y="316915"/>
                  </a:lnTo>
                  <a:lnTo>
                    <a:pt x="377469" y="316636"/>
                  </a:lnTo>
                  <a:lnTo>
                    <a:pt x="377469" y="342900"/>
                  </a:lnTo>
                  <a:lnTo>
                    <a:pt x="341731" y="342900"/>
                  </a:lnTo>
                  <a:lnTo>
                    <a:pt x="341312" y="337756"/>
                  </a:lnTo>
                  <a:lnTo>
                    <a:pt x="340931" y="331279"/>
                  </a:lnTo>
                  <a:lnTo>
                    <a:pt x="340969" y="331089"/>
                  </a:lnTo>
                  <a:lnTo>
                    <a:pt x="341693" y="326707"/>
                  </a:lnTo>
                  <a:lnTo>
                    <a:pt x="359981" y="318135"/>
                  </a:lnTo>
                  <a:lnTo>
                    <a:pt x="365315" y="320421"/>
                  </a:lnTo>
                  <a:lnTo>
                    <a:pt x="374459" y="331089"/>
                  </a:lnTo>
                  <a:lnTo>
                    <a:pt x="374523" y="331279"/>
                  </a:lnTo>
                  <a:lnTo>
                    <a:pt x="377126" y="338518"/>
                  </a:lnTo>
                  <a:lnTo>
                    <a:pt x="377469" y="342900"/>
                  </a:lnTo>
                  <a:lnTo>
                    <a:pt x="377469" y="316636"/>
                  </a:lnTo>
                  <a:lnTo>
                    <a:pt x="372745" y="315468"/>
                  </a:lnTo>
                  <a:lnTo>
                    <a:pt x="365455" y="314464"/>
                  </a:lnTo>
                  <a:lnTo>
                    <a:pt x="358457" y="314325"/>
                  </a:lnTo>
                  <a:lnTo>
                    <a:pt x="351701" y="314464"/>
                  </a:lnTo>
                  <a:lnTo>
                    <a:pt x="314198" y="335254"/>
                  </a:lnTo>
                  <a:lnTo>
                    <a:pt x="312737" y="342900"/>
                  </a:lnTo>
                  <a:lnTo>
                    <a:pt x="153517" y="342900"/>
                  </a:lnTo>
                  <a:lnTo>
                    <a:pt x="156248" y="338709"/>
                  </a:lnTo>
                  <a:lnTo>
                    <a:pt x="157010" y="333184"/>
                  </a:lnTo>
                  <a:lnTo>
                    <a:pt x="156248" y="329565"/>
                  </a:lnTo>
                  <a:lnTo>
                    <a:pt x="154533" y="326136"/>
                  </a:lnTo>
                  <a:lnTo>
                    <a:pt x="151866" y="322897"/>
                  </a:lnTo>
                  <a:lnTo>
                    <a:pt x="143865" y="314325"/>
                  </a:lnTo>
                  <a:lnTo>
                    <a:pt x="140817" y="310324"/>
                  </a:lnTo>
                  <a:lnTo>
                    <a:pt x="139103" y="306793"/>
                  </a:lnTo>
                  <a:lnTo>
                    <a:pt x="138722" y="303745"/>
                  </a:lnTo>
                  <a:lnTo>
                    <a:pt x="139674" y="298602"/>
                  </a:lnTo>
                  <a:lnTo>
                    <a:pt x="142621" y="294220"/>
                  </a:lnTo>
                  <a:lnTo>
                    <a:pt x="146380" y="291465"/>
                  </a:lnTo>
                  <a:lnTo>
                    <a:pt x="314045" y="291465"/>
                  </a:lnTo>
                  <a:lnTo>
                    <a:pt x="314490" y="293395"/>
                  </a:lnTo>
                  <a:lnTo>
                    <a:pt x="318020" y="299745"/>
                  </a:lnTo>
                  <a:lnTo>
                    <a:pt x="360172" y="314325"/>
                  </a:lnTo>
                  <a:lnTo>
                    <a:pt x="367131" y="314172"/>
                  </a:lnTo>
                  <a:lnTo>
                    <a:pt x="404964" y="293395"/>
                  </a:lnTo>
                  <a:lnTo>
                    <a:pt x="405333" y="291465"/>
                  </a:lnTo>
                  <a:lnTo>
                    <a:pt x="640168" y="291465"/>
                  </a:lnTo>
                  <a:lnTo>
                    <a:pt x="639660" y="294030"/>
                  </a:lnTo>
                  <a:lnTo>
                    <a:pt x="639851" y="300507"/>
                  </a:lnTo>
                  <a:lnTo>
                    <a:pt x="642327" y="305752"/>
                  </a:lnTo>
                  <a:lnTo>
                    <a:pt x="647090" y="309753"/>
                  </a:lnTo>
                  <a:lnTo>
                    <a:pt x="651662" y="313372"/>
                  </a:lnTo>
                  <a:lnTo>
                    <a:pt x="657567" y="315277"/>
                  </a:lnTo>
                  <a:lnTo>
                    <a:pt x="664806" y="315468"/>
                  </a:lnTo>
                  <a:lnTo>
                    <a:pt x="673290" y="314515"/>
                  </a:lnTo>
                  <a:lnTo>
                    <a:pt x="709307" y="291465"/>
                  </a:lnTo>
                  <a:lnTo>
                    <a:pt x="924267" y="291465"/>
                  </a:lnTo>
                  <a:lnTo>
                    <a:pt x="924267" y="285750"/>
                  </a:lnTo>
                  <a:lnTo>
                    <a:pt x="711911" y="285750"/>
                  </a:lnTo>
                  <a:lnTo>
                    <a:pt x="712508" y="284454"/>
                  </a:lnTo>
                  <a:lnTo>
                    <a:pt x="713955" y="276885"/>
                  </a:lnTo>
                  <a:lnTo>
                    <a:pt x="713765" y="269646"/>
                  </a:lnTo>
                  <a:lnTo>
                    <a:pt x="713663" y="269443"/>
                  </a:lnTo>
                  <a:lnTo>
                    <a:pt x="713663" y="114300"/>
                  </a:lnTo>
                  <a:lnTo>
                    <a:pt x="703668" y="114300"/>
                  </a:lnTo>
                  <a:lnTo>
                    <a:pt x="703668" y="259156"/>
                  </a:lnTo>
                  <a:lnTo>
                    <a:pt x="701662" y="257556"/>
                  </a:lnTo>
                  <a:lnTo>
                    <a:pt x="695185" y="255841"/>
                  </a:lnTo>
                  <a:lnTo>
                    <a:pt x="686803" y="256032"/>
                  </a:lnTo>
                  <a:lnTo>
                    <a:pt x="678878" y="256997"/>
                  </a:lnTo>
                  <a:lnTo>
                    <a:pt x="644296" y="280098"/>
                  </a:lnTo>
                  <a:lnTo>
                    <a:pt x="641616" y="285750"/>
                  </a:lnTo>
                  <a:lnTo>
                    <a:pt x="406463" y="285750"/>
                  </a:lnTo>
                  <a:lnTo>
                    <a:pt x="382663" y="260985"/>
                  </a:lnTo>
                  <a:lnTo>
                    <a:pt x="380314" y="260172"/>
                  </a:lnTo>
                  <a:lnTo>
                    <a:pt x="378650" y="259765"/>
                  </a:lnTo>
                  <a:lnTo>
                    <a:pt x="378650" y="303085"/>
                  </a:lnTo>
                  <a:lnTo>
                    <a:pt x="374459" y="309372"/>
                  </a:lnTo>
                  <a:lnTo>
                    <a:pt x="365315" y="309753"/>
                  </a:lnTo>
                  <a:lnTo>
                    <a:pt x="359219" y="310515"/>
                  </a:lnTo>
                  <a:lnTo>
                    <a:pt x="353885" y="308229"/>
                  </a:lnTo>
                  <a:lnTo>
                    <a:pt x="349313" y="302895"/>
                  </a:lnTo>
                  <a:lnTo>
                    <a:pt x="344741" y="297180"/>
                  </a:lnTo>
                  <a:lnTo>
                    <a:pt x="342684" y="291465"/>
                  </a:lnTo>
                  <a:lnTo>
                    <a:pt x="377913" y="291465"/>
                  </a:lnTo>
                  <a:lnTo>
                    <a:pt x="378650" y="303085"/>
                  </a:lnTo>
                  <a:lnTo>
                    <a:pt x="378650" y="259765"/>
                  </a:lnTo>
                  <a:lnTo>
                    <a:pt x="377469" y="259486"/>
                  </a:lnTo>
                  <a:lnTo>
                    <a:pt x="377469" y="285750"/>
                  </a:lnTo>
                  <a:lnTo>
                    <a:pt x="341731" y="285750"/>
                  </a:lnTo>
                  <a:lnTo>
                    <a:pt x="341312" y="280606"/>
                  </a:lnTo>
                  <a:lnTo>
                    <a:pt x="340931" y="274129"/>
                  </a:lnTo>
                  <a:lnTo>
                    <a:pt x="340969" y="273939"/>
                  </a:lnTo>
                  <a:lnTo>
                    <a:pt x="341693" y="269557"/>
                  </a:lnTo>
                  <a:lnTo>
                    <a:pt x="359981" y="260985"/>
                  </a:lnTo>
                  <a:lnTo>
                    <a:pt x="365315" y="263271"/>
                  </a:lnTo>
                  <a:lnTo>
                    <a:pt x="374459" y="273939"/>
                  </a:lnTo>
                  <a:lnTo>
                    <a:pt x="374523" y="274129"/>
                  </a:lnTo>
                  <a:lnTo>
                    <a:pt x="377126" y="281368"/>
                  </a:lnTo>
                  <a:lnTo>
                    <a:pt x="377469" y="285750"/>
                  </a:lnTo>
                  <a:lnTo>
                    <a:pt x="377469" y="259486"/>
                  </a:lnTo>
                  <a:lnTo>
                    <a:pt x="372745" y="258318"/>
                  </a:lnTo>
                  <a:lnTo>
                    <a:pt x="365455" y="257314"/>
                  </a:lnTo>
                  <a:lnTo>
                    <a:pt x="358457" y="257175"/>
                  </a:lnTo>
                  <a:lnTo>
                    <a:pt x="351701" y="257314"/>
                  </a:lnTo>
                  <a:lnTo>
                    <a:pt x="314198" y="278104"/>
                  </a:lnTo>
                  <a:lnTo>
                    <a:pt x="312737" y="285750"/>
                  </a:lnTo>
                  <a:lnTo>
                    <a:pt x="153517" y="285750"/>
                  </a:lnTo>
                  <a:lnTo>
                    <a:pt x="156248" y="281559"/>
                  </a:lnTo>
                  <a:lnTo>
                    <a:pt x="157010" y="276034"/>
                  </a:lnTo>
                  <a:lnTo>
                    <a:pt x="156248" y="272415"/>
                  </a:lnTo>
                  <a:lnTo>
                    <a:pt x="154533" y="268986"/>
                  </a:lnTo>
                  <a:lnTo>
                    <a:pt x="151866" y="265747"/>
                  </a:lnTo>
                  <a:lnTo>
                    <a:pt x="143865" y="257175"/>
                  </a:lnTo>
                  <a:lnTo>
                    <a:pt x="140817" y="253174"/>
                  </a:lnTo>
                  <a:lnTo>
                    <a:pt x="139103" y="249643"/>
                  </a:lnTo>
                  <a:lnTo>
                    <a:pt x="138722" y="246595"/>
                  </a:lnTo>
                  <a:lnTo>
                    <a:pt x="139674" y="241452"/>
                  </a:lnTo>
                  <a:lnTo>
                    <a:pt x="142621" y="237070"/>
                  </a:lnTo>
                  <a:lnTo>
                    <a:pt x="147574" y="233451"/>
                  </a:lnTo>
                  <a:lnTo>
                    <a:pt x="153098" y="229260"/>
                  </a:lnTo>
                  <a:lnTo>
                    <a:pt x="156248" y="224409"/>
                  </a:lnTo>
                  <a:lnTo>
                    <a:pt x="157010" y="218884"/>
                  </a:lnTo>
                  <a:lnTo>
                    <a:pt x="156248" y="215265"/>
                  </a:lnTo>
                  <a:lnTo>
                    <a:pt x="154533" y="211836"/>
                  </a:lnTo>
                  <a:lnTo>
                    <a:pt x="151866" y="208597"/>
                  </a:lnTo>
                  <a:lnTo>
                    <a:pt x="143865" y="200025"/>
                  </a:lnTo>
                  <a:lnTo>
                    <a:pt x="140817" y="196024"/>
                  </a:lnTo>
                  <a:lnTo>
                    <a:pt x="139103" y="192493"/>
                  </a:lnTo>
                  <a:lnTo>
                    <a:pt x="138722" y="189445"/>
                  </a:lnTo>
                  <a:lnTo>
                    <a:pt x="139674" y="184302"/>
                  </a:lnTo>
                  <a:lnTo>
                    <a:pt x="142621" y="179920"/>
                  </a:lnTo>
                  <a:lnTo>
                    <a:pt x="147574" y="176301"/>
                  </a:lnTo>
                  <a:lnTo>
                    <a:pt x="153098" y="172110"/>
                  </a:lnTo>
                  <a:lnTo>
                    <a:pt x="156248" y="167259"/>
                  </a:lnTo>
                  <a:lnTo>
                    <a:pt x="157010" y="161734"/>
                  </a:lnTo>
                  <a:lnTo>
                    <a:pt x="156248" y="158115"/>
                  </a:lnTo>
                  <a:lnTo>
                    <a:pt x="154533" y="154686"/>
                  </a:lnTo>
                  <a:lnTo>
                    <a:pt x="151866" y="151447"/>
                  </a:lnTo>
                  <a:lnTo>
                    <a:pt x="143865" y="142875"/>
                  </a:lnTo>
                  <a:lnTo>
                    <a:pt x="139865" y="142875"/>
                  </a:lnTo>
                  <a:lnTo>
                    <a:pt x="142722" y="145732"/>
                  </a:lnTo>
                  <a:lnTo>
                    <a:pt x="144526" y="149352"/>
                  </a:lnTo>
                  <a:lnTo>
                    <a:pt x="130911" y="170688"/>
                  </a:lnTo>
                  <a:lnTo>
                    <a:pt x="127762" y="175450"/>
                  </a:lnTo>
                  <a:lnTo>
                    <a:pt x="127000" y="181165"/>
                  </a:lnTo>
                  <a:lnTo>
                    <a:pt x="127762" y="184785"/>
                  </a:lnTo>
                  <a:lnTo>
                    <a:pt x="129476" y="188214"/>
                  </a:lnTo>
                  <a:lnTo>
                    <a:pt x="132143" y="191452"/>
                  </a:lnTo>
                  <a:lnTo>
                    <a:pt x="139865" y="200025"/>
                  </a:lnTo>
                  <a:lnTo>
                    <a:pt x="142722" y="202882"/>
                  </a:lnTo>
                  <a:lnTo>
                    <a:pt x="144526" y="206502"/>
                  </a:lnTo>
                  <a:lnTo>
                    <a:pt x="130911" y="227838"/>
                  </a:lnTo>
                  <a:lnTo>
                    <a:pt x="127762" y="232600"/>
                  </a:lnTo>
                  <a:lnTo>
                    <a:pt x="127000" y="238315"/>
                  </a:lnTo>
                  <a:lnTo>
                    <a:pt x="127762" y="241935"/>
                  </a:lnTo>
                  <a:lnTo>
                    <a:pt x="129476" y="245364"/>
                  </a:lnTo>
                  <a:lnTo>
                    <a:pt x="132143" y="248602"/>
                  </a:lnTo>
                  <a:lnTo>
                    <a:pt x="139865" y="257175"/>
                  </a:lnTo>
                  <a:lnTo>
                    <a:pt x="142722" y="260032"/>
                  </a:lnTo>
                  <a:lnTo>
                    <a:pt x="144526" y="263652"/>
                  </a:lnTo>
                  <a:lnTo>
                    <a:pt x="130911" y="284988"/>
                  </a:lnTo>
                  <a:lnTo>
                    <a:pt x="130403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127533" y="291465"/>
                  </a:lnTo>
                  <a:lnTo>
                    <a:pt x="127000" y="295465"/>
                  </a:lnTo>
                  <a:lnTo>
                    <a:pt x="142722" y="317182"/>
                  </a:lnTo>
                  <a:lnTo>
                    <a:pt x="144526" y="320802"/>
                  </a:lnTo>
                  <a:lnTo>
                    <a:pt x="130911" y="342138"/>
                  </a:lnTo>
                  <a:lnTo>
                    <a:pt x="130403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127533" y="348615"/>
                  </a:lnTo>
                  <a:lnTo>
                    <a:pt x="127000" y="352615"/>
                  </a:lnTo>
                  <a:lnTo>
                    <a:pt x="127762" y="356235"/>
                  </a:lnTo>
                  <a:lnTo>
                    <a:pt x="129476" y="359664"/>
                  </a:lnTo>
                  <a:lnTo>
                    <a:pt x="132143" y="362902"/>
                  </a:lnTo>
                  <a:lnTo>
                    <a:pt x="139865" y="371475"/>
                  </a:lnTo>
                  <a:lnTo>
                    <a:pt x="143865" y="371475"/>
                  </a:lnTo>
                  <a:lnTo>
                    <a:pt x="140817" y="367474"/>
                  </a:lnTo>
                  <a:lnTo>
                    <a:pt x="139103" y="363943"/>
                  </a:lnTo>
                  <a:lnTo>
                    <a:pt x="138722" y="360895"/>
                  </a:lnTo>
                  <a:lnTo>
                    <a:pt x="139674" y="355752"/>
                  </a:lnTo>
                  <a:lnTo>
                    <a:pt x="142621" y="351370"/>
                  </a:lnTo>
                  <a:lnTo>
                    <a:pt x="146380" y="348615"/>
                  </a:lnTo>
                  <a:lnTo>
                    <a:pt x="314045" y="348615"/>
                  </a:lnTo>
                  <a:lnTo>
                    <a:pt x="314490" y="350545"/>
                  </a:lnTo>
                  <a:lnTo>
                    <a:pt x="318020" y="356895"/>
                  </a:lnTo>
                  <a:lnTo>
                    <a:pt x="360172" y="371475"/>
                  </a:lnTo>
                  <a:lnTo>
                    <a:pt x="367131" y="371322"/>
                  </a:lnTo>
                  <a:lnTo>
                    <a:pt x="404964" y="350545"/>
                  </a:lnTo>
                  <a:lnTo>
                    <a:pt x="405333" y="348615"/>
                  </a:lnTo>
                  <a:lnTo>
                    <a:pt x="860767" y="348615"/>
                  </a:lnTo>
                  <a:lnTo>
                    <a:pt x="860259" y="351180"/>
                  </a:lnTo>
                  <a:lnTo>
                    <a:pt x="860450" y="357657"/>
                  </a:lnTo>
                  <a:lnTo>
                    <a:pt x="862926" y="362902"/>
                  </a:lnTo>
                  <a:lnTo>
                    <a:pt x="867689" y="366903"/>
                  </a:lnTo>
                  <a:lnTo>
                    <a:pt x="872261" y="370522"/>
                  </a:lnTo>
                  <a:lnTo>
                    <a:pt x="878166" y="372427"/>
                  </a:lnTo>
                  <a:lnTo>
                    <a:pt x="885405" y="372618"/>
                  </a:lnTo>
                  <a:lnTo>
                    <a:pt x="893889" y="371665"/>
                  </a:lnTo>
                  <a:lnTo>
                    <a:pt x="929919" y="348615"/>
                  </a:lnTo>
                  <a:lnTo>
                    <a:pt x="1076782" y="348615"/>
                  </a:lnTo>
                  <a:lnTo>
                    <a:pt x="1076782" y="342900"/>
                  </a:lnTo>
                  <a:lnTo>
                    <a:pt x="932522" y="342900"/>
                  </a:lnTo>
                  <a:lnTo>
                    <a:pt x="933119" y="341604"/>
                  </a:lnTo>
                  <a:lnTo>
                    <a:pt x="934554" y="334035"/>
                  </a:lnTo>
                  <a:lnTo>
                    <a:pt x="934364" y="326796"/>
                  </a:lnTo>
                  <a:lnTo>
                    <a:pt x="934275" y="326618"/>
                  </a:lnTo>
                  <a:lnTo>
                    <a:pt x="934275" y="291465"/>
                  </a:lnTo>
                  <a:lnTo>
                    <a:pt x="1076782" y="291465"/>
                  </a:lnTo>
                  <a:lnTo>
                    <a:pt x="1076782" y="285750"/>
                  </a:lnTo>
                  <a:close/>
                </a:path>
                <a:path w="1089660" h="520064">
                  <a:moveTo>
                    <a:pt x="1089482" y="288036"/>
                  </a:moveTo>
                  <a:lnTo>
                    <a:pt x="1080909" y="288036"/>
                  </a:lnTo>
                  <a:lnTo>
                    <a:pt x="1080909" y="520065"/>
                  </a:lnTo>
                  <a:lnTo>
                    <a:pt x="1089482" y="520065"/>
                  </a:lnTo>
                  <a:lnTo>
                    <a:pt x="1089482" y="288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377734" y="2698432"/>
              <a:ext cx="118586" cy="133921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290363" y="2284675"/>
              <a:ext cx="1018540" cy="234315"/>
            </a:xfrm>
            <a:custGeom>
              <a:avLst/>
              <a:gdLst/>
              <a:ahLst/>
              <a:cxnLst/>
              <a:rect l="l" t="t" r="r" b="b"/>
              <a:pathLst>
                <a:path w="1018539" h="234314">
                  <a:moveTo>
                    <a:pt x="1018489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018489" y="234315"/>
                  </a:lnTo>
                  <a:lnTo>
                    <a:pt x="1018489" y="228600"/>
                  </a:lnTo>
                  <a:close/>
                </a:path>
                <a:path w="1018539" h="234314">
                  <a:moveTo>
                    <a:pt x="1018489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018489" y="177165"/>
                  </a:lnTo>
                  <a:lnTo>
                    <a:pt x="1018489" y="171450"/>
                  </a:lnTo>
                  <a:close/>
                </a:path>
                <a:path w="1018539" h="234314">
                  <a:moveTo>
                    <a:pt x="1018489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018489" y="120015"/>
                  </a:lnTo>
                  <a:lnTo>
                    <a:pt x="1018489" y="114300"/>
                  </a:lnTo>
                  <a:close/>
                </a:path>
                <a:path w="1018539" h="234314">
                  <a:moveTo>
                    <a:pt x="1018489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018489" y="62865"/>
                  </a:lnTo>
                  <a:lnTo>
                    <a:pt x="1018489" y="57150"/>
                  </a:lnTo>
                  <a:close/>
                </a:path>
                <a:path w="1018539" h="234314">
                  <a:moveTo>
                    <a:pt x="1018489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018489" y="5715"/>
                  </a:lnTo>
                  <a:lnTo>
                    <a:pt x="10184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374506" y="2141791"/>
              <a:ext cx="166306" cy="428625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5651119" y="2084650"/>
              <a:ext cx="74295" cy="201295"/>
            </a:xfrm>
            <a:custGeom>
              <a:avLst/>
              <a:gdLst/>
              <a:ahLst/>
              <a:cxnLst/>
              <a:rect l="l" t="t" r="r" b="b"/>
              <a:pathLst>
                <a:path w="74295" h="201294">
                  <a:moveTo>
                    <a:pt x="74295" y="162585"/>
                  </a:moveTo>
                  <a:lnTo>
                    <a:pt x="74104" y="155346"/>
                  </a:lnTo>
                  <a:lnTo>
                    <a:pt x="74002" y="155143"/>
                  </a:lnTo>
                  <a:lnTo>
                    <a:pt x="74002" y="0"/>
                  </a:lnTo>
                  <a:lnTo>
                    <a:pt x="64008" y="0"/>
                  </a:lnTo>
                  <a:lnTo>
                    <a:pt x="64008" y="144856"/>
                  </a:lnTo>
                  <a:lnTo>
                    <a:pt x="62001" y="143256"/>
                  </a:lnTo>
                  <a:lnTo>
                    <a:pt x="55524" y="141541"/>
                  </a:lnTo>
                  <a:lnTo>
                    <a:pt x="47142" y="141732"/>
                  </a:lnTo>
                  <a:lnTo>
                    <a:pt x="39217" y="142697"/>
                  </a:lnTo>
                  <a:lnTo>
                    <a:pt x="4635" y="165798"/>
                  </a:lnTo>
                  <a:lnTo>
                    <a:pt x="0" y="179730"/>
                  </a:lnTo>
                  <a:lnTo>
                    <a:pt x="190" y="186207"/>
                  </a:lnTo>
                  <a:lnTo>
                    <a:pt x="25146" y="201168"/>
                  </a:lnTo>
                  <a:lnTo>
                    <a:pt x="33629" y="200215"/>
                  </a:lnTo>
                  <a:lnTo>
                    <a:pt x="69646" y="177165"/>
                  </a:lnTo>
                  <a:lnTo>
                    <a:pt x="72847" y="170154"/>
                  </a:lnTo>
                  <a:lnTo>
                    <a:pt x="74295" y="162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855214" y="2027491"/>
              <a:ext cx="111140" cy="203596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092330" y="2084650"/>
              <a:ext cx="74295" cy="514350"/>
            </a:xfrm>
            <a:custGeom>
              <a:avLst/>
              <a:gdLst/>
              <a:ahLst/>
              <a:cxnLst/>
              <a:rect l="l" t="t" r="r" b="b"/>
              <a:pathLst>
                <a:path w="74295" h="514350">
                  <a:moveTo>
                    <a:pt x="10007" y="240030"/>
                  </a:moveTo>
                  <a:lnTo>
                    <a:pt x="0" y="240030"/>
                  </a:lnTo>
                  <a:lnTo>
                    <a:pt x="0" y="514350"/>
                  </a:lnTo>
                  <a:lnTo>
                    <a:pt x="10007" y="514350"/>
                  </a:lnTo>
                  <a:lnTo>
                    <a:pt x="10007" y="240030"/>
                  </a:lnTo>
                  <a:close/>
                </a:path>
                <a:path w="74295" h="514350">
                  <a:moveTo>
                    <a:pt x="74295" y="162585"/>
                  </a:moveTo>
                  <a:lnTo>
                    <a:pt x="74104" y="155346"/>
                  </a:lnTo>
                  <a:lnTo>
                    <a:pt x="74015" y="155168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44843"/>
                  </a:lnTo>
                  <a:lnTo>
                    <a:pt x="62014" y="143256"/>
                  </a:lnTo>
                  <a:lnTo>
                    <a:pt x="55537" y="141541"/>
                  </a:lnTo>
                  <a:lnTo>
                    <a:pt x="47155" y="141732"/>
                  </a:lnTo>
                  <a:lnTo>
                    <a:pt x="39230" y="142697"/>
                  </a:lnTo>
                  <a:lnTo>
                    <a:pt x="4648" y="165798"/>
                  </a:lnTo>
                  <a:lnTo>
                    <a:pt x="0" y="179730"/>
                  </a:lnTo>
                  <a:lnTo>
                    <a:pt x="190" y="186207"/>
                  </a:lnTo>
                  <a:lnTo>
                    <a:pt x="25146" y="201168"/>
                  </a:lnTo>
                  <a:lnTo>
                    <a:pt x="33629" y="200215"/>
                  </a:lnTo>
                  <a:lnTo>
                    <a:pt x="69659" y="177165"/>
                  </a:lnTo>
                  <a:lnTo>
                    <a:pt x="72859" y="170154"/>
                  </a:lnTo>
                  <a:lnTo>
                    <a:pt x="74295" y="162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956896" y="2198941"/>
              <a:ext cx="209740" cy="229742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6308852" y="2227525"/>
              <a:ext cx="975360" cy="342900"/>
            </a:xfrm>
            <a:custGeom>
              <a:avLst/>
              <a:gdLst/>
              <a:ahLst/>
              <a:cxnLst/>
              <a:rect l="l" t="t" r="r" b="b"/>
              <a:pathLst>
                <a:path w="975359" h="342900">
                  <a:moveTo>
                    <a:pt x="962482" y="57150"/>
                  </a:moveTo>
                  <a:lnTo>
                    <a:pt x="599363" y="57150"/>
                  </a:lnTo>
                  <a:lnTo>
                    <a:pt x="599363" y="0"/>
                  </a:lnTo>
                  <a:lnTo>
                    <a:pt x="589368" y="0"/>
                  </a:lnTo>
                  <a:lnTo>
                    <a:pt x="589368" y="171450"/>
                  </a:lnTo>
                  <a:lnTo>
                    <a:pt x="585914" y="171450"/>
                  </a:lnTo>
                  <a:lnTo>
                    <a:pt x="580885" y="170116"/>
                  </a:lnTo>
                  <a:lnTo>
                    <a:pt x="572503" y="170307"/>
                  </a:lnTo>
                  <a:lnTo>
                    <a:pt x="564578" y="171272"/>
                  </a:lnTo>
                  <a:lnTo>
                    <a:pt x="563968" y="171450"/>
                  </a:lnTo>
                  <a:lnTo>
                    <a:pt x="549351" y="171450"/>
                  </a:lnTo>
                  <a:lnTo>
                    <a:pt x="549351" y="177165"/>
                  </a:lnTo>
                  <a:lnTo>
                    <a:pt x="549148" y="177266"/>
                  </a:lnTo>
                  <a:lnTo>
                    <a:pt x="541642" y="182308"/>
                  </a:lnTo>
                  <a:lnTo>
                    <a:pt x="534949" y="188112"/>
                  </a:lnTo>
                  <a:lnTo>
                    <a:pt x="529996" y="194373"/>
                  </a:lnTo>
                  <a:lnTo>
                    <a:pt x="526796" y="201117"/>
                  </a:lnTo>
                  <a:lnTo>
                    <a:pt x="525360" y="208305"/>
                  </a:lnTo>
                  <a:lnTo>
                    <a:pt x="525551" y="214782"/>
                  </a:lnTo>
                  <a:lnTo>
                    <a:pt x="528027" y="220027"/>
                  </a:lnTo>
                  <a:lnTo>
                    <a:pt x="532790" y="224028"/>
                  </a:lnTo>
                  <a:lnTo>
                    <a:pt x="537362" y="227647"/>
                  </a:lnTo>
                  <a:lnTo>
                    <a:pt x="540308" y="228600"/>
                  </a:lnTo>
                  <a:lnTo>
                    <a:pt x="378752" y="228600"/>
                  </a:lnTo>
                  <a:lnTo>
                    <a:pt x="378752" y="177165"/>
                  </a:lnTo>
                  <a:lnTo>
                    <a:pt x="549351" y="177165"/>
                  </a:lnTo>
                  <a:lnTo>
                    <a:pt x="549351" y="171450"/>
                  </a:lnTo>
                  <a:lnTo>
                    <a:pt x="378752" y="171450"/>
                  </a:lnTo>
                  <a:lnTo>
                    <a:pt x="378752" y="120015"/>
                  </a:lnTo>
                  <a:lnTo>
                    <a:pt x="589368" y="120015"/>
                  </a:lnTo>
                  <a:lnTo>
                    <a:pt x="589368" y="114300"/>
                  </a:lnTo>
                  <a:lnTo>
                    <a:pt x="378752" y="114300"/>
                  </a:lnTo>
                  <a:lnTo>
                    <a:pt x="378752" y="85725"/>
                  </a:lnTo>
                  <a:lnTo>
                    <a:pt x="368757" y="85725"/>
                  </a:lnTo>
                  <a:lnTo>
                    <a:pt x="368757" y="259156"/>
                  </a:lnTo>
                  <a:lnTo>
                    <a:pt x="366750" y="257556"/>
                  </a:lnTo>
                  <a:lnTo>
                    <a:pt x="360273" y="255841"/>
                  </a:lnTo>
                  <a:lnTo>
                    <a:pt x="351891" y="256032"/>
                  </a:lnTo>
                  <a:lnTo>
                    <a:pt x="343966" y="256997"/>
                  </a:lnTo>
                  <a:lnTo>
                    <a:pt x="309384" y="280098"/>
                  </a:lnTo>
                  <a:lnTo>
                    <a:pt x="306705" y="285750"/>
                  </a:lnTo>
                  <a:lnTo>
                    <a:pt x="12700" y="285750"/>
                  </a:lnTo>
                  <a:lnTo>
                    <a:pt x="12700" y="234315"/>
                  </a:lnTo>
                  <a:lnTo>
                    <a:pt x="368757" y="234315"/>
                  </a:lnTo>
                  <a:lnTo>
                    <a:pt x="368757" y="228600"/>
                  </a:lnTo>
                  <a:lnTo>
                    <a:pt x="118465" y="228600"/>
                  </a:lnTo>
                  <a:lnTo>
                    <a:pt x="126072" y="226529"/>
                  </a:lnTo>
                  <a:lnTo>
                    <a:pt x="134200" y="222935"/>
                  </a:lnTo>
                  <a:lnTo>
                    <a:pt x="158432" y="191160"/>
                  </a:lnTo>
                  <a:lnTo>
                    <a:pt x="158242" y="183921"/>
                  </a:lnTo>
                  <a:lnTo>
                    <a:pt x="158140" y="183718"/>
                  </a:lnTo>
                  <a:lnTo>
                    <a:pt x="158140" y="177165"/>
                  </a:lnTo>
                  <a:lnTo>
                    <a:pt x="368757" y="177165"/>
                  </a:lnTo>
                  <a:lnTo>
                    <a:pt x="368757" y="171450"/>
                  </a:lnTo>
                  <a:lnTo>
                    <a:pt x="158140" y="171450"/>
                  </a:lnTo>
                  <a:lnTo>
                    <a:pt x="158140" y="120015"/>
                  </a:lnTo>
                  <a:lnTo>
                    <a:pt x="368757" y="120015"/>
                  </a:lnTo>
                  <a:lnTo>
                    <a:pt x="368757" y="114300"/>
                  </a:lnTo>
                  <a:lnTo>
                    <a:pt x="158140" y="114300"/>
                  </a:lnTo>
                  <a:lnTo>
                    <a:pt x="158140" y="62865"/>
                  </a:lnTo>
                  <a:lnTo>
                    <a:pt x="589368" y="62865"/>
                  </a:lnTo>
                  <a:lnTo>
                    <a:pt x="589368" y="57150"/>
                  </a:lnTo>
                  <a:lnTo>
                    <a:pt x="158140" y="57150"/>
                  </a:lnTo>
                  <a:lnTo>
                    <a:pt x="158140" y="0"/>
                  </a:lnTo>
                  <a:lnTo>
                    <a:pt x="148145" y="0"/>
                  </a:lnTo>
                  <a:lnTo>
                    <a:pt x="148145" y="57150"/>
                  </a:lnTo>
                  <a:lnTo>
                    <a:pt x="148145" y="62865"/>
                  </a:lnTo>
                  <a:lnTo>
                    <a:pt x="148145" y="114300"/>
                  </a:lnTo>
                  <a:lnTo>
                    <a:pt x="148145" y="120015"/>
                  </a:lnTo>
                  <a:lnTo>
                    <a:pt x="148145" y="171450"/>
                  </a:lnTo>
                  <a:lnTo>
                    <a:pt x="144691" y="171450"/>
                  </a:lnTo>
                  <a:lnTo>
                    <a:pt x="139661" y="170116"/>
                  </a:lnTo>
                  <a:lnTo>
                    <a:pt x="131279" y="170307"/>
                  </a:lnTo>
                  <a:lnTo>
                    <a:pt x="123355" y="171272"/>
                  </a:lnTo>
                  <a:lnTo>
                    <a:pt x="122745" y="171450"/>
                  </a:lnTo>
                  <a:lnTo>
                    <a:pt x="108127" y="171450"/>
                  </a:lnTo>
                  <a:lnTo>
                    <a:pt x="108127" y="177165"/>
                  </a:lnTo>
                  <a:lnTo>
                    <a:pt x="107924" y="177266"/>
                  </a:lnTo>
                  <a:lnTo>
                    <a:pt x="100418" y="182308"/>
                  </a:lnTo>
                  <a:lnTo>
                    <a:pt x="93726" y="188112"/>
                  </a:lnTo>
                  <a:lnTo>
                    <a:pt x="88785" y="194373"/>
                  </a:lnTo>
                  <a:lnTo>
                    <a:pt x="85585" y="201117"/>
                  </a:lnTo>
                  <a:lnTo>
                    <a:pt x="84137" y="208305"/>
                  </a:lnTo>
                  <a:lnTo>
                    <a:pt x="84328" y="214782"/>
                  </a:lnTo>
                  <a:lnTo>
                    <a:pt x="86804" y="220027"/>
                  </a:lnTo>
                  <a:lnTo>
                    <a:pt x="91567" y="224028"/>
                  </a:lnTo>
                  <a:lnTo>
                    <a:pt x="96139" y="227647"/>
                  </a:lnTo>
                  <a:lnTo>
                    <a:pt x="99085" y="228600"/>
                  </a:lnTo>
                  <a:lnTo>
                    <a:pt x="12700" y="228600"/>
                  </a:lnTo>
                  <a:lnTo>
                    <a:pt x="12700" y="177165"/>
                  </a:lnTo>
                  <a:lnTo>
                    <a:pt x="108127" y="177165"/>
                  </a:lnTo>
                  <a:lnTo>
                    <a:pt x="108127" y="171450"/>
                  </a:lnTo>
                  <a:lnTo>
                    <a:pt x="12700" y="171450"/>
                  </a:lnTo>
                  <a:lnTo>
                    <a:pt x="12700" y="120015"/>
                  </a:lnTo>
                  <a:lnTo>
                    <a:pt x="148145" y="120015"/>
                  </a:lnTo>
                  <a:lnTo>
                    <a:pt x="148145" y="114300"/>
                  </a:lnTo>
                  <a:lnTo>
                    <a:pt x="12700" y="114300"/>
                  </a:lnTo>
                  <a:lnTo>
                    <a:pt x="12700" y="62865"/>
                  </a:lnTo>
                  <a:lnTo>
                    <a:pt x="148145" y="62865"/>
                  </a:lnTo>
                  <a:lnTo>
                    <a:pt x="148145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4127" y="62865"/>
                  </a:lnTo>
                  <a:lnTo>
                    <a:pt x="4127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4127" y="120015"/>
                  </a:lnTo>
                  <a:lnTo>
                    <a:pt x="412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4127" y="177165"/>
                  </a:lnTo>
                  <a:lnTo>
                    <a:pt x="412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4127" y="234315"/>
                  </a:lnTo>
                  <a:lnTo>
                    <a:pt x="4127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4127" y="291465"/>
                  </a:lnTo>
                  <a:lnTo>
                    <a:pt x="12700" y="291465"/>
                  </a:lnTo>
                  <a:lnTo>
                    <a:pt x="305257" y="291465"/>
                  </a:lnTo>
                  <a:lnTo>
                    <a:pt x="304749" y="294030"/>
                  </a:lnTo>
                  <a:lnTo>
                    <a:pt x="304939" y="300507"/>
                  </a:lnTo>
                  <a:lnTo>
                    <a:pt x="329895" y="315468"/>
                  </a:lnTo>
                  <a:lnTo>
                    <a:pt x="338378" y="314515"/>
                  </a:lnTo>
                  <a:lnTo>
                    <a:pt x="374396" y="291465"/>
                  </a:lnTo>
                  <a:lnTo>
                    <a:pt x="745959" y="291465"/>
                  </a:lnTo>
                  <a:lnTo>
                    <a:pt x="745959" y="342900"/>
                  </a:lnTo>
                  <a:lnTo>
                    <a:pt x="755967" y="342900"/>
                  </a:lnTo>
                  <a:lnTo>
                    <a:pt x="755967" y="291465"/>
                  </a:lnTo>
                  <a:lnTo>
                    <a:pt x="962482" y="291465"/>
                  </a:lnTo>
                  <a:lnTo>
                    <a:pt x="962482" y="285750"/>
                  </a:lnTo>
                  <a:lnTo>
                    <a:pt x="755967" y="285750"/>
                  </a:lnTo>
                  <a:lnTo>
                    <a:pt x="755967" y="234315"/>
                  </a:lnTo>
                  <a:lnTo>
                    <a:pt x="962482" y="234315"/>
                  </a:lnTo>
                  <a:lnTo>
                    <a:pt x="962482" y="228600"/>
                  </a:lnTo>
                  <a:lnTo>
                    <a:pt x="755967" y="228600"/>
                  </a:lnTo>
                  <a:lnTo>
                    <a:pt x="755967" y="177165"/>
                  </a:lnTo>
                  <a:lnTo>
                    <a:pt x="962482" y="177165"/>
                  </a:lnTo>
                  <a:lnTo>
                    <a:pt x="962482" y="171450"/>
                  </a:lnTo>
                  <a:lnTo>
                    <a:pt x="780288" y="171450"/>
                  </a:lnTo>
                  <a:lnTo>
                    <a:pt x="787895" y="169379"/>
                  </a:lnTo>
                  <a:lnTo>
                    <a:pt x="818807" y="141579"/>
                  </a:lnTo>
                  <a:lnTo>
                    <a:pt x="820254" y="134010"/>
                  </a:lnTo>
                  <a:lnTo>
                    <a:pt x="820064" y="126771"/>
                  </a:lnTo>
                  <a:lnTo>
                    <a:pt x="817499" y="121539"/>
                  </a:lnTo>
                  <a:lnTo>
                    <a:pt x="815162" y="120015"/>
                  </a:lnTo>
                  <a:lnTo>
                    <a:pt x="962482" y="120015"/>
                  </a:lnTo>
                  <a:lnTo>
                    <a:pt x="962482" y="114300"/>
                  </a:lnTo>
                  <a:lnTo>
                    <a:pt x="806526" y="114300"/>
                  </a:lnTo>
                  <a:lnTo>
                    <a:pt x="801497" y="112966"/>
                  </a:lnTo>
                  <a:lnTo>
                    <a:pt x="793115" y="113157"/>
                  </a:lnTo>
                  <a:lnTo>
                    <a:pt x="785190" y="114122"/>
                  </a:lnTo>
                  <a:lnTo>
                    <a:pt x="784580" y="114300"/>
                  </a:lnTo>
                  <a:lnTo>
                    <a:pt x="769962" y="114300"/>
                  </a:lnTo>
                  <a:lnTo>
                    <a:pt x="769962" y="120015"/>
                  </a:lnTo>
                  <a:lnTo>
                    <a:pt x="769759" y="120116"/>
                  </a:lnTo>
                  <a:lnTo>
                    <a:pt x="762254" y="125158"/>
                  </a:lnTo>
                  <a:lnTo>
                    <a:pt x="760907" y="126326"/>
                  </a:lnTo>
                  <a:lnTo>
                    <a:pt x="760907" y="171450"/>
                  </a:lnTo>
                  <a:lnTo>
                    <a:pt x="755967" y="171450"/>
                  </a:lnTo>
                  <a:lnTo>
                    <a:pt x="755967" y="168922"/>
                  </a:lnTo>
                  <a:lnTo>
                    <a:pt x="757961" y="170497"/>
                  </a:lnTo>
                  <a:lnTo>
                    <a:pt x="760907" y="171450"/>
                  </a:lnTo>
                  <a:lnTo>
                    <a:pt x="760907" y="126326"/>
                  </a:lnTo>
                  <a:lnTo>
                    <a:pt x="755561" y="130962"/>
                  </a:lnTo>
                  <a:lnTo>
                    <a:pt x="750608" y="137223"/>
                  </a:lnTo>
                  <a:lnTo>
                    <a:pt x="747407" y="143967"/>
                  </a:lnTo>
                  <a:lnTo>
                    <a:pt x="745959" y="151155"/>
                  </a:lnTo>
                  <a:lnTo>
                    <a:pt x="746048" y="154305"/>
                  </a:lnTo>
                  <a:lnTo>
                    <a:pt x="745959" y="154305"/>
                  </a:lnTo>
                  <a:lnTo>
                    <a:pt x="745959" y="285750"/>
                  </a:lnTo>
                  <a:lnTo>
                    <a:pt x="376999" y="285750"/>
                  </a:lnTo>
                  <a:lnTo>
                    <a:pt x="377596" y="284454"/>
                  </a:lnTo>
                  <a:lnTo>
                    <a:pt x="379044" y="276885"/>
                  </a:lnTo>
                  <a:lnTo>
                    <a:pt x="378853" y="269646"/>
                  </a:lnTo>
                  <a:lnTo>
                    <a:pt x="378752" y="269443"/>
                  </a:lnTo>
                  <a:lnTo>
                    <a:pt x="378752" y="234315"/>
                  </a:lnTo>
                  <a:lnTo>
                    <a:pt x="745959" y="234315"/>
                  </a:lnTo>
                  <a:lnTo>
                    <a:pt x="745959" y="228600"/>
                  </a:lnTo>
                  <a:lnTo>
                    <a:pt x="559689" y="228600"/>
                  </a:lnTo>
                  <a:lnTo>
                    <a:pt x="567283" y="226529"/>
                  </a:lnTo>
                  <a:lnTo>
                    <a:pt x="598208" y="198729"/>
                  </a:lnTo>
                  <a:lnTo>
                    <a:pt x="599655" y="191160"/>
                  </a:lnTo>
                  <a:lnTo>
                    <a:pt x="599465" y="183921"/>
                  </a:lnTo>
                  <a:lnTo>
                    <a:pt x="599363" y="183718"/>
                  </a:lnTo>
                  <a:lnTo>
                    <a:pt x="599363" y="177165"/>
                  </a:lnTo>
                  <a:lnTo>
                    <a:pt x="745959" y="177165"/>
                  </a:lnTo>
                  <a:lnTo>
                    <a:pt x="745959" y="171450"/>
                  </a:lnTo>
                  <a:lnTo>
                    <a:pt x="599363" y="171450"/>
                  </a:lnTo>
                  <a:lnTo>
                    <a:pt x="599363" y="120015"/>
                  </a:lnTo>
                  <a:lnTo>
                    <a:pt x="769962" y="120015"/>
                  </a:lnTo>
                  <a:lnTo>
                    <a:pt x="769962" y="114300"/>
                  </a:lnTo>
                  <a:lnTo>
                    <a:pt x="599363" y="114300"/>
                  </a:lnTo>
                  <a:lnTo>
                    <a:pt x="599363" y="62865"/>
                  </a:lnTo>
                  <a:lnTo>
                    <a:pt x="962482" y="62865"/>
                  </a:lnTo>
                  <a:lnTo>
                    <a:pt x="962482" y="57150"/>
                  </a:lnTo>
                  <a:close/>
                </a:path>
                <a:path w="975359" h="342900">
                  <a:moveTo>
                    <a:pt x="975182" y="59436"/>
                  </a:moveTo>
                  <a:lnTo>
                    <a:pt x="966609" y="59436"/>
                  </a:lnTo>
                  <a:lnTo>
                    <a:pt x="966609" y="291465"/>
                  </a:lnTo>
                  <a:lnTo>
                    <a:pt x="975182" y="291465"/>
                  </a:lnTo>
                  <a:lnTo>
                    <a:pt x="975182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358133" y="2761488"/>
              <a:ext cx="183641" cy="99822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266700" y="3187074"/>
              <a:ext cx="490220" cy="234315"/>
            </a:xfrm>
            <a:custGeom>
              <a:avLst/>
              <a:gdLst/>
              <a:ahLst/>
              <a:cxnLst/>
              <a:rect l="l" t="t" r="r" b="b"/>
              <a:pathLst>
                <a:path w="490220" h="234314">
                  <a:moveTo>
                    <a:pt x="489775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489775" y="234315"/>
                  </a:lnTo>
                  <a:lnTo>
                    <a:pt x="489775" y="228600"/>
                  </a:lnTo>
                  <a:close/>
                </a:path>
                <a:path w="490220" h="234314">
                  <a:moveTo>
                    <a:pt x="489775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489775" y="177165"/>
                  </a:lnTo>
                  <a:lnTo>
                    <a:pt x="489775" y="171450"/>
                  </a:lnTo>
                  <a:close/>
                </a:path>
                <a:path w="490220" h="234314">
                  <a:moveTo>
                    <a:pt x="489775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489775" y="120015"/>
                  </a:lnTo>
                  <a:lnTo>
                    <a:pt x="489775" y="114300"/>
                  </a:lnTo>
                  <a:close/>
                </a:path>
                <a:path w="490220" h="234314">
                  <a:moveTo>
                    <a:pt x="489775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489775" y="62865"/>
                  </a:lnTo>
                  <a:lnTo>
                    <a:pt x="489775" y="57150"/>
                  </a:lnTo>
                  <a:close/>
                </a:path>
                <a:path w="490220" h="234314">
                  <a:moveTo>
                    <a:pt x="489775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489775" y="5715"/>
                  </a:lnTo>
                  <a:lnTo>
                    <a:pt x="4897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07975" y="3187065"/>
              <a:ext cx="158876" cy="182879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24002" y="3158490"/>
              <a:ext cx="216598" cy="267461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756475" y="2284675"/>
              <a:ext cx="2324100" cy="1275080"/>
            </a:xfrm>
            <a:custGeom>
              <a:avLst/>
              <a:gdLst/>
              <a:ahLst/>
              <a:cxnLst/>
              <a:rect l="l" t="t" r="r" b="b"/>
              <a:pathLst>
                <a:path w="2324100" h="1275079">
                  <a:moveTo>
                    <a:pt x="2323769" y="902398"/>
                  </a:moveTo>
                  <a:lnTo>
                    <a:pt x="1676031" y="902398"/>
                  </a:lnTo>
                  <a:lnTo>
                    <a:pt x="1676031" y="885253"/>
                  </a:lnTo>
                  <a:lnTo>
                    <a:pt x="1666036" y="885253"/>
                  </a:lnTo>
                  <a:lnTo>
                    <a:pt x="1666036" y="1130998"/>
                  </a:lnTo>
                  <a:lnTo>
                    <a:pt x="1519440" y="1130998"/>
                  </a:lnTo>
                  <a:lnTo>
                    <a:pt x="1519440" y="1079563"/>
                  </a:lnTo>
                  <a:lnTo>
                    <a:pt x="1666036" y="1079563"/>
                  </a:lnTo>
                  <a:lnTo>
                    <a:pt x="1666036" y="1073848"/>
                  </a:lnTo>
                  <a:lnTo>
                    <a:pt x="1519440" y="1073848"/>
                  </a:lnTo>
                  <a:lnTo>
                    <a:pt x="1519440" y="1037882"/>
                  </a:lnTo>
                  <a:lnTo>
                    <a:pt x="1519720" y="1036408"/>
                  </a:lnTo>
                  <a:lnTo>
                    <a:pt x="1519529" y="1029169"/>
                  </a:lnTo>
                  <a:lnTo>
                    <a:pt x="1519440" y="1028992"/>
                  </a:lnTo>
                  <a:lnTo>
                    <a:pt x="1519440" y="1022413"/>
                  </a:lnTo>
                  <a:lnTo>
                    <a:pt x="1666036" y="1022413"/>
                  </a:lnTo>
                  <a:lnTo>
                    <a:pt x="1666036" y="1016698"/>
                  </a:lnTo>
                  <a:lnTo>
                    <a:pt x="1519440" y="1016698"/>
                  </a:lnTo>
                  <a:lnTo>
                    <a:pt x="1519440" y="965263"/>
                  </a:lnTo>
                  <a:lnTo>
                    <a:pt x="1666036" y="965263"/>
                  </a:lnTo>
                  <a:lnTo>
                    <a:pt x="1666036" y="959548"/>
                  </a:lnTo>
                  <a:lnTo>
                    <a:pt x="1519440" y="959548"/>
                  </a:lnTo>
                  <a:lnTo>
                    <a:pt x="1519440" y="908113"/>
                  </a:lnTo>
                  <a:lnTo>
                    <a:pt x="1666036" y="908113"/>
                  </a:lnTo>
                  <a:lnTo>
                    <a:pt x="1666036" y="902398"/>
                  </a:lnTo>
                  <a:lnTo>
                    <a:pt x="1519440" y="902398"/>
                  </a:lnTo>
                  <a:lnTo>
                    <a:pt x="1519440" y="845248"/>
                  </a:lnTo>
                  <a:lnTo>
                    <a:pt x="1509433" y="845248"/>
                  </a:lnTo>
                  <a:lnTo>
                    <a:pt x="1509433" y="1130998"/>
                  </a:lnTo>
                  <a:lnTo>
                    <a:pt x="1373987" y="1130998"/>
                  </a:lnTo>
                  <a:lnTo>
                    <a:pt x="1373987" y="1079563"/>
                  </a:lnTo>
                  <a:lnTo>
                    <a:pt x="1509433" y="1079563"/>
                  </a:lnTo>
                  <a:lnTo>
                    <a:pt x="1509433" y="1073848"/>
                  </a:lnTo>
                  <a:lnTo>
                    <a:pt x="1479753" y="1073848"/>
                  </a:lnTo>
                  <a:lnTo>
                    <a:pt x="1487360" y="1071778"/>
                  </a:lnTo>
                  <a:lnTo>
                    <a:pt x="1495488" y="1068184"/>
                  </a:lnTo>
                  <a:lnTo>
                    <a:pt x="1503438" y="1063269"/>
                  </a:lnTo>
                  <a:lnTo>
                    <a:pt x="1509433" y="1058037"/>
                  </a:lnTo>
                  <a:lnTo>
                    <a:pt x="1509433" y="1016698"/>
                  </a:lnTo>
                  <a:lnTo>
                    <a:pt x="1505991" y="1016698"/>
                  </a:lnTo>
                  <a:lnTo>
                    <a:pt x="1500962" y="1015365"/>
                  </a:lnTo>
                  <a:lnTo>
                    <a:pt x="1492580" y="1015555"/>
                  </a:lnTo>
                  <a:lnTo>
                    <a:pt x="1484642" y="1016520"/>
                  </a:lnTo>
                  <a:lnTo>
                    <a:pt x="1484033" y="1016698"/>
                  </a:lnTo>
                  <a:lnTo>
                    <a:pt x="1469415" y="1016698"/>
                  </a:lnTo>
                  <a:lnTo>
                    <a:pt x="1469415" y="1022413"/>
                  </a:lnTo>
                  <a:lnTo>
                    <a:pt x="1469212" y="1022515"/>
                  </a:lnTo>
                  <a:lnTo>
                    <a:pt x="1461719" y="1027557"/>
                  </a:lnTo>
                  <a:lnTo>
                    <a:pt x="1455013" y="1033360"/>
                  </a:lnTo>
                  <a:lnTo>
                    <a:pt x="1450073" y="1039622"/>
                  </a:lnTo>
                  <a:lnTo>
                    <a:pt x="1446872" y="1046365"/>
                  </a:lnTo>
                  <a:lnTo>
                    <a:pt x="1445425" y="1053553"/>
                  </a:lnTo>
                  <a:lnTo>
                    <a:pt x="1445615" y="1060030"/>
                  </a:lnTo>
                  <a:lnTo>
                    <a:pt x="1448092" y="1065276"/>
                  </a:lnTo>
                  <a:lnTo>
                    <a:pt x="1452854" y="1069276"/>
                  </a:lnTo>
                  <a:lnTo>
                    <a:pt x="1457426" y="1072896"/>
                  </a:lnTo>
                  <a:lnTo>
                    <a:pt x="1460373" y="1073848"/>
                  </a:lnTo>
                  <a:lnTo>
                    <a:pt x="1373987" y="1073848"/>
                  </a:lnTo>
                  <a:lnTo>
                    <a:pt x="1373987" y="1022413"/>
                  </a:lnTo>
                  <a:lnTo>
                    <a:pt x="1469415" y="1022413"/>
                  </a:lnTo>
                  <a:lnTo>
                    <a:pt x="1469415" y="1016698"/>
                  </a:lnTo>
                  <a:lnTo>
                    <a:pt x="1373987" y="1016698"/>
                  </a:lnTo>
                  <a:lnTo>
                    <a:pt x="1373987" y="965263"/>
                  </a:lnTo>
                  <a:lnTo>
                    <a:pt x="1509433" y="965263"/>
                  </a:lnTo>
                  <a:lnTo>
                    <a:pt x="1509433" y="959548"/>
                  </a:lnTo>
                  <a:lnTo>
                    <a:pt x="1373987" y="959548"/>
                  </a:lnTo>
                  <a:lnTo>
                    <a:pt x="1373987" y="908113"/>
                  </a:lnTo>
                  <a:lnTo>
                    <a:pt x="1509433" y="908113"/>
                  </a:lnTo>
                  <a:lnTo>
                    <a:pt x="1509433" y="902398"/>
                  </a:lnTo>
                  <a:lnTo>
                    <a:pt x="1373987" y="902398"/>
                  </a:lnTo>
                  <a:lnTo>
                    <a:pt x="1373987" y="0"/>
                  </a:lnTo>
                  <a:lnTo>
                    <a:pt x="1365415" y="0"/>
                  </a:lnTo>
                  <a:lnTo>
                    <a:pt x="1365415" y="902398"/>
                  </a:lnTo>
                  <a:lnTo>
                    <a:pt x="1361287" y="902398"/>
                  </a:lnTo>
                  <a:lnTo>
                    <a:pt x="1217028" y="902398"/>
                  </a:lnTo>
                  <a:lnTo>
                    <a:pt x="1217625" y="901103"/>
                  </a:lnTo>
                  <a:lnTo>
                    <a:pt x="1219073" y="893533"/>
                  </a:lnTo>
                  <a:lnTo>
                    <a:pt x="1218882" y="886294"/>
                  </a:lnTo>
                  <a:lnTo>
                    <a:pt x="1218780" y="886091"/>
                  </a:lnTo>
                  <a:lnTo>
                    <a:pt x="1218780" y="730948"/>
                  </a:lnTo>
                  <a:lnTo>
                    <a:pt x="1208786" y="730948"/>
                  </a:lnTo>
                  <a:lnTo>
                    <a:pt x="1208786" y="875804"/>
                  </a:lnTo>
                  <a:lnTo>
                    <a:pt x="1206779" y="874204"/>
                  </a:lnTo>
                  <a:lnTo>
                    <a:pt x="1200302" y="872490"/>
                  </a:lnTo>
                  <a:lnTo>
                    <a:pt x="1191920" y="872680"/>
                  </a:lnTo>
                  <a:lnTo>
                    <a:pt x="1183995" y="873645"/>
                  </a:lnTo>
                  <a:lnTo>
                    <a:pt x="1149413" y="896747"/>
                  </a:lnTo>
                  <a:lnTo>
                    <a:pt x="1146721" y="902398"/>
                  </a:lnTo>
                  <a:lnTo>
                    <a:pt x="433679" y="902398"/>
                  </a:lnTo>
                  <a:lnTo>
                    <a:pt x="435038" y="896112"/>
                  </a:lnTo>
                  <a:lnTo>
                    <a:pt x="435800" y="887349"/>
                  </a:lnTo>
                  <a:lnTo>
                    <a:pt x="434759" y="884834"/>
                  </a:lnTo>
                  <a:lnTo>
                    <a:pt x="434759" y="730948"/>
                  </a:lnTo>
                  <a:lnTo>
                    <a:pt x="426173" y="730948"/>
                  </a:lnTo>
                  <a:lnTo>
                    <a:pt x="426173" y="890968"/>
                  </a:lnTo>
                  <a:lnTo>
                    <a:pt x="425323" y="892771"/>
                  </a:lnTo>
                  <a:lnTo>
                    <a:pt x="421322" y="897534"/>
                  </a:lnTo>
                  <a:lnTo>
                    <a:pt x="415709" y="902398"/>
                  </a:lnTo>
                  <a:lnTo>
                    <a:pt x="409130" y="902398"/>
                  </a:lnTo>
                  <a:lnTo>
                    <a:pt x="409130" y="908113"/>
                  </a:lnTo>
                  <a:lnTo>
                    <a:pt x="378460" y="923442"/>
                  </a:lnTo>
                  <a:lnTo>
                    <a:pt x="374459" y="923251"/>
                  </a:lnTo>
                  <a:lnTo>
                    <a:pt x="370459" y="922870"/>
                  </a:lnTo>
                  <a:lnTo>
                    <a:pt x="368554" y="921156"/>
                  </a:lnTo>
                  <a:lnTo>
                    <a:pt x="368744" y="918108"/>
                  </a:lnTo>
                  <a:lnTo>
                    <a:pt x="368820" y="917829"/>
                  </a:lnTo>
                  <a:lnTo>
                    <a:pt x="369963" y="913041"/>
                  </a:lnTo>
                  <a:lnTo>
                    <a:pt x="372859" y="908113"/>
                  </a:lnTo>
                  <a:lnTo>
                    <a:pt x="409130" y="908113"/>
                  </a:lnTo>
                  <a:lnTo>
                    <a:pt x="409130" y="902398"/>
                  </a:lnTo>
                  <a:lnTo>
                    <a:pt x="378040" y="902398"/>
                  </a:lnTo>
                  <a:lnTo>
                    <a:pt x="388937" y="893533"/>
                  </a:lnTo>
                  <a:lnTo>
                    <a:pt x="394754" y="889825"/>
                  </a:lnTo>
                  <a:lnTo>
                    <a:pt x="402183" y="885825"/>
                  </a:lnTo>
                  <a:lnTo>
                    <a:pt x="409803" y="882015"/>
                  </a:lnTo>
                  <a:lnTo>
                    <a:pt x="416471" y="880389"/>
                  </a:lnTo>
                  <a:lnTo>
                    <a:pt x="422186" y="880960"/>
                  </a:lnTo>
                  <a:lnTo>
                    <a:pt x="424751" y="881303"/>
                  </a:lnTo>
                  <a:lnTo>
                    <a:pt x="424751" y="890968"/>
                  </a:lnTo>
                  <a:lnTo>
                    <a:pt x="426173" y="890968"/>
                  </a:lnTo>
                  <a:lnTo>
                    <a:pt x="426173" y="730948"/>
                  </a:lnTo>
                  <a:lnTo>
                    <a:pt x="424751" y="730948"/>
                  </a:lnTo>
                  <a:lnTo>
                    <a:pt x="424751" y="873887"/>
                  </a:lnTo>
                  <a:lnTo>
                    <a:pt x="421043" y="871816"/>
                  </a:lnTo>
                  <a:lnTo>
                    <a:pt x="415226" y="870673"/>
                  </a:lnTo>
                  <a:lnTo>
                    <a:pt x="408749" y="871245"/>
                  </a:lnTo>
                  <a:lnTo>
                    <a:pt x="400570" y="872159"/>
                  </a:lnTo>
                  <a:lnTo>
                    <a:pt x="365823" y="893965"/>
                  </a:lnTo>
                  <a:lnTo>
                    <a:pt x="362229" y="902398"/>
                  </a:lnTo>
                  <a:lnTo>
                    <a:pt x="212394" y="902398"/>
                  </a:lnTo>
                  <a:lnTo>
                    <a:pt x="212991" y="901103"/>
                  </a:lnTo>
                  <a:lnTo>
                    <a:pt x="214439" y="893533"/>
                  </a:lnTo>
                  <a:lnTo>
                    <a:pt x="214249" y="886294"/>
                  </a:lnTo>
                  <a:lnTo>
                    <a:pt x="214147" y="886091"/>
                  </a:lnTo>
                  <a:lnTo>
                    <a:pt x="214147" y="730948"/>
                  </a:lnTo>
                  <a:lnTo>
                    <a:pt x="204152" y="730948"/>
                  </a:lnTo>
                  <a:lnTo>
                    <a:pt x="204152" y="875804"/>
                  </a:lnTo>
                  <a:lnTo>
                    <a:pt x="202145" y="874204"/>
                  </a:lnTo>
                  <a:lnTo>
                    <a:pt x="195668" y="872490"/>
                  </a:lnTo>
                  <a:lnTo>
                    <a:pt x="187286" y="872680"/>
                  </a:lnTo>
                  <a:lnTo>
                    <a:pt x="179362" y="873645"/>
                  </a:lnTo>
                  <a:lnTo>
                    <a:pt x="144780" y="896747"/>
                  </a:lnTo>
                  <a:lnTo>
                    <a:pt x="142087" y="902398"/>
                  </a:lnTo>
                  <a:lnTo>
                    <a:pt x="0" y="902398"/>
                  </a:lnTo>
                  <a:lnTo>
                    <a:pt x="0" y="908113"/>
                  </a:lnTo>
                  <a:lnTo>
                    <a:pt x="140652" y="908113"/>
                  </a:lnTo>
                  <a:lnTo>
                    <a:pt x="140144" y="910678"/>
                  </a:lnTo>
                  <a:lnTo>
                    <a:pt x="165290" y="932116"/>
                  </a:lnTo>
                  <a:lnTo>
                    <a:pt x="173761" y="931164"/>
                  </a:lnTo>
                  <a:lnTo>
                    <a:pt x="209791" y="908113"/>
                  </a:lnTo>
                  <a:lnTo>
                    <a:pt x="361035" y="908113"/>
                  </a:lnTo>
                  <a:lnTo>
                    <a:pt x="380746" y="933538"/>
                  </a:lnTo>
                  <a:lnTo>
                    <a:pt x="387032" y="932967"/>
                  </a:lnTo>
                  <a:lnTo>
                    <a:pt x="395109" y="932065"/>
                  </a:lnTo>
                  <a:lnTo>
                    <a:pt x="403034" y="929894"/>
                  </a:lnTo>
                  <a:lnTo>
                    <a:pt x="410819" y="926490"/>
                  </a:lnTo>
                  <a:lnTo>
                    <a:pt x="415810" y="923442"/>
                  </a:lnTo>
                  <a:lnTo>
                    <a:pt x="418465" y="921829"/>
                  </a:lnTo>
                  <a:lnTo>
                    <a:pt x="425183" y="916254"/>
                  </a:lnTo>
                  <a:lnTo>
                    <a:pt x="430187" y="910107"/>
                  </a:lnTo>
                  <a:lnTo>
                    <a:pt x="431152" y="908113"/>
                  </a:lnTo>
                  <a:lnTo>
                    <a:pt x="1145286" y="908113"/>
                  </a:lnTo>
                  <a:lnTo>
                    <a:pt x="1144778" y="910678"/>
                  </a:lnTo>
                  <a:lnTo>
                    <a:pt x="1144968" y="917155"/>
                  </a:lnTo>
                  <a:lnTo>
                    <a:pt x="1147445" y="922401"/>
                  </a:lnTo>
                  <a:lnTo>
                    <a:pt x="1152207" y="926401"/>
                  </a:lnTo>
                  <a:lnTo>
                    <a:pt x="1156779" y="930021"/>
                  </a:lnTo>
                  <a:lnTo>
                    <a:pt x="1162685" y="931926"/>
                  </a:lnTo>
                  <a:lnTo>
                    <a:pt x="1169924" y="932116"/>
                  </a:lnTo>
                  <a:lnTo>
                    <a:pt x="1178407" y="931164"/>
                  </a:lnTo>
                  <a:lnTo>
                    <a:pt x="1214424" y="908113"/>
                  </a:lnTo>
                  <a:lnTo>
                    <a:pt x="1361287" y="908113"/>
                  </a:lnTo>
                  <a:lnTo>
                    <a:pt x="1365415" y="908113"/>
                  </a:lnTo>
                  <a:lnTo>
                    <a:pt x="1365415" y="959548"/>
                  </a:lnTo>
                  <a:lnTo>
                    <a:pt x="1361287" y="959548"/>
                  </a:lnTo>
                  <a:lnTo>
                    <a:pt x="0" y="959548"/>
                  </a:lnTo>
                  <a:lnTo>
                    <a:pt x="0" y="965263"/>
                  </a:lnTo>
                  <a:lnTo>
                    <a:pt x="1361287" y="965263"/>
                  </a:lnTo>
                  <a:lnTo>
                    <a:pt x="1365415" y="965263"/>
                  </a:lnTo>
                  <a:lnTo>
                    <a:pt x="1365415" y="1016698"/>
                  </a:lnTo>
                  <a:lnTo>
                    <a:pt x="1361287" y="1016698"/>
                  </a:lnTo>
                  <a:lnTo>
                    <a:pt x="233870" y="1016698"/>
                  </a:lnTo>
                  <a:lnTo>
                    <a:pt x="210058" y="991933"/>
                  </a:lnTo>
                  <a:lnTo>
                    <a:pt x="207721" y="991120"/>
                  </a:lnTo>
                  <a:lnTo>
                    <a:pt x="206044" y="990714"/>
                  </a:lnTo>
                  <a:lnTo>
                    <a:pt x="206044" y="1034034"/>
                  </a:lnTo>
                  <a:lnTo>
                    <a:pt x="201866" y="1040320"/>
                  </a:lnTo>
                  <a:lnTo>
                    <a:pt x="192722" y="1040701"/>
                  </a:lnTo>
                  <a:lnTo>
                    <a:pt x="186613" y="1041463"/>
                  </a:lnTo>
                  <a:lnTo>
                    <a:pt x="181292" y="1039177"/>
                  </a:lnTo>
                  <a:lnTo>
                    <a:pt x="176720" y="1033843"/>
                  </a:lnTo>
                  <a:lnTo>
                    <a:pt x="172148" y="1028128"/>
                  </a:lnTo>
                  <a:lnTo>
                    <a:pt x="170078" y="1022413"/>
                  </a:lnTo>
                  <a:lnTo>
                    <a:pt x="205320" y="1022413"/>
                  </a:lnTo>
                  <a:lnTo>
                    <a:pt x="206044" y="1034034"/>
                  </a:lnTo>
                  <a:lnTo>
                    <a:pt x="206044" y="990714"/>
                  </a:lnTo>
                  <a:lnTo>
                    <a:pt x="204876" y="990434"/>
                  </a:lnTo>
                  <a:lnTo>
                    <a:pt x="204876" y="1016698"/>
                  </a:lnTo>
                  <a:lnTo>
                    <a:pt x="169138" y="1016698"/>
                  </a:lnTo>
                  <a:lnTo>
                    <a:pt x="168719" y="1011555"/>
                  </a:lnTo>
                  <a:lnTo>
                    <a:pt x="168325" y="1005078"/>
                  </a:lnTo>
                  <a:lnTo>
                    <a:pt x="168363" y="1004887"/>
                  </a:lnTo>
                  <a:lnTo>
                    <a:pt x="169100" y="1000506"/>
                  </a:lnTo>
                  <a:lnTo>
                    <a:pt x="187388" y="991933"/>
                  </a:lnTo>
                  <a:lnTo>
                    <a:pt x="192722" y="994219"/>
                  </a:lnTo>
                  <a:lnTo>
                    <a:pt x="201866" y="1004887"/>
                  </a:lnTo>
                  <a:lnTo>
                    <a:pt x="201930" y="1005078"/>
                  </a:lnTo>
                  <a:lnTo>
                    <a:pt x="204533" y="1012317"/>
                  </a:lnTo>
                  <a:lnTo>
                    <a:pt x="204876" y="1016698"/>
                  </a:lnTo>
                  <a:lnTo>
                    <a:pt x="204876" y="990434"/>
                  </a:lnTo>
                  <a:lnTo>
                    <a:pt x="200152" y="989266"/>
                  </a:lnTo>
                  <a:lnTo>
                    <a:pt x="192862" y="988263"/>
                  </a:lnTo>
                  <a:lnTo>
                    <a:pt x="185864" y="988123"/>
                  </a:lnTo>
                  <a:lnTo>
                    <a:pt x="179108" y="988263"/>
                  </a:lnTo>
                  <a:lnTo>
                    <a:pt x="141605" y="1009053"/>
                  </a:lnTo>
                  <a:lnTo>
                    <a:pt x="140144" y="1016698"/>
                  </a:lnTo>
                  <a:lnTo>
                    <a:pt x="0" y="1016698"/>
                  </a:lnTo>
                  <a:lnTo>
                    <a:pt x="0" y="1022413"/>
                  </a:lnTo>
                  <a:lnTo>
                    <a:pt x="141439" y="1022413"/>
                  </a:lnTo>
                  <a:lnTo>
                    <a:pt x="141884" y="1024343"/>
                  </a:lnTo>
                  <a:lnTo>
                    <a:pt x="180568" y="1045121"/>
                  </a:lnTo>
                  <a:lnTo>
                    <a:pt x="187579" y="1045273"/>
                  </a:lnTo>
                  <a:lnTo>
                    <a:pt x="194538" y="1045121"/>
                  </a:lnTo>
                  <a:lnTo>
                    <a:pt x="232359" y="1024343"/>
                  </a:lnTo>
                  <a:lnTo>
                    <a:pt x="232740" y="1022413"/>
                  </a:lnTo>
                  <a:lnTo>
                    <a:pt x="1361287" y="1022413"/>
                  </a:lnTo>
                  <a:lnTo>
                    <a:pt x="1365415" y="1022413"/>
                  </a:lnTo>
                  <a:lnTo>
                    <a:pt x="1365415" y="1073848"/>
                  </a:lnTo>
                  <a:lnTo>
                    <a:pt x="1361287" y="1073848"/>
                  </a:lnTo>
                  <a:lnTo>
                    <a:pt x="0" y="1073848"/>
                  </a:lnTo>
                  <a:lnTo>
                    <a:pt x="0" y="1079563"/>
                  </a:lnTo>
                  <a:lnTo>
                    <a:pt x="1361287" y="1079563"/>
                  </a:lnTo>
                  <a:lnTo>
                    <a:pt x="1365415" y="1079563"/>
                  </a:lnTo>
                  <a:lnTo>
                    <a:pt x="1365415" y="1130998"/>
                  </a:lnTo>
                  <a:lnTo>
                    <a:pt x="1361287" y="1130998"/>
                  </a:lnTo>
                  <a:lnTo>
                    <a:pt x="0" y="1130998"/>
                  </a:lnTo>
                  <a:lnTo>
                    <a:pt x="0" y="1136713"/>
                  </a:lnTo>
                  <a:lnTo>
                    <a:pt x="1361287" y="1136713"/>
                  </a:lnTo>
                  <a:lnTo>
                    <a:pt x="1365415" y="1136713"/>
                  </a:lnTo>
                  <a:lnTo>
                    <a:pt x="1373987" y="1136713"/>
                  </a:lnTo>
                  <a:lnTo>
                    <a:pt x="1509433" y="1136713"/>
                  </a:lnTo>
                  <a:lnTo>
                    <a:pt x="1509433" y="1184567"/>
                  </a:lnTo>
                  <a:lnTo>
                    <a:pt x="1428902" y="1184567"/>
                  </a:lnTo>
                  <a:lnTo>
                    <a:pt x="1428902" y="1191717"/>
                  </a:lnTo>
                  <a:lnTo>
                    <a:pt x="1509433" y="1191717"/>
                  </a:lnTo>
                  <a:lnTo>
                    <a:pt x="1509433" y="1218692"/>
                  </a:lnTo>
                  <a:lnTo>
                    <a:pt x="1507439" y="1217104"/>
                  </a:lnTo>
                  <a:lnTo>
                    <a:pt x="1500962" y="1215390"/>
                  </a:lnTo>
                  <a:lnTo>
                    <a:pt x="1492580" y="1215580"/>
                  </a:lnTo>
                  <a:lnTo>
                    <a:pt x="1455013" y="1233385"/>
                  </a:lnTo>
                  <a:lnTo>
                    <a:pt x="1449082" y="1241717"/>
                  </a:lnTo>
                  <a:lnTo>
                    <a:pt x="1428902" y="1241717"/>
                  </a:lnTo>
                  <a:lnTo>
                    <a:pt x="1428902" y="1248867"/>
                  </a:lnTo>
                  <a:lnTo>
                    <a:pt x="1446364" y="1248867"/>
                  </a:lnTo>
                  <a:lnTo>
                    <a:pt x="1445425" y="1253578"/>
                  </a:lnTo>
                  <a:lnTo>
                    <a:pt x="1470571" y="1275016"/>
                  </a:lnTo>
                  <a:lnTo>
                    <a:pt x="1479054" y="1274064"/>
                  </a:lnTo>
                  <a:lnTo>
                    <a:pt x="1515071" y="1251013"/>
                  </a:lnTo>
                  <a:lnTo>
                    <a:pt x="1516049" y="1248867"/>
                  </a:lnTo>
                  <a:lnTo>
                    <a:pt x="1540052" y="1248867"/>
                  </a:lnTo>
                  <a:lnTo>
                    <a:pt x="1540052" y="1241717"/>
                  </a:lnTo>
                  <a:lnTo>
                    <a:pt x="1518704" y="1241717"/>
                  </a:lnTo>
                  <a:lnTo>
                    <a:pt x="1519720" y="1236433"/>
                  </a:lnTo>
                  <a:lnTo>
                    <a:pt x="1519529" y="1229194"/>
                  </a:lnTo>
                  <a:lnTo>
                    <a:pt x="1519440" y="1229017"/>
                  </a:lnTo>
                  <a:lnTo>
                    <a:pt x="1519440" y="1191717"/>
                  </a:lnTo>
                  <a:lnTo>
                    <a:pt x="1540052" y="1191717"/>
                  </a:lnTo>
                  <a:lnTo>
                    <a:pt x="1540052" y="1184567"/>
                  </a:lnTo>
                  <a:lnTo>
                    <a:pt x="1519440" y="1184567"/>
                  </a:lnTo>
                  <a:lnTo>
                    <a:pt x="1519440" y="1136713"/>
                  </a:lnTo>
                  <a:lnTo>
                    <a:pt x="1666036" y="1136713"/>
                  </a:lnTo>
                  <a:lnTo>
                    <a:pt x="1666036" y="1245298"/>
                  </a:lnTo>
                  <a:lnTo>
                    <a:pt x="1676031" y="1245298"/>
                  </a:lnTo>
                  <a:lnTo>
                    <a:pt x="1676031" y="1136713"/>
                  </a:lnTo>
                  <a:lnTo>
                    <a:pt x="2323769" y="1136713"/>
                  </a:lnTo>
                  <a:lnTo>
                    <a:pt x="2323769" y="1130998"/>
                  </a:lnTo>
                  <a:lnTo>
                    <a:pt x="1676031" y="1130998"/>
                  </a:lnTo>
                  <a:lnTo>
                    <a:pt x="1676031" y="1079563"/>
                  </a:lnTo>
                  <a:lnTo>
                    <a:pt x="2323769" y="1079563"/>
                  </a:lnTo>
                  <a:lnTo>
                    <a:pt x="2323769" y="1073848"/>
                  </a:lnTo>
                  <a:lnTo>
                    <a:pt x="1676031" y="1073848"/>
                  </a:lnTo>
                  <a:lnTo>
                    <a:pt x="1676031" y="1022413"/>
                  </a:lnTo>
                  <a:lnTo>
                    <a:pt x="2323769" y="1022413"/>
                  </a:lnTo>
                  <a:lnTo>
                    <a:pt x="2323769" y="1016698"/>
                  </a:lnTo>
                  <a:lnTo>
                    <a:pt x="1676031" y="1016698"/>
                  </a:lnTo>
                  <a:lnTo>
                    <a:pt x="1676031" y="965263"/>
                  </a:lnTo>
                  <a:lnTo>
                    <a:pt x="2323769" y="965263"/>
                  </a:lnTo>
                  <a:lnTo>
                    <a:pt x="2323769" y="959548"/>
                  </a:lnTo>
                  <a:lnTo>
                    <a:pt x="1676031" y="959548"/>
                  </a:lnTo>
                  <a:lnTo>
                    <a:pt x="1676031" y="908113"/>
                  </a:lnTo>
                  <a:lnTo>
                    <a:pt x="2323769" y="908113"/>
                  </a:lnTo>
                  <a:lnTo>
                    <a:pt x="2323769" y="9023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422517" y="3128581"/>
              <a:ext cx="74294" cy="231076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2626601" y="3169929"/>
              <a:ext cx="247650" cy="475615"/>
            </a:xfrm>
            <a:custGeom>
              <a:avLst/>
              <a:gdLst/>
              <a:ahLst/>
              <a:cxnLst/>
              <a:rect l="l" t="t" r="r" b="b"/>
              <a:pathLst>
                <a:path w="247650" h="475614">
                  <a:moveTo>
                    <a:pt x="111137" y="299313"/>
                  </a:moveTo>
                  <a:lnTo>
                    <a:pt x="90525" y="299313"/>
                  </a:lnTo>
                  <a:lnTo>
                    <a:pt x="90525" y="238417"/>
                  </a:lnTo>
                  <a:lnTo>
                    <a:pt x="90817" y="236880"/>
                  </a:lnTo>
                  <a:lnTo>
                    <a:pt x="90627" y="229641"/>
                  </a:lnTo>
                  <a:lnTo>
                    <a:pt x="90525" y="229438"/>
                  </a:lnTo>
                  <a:lnTo>
                    <a:pt x="90525" y="45720"/>
                  </a:lnTo>
                  <a:lnTo>
                    <a:pt x="80530" y="45720"/>
                  </a:lnTo>
                  <a:lnTo>
                    <a:pt x="80530" y="219151"/>
                  </a:lnTo>
                  <a:lnTo>
                    <a:pt x="78524" y="217551"/>
                  </a:lnTo>
                  <a:lnTo>
                    <a:pt x="72047" y="215836"/>
                  </a:lnTo>
                  <a:lnTo>
                    <a:pt x="32804" y="228028"/>
                  </a:lnTo>
                  <a:lnTo>
                    <a:pt x="16522" y="254025"/>
                  </a:lnTo>
                  <a:lnTo>
                    <a:pt x="16713" y="260502"/>
                  </a:lnTo>
                  <a:lnTo>
                    <a:pt x="41668" y="275463"/>
                  </a:lnTo>
                  <a:lnTo>
                    <a:pt x="50152" y="274510"/>
                  </a:lnTo>
                  <a:lnTo>
                    <a:pt x="58458" y="272249"/>
                  </a:lnTo>
                  <a:lnTo>
                    <a:pt x="66573" y="268655"/>
                  </a:lnTo>
                  <a:lnTo>
                    <a:pt x="74523" y="263740"/>
                  </a:lnTo>
                  <a:lnTo>
                    <a:pt x="80530" y="258508"/>
                  </a:lnTo>
                  <a:lnTo>
                    <a:pt x="80530" y="299313"/>
                  </a:lnTo>
                  <a:lnTo>
                    <a:pt x="0" y="299313"/>
                  </a:lnTo>
                  <a:lnTo>
                    <a:pt x="0" y="306463"/>
                  </a:lnTo>
                  <a:lnTo>
                    <a:pt x="80530" y="306463"/>
                  </a:lnTo>
                  <a:lnTo>
                    <a:pt x="80530" y="356463"/>
                  </a:lnTo>
                  <a:lnTo>
                    <a:pt x="0" y="356463"/>
                  </a:lnTo>
                  <a:lnTo>
                    <a:pt x="0" y="363613"/>
                  </a:lnTo>
                  <a:lnTo>
                    <a:pt x="80530" y="363613"/>
                  </a:lnTo>
                  <a:lnTo>
                    <a:pt x="80530" y="413613"/>
                  </a:lnTo>
                  <a:lnTo>
                    <a:pt x="0" y="413613"/>
                  </a:lnTo>
                  <a:lnTo>
                    <a:pt x="0" y="420763"/>
                  </a:lnTo>
                  <a:lnTo>
                    <a:pt x="44970" y="420763"/>
                  </a:lnTo>
                  <a:lnTo>
                    <a:pt x="40309" y="423011"/>
                  </a:lnTo>
                  <a:lnTo>
                    <a:pt x="16522" y="454050"/>
                  </a:lnTo>
                  <a:lnTo>
                    <a:pt x="16713" y="460527"/>
                  </a:lnTo>
                  <a:lnTo>
                    <a:pt x="41668" y="475488"/>
                  </a:lnTo>
                  <a:lnTo>
                    <a:pt x="50152" y="474535"/>
                  </a:lnTo>
                  <a:lnTo>
                    <a:pt x="86169" y="451485"/>
                  </a:lnTo>
                  <a:lnTo>
                    <a:pt x="90817" y="436905"/>
                  </a:lnTo>
                  <a:lnTo>
                    <a:pt x="90627" y="429666"/>
                  </a:lnTo>
                  <a:lnTo>
                    <a:pt x="90525" y="429463"/>
                  </a:lnTo>
                  <a:lnTo>
                    <a:pt x="90525" y="420763"/>
                  </a:lnTo>
                  <a:lnTo>
                    <a:pt x="111137" y="420763"/>
                  </a:lnTo>
                  <a:lnTo>
                    <a:pt x="111137" y="413613"/>
                  </a:lnTo>
                  <a:lnTo>
                    <a:pt x="90525" y="413613"/>
                  </a:lnTo>
                  <a:lnTo>
                    <a:pt x="90525" y="363613"/>
                  </a:lnTo>
                  <a:lnTo>
                    <a:pt x="111137" y="363613"/>
                  </a:lnTo>
                  <a:lnTo>
                    <a:pt x="111137" y="356463"/>
                  </a:lnTo>
                  <a:lnTo>
                    <a:pt x="90525" y="356463"/>
                  </a:lnTo>
                  <a:lnTo>
                    <a:pt x="90525" y="306463"/>
                  </a:lnTo>
                  <a:lnTo>
                    <a:pt x="111137" y="306463"/>
                  </a:lnTo>
                  <a:lnTo>
                    <a:pt x="111137" y="299313"/>
                  </a:lnTo>
                  <a:close/>
                </a:path>
                <a:path w="247650" h="475614">
                  <a:moveTo>
                    <a:pt x="247129" y="0"/>
                  </a:moveTo>
                  <a:lnTo>
                    <a:pt x="237134" y="0"/>
                  </a:lnTo>
                  <a:lnTo>
                    <a:pt x="237134" y="360045"/>
                  </a:lnTo>
                  <a:lnTo>
                    <a:pt x="247129" y="360045"/>
                  </a:lnTo>
                  <a:lnTo>
                    <a:pt x="247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863736" y="3128581"/>
              <a:ext cx="74294" cy="231076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3080245" y="2284675"/>
              <a:ext cx="1133475" cy="1389380"/>
            </a:xfrm>
            <a:custGeom>
              <a:avLst/>
              <a:gdLst/>
              <a:ahLst/>
              <a:cxnLst/>
              <a:rect l="l" t="t" r="r" b="b"/>
              <a:pathLst>
                <a:path w="1133475" h="1389379">
                  <a:moveTo>
                    <a:pt x="1133335" y="902398"/>
                  </a:moveTo>
                  <a:lnTo>
                    <a:pt x="12700" y="902398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902398"/>
                  </a:lnTo>
                  <a:lnTo>
                    <a:pt x="0" y="902398"/>
                  </a:lnTo>
                  <a:lnTo>
                    <a:pt x="0" y="908113"/>
                  </a:lnTo>
                  <a:lnTo>
                    <a:pt x="4127" y="908113"/>
                  </a:lnTo>
                  <a:lnTo>
                    <a:pt x="4127" y="959548"/>
                  </a:lnTo>
                  <a:lnTo>
                    <a:pt x="0" y="959548"/>
                  </a:lnTo>
                  <a:lnTo>
                    <a:pt x="0" y="965263"/>
                  </a:lnTo>
                  <a:lnTo>
                    <a:pt x="4127" y="965263"/>
                  </a:lnTo>
                  <a:lnTo>
                    <a:pt x="4127" y="1016698"/>
                  </a:lnTo>
                  <a:lnTo>
                    <a:pt x="0" y="1016698"/>
                  </a:lnTo>
                  <a:lnTo>
                    <a:pt x="0" y="1022413"/>
                  </a:lnTo>
                  <a:lnTo>
                    <a:pt x="4127" y="1022413"/>
                  </a:lnTo>
                  <a:lnTo>
                    <a:pt x="4127" y="1073848"/>
                  </a:lnTo>
                  <a:lnTo>
                    <a:pt x="0" y="1073848"/>
                  </a:lnTo>
                  <a:lnTo>
                    <a:pt x="0" y="1079563"/>
                  </a:lnTo>
                  <a:lnTo>
                    <a:pt x="4127" y="1079563"/>
                  </a:lnTo>
                  <a:lnTo>
                    <a:pt x="4127" y="1130998"/>
                  </a:lnTo>
                  <a:lnTo>
                    <a:pt x="0" y="1130998"/>
                  </a:lnTo>
                  <a:lnTo>
                    <a:pt x="0" y="1136713"/>
                  </a:lnTo>
                  <a:lnTo>
                    <a:pt x="4127" y="1136713"/>
                  </a:lnTo>
                  <a:lnTo>
                    <a:pt x="12700" y="1136713"/>
                  </a:lnTo>
                  <a:lnTo>
                    <a:pt x="108127" y="1136713"/>
                  </a:lnTo>
                  <a:lnTo>
                    <a:pt x="107924" y="1136815"/>
                  </a:lnTo>
                  <a:lnTo>
                    <a:pt x="84137" y="1167853"/>
                  </a:lnTo>
                  <a:lnTo>
                    <a:pt x="84328" y="1174330"/>
                  </a:lnTo>
                  <a:lnTo>
                    <a:pt x="86804" y="1179576"/>
                  </a:lnTo>
                  <a:lnTo>
                    <a:pt x="91567" y="1183576"/>
                  </a:lnTo>
                  <a:lnTo>
                    <a:pt x="92811" y="1184567"/>
                  </a:lnTo>
                  <a:lnTo>
                    <a:pt x="67614" y="1184567"/>
                  </a:lnTo>
                  <a:lnTo>
                    <a:pt x="67614" y="1191717"/>
                  </a:lnTo>
                  <a:lnTo>
                    <a:pt x="148145" y="1191717"/>
                  </a:lnTo>
                  <a:lnTo>
                    <a:pt x="148145" y="1241717"/>
                  </a:lnTo>
                  <a:lnTo>
                    <a:pt x="67614" y="1241717"/>
                  </a:lnTo>
                  <a:lnTo>
                    <a:pt x="67614" y="1248867"/>
                  </a:lnTo>
                  <a:lnTo>
                    <a:pt x="148145" y="1248867"/>
                  </a:lnTo>
                  <a:lnTo>
                    <a:pt x="148145" y="1298867"/>
                  </a:lnTo>
                  <a:lnTo>
                    <a:pt x="67614" y="1298867"/>
                  </a:lnTo>
                  <a:lnTo>
                    <a:pt x="67614" y="1306017"/>
                  </a:lnTo>
                  <a:lnTo>
                    <a:pt x="148145" y="1306017"/>
                  </a:lnTo>
                  <a:lnTo>
                    <a:pt x="148145" y="1332992"/>
                  </a:lnTo>
                  <a:lnTo>
                    <a:pt x="146151" y="1331404"/>
                  </a:lnTo>
                  <a:lnTo>
                    <a:pt x="139674" y="1329690"/>
                  </a:lnTo>
                  <a:lnTo>
                    <a:pt x="131292" y="1329880"/>
                  </a:lnTo>
                  <a:lnTo>
                    <a:pt x="93726" y="1347685"/>
                  </a:lnTo>
                  <a:lnTo>
                    <a:pt x="87795" y="1356017"/>
                  </a:lnTo>
                  <a:lnTo>
                    <a:pt x="67614" y="1356017"/>
                  </a:lnTo>
                  <a:lnTo>
                    <a:pt x="67614" y="1363167"/>
                  </a:lnTo>
                  <a:lnTo>
                    <a:pt x="85077" y="1363167"/>
                  </a:lnTo>
                  <a:lnTo>
                    <a:pt x="84137" y="1367878"/>
                  </a:lnTo>
                  <a:lnTo>
                    <a:pt x="109283" y="1389316"/>
                  </a:lnTo>
                  <a:lnTo>
                    <a:pt x="117767" y="1388364"/>
                  </a:lnTo>
                  <a:lnTo>
                    <a:pt x="153784" y="1365313"/>
                  </a:lnTo>
                  <a:lnTo>
                    <a:pt x="154762" y="1363167"/>
                  </a:lnTo>
                  <a:lnTo>
                    <a:pt x="178765" y="1363167"/>
                  </a:lnTo>
                  <a:lnTo>
                    <a:pt x="178765" y="1356017"/>
                  </a:lnTo>
                  <a:lnTo>
                    <a:pt x="157416" y="1356017"/>
                  </a:lnTo>
                  <a:lnTo>
                    <a:pt x="158432" y="1350733"/>
                  </a:lnTo>
                  <a:lnTo>
                    <a:pt x="158242" y="1343494"/>
                  </a:lnTo>
                  <a:lnTo>
                    <a:pt x="158153" y="1343317"/>
                  </a:lnTo>
                  <a:lnTo>
                    <a:pt x="158153" y="1306017"/>
                  </a:lnTo>
                  <a:lnTo>
                    <a:pt x="178765" y="1306017"/>
                  </a:lnTo>
                  <a:lnTo>
                    <a:pt x="178765" y="1298867"/>
                  </a:lnTo>
                  <a:lnTo>
                    <a:pt x="158153" y="1298867"/>
                  </a:lnTo>
                  <a:lnTo>
                    <a:pt x="158153" y="1248867"/>
                  </a:lnTo>
                  <a:lnTo>
                    <a:pt x="178765" y="1248867"/>
                  </a:lnTo>
                  <a:lnTo>
                    <a:pt x="178765" y="1241717"/>
                  </a:lnTo>
                  <a:lnTo>
                    <a:pt x="158153" y="1241717"/>
                  </a:lnTo>
                  <a:lnTo>
                    <a:pt x="158153" y="1191717"/>
                  </a:lnTo>
                  <a:lnTo>
                    <a:pt x="178765" y="1191717"/>
                  </a:lnTo>
                  <a:lnTo>
                    <a:pt x="178765" y="1184567"/>
                  </a:lnTo>
                  <a:lnTo>
                    <a:pt x="158153" y="1184567"/>
                  </a:lnTo>
                  <a:lnTo>
                    <a:pt x="158153" y="1152182"/>
                  </a:lnTo>
                  <a:lnTo>
                    <a:pt x="158432" y="1150708"/>
                  </a:lnTo>
                  <a:lnTo>
                    <a:pt x="158242" y="1143469"/>
                  </a:lnTo>
                  <a:lnTo>
                    <a:pt x="158153" y="1143292"/>
                  </a:lnTo>
                  <a:lnTo>
                    <a:pt x="158153" y="1136713"/>
                  </a:lnTo>
                  <a:lnTo>
                    <a:pt x="304749" y="1136713"/>
                  </a:lnTo>
                  <a:lnTo>
                    <a:pt x="304749" y="1245298"/>
                  </a:lnTo>
                  <a:lnTo>
                    <a:pt x="314744" y="1245298"/>
                  </a:lnTo>
                  <a:lnTo>
                    <a:pt x="314744" y="1136713"/>
                  </a:lnTo>
                  <a:lnTo>
                    <a:pt x="1133335" y="1136713"/>
                  </a:lnTo>
                  <a:lnTo>
                    <a:pt x="1133335" y="1130998"/>
                  </a:lnTo>
                  <a:lnTo>
                    <a:pt x="314744" y="1130998"/>
                  </a:lnTo>
                  <a:lnTo>
                    <a:pt x="314744" y="1079563"/>
                  </a:lnTo>
                  <a:lnTo>
                    <a:pt x="1133335" y="1079563"/>
                  </a:lnTo>
                  <a:lnTo>
                    <a:pt x="1133335" y="1073848"/>
                  </a:lnTo>
                  <a:lnTo>
                    <a:pt x="314744" y="1073848"/>
                  </a:lnTo>
                  <a:lnTo>
                    <a:pt x="314744" y="1022413"/>
                  </a:lnTo>
                  <a:lnTo>
                    <a:pt x="1133335" y="1022413"/>
                  </a:lnTo>
                  <a:lnTo>
                    <a:pt x="1133335" y="1016698"/>
                  </a:lnTo>
                  <a:lnTo>
                    <a:pt x="314744" y="1016698"/>
                  </a:lnTo>
                  <a:lnTo>
                    <a:pt x="314744" y="965263"/>
                  </a:lnTo>
                  <a:lnTo>
                    <a:pt x="1133335" y="965263"/>
                  </a:lnTo>
                  <a:lnTo>
                    <a:pt x="1133335" y="959548"/>
                  </a:lnTo>
                  <a:lnTo>
                    <a:pt x="314744" y="959548"/>
                  </a:lnTo>
                  <a:lnTo>
                    <a:pt x="314744" y="913828"/>
                  </a:lnTo>
                  <a:lnTo>
                    <a:pt x="304749" y="913828"/>
                  </a:lnTo>
                  <a:lnTo>
                    <a:pt x="304749" y="1130998"/>
                  </a:lnTo>
                  <a:lnTo>
                    <a:pt x="158153" y="1130998"/>
                  </a:lnTo>
                  <a:lnTo>
                    <a:pt x="158153" y="1079563"/>
                  </a:lnTo>
                  <a:lnTo>
                    <a:pt x="304749" y="1079563"/>
                  </a:lnTo>
                  <a:lnTo>
                    <a:pt x="304749" y="1073848"/>
                  </a:lnTo>
                  <a:lnTo>
                    <a:pt x="158153" y="1073848"/>
                  </a:lnTo>
                  <a:lnTo>
                    <a:pt x="158153" y="1022413"/>
                  </a:lnTo>
                  <a:lnTo>
                    <a:pt x="304749" y="1022413"/>
                  </a:lnTo>
                  <a:lnTo>
                    <a:pt x="304749" y="1016698"/>
                  </a:lnTo>
                  <a:lnTo>
                    <a:pt x="158153" y="1016698"/>
                  </a:lnTo>
                  <a:lnTo>
                    <a:pt x="158153" y="965263"/>
                  </a:lnTo>
                  <a:lnTo>
                    <a:pt x="304749" y="965263"/>
                  </a:lnTo>
                  <a:lnTo>
                    <a:pt x="304749" y="959548"/>
                  </a:lnTo>
                  <a:lnTo>
                    <a:pt x="158153" y="959548"/>
                  </a:lnTo>
                  <a:lnTo>
                    <a:pt x="148145" y="959548"/>
                  </a:lnTo>
                  <a:lnTo>
                    <a:pt x="148145" y="965263"/>
                  </a:lnTo>
                  <a:lnTo>
                    <a:pt x="148145" y="1184567"/>
                  </a:lnTo>
                  <a:lnTo>
                    <a:pt x="129489" y="1184567"/>
                  </a:lnTo>
                  <a:lnTo>
                    <a:pt x="134200" y="1182484"/>
                  </a:lnTo>
                  <a:lnTo>
                    <a:pt x="142151" y="1177569"/>
                  </a:lnTo>
                  <a:lnTo>
                    <a:pt x="148145" y="1172337"/>
                  </a:lnTo>
                  <a:lnTo>
                    <a:pt x="148145" y="1130998"/>
                  </a:lnTo>
                  <a:lnTo>
                    <a:pt x="144703" y="1130998"/>
                  </a:lnTo>
                  <a:lnTo>
                    <a:pt x="139674" y="1129665"/>
                  </a:lnTo>
                  <a:lnTo>
                    <a:pt x="131292" y="1129855"/>
                  </a:lnTo>
                  <a:lnTo>
                    <a:pt x="123355" y="1130820"/>
                  </a:lnTo>
                  <a:lnTo>
                    <a:pt x="122745" y="1130998"/>
                  </a:lnTo>
                  <a:lnTo>
                    <a:pt x="12700" y="1130998"/>
                  </a:lnTo>
                  <a:lnTo>
                    <a:pt x="12700" y="1079563"/>
                  </a:lnTo>
                  <a:lnTo>
                    <a:pt x="148145" y="1079563"/>
                  </a:lnTo>
                  <a:lnTo>
                    <a:pt x="148145" y="1073848"/>
                  </a:lnTo>
                  <a:lnTo>
                    <a:pt x="12700" y="1073848"/>
                  </a:lnTo>
                  <a:lnTo>
                    <a:pt x="12700" y="1022413"/>
                  </a:lnTo>
                  <a:lnTo>
                    <a:pt x="148145" y="1022413"/>
                  </a:lnTo>
                  <a:lnTo>
                    <a:pt x="148145" y="1016698"/>
                  </a:lnTo>
                  <a:lnTo>
                    <a:pt x="12700" y="1016698"/>
                  </a:lnTo>
                  <a:lnTo>
                    <a:pt x="12700" y="965263"/>
                  </a:lnTo>
                  <a:lnTo>
                    <a:pt x="148145" y="965263"/>
                  </a:lnTo>
                  <a:lnTo>
                    <a:pt x="148145" y="959548"/>
                  </a:lnTo>
                  <a:lnTo>
                    <a:pt x="12700" y="959548"/>
                  </a:lnTo>
                  <a:lnTo>
                    <a:pt x="12700" y="908113"/>
                  </a:lnTo>
                  <a:lnTo>
                    <a:pt x="1133335" y="908113"/>
                  </a:lnTo>
                  <a:lnTo>
                    <a:pt x="1133335" y="9023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328992" y="3105912"/>
              <a:ext cx="130301" cy="168020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3384994" y="3129924"/>
              <a:ext cx="622300" cy="429895"/>
            </a:xfrm>
            <a:custGeom>
              <a:avLst/>
              <a:gdLst/>
              <a:ahLst/>
              <a:cxnLst/>
              <a:rect l="l" t="t" r="r" b="b"/>
              <a:pathLst>
                <a:path w="622300" h="429895">
                  <a:moveTo>
                    <a:pt x="74295" y="191160"/>
                  </a:moveTo>
                  <a:lnTo>
                    <a:pt x="74104" y="183921"/>
                  </a:lnTo>
                  <a:lnTo>
                    <a:pt x="71526" y="178689"/>
                  </a:lnTo>
                  <a:lnTo>
                    <a:pt x="66573" y="175450"/>
                  </a:lnTo>
                  <a:lnTo>
                    <a:pt x="62001" y="171831"/>
                  </a:lnTo>
                  <a:lnTo>
                    <a:pt x="55524" y="170116"/>
                  </a:lnTo>
                  <a:lnTo>
                    <a:pt x="47142" y="170307"/>
                  </a:lnTo>
                  <a:lnTo>
                    <a:pt x="39217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69646" y="205740"/>
                  </a:lnTo>
                  <a:lnTo>
                    <a:pt x="72847" y="198729"/>
                  </a:lnTo>
                  <a:lnTo>
                    <a:pt x="74295" y="191160"/>
                  </a:lnTo>
                  <a:close/>
                </a:path>
                <a:path w="622300" h="429895">
                  <a:moveTo>
                    <a:pt x="486079" y="339318"/>
                  </a:moveTo>
                  <a:lnTo>
                    <a:pt x="465467" y="339318"/>
                  </a:lnTo>
                  <a:lnTo>
                    <a:pt x="465467" y="192697"/>
                  </a:lnTo>
                  <a:lnTo>
                    <a:pt x="465759" y="191160"/>
                  </a:lnTo>
                  <a:lnTo>
                    <a:pt x="465569" y="183921"/>
                  </a:lnTo>
                  <a:lnTo>
                    <a:pt x="465467" y="183718"/>
                  </a:lnTo>
                  <a:lnTo>
                    <a:pt x="465467" y="0"/>
                  </a:lnTo>
                  <a:lnTo>
                    <a:pt x="455472" y="0"/>
                  </a:lnTo>
                  <a:lnTo>
                    <a:pt x="455472" y="173431"/>
                  </a:lnTo>
                  <a:lnTo>
                    <a:pt x="453466" y="171831"/>
                  </a:lnTo>
                  <a:lnTo>
                    <a:pt x="446989" y="170116"/>
                  </a:lnTo>
                  <a:lnTo>
                    <a:pt x="407746" y="182308"/>
                  </a:lnTo>
                  <a:lnTo>
                    <a:pt x="391464" y="208305"/>
                  </a:lnTo>
                  <a:lnTo>
                    <a:pt x="391655" y="214782"/>
                  </a:lnTo>
                  <a:lnTo>
                    <a:pt x="416610" y="229743"/>
                  </a:lnTo>
                  <a:lnTo>
                    <a:pt x="425094" y="228790"/>
                  </a:lnTo>
                  <a:lnTo>
                    <a:pt x="433400" y="226529"/>
                  </a:lnTo>
                  <a:lnTo>
                    <a:pt x="441515" y="222935"/>
                  </a:lnTo>
                  <a:lnTo>
                    <a:pt x="449465" y="218020"/>
                  </a:lnTo>
                  <a:lnTo>
                    <a:pt x="455472" y="212788"/>
                  </a:lnTo>
                  <a:lnTo>
                    <a:pt x="455472" y="339318"/>
                  </a:lnTo>
                  <a:lnTo>
                    <a:pt x="374942" y="339318"/>
                  </a:lnTo>
                  <a:lnTo>
                    <a:pt x="374942" y="346468"/>
                  </a:lnTo>
                  <a:lnTo>
                    <a:pt x="455472" y="346468"/>
                  </a:lnTo>
                  <a:lnTo>
                    <a:pt x="455472" y="373456"/>
                  </a:lnTo>
                  <a:lnTo>
                    <a:pt x="453466" y="371856"/>
                  </a:lnTo>
                  <a:lnTo>
                    <a:pt x="446989" y="370141"/>
                  </a:lnTo>
                  <a:lnTo>
                    <a:pt x="438607" y="370332"/>
                  </a:lnTo>
                  <a:lnTo>
                    <a:pt x="401053" y="388137"/>
                  </a:lnTo>
                  <a:lnTo>
                    <a:pt x="395109" y="396468"/>
                  </a:lnTo>
                  <a:lnTo>
                    <a:pt x="374942" y="396468"/>
                  </a:lnTo>
                  <a:lnTo>
                    <a:pt x="374942" y="403618"/>
                  </a:lnTo>
                  <a:lnTo>
                    <a:pt x="392404" y="403618"/>
                  </a:lnTo>
                  <a:lnTo>
                    <a:pt x="391464" y="408330"/>
                  </a:lnTo>
                  <a:lnTo>
                    <a:pt x="416610" y="429768"/>
                  </a:lnTo>
                  <a:lnTo>
                    <a:pt x="425094" y="428815"/>
                  </a:lnTo>
                  <a:lnTo>
                    <a:pt x="461111" y="405765"/>
                  </a:lnTo>
                  <a:lnTo>
                    <a:pt x="462089" y="403618"/>
                  </a:lnTo>
                  <a:lnTo>
                    <a:pt x="486079" y="403618"/>
                  </a:lnTo>
                  <a:lnTo>
                    <a:pt x="486079" y="396468"/>
                  </a:lnTo>
                  <a:lnTo>
                    <a:pt x="464743" y="396468"/>
                  </a:lnTo>
                  <a:lnTo>
                    <a:pt x="465759" y="391185"/>
                  </a:lnTo>
                  <a:lnTo>
                    <a:pt x="465569" y="383946"/>
                  </a:lnTo>
                  <a:lnTo>
                    <a:pt x="465467" y="383743"/>
                  </a:lnTo>
                  <a:lnTo>
                    <a:pt x="465467" y="346468"/>
                  </a:lnTo>
                  <a:lnTo>
                    <a:pt x="486079" y="346468"/>
                  </a:lnTo>
                  <a:lnTo>
                    <a:pt x="486079" y="339318"/>
                  </a:lnTo>
                  <a:close/>
                </a:path>
                <a:path w="622300" h="429895">
                  <a:moveTo>
                    <a:pt x="622071" y="68580"/>
                  </a:moveTo>
                  <a:lnTo>
                    <a:pt x="612076" y="68580"/>
                  </a:lnTo>
                  <a:lnTo>
                    <a:pt x="612076" y="400050"/>
                  </a:lnTo>
                  <a:lnTo>
                    <a:pt x="622071" y="400050"/>
                  </a:lnTo>
                  <a:lnTo>
                    <a:pt x="622071" y="685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997071" y="3157156"/>
              <a:ext cx="74294" cy="116776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3997071" y="2284675"/>
              <a:ext cx="2312035" cy="1137285"/>
            </a:xfrm>
            <a:custGeom>
              <a:avLst/>
              <a:gdLst/>
              <a:ahLst/>
              <a:cxnLst/>
              <a:rect l="l" t="t" r="r" b="b"/>
              <a:pathLst>
                <a:path w="2312035" h="1137285">
                  <a:moveTo>
                    <a:pt x="74295" y="1036408"/>
                  </a:moveTo>
                  <a:lnTo>
                    <a:pt x="74104" y="1029169"/>
                  </a:lnTo>
                  <a:lnTo>
                    <a:pt x="71526" y="1023937"/>
                  </a:lnTo>
                  <a:lnTo>
                    <a:pt x="66573" y="1020699"/>
                  </a:lnTo>
                  <a:lnTo>
                    <a:pt x="62001" y="1017079"/>
                  </a:lnTo>
                  <a:lnTo>
                    <a:pt x="55524" y="1015365"/>
                  </a:lnTo>
                  <a:lnTo>
                    <a:pt x="47142" y="1015555"/>
                  </a:lnTo>
                  <a:lnTo>
                    <a:pt x="39217" y="1016520"/>
                  </a:lnTo>
                  <a:lnTo>
                    <a:pt x="4635" y="1039622"/>
                  </a:lnTo>
                  <a:lnTo>
                    <a:pt x="0" y="1053553"/>
                  </a:lnTo>
                  <a:lnTo>
                    <a:pt x="190" y="1060030"/>
                  </a:lnTo>
                  <a:lnTo>
                    <a:pt x="25146" y="1074991"/>
                  </a:lnTo>
                  <a:lnTo>
                    <a:pt x="33616" y="1074039"/>
                  </a:lnTo>
                  <a:lnTo>
                    <a:pt x="69646" y="1050988"/>
                  </a:lnTo>
                  <a:lnTo>
                    <a:pt x="72847" y="1043978"/>
                  </a:lnTo>
                  <a:lnTo>
                    <a:pt x="74295" y="1036408"/>
                  </a:lnTo>
                  <a:close/>
                </a:path>
                <a:path w="2312035" h="1137285">
                  <a:moveTo>
                    <a:pt x="2311781" y="902398"/>
                  </a:moveTo>
                  <a:lnTo>
                    <a:pt x="1305991" y="902398"/>
                  </a:lnTo>
                  <a:lnTo>
                    <a:pt x="1305991" y="0"/>
                  </a:lnTo>
                  <a:lnTo>
                    <a:pt x="1297419" y="0"/>
                  </a:lnTo>
                  <a:lnTo>
                    <a:pt x="1297419" y="1130998"/>
                  </a:lnTo>
                  <a:lnTo>
                    <a:pt x="1293291" y="1130998"/>
                  </a:lnTo>
                  <a:lnTo>
                    <a:pt x="229209" y="1130998"/>
                  </a:lnTo>
                  <a:lnTo>
                    <a:pt x="229209" y="1079563"/>
                  </a:lnTo>
                  <a:lnTo>
                    <a:pt x="1293291" y="1079563"/>
                  </a:lnTo>
                  <a:lnTo>
                    <a:pt x="1297419" y="1079563"/>
                  </a:lnTo>
                  <a:lnTo>
                    <a:pt x="1297419" y="1073848"/>
                  </a:lnTo>
                  <a:lnTo>
                    <a:pt x="1293291" y="1073848"/>
                  </a:lnTo>
                  <a:lnTo>
                    <a:pt x="229209" y="1073848"/>
                  </a:lnTo>
                  <a:lnTo>
                    <a:pt x="229209" y="1022413"/>
                  </a:lnTo>
                  <a:lnTo>
                    <a:pt x="416255" y="1022413"/>
                  </a:lnTo>
                  <a:lnTo>
                    <a:pt x="416699" y="1024343"/>
                  </a:lnTo>
                  <a:lnTo>
                    <a:pt x="420230" y="1030693"/>
                  </a:lnTo>
                  <a:lnTo>
                    <a:pt x="462381" y="1045273"/>
                  </a:lnTo>
                  <a:lnTo>
                    <a:pt x="469341" y="1045121"/>
                  </a:lnTo>
                  <a:lnTo>
                    <a:pt x="507174" y="1024343"/>
                  </a:lnTo>
                  <a:lnTo>
                    <a:pt x="507542" y="1022413"/>
                  </a:lnTo>
                  <a:lnTo>
                    <a:pt x="1293291" y="1022413"/>
                  </a:lnTo>
                  <a:lnTo>
                    <a:pt x="1297419" y="1022413"/>
                  </a:lnTo>
                  <a:lnTo>
                    <a:pt x="1297419" y="1016698"/>
                  </a:lnTo>
                  <a:lnTo>
                    <a:pt x="1293291" y="1016698"/>
                  </a:lnTo>
                  <a:lnTo>
                    <a:pt x="508673" y="1016698"/>
                  </a:lnTo>
                  <a:lnTo>
                    <a:pt x="484873" y="991933"/>
                  </a:lnTo>
                  <a:lnTo>
                    <a:pt x="482523" y="991120"/>
                  </a:lnTo>
                  <a:lnTo>
                    <a:pt x="480860" y="990714"/>
                  </a:lnTo>
                  <a:lnTo>
                    <a:pt x="480860" y="1034034"/>
                  </a:lnTo>
                  <a:lnTo>
                    <a:pt x="476669" y="1040320"/>
                  </a:lnTo>
                  <a:lnTo>
                    <a:pt x="467525" y="1040701"/>
                  </a:lnTo>
                  <a:lnTo>
                    <a:pt x="461429" y="1041463"/>
                  </a:lnTo>
                  <a:lnTo>
                    <a:pt x="456095" y="1039177"/>
                  </a:lnTo>
                  <a:lnTo>
                    <a:pt x="451523" y="1033843"/>
                  </a:lnTo>
                  <a:lnTo>
                    <a:pt x="446951" y="1028128"/>
                  </a:lnTo>
                  <a:lnTo>
                    <a:pt x="444893" y="1022413"/>
                  </a:lnTo>
                  <a:lnTo>
                    <a:pt x="480123" y="1022413"/>
                  </a:lnTo>
                  <a:lnTo>
                    <a:pt x="480860" y="1034034"/>
                  </a:lnTo>
                  <a:lnTo>
                    <a:pt x="480860" y="990714"/>
                  </a:lnTo>
                  <a:lnTo>
                    <a:pt x="479679" y="990434"/>
                  </a:lnTo>
                  <a:lnTo>
                    <a:pt x="479679" y="1016698"/>
                  </a:lnTo>
                  <a:lnTo>
                    <a:pt x="443941" y="1016698"/>
                  </a:lnTo>
                  <a:lnTo>
                    <a:pt x="443522" y="1011555"/>
                  </a:lnTo>
                  <a:lnTo>
                    <a:pt x="443141" y="1005078"/>
                  </a:lnTo>
                  <a:lnTo>
                    <a:pt x="443179" y="1004887"/>
                  </a:lnTo>
                  <a:lnTo>
                    <a:pt x="443903" y="1000506"/>
                  </a:lnTo>
                  <a:lnTo>
                    <a:pt x="462191" y="991933"/>
                  </a:lnTo>
                  <a:lnTo>
                    <a:pt x="467525" y="994219"/>
                  </a:lnTo>
                  <a:lnTo>
                    <a:pt x="476669" y="1004887"/>
                  </a:lnTo>
                  <a:lnTo>
                    <a:pt x="476732" y="1005078"/>
                  </a:lnTo>
                  <a:lnTo>
                    <a:pt x="479336" y="1012317"/>
                  </a:lnTo>
                  <a:lnTo>
                    <a:pt x="479679" y="1016698"/>
                  </a:lnTo>
                  <a:lnTo>
                    <a:pt x="479679" y="990434"/>
                  </a:lnTo>
                  <a:lnTo>
                    <a:pt x="474954" y="989266"/>
                  </a:lnTo>
                  <a:lnTo>
                    <a:pt x="467664" y="988263"/>
                  </a:lnTo>
                  <a:lnTo>
                    <a:pt x="460667" y="988123"/>
                  </a:lnTo>
                  <a:lnTo>
                    <a:pt x="453910" y="988263"/>
                  </a:lnTo>
                  <a:lnTo>
                    <a:pt x="416407" y="1009053"/>
                  </a:lnTo>
                  <a:lnTo>
                    <a:pt x="414947" y="1016698"/>
                  </a:lnTo>
                  <a:lnTo>
                    <a:pt x="229209" y="1016698"/>
                  </a:lnTo>
                  <a:lnTo>
                    <a:pt x="229209" y="965263"/>
                  </a:lnTo>
                  <a:lnTo>
                    <a:pt x="1293291" y="965263"/>
                  </a:lnTo>
                  <a:lnTo>
                    <a:pt x="1297419" y="965263"/>
                  </a:lnTo>
                  <a:lnTo>
                    <a:pt x="1297419" y="959548"/>
                  </a:lnTo>
                  <a:lnTo>
                    <a:pt x="1293291" y="959548"/>
                  </a:lnTo>
                  <a:lnTo>
                    <a:pt x="229209" y="959548"/>
                  </a:lnTo>
                  <a:lnTo>
                    <a:pt x="229209" y="908113"/>
                  </a:lnTo>
                  <a:lnTo>
                    <a:pt x="415455" y="908113"/>
                  </a:lnTo>
                  <a:lnTo>
                    <a:pt x="414947" y="910678"/>
                  </a:lnTo>
                  <a:lnTo>
                    <a:pt x="415137" y="917155"/>
                  </a:lnTo>
                  <a:lnTo>
                    <a:pt x="440093" y="932116"/>
                  </a:lnTo>
                  <a:lnTo>
                    <a:pt x="448576" y="931164"/>
                  </a:lnTo>
                  <a:lnTo>
                    <a:pt x="484593" y="908113"/>
                  </a:lnTo>
                  <a:lnTo>
                    <a:pt x="635838" y="908113"/>
                  </a:lnTo>
                  <a:lnTo>
                    <a:pt x="655561" y="933538"/>
                  </a:lnTo>
                  <a:lnTo>
                    <a:pt x="661847" y="932967"/>
                  </a:lnTo>
                  <a:lnTo>
                    <a:pt x="669912" y="932065"/>
                  </a:lnTo>
                  <a:lnTo>
                    <a:pt x="677849" y="929894"/>
                  </a:lnTo>
                  <a:lnTo>
                    <a:pt x="685634" y="926490"/>
                  </a:lnTo>
                  <a:lnTo>
                    <a:pt x="690626" y="923442"/>
                  </a:lnTo>
                  <a:lnTo>
                    <a:pt x="693280" y="921829"/>
                  </a:lnTo>
                  <a:lnTo>
                    <a:pt x="699998" y="916254"/>
                  </a:lnTo>
                  <a:lnTo>
                    <a:pt x="704989" y="910107"/>
                  </a:lnTo>
                  <a:lnTo>
                    <a:pt x="705954" y="908113"/>
                  </a:lnTo>
                  <a:lnTo>
                    <a:pt x="1077277" y="908113"/>
                  </a:lnTo>
                  <a:lnTo>
                    <a:pt x="1076769" y="910678"/>
                  </a:lnTo>
                  <a:lnTo>
                    <a:pt x="1076960" y="917155"/>
                  </a:lnTo>
                  <a:lnTo>
                    <a:pt x="1079436" y="922401"/>
                  </a:lnTo>
                  <a:lnTo>
                    <a:pt x="1084199" y="926401"/>
                  </a:lnTo>
                  <a:lnTo>
                    <a:pt x="1088771" y="930021"/>
                  </a:lnTo>
                  <a:lnTo>
                    <a:pt x="1094676" y="931926"/>
                  </a:lnTo>
                  <a:lnTo>
                    <a:pt x="1101915" y="932116"/>
                  </a:lnTo>
                  <a:lnTo>
                    <a:pt x="1110399" y="931164"/>
                  </a:lnTo>
                  <a:lnTo>
                    <a:pt x="1146429" y="908113"/>
                  </a:lnTo>
                  <a:lnTo>
                    <a:pt x="1293291" y="908113"/>
                  </a:lnTo>
                  <a:lnTo>
                    <a:pt x="1297419" y="908113"/>
                  </a:lnTo>
                  <a:lnTo>
                    <a:pt x="1297419" y="902398"/>
                  </a:lnTo>
                  <a:lnTo>
                    <a:pt x="1293291" y="902398"/>
                  </a:lnTo>
                  <a:lnTo>
                    <a:pt x="1149032" y="902398"/>
                  </a:lnTo>
                  <a:lnTo>
                    <a:pt x="1149629" y="901103"/>
                  </a:lnTo>
                  <a:lnTo>
                    <a:pt x="1151064" y="893533"/>
                  </a:lnTo>
                  <a:lnTo>
                    <a:pt x="1150874" y="886294"/>
                  </a:lnTo>
                  <a:lnTo>
                    <a:pt x="1150785" y="886117"/>
                  </a:lnTo>
                  <a:lnTo>
                    <a:pt x="1150785" y="730948"/>
                  </a:lnTo>
                  <a:lnTo>
                    <a:pt x="1140777" y="730948"/>
                  </a:lnTo>
                  <a:lnTo>
                    <a:pt x="1140777" y="875792"/>
                  </a:lnTo>
                  <a:lnTo>
                    <a:pt x="1138783" y="874204"/>
                  </a:lnTo>
                  <a:lnTo>
                    <a:pt x="1132306" y="872490"/>
                  </a:lnTo>
                  <a:lnTo>
                    <a:pt x="1123924" y="872680"/>
                  </a:lnTo>
                  <a:lnTo>
                    <a:pt x="1115999" y="873645"/>
                  </a:lnTo>
                  <a:lnTo>
                    <a:pt x="1081417" y="896747"/>
                  </a:lnTo>
                  <a:lnTo>
                    <a:pt x="1078725" y="902398"/>
                  </a:lnTo>
                  <a:lnTo>
                    <a:pt x="708482" y="902398"/>
                  </a:lnTo>
                  <a:lnTo>
                    <a:pt x="709853" y="896112"/>
                  </a:lnTo>
                  <a:lnTo>
                    <a:pt x="710615" y="887349"/>
                  </a:lnTo>
                  <a:lnTo>
                    <a:pt x="709561" y="884796"/>
                  </a:lnTo>
                  <a:lnTo>
                    <a:pt x="709561" y="730948"/>
                  </a:lnTo>
                  <a:lnTo>
                    <a:pt x="700989" y="730948"/>
                  </a:lnTo>
                  <a:lnTo>
                    <a:pt x="700989" y="890968"/>
                  </a:lnTo>
                  <a:lnTo>
                    <a:pt x="700138" y="892771"/>
                  </a:lnTo>
                  <a:lnTo>
                    <a:pt x="696137" y="897534"/>
                  </a:lnTo>
                  <a:lnTo>
                    <a:pt x="690524" y="902398"/>
                  </a:lnTo>
                  <a:lnTo>
                    <a:pt x="683933" y="902398"/>
                  </a:lnTo>
                  <a:lnTo>
                    <a:pt x="683933" y="908113"/>
                  </a:lnTo>
                  <a:lnTo>
                    <a:pt x="653275" y="923442"/>
                  </a:lnTo>
                  <a:lnTo>
                    <a:pt x="649274" y="923251"/>
                  </a:lnTo>
                  <a:lnTo>
                    <a:pt x="645274" y="922870"/>
                  </a:lnTo>
                  <a:lnTo>
                    <a:pt x="643369" y="921156"/>
                  </a:lnTo>
                  <a:lnTo>
                    <a:pt x="643559" y="918108"/>
                  </a:lnTo>
                  <a:lnTo>
                    <a:pt x="643623" y="917829"/>
                  </a:lnTo>
                  <a:lnTo>
                    <a:pt x="644766" y="913041"/>
                  </a:lnTo>
                  <a:lnTo>
                    <a:pt x="647661" y="908113"/>
                  </a:lnTo>
                  <a:lnTo>
                    <a:pt x="683933" y="908113"/>
                  </a:lnTo>
                  <a:lnTo>
                    <a:pt x="683933" y="902398"/>
                  </a:lnTo>
                  <a:lnTo>
                    <a:pt x="652843" y="902398"/>
                  </a:lnTo>
                  <a:lnTo>
                    <a:pt x="663752" y="893533"/>
                  </a:lnTo>
                  <a:lnTo>
                    <a:pt x="669556" y="889825"/>
                  </a:lnTo>
                  <a:lnTo>
                    <a:pt x="676986" y="885825"/>
                  </a:lnTo>
                  <a:lnTo>
                    <a:pt x="684606" y="882015"/>
                  </a:lnTo>
                  <a:lnTo>
                    <a:pt x="691273" y="880389"/>
                  </a:lnTo>
                  <a:lnTo>
                    <a:pt x="696988" y="880960"/>
                  </a:lnTo>
                  <a:lnTo>
                    <a:pt x="699566" y="881316"/>
                  </a:lnTo>
                  <a:lnTo>
                    <a:pt x="699566" y="890968"/>
                  </a:lnTo>
                  <a:lnTo>
                    <a:pt x="700989" y="890968"/>
                  </a:lnTo>
                  <a:lnTo>
                    <a:pt x="700989" y="730948"/>
                  </a:lnTo>
                  <a:lnTo>
                    <a:pt x="699566" y="730948"/>
                  </a:lnTo>
                  <a:lnTo>
                    <a:pt x="699566" y="873887"/>
                  </a:lnTo>
                  <a:lnTo>
                    <a:pt x="695845" y="871816"/>
                  </a:lnTo>
                  <a:lnTo>
                    <a:pt x="690041" y="870673"/>
                  </a:lnTo>
                  <a:lnTo>
                    <a:pt x="683564" y="871245"/>
                  </a:lnTo>
                  <a:lnTo>
                    <a:pt x="675386" y="872159"/>
                  </a:lnTo>
                  <a:lnTo>
                    <a:pt x="640626" y="893965"/>
                  </a:lnTo>
                  <a:lnTo>
                    <a:pt x="637044" y="902398"/>
                  </a:lnTo>
                  <a:lnTo>
                    <a:pt x="487197" y="902398"/>
                  </a:lnTo>
                  <a:lnTo>
                    <a:pt x="487794" y="901103"/>
                  </a:lnTo>
                  <a:lnTo>
                    <a:pt x="489242" y="893533"/>
                  </a:lnTo>
                  <a:lnTo>
                    <a:pt x="489051" y="886294"/>
                  </a:lnTo>
                  <a:lnTo>
                    <a:pt x="488962" y="886117"/>
                  </a:lnTo>
                  <a:lnTo>
                    <a:pt x="488962" y="730948"/>
                  </a:lnTo>
                  <a:lnTo>
                    <a:pt x="478955" y="730948"/>
                  </a:lnTo>
                  <a:lnTo>
                    <a:pt x="478955" y="875792"/>
                  </a:lnTo>
                  <a:lnTo>
                    <a:pt x="476961" y="874204"/>
                  </a:lnTo>
                  <a:lnTo>
                    <a:pt x="470484" y="872490"/>
                  </a:lnTo>
                  <a:lnTo>
                    <a:pt x="462102" y="872680"/>
                  </a:lnTo>
                  <a:lnTo>
                    <a:pt x="454164" y="873645"/>
                  </a:lnTo>
                  <a:lnTo>
                    <a:pt x="419595" y="896747"/>
                  </a:lnTo>
                  <a:lnTo>
                    <a:pt x="416902" y="902398"/>
                  </a:lnTo>
                  <a:lnTo>
                    <a:pt x="229209" y="902398"/>
                  </a:lnTo>
                  <a:lnTo>
                    <a:pt x="229209" y="0"/>
                  </a:lnTo>
                  <a:lnTo>
                    <a:pt x="220637" y="0"/>
                  </a:lnTo>
                  <a:lnTo>
                    <a:pt x="220637" y="902398"/>
                  </a:lnTo>
                  <a:lnTo>
                    <a:pt x="216509" y="902398"/>
                  </a:lnTo>
                  <a:lnTo>
                    <a:pt x="216509" y="908113"/>
                  </a:lnTo>
                  <a:lnTo>
                    <a:pt x="220637" y="908113"/>
                  </a:lnTo>
                  <a:lnTo>
                    <a:pt x="220637" y="959548"/>
                  </a:lnTo>
                  <a:lnTo>
                    <a:pt x="216509" y="959548"/>
                  </a:lnTo>
                  <a:lnTo>
                    <a:pt x="216509" y="965263"/>
                  </a:lnTo>
                  <a:lnTo>
                    <a:pt x="220637" y="965263"/>
                  </a:lnTo>
                  <a:lnTo>
                    <a:pt x="220637" y="1016698"/>
                  </a:lnTo>
                  <a:lnTo>
                    <a:pt x="216509" y="1016698"/>
                  </a:lnTo>
                  <a:lnTo>
                    <a:pt x="216509" y="1022413"/>
                  </a:lnTo>
                  <a:lnTo>
                    <a:pt x="220637" y="1022413"/>
                  </a:lnTo>
                  <a:lnTo>
                    <a:pt x="220637" y="1073848"/>
                  </a:lnTo>
                  <a:lnTo>
                    <a:pt x="216509" y="1073848"/>
                  </a:lnTo>
                  <a:lnTo>
                    <a:pt x="216509" y="1079563"/>
                  </a:lnTo>
                  <a:lnTo>
                    <a:pt x="220637" y="1079563"/>
                  </a:lnTo>
                  <a:lnTo>
                    <a:pt x="220637" y="1130998"/>
                  </a:lnTo>
                  <a:lnTo>
                    <a:pt x="216509" y="1130998"/>
                  </a:lnTo>
                  <a:lnTo>
                    <a:pt x="216509" y="1136713"/>
                  </a:lnTo>
                  <a:lnTo>
                    <a:pt x="220637" y="1136713"/>
                  </a:lnTo>
                  <a:lnTo>
                    <a:pt x="229209" y="1136713"/>
                  </a:lnTo>
                  <a:lnTo>
                    <a:pt x="1293291" y="1136713"/>
                  </a:lnTo>
                  <a:lnTo>
                    <a:pt x="1297419" y="1136713"/>
                  </a:lnTo>
                  <a:lnTo>
                    <a:pt x="1305991" y="1136713"/>
                  </a:lnTo>
                  <a:lnTo>
                    <a:pt x="2311781" y="1136713"/>
                  </a:lnTo>
                  <a:lnTo>
                    <a:pt x="2311781" y="1130998"/>
                  </a:lnTo>
                  <a:lnTo>
                    <a:pt x="1305991" y="1130998"/>
                  </a:lnTo>
                  <a:lnTo>
                    <a:pt x="1305991" y="1079563"/>
                  </a:lnTo>
                  <a:lnTo>
                    <a:pt x="2311781" y="1079563"/>
                  </a:lnTo>
                  <a:lnTo>
                    <a:pt x="2311781" y="1073848"/>
                  </a:lnTo>
                  <a:lnTo>
                    <a:pt x="1305991" y="1073848"/>
                  </a:lnTo>
                  <a:lnTo>
                    <a:pt x="1305991" y="1022413"/>
                  </a:lnTo>
                  <a:lnTo>
                    <a:pt x="2311781" y="1022413"/>
                  </a:lnTo>
                  <a:lnTo>
                    <a:pt x="2311781" y="1016698"/>
                  </a:lnTo>
                  <a:lnTo>
                    <a:pt x="1305991" y="1016698"/>
                  </a:lnTo>
                  <a:lnTo>
                    <a:pt x="1305991" y="965263"/>
                  </a:lnTo>
                  <a:lnTo>
                    <a:pt x="2311781" y="965263"/>
                  </a:lnTo>
                  <a:lnTo>
                    <a:pt x="2311781" y="959548"/>
                  </a:lnTo>
                  <a:lnTo>
                    <a:pt x="1305991" y="959548"/>
                  </a:lnTo>
                  <a:lnTo>
                    <a:pt x="1305991" y="908113"/>
                  </a:lnTo>
                  <a:lnTo>
                    <a:pt x="2311781" y="908113"/>
                  </a:lnTo>
                  <a:lnTo>
                    <a:pt x="2311781" y="9023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374506" y="2901315"/>
              <a:ext cx="150629" cy="250888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429846" y="3298221"/>
              <a:ext cx="110966" cy="203168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5634596" y="2901324"/>
              <a:ext cx="111760" cy="232410"/>
            </a:xfrm>
            <a:custGeom>
              <a:avLst/>
              <a:gdLst/>
              <a:ahLst/>
              <a:cxnLst/>
              <a:rect l="l" t="t" r="r" b="b"/>
              <a:pathLst>
                <a:path w="111760" h="232410">
                  <a:moveTo>
                    <a:pt x="111137" y="225018"/>
                  </a:moveTo>
                  <a:lnTo>
                    <a:pt x="0" y="225018"/>
                  </a:lnTo>
                  <a:lnTo>
                    <a:pt x="0" y="232168"/>
                  </a:lnTo>
                  <a:lnTo>
                    <a:pt x="111137" y="232168"/>
                  </a:lnTo>
                  <a:lnTo>
                    <a:pt x="111137" y="225018"/>
                  </a:lnTo>
                  <a:close/>
                </a:path>
                <a:path w="111760" h="232410">
                  <a:moveTo>
                    <a:pt x="111137" y="167868"/>
                  </a:moveTo>
                  <a:lnTo>
                    <a:pt x="90220" y="167868"/>
                  </a:lnTo>
                  <a:lnTo>
                    <a:pt x="90817" y="165163"/>
                  </a:lnTo>
                  <a:lnTo>
                    <a:pt x="91579" y="156400"/>
                  </a:lnTo>
                  <a:lnTo>
                    <a:pt x="90525" y="153860"/>
                  </a:lnTo>
                  <a:lnTo>
                    <a:pt x="90525" y="0"/>
                  </a:lnTo>
                  <a:lnTo>
                    <a:pt x="81953" y="0"/>
                  </a:lnTo>
                  <a:lnTo>
                    <a:pt x="81953" y="160020"/>
                  </a:lnTo>
                  <a:lnTo>
                    <a:pt x="81102" y="161823"/>
                  </a:lnTo>
                  <a:lnTo>
                    <a:pt x="77101" y="166585"/>
                  </a:lnTo>
                  <a:lnTo>
                    <a:pt x="75615" y="167868"/>
                  </a:lnTo>
                  <a:lnTo>
                    <a:pt x="67373" y="167868"/>
                  </a:lnTo>
                  <a:lnTo>
                    <a:pt x="67373" y="175018"/>
                  </a:lnTo>
                  <a:lnTo>
                    <a:pt x="34239" y="192493"/>
                  </a:lnTo>
                  <a:lnTo>
                    <a:pt x="30238" y="192303"/>
                  </a:lnTo>
                  <a:lnTo>
                    <a:pt x="26238" y="191922"/>
                  </a:lnTo>
                  <a:lnTo>
                    <a:pt x="24333" y="190207"/>
                  </a:lnTo>
                  <a:lnTo>
                    <a:pt x="24523" y="187159"/>
                  </a:lnTo>
                  <a:lnTo>
                    <a:pt x="24587" y="186880"/>
                  </a:lnTo>
                  <a:lnTo>
                    <a:pt x="25730" y="182092"/>
                  </a:lnTo>
                  <a:lnTo>
                    <a:pt x="28803" y="176872"/>
                  </a:lnTo>
                  <a:lnTo>
                    <a:pt x="30505" y="175018"/>
                  </a:lnTo>
                  <a:lnTo>
                    <a:pt x="67373" y="175018"/>
                  </a:lnTo>
                  <a:lnTo>
                    <a:pt x="67373" y="167868"/>
                  </a:lnTo>
                  <a:lnTo>
                    <a:pt x="38214" y="167868"/>
                  </a:lnTo>
                  <a:lnTo>
                    <a:pt x="44716" y="162585"/>
                  </a:lnTo>
                  <a:lnTo>
                    <a:pt x="50520" y="158877"/>
                  </a:lnTo>
                  <a:lnTo>
                    <a:pt x="57950" y="154876"/>
                  </a:lnTo>
                  <a:lnTo>
                    <a:pt x="65570" y="151066"/>
                  </a:lnTo>
                  <a:lnTo>
                    <a:pt x="72237" y="149440"/>
                  </a:lnTo>
                  <a:lnTo>
                    <a:pt x="77952" y="150012"/>
                  </a:lnTo>
                  <a:lnTo>
                    <a:pt x="80530" y="150368"/>
                  </a:lnTo>
                  <a:lnTo>
                    <a:pt x="80530" y="160020"/>
                  </a:lnTo>
                  <a:lnTo>
                    <a:pt x="81953" y="160020"/>
                  </a:lnTo>
                  <a:lnTo>
                    <a:pt x="81953" y="0"/>
                  </a:lnTo>
                  <a:lnTo>
                    <a:pt x="80530" y="0"/>
                  </a:lnTo>
                  <a:lnTo>
                    <a:pt x="80530" y="142938"/>
                  </a:lnTo>
                  <a:lnTo>
                    <a:pt x="76809" y="140868"/>
                  </a:lnTo>
                  <a:lnTo>
                    <a:pt x="71005" y="139725"/>
                  </a:lnTo>
                  <a:lnTo>
                    <a:pt x="64528" y="140296"/>
                  </a:lnTo>
                  <a:lnTo>
                    <a:pt x="56349" y="141211"/>
                  </a:lnTo>
                  <a:lnTo>
                    <a:pt x="21590" y="163017"/>
                  </a:lnTo>
                  <a:lnTo>
                    <a:pt x="19265" y="167868"/>
                  </a:lnTo>
                  <a:lnTo>
                    <a:pt x="0" y="167868"/>
                  </a:lnTo>
                  <a:lnTo>
                    <a:pt x="0" y="175018"/>
                  </a:lnTo>
                  <a:lnTo>
                    <a:pt x="17246" y="175018"/>
                  </a:lnTo>
                  <a:lnTo>
                    <a:pt x="16802" y="177165"/>
                  </a:lnTo>
                  <a:lnTo>
                    <a:pt x="36525" y="202590"/>
                  </a:lnTo>
                  <a:lnTo>
                    <a:pt x="42811" y="202018"/>
                  </a:lnTo>
                  <a:lnTo>
                    <a:pt x="50876" y="201117"/>
                  </a:lnTo>
                  <a:lnTo>
                    <a:pt x="58813" y="198945"/>
                  </a:lnTo>
                  <a:lnTo>
                    <a:pt x="66598" y="195541"/>
                  </a:lnTo>
                  <a:lnTo>
                    <a:pt x="71589" y="192493"/>
                  </a:lnTo>
                  <a:lnTo>
                    <a:pt x="74244" y="190881"/>
                  </a:lnTo>
                  <a:lnTo>
                    <a:pt x="80962" y="185305"/>
                  </a:lnTo>
                  <a:lnTo>
                    <a:pt x="85953" y="179158"/>
                  </a:lnTo>
                  <a:lnTo>
                    <a:pt x="87972" y="175018"/>
                  </a:lnTo>
                  <a:lnTo>
                    <a:pt x="111137" y="175018"/>
                  </a:lnTo>
                  <a:lnTo>
                    <a:pt x="111137" y="167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031191" y="2901315"/>
              <a:ext cx="155773" cy="232171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092341" y="3185731"/>
              <a:ext cx="74294" cy="287083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6308852" y="2284675"/>
              <a:ext cx="975360" cy="1137285"/>
            </a:xfrm>
            <a:custGeom>
              <a:avLst/>
              <a:gdLst/>
              <a:ahLst/>
              <a:cxnLst/>
              <a:rect l="l" t="t" r="r" b="b"/>
              <a:pathLst>
                <a:path w="975359" h="1137285">
                  <a:moveTo>
                    <a:pt x="962482" y="902398"/>
                  </a:moveTo>
                  <a:lnTo>
                    <a:pt x="818210" y="902398"/>
                  </a:lnTo>
                  <a:lnTo>
                    <a:pt x="818807" y="901103"/>
                  </a:lnTo>
                  <a:lnTo>
                    <a:pt x="820254" y="893533"/>
                  </a:lnTo>
                  <a:lnTo>
                    <a:pt x="820064" y="886294"/>
                  </a:lnTo>
                  <a:lnTo>
                    <a:pt x="819975" y="886117"/>
                  </a:lnTo>
                  <a:lnTo>
                    <a:pt x="819975" y="730948"/>
                  </a:lnTo>
                  <a:lnTo>
                    <a:pt x="809967" y="730948"/>
                  </a:lnTo>
                  <a:lnTo>
                    <a:pt x="809967" y="875792"/>
                  </a:lnTo>
                  <a:lnTo>
                    <a:pt x="807974" y="874204"/>
                  </a:lnTo>
                  <a:lnTo>
                    <a:pt x="801497" y="872490"/>
                  </a:lnTo>
                  <a:lnTo>
                    <a:pt x="793115" y="872680"/>
                  </a:lnTo>
                  <a:lnTo>
                    <a:pt x="785190" y="873645"/>
                  </a:lnTo>
                  <a:lnTo>
                    <a:pt x="750608" y="896747"/>
                  </a:lnTo>
                  <a:lnTo>
                    <a:pt x="747915" y="902398"/>
                  </a:lnTo>
                  <a:lnTo>
                    <a:pt x="377672" y="902398"/>
                  </a:lnTo>
                  <a:lnTo>
                    <a:pt x="379044" y="896112"/>
                  </a:lnTo>
                  <a:lnTo>
                    <a:pt x="379806" y="887349"/>
                  </a:lnTo>
                  <a:lnTo>
                    <a:pt x="378752" y="884809"/>
                  </a:lnTo>
                  <a:lnTo>
                    <a:pt x="378752" y="730948"/>
                  </a:lnTo>
                  <a:lnTo>
                    <a:pt x="370179" y="730948"/>
                  </a:lnTo>
                  <a:lnTo>
                    <a:pt x="370179" y="890968"/>
                  </a:lnTo>
                  <a:lnTo>
                    <a:pt x="369328" y="892771"/>
                  </a:lnTo>
                  <a:lnTo>
                    <a:pt x="365328" y="897534"/>
                  </a:lnTo>
                  <a:lnTo>
                    <a:pt x="359714" y="902398"/>
                  </a:lnTo>
                  <a:lnTo>
                    <a:pt x="353123" y="902398"/>
                  </a:lnTo>
                  <a:lnTo>
                    <a:pt x="353123" y="908113"/>
                  </a:lnTo>
                  <a:lnTo>
                    <a:pt x="322465" y="923442"/>
                  </a:lnTo>
                  <a:lnTo>
                    <a:pt x="318465" y="923251"/>
                  </a:lnTo>
                  <a:lnTo>
                    <a:pt x="314464" y="922870"/>
                  </a:lnTo>
                  <a:lnTo>
                    <a:pt x="312559" y="921156"/>
                  </a:lnTo>
                  <a:lnTo>
                    <a:pt x="312750" y="918108"/>
                  </a:lnTo>
                  <a:lnTo>
                    <a:pt x="312813" y="917829"/>
                  </a:lnTo>
                  <a:lnTo>
                    <a:pt x="313956" y="913041"/>
                  </a:lnTo>
                  <a:lnTo>
                    <a:pt x="316852" y="908113"/>
                  </a:lnTo>
                  <a:lnTo>
                    <a:pt x="353123" y="908113"/>
                  </a:lnTo>
                  <a:lnTo>
                    <a:pt x="353123" y="902398"/>
                  </a:lnTo>
                  <a:lnTo>
                    <a:pt x="322033" y="902398"/>
                  </a:lnTo>
                  <a:lnTo>
                    <a:pt x="332943" y="893533"/>
                  </a:lnTo>
                  <a:lnTo>
                    <a:pt x="338747" y="889825"/>
                  </a:lnTo>
                  <a:lnTo>
                    <a:pt x="346176" y="885825"/>
                  </a:lnTo>
                  <a:lnTo>
                    <a:pt x="353796" y="882015"/>
                  </a:lnTo>
                  <a:lnTo>
                    <a:pt x="360464" y="880389"/>
                  </a:lnTo>
                  <a:lnTo>
                    <a:pt x="366179" y="880960"/>
                  </a:lnTo>
                  <a:lnTo>
                    <a:pt x="368757" y="881316"/>
                  </a:lnTo>
                  <a:lnTo>
                    <a:pt x="368757" y="890968"/>
                  </a:lnTo>
                  <a:lnTo>
                    <a:pt x="370179" y="890968"/>
                  </a:lnTo>
                  <a:lnTo>
                    <a:pt x="370179" y="730948"/>
                  </a:lnTo>
                  <a:lnTo>
                    <a:pt x="368757" y="730948"/>
                  </a:lnTo>
                  <a:lnTo>
                    <a:pt x="368757" y="873887"/>
                  </a:lnTo>
                  <a:lnTo>
                    <a:pt x="365036" y="871816"/>
                  </a:lnTo>
                  <a:lnTo>
                    <a:pt x="359232" y="870673"/>
                  </a:lnTo>
                  <a:lnTo>
                    <a:pt x="352755" y="871245"/>
                  </a:lnTo>
                  <a:lnTo>
                    <a:pt x="344576" y="872159"/>
                  </a:lnTo>
                  <a:lnTo>
                    <a:pt x="309816" y="893965"/>
                  </a:lnTo>
                  <a:lnTo>
                    <a:pt x="306235" y="902398"/>
                  </a:lnTo>
                  <a:lnTo>
                    <a:pt x="156387" y="902398"/>
                  </a:lnTo>
                  <a:lnTo>
                    <a:pt x="156984" y="901103"/>
                  </a:lnTo>
                  <a:lnTo>
                    <a:pt x="158432" y="893533"/>
                  </a:lnTo>
                  <a:lnTo>
                    <a:pt x="158242" y="886294"/>
                  </a:lnTo>
                  <a:lnTo>
                    <a:pt x="158140" y="886091"/>
                  </a:lnTo>
                  <a:lnTo>
                    <a:pt x="158140" y="730948"/>
                  </a:lnTo>
                  <a:lnTo>
                    <a:pt x="148145" y="730948"/>
                  </a:lnTo>
                  <a:lnTo>
                    <a:pt x="148145" y="875804"/>
                  </a:lnTo>
                  <a:lnTo>
                    <a:pt x="146138" y="874204"/>
                  </a:lnTo>
                  <a:lnTo>
                    <a:pt x="139661" y="872490"/>
                  </a:lnTo>
                  <a:lnTo>
                    <a:pt x="131279" y="872680"/>
                  </a:lnTo>
                  <a:lnTo>
                    <a:pt x="123355" y="873645"/>
                  </a:lnTo>
                  <a:lnTo>
                    <a:pt x="88785" y="896747"/>
                  </a:lnTo>
                  <a:lnTo>
                    <a:pt x="86093" y="902398"/>
                  </a:lnTo>
                  <a:lnTo>
                    <a:pt x="12700" y="902398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902398"/>
                  </a:lnTo>
                  <a:lnTo>
                    <a:pt x="0" y="902398"/>
                  </a:lnTo>
                  <a:lnTo>
                    <a:pt x="0" y="908113"/>
                  </a:lnTo>
                  <a:lnTo>
                    <a:pt x="4127" y="908113"/>
                  </a:lnTo>
                  <a:lnTo>
                    <a:pt x="4127" y="959548"/>
                  </a:lnTo>
                  <a:lnTo>
                    <a:pt x="0" y="959548"/>
                  </a:lnTo>
                  <a:lnTo>
                    <a:pt x="0" y="965263"/>
                  </a:lnTo>
                  <a:lnTo>
                    <a:pt x="4127" y="965263"/>
                  </a:lnTo>
                  <a:lnTo>
                    <a:pt x="4127" y="1016698"/>
                  </a:lnTo>
                  <a:lnTo>
                    <a:pt x="0" y="1016698"/>
                  </a:lnTo>
                  <a:lnTo>
                    <a:pt x="0" y="1022413"/>
                  </a:lnTo>
                  <a:lnTo>
                    <a:pt x="4127" y="1022413"/>
                  </a:lnTo>
                  <a:lnTo>
                    <a:pt x="4127" y="1073848"/>
                  </a:lnTo>
                  <a:lnTo>
                    <a:pt x="0" y="1073848"/>
                  </a:lnTo>
                  <a:lnTo>
                    <a:pt x="0" y="1079563"/>
                  </a:lnTo>
                  <a:lnTo>
                    <a:pt x="4127" y="1079563"/>
                  </a:lnTo>
                  <a:lnTo>
                    <a:pt x="4127" y="1130998"/>
                  </a:lnTo>
                  <a:lnTo>
                    <a:pt x="0" y="1130998"/>
                  </a:lnTo>
                  <a:lnTo>
                    <a:pt x="0" y="1136713"/>
                  </a:lnTo>
                  <a:lnTo>
                    <a:pt x="4127" y="1136713"/>
                  </a:lnTo>
                  <a:lnTo>
                    <a:pt x="12700" y="1136713"/>
                  </a:lnTo>
                  <a:lnTo>
                    <a:pt x="962482" y="1136713"/>
                  </a:lnTo>
                  <a:lnTo>
                    <a:pt x="962482" y="1130998"/>
                  </a:lnTo>
                  <a:lnTo>
                    <a:pt x="12700" y="1130998"/>
                  </a:lnTo>
                  <a:lnTo>
                    <a:pt x="12700" y="1079563"/>
                  </a:lnTo>
                  <a:lnTo>
                    <a:pt x="962482" y="1079563"/>
                  </a:lnTo>
                  <a:lnTo>
                    <a:pt x="962482" y="1073848"/>
                  </a:lnTo>
                  <a:lnTo>
                    <a:pt x="131572" y="1073848"/>
                  </a:lnTo>
                  <a:lnTo>
                    <a:pt x="12700" y="1073848"/>
                  </a:lnTo>
                  <a:lnTo>
                    <a:pt x="12700" y="1022413"/>
                  </a:lnTo>
                  <a:lnTo>
                    <a:pt x="100711" y="1022413"/>
                  </a:lnTo>
                  <a:lnTo>
                    <a:pt x="93891" y="1026198"/>
                  </a:lnTo>
                  <a:lnTo>
                    <a:pt x="88849" y="1031265"/>
                  </a:lnTo>
                  <a:lnTo>
                    <a:pt x="85598" y="1037628"/>
                  </a:lnTo>
                  <a:lnTo>
                    <a:pt x="84137" y="1045273"/>
                  </a:lnTo>
                  <a:lnTo>
                    <a:pt x="85890" y="1052918"/>
                  </a:lnTo>
                  <a:lnTo>
                    <a:pt x="124574" y="1073696"/>
                  </a:lnTo>
                  <a:lnTo>
                    <a:pt x="131572" y="1073848"/>
                  </a:lnTo>
                  <a:lnTo>
                    <a:pt x="138531" y="1073696"/>
                  </a:lnTo>
                  <a:lnTo>
                    <a:pt x="176364" y="1052918"/>
                  </a:lnTo>
                  <a:lnTo>
                    <a:pt x="177863" y="1045273"/>
                  </a:lnTo>
                  <a:lnTo>
                    <a:pt x="176072" y="1037628"/>
                  </a:lnTo>
                  <a:lnTo>
                    <a:pt x="172427" y="1031265"/>
                  </a:lnTo>
                  <a:lnTo>
                    <a:pt x="166928" y="1026198"/>
                  </a:lnTo>
                  <a:lnTo>
                    <a:pt x="159575" y="1022413"/>
                  </a:lnTo>
                  <a:lnTo>
                    <a:pt x="962482" y="1022413"/>
                  </a:lnTo>
                  <a:lnTo>
                    <a:pt x="962482" y="1016698"/>
                  </a:lnTo>
                  <a:lnTo>
                    <a:pt x="150050" y="1016698"/>
                  </a:lnTo>
                  <a:lnTo>
                    <a:pt x="150050" y="1062609"/>
                  </a:lnTo>
                  <a:lnTo>
                    <a:pt x="145859" y="1068895"/>
                  </a:lnTo>
                  <a:lnTo>
                    <a:pt x="136715" y="1069276"/>
                  </a:lnTo>
                  <a:lnTo>
                    <a:pt x="130619" y="1070038"/>
                  </a:lnTo>
                  <a:lnTo>
                    <a:pt x="125285" y="1067752"/>
                  </a:lnTo>
                  <a:lnTo>
                    <a:pt x="112331" y="1033653"/>
                  </a:lnTo>
                  <a:lnTo>
                    <a:pt x="112356" y="1033462"/>
                  </a:lnTo>
                  <a:lnTo>
                    <a:pt x="113093" y="1029081"/>
                  </a:lnTo>
                  <a:lnTo>
                    <a:pt x="114998" y="1026414"/>
                  </a:lnTo>
                  <a:lnTo>
                    <a:pt x="117284" y="1023747"/>
                  </a:lnTo>
                  <a:lnTo>
                    <a:pt x="119951" y="1022413"/>
                  </a:lnTo>
                  <a:lnTo>
                    <a:pt x="135826" y="1022413"/>
                  </a:lnTo>
                  <a:lnTo>
                    <a:pt x="136715" y="1022794"/>
                  </a:lnTo>
                  <a:lnTo>
                    <a:pt x="145859" y="1033462"/>
                  </a:lnTo>
                  <a:lnTo>
                    <a:pt x="145923" y="1033653"/>
                  </a:lnTo>
                  <a:lnTo>
                    <a:pt x="148526" y="1040892"/>
                  </a:lnTo>
                  <a:lnTo>
                    <a:pt x="149288" y="1050417"/>
                  </a:lnTo>
                  <a:lnTo>
                    <a:pt x="150050" y="1062609"/>
                  </a:lnTo>
                  <a:lnTo>
                    <a:pt x="150050" y="1016698"/>
                  </a:lnTo>
                  <a:lnTo>
                    <a:pt x="129857" y="1016698"/>
                  </a:lnTo>
                  <a:lnTo>
                    <a:pt x="12700" y="1016698"/>
                  </a:lnTo>
                  <a:lnTo>
                    <a:pt x="12700" y="965263"/>
                  </a:lnTo>
                  <a:lnTo>
                    <a:pt x="962482" y="965263"/>
                  </a:lnTo>
                  <a:lnTo>
                    <a:pt x="962482" y="959548"/>
                  </a:lnTo>
                  <a:lnTo>
                    <a:pt x="12700" y="959548"/>
                  </a:lnTo>
                  <a:lnTo>
                    <a:pt x="12700" y="908113"/>
                  </a:lnTo>
                  <a:lnTo>
                    <a:pt x="84645" y="908113"/>
                  </a:lnTo>
                  <a:lnTo>
                    <a:pt x="84137" y="910678"/>
                  </a:lnTo>
                  <a:lnTo>
                    <a:pt x="84328" y="917155"/>
                  </a:lnTo>
                  <a:lnTo>
                    <a:pt x="109283" y="932116"/>
                  </a:lnTo>
                  <a:lnTo>
                    <a:pt x="117767" y="931164"/>
                  </a:lnTo>
                  <a:lnTo>
                    <a:pt x="153784" y="908113"/>
                  </a:lnTo>
                  <a:lnTo>
                    <a:pt x="305028" y="908113"/>
                  </a:lnTo>
                  <a:lnTo>
                    <a:pt x="324751" y="933538"/>
                  </a:lnTo>
                  <a:lnTo>
                    <a:pt x="331038" y="932967"/>
                  </a:lnTo>
                  <a:lnTo>
                    <a:pt x="339102" y="932065"/>
                  </a:lnTo>
                  <a:lnTo>
                    <a:pt x="347040" y="929894"/>
                  </a:lnTo>
                  <a:lnTo>
                    <a:pt x="354825" y="926490"/>
                  </a:lnTo>
                  <a:lnTo>
                    <a:pt x="359816" y="923442"/>
                  </a:lnTo>
                  <a:lnTo>
                    <a:pt x="362470" y="921829"/>
                  </a:lnTo>
                  <a:lnTo>
                    <a:pt x="369189" y="916254"/>
                  </a:lnTo>
                  <a:lnTo>
                    <a:pt x="374180" y="910107"/>
                  </a:lnTo>
                  <a:lnTo>
                    <a:pt x="375145" y="908113"/>
                  </a:lnTo>
                  <a:lnTo>
                    <a:pt x="746467" y="908113"/>
                  </a:lnTo>
                  <a:lnTo>
                    <a:pt x="745959" y="910678"/>
                  </a:lnTo>
                  <a:lnTo>
                    <a:pt x="746150" y="917155"/>
                  </a:lnTo>
                  <a:lnTo>
                    <a:pt x="748626" y="922401"/>
                  </a:lnTo>
                  <a:lnTo>
                    <a:pt x="753389" y="926401"/>
                  </a:lnTo>
                  <a:lnTo>
                    <a:pt x="757961" y="930021"/>
                  </a:lnTo>
                  <a:lnTo>
                    <a:pt x="763866" y="931926"/>
                  </a:lnTo>
                  <a:lnTo>
                    <a:pt x="771105" y="932116"/>
                  </a:lnTo>
                  <a:lnTo>
                    <a:pt x="779589" y="931164"/>
                  </a:lnTo>
                  <a:lnTo>
                    <a:pt x="815619" y="908113"/>
                  </a:lnTo>
                  <a:lnTo>
                    <a:pt x="962482" y="908113"/>
                  </a:lnTo>
                  <a:lnTo>
                    <a:pt x="962482" y="902398"/>
                  </a:lnTo>
                  <a:close/>
                </a:path>
                <a:path w="975359" h="1137285">
                  <a:moveTo>
                    <a:pt x="975182" y="0"/>
                  </a:moveTo>
                  <a:lnTo>
                    <a:pt x="966609" y="0"/>
                  </a:lnTo>
                  <a:lnTo>
                    <a:pt x="966609" y="1136713"/>
                  </a:lnTo>
                  <a:lnTo>
                    <a:pt x="975182" y="1136713"/>
                  </a:lnTo>
                  <a:lnTo>
                    <a:pt x="9751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520087" y="2727579"/>
              <a:ext cx="1844675" cy="85725"/>
            </a:xfrm>
            <a:custGeom>
              <a:avLst/>
              <a:gdLst/>
              <a:ahLst/>
              <a:cxnLst/>
              <a:rect l="l" t="t" r="r" b="b"/>
              <a:pathLst>
                <a:path w="1844675" h="85725">
                  <a:moveTo>
                    <a:pt x="0" y="85723"/>
                  </a:moveTo>
                  <a:lnTo>
                    <a:pt x="1844333" y="53041"/>
                  </a:lnTo>
                </a:path>
                <a:path w="1844675" h="85725">
                  <a:moveTo>
                    <a:pt x="473" y="0"/>
                  </a:moveTo>
                  <a:lnTo>
                    <a:pt x="1844333" y="5304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266700" y="2005266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176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179387" y="3950589"/>
            <a:ext cx="7101840" cy="1601470"/>
            <a:chOff x="179387" y="3950589"/>
            <a:chExt cx="7101840" cy="1601470"/>
          </a:xfrm>
        </p:grpSpPr>
        <p:sp>
          <p:nvSpPr>
            <p:cNvPr id="129" name="object 129"/>
            <p:cNvSpPr/>
            <p:nvPr/>
          </p:nvSpPr>
          <p:spPr>
            <a:xfrm>
              <a:off x="179387" y="4056135"/>
              <a:ext cx="577215" cy="1210310"/>
            </a:xfrm>
            <a:custGeom>
              <a:avLst/>
              <a:gdLst/>
              <a:ahLst/>
              <a:cxnLst/>
              <a:rect l="l" t="t" r="r" b="b"/>
              <a:pathLst>
                <a:path w="577215" h="1210310">
                  <a:moveTo>
                    <a:pt x="68859" y="76111"/>
                  </a:moveTo>
                  <a:lnTo>
                    <a:pt x="46570" y="120662"/>
                  </a:lnTo>
                  <a:lnTo>
                    <a:pt x="28994" y="165341"/>
                  </a:lnTo>
                  <a:lnTo>
                    <a:pt x="14046" y="222440"/>
                  </a:lnTo>
                  <a:lnTo>
                    <a:pt x="7048" y="274142"/>
                  </a:lnTo>
                  <a:lnTo>
                    <a:pt x="6286" y="298132"/>
                  </a:lnTo>
                  <a:lnTo>
                    <a:pt x="7175" y="321805"/>
                  </a:lnTo>
                  <a:lnTo>
                    <a:pt x="8991" y="345401"/>
                  </a:lnTo>
                  <a:lnTo>
                    <a:pt x="11747" y="368896"/>
                  </a:lnTo>
                  <a:lnTo>
                    <a:pt x="15430" y="392315"/>
                  </a:lnTo>
                  <a:lnTo>
                    <a:pt x="35039" y="494118"/>
                  </a:lnTo>
                  <a:lnTo>
                    <a:pt x="37287" y="507390"/>
                  </a:lnTo>
                  <a:lnTo>
                    <a:pt x="39039" y="519963"/>
                  </a:lnTo>
                  <a:lnTo>
                    <a:pt x="40284" y="531825"/>
                  </a:lnTo>
                  <a:lnTo>
                    <a:pt x="41148" y="549173"/>
                  </a:lnTo>
                  <a:lnTo>
                    <a:pt x="40284" y="563333"/>
                  </a:lnTo>
                  <a:lnTo>
                    <a:pt x="29425" y="602284"/>
                  </a:lnTo>
                  <a:lnTo>
                    <a:pt x="0" y="641235"/>
                  </a:lnTo>
                  <a:lnTo>
                    <a:pt x="0" y="645490"/>
                  </a:lnTo>
                  <a:lnTo>
                    <a:pt x="29425" y="686562"/>
                  </a:lnTo>
                  <a:lnTo>
                    <a:pt x="40284" y="725157"/>
                  </a:lnTo>
                  <a:lnTo>
                    <a:pt x="41148" y="740384"/>
                  </a:lnTo>
                  <a:lnTo>
                    <a:pt x="40474" y="755319"/>
                  </a:lnTo>
                  <a:lnTo>
                    <a:pt x="38785" y="771804"/>
                  </a:lnTo>
                  <a:lnTo>
                    <a:pt x="36055" y="789851"/>
                  </a:lnTo>
                  <a:lnTo>
                    <a:pt x="15430" y="896886"/>
                  </a:lnTo>
                  <a:lnTo>
                    <a:pt x="11747" y="920432"/>
                  </a:lnTo>
                  <a:lnTo>
                    <a:pt x="8991" y="943978"/>
                  </a:lnTo>
                  <a:lnTo>
                    <a:pt x="7175" y="967536"/>
                  </a:lnTo>
                  <a:lnTo>
                    <a:pt x="6286" y="991082"/>
                  </a:lnTo>
                  <a:lnTo>
                    <a:pt x="7048" y="1015047"/>
                  </a:lnTo>
                  <a:lnTo>
                    <a:pt x="14046" y="1066558"/>
                  </a:lnTo>
                  <a:lnTo>
                    <a:pt x="28676" y="1122489"/>
                  </a:lnTo>
                  <a:lnTo>
                    <a:pt x="52959" y="1180553"/>
                  </a:lnTo>
                  <a:lnTo>
                    <a:pt x="68859" y="1210259"/>
                  </a:lnTo>
                  <a:lnTo>
                    <a:pt x="68859" y="1206360"/>
                  </a:lnTo>
                  <a:lnTo>
                    <a:pt x="60032" y="1187107"/>
                  </a:lnTo>
                  <a:lnTo>
                    <a:pt x="52146" y="1167942"/>
                  </a:lnTo>
                  <a:lnTo>
                    <a:pt x="39141" y="1129880"/>
                  </a:lnTo>
                  <a:lnTo>
                    <a:pt x="31140" y="1090129"/>
                  </a:lnTo>
                  <a:lnTo>
                    <a:pt x="29425" y="1046670"/>
                  </a:lnTo>
                  <a:lnTo>
                    <a:pt x="30886" y="1025131"/>
                  </a:lnTo>
                  <a:lnTo>
                    <a:pt x="33286" y="1003376"/>
                  </a:lnTo>
                  <a:lnTo>
                    <a:pt x="36601" y="981405"/>
                  </a:lnTo>
                  <a:lnTo>
                    <a:pt x="40855" y="959205"/>
                  </a:lnTo>
                  <a:lnTo>
                    <a:pt x="59143" y="873518"/>
                  </a:lnTo>
                  <a:lnTo>
                    <a:pt x="63068" y="853376"/>
                  </a:lnTo>
                  <a:lnTo>
                    <a:pt x="66001" y="834390"/>
                  </a:lnTo>
                  <a:lnTo>
                    <a:pt x="67932" y="816559"/>
                  </a:lnTo>
                  <a:lnTo>
                    <a:pt x="68859" y="799871"/>
                  </a:lnTo>
                  <a:lnTo>
                    <a:pt x="67983" y="772312"/>
                  </a:lnTo>
                  <a:lnTo>
                    <a:pt x="60121" y="726109"/>
                  </a:lnTo>
                  <a:lnTo>
                    <a:pt x="43878" y="690651"/>
                  </a:lnTo>
                  <a:lnTo>
                    <a:pt x="13335" y="653681"/>
                  </a:lnTo>
                  <a:lnTo>
                    <a:pt x="2286" y="643369"/>
                  </a:lnTo>
                  <a:lnTo>
                    <a:pt x="13335" y="633691"/>
                  </a:lnTo>
                  <a:lnTo>
                    <a:pt x="40284" y="603351"/>
                  </a:lnTo>
                  <a:lnTo>
                    <a:pt x="60121" y="562914"/>
                  </a:lnTo>
                  <a:lnTo>
                    <a:pt x="67983" y="517067"/>
                  </a:lnTo>
                  <a:lnTo>
                    <a:pt x="68859" y="489686"/>
                  </a:lnTo>
                  <a:lnTo>
                    <a:pt x="67932" y="472846"/>
                  </a:lnTo>
                  <a:lnTo>
                    <a:pt x="66001" y="454901"/>
                  </a:lnTo>
                  <a:lnTo>
                    <a:pt x="63068" y="435851"/>
                  </a:lnTo>
                  <a:lnTo>
                    <a:pt x="59143" y="415683"/>
                  </a:lnTo>
                  <a:lnTo>
                    <a:pt x="40284" y="327520"/>
                  </a:lnTo>
                  <a:lnTo>
                    <a:pt x="36283" y="305892"/>
                  </a:lnTo>
                  <a:lnTo>
                    <a:pt x="33147" y="284581"/>
                  </a:lnTo>
                  <a:lnTo>
                    <a:pt x="30848" y="263588"/>
                  </a:lnTo>
                  <a:lnTo>
                    <a:pt x="29425" y="242887"/>
                  </a:lnTo>
                  <a:lnTo>
                    <a:pt x="29502" y="220675"/>
                  </a:lnTo>
                  <a:lnTo>
                    <a:pt x="34353" y="178892"/>
                  </a:lnTo>
                  <a:lnTo>
                    <a:pt x="46139" y="137058"/>
                  </a:lnTo>
                  <a:lnTo>
                    <a:pt x="60426" y="99529"/>
                  </a:lnTo>
                  <a:lnTo>
                    <a:pt x="68859" y="80365"/>
                  </a:lnTo>
                  <a:lnTo>
                    <a:pt x="68859" y="76111"/>
                  </a:lnTo>
                  <a:close/>
                </a:path>
                <a:path w="577215" h="1210310">
                  <a:moveTo>
                    <a:pt x="57708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209192"/>
                  </a:lnTo>
                  <a:lnTo>
                    <a:pt x="94449" y="1209192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77088" y="309372"/>
                  </a:lnTo>
                  <a:lnTo>
                    <a:pt x="57708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77088" y="252222"/>
                  </a:lnTo>
                  <a:lnTo>
                    <a:pt x="57708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77088" y="195072"/>
                  </a:lnTo>
                  <a:lnTo>
                    <a:pt x="57708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77088" y="137922"/>
                  </a:lnTo>
                  <a:lnTo>
                    <a:pt x="57708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77088" y="80772"/>
                  </a:lnTo>
                  <a:lnTo>
                    <a:pt x="57708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05142" y="4045458"/>
              <a:ext cx="216598" cy="267461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756475" y="4101283"/>
              <a:ext cx="1718310" cy="344805"/>
            </a:xfrm>
            <a:custGeom>
              <a:avLst/>
              <a:gdLst/>
              <a:ahLst/>
              <a:cxnLst/>
              <a:rect l="l" t="t" r="r" b="b"/>
              <a:pathLst>
                <a:path w="1718310" h="344804">
                  <a:moveTo>
                    <a:pt x="1705546" y="29908"/>
                  </a:moveTo>
                  <a:lnTo>
                    <a:pt x="1028039" y="29908"/>
                  </a:lnTo>
                  <a:lnTo>
                    <a:pt x="1028039" y="1333"/>
                  </a:lnTo>
                  <a:lnTo>
                    <a:pt x="1018044" y="1333"/>
                  </a:lnTo>
                  <a:lnTo>
                    <a:pt x="1018044" y="174764"/>
                  </a:lnTo>
                  <a:lnTo>
                    <a:pt x="1016038" y="173164"/>
                  </a:lnTo>
                  <a:lnTo>
                    <a:pt x="1009561" y="171450"/>
                  </a:lnTo>
                  <a:lnTo>
                    <a:pt x="1001179" y="171640"/>
                  </a:lnTo>
                  <a:lnTo>
                    <a:pt x="993254" y="172605"/>
                  </a:lnTo>
                  <a:lnTo>
                    <a:pt x="958684" y="195707"/>
                  </a:lnTo>
                  <a:lnTo>
                    <a:pt x="955992" y="201358"/>
                  </a:lnTo>
                  <a:lnTo>
                    <a:pt x="586232" y="201358"/>
                  </a:lnTo>
                  <a:lnTo>
                    <a:pt x="586232" y="149923"/>
                  </a:lnTo>
                  <a:lnTo>
                    <a:pt x="1018044" y="149923"/>
                  </a:lnTo>
                  <a:lnTo>
                    <a:pt x="1018044" y="144208"/>
                  </a:lnTo>
                  <a:lnTo>
                    <a:pt x="586232" y="144208"/>
                  </a:lnTo>
                  <a:lnTo>
                    <a:pt x="586232" y="92773"/>
                  </a:lnTo>
                  <a:lnTo>
                    <a:pt x="1018044" y="92773"/>
                  </a:lnTo>
                  <a:lnTo>
                    <a:pt x="1018044" y="87058"/>
                  </a:lnTo>
                  <a:lnTo>
                    <a:pt x="610565" y="87058"/>
                  </a:lnTo>
                  <a:lnTo>
                    <a:pt x="618172" y="84988"/>
                  </a:lnTo>
                  <a:lnTo>
                    <a:pt x="626287" y="81394"/>
                  </a:lnTo>
                  <a:lnTo>
                    <a:pt x="650532" y="49618"/>
                  </a:lnTo>
                  <a:lnTo>
                    <a:pt x="650341" y="42379"/>
                  </a:lnTo>
                  <a:lnTo>
                    <a:pt x="647763" y="37147"/>
                  </a:lnTo>
                  <a:lnTo>
                    <a:pt x="645426" y="35623"/>
                  </a:lnTo>
                  <a:lnTo>
                    <a:pt x="1018044" y="35623"/>
                  </a:lnTo>
                  <a:lnTo>
                    <a:pt x="1018044" y="29908"/>
                  </a:lnTo>
                  <a:lnTo>
                    <a:pt x="636790" y="29908"/>
                  </a:lnTo>
                  <a:lnTo>
                    <a:pt x="631761" y="28575"/>
                  </a:lnTo>
                  <a:lnTo>
                    <a:pt x="623379" y="28765"/>
                  </a:lnTo>
                  <a:lnTo>
                    <a:pt x="615454" y="29730"/>
                  </a:lnTo>
                  <a:lnTo>
                    <a:pt x="614845" y="29908"/>
                  </a:lnTo>
                  <a:lnTo>
                    <a:pt x="600227" y="29908"/>
                  </a:lnTo>
                  <a:lnTo>
                    <a:pt x="600227" y="35623"/>
                  </a:lnTo>
                  <a:lnTo>
                    <a:pt x="600024" y="35725"/>
                  </a:lnTo>
                  <a:lnTo>
                    <a:pt x="592518" y="40767"/>
                  </a:lnTo>
                  <a:lnTo>
                    <a:pt x="591185" y="41935"/>
                  </a:lnTo>
                  <a:lnTo>
                    <a:pt x="591185" y="87058"/>
                  </a:lnTo>
                  <a:lnTo>
                    <a:pt x="586232" y="87058"/>
                  </a:lnTo>
                  <a:lnTo>
                    <a:pt x="586232" y="84518"/>
                  </a:lnTo>
                  <a:lnTo>
                    <a:pt x="588238" y="86106"/>
                  </a:lnTo>
                  <a:lnTo>
                    <a:pt x="591185" y="87058"/>
                  </a:lnTo>
                  <a:lnTo>
                    <a:pt x="591185" y="41935"/>
                  </a:lnTo>
                  <a:lnTo>
                    <a:pt x="585825" y="46570"/>
                  </a:lnTo>
                  <a:lnTo>
                    <a:pt x="580872" y="52832"/>
                  </a:lnTo>
                  <a:lnTo>
                    <a:pt x="577684" y="59575"/>
                  </a:lnTo>
                  <a:lnTo>
                    <a:pt x="576237" y="66763"/>
                  </a:lnTo>
                  <a:lnTo>
                    <a:pt x="576326" y="69913"/>
                  </a:lnTo>
                  <a:lnTo>
                    <a:pt x="576237" y="69913"/>
                  </a:lnTo>
                  <a:lnTo>
                    <a:pt x="576237" y="201358"/>
                  </a:lnTo>
                  <a:lnTo>
                    <a:pt x="208432" y="201358"/>
                  </a:lnTo>
                  <a:lnTo>
                    <a:pt x="208432" y="149923"/>
                  </a:lnTo>
                  <a:lnTo>
                    <a:pt x="576237" y="149923"/>
                  </a:lnTo>
                  <a:lnTo>
                    <a:pt x="576237" y="144208"/>
                  </a:lnTo>
                  <a:lnTo>
                    <a:pt x="208432" y="144208"/>
                  </a:lnTo>
                  <a:lnTo>
                    <a:pt x="208432" y="92773"/>
                  </a:lnTo>
                  <a:lnTo>
                    <a:pt x="576237" y="92773"/>
                  </a:lnTo>
                  <a:lnTo>
                    <a:pt x="576237" y="87058"/>
                  </a:lnTo>
                  <a:lnTo>
                    <a:pt x="208432" y="87058"/>
                  </a:lnTo>
                  <a:lnTo>
                    <a:pt x="208432" y="55943"/>
                  </a:lnTo>
                  <a:lnTo>
                    <a:pt x="210439" y="57531"/>
                  </a:lnTo>
                  <a:lnTo>
                    <a:pt x="216331" y="59436"/>
                  </a:lnTo>
                  <a:lnTo>
                    <a:pt x="256438" y="47904"/>
                  </a:lnTo>
                  <a:lnTo>
                    <a:pt x="268084" y="35623"/>
                  </a:lnTo>
                  <a:lnTo>
                    <a:pt x="600227" y="35623"/>
                  </a:lnTo>
                  <a:lnTo>
                    <a:pt x="600227" y="29908"/>
                  </a:lnTo>
                  <a:lnTo>
                    <a:pt x="270687" y="29908"/>
                  </a:lnTo>
                  <a:lnTo>
                    <a:pt x="271284" y="28613"/>
                  </a:lnTo>
                  <a:lnTo>
                    <a:pt x="272732" y="21043"/>
                  </a:lnTo>
                  <a:lnTo>
                    <a:pt x="272542" y="13804"/>
                  </a:lnTo>
                  <a:lnTo>
                    <a:pt x="269963" y="8572"/>
                  </a:lnTo>
                  <a:lnTo>
                    <a:pt x="265010" y="5334"/>
                  </a:lnTo>
                  <a:lnTo>
                    <a:pt x="260438" y="1714"/>
                  </a:lnTo>
                  <a:lnTo>
                    <a:pt x="253961" y="0"/>
                  </a:lnTo>
                  <a:lnTo>
                    <a:pt x="245579" y="190"/>
                  </a:lnTo>
                  <a:lnTo>
                    <a:pt x="237655" y="1155"/>
                  </a:lnTo>
                  <a:lnTo>
                    <a:pt x="203073" y="24257"/>
                  </a:lnTo>
                  <a:lnTo>
                    <a:pt x="200380" y="29908"/>
                  </a:lnTo>
                  <a:lnTo>
                    <a:pt x="0" y="29908"/>
                  </a:lnTo>
                  <a:lnTo>
                    <a:pt x="0" y="35623"/>
                  </a:lnTo>
                  <a:lnTo>
                    <a:pt x="198945" y="35623"/>
                  </a:lnTo>
                  <a:lnTo>
                    <a:pt x="198437" y="38188"/>
                  </a:lnTo>
                  <a:lnTo>
                    <a:pt x="198513" y="41338"/>
                  </a:lnTo>
                  <a:lnTo>
                    <a:pt x="198437" y="87058"/>
                  </a:lnTo>
                  <a:lnTo>
                    <a:pt x="0" y="87058"/>
                  </a:lnTo>
                  <a:lnTo>
                    <a:pt x="0" y="92773"/>
                  </a:lnTo>
                  <a:lnTo>
                    <a:pt x="198437" y="92773"/>
                  </a:lnTo>
                  <a:lnTo>
                    <a:pt x="198437" y="144208"/>
                  </a:lnTo>
                  <a:lnTo>
                    <a:pt x="0" y="144208"/>
                  </a:lnTo>
                  <a:lnTo>
                    <a:pt x="0" y="149923"/>
                  </a:lnTo>
                  <a:lnTo>
                    <a:pt x="198437" y="149923"/>
                  </a:lnTo>
                  <a:lnTo>
                    <a:pt x="198437" y="201358"/>
                  </a:lnTo>
                  <a:lnTo>
                    <a:pt x="0" y="201358"/>
                  </a:lnTo>
                  <a:lnTo>
                    <a:pt x="0" y="207073"/>
                  </a:lnTo>
                  <a:lnTo>
                    <a:pt x="198437" y="207073"/>
                  </a:lnTo>
                  <a:lnTo>
                    <a:pt x="198437" y="229933"/>
                  </a:lnTo>
                  <a:lnTo>
                    <a:pt x="208432" y="229933"/>
                  </a:lnTo>
                  <a:lnTo>
                    <a:pt x="208432" y="207073"/>
                  </a:lnTo>
                  <a:lnTo>
                    <a:pt x="576237" y="207073"/>
                  </a:lnTo>
                  <a:lnTo>
                    <a:pt x="576237" y="258508"/>
                  </a:lnTo>
                  <a:lnTo>
                    <a:pt x="0" y="258508"/>
                  </a:lnTo>
                  <a:lnTo>
                    <a:pt x="0" y="264223"/>
                  </a:lnTo>
                  <a:lnTo>
                    <a:pt x="1331836" y="264223"/>
                  </a:lnTo>
                  <a:lnTo>
                    <a:pt x="1331836" y="344233"/>
                  </a:lnTo>
                  <a:lnTo>
                    <a:pt x="1341843" y="344233"/>
                  </a:lnTo>
                  <a:lnTo>
                    <a:pt x="1341843" y="264223"/>
                  </a:lnTo>
                  <a:lnTo>
                    <a:pt x="1705546" y="264223"/>
                  </a:lnTo>
                  <a:lnTo>
                    <a:pt x="1705546" y="258508"/>
                  </a:lnTo>
                  <a:lnTo>
                    <a:pt x="1341843" y="258508"/>
                  </a:lnTo>
                  <a:lnTo>
                    <a:pt x="1341843" y="207073"/>
                  </a:lnTo>
                  <a:lnTo>
                    <a:pt x="1705546" y="207073"/>
                  </a:lnTo>
                  <a:lnTo>
                    <a:pt x="1705546" y="201358"/>
                  </a:lnTo>
                  <a:lnTo>
                    <a:pt x="1341843" y="201358"/>
                  </a:lnTo>
                  <a:lnTo>
                    <a:pt x="1341843" y="170256"/>
                  </a:lnTo>
                  <a:lnTo>
                    <a:pt x="1343837" y="171831"/>
                  </a:lnTo>
                  <a:lnTo>
                    <a:pt x="1349743" y="173736"/>
                  </a:lnTo>
                  <a:lnTo>
                    <a:pt x="1389849" y="162204"/>
                  </a:lnTo>
                  <a:lnTo>
                    <a:pt x="1401495" y="149923"/>
                  </a:lnTo>
                  <a:lnTo>
                    <a:pt x="1705546" y="149923"/>
                  </a:lnTo>
                  <a:lnTo>
                    <a:pt x="1705546" y="144208"/>
                  </a:lnTo>
                  <a:lnTo>
                    <a:pt x="1404086" y="144208"/>
                  </a:lnTo>
                  <a:lnTo>
                    <a:pt x="1404683" y="142913"/>
                  </a:lnTo>
                  <a:lnTo>
                    <a:pt x="1406131" y="135343"/>
                  </a:lnTo>
                  <a:lnTo>
                    <a:pt x="1405940" y="128104"/>
                  </a:lnTo>
                  <a:lnTo>
                    <a:pt x="1403375" y="122872"/>
                  </a:lnTo>
                  <a:lnTo>
                    <a:pt x="1398422" y="119634"/>
                  </a:lnTo>
                  <a:lnTo>
                    <a:pt x="1393850" y="116014"/>
                  </a:lnTo>
                  <a:lnTo>
                    <a:pt x="1387373" y="114300"/>
                  </a:lnTo>
                  <a:lnTo>
                    <a:pt x="1378991" y="114490"/>
                  </a:lnTo>
                  <a:lnTo>
                    <a:pt x="1371053" y="115455"/>
                  </a:lnTo>
                  <a:lnTo>
                    <a:pt x="1336484" y="138557"/>
                  </a:lnTo>
                  <a:lnTo>
                    <a:pt x="1333792" y="144208"/>
                  </a:lnTo>
                  <a:lnTo>
                    <a:pt x="1332344" y="144208"/>
                  </a:lnTo>
                  <a:lnTo>
                    <a:pt x="1332344" y="149923"/>
                  </a:lnTo>
                  <a:lnTo>
                    <a:pt x="1331836" y="152488"/>
                  </a:lnTo>
                  <a:lnTo>
                    <a:pt x="1331925" y="155638"/>
                  </a:lnTo>
                  <a:lnTo>
                    <a:pt x="1331836" y="201358"/>
                  </a:lnTo>
                  <a:lnTo>
                    <a:pt x="1331836" y="207073"/>
                  </a:lnTo>
                  <a:lnTo>
                    <a:pt x="1331836" y="258508"/>
                  </a:lnTo>
                  <a:lnTo>
                    <a:pt x="586232" y="258508"/>
                  </a:lnTo>
                  <a:lnTo>
                    <a:pt x="586232" y="207073"/>
                  </a:lnTo>
                  <a:lnTo>
                    <a:pt x="954544" y="207073"/>
                  </a:lnTo>
                  <a:lnTo>
                    <a:pt x="954036" y="209638"/>
                  </a:lnTo>
                  <a:lnTo>
                    <a:pt x="954227" y="216115"/>
                  </a:lnTo>
                  <a:lnTo>
                    <a:pt x="979182" y="231076"/>
                  </a:lnTo>
                  <a:lnTo>
                    <a:pt x="987666" y="230124"/>
                  </a:lnTo>
                  <a:lnTo>
                    <a:pt x="1023683" y="207073"/>
                  </a:lnTo>
                  <a:lnTo>
                    <a:pt x="1331836" y="207073"/>
                  </a:lnTo>
                  <a:lnTo>
                    <a:pt x="1331836" y="201358"/>
                  </a:lnTo>
                  <a:lnTo>
                    <a:pt x="1026287" y="201358"/>
                  </a:lnTo>
                  <a:lnTo>
                    <a:pt x="1026883" y="200063"/>
                  </a:lnTo>
                  <a:lnTo>
                    <a:pt x="1028331" y="192493"/>
                  </a:lnTo>
                  <a:lnTo>
                    <a:pt x="1028141" y="185254"/>
                  </a:lnTo>
                  <a:lnTo>
                    <a:pt x="1028039" y="185051"/>
                  </a:lnTo>
                  <a:lnTo>
                    <a:pt x="1028039" y="149923"/>
                  </a:lnTo>
                  <a:lnTo>
                    <a:pt x="1332344" y="149923"/>
                  </a:lnTo>
                  <a:lnTo>
                    <a:pt x="1332344" y="144208"/>
                  </a:lnTo>
                  <a:lnTo>
                    <a:pt x="1028039" y="144208"/>
                  </a:lnTo>
                  <a:lnTo>
                    <a:pt x="1028039" y="92773"/>
                  </a:lnTo>
                  <a:lnTo>
                    <a:pt x="1705546" y="92773"/>
                  </a:lnTo>
                  <a:lnTo>
                    <a:pt x="1705546" y="87058"/>
                  </a:lnTo>
                  <a:lnTo>
                    <a:pt x="1028039" y="87058"/>
                  </a:lnTo>
                  <a:lnTo>
                    <a:pt x="1028039" y="35623"/>
                  </a:lnTo>
                  <a:lnTo>
                    <a:pt x="1705546" y="35623"/>
                  </a:lnTo>
                  <a:lnTo>
                    <a:pt x="1705546" y="29908"/>
                  </a:lnTo>
                  <a:close/>
                </a:path>
                <a:path w="1718310" h="344804">
                  <a:moveTo>
                    <a:pt x="1718246" y="32194"/>
                  </a:moveTo>
                  <a:lnTo>
                    <a:pt x="1709674" y="32194"/>
                  </a:lnTo>
                  <a:lnTo>
                    <a:pt x="1709674" y="264223"/>
                  </a:lnTo>
                  <a:lnTo>
                    <a:pt x="1718246" y="264223"/>
                  </a:lnTo>
                  <a:lnTo>
                    <a:pt x="1718246" y="32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20623" y="4573524"/>
              <a:ext cx="190023" cy="133921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2462022" y="4045467"/>
              <a:ext cx="1705610" cy="471805"/>
            </a:xfrm>
            <a:custGeom>
              <a:avLst/>
              <a:gdLst/>
              <a:ahLst/>
              <a:cxnLst/>
              <a:rect l="l" t="t" r="r" b="b"/>
              <a:pathLst>
                <a:path w="1705610" h="471804">
                  <a:moveTo>
                    <a:pt x="315645" y="425043"/>
                  </a:moveTo>
                  <a:lnTo>
                    <a:pt x="291312" y="425043"/>
                  </a:lnTo>
                  <a:lnTo>
                    <a:pt x="290372" y="420979"/>
                  </a:lnTo>
                  <a:lnTo>
                    <a:pt x="286740" y="414616"/>
                  </a:lnTo>
                  <a:lnTo>
                    <a:pt x="281228" y="409549"/>
                  </a:lnTo>
                  <a:lnTo>
                    <a:pt x="273875" y="405765"/>
                  </a:lnTo>
                  <a:lnTo>
                    <a:pt x="268363" y="403860"/>
                  </a:lnTo>
                  <a:lnTo>
                    <a:pt x="266014" y="403047"/>
                  </a:lnTo>
                  <a:lnTo>
                    <a:pt x="264350" y="402640"/>
                  </a:lnTo>
                  <a:lnTo>
                    <a:pt x="264350" y="445960"/>
                  </a:lnTo>
                  <a:lnTo>
                    <a:pt x="260159" y="452247"/>
                  </a:lnTo>
                  <a:lnTo>
                    <a:pt x="251015" y="452628"/>
                  </a:lnTo>
                  <a:lnTo>
                    <a:pt x="244919" y="453390"/>
                  </a:lnTo>
                  <a:lnTo>
                    <a:pt x="239585" y="451104"/>
                  </a:lnTo>
                  <a:lnTo>
                    <a:pt x="235013" y="445770"/>
                  </a:lnTo>
                  <a:lnTo>
                    <a:pt x="230441" y="440055"/>
                  </a:lnTo>
                  <a:lnTo>
                    <a:pt x="227774" y="432625"/>
                  </a:lnTo>
                  <a:lnTo>
                    <a:pt x="227736" y="432193"/>
                  </a:lnTo>
                  <a:lnTo>
                    <a:pt x="263461" y="432193"/>
                  </a:lnTo>
                  <a:lnTo>
                    <a:pt x="263588" y="433768"/>
                  </a:lnTo>
                  <a:lnTo>
                    <a:pt x="264350" y="445960"/>
                  </a:lnTo>
                  <a:lnTo>
                    <a:pt x="264350" y="402640"/>
                  </a:lnTo>
                  <a:lnTo>
                    <a:pt x="262890" y="402285"/>
                  </a:lnTo>
                  <a:lnTo>
                    <a:pt x="262890" y="425043"/>
                  </a:lnTo>
                  <a:lnTo>
                    <a:pt x="227139" y="425043"/>
                  </a:lnTo>
                  <a:lnTo>
                    <a:pt x="227012" y="423481"/>
                  </a:lnTo>
                  <a:lnTo>
                    <a:pt x="226631" y="417004"/>
                  </a:lnTo>
                  <a:lnTo>
                    <a:pt x="226669" y="416814"/>
                  </a:lnTo>
                  <a:lnTo>
                    <a:pt x="227393" y="412432"/>
                  </a:lnTo>
                  <a:lnTo>
                    <a:pt x="245681" y="403860"/>
                  </a:lnTo>
                  <a:lnTo>
                    <a:pt x="251015" y="406146"/>
                  </a:lnTo>
                  <a:lnTo>
                    <a:pt x="260159" y="416814"/>
                  </a:lnTo>
                  <a:lnTo>
                    <a:pt x="260223" y="417004"/>
                  </a:lnTo>
                  <a:lnTo>
                    <a:pt x="262826" y="424243"/>
                  </a:lnTo>
                  <a:lnTo>
                    <a:pt x="262890" y="425043"/>
                  </a:lnTo>
                  <a:lnTo>
                    <a:pt x="262890" y="402285"/>
                  </a:lnTo>
                  <a:lnTo>
                    <a:pt x="258445" y="401193"/>
                  </a:lnTo>
                  <a:lnTo>
                    <a:pt x="251155" y="400189"/>
                  </a:lnTo>
                  <a:lnTo>
                    <a:pt x="244157" y="400050"/>
                  </a:lnTo>
                  <a:lnTo>
                    <a:pt x="237413" y="400189"/>
                  </a:lnTo>
                  <a:lnTo>
                    <a:pt x="199898" y="420979"/>
                  </a:lnTo>
                  <a:lnTo>
                    <a:pt x="199110" y="425043"/>
                  </a:lnTo>
                  <a:lnTo>
                    <a:pt x="178765" y="425043"/>
                  </a:lnTo>
                  <a:lnTo>
                    <a:pt x="178765" y="432193"/>
                  </a:lnTo>
                  <a:lnTo>
                    <a:pt x="199250" y="432193"/>
                  </a:lnTo>
                  <a:lnTo>
                    <a:pt x="200190" y="436270"/>
                  </a:lnTo>
                  <a:lnTo>
                    <a:pt x="238874" y="457047"/>
                  </a:lnTo>
                  <a:lnTo>
                    <a:pt x="245872" y="457200"/>
                  </a:lnTo>
                  <a:lnTo>
                    <a:pt x="252844" y="457047"/>
                  </a:lnTo>
                  <a:lnTo>
                    <a:pt x="290664" y="436270"/>
                  </a:lnTo>
                  <a:lnTo>
                    <a:pt x="291452" y="432193"/>
                  </a:lnTo>
                  <a:lnTo>
                    <a:pt x="315645" y="432193"/>
                  </a:lnTo>
                  <a:lnTo>
                    <a:pt x="315645" y="425043"/>
                  </a:lnTo>
                  <a:close/>
                </a:path>
                <a:path w="1705610" h="471804">
                  <a:moveTo>
                    <a:pt x="315645" y="367893"/>
                  </a:moveTo>
                  <a:lnTo>
                    <a:pt x="291312" y="367893"/>
                  </a:lnTo>
                  <a:lnTo>
                    <a:pt x="290372" y="363829"/>
                  </a:lnTo>
                  <a:lnTo>
                    <a:pt x="286740" y="357466"/>
                  </a:lnTo>
                  <a:lnTo>
                    <a:pt x="281228" y="352399"/>
                  </a:lnTo>
                  <a:lnTo>
                    <a:pt x="273875" y="348615"/>
                  </a:lnTo>
                  <a:lnTo>
                    <a:pt x="268363" y="346710"/>
                  </a:lnTo>
                  <a:lnTo>
                    <a:pt x="266014" y="345897"/>
                  </a:lnTo>
                  <a:lnTo>
                    <a:pt x="264350" y="345490"/>
                  </a:lnTo>
                  <a:lnTo>
                    <a:pt x="264350" y="388810"/>
                  </a:lnTo>
                  <a:lnTo>
                    <a:pt x="260159" y="395097"/>
                  </a:lnTo>
                  <a:lnTo>
                    <a:pt x="251015" y="395478"/>
                  </a:lnTo>
                  <a:lnTo>
                    <a:pt x="244919" y="396240"/>
                  </a:lnTo>
                  <a:lnTo>
                    <a:pt x="239585" y="393954"/>
                  </a:lnTo>
                  <a:lnTo>
                    <a:pt x="235013" y="388620"/>
                  </a:lnTo>
                  <a:lnTo>
                    <a:pt x="230441" y="382905"/>
                  </a:lnTo>
                  <a:lnTo>
                    <a:pt x="227774" y="375475"/>
                  </a:lnTo>
                  <a:lnTo>
                    <a:pt x="227736" y="375043"/>
                  </a:lnTo>
                  <a:lnTo>
                    <a:pt x="263461" y="375043"/>
                  </a:lnTo>
                  <a:lnTo>
                    <a:pt x="263588" y="376618"/>
                  </a:lnTo>
                  <a:lnTo>
                    <a:pt x="264350" y="388810"/>
                  </a:lnTo>
                  <a:lnTo>
                    <a:pt x="264350" y="345490"/>
                  </a:lnTo>
                  <a:lnTo>
                    <a:pt x="262890" y="345135"/>
                  </a:lnTo>
                  <a:lnTo>
                    <a:pt x="262890" y="367893"/>
                  </a:lnTo>
                  <a:lnTo>
                    <a:pt x="227139" y="367893"/>
                  </a:lnTo>
                  <a:lnTo>
                    <a:pt x="227012" y="366331"/>
                  </a:lnTo>
                  <a:lnTo>
                    <a:pt x="226631" y="359854"/>
                  </a:lnTo>
                  <a:lnTo>
                    <a:pt x="226669" y="359664"/>
                  </a:lnTo>
                  <a:lnTo>
                    <a:pt x="227393" y="355282"/>
                  </a:lnTo>
                  <a:lnTo>
                    <a:pt x="245681" y="346710"/>
                  </a:lnTo>
                  <a:lnTo>
                    <a:pt x="251015" y="348996"/>
                  </a:lnTo>
                  <a:lnTo>
                    <a:pt x="260159" y="359664"/>
                  </a:lnTo>
                  <a:lnTo>
                    <a:pt x="260223" y="359854"/>
                  </a:lnTo>
                  <a:lnTo>
                    <a:pt x="262826" y="367093"/>
                  </a:lnTo>
                  <a:lnTo>
                    <a:pt x="262890" y="367893"/>
                  </a:lnTo>
                  <a:lnTo>
                    <a:pt x="262890" y="345135"/>
                  </a:lnTo>
                  <a:lnTo>
                    <a:pt x="258445" y="344043"/>
                  </a:lnTo>
                  <a:lnTo>
                    <a:pt x="251155" y="343039"/>
                  </a:lnTo>
                  <a:lnTo>
                    <a:pt x="244157" y="342900"/>
                  </a:lnTo>
                  <a:lnTo>
                    <a:pt x="237413" y="343039"/>
                  </a:lnTo>
                  <a:lnTo>
                    <a:pt x="199898" y="363829"/>
                  </a:lnTo>
                  <a:lnTo>
                    <a:pt x="199110" y="367893"/>
                  </a:lnTo>
                  <a:lnTo>
                    <a:pt x="178765" y="367893"/>
                  </a:lnTo>
                  <a:lnTo>
                    <a:pt x="178765" y="375043"/>
                  </a:lnTo>
                  <a:lnTo>
                    <a:pt x="199250" y="375043"/>
                  </a:lnTo>
                  <a:lnTo>
                    <a:pt x="200190" y="379120"/>
                  </a:lnTo>
                  <a:lnTo>
                    <a:pt x="238874" y="399897"/>
                  </a:lnTo>
                  <a:lnTo>
                    <a:pt x="245872" y="400050"/>
                  </a:lnTo>
                  <a:lnTo>
                    <a:pt x="252844" y="399897"/>
                  </a:lnTo>
                  <a:lnTo>
                    <a:pt x="290664" y="379120"/>
                  </a:lnTo>
                  <a:lnTo>
                    <a:pt x="291452" y="375043"/>
                  </a:lnTo>
                  <a:lnTo>
                    <a:pt x="315645" y="375043"/>
                  </a:lnTo>
                  <a:lnTo>
                    <a:pt x="315645" y="367893"/>
                  </a:lnTo>
                  <a:close/>
                </a:path>
                <a:path w="1705610" h="471804">
                  <a:moveTo>
                    <a:pt x="1705559" y="200025"/>
                  </a:moveTo>
                  <a:lnTo>
                    <a:pt x="264350" y="200025"/>
                  </a:lnTo>
                  <a:lnTo>
                    <a:pt x="264350" y="245935"/>
                  </a:lnTo>
                  <a:lnTo>
                    <a:pt x="260159" y="252222"/>
                  </a:lnTo>
                  <a:lnTo>
                    <a:pt x="251015" y="252603"/>
                  </a:lnTo>
                  <a:lnTo>
                    <a:pt x="244919" y="253365"/>
                  </a:lnTo>
                  <a:lnTo>
                    <a:pt x="239585" y="251079"/>
                  </a:lnTo>
                  <a:lnTo>
                    <a:pt x="226631" y="216979"/>
                  </a:lnTo>
                  <a:lnTo>
                    <a:pt x="226669" y="216789"/>
                  </a:lnTo>
                  <a:lnTo>
                    <a:pt x="227393" y="212407"/>
                  </a:lnTo>
                  <a:lnTo>
                    <a:pt x="229298" y="209740"/>
                  </a:lnTo>
                  <a:lnTo>
                    <a:pt x="231584" y="207073"/>
                  </a:lnTo>
                  <a:lnTo>
                    <a:pt x="234251" y="205740"/>
                  </a:lnTo>
                  <a:lnTo>
                    <a:pt x="250126" y="205740"/>
                  </a:lnTo>
                  <a:lnTo>
                    <a:pt x="251015" y="206121"/>
                  </a:lnTo>
                  <a:lnTo>
                    <a:pt x="260159" y="216789"/>
                  </a:lnTo>
                  <a:lnTo>
                    <a:pt x="260223" y="216979"/>
                  </a:lnTo>
                  <a:lnTo>
                    <a:pt x="262826" y="224218"/>
                  </a:lnTo>
                  <a:lnTo>
                    <a:pt x="263588" y="233743"/>
                  </a:lnTo>
                  <a:lnTo>
                    <a:pt x="264350" y="245935"/>
                  </a:lnTo>
                  <a:lnTo>
                    <a:pt x="264350" y="200025"/>
                  </a:lnTo>
                  <a:lnTo>
                    <a:pt x="244157" y="200025"/>
                  </a:lnTo>
                  <a:lnTo>
                    <a:pt x="155765" y="200025"/>
                  </a:lnTo>
                  <a:lnTo>
                    <a:pt x="154533" y="197548"/>
                  </a:lnTo>
                  <a:lnTo>
                    <a:pt x="151866" y="194310"/>
                  </a:lnTo>
                  <a:lnTo>
                    <a:pt x="143865" y="185737"/>
                  </a:lnTo>
                  <a:lnTo>
                    <a:pt x="139865" y="185737"/>
                  </a:lnTo>
                  <a:lnTo>
                    <a:pt x="142722" y="188595"/>
                  </a:lnTo>
                  <a:lnTo>
                    <a:pt x="144526" y="192214"/>
                  </a:lnTo>
                  <a:lnTo>
                    <a:pt x="145288" y="196596"/>
                  </a:lnTo>
                  <a:lnTo>
                    <a:pt x="144627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41516" y="205740"/>
                  </a:lnTo>
                  <a:lnTo>
                    <a:pt x="141389" y="205930"/>
                  </a:lnTo>
                  <a:lnTo>
                    <a:pt x="136436" y="209740"/>
                  </a:lnTo>
                  <a:lnTo>
                    <a:pt x="130911" y="213550"/>
                  </a:lnTo>
                  <a:lnTo>
                    <a:pt x="127762" y="218313"/>
                  </a:lnTo>
                  <a:lnTo>
                    <a:pt x="127000" y="224028"/>
                  </a:lnTo>
                  <a:lnTo>
                    <a:pt x="127762" y="227647"/>
                  </a:lnTo>
                  <a:lnTo>
                    <a:pt x="129476" y="231076"/>
                  </a:lnTo>
                  <a:lnTo>
                    <a:pt x="132143" y="234315"/>
                  </a:lnTo>
                  <a:lnTo>
                    <a:pt x="139865" y="242887"/>
                  </a:lnTo>
                  <a:lnTo>
                    <a:pt x="142722" y="245745"/>
                  </a:lnTo>
                  <a:lnTo>
                    <a:pt x="144526" y="249364"/>
                  </a:lnTo>
                  <a:lnTo>
                    <a:pt x="145288" y="253746"/>
                  </a:lnTo>
                  <a:lnTo>
                    <a:pt x="144627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141516" y="262890"/>
                  </a:lnTo>
                  <a:lnTo>
                    <a:pt x="141389" y="263080"/>
                  </a:lnTo>
                  <a:lnTo>
                    <a:pt x="136436" y="266890"/>
                  </a:lnTo>
                  <a:lnTo>
                    <a:pt x="130911" y="270700"/>
                  </a:lnTo>
                  <a:lnTo>
                    <a:pt x="127762" y="275463"/>
                  </a:lnTo>
                  <a:lnTo>
                    <a:pt x="127000" y="281178"/>
                  </a:lnTo>
                  <a:lnTo>
                    <a:pt x="127762" y="284797"/>
                  </a:lnTo>
                  <a:lnTo>
                    <a:pt x="129476" y="288226"/>
                  </a:lnTo>
                  <a:lnTo>
                    <a:pt x="132143" y="291465"/>
                  </a:lnTo>
                  <a:lnTo>
                    <a:pt x="139865" y="300037"/>
                  </a:lnTo>
                  <a:lnTo>
                    <a:pt x="142722" y="302895"/>
                  </a:lnTo>
                  <a:lnTo>
                    <a:pt x="144526" y="306514"/>
                  </a:lnTo>
                  <a:lnTo>
                    <a:pt x="145288" y="310896"/>
                  </a:lnTo>
                  <a:lnTo>
                    <a:pt x="144627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141516" y="320040"/>
                  </a:lnTo>
                  <a:lnTo>
                    <a:pt x="141389" y="320230"/>
                  </a:lnTo>
                  <a:lnTo>
                    <a:pt x="136436" y="324040"/>
                  </a:lnTo>
                  <a:lnTo>
                    <a:pt x="130911" y="327850"/>
                  </a:lnTo>
                  <a:lnTo>
                    <a:pt x="127762" y="332613"/>
                  </a:lnTo>
                  <a:lnTo>
                    <a:pt x="127000" y="338328"/>
                  </a:lnTo>
                  <a:lnTo>
                    <a:pt x="127762" y="341947"/>
                  </a:lnTo>
                  <a:lnTo>
                    <a:pt x="129476" y="345376"/>
                  </a:lnTo>
                  <a:lnTo>
                    <a:pt x="132143" y="348615"/>
                  </a:lnTo>
                  <a:lnTo>
                    <a:pt x="139865" y="357187"/>
                  </a:lnTo>
                  <a:lnTo>
                    <a:pt x="142722" y="360045"/>
                  </a:lnTo>
                  <a:lnTo>
                    <a:pt x="144526" y="363664"/>
                  </a:lnTo>
                  <a:lnTo>
                    <a:pt x="130911" y="385000"/>
                  </a:lnTo>
                  <a:lnTo>
                    <a:pt x="127762" y="389763"/>
                  </a:lnTo>
                  <a:lnTo>
                    <a:pt x="127000" y="395478"/>
                  </a:lnTo>
                  <a:lnTo>
                    <a:pt x="127762" y="399097"/>
                  </a:lnTo>
                  <a:lnTo>
                    <a:pt x="129476" y="402526"/>
                  </a:lnTo>
                  <a:lnTo>
                    <a:pt x="132143" y="405765"/>
                  </a:lnTo>
                  <a:lnTo>
                    <a:pt x="139865" y="414337"/>
                  </a:lnTo>
                  <a:lnTo>
                    <a:pt x="142722" y="417195"/>
                  </a:lnTo>
                  <a:lnTo>
                    <a:pt x="144526" y="420814"/>
                  </a:lnTo>
                  <a:lnTo>
                    <a:pt x="130911" y="442150"/>
                  </a:lnTo>
                  <a:lnTo>
                    <a:pt x="127762" y="446913"/>
                  </a:lnTo>
                  <a:lnTo>
                    <a:pt x="127000" y="452628"/>
                  </a:lnTo>
                  <a:lnTo>
                    <a:pt x="127762" y="456247"/>
                  </a:lnTo>
                  <a:lnTo>
                    <a:pt x="129476" y="459676"/>
                  </a:lnTo>
                  <a:lnTo>
                    <a:pt x="132143" y="462915"/>
                  </a:lnTo>
                  <a:lnTo>
                    <a:pt x="139865" y="471487"/>
                  </a:lnTo>
                  <a:lnTo>
                    <a:pt x="143865" y="471487"/>
                  </a:lnTo>
                  <a:lnTo>
                    <a:pt x="140817" y="467487"/>
                  </a:lnTo>
                  <a:lnTo>
                    <a:pt x="139103" y="463956"/>
                  </a:lnTo>
                  <a:lnTo>
                    <a:pt x="138722" y="460908"/>
                  </a:lnTo>
                  <a:lnTo>
                    <a:pt x="139674" y="455764"/>
                  </a:lnTo>
                  <a:lnTo>
                    <a:pt x="142621" y="451383"/>
                  </a:lnTo>
                  <a:lnTo>
                    <a:pt x="147574" y="447763"/>
                  </a:lnTo>
                  <a:lnTo>
                    <a:pt x="153098" y="443572"/>
                  </a:lnTo>
                  <a:lnTo>
                    <a:pt x="156248" y="438721"/>
                  </a:lnTo>
                  <a:lnTo>
                    <a:pt x="157010" y="433197"/>
                  </a:lnTo>
                  <a:lnTo>
                    <a:pt x="156248" y="429577"/>
                  </a:lnTo>
                  <a:lnTo>
                    <a:pt x="154533" y="426148"/>
                  </a:lnTo>
                  <a:lnTo>
                    <a:pt x="151866" y="422910"/>
                  </a:lnTo>
                  <a:lnTo>
                    <a:pt x="143865" y="414337"/>
                  </a:lnTo>
                  <a:lnTo>
                    <a:pt x="140817" y="410337"/>
                  </a:lnTo>
                  <a:lnTo>
                    <a:pt x="139103" y="406806"/>
                  </a:lnTo>
                  <a:lnTo>
                    <a:pt x="138722" y="403758"/>
                  </a:lnTo>
                  <a:lnTo>
                    <a:pt x="139674" y="398614"/>
                  </a:lnTo>
                  <a:lnTo>
                    <a:pt x="142621" y="394233"/>
                  </a:lnTo>
                  <a:lnTo>
                    <a:pt x="147574" y="390613"/>
                  </a:lnTo>
                  <a:lnTo>
                    <a:pt x="153098" y="386422"/>
                  </a:lnTo>
                  <a:lnTo>
                    <a:pt x="156248" y="381571"/>
                  </a:lnTo>
                  <a:lnTo>
                    <a:pt x="157010" y="376047"/>
                  </a:lnTo>
                  <a:lnTo>
                    <a:pt x="156248" y="372427"/>
                  </a:lnTo>
                  <a:lnTo>
                    <a:pt x="154533" y="368998"/>
                  </a:lnTo>
                  <a:lnTo>
                    <a:pt x="151866" y="365760"/>
                  </a:lnTo>
                  <a:lnTo>
                    <a:pt x="143865" y="357187"/>
                  </a:lnTo>
                  <a:lnTo>
                    <a:pt x="140817" y="353187"/>
                  </a:lnTo>
                  <a:lnTo>
                    <a:pt x="139103" y="349656"/>
                  </a:lnTo>
                  <a:lnTo>
                    <a:pt x="138722" y="346608"/>
                  </a:lnTo>
                  <a:lnTo>
                    <a:pt x="139674" y="341464"/>
                  </a:lnTo>
                  <a:lnTo>
                    <a:pt x="142621" y="337083"/>
                  </a:lnTo>
                  <a:lnTo>
                    <a:pt x="147574" y="333463"/>
                  </a:lnTo>
                  <a:lnTo>
                    <a:pt x="153098" y="329272"/>
                  </a:lnTo>
                  <a:lnTo>
                    <a:pt x="156248" y="324421"/>
                  </a:lnTo>
                  <a:lnTo>
                    <a:pt x="156845" y="320040"/>
                  </a:lnTo>
                  <a:lnTo>
                    <a:pt x="199745" y="320040"/>
                  </a:lnTo>
                  <a:lnTo>
                    <a:pt x="231584" y="341757"/>
                  </a:lnTo>
                  <a:lnTo>
                    <a:pt x="245872" y="342900"/>
                  </a:lnTo>
                  <a:lnTo>
                    <a:pt x="252844" y="342747"/>
                  </a:lnTo>
                  <a:lnTo>
                    <a:pt x="290664" y="321970"/>
                  </a:lnTo>
                  <a:lnTo>
                    <a:pt x="291033" y="320040"/>
                  </a:lnTo>
                  <a:lnTo>
                    <a:pt x="1705559" y="320040"/>
                  </a:lnTo>
                  <a:lnTo>
                    <a:pt x="1705559" y="314325"/>
                  </a:lnTo>
                  <a:lnTo>
                    <a:pt x="292163" y="314325"/>
                  </a:lnTo>
                  <a:lnTo>
                    <a:pt x="290372" y="306679"/>
                  </a:lnTo>
                  <a:lnTo>
                    <a:pt x="286740" y="300316"/>
                  </a:lnTo>
                  <a:lnTo>
                    <a:pt x="281228" y="295249"/>
                  </a:lnTo>
                  <a:lnTo>
                    <a:pt x="273875" y="291465"/>
                  </a:lnTo>
                  <a:lnTo>
                    <a:pt x="268363" y="289560"/>
                  </a:lnTo>
                  <a:lnTo>
                    <a:pt x="266014" y="288747"/>
                  </a:lnTo>
                  <a:lnTo>
                    <a:pt x="264350" y="288340"/>
                  </a:lnTo>
                  <a:lnTo>
                    <a:pt x="264350" y="331660"/>
                  </a:lnTo>
                  <a:lnTo>
                    <a:pt x="260159" y="337947"/>
                  </a:lnTo>
                  <a:lnTo>
                    <a:pt x="251015" y="338328"/>
                  </a:lnTo>
                  <a:lnTo>
                    <a:pt x="244919" y="339090"/>
                  </a:lnTo>
                  <a:lnTo>
                    <a:pt x="239585" y="336804"/>
                  </a:lnTo>
                  <a:lnTo>
                    <a:pt x="235013" y="331470"/>
                  </a:lnTo>
                  <a:lnTo>
                    <a:pt x="230441" y="325755"/>
                  </a:lnTo>
                  <a:lnTo>
                    <a:pt x="228384" y="320040"/>
                  </a:lnTo>
                  <a:lnTo>
                    <a:pt x="263613" y="320040"/>
                  </a:lnTo>
                  <a:lnTo>
                    <a:pt x="264350" y="331660"/>
                  </a:lnTo>
                  <a:lnTo>
                    <a:pt x="264350" y="288340"/>
                  </a:lnTo>
                  <a:lnTo>
                    <a:pt x="263169" y="288061"/>
                  </a:lnTo>
                  <a:lnTo>
                    <a:pt x="263169" y="314325"/>
                  </a:lnTo>
                  <a:lnTo>
                    <a:pt x="227431" y="314325"/>
                  </a:lnTo>
                  <a:lnTo>
                    <a:pt x="227012" y="309181"/>
                  </a:lnTo>
                  <a:lnTo>
                    <a:pt x="226631" y="302704"/>
                  </a:lnTo>
                  <a:lnTo>
                    <a:pt x="226669" y="302514"/>
                  </a:lnTo>
                  <a:lnTo>
                    <a:pt x="227393" y="298132"/>
                  </a:lnTo>
                  <a:lnTo>
                    <a:pt x="245681" y="289560"/>
                  </a:lnTo>
                  <a:lnTo>
                    <a:pt x="251015" y="291846"/>
                  </a:lnTo>
                  <a:lnTo>
                    <a:pt x="260159" y="302514"/>
                  </a:lnTo>
                  <a:lnTo>
                    <a:pt x="260223" y="302704"/>
                  </a:lnTo>
                  <a:lnTo>
                    <a:pt x="262826" y="309943"/>
                  </a:lnTo>
                  <a:lnTo>
                    <a:pt x="263169" y="314325"/>
                  </a:lnTo>
                  <a:lnTo>
                    <a:pt x="263169" y="288061"/>
                  </a:lnTo>
                  <a:lnTo>
                    <a:pt x="258445" y="286893"/>
                  </a:lnTo>
                  <a:lnTo>
                    <a:pt x="251155" y="285889"/>
                  </a:lnTo>
                  <a:lnTo>
                    <a:pt x="244157" y="285750"/>
                  </a:lnTo>
                  <a:lnTo>
                    <a:pt x="237413" y="285889"/>
                  </a:lnTo>
                  <a:lnTo>
                    <a:pt x="199898" y="306679"/>
                  </a:lnTo>
                  <a:lnTo>
                    <a:pt x="198437" y="314325"/>
                  </a:lnTo>
                  <a:lnTo>
                    <a:pt x="155765" y="314325"/>
                  </a:lnTo>
                  <a:lnTo>
                    <a:pt x="154533" y="311848"/>
                  </a:lnTo>
                  <a:lnTo>
                    <a:pt x="151866" y="308610"/>
                  </a:lnTo>
                  <a:lnTo>
                    <a:pt x="143865" y="300037"/>
                  </a:lnTo>
                  <a:lnTo>
                    <a:pt x="140817" y="296037"/>
                  </a:lnTo>
                  <a:lnTo>
                    <a:pt x="139103" y="292506"/>
                  </a:lnTo>
                  <a:lnTo>
                    <a:pt x="138722" y="289458"/>
                  </a:lnTo>
                  <a:lnTo>
                    <a:pt x="139674" y="284314"/>
                  </a:lnTo>
                  <a:lnTo>
                    <a:pt x="142621" y="279933"/>
                  </a:lnTo>
                  <a:lnTo>
                    <a:pt x="147574" y="276313"/>
                  </a:lnTo>
                  <a:lnTo>
                    <a:pt x="153098" y="272122"/>
                  </a:lnTo>
                  <a:lnTo>
                    <a:pt x="156248" y="267271"/>
                  </a:lnTo>
                  <a:lnTo>
                    <a:pt x="156845" y="262890"/>
                  </a:lnTo>
                  <a:lnTo>
                    <a:pt x="1705559" y="262890"/>
                  </a:lnTo>
                  <a:lnTo>
                    <a:pt x="1705559" y="257175"/>
                  </a:lnTo>
                  <a:lnTo>
                    <a:pt x="245872" y="257175"/>
                  </a:lnTo>
                  <a:lnTo>
                    <a:pt x="155765" y="257175"/>
                  </a:lnTo>
                  <a:lnTo>
                    <a:pt x="154533" y="254698"/>
                  </a:lnTo>
                  <a:lnTo>
                    <a:pt x="151866" y="251460"/>
                  </a:lnTo>
                  <a:lnTo>
                    <a:pt x="143865" y="242887"/>
                  </a:lnTo>
                  <a:lnTo>
                    <a:pt x="140817" y="238887"/>
                  </a:lnTo>
                  <a:lnTo>
                    <a:pt x="139103" y="235356"/>
                  </a:lnTo>
                  <a:lnTo>
                    <a:pt x="138722" y="232308"/>
                  </a:lnTo>
                  <a:lnTo>
                    <a:pt x="139674" y="227164"/>
                  </a:lnTo>
                  <a:lnTo>
                    <a:pt x="142621" y="222783"/>
                  </a:lnTo>
                  <a:lnTo>
                    <a:pt x="147574" y="219163"/>
                  </a:lnTo>
                  <a:lnTo>
                    <a:pt x="153098" y="214972"/>
                  </a:lnTo>
                  <a:lnTo>
                    <a:pt x="156248" y="210121"/>
                  </a:lnTo>
                  <a:lnTo>
                    <a:pt x="156845" y="205740"/>
                  </a:lnTo>
                  <a:lnTo>
                    <a:pt x="215011" y="205740"/>
                  </a:lnTo>
                  <a:lnTo>
                    <a:pt x="208191" y="209524"/>
                  </a:lnTo>
                  <a:lnTo>
                    <a:pt x="203149" y="214591"/>
                  </a:lnTo>
                  <a:lnTo>
                    <a:pt x="199898" y="220954"/>
                  </a:lnTo>
                  <a:lnTo>
                    <a:pt x="198437" y="228600"/>
                  </a:lnTo>
                  <a:lnTo>
                    <a:pt x="200190" y="236245"/>
                  </a:lnTo>
                  <a:lnTo>
                    <a:pt x="238874" y="257022"/>
                  </a:lnTo>
                  <a:lnTo>
                    <a:pt x="245872" y="257175"/>
                  </a:lnTo>
                  <a:lnTo>
                    <a:pt x="252844" y="257022"/>
                  </a:lnTo>
                  <a:lnTo>
                    <a:pt x="290664" y="236245"/>
                  </a:lnTo>
                  <a:lnTo>
                    <a:pt x="292163" y="228600"/>
                  </a:lnTo>
                  <a:lnTo>
                    <a:pt x="290372" y="220954"/>
                  </a:lnTo>
                  <a:lnTo>
                    <a:pt x="286740" y="214591"/>
                  </a:lnTo>
                  <a:lnTo>
                    <a:pt x="281228" y="209524"/>
                  </a:lnTo>
                  <a:lnTo>
                    <a:pt x="273875" y="205740"/>
                  </a:lnTo>
                  <a:lnTo>
                    <a:pt x="1705559" y="205740"/>
                  </a:lnTo>
                  <a:lnTo>
                    <a:pt x="1705559" y="200025"/>
                  </a:lnTo>
                  <a:close/>
                </a:path>
                <a:path w="1705610" h="471804">
                  <a:moveTo>
                    <a:pt x="1705559" y="85725"/>
                  </a:moveTo>
                  <a:lnTo>
                    <a:pt x="234696" y="85725"/>
                  </a:lnTo>
                  <a:lnTo>
                    <a:pt x="236651" y="77038"/>
                  </a:lnTo>
                  <a:lnTo>
                    <a:pt x="241300" y="66713"/>
                  </a:lnTo>
                  <a:lnTo>
                    <a:pt x="248373" y="55892"/>
                  </a:lnTo>
                  <a:lnTo>
                    <a:pt x="257873" y="44577"/>
                  </a:lnTo>
                  <a:lnTo>
                    <a:pt x="221018" y="0"/>
                  </a:lnTo>
                  <a:lnTo>
                    <a:pt x="211302" y="0"/>
                  </a:lnTo>
                  <a:lnTo>
                    <a:pt x="215887" y="5727"/>
                  </a:lnTo>
                  <a:lnTo>
                    <a:pt x="219659" y="11785"/>
                  </a:lnTo>
                  <a:lnTo>
                    <a:pt x="222605" y="18161"/>
                  </a:lnTo>
                  <a:lnTo>
                    <a:pt x="224726" y="24853"/>
                  </a:lnTo>
                  <a:lnTo>
                    <a:pt x="224802" y="31470"/>
                  </a:lnTo>
                  <a:lnTo>
                    <a:pt x="223875" y="37858"/>
                  </a:lnTo>
                  <a:lnTo>
                    <a:pt x="202158" y="70294"/>
                  </a:lnTo>
                  <a:lnTo>
                    <a:pt x="214007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218401" y="91440"/>
                  </a:lnTo>
                  <a:lnTo>
                    <a:pt x="238163" y="117157"/>
                  </a:lnTo>
                  <a:lnTo>
                    <a:pt x="238163" y="117729"/>
                  </a:lnTo>
                  <a:lnTo>
                    <a:pt x="231495" y="114109"/>
                  </a:lnTo>
                  <a:lnTo>
                    <a:pt x="225590" y="112293"/>
                  </a:lnTo>
                  <a:lnTo>
                    <a:pt x="220446" y="112293"/>
                  </a:lnTo>
                  <a:lnTo>
                    <a:pt x="211569" y="113639"/>
                  </a:lnTo>
                  <a:lnTo>
                    <a:pt x="204939" y="117373"/>
                  </a:lnTo>
                  <a:lnTo>
                    <a:pt x="200558" y="123494"/>
                  </a:lnTo>
                  <a:lnTo>
                    <a:pt x="198437" y="132016"/>
                  </a:lnTo>
                  <a:lnTo>
                    <a:pt x="199669" y="138518"/>
                  </a:lnTo>
                  <a:lnTo>
                    <a:pt x="201295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204279" y="148590"/>
                  </a:lnTo>
                  <a:lnTo>
                    <a:pt x="205244" y="150228"/>
                  </a:lnTo>
                  <a:lnTo>
                    <a:pt x="209588" y="155448"/>
                  </a:lnTo>
                  <a:lnTo>
                    <a:pt x="230162" y="173443"/>
                  </a:lnTo>
                  <a:lnTo>
                    <a:pt x="233299" y="168871"/>
                  </a:lnTo>
                  <a:lnTo>
                    <a:pt x="229679" y="166014"/>
                  </a:lnTo>
                  <a:lnTo>
                    <a:pt x="226441" y="161544"/>
                  </a:lnTo>
                  <a:lnTo>
                    <a:pt x="223583" y="155448"/>
                  </a:lnTo>
                  <a:lnTo>
                    <a:pt x="220535" y="149352"/>
                  </a:lnTo>
                  <a:lnTo>
                    <a:pt x="220586" y="148590"/>
                  </a:lnTo>
                  <a:lnTo>
                    <a:pt x="1705559" y="148590"/>
                  </a:lnTo>
                  <a:lnTo>
                    <a:pt x="1705559" y="142875"/>
                  </a:lnTo>
                  <a:lnTo>
                    <a:pt x="221005" y="142875"/>
                  </a:lnTo>
                  <a:lnTo>
                    <a:pt x="225018" y="135724"/>
                  </a:lnTo>
                  <a:lnTo>
                    <a:pt x="228257" y="130962"/>
                  </a:lnTo>
                  <a:lnTo>
                    <a:pt x="232346" y="128676"/>
                  </a:lnTo>
                  <a:lnTo>
                    <a:pt x="237299" y="128866"/>
                  </a:lnTo>
                  <a:lnTo>
                    <a:pt x="242443" y="129247"/>
                  </a:lnTo>
                  <a:lnTo>
                    <a:pt x="247777" y="130962"/>
                  </a:lnTo>
                  <a:lnTo>
                    <a:pt x="253301" y="134010"/>
                  </a:lnTo>
                  <a:lnTo>
                    <a:pt x="256730" y="129438"/>
                  </a:lnTo>
                  <a:lnTo>
                    <a:pt x="241871" y="109728"/>
                  </a:lnTo>
                  <a:lnTo>
                    <a:pt x="237109" y="102489"/>
                  </a:lnTo>
                  <a:lnTo>
                    <a:pt x="234632" y="94869"/>
                  </a:lnTo>
                  <a:lnTo>
                    <a:pt x="234543" y="91440"/>
                  </a:lnTo>
                  <a:lnTo>
                    <a:pt x="1705559" y="91440"/>
                  </a:lnTo>
                  <a:lnTo>
                    <a:pt x="1705559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774195" y="4274058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843061" y="100936"/>
                  </a:moveTo>
                  <a:lnTo>
                    <a:pt x="756333" y="100587"/>
                  </a:lnTo>
                  <a:lnTo>
                    <a:pt x="674247" y="99539"/>
                  </a:lnTo>
                  <a:lnTo>
                    <a:pt x="596804" y="97793"/>
                  </a:lnTo>
                  <a:lnTo>
                    <a:pt x="524002" y="95348"/>
                  </a:lnTo>
                  <a:lnTo>
                    <a:pt x="455842" y="92204"/>
                  </a:lnTo>
                  <a:lnTo>
                    <a:pt x="392324" y="88363"/>
                  </a:lnTo>
                  <a:lnTo>
                    <a:pt x="333449" y="83822"/>
                  </a:lnTo>
                  <a:lnTo>
                    <a:pt x="279215" y="78583"/>
                  </a:lnTo>
                  <a:lnTo>
                    <a:pt x="229623" y="72646"/>
                  </a:lnTo>
                  <a:lnTo>
                    <a:pt x="184673" y="66010"/>
                  </a:lnTo>
                  <a:lnTo>
                    <a:pt x="144365" y="58675"/>
                  </a:lnTo>
                  <a:lnTo>
                    <a:pt x="77675" y="41911"/>
                  </a:lnTo>
                  <a:lnTo>
                    <a:pt x="29553" y="22352"/>
                  </a:lnTo>
                  <a:lnTo>
                    <a:pt x="0" y="0"/>
                  </a:lnTo>
                  <a:lnTo>
                    <a:pt x="12455" y="10709"/>
                  </a:lnTo>
                  <a:lnTo>
                    <a:pt x="29553" y="20770"/>
                  </a:lnTo>
                  <a:lnTo>
                    <a:pt x="77675" y="38945"/>
                  </a:lnTo>
                  <a:lnTo>
                    <a:pt x="144365" y="54523"/>
                  </a:lnTo>
                  <a:lnTo>
                    <a:pt x="184673" y="61338"/>
                  </a:lnTo>
                  <a:lnTo>
                    <a:pt x="229623" y="67504"/>
                  </a:lnTo>
                  <a:lnTo>
                    <a:pt x="279215" y="73022"/>
                  </a:lnTo>
                  <a:lnTo>
                    <a:pt x="333449" y="77890"/>
                  </a:lnTo>
                  <a:lnTo>
                    <a:pt x="392324" y="82109"/>
                  </a:lnTo>
                  <a:lnTo>
                    <a:pt x="455842" y="85679"/>
                  </a:lnTo>
                  <a:lnTo>
                    <a:pt x="524002" y="88600"/>
                  </a:lnTo>
                  <a:lnTo>
                    <a:pt x="596804" y="90871"/>
                  </a:lnTo>
                  <a:lnTo>
                    <a:pt x="674247" y="92494"/>
                  </a:lnTo>
                  <a:lnTo>
                    <a:pt x="756333" y="93468"/>
                  </a:lnTo>
                  <a:lnTo>
                    <a:pt x="843061" y="93792"/>
                  </a:lnTo>
                  <a:lnTo>
                    <a:pt x="929789" y="93468"/>
                  </a:lnTo>
                  <a:lnTo>
                    <a:pt x="1011874" y="92494"/>
                  </a:lnTo>
                  <a:lnTo>
                    <a:pt x="1089318" y="90871"/>
                  </a:lnTo>
                  <a:lnTo>
                    <a:pt x="1162120" y="88600"/>
                  </a:lnTo>
                  <a:lnTo>
                    <a:pt x="1230280" y="85679"/>
                  </a:lnTo>
                  <a:lnTo>
                    <a:pt x="1293797" y="82109"/>
                  </a:lnTo>
                  <a:lnTo>
                    <a:pt x="1352673" y="77890"/>
                  </a:lnTo>
                  <a:lnTo>
                    <a:pt x="1406907" y="73022"/>
                  </a:lnTo>
                  <a:lnTo>
                    <a:pt x="1456499" y="67504"/>
                  </a:lnTo>
                  <a:lnTo>
                    <a:pt x="1501449" y="61338"/>
                  </a:lnTo>
                  <a:lnTo>
                    <a:pt x="1541757" y="54523"/>
                  </a:lnTo>
                  <a:lnTo>
                    <a:pt x="1608446" y="38945"/>
                  </a:lnTo>
                  <a:lnTo>
                    <a:pt x="1656568" y="20770"/>
                  </a:lnTo>
                  <a:lnTo>
                    <a:pt x="1686122" y="0"/>
                  </a:lnTo>
                  <a:lnTo>
                    <a:pt x="1673666" y="11525"/>
                  </a:lnTo>
                  <a:lnTo>
                    <a:pt x="1634828" y="32481"/>
                  </a:lnTo>
                  <a:lnTo>
                    <a:pt x="1577422" y="50642"/>
                  </a:lnTo>
                  <a:lnTo>
                    <a:pt x="1501449" y="66010"/>
                  </a:lnTo>
                  <a:lnTo>
                    <a:pt x="1456499" y="72646"/>
                  </a:lnTo>
                  <a:lnTo>
                    <a:pt x="1406907" y="78583"/>
                  </a:lnTo>
                  <a:lnTo>
                    <a:pt x="1352673" y="83822"/>
                  </a:lnTo>
                  <a:lnTo>
                    <a:pt x="1293797" y="88363"/>
                  </a:lnTo>
                  <a:lnTo>
                    <a:pt x="1230280" y="92204"/>
                  </a:lnTo>
                  <a:lnTo>
                    <a:pt x="1162120" y="95348"/>
                  </a:lnTo>
                  <a:lnTo>
                    <a:pt x="1089318" y="97793"/>
                  </a:lnTo>
                  <a:lnTo>
                    <a:pt x="1011874" y="99539"/>
                  </a:lnTo>
                  <a:lnTo>
                    <a:pt x="929789" y="100587"/>
                  </a:lnTo>
                  <a:lnTo>
                    <a:pt x="843061" y="1009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2774195" y="4274058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0" y="0"/>
                  </a:moveTo>
                  <a:lnTo>
                    <a:pt x="51293" y="32481"/>
                  </a:lnTo>
                  <a:lnTo>
                    <a:pt x="108699" y="50642"/>
                  </a:lnTo>
                  <a:lnTo>
                    <a:pt x="184673" y="66010"/>
                  </a:lnTo>
                  <a:lnTo>
                    <a:pt x="229623" y="72646"/>
                  </a:lnTo>
                  <a:lnTo>
                    <a:pt x="279215" y="78583"/>
                  </a:lnTo>
                  <a:lnTo>
                    <a:pt x="333449" y="83822"/>
                  </a:lnTo>
                  <a:lnTo>
                    <a:pt x="392324" y="88363"/>
                  </a:lnTo>
                  <a:lnTo>
                    <a:pt x="455842" y="92204"/>
                  </a:lnTo>
                  <a:lnTo>
                    <a:pt x="524002" y="95348"/>
                  </a:lnTo>
                  <a:lnTo>
                    <a:pt x="596804" y="97793"/>
                  </a:lnTo>
                  <a:lnTo>
                    <a:pt x="674247" y="99539"/>
                  </a:lnTo>
                  <a:lnTo>
                    <a:pt x="756333" y="100587"/>
                  </a:lnTo>
                  <a:lnTo>
                    <a:pt x="843061" y="100936"/>
                  </a:lnTo>
                  <a:lnTo>
                    <a:pt x="929789" y="100587"/>
                  </a:lnTo>
                  <a:lnTo>
                    <a:pt x="1011874" y="99539"/>
                  </a:lnTo>
                  <a:lnTo>
                    <a:pt x="1089318" y="97793"/>
                  </a:lnTo>
                  <a:lnTo>
                    <a:pt x="1162120" y="95348"/>
                  </a:lnTo>
                  <a:lnTo>
                    <a:pt x="1230280" y="92204"/>
                  </a:lnTo>
                  <a:lnTo>
                    <a:pt x="1293797" y="88363"/>
                  </a:lnTo>
                  <a:lnTo>
                    <a:pt x="1352673" y="83822"/>
                  </a:lnTo>
                  <a:lnTo>
                    <a:pt x="1406907" y="78583"/>
                  </a:lnTo>
                  <a:lnTo>
                    <a:pt x="1456499" y="72646"/>
                  </a:lnTo>
                  <a:lnTo>
                    <a:pt x="1501449" y="66010"/>
                  </a:lnTo>
                  <a:lnTo>
                    <a:pt x="1541757" y="58675"/>
                  </a:lnTo>
                  <a:lnTo>
                    <a:pt x="1608446" y="41911"/>
                  </a:lnTo>
                  <a:lnTo>
                    <a:pt x="1656568" y="22352"/>
                  </a:lnTo>
                  <a:lnTo>
                    <a:pt x="1686122" y="0"/>
                  </a:lnTo>
                  <a:lnTo>
                    <a:pt x="1673666" y="10709"/>
                  </a:lnTo>
                  <a:lnTo>
                    <a:pt x="1656568" y="20770"/>
                  </a:lnTo>
                  <a:lnTo>
                    <a:pt x="1608446" y="38945"/>
                  </a:lnTo>
                  <a:lnTo>
                    <a:pt x="1541757" y="54523"/>
                  </a:lnTo>
                  <a:lnTo>
                    <a:pt x="1501449" y="61338"/>
                  </a:lnTo>
                  <a:lnTo>
                    <a:pt x="1456499" y="67504"/>
                  </a:lnTo>
                  <a:lnTo>
                    <a:pt x="1406907" y="73022"/>
                  </a:lnTo>
                  <a:lnTo>
                    <a:pt x="1352673" y="77890"/>
                  </a:lnTo>
                  <a:lnTo>
                    <a:pt x="1293797" y="82109"/>
                  </a:lnTo>
                  <a:lnTo>
                    <a:pt x="1230280" y="85679"/>
                  </a:lnTo>
                  <a:lnTo>
                    <a:pt x="1162120" y="88600"/>
                  </a:lnTo>
                  <a:lnTo>
                    <a:pt x="1089318" y="90871"/>
                  </a:lnTo>
                  <a:lnTo>
                    <a:pt x="1011874" y="92494"/>
                  </a:lnTo>
                  <a:lnTo>
                    <a:pt x="929789" y="93468"/>
                  </a:lnTo>
                  <a:lnTo>
                    <a:pt x="843061" y="93792"/>
                  </a:lnTo>
                  <a:lnTo>
                    <a:pt x="756333" y="93468"/>
                  </a:lnTo>
                  <a:lnTo>
                    <a:pt x="674247" y="92494"/>
                  </a:lnTo>
                  <a:lnTo>
                    <a:pt x="596804" y="90871"/>
                  </a:lnTo>
                  <a:lnTo>
                    <a:pt x="524002" y="88600"/>
                  </a:lnTo>
                  <a:lnTo>
                    <a:pt x="455842" y="85679"/>
                  </a:lnTo>
                  <a:lnTo>
                    <a:pt x="392324" y="82109"/>
                  </a:lnTo>
                  <a:lnTo>
                    <a:pt x="333449" y="77890"/>
                  </a:lnTo>
                  <a:lnTo>
                    <a:pt x="279215" y="73022"/>
                  </a:lnTo>
                  <a:lnTo>
                    <a:pt x="229623" y="67504"/>
                  </a:lnTo>
                  <a:lnTo>
                    <a:pt x="184673" y="61338"/>
                  </a:lnTo>
                  <a:lnTo>
                    <a:pt x="144365" y="54523"/>
                  </a:lnTo>
                  <a:lnTo>
                    <a:pt x="77675" y="38945"/>
                  </a:lnTo>
                  <a:lnTo>
                    <a:pt x="29553" y="20770"/>
                  </a:lnTo>
                  <a:lnTo>
                    <a:pt x="12455" y="10709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2774195" y="4374070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843061" y="100936"/>
                  </a:moveTo>
                  <a:lnTo>
                    <a:pt x="756333" y="100587"/>
                  </a:lnTo>
                  <a:lnTo>
                    <a:pt x="674247" y="99539"/>
                  </a:lnTo>
                  <a:lnTo>
                    <a:pt x="596804" y="97793"/>
                  </a:lnTo>
                  <a:lnTo>
                    <a:pt x="524002" y="95348"/>
                  </a:lnTo>
                  <a:lnTo>
                    <a:pt x="455842" y="92204"/>
                  </a:lnTo>
                  <a:lnTo>
                    <a:pt x="392324" y="88363"/>
                  </a:lnTo>
                  <a:lnTo>
                    <a:pt x="333449" y="83822"/>
                  </a:lnTo>
                  <a:lnTo>
                    <a:pt x="279215" y="78583"/>
                  </a:lnTo>
                  <a:lnTo>
                    <a:pt x="229623" y="72646"/>
                  </a:lnTo>
                  <a:lnTo>
                    <a:pt x="184673" y="66010"/>
                  </a:lnTo>
                  <a:lnTo>
                    <a:pt x="144365" y="58675"/>
                  </a:lnTo>
                  <a:lnTo>
                    <a:pt x="77675" y="41911"/>
                  </a:lnTo>
                  <a:lnTo>
                    <a:pt x="29553" y="22352"/>
                  </a:lnTo>
                  <a:lnTo>
                    <a:pt x="0" y="0"/>
                  </a:lnTo>
                  <a:lnTo>
                    <a:pt x="12455" y="10709"/>
                  </a:lnTo>
                  <a:lnTo>
                    <a:pt x="29553" y="20770"/>
                  </a:lnTo>
                  <a:lnTo>
                    <a:pt x="77675" y="38945"/>
                  </a:lnTo>
                  <a:lnTo>
                    <a:pt x="144365" y="54523"/>
                  </a:lnTo>
                  <a:lnTo>
                    <a:pt x="184673" y="61338"/>
                  </a:lnTo>
                  <a:lnTo>
                    <a:pt x="229623" y="67504"/>
                  </a:lnTo>
                  <a:lnTo>
                    <a:pt x="279215" y="73022"/>
                  </a:lnTo>
                  <a:lnTo>
                    <a:pt x="333449" y="77890"/>
                  </a:lnTo>
                  <a:lnTo>
                    <a:pt x="392324" y="82109"/>
                  </a:lnTo>
                  <a:lnTo>
                    <a:pt x="455842" y="85679"/>
                  </a:lnTo>
                  <a:lnTo>
                    <a:pt x="524002" y="88600"/>
                  </a:lnTo>
                  <a:lnTo>
                    <a:pt x="596804" y="90871"/>
                  </a:lnTo>
                  <a:lnTo>
                    <a:pt x="674247" y="92494"/>
                  </a:lnTo>
                  <a:lnTo>
                    <a:pt x="756333" y="93468"/>
                  </a:lnTo>
                  <a:lnTo>
                    <a:pt x="843061" y="93792"/>
                  </a:lnTo>
                  <a:lnTo>
                    <a:pt x="929789" y="93468"/>
                  </a:lnTo>
                  <a:lnTo>
                    <a:pt x="1011874" y="92494"/>
                  </a:lnTo>
                  <a:lnTo>
                    <a:pt x="1089318" y="90871"/>
                  </a:lnTo>
                  <a:lnTo>
                    <a:pt x="1162120" y="88600"/>
                  </a:lnTo>
                  <a:lnTo>
                    <a:pt x="1230280" y="85679"/>
                  </a:lnTo>
                  <a:lnTo>
                    <a:pt x="1293797" y="82109"/>
                  </a:lnTo>
                  <a:lnTo>
                    <a:pt x="1352673" y="77890"/>
                  </a:lnTo>
                  <a:lnTo>
                    <a:pt x="1406907" y="73022"/>
                  </a:lnTo>
                  <a:lnTo>
                    <a:pt x="1456499" y="67504"/>
                  </a:lnTo>
                  <a:lnTo>
                    <a:pt x="1501449" y="61338"/>
                  </a:lnTo>
                  <a:lnTo>
                    <a:pt x="1541757" y="54523"/>
                  </a:lnTo>
                  <a:lnTo>
                    <a:pt x="1608446" y="38945"/>
                  </a:lnTo>
                  <a:lnTo>
                    <a:pt x="1656568" y="20770"/>
                  </a:lnTo>
                  <a:lnTo>
                    <a:pt x="1686122" y="0"/>
                  </a:lnTo>
                  <a:lnTo>
                    <a:pt x="1673666" y="11525"/>
                  </a:lnTo>
                  <a:lnTo>
                    <a:pt x="1634828" y="32481"/>
                  </a:lnTo>
                  <a:lnTo>
                    <a:pt x="1577422" y="50642"/>
                  </a:lnTo>
                  <a:lnTo>
                    <a:pt x="1501449" y="66010"/>
                  </a:lnTo>
                  <a:lnTo>
                    <a:pt x="1456499" y="72646"/>
                  </a:lnTo>
                  <a:lnTo>
                    <a:pt x="1406907" y="78583"/>
                  </a:lnTo>
                  <a:lnTo>
                    <a:pt x="1352673" y="83822"/>
                  </a:lnTo>
                  <a:lnTo>
                    <a:pt x="1293797" y="88363"/>
                  </a:lnTo>
                  <a:lnTo>
                    <a:pt x="1230280" y="92204"/>
                  </a:lnTo>
                  <a:lnTo>
                    <a:pt x="1162120" y="95348"/>
                  </a:lnTo>
                  <a:lnTo>
                    <a:pt x="1089318" y="97793"/>
                  </a:lnTo>
                  <a:lnTo>
                    <a:pt x="1011874" y="99539"/>
                  </a:lnTo>
                  <a:lnTo>
                    <a:pt x="929789" y="100587"/>
                  </a:lnTo>
                  <a:lnTo>
                    <a:pt x="843061" y="1009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2774195" y="4374070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0" y="0"/>
                  </a:moveTo>
                  <a:lnTo>
                    <a:pt x="51293" y="32481"/>
                  </a:lnTo>
                  <a:lnTo>
                    <a:pt x="108699" y="50642"/>
                  </a:lnTo>
                  <a:lnTo>
                    <a:pt x="184673" y="66010"/>
                  </a:lnTo>
                  <a:lnTo>
                    <a:pt x="229623" y="72646"/>
                  </a:lnTo>
                  <a:lnTo>
                    <a:pt x="279215" y="78583"/>
                  </a:lnTo>
                  <a:lnTo>
                    <a:pt x="333449" y="83822"/>
                  </a:lnTo>
                  <a:lnTo>
                    <a:pt x="392324" y="88363"/>
                  </a:lnTo>
                  <a:lnTo>
                    <a:pt x="455842" y="92204"/>
                  </a:lnTo>
                  <a:lnTo>
                    <a:pt x="524002" y="95348"/>
                  </a:lnTo>
                  <a:lnTo>
                    <a:pt x="596804" y="97793"/>
                  </a:lnTo>
                  <a:lnTo>
                    <a:pt x="674247" y="99539"/>
                  </a:lnTo>
                  <a:lnTo>
                    <a:pt x="756333" y="100587"/>
                  </a:lnTo>
                  <a:lnTo>
                    <a:pt x="843061" y="100936"/>
                  </a:lnTo>
                  <a:lnTo>
                    <a:pt x="929789" y="100587"/>
                  </a:lnTo>
                  <a:lnTo>
                    <a:pt x="1011874" y="99539"/>
                  </a:lnTo>
                  <a:lnTo>
                    <a:pt x="1089318" y="97793"/>
                  </a:lnTo>
                  <a:lnTo>
                    <a:pt x="1162120" y="95348"/>
                  </a:lnTo>
                  <a:lnTo>
                    <a:pt x="1230280" y="92204"/>
                  </a:lnTo>
                  <a:lnTo>
                    <a:pt x="1293797" y="88363"/>
                  </a:lnTo>
                  <a:lnTo>
                    <a:pt x="1352673" y="83822"/>
                  </a:lnTo>
                  <a:lnTo>
                    <a:pt x="1406907" y="78583"/>
                  </a:lnTo>
                  <a:lnTo>
                    <a:pt x="1456499" y="72646"/>
                  </a:lnTo>
                  <a:lnTo>
                    <a:pt x="1501449" y="66010"/>
                  </a:lnTo>
                  <a:lnTo>
                    <a:pt x="1541757" y="58675"/>
                  </a:lnTo>
                  <a:lnTo>
                    <a:pt x="1608446" y="41911"/>
                  </a:lnTo>
                  <a:lnTo>
                    <a:pt x="1656568" y="22352"/>
                  </a:lnTo>
                  <a:lnTo>
                    <a:pt x="1686122" y="0"/>
                  </a:lnTo>
                  <a:lnTo>
                    <a:pt x="1673666" y="10709"/>
                  </a:lnTo>
                  <a:lnTo>
                    <a:pt x="1656568" y="20770"/>
                  </a:lnTo>
                  <a:lnTo>
                    <a:pt x="1608446" y="38945"/>
                  </a:lnTo>
                  <a:lnTo>
                    <a:pt x="1541757" y="54523"/>
                  </a:lnTo>
                  <a:lnTo>
                    <a:pt x="1501449" y="61338"/>
                  </a:lnTo>
                  <a:lnTo>
                    <a:pt x="1456499" y="67504"/>
                  </a:lnTo>
                  <a:lnTo>
                    <a:pt x="1406907" y="73022"/>
                  </a:lnTo>
                  <a:lnTo>
                    <a:pt x="1352673" y="77890"/>
                  </a:lnTo>
                  <a:lnTo>
                    <a:pt x="1293797" y="82109"/>
                  </a:lnTo>
                  <a:lnTo>
                    <a:pt x="1230280" y="85679"/>
                  </a:lnTo>
                  <a:lnTo>
                    <a:pt x="1162120" y="88600"/>
                  </a:lnTo>
                  <a:lnTo>
                    <a:pt x="1089318" y="90871"/>
                  </a:lnTo>
                  <a:lnTo>
                    <a:pt x="1011874" y="92494"/>
                  </a:lnTo>
                  <a:lnTo>
                    <a:pt x="929789" y="93468"/>
                  </a:lnTo>
                  <a:lnTo>
                    <a:pt x="843061" y="93792"/>
                  </a:lnTo>
                  <a:lnTo>
                    <a:pt x="756333" y="93468"/>
                  </a:lnTo>
                  <a:lnTo>
                    <a:pt x="674247" y="92494"/>
                  </a:lnTo>
                  <a:lnTo>
                    <a:pt x="596804" y="90871"/>
                  </a:lnTo>
                  <a:lnTo>
                    <a:pt x="524002" y="88600"/>
                  </a:lnTo>
                  <a:lnTo>
                    <a:pt x="455842" y="85679"/>
                  </a:lnTo>
                  <a:lnTo>
                    <a:pt x="392324" y="82109"/>
                  </a:lnTo>
                  <a:lnTo>
                    <a:pt x="333449" y="77890"/>
                  </a:lnTo>
                  <a:lnTo>
                    <a:pt x="279215" y="73022"/>
                  </a:lnTo>
                  <a:lnTo>
                    <a:pt x="229623" y="67504"/>
                  </a:lnTo>
                  <a:lnTo>
                    <a:pt x="184673" y="61338"/>
                  </a:lnTo>
                  <a:lnTo>
                    <a:pt x="144365" y="54523"/>
                  </a:lnTo>
                  <a:lnTo>
                    <a:pt x="77675" y="38945"/>
                  </a:lnTo>
                  <a:lnTo>
                    <a:pt x="29553" y="20770"/>
                  </a:lnTo>
                  <a:lnTo>
                    <a:pt x="12455" y="10709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2774195" y="4431220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843061" y="100936"/>
                  </a:moveTo>
                  <a:lnTo>
                    <a:pt x="756333" y="100587"/>
                  </a:lnTo>
                  <a:lnTo>
                    <a:pt x="674247" y="99539"/>
                  </a:lnTo>
                  <a:lnTo>
                    <a:pt x="596804" y="97793"/>
                  </a:lnTo>
                  <a:lnTo>
                    <a:pt x="524002" y="95348"/>
                  </a:lnTo>
                  <a:lnTo>
                    <a:pt x="455842" y="92204"/>
                  </a:lnTo>
                  <a:lnTo>
                    <a:pt x="392324" y="88363"/>
                  </a:lnTo>
                  <a:lnTo>
                    <a:pt x="333449" y="83822"/>
                  </a:lnTo>
                  <a:lnTo>
                    <a:pt x="279215" y="78583"/>
                  </a:lnTo>
                  <a:lnTo>
                    <a:pt x="229623" y="72646"/>
                  </a:lnTo>
                  <a:lnTo>
                    <a:pt x="184673" y="66010"/>
                  </a:lnTo>
                  <a:lnTo>
                    <a:pt x="144365" y="58675"/>
                  </a:lnTo>
                  <a:lnTo>
                    <a:pt x="77675" y="41911"/>
                  </a:lnTo>
                  <a:lnTo>
                    <a:pt x="29553" y="22352"/>
                  </a:lnTo>
                  <a:lnTo>
                    <a:pt x="0" y="0"/>
                  </a:lnTo>
                  <a:lnTo>
                    <a:pt x="12455" y="10709"/>
                  </a:lnTo>
                  <a:lnTo>
                    <a:pt x="29553" y="20770"/>
                  </a:lnTo>
                  <a:lnTo>
                    <a:pt x="77675" y="38945"/>
                  </a:lnTo>
                  <a:lnTo>
                    <a:pt x="144365" y="54523"/>
                  </a:lnTo>
                  <a:lnTo>
                    <a:pt x="184673" y="61338"/>
                  </a:lnTo>
                  <a:lnTo>
                    <a:pt x="229623" y="67504"/>
                  </a:lnTo>
                  <a:lnTo>
                    <a:pt x="279215" y="73022"/>
                  </a:lnTo>
                  <a:lnTo>
                    <a:pt x="333449" y="77890"/>
                  </a:lnTo>
                  <a:lnTo>
                    <a:pt x="392324" y="82109"/>
                  </a:lnTo>
                  <a:lnTo>
                    <a:pt x="455842" y="85679"/>
                  </a:lnTo>
                  <a:lnTo>
                    <a:pt x="524002" y="88600"/>
                  </a:lnTo>
                  <a:lnTo>
                    <a:pt x="596804" y="90871"/>
                  </a:lnTo>
                  <a:lnTo>
                    <a:pt x="674247" y="92494"/>
                  </a:lnTo>
                  <a:lnTo>
                    <a:pt x="756333" y="93468"/>
                  </a:lnTo>
                  <a:lnTo>
                    <a:pt x="843061" y="93792"/>
                  </a:lnTo>
                  <a:lnTo>
                    <a:pt x="929789" y="93468"/>
                  </a:lnTo>
                  <a:lnTo>
                    <a:pt x="1011874" y="92494"/>
                  </a:lnTo>
                  <a:lnTo>
                    <a:pt x="1089318" y="90871"/>
                  </a:lnTo>
                  <a:lnTo>
                    <a:pt x="1162120" y="88600"/>
                  </a:lnTo>
                  <a:lnTo>
                    <a:pt x="1230280" y="85679"/>
                  </a:lnTo>
                  <a:lnTo>
                    <a:pt x="1293797" y="82109"/>
                  </a:lnTo>
                  <a:lnTo>
                    <a:pt x="1352673" y="77890"/>
                  </a:lnTo>
                  <a:lnTo>
                    <a:pt x="1406907" y="73022"/>
                  </a:lnTo>
                  <a:lnTo>
                    <a:pt x="1456499" y="67504"/>
                  </a:lnTo>
                  <a:lnTo>
                    <a:pt x="1501449" y="61338"/>
                  </a:lnTo>
                  <a:lnTo>
                    <a:pt x="1541757" y="54523"/>
                  </a:lnTo>
                  <a:lnTo>
                    <a:pt x="1608446" y="38945"/>
                  </a:lnTo>
                  <a:lnTo>
                    <a:pt x="1656568" y="20770"/>
                  </a:lnTo>
                  <a:lnTo>
                    <a:pt x="1686122" y="0"/>
                  </a:lnTo>
                  <a:lnTo>
                    <a:pt x="1673666" y="11525"/>
                  </a:lnTo>
                  <a:lnTo>
                    <a:pt x="1634828" y="32481"/>
                  </a:lnTo>
                  <a:lnTo>
                    <a:pt x="1577422" y="50642"/>
                  </a:lnTo>
                  <a:lnTo>
                    <a:pt x="1501449" y="66010"/>
                  </a:lnTo>
                  <a:lnTo>
                    <a:pt x="1456499" y="72646"/>
                  </a:lnTo>
                  <a:lnTo>
                    <a:pt x="1406907" y="78583"/>
                  </a:lnTo>
                  <a:lnTo>
                    <a:pt x="1352673" y="83822"/>
                  </a:lnTo>
                  <a:lnTo>
                    <a:pt x="1293797" y="88363"/>
                  </a:lnTo>
                  <a:lnTo>
                    <a:pt x="1230280" y="92204"/>
                  </a:lnTo>
                  <a:lnTo>
                    <a:pt x="1162120" y="95348"/>
                  </a:lnTo>
                  <a:lnTo>
                    <a:pt x="1089318" y="97793"/>
                  </a:lnTo>
                  <a:lnTo>
                    <a:pt x="1011874" y="99539"/>
                  </a:lnTo>
                  <a:lnTo>
                    <a:pt x="929789" y="100587"/>
                  </a:lnTo>
                  <a:lnTo>
                    <a:pt x="843061" y="1009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2774195" y="4431220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0" y="0"/>
                  </a:moveTo>
                  <a:lnTo>
                    <a:pt x="51293" y="32481"/>
                  </a:lnTo>
                  <a:lnTo>
                    <a:pt x="108699" y="50642"/>
                  </a:lnTo>
                  <a:lnTo>
                    <a:pt x="184673" y="66010"/>
                  </a:lnTo>
                  <a:lnTo>
                    <a:pt x="229623" y="72646"/>
                  </a:lnTo>
                  <a:lnTo>
                    <a:pt x="279215" y="78583"/>
                  </a:lnTo>
                  <a:lnTo>
                    <a:pt x="333449" y="83822"/>
                  </a:lnTo>
                  <a:lnTo>
                    <a:pt x="392324" y="88363"/>
                  </a:lnTo>
                  <a:lnTo>
                    <a:pt x="455842" y="92204"/>
                  </a:lnTo>
                  <a:lnTo>
                    <a:pt x="524002" y="95348"/>
                  </a:lnTo>
                  <a:lnTo>
                    <a:pt x="596804" y="97793"/>
                  </a:lnTo>
                  <a:lnTo>
                    <a:pt x="674247" y="99539"/>
                  </a:lnTo>
                  <a:lnTo>
                    <a:pt x="756333" y="100587"/>
                  </a:lnTo>
                  <a:lnTo>
                    <a:pt x="843061" y="100936"/>
                  </a:lnTo>
                  <a:lnTo>
                    <a:pt x="929789" y="100587"/>
                  </a:lnTo>
                  <a:lnTo>
                    <a:pt x="1011874" y="99539"/>
                  </a:lnTo>
                  <a:lnTo>
                    <a:pt x="1089318" y="97793"/>
                  </a:lnTo>
                  <a:lnTo>
                    <a:pt x="1162120" y="95348"/>
                  </a:lnTo>
                  <a:lnTo>
                    <a:pt x="1230280" y="92204"/>
                  </a:lnTo>
                  <a:lnTo>
                    <a:pt x="1293797" y="88363"/>
                  </a:lnTo>
                  <a:lnTo>
                    <a:pt x="1352673" y="83822"/>
                  </a:lnTo>
                  <a:lnTo>
                    <a:pt x="1406907" y="78583"/>
                  </a:lnTo>
                  <a:lnTo>
                    <a:pt x="1456499" y="72646"/>
                  </a:lnTo>
                  <a:lnTo>
                    <a:pt x="1501449" y="66010"/>
                  </a:lnTo>
                  <a:lnTo>
                    <a:pt x="1541757" y="58675"/>
                  </a:lnTo>
                  <a:lnTo>
                    <a:pt x="1608446" y="41911"/>
                  </a:lnTo>
                  <a:lnTo>
                    <a:pt x="1656568" y="22352"/>
                  </a:lnTo>
                  <a:lnTo>
                    <a:pt x="1686122" y="0"/>
                  </a:lnTo>
                  <a:lnTo>
                    <a:pt x="1673666" y="10709"/>
                  </a:lnTo>
                  <a:lnTo>
                    <a:pt x="1656568" y="20770"/>
                  </a:lnTo>
                  <a:lnTo>
                    <a:pt x="1608446" y="38945"/>
                  </a:lnTo>
                  <a:lnTo>
                    <a:pt x="1541757" y="54523"/>
                  </a:lnTo>
                  <a:lnTo>
                    <a:pt x="1501449" y="61338"/>
                  </a:lnTo>
                  <a:lnTo>
                    <a:pt x="1456499" y="67504"/>
                  </a:lnTo>
                  <a:lnTo>
                    <a:pt x="1406907" y="73022"/>
                  </a:lnTo>
                  <a:lnTo>
                    <a:pt x="1352673" y="77890"/>
                  </a:lnTo>
                  <a:lnTo>
                    <a:pt x="1293797" y="82109"/>
                  </a:lnTo>
                  <a:lnTo>
                    <a:pt x="1230280" y="85679"/>
                  </a:lnTo>
                  <a:lnTo>
                    <a:pt x="1162120" y="88600"/>
                  </a:lnTo>
                  <a:lnTo>
                    <a:pt x="1089318" y="90871"/>
                  </a:lnTo>
                  <a:lnTo>
                    <a:pt x="1011874" y="92494"/>
                  </a:lnTo>
                  <a:lnTo>
                    <a:pt x="929789" y="93468"/>
                  </a:lnTo>
                  <a:lnTo>
                    <a:pt x="843061" y="93792"/>
                  </a:lnTo>
                  <a:lnTo>
                    <a:pt x="756333" y="93468"/>
                  </a:lnTo>
                  <a:lnTo>
                    <a:pt x="674247" y="92494"/>
                  </a:lnTo>
                  <a:lnTo>
                    <a:pt x="596804" y="90871"/>
                  </a:lnTo>
                  <a:lnTo>
                    <a:pt x="524002" y="88600"/>
                  </a:lnTo>
                  <a:lnTo>
                    <a:pt x="455842" y="85679"/>
                  </a:lnTo>
                  <a:lnTo>
                    <a:pt x="392324" y="82109"/>
                  </a:lnTo>
                  <a:lnTo>
                    <a:pt x="333449" y="77890"/>
                  </a:lnTo>
                  <a:lnTo>
                    <a:pt x="279215" y="73022"/>
                  </a:lnTo>
                  <a:lnTo>
                    <a:pt x="229623" y="67504"/>
                  </a:lnTo>
                  <a:lnTo>
                    <a:pt x="184673" y="61338"/>
                  </a:lnTo>
                  <a:lnTo>
                    <a:pt x="144365" y="54523"/>
                  </a:lnTo>
                  <a:lnTo>
                    <a:pt x="77675" y="38945"/>
                  </a:lnTo>
                  <a:lnTo>
                    <a:pt x="29553" y="20770"/>
                  </a:lnTo>
                  <a:lnTo>
                    <a:pt x="12455" y="10709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774195" y="4488370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843061" y="100936"/>
                  </a:moveTo>
                  <a:lnTo>
                    <a:pt x="756333" y="100587"/>
                  </a:lnTo>
                  <a:lnTo>
                    <a:pt x="674247" y="99539"/>
                  </a:lnTo>
                  <a:lnTo>
                    <a:pt x="596804" y="97793"/>
                  </a:lnTo>
                  <a:lnTo>
                    <a:pt x="524002" y="95348"/>
                  </a:lnTo>
                  <a:lnTo>
                    <a:pt x="455842" y="92204"/>
                  </a:lnTo>
                  <a:lnTo>
                    <a:pt x="392324" y="88363"/>
                  </a:lnTo>
                  <a:lnTo>
                    <a:pt x="333449" y="83822"/>
                  </a:lnTo>
                  <a:lnTo>
                    <a:pt x="279215" y="78583"/>
                  </a:lnTo>
                  <a:lnTo>
                    <a:pt x="229623" y="72646"/>
                  </a:lnTo>
                  <a:lnTo>
                    <a:pt x="184673" y="66010"/>
                  </a:lnTo>
                  <a:lnTo>
                    <a:pt x="144365" y="58675"/>
                  </a:lnTo>
                  <a:lnTo>
                    <a:pt x="77675" y="41911"/>
                  </a:lnTo>
                  <a:lnTo>
                    <a:pt x="29553" y="22352"/>
                  </a:lnTo>
                  <a:lnTo>
                    <a:pt x="0" y="0"/>
                  </a:lnTo>
                  <a:lnTo>
                    <a:pt x="12455" y="10709"/>
                  </a:lnTo>
                  <a:lnTo>
                    <a:pt x="29553" y="20770"/>
                  </a:lnTo>
                  <a:lnTo>
                    <a:pt x="77675" y="38945"/>
                  </a:lnTo>
                  <a:lnTo>
                    <a:pt x="144365" y="54523"/>
                  </a:lnTo>
                  <a:lnTo>
                    <a:pt x="184673" y="61338"/>
                  </a:lnTo>
                  <a:lnTo>
                    <a:pt x="229623" y="67504"/>
                  </a:lnTo>
                  <a:lnTo>
                    <a:pt x="279215" y="73022"/>
                  </a:lnTo>
                  <a:lnTo>
                    <a:pt x="333449" y="77890"/>
                  </a:lnTo>
                  <a:lnTo>
                    <a:pt x="392324" y="82109"/>
                  </a:lnTo>
                  <a:lnTo>
                    <a:pt x="455842" y="85679"/>
                  </a:lnTo>
                  <a:lnTo>
                    <a:pt x="524002" y="88600"/>
                  </a:lnTo>
                  <a:lnTo>
                    <a:pt x="596804" y="90871"/>
                  </a:lnTo>
                  <a:lnTo>
                    <a:pt x="674247" y="92494"/>
                  </a:lnTo>
                  <a:lnTo>
                    <a:pt x="756333" y="93468"/>
                  </a:lnTo>
                  <a:lnTo>
                    <a:pt x="843061" y="93792"/>
                  </a:lnTo>
                  <a:lnTo>
                    <a:pt x="929789" y="93468"/>
                  </a:lnTo>
                  <a:lnTo>
                    <a:pt x="1011874" y="92494"/>
                  </a:lnTo>
                  <a:lnTo>
                    <a:pt x="1089318" y="90871"/>
                  </a:lnTo>
                  <a:lnTo>
                    <a:pt x="1162120" y="88600"/>
                  </a:lnTo>
                  <a:lnTo>
                    <a:pt x="1230280" y="85679"/>
                  </a:lnTo>
                  <a:lnTo>
                    <a:pt x="1293797" y="82109"/>
                  </a:lnTo>
                  <a:lnTo>
                    <a:pt x="1352673" y="77890"/>
                  </a:lnTo>
                  <a:lnTo>
                    <a:pt x="1406907" y="73022"/>
                  </a:lnTo>
                  <a:lnTo>
                    <a:pt x="1456499" y="67504"/>
                  </a:lnTo>
                  <a:lnTo>
                    <a:pt x="1501449" y="61338"/>
                  </a:lnTo>
                  <a:lnTo>
                    <a:pt x="1541757" y="54523"/>
                  </a:lnTo>
                  <a:lnTo>
                    <a:pt x="1608446" y="38945"/>
                  </a:lnTo>
                  <a:lnTo>
                    <a:pt x="1656568" y="20770"/>
                  </a:lnTo>
                  <a:lnTo>
                    <a:pt x="1686122" y="0"/>
                  </a:lnTo>
                  <a:lnTo>
                    <a:pt x="1673666" y="11525"/>
                  </a:lnTo>
                  <a:lnTo>
                    <a:pt x="1634828" y="32481"/>
                  </a:lnTo>
                  <a:lnTo>
                    <a:pt x="1577422" y="50642"/>
                  </a:lnTo>
                  <a:lnTo>
                    <a:pt x="1501449" y="66010"/>
                  </a:lnTo>
                  <a:lnTo>
                    <a:pt x="1456499" y="72646"/>
                  </a:lnTo>
                  <a:lnTo>
                    <a:pt x="1406907" y="78583"/>
                  </a:lnTo>
                  <a:lnTo>
                    <a:pt x="1352673" y="83822"/>
                  </a:lnTo>
                  <a:lnTo>
                    <a:pt x="1293797" y="88363"/>
                  </a:lnTo>
                  <a:lnTo>
                    <a:pt x="1230280" y="92204"/>
                  </a:lnTo>
                  <a:lnTo>
                    <a:pt x="1162120" y="95348"/>
                  </a:lnTo>
                  <a:lnTo>
                    <a:pt x="1089318" y="97793"/>
                  </a:lnTo>
                  <a:lnTo>
                    <a:pt x="1011874" y="99539"/>
                  </a:lnTo>
                  <a:lnTo>
                    <a:pt x="929789" y="100587"/>
                  </a:lnTo>
                  <a:lnTo>
                    <a:pt x="843061" y="1009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774195" y="4488370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0" y="0"/>
                  </a:moveTo>
                  <a:lnTo>
                    <a:pt x="51293" y="32481"/>
                  </a:lnTo>
                  <a:lnTo>
                    <a:pt x="108699" y="50642"/>
                  </a:lnTo>
                  <a:lnTo>
                    <a:pt x="184673" y="66010"/>
                  </a:lnTo>
                  <a:lnTo>
                    <a:pt x="229623" y="72646"/>
                  </a:lnTo>
                  <a:lnTo>
                    <a:pt x="279215" y="78583"/>
                  </a:lnTo>
                  <a:lnTo>
                    <a:pt x="333449" y="83822"/>
                  </a:lnTo>
                  <a:lnTo>
                    <a:pt x="392324" y="88363"/>
                  </a:lnTo>
                  <a:lnTo>
                    <a:pt x="455842" y="92204"/>
                  </a:lnTo>
                  <a:lnTo>
                    <a:pt x="524002" y="95348"/>
                  </a:lnTo>
                  <a:lnTo>
                    <a:pt x="596804" y="97793"/>
                  </a:lnTo>
                  <a:lnTo>
                    <a:pt x="674247" y="99539"/>
                  </a:lnTo>
                  <a:lnTo>
                    <a:pt x="756333" y="100587"/>
                  </a:lnTo>
                  <a:lnTo>
                    <a:pt x="843061" y="100936"/>
                  </a:lnTo>
                  <a:lnTo>
                    <a:pt x="929789" y="100587"/>
                  </a:lnTo>
                  <a:lnTo>
                    <a:pt x="1011874" y="99539"/>
                  </a:lnTo>
                  <a:lnTo>
                    <a:pt x="1089318" y="97793"/>
                  </a:lnTo>
                  <a:lnTo>
                    <a:pt x="1162120" y="95348"/>
                  </a:lnTo>
                  <a:lnTo>
                    <a:pt x="1230280" y="92204"/>
                  </a:lnTo>
                  <a:lnTo>
                    <a:pt x="1293797" y="88363"/>
                  </a:lnTo>
                  <a:lnTo>
                    <a:pt x="1352673" y="83822"/>
                  </a:lnTo>
                  <a:lnTo>
                    <a:pt x="1406907" y="78583"/>
                  </a:lnTo>
                  <a:lnTo>
                    <a:pt x="1456499" y="72646"/>
                  </a:lnTo>
                  <a:lnTo>
                    <a:pt x="1501449" y="66010"/>
                  </a:lnTo>
                  <a:lnTo>
                    <a:pt x="1541757" y="58675"/>
                  </a:lnTo>
                  <a:lnTo>
                    <a:pt x="1608446" y="41911"/>
                  </a:lnTo>
                  <a:lnTo>
                    <a:pt x="1656568" y="22352"/>
                  </a:lnTo>
                  <a:lnTo>
                    <a:pt x="1686122" y="0"/>
                  </a:lnTo>
                  <a:lnTo>
                    <a:pt x="1673666" y="10709"/>
                  </a:lnTo>
                  <a:lnTo>
                    <a:pt x="1656568" y="20770"/>
                  </a:lnTo>
                  <a:lnTo>
                    <a:pt x="1608446" y="38945"/>
                  </a:lnTo>
                  <a:lnTo>
                    <a:pt x="1541757" y="54523"/>
                  </a:lnTo>
                  <a:lnTo>
                    <a:pt x="1501449" y="61338"/>
                  </a:lnTo>
                  <a:lnTo>
                    <a:pt x="1456499" y="67504"/>
                  </a:lnTo>
                  <a:lnTo>
                    <a:pt x="1406907" y="73022"/>
                  </a:lnTo>
                  <a:lnTo>
                    <a:pt x="1352673" y="77890"/>
                  </a:lnTo>
                  <a:lnTo>
                    <a:pt x="1293797" y="82109"/>
                  </a:lnTo>
                  <a:lnTo>
                    <a:pt x="1230280" y="85679"/>
                  </a:lnTo>
                  <a:lnTo>
                    <a:pt x="1162120" y="88600"/>
                  </a:lnTo>
                  <a:lnTo>
                    <a:pt x="1089318" y="90871"/>
                  </a:lnTo>
                  <a:lnTo>
                    <a:pt x="1011874" y="92494"/>
                  </a:lnTo>
                  <a:lnTo>
                    <a:pt x="929789" y="93468"/>
                  </a:lnTo>
                  <a:lnTo>
                    <a:pt x="843061" y="93792"/>
                  </a:lnTo>
                  <a:lnTo>
                    <a:pt x="756333" y="93468"/>
                  </a:lnTo>
                  <a:lnTo>
                    <a:pt x="674247" y="92494"/>
                  </a:lnTo>
                  <a:lnTo>
                    <a:pt x="596804" y="90871"/>
                  </a:lnTo>
                  <a:lnTo>
                    <a:pt x="524002" y="88600"/>
                  </a:lnTo>
                  <a:lnTo>
                    <a:pt x="455842" y="85679"/>
                  </a:lnTo>
                  <a:lnTo>
                    <a:pt x="392324" y="82109"/>
                  </a:lnTo>
                  <a:lnTo>
                    <a:pt x="333449" y="77890"/>
                  </a:lnTo>
                  <a:lnTo>
                    <a:pt x="279215" y="73022"/>
                  </a:lnTo>
                  <a:lnTo>
                    <a:pt x="229623" y="67504"/>
                  </a:lnTo>
                  <a:lnTo>
                    <a:pt x="184673" y="61338"/>
                  </a:lnTo>
                  <a:lnTo>
                    <a:pt x="144365" y="54523"/>
                  </a:lnTo>
                  <a:lnTo>
                    <a:pt x="77675" y="38945"/>
                  </a:lnTo>
                  <a:lnTo>
                    <a:pt x="29553" y="20770"/>
                  </a:lnTo>
                  <a:lnTo>
                    <a:pt x="12455" y="10709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021751" y="4245483"/>
              <a:ext cx="111140" cy="229742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399553" y="4216908"/>
              <a:ext cx="111140" cy="229742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3793871" y="4133478"/>
              <a:ext cx="386715" cy="285115"/>
            </a:xfrm>
            <a:custGeom>
              <a:avLst/>
              <a:gdLst/>
              <a:ahLst/>
              <a:cxnLst/>
              <a:rect l="l" t="t" r="r" b="b"/>
              <a:pathLst>
                <a:path w="386714" h="285114">
                  <a:moveTo>
                    <a:pt x="74295" y="246024"/>
                  </a:moveTo>
                  <a:lnTo>
                    <a:pt x="74104" y="238785"/>
                  </a:lnTo>
                  <a:lnTo>
                    <a:pt x="74002" y="238582"/>
                  </a:lnTo>
                  <a:lnTo>
                    <a:pt x="74002" y="54864"/>
                  </a:lnTo>
                  <a:lnTo>
                    <a:pt x="64008" y="54864"/>
                  </a:lnTo>
                  <a:lnTo>
                    <a:pt x="64008" y="228295"/>
                  </a:lnTo>
                  <a:lnTo>
                    <a:pt x="62001" y="226695"/>
                  </a:lnTo>
                  <a:lnTo>
                    <a:pt x="55524" y="224980"/>
                  </a:lnTo>
                  <a:lnTo>
                    <a:pt x="47142" y="225171"/>
                  </a:lnTo>
                  <a:lnTo>
                    <a:pt x="39217" y="226136"/>
                  </a:lnTo>
                  <a:lnTo>
                    <a:pt x="4635" y="249237"/>
                  </a:lnTo>
                  <a:lnTo>
                    <a:pt x="0" y="263169"/>
                  </a:lnTo>
                  <a:lnTo>
                    <a:pt x="190" y="269646"/>
                  </a:lnTo>
                  <a:lnTo>
                    <a:pt x="25146" y="284607"/>
                  </a:lnTo>
                  <a:lnTo>
                    <a:pt x="33629" y="283654"/>
                  </a:lnTo>
                  <a:lnTo>
                    <a:pt x="69646" y="260604"/>
                  </a:lnTo>
                  <a:lnTo>
                    <a:pt x="72847" y="253593"/>
                  </a:lnTo>
                  <a:lnTo>
                    <a:pt x="74295" y="246024"/>
                  </a:lnTo>
                  <a:close/>
                </a:path>
                <a:path w="386714" h="285114">
                  <a:moveTo>
                    <a:pt x="386410" y="0"/>
                  </a:moveTo>
                  <a:lnTo>
                    <a:pt x="377837" y="0"/>
                  </a:lnTo>
                  <a:lnTo>
                    <a:pt x="377837" y="232029"/>
                  </a:lnTo>
                  <a:lnTo>
                    <a:pt x="386410" y="232029"/>
                  </a:lnTo>
                  <a:lnTo>
                    <a:pt x="3864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626176" y="4573524"/>
              <a:ext cx="118586" cy="133921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003407" y="4122610"/>
              <a:ext cx="102298" cy="99440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4167581" y="3950598"/>
              <a:ext cx="3100705" cy="566420"/>
            </a:xfrm>
            <a:custGeom>
              <a:avLst/>
              <a:gdLst/>
              <a:ahLst/>
              <a:cxnLst/>
              <a:rect l="l" t="t" r="r" b="b"/>
              <a:pathLst>
                <a:path w="3100704" h="566420">
                  <a:moveTo>
                    <a:pt x="429945" y="519912"/>
                  </a:moveTo>
                  <a:lnTo>
                    <a:pt x="405612" y="519912"/>
                  </a:lnTo>
                  <a:lnTo>
                    <a:pt x="404672" y="515848"/>
                  </a:lnTo>
                  <a:lnTo>
                    <a:pt x="401027" y="509485"/>
                  </a:lnTo>
                  <a:lnTo>
                    <a:pt x="395528" y="504418"/>
                  </a:lnTo>
                  <a:lnTo>
                    <a:pt x="388175" y="500634"/>
                  </a:lnTo>
                  <a:lnTo>
                    <a:pt x="382651" y="498729"/>
                  </a:lnTo>
                  <a:lnTo>
                    <a:pt x="380314" y="497916"/>
                  </a:lnTo>
                  <a:lnTo>
                    <a:pt x="378650" y="497509"/>
                  </a:lnTo>
                  <a:lnTo>
                    <a:pt x="378650" y="540829"/>
                  </a:lnTo>
                  <a:lnTo>
                    <a:pt x="374459" y="547116"/>
                  </a:lnTo>
                  <a:lnTo>
                    <a:pt x="365315" y="547497"/>
                  </a:lnTo>
                  <a:lnTo>
                    <a:pt x="359219" y="548259"/>
                  </a:lnTo>
                  <a:lnTo>
                    <a:pt x="353885" y="545973"/>
                  </a:lnTo>
                  <a:lnTo>
                    <a:pt x="349313" y="540639"/>
                  </a:lnTo>
                  <a:lnTo>
                    <a:pt x="344741" y="534924"/>
                  </a:lnTo>
                  <a:lnTo>
                    <a:pt x="342074" y="527494"/>
                  </a:lnTo>
                  <a:lnTo>
                    <a:pt x="342036" y="527062"/>
                  </a:lnTo>
                  <a:lnTo>
                    <a:pt x="377761" y="527062"/>
                  </a:lnTo>
                  <a:lnTo>
                    <a:pt x="377888" y="528637"/>
                  </a:lnTo>
                  <a:lnTo>
                    <a:pt x="378650" y="540829"/>
                  </a:lnTo>
                  <a:lnTo>
                    <a:pt x="378650" y="497509"/>
                  </a:lnTo>
                  <a:lnTo>
                    <a:pt x="377190" y="497154"/>
                  </a:lnTo>
                  <a:lnTo>
                    <a:pt x="377190" y="519912"/>
                  </a:lnTo>
                  <a:lnTo>
                    <a:pt x="341439" y="519912"/>
                  </a:lnTo>
                  <a:lnTo>
                    <a:pt x="341312" y="518350"/>
                  </a:lnTo>
                  <a:lnTo>
                    <a:pt x="340931" y="511873"/>
                  </a:lnTo>
                  <a:lnTo>
                    <a:pt x="340956" y="511683"/>
                  </a:lnTo>
                  <a:lnTo>
                    <a:pt x="359981" y="498729"/>
                  </a:lnTo>
                  <a:lnTo>
                    <a:pt x="365315" y="501015"/>
                  </a:lnTo>
                  <a:lnTo>
                    <a:pt x="374459" y="511683"/>
                  </a:lnTo>
                  <a:lnTo>
                    <a:pt x="374523" y="511873"/>
                  </a:lnTo>
                  <a:lnTo>
                    <a:pt x="377126" y="519112"/>
                  </a:lnTo>
                  <a:lnTo>
                    <a:pt x="377190" y="519912"/>
                  </a:lnTo>
                  <a:lnTo>
                    <a:pt x="377190" y="497154"/>
                  </a:lnTo>
                  <a:lnTo>
                    <a:pt x="372745" y="496062"/>
                  </a:lnTo>
                  <a:lnTo>
                    <a:pt x="365455" y="495058"/>
                  </a:lnTo>
                  <a:lnTo>
                    <a:pt x="358457" y="494919"/>
                  </a:lnTo>
                  <a:lnTo>
                    <a:pt x="351701" y="495058"/>
                  </a:lnTo>
                  <a:lnTo>
                    <a:pt x="314198" y="515848"/>
                  </a:lnTo>
                  <a:lnTo>
                    <a:pt x="313410" y="519912"/>
                  </a:lnTo>
                  <a:lnTo>
                    <a:pt x="293052" y="519912"/>
                  </a:lnTo>
                  <a:lnTo>
                    <a:pt x="293052" y="527062"/>
                  </a:lnTo>
                  <a:lnTo>
                    <a:pt x="313537" y="527062"/>
                  </a:lnTo>
                  <a:lnTo>
                    <a:pt x="314477" y="531139"/>
                  </a:lnTo>
                  <a:lnTo>
                    <a:pt x="353161" y="551916"/>
                  </a:lnTo>
                  <a:lnTo>
                    <a:pt x="360172" y="552069"/>
                  </a:lnTo>
                  <a:lnTo>
                    <a:pt x="367131" y="551916"/>
                  </a:lnTo>
                  <a:lnTo>
                    <a:pt x="404964" y="531139"/>
                  </a:lnTo>
                  <a:lnTo>
                    <a:pt x="405752" y="527062"/>
                  </a:lnTo>
                  <a:lnTo>
                    <a:pt x="429945" y="527062"/>
                  </a:lnTo>
                  <a:lnTo>
                    <a:pt x="429945" y="519912"/>
                  </a:lnTo>
                  <a:close/>
                </a:path>
                <a:path w="3100704" h="566420">
                  <a:moveTo>
                    <a:pt x="429945" y="462762"/>
                  </a:moveTo>
                  <a:lnTo>
                    <a:pt x="405612" y="462762"/>
                  </a:lnTo>
                  <a:lnTo>
                    <a:pt x="404672" y="458698"/>
                  </a:lnTo>
                  <a:lnTo>
                    <a:pt x="401027" y="452335"/>
                  </a:lnTo>
                  <a:lnTo>
                    <a:pt x="395528" y="447268"/>
                  </a:lnTo>
                  <a:lnTo>
                    <a:pt x="388175" y="443484"/>
                  </a:lnTo>
                  <a:lnTo>
                    <a:pt x="382651" y="441579"/>
                  </a:lnTo>
                  <a:lnTo>
                    <a:pt x="380314" y="440766"/>
                  </a:lnTo>
                  <a:lnTo>
                    <a:pt x="378650" y="440359"/>
                  </a:lnTo>
                  <a:lnTo>
                    <a:pt x="378650" y="483679"/>
                  </a:lnTo>
                  <a:lnTo>
                    <a:pt x="374459" y="489966"/>
                  </a:lnTo>
                  <a:lnTo>
                    <a:pt x="365315" y="490347"/>
                  </a:lnTo>
                  <a:lnTo>
                    <a:pt x="359219" y="491109"/>
                  </a:lnTo>
                  <a:lnTo>
                    <a:pt x="353885" y="488823"/>
                  </a:lnTo>
                  <a:lnTo>
                    <a:pt x="349313" y="483489"/>
                  </a:lnTo>
                  <a:lnTo>
                    <a:pt x="344741" y="477774"/>
                  </a:lnTo>
                  <a:lnTo>
                    <a:pt x="342074" y="470344"/>
                  </a:lnTo>
                  <a:lnTo>
                    <a:pt x="342036" y="469912"/>
                  </a:lnTo>
                  <a:lnTo>
                    <a:pt x="377761" y="469912"/>
                  </a:lnTo>
                  <a:lnTo>
                    <a:pt x="377888" y="471487"/>
                  </a:lnTo>
                  <a:lnTo>
                    <a:pt x="378650" y="483679"/>
                  </a:lnTo>
                  <a:lnTo>
                    <a:pt x="378650" y="440359"/>
                  </a:lnTo>
                  <a:lnTo>
                    <a:pt x="377190" y="440004"/>
                  </a:lnTo>
                  <a:lnTo>
                    <a:pt x="377190" y="462762"/>
                  </a:lnTo>
                  <a:lnTo>
                    <a:pt x="341439" y="462762"/>
                  </a:lnTo>
                  <a:lnTo>
                    <a:pt x="341312" y="461200"/>
                  </a:lnTo>
                  <a:lnTo>
                    <a:pt x="340931" y="454723"/>
                  </a:lnTo>
                  <a:lnTo>
                    <a:pt x="340956" y="454533"/>
                  </a:lnTo>
                  <a:lnTo>
                    <a:pt x="359981" y="441579"/>
                  </a:lnTo>
                  <a:lnTo>
                    <a:pt x="365315" y="443865"/>
                  </a:lnTo>
                  <a:lnTo>
                    <a:pt x="374459" y="454533"/>
                  </a:lnTo>
                  <a:lnTo>
                    <a:pt x="374523" y="454723"/>
                  </a:lnTo>
                  <a:lnTo>
                    <a:pt x="377126" y="461962"/>
                  </a:lnTo>
                  <a:lnTo>
                    <a:pt x="377190" y="462762"/>
                  </a:lnTo>
                  <a:lnTo>
                    <a:pt x="377190" y="440004"/>
                  </a:lnTo>
                  <a:lnTo>
                    <a:pt x="372745" y="438912"/>
                  </a:lnTo>
                  <a:lnTo>
                    <a:pt x="365455" y="437908"/>
                  </a:lnTo>
                  <a:lnTo>
                    <a:pt x="358457" y="437769"/>
                  </a:lnTo>
                  <a:lnTo>
                    <a:pt x="351701" y="437908"/>
                  </a:lnTo>
                  <a:lnTo>
                    <a:pt x="314198" y="458698"/>
                  </a:lnTo>
                  <a:lnTo>
                    <a:pt x="313410" y="462762"/>
                  </a:lnTo>
                  <a:lnTo>
                    <a:pt x="293052" y="462762"/>
                  </a:lnTo>
                  <a:lnTo>
                    <a:pt x="293052" y="469912"/>
                  </a:lnTo>
                  <a:lnTo>
                    <a:pt x="313537" y="469912"/>
                  </a:lnTo>
                  <a:lnTo>
                    <a:pt x="314477" y="473989"/>
                  </a:lnTo>
                  <a:lnTo>
                    <a:pt x="353161" y="494766"/>
                  </a:lnTo>
                  <a:lnTo>
                    <a:pt x="360172" y="494919"/>
                  </a:lnTo>
                  <a:lnTo>
                    <a:pt x="367131" y="494766"/>
                  </a:lnTo>
                  <a:lnTo>
                    <a:pt x="404964" y="473989"/>
                  </a:lnTo>
                  <a:lnTo>
                    <a:pt x="405752" y="469912"/>
                  </a:lnTo>
                  <a:lnTo>
                    <a:pt x="429945" y="469912"/>
                  </a:lnTo>
                  <a:lnTo>
                    <a:pt x="429945" y="462762"/>
                  </a:lnTo>
                  <a:close/>
                </a:path>
                <a:path w="3100704" h="566420">
                  <a:moveTo>
                    <a:pt x="1881098" y="0"/>
                  </a:moveTo>
                  <a:lnTo>
                    <a:pt x="1811947" y="0"/>
                  </a:lnTo>
                  <a:lnTo>
                    <a:pt x="1811947" y="9144"/>
                  </a:lnTo>
                  <a:lnTo>
                    <a:pt x="1881098" y="9144"/>
                  </a:lnTo>
                  <a:lnTo>
                    <a:pt x="1881098" y="0"/>
                  </a:lnTo>
                  <a:close/>
                </a:path>
                <a:path w="3100704" h="566420">
                  <a:moveTo>
                    <a:pt x="3100311" y="180594"/>
                  </a:moveTo>
                  <a:lnTo>
                    <a:pt x="1819084" y="180594"/>
                  </a:lnTo>
                  <a:lnTo>
                    <a:pt x="1819084" y="151066"/>
                  </a:lnTo>
                  <a:lnTo>
                    <a:pt x="1823377" y="153441"/>
                  </a:lnTo>
                  <a:lnTo>
                    <a:pt x="1829092" y="154584"/>
                  </a:lnTo>
                  <a:lnTo>
                    <a:pt x="1864144" y="144487"/>
                  </a:lnTo>
                  <a:lnTo>
                    <a:pt x="1866811" y="142875"/>
                  </a:lnTo>
                  <a:lnTo>
                    <a:pt x="1873516" y="137299"/>
                  </a:lnTo>
                  <a:lnTo>
                    <a:pt x="1878520" y="131152"/>
                  </a:lnTo>
                  <a:lnTo>
                    <a:pt x="1880539" y="127012"/>
                  </a:lnTo>
                  <a:lnTo>
                    <a:pt x="1903704" y="127012"/>
                  </a:lnTo>
                  <a:lnTo>
                    <a:pt x="1903704" y="119862"/>
                  </a:lnTo>
                  <a:lnTo>
                    <a:pt x="1882787" y="119862"/>
                  </a:lnTo>
                  <a:lnTo>
                    <a:pt x="1883384" y="117157"/>
                  </a:lnTo>
                  <a:lnTo>
                    <a:pt x="1884146" y="108394"/>
                  </a:lnTo>
                  <a:lnTo>
                    <a:pt x="1881263" y="101434"/>
                  </a:lnTo>
                  <a:lnTo>
                    <a:pt x="1881187" y="101244"/>
                  </a:lnTo>
                  <a:lnTo>
                    <a:pt x="1875663" y="96672"/>
                  </a:lnTo>
                  <a:lnTo>
                    <a:pt x="1875663" y="106006"/>
                  </a:lnTo>
                  <a:lnTo>
                    <a:pt x="1875663" y="109626"/>
                  </a:lnTo>
                  <a:lnTo>
                    <a:pt x="1873669" y="113817"/>
                  </a:lnTo>
                  <a:lnTo>
                    <a:pt x="1869668" y="118579"/>
                  </a:lnTo>
                  <a:lnTo>
                    <a:pt x="1868182" y="119862"/>
                  </a:lnTo>
                  <a:lnTo>
                    <a:pt x="1859940" y="119862"/>
                  </a:lnTo>
                  <a:lnTo>
                    <a:pt x="1859940" y="127012"/>
                  </a:lnTo>
                  <a:lnTo>
                    <a:pt x="1826806" y="144487"/>
                  </a:lnTo>
                  <a:lnTo>
                    <a:pt x="1822805" y="144297"/>
                  </a:lnTo>
                  <a:lnTo>
                    <a:pt x="1819084" y="143954"/>
                  </a:lnTo>
                  <a:lnTo>
                    <a:pt x="1819084" y="132753"/>
                  </a:lnTo>
                  <a:lnTo>
                    <a:pt x="1821370" y="128866"/>
                  </a:lnTo>
                  <a:lnTo>
                    <a:pt x="1823072" y="127012"/>
                  </a:lnTo>
                  <a:lnTo>
                    <a:pt x="1859940" y="127012"/>
                  </a:lnTo>
                  <a:lnTo>
                    <a:pt x="1859940" y="119862"/>
                  </a:lnTo>
                  <a:lnTo>
                    <a:pt x="1830781" y="119862"/>
                  </a:lnTo>
                  <a:lnTo>
                    <a:pt x="1837283" y="114579"/>
                  </a:lnTo>
                  <a:lnTo>
                    <a:pt x="1843087" y="110871"/>
                  </a:lnTo>
                  <a:lnTo>
                    <a:pt x="1850517" y="106870"/>
                  </a:lnTo>
                  <a:lnTo>
                    <a:pt x="1858137" y="103060"/>
                  </a:lnTo>
                  <a:lnTo>
                    <a:pt x="1864804" y="101434"/>
                  </a:lnTo>
                  <a:lnTo>
                    <a:pt x="1870519" y="102006"/>
                  </a:lnTo>
                  <a:lnTo>
                    <a:pt x="1873377" y="102387"/>
                  </a:lnTo>
                  <a:lnTo>
                    <a:pt x="1875091" y="103720"/>
                  </a:lnTo>
                  <a:lnTo>
                    <a:pt x="1875663" y="106006"/>
                  </a:lnTo>
                  <a:lnTo>
                    <a:pt x="1875663" y="96672"/>
                  </a:lnTo>
                  <a:lnTo>
                    <a:pt x="1874520" y="95719"/>
                  </a:lnTo>
                  <a:lnTo>
                    <a:pt x="1869376" y="92862"/>
                  </a:lnTo>
                  <a:lnTo>
                    <a:pt x="1863572" y="91719"/>
                  </a:lnTo>
                  <a:lnTo>
                    <a:pt x="1857095" y="92290"/>
                  </a:lnTo>
                  <a:lnTo>
                    <a:pt x="1854022" y="92633"/>
                  </a:lnTo>
                  <a:lnTo>
                    <a:pt x="1859165" y="90385"/>
                  </a:lnTo>
                  <a:lnTo>
                    <a:pt x="1864144" y="87337"/>
                  </a:lnTo>
                  <a:lnTo>
                    <a:pt x="1866811" y="85725"/>
                  </a:lnTo>
                  <a:lnTo>
                    <a:pt x="1873516" y="80149"/>
                  </a:lnTo>
                  <a:lnTo>
                    <a:pt x="1878520" y="74002"/>
                  </a:lnTo>
                  <a:lnTo>
                    <a:pt x="1880539" y="69862"/>
                  </a:lnTo>
                  <a:lnTo>
                    <a:pt x="1903704" y="69862"/>
                  </a:lnTo>
                  <a:lnTo>
                    <a:pt x="1903704" y="62712"/>
                  </a:lnTo>
                  <a:lnTo>
                    <a:pt x="1882787" y="62712"/>
                  </a:lnTo>
                  <a:lnTo>
                    <a:pt x="1883384" y="60007"/>
                  </a:lnTo>
                  <a:lnTo>
                    <a:pt x="1884146" y="51244"/>
                  </a:lnTo>
                  <a:lnTo>
                    <a:pt x="1881263" y="44284"/>
                  </a:lnTo>
                  <a:lnTo>
                    <a:pt x="1881187" y="44094"/>
                  </a:lnTo>
                  <a:lnTo>
                    <a:pt x="1875663" y="39522"/>
                  </a:lnTo>
                  <a:lnTo>
                    <a:pt x="1875663" y="48856"/>
                  </a:lnTo>
                  <a:lnTo>
                    <a:pt x="1875663" y="52476"/>
                  </a:lnTo>
                  <a:lnTo>
                    <a:pt x="1873669" y="56667"/>
                  </a:lnTo>
                  <a:lnTo>
                    <a:pt x="1869668" y="61429"/>
                  </a:lnTo>
                  <a:lnTo>
                    <a:pt x="1868182" y="62712"/>
                  </a:lnTo>
                  <a:lnTo>
                    <a:pt x="1859940" y="62712"/>
                  </a:lnTo>
                  <a:lnTo>
                    <a:pt x="1859940" y="69862"/>
                  </a:lnTo>
                  <a:lnTo>
                    <a:pt x="1854517" y="74574"/>
                  </a:lnTo>
                  <a:lnTo>
                    <a:pt x="1848802" y="78574"/>
                  </a:lnTo>
                  <a:lnTo>
                    <a:pt x="1843087" y="81724"/>
                  </a:lnTo>
                  <a:lnTo>
                    <a:pt x="1838274" y="83654"/>
                  </a:lnTo>
                  <a:lnTo>
                    <a:pt x="1838274" y="96545"/>
                  </a:lnTo>
                  <a:lnTo>
                    <a:pt x="1833194" y="98780"/>
                  </a:lnTo>
                  <a:lnTo>
                    <a:pt x="1825663" y="103441"/>
                  </a:lnTo>
                  <a:lnTo>
                    <a:pt x="1819084" y="108902"/>
                  </a:lnTo>
                  <a:lnTo>
                    <a:pt x="1819084" y="93916"/>
                  </a:lnTo>
                  <a:lnTo>
                    <a:pt x="1823377" y="96291"/>
                  </a:lnTo>
                  <a:lnTo>
                    <a:pt x="1829092" y="97434"/>
                  </a:lnTo>
                  <a:lnTo>
                    <a:pt x="1835378" y="96862"/>
                  </a:lnTo>
                  <a:lnTo>
                    <a:pt x="1838274" y="96545"/>
                  </a:lnTo>
                  <a:lnTo>
                    <a:pt x="1838274" y="83654"/>
                  </a:lnTo>
                  <a:lnTo>
                    <a:pt x="1831657" y="86296"/>
                  </a:lnTo>
                  <a:lnTo>
                    <a:pt x="1826806" y="87337"/>
                  </a:lnTo>
                  <a:lnTo>
                    <a:pt x="1822805" y="87147"/>
                  </a:lnTo>
                  <a:lnTo>
                    <a:pt x="1819084" y="86804"/>
                  </a:lnTo>
                  <a:lnTo>
                    <a:pt x="1819084" y="77724"/>
                  </a:lnTo>
                  <a:lnTo>
                    <a:pt x="1818106" y="77724"/>
                  </a:lnTo>
                  <a:lnTo>
                    <a:pt x="1818297" y="76936"/>
                  </a:lnTo>
                  <a:lnTo>
                    <a:pt x="1821370" y="71716"/>
                  </a:lnTo>
                  <a:lnTo>
                    <a:pt x="1823072" y="69862"/>
                  </a:lnTo>
                  <a:lnTo>
                    <a:pt x="1859940" y="69862"/>
                  </a:lnTo>
                  <a:lnTo>
                    <a:pt x="1859940" y="62712"/>
                  </a:lnTo>
                  <a:lnTo>
                    <a:pt x="1830781" y="62712"/>
                  </a:lnTo>
                  <a:lnTo>
                    <a:pt x="1837283" y="57429"/>
                  </a:lnTo>
                  <a:lnTo>
                    <a:pt x="1843087" y="53721"/>
                  </a:lnTo>
                  <a:lnTo>
                    <a:pt x="1850517" y="49720"/>
                  </a:lnTo>
                  <a:lnTo>
                    <a:pt x="1858137" y="45910"/>
                  </a:lnTo>
                  <a:lnTo>
                    <a:pt x="1864804" y="44284"/>
                  </a:lnTo>
                  <a:lnTo>
                    <a:pt x="1870519" y="44856"/>
                  </a:lnTo>
                  <a:lnTo>
                    <a:pt x="1873377" y="45237"/>
                  </a:lnTo>
                  <a:lnTo>
                    <a:pt x="1875091" y="46570"/>
                  </a:lnTo>
                  <a:lnTo>
                    <a:pt x="1875663" y="48856"/>
                  </a:lnTo>
                  <a:lnTo>
                    <a:pt x="1875663" y="39522"/>
                  </a:lnTo>
                  <a:lnTo>
                    <a:pt x="1874520" y="38569"/>
                  </a:lnTo>
                  <a:lnTo>
                    <a:pt x="1869376" y="35712"/>
                  </a:lnTo>
                  <a:lnTo>
                    <a:pt x="1863572" y="34569"/>
                  </a:lnTo>
                  <a:lnTo>
                    <a:pt x="1857095" y="35140"/>
                  </a:lnTo>
                  <a:lnTo>
                    <a:pt x="1819071" y="51752"/>
                  </a:lnTo>
                  <a:lnTo>
                    <a:pt x="1811820" y="62712"/>
                  </a:lnTo>
                  <a:lnTo>
                    <a:pt x="1792566" y="62712"/>
                  </a:lnTo>
                  <a:lnTo>
                    <a:pt x="1792566" y="69862"/>
                  </a:lnTo>
                  <a:lnTo>
                    <a:pt x="1809813" y="69862"/>
                  </a:lnTo>
                  <a:lnTo>
                    <a:pt x="1809369" y="72009"/>
                  </a:lnTo>
                  <a:lnTo>
                    <a:pt x="1808416" y="80772"/>
                  </a:lnTo>
                  <a:lnTo>
                    <a:pt x="1809089" y="82397"/>
                  </a:lnTo>
                  <a:lnTo>
                    <a:pt x="1809089" y="119862"/>
                  </a:lnTo>
                  <a:lnTo>
                    <a:pt x="1792566" y="119862"/>
                  </a:lnTo>
                  <a:lnTo>
                    <a:pt x="1792566" y="127012"/>
                  </a:lnTo>
                  <a:lnTo>
                    <a:pt x="1809089" y="127012"/>
                  </a:lnTo>
                  <a:lnTo>
                    <a:pt x="1809089" y="131737"/>
                  </a:lnTo>
                  <a:lnTo>
                    <a:pt x="1808416" y="137922"/>
                  </a:lnTo>
                  <a:lnTo>
                    <a:pt x="1809089" y="139547"/>
                  </a:lnTo>
                  <a:lnTo>
                    <a:pt x="1809089" y="180594"/>
                  </a:lnTo>
                  <a:lnTo>
                    <a:pt x="1809089" y="409194"/>
                  </a:lnTo>
                  <a:lnTo>
                    <a:pt x="1737652" y="409194"/>
                  </a:lnTo>
                  <a:lnTo>
                    <a:pt x="1737652" y="357759"/>
                  </a:lnTo>
                  <a:lnTo>
                    <a:pt x="1809089" y="357759"/>
                  </a:lnTo>
                  <a:lnTo>
                    <a:pt x="1809089" y="352044"/>
                  </a:lnTo>
                  <a:lnTo>
                    <a:pt x="1737652" y="352044"/>
                  </a:lnTo>
                  <a:lnTo>
                    <a:pt x="1737652" y="300609"/>
                  </a:lnTo>
                  <a:lnTo>
                    <a:pt x="1809089" y="300609"/>
                  </a:lnTo>
                  <a:lnTo>
                    <a:pt x="1809089" y="294894"/>
                  </a:lnTo>
                  <a:lnTo>
                    <a:pt x="1737652" y="294894"/>
                  </a:lnTo>
                  <a:lnTo>
                    <a:pt x="1737652" y="243459"/>
                  </a:lnTo>
                  <a:lnTo>
                    <a:pt x="1809089" y="243459"/>
                  </a:lnTo>
                  <a:lnTo>
                    <a:pt x="1809089" y="237744"/>
                  </a:lnTo>
                  <a:lnTo>
                    <a:pt x="1737652" y="237744"/>
                  </a:lnTo>
                  <a:lnTo>
                    <a:pt x="1737652" y="186309"/>
                  </a:lnTo>
                  <a:lnTo>
                    <a:pt x="1809089" y="186309"/>
                  </a:lnTo>
                  <a:lnTo>
                    <a:pt x="1809089" y="180594"/>
                  </a:lnTo>
                  <a:lnTo>
                    <a:pt x="1727644" y="180594"/>
                  </a:lnTo>
                  <a:lnTo>
                    <a:pt x="1727644" y="186309"/>
                  </a:lnTo>
                  <a:lnTo>
                    <a:pt x="1727644" y="237744"/>
                  </a:lnTo>
                  <a:lnTo>
                    <a:pt x="1727644" y="409194"/>
                  </a:lnTo>
                  <a:lnTo>
                    <a:pt x="1724952" y="409194"/>
                  </a:lnTo>
                  <a:lnTo>
                    <a:pt x="1719643" y="409194"/>
                  </a:lnTo>
                  <a:lnTo>
                    <a:pt x="1719643" y="357759"/>
                  </a:lnTo>
                  <a:lnTo>
                    <a:pt x="1724952" y="357759"/>
                  </a:lnTo>
                  <a:lnTo>
                    <a:pt x="1727644" y="357759"/>
                  </a:lnTo>
                  <a:lnTo>
                    <a:pt x="1727644" y="352044"/>
                  </a:lnTo>
                  <a:lnTo>
                    <a:pt x="1724952" y="352044"/>
                  </a:lnTo>
                  <a:lnTo>
                    <a:pt x="1719643" y="352044"/>
                  </a:lnTo>
                  <a:lnTo>
                    <a:pt x="1719643" y="300609"/>
                  </a:lnTo>
                  <a:lnTo>
                    <a:pt x="1724952" y="300609"/>
                  </a:lnTo>
                  <a:lnTo>
                    <a:pt x="1727644" y="300609"/>
                  </a:lnTo>
                  <a:lnTo>
                    <a:pt x="1727644" y="294894"/>
                  </a:lnTo>
                  <a:lnTo>
                    <a:pt x="1724952" y="294894"/>
                  </a:lnTo>
                  <a:lnTo>
                    <a:pt x="1719643" y="294894"/>
                  </a:lnTo>
                  <a:lnTo>
                    <a:pt x="1719643" y="243459"/>
                  </a:lnTo>
                  <a:lnTo>
                    <a:pt x="1724952" y="243459"/>
                  </a:lnTo>
                  <a:lnTo>
                    <a:pt x="1727644" y="243459"/>
                  </a:lnTo>
                  <a:lnTo>
                    <a:pt x="1727644" y="237744"/>
                  </a:lnTo>
                  <a:lnTo>
                    <a:pt x="1724952" y="237744"/>
                  </a:lnTo>
                  <a:lnTo>
                    <a:pt x="1719643" y="237744"/>
                  </a:lnTo>
                  <a:lnTo>
                    <a:pt x="1719643" y="186309"/>
                  </a:lnTo>
                  <a:lnTo>
                    <a:pt x="1724952" y="186309"/>
                  </a:lnTo>
                  <a:lnTo>
                    <a:pt x="1727644" y="186309"/>
                  </a:lnTo>
                  <a:lnTo>
                    <a:pt x="1727644" y="180594"/>
                  </a:lnTo>
                  <a:lnTo>
                    <a:pt x="1724952" y="180594"/>
                  </a:lnTo>
                  <a:lnTo>
                    <a:pt x="1709648" y="180594"/>
                  </a:lnTo>
                  <a:lnTo>
                    <a:pt x="1709648" y="409194"/>
                  </a:lnTo>
                  <a:lnTo>
                    <a:pt x="406463" y="409194"/>
                  </a:lnTo>
                  <a:lnTo>
                    <a:pt x="382651" y="384429"/>
                  </a:lnTo>
                  <a:lnTo>
                    <a:pt x="380314" y="383616"/>
                  </a:lnTo>
                  <a:lnTo>
                    <a:pt x="378650" y="383209"/>
                  </a:lnTo>
                  <a:lnTo>
                    <a:pt x="378650" y="426529"/>
                  </a:lnTo>
                  <a:lnTo>
                    <a:pt x="374459" y="432816"/>
                  </a:lnTo>
                  <a:lnTo>
                    <a:pt x="365315" y="433197"/>
                  </a:lnTo>
                  <a:lnTo>
                    <a:pt x="359219" y="433959"/>
                  </a:lnTo>
                  <a:lnTo>
                    <a:pt x="353885" y="431673"/>
                  </a:lnTo>
                  <a:lnTo>
                    <a:pt x="349313" y="426339"/>
                  </a:lnTo>
                  <a:lnTo>
                    <a:pt x="344741" y="420624"/>
                  </a:lnTo>
                  <a:lnTo>
                    <a:pt x="342684" y="414909"/>
                  </a:lnTo>
                  <a:lnTo>
                    <a:pt x="377913" y="414909"/>
                  </a:lnTo>
                  <a:lnTo>
                    <a:pt x="378650" y="426529"/>
                  </a:lnTo>
                  <a:lnTo>
                    <a:pt x="378650" y="383209"/>
                  </a:lnTo>
                  <a:lnTo>
                    <a:pt x="377469" y="382930"/>
                  </a:lnTo>
                  <a:lnTo>
                    <a:pt x="377469" y="409194"/>
                  </a:lnTo>
                  <a:lnTo>
                    <a:pt x="341731" y="409194"/>
                  </a:lnTo>
                  <a:lnTo>
                    <a:pt x="341312" y="404050"/>
                  </a:lnTo>
                  <a:lnTo>
                    <a:pt x="340931" y="397573"/>
                  </a:lnTo>
                  <a:lnTo>
                    <a:pt x="340956" y="397383"/>
                  </a:lnTo>
                  <a:lnTo>
                    <a:pt x="359981" y="384429"/>
                  </a:lnTo>
                  <a:lnTo>
                    <a:pt x="365315" y="386715"/>
                  </a:lnTo>
                  <a:lnTo>
                    <a:pt x="374459" y="397383"/>
                  </a:lnTo>
                  <a:lnTo>
                    <a:pt x="374523" y="397573"/>
                  </a:lnTo>
                  <a:lnTo>
                    <a:pt x="377126" y="404812"/>
                  </a:lnTo>
                  <a:lnTo>
                    <a:pt x="377469" y="409194"/>
                  </a:lnTo>
                  <a:lnTo>
                    <a:pt x="377469" y="382930"/>
                  </a:lnTo>
                  <a:lnTo>
                    <a:pt x="372745" y="381762"/>
                  </a:lnTo>
                  <a:lnTo>
                    <a:pt x="365455" y="380758"/>
                  </a:lnTo>
                  <a:lnTo>
                    <a:pt x="358457" y="380619"/>
                  </a:lnTo>
                  <a:lnTo>
                    <a:pt x="351701" y="380758"/>
                  </a:lnTo>
                  <a:lnTo>
                    <a:pt x="314198" y="401548"/>
                  </a:lnTo>
                  <a:lnTo>
                    <a:pt x="312737" y="409194"/>
                  </a:lnTo>
                  <a:lnTo>
                    <a:pt x="270687" y="409194"/>
                  </a:lnTo>
                  <a:lnTo>
                    <a:pt x="271284" y="407898"/>
                  </a:lnTo>
                  <a:lnTo>
                    <a:pt x="272732" y="400329"/>
                  </a:lnTo>
                  <a:lnTo>
                    <a:pt x="272542" y="393090"/>
                  </a:lnTo>
                  <a:lnTo>
                    <a:pt x="272440" y="392887"/>
                  </a:lnTo>
                  <a:lnTo>
                    <a:pt x="272440" y="357759"/>
                  </a:lnTo>
                  <a:lnTo>
                    <a:pt x="576745" y="357759"/>
                  </a:lnTo>
                  <a:lnTo>
                    <a:pt x="576237" y="360324"/>
                  </a:lnTo>
                  <a:lnTo>
                    <a:pt x="576427" y="366801"/>
                  </a:lnTo>
                  <a:lnTo>
                    <a:pt x="601383" y="381762"/>
                  </a:lnTo>
                  <a:lnTo>
                    <a:pt x="609866" y="380809"/>
                  </a:lnTo>
                  <a:lnTo>
                    <a:pt x="645883" y="357759"/>
                  </a:lnTo>
                  <a:lnTo>
                    <a:pt x="1709648" y="357759"/>
                  </a:lnTo>
                  <a:lnTo>
                    <a:pt x="1709648" y="352044"/>
                  </a:lnTo>
                  <a:lnTo>
                    <a:pt x="988364" y="352044"/>
                  </a:lnTo>
                  <a:lnTo>
                    <a:pt x="995972" y="349973"/>
                  </a:lnTo>
                  <a:lnTo>
                    <a:pt x="1026883" y="322173"/>
                  </a:lnTo>
                  <a:lnTo>
                    <a:pt x="1028331" y="314604"/>
                  </a:lnTo>
                  <a:lnTo>
                    <a:pt x="1028141" y="307365"/>
                  </a:lnTo>
                  <a:lnTo>
                    <a:pt x="1028052" y="307187"/>
                  </a:lnTo>
                  <a:lnTo>
                    <a:pt x="1028052" y="300609"/>
                  </a:lnTo>
                  <a:lnTo>
                    <a:pt x="1332344" y="300609"/>
                  </a:lnTo>
                  <a:lnTo>
                    <a:pt x="1331836" y="303174"/>
                  </a:lnTo>
                  <a:lnTo>
                    <a:pt x="1332026" y="309651"/>
                  </a:lnTo>
                  <a:lnTo>
                    <a:pt x="1356982" y="324612"/>
                  </a:lnTo>
                  <a:lnTo>
                    <a:pt x="1365465" y="323659"/>
                  </a:lnTo>
                  <a:lnTo>
                    <a:pt x="1401495" y="300609"/>
                  </a:lnTo>
                  <a:lnTo>
                    <a:pt x="1709648" y="300609"/>
                  </a:lnTo>
                  <a:lnTo>
                    <a:pt x="1709648" y="294894"/>
                  </a:lnTo>
                  <a:lnTo>
                    <a:pt x="1404086" y="294894"/>
                  </a:lnTo>
                  <a:lnTo>
                    <a:pt x="1404683" y="293598"/>
                  </a:lnTo>
                  <a:lnTo>
                    <a:pt x="1406131" y="286029"/>
                  </a:lnTo>
                  <a:lnTo>
                    <a:pt x="1405940" y="278790"/>
                  </a:lnTo>
                  <a:lnTo>
                    <a:pt x="1405851" y="278612"/>
                  </a:lnTo>
                  <a:lnTo>
                    <a:pt x="1405851" y="243459"/>
                  </a:lnTo>
                  <a:lnTo>
                    <a:pt x="1709648" y="243459"/>
                  </a:lnTo>
                  <a:lnTo>
                    <a:pt x="1709648" y="237744"/>
                  </a:lnTo>
                  <a:lnTo>
                    <a:pt x="1405851" y="237744"/>
                  </a:lnTo>
                  <a:lnTo>
                    <a:pt x="1405851" y="186309"/>
                  </a:lnTo>
                  <a:lnTo>
                    <a:pt x="1709648" y="186309"/>
                  </a:lnTo>
                  <a:lnTo>
                    <a:pt x="1709648" y="180594"/>
                  </a:lnTo>
                  <a:lnTo>
                    <a:pt x="1405851" y="180594"/>
                  </a:lnTo>
                  <a:lnTo>
                    <a:pt x="1405851" y="94869"/>
                  </a:lnTo>
                  <a:lnTo>
                    <a:pt x="1395844" y="94869"/>
                  </a:lnTo>
                  <a:lnTo>
                    <a:pt x="1395844" y="180594"/>
                  </a:lnTo>
                  <a:lnTo>
                    <a:pt x="1395844" y="186309"/>
                  </a:lnTo>
                  <a:lnTo>
                    <a:pt x="1395844" y="237744"/>
                  </a:lnTo>
                  <a:lnTo>
                    <a:pt x="1395844" y="243459"/>
                  </a:lnTo>
                  <a:lnTo>
                    <a:pt x="1395844" y="268287"/>
                  </a:lnTo>
                  <a:lnTo>
                    <a:pt x="1393850" y="266700"/>
                  </a:lnTo>
                  <a:lnTo>
                    <a:pt x="1387373" y="264985"/>
                  </a:lnTo>
                  <a:lnTo>
                    <a:pt x="1378991" y="265176"/>
                  </a:lnTo>
                  <a:lnTo>
                    <a:pt x="1371053" y="266141"/>
                  </a:lnTo>
                  <a:lnTo>
                    <a:pt x="1336484" y="289242"/>
                  </a:lnTo>
                  <a:lnTo>
                    <a:pt x="1333792" y="294894"/>
                  </a:lnTo>
                  <a:lnTo>
                    <a:pt x="1028052" y="294894"/>
                  </a:lnTo>
                  <a:lnTo>
                    <a:pt x="1028052" y="243459"/>
                  </a:lnTo>
                  <a:lnTo>
                    <a:pt x="1395844" y="243459"/>
                  </a:lnTo>
                  <a:lnTo>
                    <a:pt x="1395844" y="237744"/>
                  </a:lnTo>
                  <a:lnTo>
                    <a:pt x="1028052" y="237744"/>
                  </a:lnTo>
                  <a:lnTo>
                    <a:pt x="1028052" y="186309"/>
                  </a:lnTo>
                  <a:lnTo>
                    <a:pt x="1395844" y="186309"/>
                  </a:lnTo>
                  <a:lnTo>
                    <a:pt x="1395844" y="180594"/>
                  </a:lnTo>
                  <a:lnTo>
                    <a:pt x="1028052" y="180594"/>
                  </a:lnTo>
                  <a:lnTo>
                    <a:pt x="1028052" y="123444"/>
                  </a:lnTo>
                  <a:lnTo>
                    <a:pt x="1018044" y="123444"/>
                  </a:lnTo>
                  <a:lnTo>
                    <a:pt x="1018044" y="294894"/>
                  </a:lnTo>
                  <a:lnTo>
                    <a:pt x="1014603" y="294894"/>
                  </a:lnTo>
                  <a:lnTo>
                    <a:pt x="1009573" y="293560"/>
                  </a:lnTo>
                  <a:lnTo>
                    <a:pt x="1001191" y="293751"/>
                  </a:lnTo>
                  <a:lnTo>
                    <a:pt x="993254" y="294716"/>
                  </a:lnTo>
                  <a:lnTo>
                    <a:pt x="992644" y="294894"/>
                  </a:lnTo>
                  <a:lnTo>
                    <a:pt x="978027" y="294894"/>
                  </a:lnTo>
                  <a:lnTo>
                    <a:pt x="978027" y="300609"/>
                  </a:lnTo>
                  <a:lnTo>
                    <a:pt x="977823" y="300710"/>
                  </a:lnTo>
                  <a:lnTo>
                    <a:pt x="970330" y="305752"/>
                  </a:lnTo>
                  <a:lnTo>
                    <a:pt x="963625" y="311556"/>
                  </a:lnTo>
                  <a:lnTo>
                    <a:pt x="958684" y="317817"/>
                  </a:lnTo>
                  <a:lnTo>
                    <a:pt x="955484" y="324561"/>
                  </a:lnTo>
                  <a:lnTo>
                    <a:pt x="954036" y="331749"/>
                  </a:lnTo>
                  <a:lnTo>
                    <a:pt x="954227" y="338226"/>
                  </a:lnTo>
                  <a:lnTo>
                    <a:pt x="956703" y="343471"/>
                  </a:lnTo>
                  <a:lnTo>
                    <a:pt x="961466" y="347472"/>
                  </a:lnTo>
                  <a:lnTo>
                    <a:pt x="966038" y="351091"/>
                  </a:lnTo>
                  <a:lnTo>
                    <a:pt x="968984" y="352044"/>
                  </a:lnTo>
                  <a:lnTo>
                    <a:pt x="648487" y="352044"/>
                  </a:lnTo>
                  <a:lnTo>
                    <a:pt x="649084" y="350748"/>
                  </a:lnTo>
                  <a:lnTo>
                    <a:pt x="650532" y="343179"/>
                  </a:lnTo>
                  <a:lnTo>
                    <a:pt x="650341" y="335940"/>
                  </a:lnTo>
                  <a:lnTo>
                    <a:pt x="650240" y="335737"/>
                  </a:lnTo>
                  <a:lnTo>
                    <a:pt x="650240" y="300609"/>
                  </a:lnTo>
                  <a:lnTo>
                    <a:pt x="978027" y="300609"/>
                  </a:lnTo>
                  <a:lnTo>
                    <a:pt x="978027" y="294894"/>
                  </a:lnTo>
                  <a:lnTo>
                    <a:pt x="650240" y="294894"/>
                  </a:lnTo>
                  <a:lnTo>
                    <a:pt x="650240" y="243459"/>
                  </a:lnTo>
                  <a:lnTo>
                    <a:pt x="1018044" y="243459"/>
                  </a:lnTo>
                  <a:lnTo>
                    <a:pt x="1018044" y="237744"/>
                  </a:lnTo>
                  <a:lnTo>
                    <a:pt x="650240" y="237744"/>
                  </a:lnTo>
                  <a:lnTo>
                    <a:pt x="650240" y="186309"/>
                  </a:lnTo>
                  <a:lnTo>
                    <a:pt x="1018044" y="186309"/>
                  </a:lnTo>
                  <a:lnTo>
                    <a:pt x="1018044" y="180594"/>
                  </a:lnTo>
                  <a:lnTo>
                    <a:pt x="650240" y="180594"/>
                  </a:lnTo>
                  <a:lnTo>
                    <a:pt x="650240" y="152019"/>
                  </a:lnTo>
                  <a:lnTo>
                    <a:pt x="640245" y="152019"/>
                  </a:lnTo>
                  <a:lnTo>
                    <a:pt x="640245" y="180594"/>
                  </a:lnTo>
                  <a:lnTo>
                    <a:pt x="0" y="180594"/>
                  </a:lnTo>
                  <a:lnTo>
                    <a:pt x="0" y="186309"/>
                  </a:lnTo>
                  <a:lnTo>
                    <a:pt x="640245" y="186309"/>
                  </a:lnTo>
                  <a:lnTo>
                    <a:pt x="640245" y="237744"/>
                  </a:lnTo>
                  <a:lnTo>
                    <a:pt x="640245" y="243459"/>
                  </a:lnTo>
                  <a:lnTo>
                    <a:pt x="640245" y="294894"/>
                  </a:lnTo>
                  <a:lnTo>
                    <a:pt x="640245" y="300609"/>
                  </a:lnTo>
                  <a:lnTo>
                    <a:pt x="640245" y="325450"/>
                  </a:lnTo>
                  <a:lnTo>
                    <a:pt x="638238" y="323850"/>
                  </a:lnTo>
                  <a:lnTo>
                    <a:pt x="631761" y="322135"/>
                  </a:lnTo>
                  <a:lnTo>
                    <a:pt x="623379" y="322326"/>
                  </a:lnTo>
                  <a:lnTo>
                    <a:pt x="615454" y="323291"/>
                  </a:lnTo>
                  <a:lnTo>
                    <a:pt x="580872" y="346392"/>
                  </a:lnTo>
                  <a:lnTo>
                    <a:pt x="578192" y="352044"/>
                  </a:lnTo>
                  <a:lnTo>
                    <a:pt x="360172" y="352044"/>
                  </a:lnTo>
                  <a:lnTo>
                    <a:pt x="272440" y="352044"/>
                  </a:lnTo>
                  <a:lnTo>
                    <a:pt x="272440" y="300609"/>
                  </a:lnTo>
                  <a:lnTo>
                    <a:pt x="329311" y="300609"/>
                  </a:lnTo>
                  <a:lnTo>
                    <a:pt x="322478" y="304393"/>
                  </a:lnTo>
                  <a:lnTo>
                    <a:pt x="317449" y="309460"/>
                  </a:lnTo>
                  <a:lnTo>
                    <a:pt x="314198" y="315823"/>
                  </a:lnTo>
                  <a:lnTo>
                    <a:pt x="312737" y="323469"/>
                  </a:lnTo>
                  <a:lnTo>
                    <a:pt x="314477" y="331114"/>
                  </a:lnTo>
                  <a:lnTo>
                    <a:pt x="353161" y="351891"/>
                  </a:lnTo>
                  <a:lnTo>
                    <a:pt x="360172" y="352044"/>
                  </a:lnTo>
                  <a:lnTo>
                    <a:pt x="367131" y="351891"/>
                  </a:lnTo>
                  <a:lnTo>
                    <a:pt x="404964" y="331114"/>
                  </a:lnTo>
                  <a:lnTo>
                    <a:pt x="406463" y="323469"/>
                  </a:lnTo>
                  <a:lnTo>
                    <a:pt x="404672" y="315823"/>
                  </a:lnTo>
                  <a:lnTo>
                    <a:pt x="401027" y="309460"/>
                  </a:lnTo>
                  <a:lnTo>
                    <a:pt x="395528" y="304393"/>
                  </a:lnTo>
                  <a:lnTo>
                    <a:pt x="388175" y="300609"/>
                  </a:lnTo>
                  <a:lnTo>
                    <a:pt x="640245" y="300609"/>
                  </a:lnTo>
                  <a:lnTo>
                    <a:pt x="640245" y="294894"/>
                  </a:lnTo>
                  <a:lnTo>
                    <a:pt x="378650" y="294894"/>
                  </a:lnTo>
                  <a:lnTo>
                    <a:pt x="378650" y="340804"/>
                  </a:lnTo>
                  <a:lnTo>
                    <a:pt x="374459" y="347091"/>
                  </a:lnTo>
                  <a:lnTo>
                    <a:pt x="365315" y="347472"/>
                  </a:lnTo>
                  <a:lnTo>
                    <a:pt x="359219" y="348234"/>
                  </a:lnTo>
                  <a:lnTo>
                    <a:pt x="353885" y="345948"/>
                  </a:lnTo>
                  <a:lnTo>
                    <a:pt x="340931" y="311848"/>
                  </a:lnTo>
                  <a:lnTo>
                    <a:pt x="340956" y="311658"/>
                  </a:lnTo>
                  <a:lnTo>
                    <a:pt x="341693" y="307276"/>
                  </a:lnTo>
                  <a:lnTo>
                    <a:pt x="343598" y="304609"/>
                  </a:lnTo>
                  <a:lnTo>
                    <a:pt x="345884" y="301942"/>
                  </a:lnTo>
                  <a:lnTo>
                    <a:pt x="348551" y="300609"/>
                  </a:lnTo>
                  <a:lnTo>
                    <a:pt x="364426" y="300609"/>
                  </a:lnTo>
                  <a:lnTo>
                    <a:pt x="365315" y="300990"/>
                  </a:lnTo>
                  <a:lnTo>
                    <a:pt x="374459" y="311658"/>
                  </a:lnTo>
                  <a:lnTo>
                    <a:pt x="374523" y="311848"/>
                  </a:lnTo>
                  <a:lnTo>
                    <a:pt x="377126" y="319087"/>
                  </a:lnTo>
                  <a:lnTo>
                    <a:pt x="377888" y="328612"/>
                  </a:lnTo>
                  <a:lnTo>
                    <a:pt x="378650" y="340804"/>
                  </a:lnTo>
                  <a:lnTo>
                    <a:pt x="378650" y="294894"/>
                  </a:lnTo>
                  <a:lnTo>
                    <a:pt x="358457" y="294894"/>
                  </a:lnTo>
                  <a:lnTo>
                    <a:pt x="272440" y="294894"/>
                  </a:lnTo>
                  <a:lnTo>
                    <a:pt x="272440" y="243459"/>
                  </a:lnTo>
                  <a:lnTo>
                    <a:pt x="640245" y="243459"/>
                  </a:lnTo>
                  <a:lnTo>
                    <a:pt x="640245" y="237744"/>
                  </a:lnTo>
                  <a:lnTo>
                    <a:pt x="272440" y="237744"/>
                  </a:lnTo>
                  <a:lnTo>
                    <a:pt x="272440" y="209169"/>
                  </a:lnTo>
                  <a:lnTo>
                    <a:pt x="262445" y="209169"/>
                  </a:lnTo>
                  <a:lnTo>
                    <a:pt x="262445" y="237744"/>
                  </a:lnTo>
                  <a:lnTo>
                    <a:pt x="0" y="237744"/>
                  </a:lnTo>
                  <a:lnTo>
                    <a:pt x="0" y="243459"/>
                  </a:lnTo>
                  <a:lnTo>
                    <a:pt x="262445" y="243459"/>
                  </a:lnTo>
                  <a:lnTo>
                    <a:pt x="262445" y="294894"/>
                  </a:lnTo>
                  <a:lnTo>
                    <a:pt x="262445" y="300609"/>
                  </a:lnTo>
                  <a:lnTo>
                    <a:pt x="262445" y="352044"/>
                  </a:lnTo>
                  <a:lnTo>
                    <a:pt x="262445" y="357759"/>
                  </a:lnTo>
                  <a:lnTo>
                    <a:pt x="262445" y="382600"/>
                  </a:lnTo>
                  <a:lnTo>
                    <a:pt x="260438" y="381000"/>
                  </a:lnTo>
                  <a:lnTo>
                    <a:pt x="253961" y="379285"/>
                  </a:lnTo>
                  <a:lnTo>
                    <a:pt x="245579" y="379476"/>
                  </a:lnTo>
                  <a:lnTo>
                    <a:pt x="237655" y="380441"/>
                  </a:lnTo>
                  <a:lnTo>
                    <a:pt x="203073" y="403542"/>
                  </a:lnTo>
                  <a:lnTo>
                    <a:pt x="200393" y="409194"/>
                  </a:lnTo>
                  <a:lnTo>
                    <a:pt x="155752" y="409194"/>
                  </a:lnTo>
                  <a:lnTo>
                    <a:pt x="154520" y="406717"/>
                  </a:lnTo>
                  <a:lnTo>
                    <a:pt x="151853" y="403479"/>
                  </a:lnTo>
                  <a:lnTo>
                    <a:pt x="143852" y="394906"/>
                  </a:lnTo>
                  <a:lnTo>
                    <a:pt x="140804" y="390906"/>
                  </a:lnTo>
                  <a:lnTo>
                    <a:pt x="139090" y="387375"/>
                  </a:lnTo>
                  <a:lnTo>
                    <a:pt x="138709" y="384327"/>
                  </a:lnTo>
                  <a:lnTo>
                    <a:pt x="139661" y="379183"/>
                  </a:lnTo>
                  <a:lnTo>
                    <a:pt x="142621" y="374802"/>
                  </a:lnTo>
                  <a:lnTo>
                    <a:pt x="147574" y="371182"/>
                  </a:lnTo>
                  <a:lnTo>
                    <a:pt x="153098" y="366991"/>
                  </a:lnTo>
                  <a:lnTo>
                    <a:pt x="156235" y="362140"/>
                  </a:lnTo>
                  <a:lnTo>
                    <a:pt x="156832" y="357759"/>
                  </a:lnTo>
                  <a:lnTo>
                    <a:pt x="262445" y="357759"/>
                  </a:lnTo>
                  <a:lnTo>
                    <a:pt x="262445" y="352044"/>
                  </a:lnTo>
                  <a:lnTo>
                    <a:pt x="155752" y="352044"/>
                  </a:lnTo>
                  <a:lnTo>
                    <a:pt x="154520" y="349567"/>
                  </a:lnTo>
                  <a:lnTo>
                    <a:pt x="151853" y="346329"/>
                  </a:lnTo>
                  <a:lnTo>
                    <a:pt x="143852" y="337756"/>
                  </a:lnTo>
                  <a:lnTo>
                    <a:pt x="140804" y="333756"/>
                  </a:lnTo>
                  <a:lnTo>
                    <a:pt x="139090" y="330225"/>
                  </a:lnTo>
                  <a:lnTo>
                    <a:pt x="138709" y="327177"/>
                  </a:lnTo>
                  <a:lnTo>
                    <a:pt x="139661" y="322033"/>
                  </a:lnTo>
                  <a:lnTo>
                    <a:pt x="142621" y="317652"/>
                  </a:lnTo>
                  <a:lnTo>
                    <a:pt x="147574" y="314032"/>
                  </a:lnTo>
                  <a:lnTo>
                    <a:pt x="153098" y="309841"/>
                  </a:lnTo>
                  <a:lnTo>
                    <a:pt x="156235" y="304990"/>
                  </a:lnTo>
                  <a:lnTo>
                    <a:pt x="156832" y="300609"/>
                  </a:lnTo>
                  <a:lnTo>
                    <a:pt x="262445" y="300609"/>
                  </a:lnTo>
                  <a:lnTo>
                    <a:pt x="262445" y="294894"/>
                  </a:lnTo>
                  <a:lnTo>
                    <a:pt x="155752" y="294894"/>
                  </a:lnTo>
                  <a:lnTo>
                    <a:pt x="154520" y="292417"/>
                  </a:lnTo>
                  <a:lnTo>
                    <a:pt x="151853" y="289179"/>
                  </a:lnTo>
                  <a:lnTo>
                    <a:pt x="143852" y="280606"/>
                  </a:lnTo>
                  <a:lnTo>
                    <a:pt x="139852" y="280606"/>
                  </a:lnTo>
                  <a:lnTo>
                    <a:pt x="142709" y="283464"/>
                  </a:lnTo>
                  <a:lnTo>
                    <a:pt x="144526" y="287083"/>
                  </a:lnTo>
                  <a:lnTo>
                    <a:pt x="145288" y="291465"/>
                  </a:lnTo>
                  <a:lnTo>
                    <a:pt x="144627" y="294894"/>
                  </a:lnTo>
                  <a:lnTo>
                    <a:pt x="0" y="294894"/>
                  </a:lnTo>
                  <a:lnTo>
                    <a:pt x="0" y="300609"/>
                  </a:lnTo>
                  <a:lnTo>
                    <a:pt x="141503" y="300609"/>
                  </a:lnTo>
                  <a:lnTo>
                    <a:pt x="141376" y="300799"/>
                  </a:lnTo>
                  <a:lnTo>
                    <a:pt x="136423" y="304609"/>
                  </a:lnTo>
                  <a:lnTo>
                    <a:pt x="130898" y="308419"/>
                  </a:lnTo>
                  <a:lnTo>
                    <a:pt x="127762" y="313182"/>
                  </a:lnTo>
                  <a:lnTo>
                    <a:pt x="127000" y="318897"/>
                  </a:lnTo>
                  <a:lnTo>
                    <a:pt x="127762" y="322516"/>
                  </a:lnTo>
                  <a:lnTo>
                    <a:pt x="129476" y="325945"/>
                  </a:lnTo>
                  <a:lnTo>
                    <a:pt x="132143" y="329184"/>
                  </a:lnTo>
                  <a:lnTo>
                    <a:pt x="139852" y="337756"/>
                  </a:lnTo>
                  <a:lnTo>
                    <a:pt x="142709" y="340614"/>
                  </a:lnTo>
                  <a:lnTo>
                    <a:pt x="144526" y="344233"/>
                  </a:lnTo>
                  <a:lnTo>
                    <a:pt x="145288" y="348615"/>
                  </a:lnTo>
                  <a:lnTo>
                    <a:pt x="144627" y="352044"/>
                  </a:lnTo>
                  <a:lnTo>
                    <a:pt x="0" y="352044"/>
                  </a:lnTo>
                  <a:lnTo>
                    <a:pt x="0" y="357759"/>
                  </a:lnTo>
                  <a:lnTo>
                    <a:pt x="141503" y="357759"/>
                  </a:lnTo>
                  <a:lnTo>
                    <a:pt x="141376" y="357949"/>
                  </a:lnTo>
                  <a:lnTo>
                    <a:pt x="136423" y="361759"/>
                  </a:lnTo>
                  <a:lnTo>
                    <a:pt x="130898" y="365569"/>
                  </a:lnTo>
                  <a:lnTo>
                    <a:pt x="127762" y="370332"/>
                  </a:lnTo>
                  <a:lnTo>
                    <a:pt x="127000" y="376047"/>
                  </a:lnTo>
                  <a:lnTo>
                    <a:pt x="127762" y="379666"/>
                  </a:lnTo>
                  <a:lnTo>
                    <a:pt x="129476" y="383095"/>
                  </a:lnTo>
                  <a:lnTo>
                    <a:pt x="132143" y="386334"/>
                  </a:lnTo>
                  <a:lnTo>
                    <a:pt x="139852" y="394906"/>
                  </a:lnTo>
                  <a:lnTo>
                    <a:pt x="142709" y="397764"/>
                  </a:lnTo>
                  <a:lnTo>
                    <a:pt x="144526" y="401383"/>
                  </a:lnTo>
                  <a:lnTo>
                    <a:pt x="145288" y="405765"/>
                  </a:lnTo>
                  <a:lnTo>
                    <a:pt x="144627" y="409194"/>
                  </a:lnTo>
                  <a:lnTo>
                    <a:pt x="0" y="409194"/>
                  </a:lnTo>
                  <a:lnTo>
                    <a:pt x="0" y="414909"/>
                  </a:lnTo>
                  <a:lnTo>
                    <a:pt x="141503" y="414909"/>
                  </a:lnTo>
                  <a:lnTo>
                    <a:pt x="141376" y="415099"/>
                  </a:lnTo>
                  <a:lnTo>
                    <a:pt x="136423" y="418909"/>
                  </a:lnTo>
                  <a:lnTo>
                    <a:pt x="130898" y="422719"/>
                  </a:lnTo>
                  <a:lnTo>
                    <a:pt x="127762" y="427482"/>
                  </a:lnTo>
                  <a:lnTo>
                    <a:pt x="127000" y="433197"/>
                  </a:lnTo>
                  <a:lnTo>
                    <a:pt x="127762" y="436816"/>
                  </a:lnTo>
                  <a:lnTo>
                    <a:pt x="129476" y="440245"/>
                  </a:lnTo>
                  <a:lnTo>
                    <a:pt x="132143" y="443484"/>
                  </a:lnTo>
                  <a:lnTo>
                    <a:pt x="139852" y="452056"/>
                  </a:lnTo>
                  <a:lnTo>
                    <a:pt x="142709" y="454914"/>
                  </a:lnTo>
                  <a:lnTo>
                    <a:pt x="144526" y="458533"/>
                  </a:lnTo>
                  <a:lnTo>
                    <a:pt x="130898" y="479869"/>
                  </a:lnTo>
                  <a:lnTo>
                    <a:pt x="127762" y="484632"/>
                  </a:lnTo>
                  <a:lnTo>
                    <a:pt x="127000" y="490347"/>
                  </a:lnTo>
                  <a:lnTo>
                    <a:pt x="127762" y="493966"/>
                  </a:lnTo>
                  <a:lnTo>
                    <a:pt x="129476" y="497395"/>
                  </a:lnTo>
                  <a:lnTo>
                    <a:pt x="132143" y="500634"/>
                  </a:lnTo>
                  <a:lnTo>
                    <a:pt x="139852" y="509206"/>
                  </a:lnTo>
                  <a:lnTo>
                    <a:pt x="142709" y="512064"/>
                  </a:lnTo>
                  <a:lnTo>
                    <a:pt x="144526" y="515683"/>
                  </a:lnTo>
                  <a:lnTo>
                    <a:pt x="130898" y="537019"/>
                  </a:lnTo>
                  <a:lnTo>
                    <a:pt x="127762" y="541782"/>
                  </a:lnTo>
                  <a:lnTo>
                    <a:pt x="127000" y="547497"/>
                  </a:lnTo>
                  <a:lnTo>
                    <a:pt x="127762" y="551116"/>
                  </a:lnTo>
                  <a:lnTo>
                    <a:pt x="129476" y="554545"/>
                  </a:lnTo>
                  <a:lnTo>
                    <a:pt x="132143" y="557784"/>
                  </a:lnTo>
                  <a:lnTo>
                    <a:pt x="139852" y="566356"/>
                  </a:lnTo>
                  <a:lnTo>
                    <a:pt x="143852" y="566356"/>
                  </a:lnTo>
                  <a:lnTo>
                    <a:pt x="140804" y="562356"/>
                  </a:lnTo>
                  <a:lnTo>
                    <a:pt x="139090" y="558825"/>
                  </a:lnTo>
                  <a:lnTo>
                    <a:pt x="138709" y="555777"/>
                  </a:lnTo>
                  <a:lnTo>
                    <a:pt x="139661" y="550633"/>
                  </a:lnTo>
                  <a:lnTo>
                    <a:pt x="142621" y="546252"/>
                  </a:lnTo>
                  <a:lnTo>
                    <a:pt x="147574" y="542632"/>
                  </a:lnTo>
                  <a:lnTo>
                    <a:pt x="153098" y="538441"/>
                  </a:lnTo>
                  <a:lnTo>
                    <a:pt x="156235" y="533590"/>
                  </a:lnTo>
                  <a:lnTo>
                    <a:pt x="156997" y="528066"/>
                  </a:lnTo>
                  <a:lnTo>
                    <a:pt x="156235" y="524446"/>
                  </a:lnTo>
                  <a:lnTo>
                    <a:pt x="154520" y="521017"/>
                  </a:lnTo>
                  <a:lnTo>
                    <a:pt x="151853" y="517779"/>
                  </a:lnTo>
                  <a:lnTo>
                    <a:pt x="143852" y="509206"/>
                  </a:lnTo>
                  <a:lnTo>
                    <a:pt x="140804" y="505206"/>
                  </a:lnTo>
                  <a:lnTo>
                    <a:pt x="139090" y="501675"/>
                  </a:lnTo>
                  <a:lnTo>
                    <a:pt x="138709" y="498627"/>
                  </a:lnTo>
                  <a:lnTo>
                    <a:pt x="139661" y="493483"/>
                  </a:lnTo>
                  <a:lnTo>
                    <a:pt x="142621" y="489102"/>
                  </a:lnTo>
                  <a:lnTo>
                    <a:pt x="147574" y="485482"/>
                  </a:lnTo>
                  <a:lnTo>
                    <a:pt x="153098" y="481291"/>
                  </a:lnTo>
                  <a:lnTo>
                    <a:pt x="156235" y="476440"/>
                  </a:lnTo>
                  <a:lnTo>
                    <a:pt x="156997" y="470916"/>
                  </a:lnTo>
                  <a:lnTo>
                    <a:pt x="156235" y="467296"/>
                  </a:lnTo>
                  <a:lnTo>
                    <a:pt x="154520" y="463867"/>
                  </a:lnTo>
                  <a:lnTo>
                    <a:pt x="151853" y="460629"/>
                  </a:lnTo>
                  <a:lnTo>
                    <a:pt x="143852" y="452056"/>
                  </a:lnTo>
                  <a:lnTo>
                    <a:pt x="140804" y="448056"/>
                  </a:lnTo>
                  <a:lnTo>
                    <a:pt x="139090" y="444525"/>
                  </a:lnTo>
                  <a:lnTo>
                    <a:pt x="138709" y="441477"/>
                  </a:lnTo>
                  <a:lnTo>
                    <a:pt x="139661" y="436333"/>
                  </a:lnTo>
                  <a:lnTo>
                    <a:pt x="142621" y="431952"/>
                  </a:lnTo>
                  <a:lnTo>
                    <a:pt x="147574" y="428332"/>
                  </a:lnTo>
                  <a:lnTo>
                    <a:pt x="153098" y="424141"/>
                  </a:lnTo>
                  <a:lnTo>
                    <a:pt x="156235" y="419290"/>
                  </a:lnTo>
                  <a:lnTo>
                    <a:pt x="156832" y="414909"/>
                  </a:lnTo>
                  <a:lnTo>
                    <a:pt x="198945" y="414909"/>
                  </a:lnTo>
                  <a:lnTo>
                    <a:pt x="198437" y="417474"/>
                  </a:lnTo>
                  <a:lnTo>
                    <a:pt x="198628" y="423951"/>
                  </a:lnTo>
                  <a:lnTo>
                    <a:pt x="201104" y="429196"/>
                  </a:lnTo>
                  <a:lnTo>
                    <a:pt x="205867" y="433197"/>
                  </a:lnTo>
                  <a:lnTo>
                    <a:pt x="210439" y="436816"/>
                  </a:lnTo>
                  <a:lnTo>
                    <a:pt x="216344" y="438721"/>
                  </a:lnTo>
                  <a:lnTo>
                    <a:pt x="223583" y="438912"/>
                  </a:lnTo>
                  <a:lnTo>
                    <a:pt x="232067" y="437959"/>
                  </a:lnTo>
                  <a:lnTo>
                    <a:pt x="268084" y="414909"/>
                  </a:lnTo>
                  <a:lnTo>
                    <a:pt x="314032" y="414909"/>
                  </a:lnTo>
                  <a:lnTo>
                    <a:pt x="345884" y="436626"/>
                  </a:lnTo>
                  <a:lnTo>
                    <a:pt x="360172" y="437769"/>
                  </a:lnTo>
                  <a:lnTo>
                    <a:pt x="367131" y="437616"/>
                  </a:lnTo>
                  <a:lnTo>
                    <a:pt x="404964" y="416839"/>
                  </a:lnTo>
                  <a:lnTo>
                    <a:pt x="405333" y="414909"/>
                  </a:lnTo>
                  <a:lnTo>
                    <a:pt x="1709648" y="414909"/>
                  </a:lnTo>
                  <a:lnTo>
                    <a:pt x="1809089" y="414909"/>
                  </a:lnTo>
                  <a:lnTo>
                    <a:pt x="1809089" y="466344"/>
                  </a:lnTo>
                  <a:lnTo>
                    <a:pt x="1819084" y="466344"/>
                  </a:lnTo>
                  <a:lnTo>
                    <a:pt x="1819084" y="414909"/>
                  </a:lnTo>
                  <a:lnTo>
                    <a:pt x="3100311" y="414909"/>
                  </a:lnTo>
                  <a:lnTo>
                    <a:pt x="3100311" y="409194"/>
                  </a:lnTo>
                  <a:lnTo>
                    <a:pt x="1819084" y="409194"/>
                  </a:lnTo>
                  <a:lnTo>
                    <a:pt x="1819084" y="357759"/>
                  </a:lnTo>
                  <a:lnTo>
                    <a:pt x="3100311" y="357759"/>
                  </a:lnTo>
                  <a:lnTo>
                    <a:pt x="3100311" y="352044"/>
                  </a:lnTo>
                  <a:lnTo>
                    <a:pt x="1819084" y="352044"/>
                  </a:lnTo>
                  <a:lnTo>
                    <a:pt x="1819084" y="300609"/>
                  </a:lnTo>
                  <a:lnTo>
                    <a:pt x="3100311" y="300609"/>
                  </a:lnTo>
                  <a:lnTo>
                    <a:pt x="3100311" y="294894"/>
                  </a:lnTo>
                  <a:lnTo>
                    <a:pt x="1819084" y="294894"/>
                  </a:lnTo>
                  <a:lnTo>
                    <a:pt x="1819084" y="243459"/>
                  </a:lnTo>
                  <a:lnTo>
                    <a:pt x="3100311" y="243459"/>
                  </a:lnTo>
                  <a:lnTo>
                    <a:pt x="3100311" y="237744"/>
                  </a:lnTo>
                  <a:lnTo>
                    <a:pt x="1819084" y="237744"/>
                  </a:lnTo>
                  <a:lnTo>
                    <a:pt x="1819084" y="186309"/>
                  </a:lnTo>
                  <a:lnTo>
                    <a:pt x="3100311" y="186309"/>
                  </a:lnTo>
                  <a:lnTo>
                    <a:pt x="3100311" y="1805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976004" y="4128039"/>
              <a:ext cx="75723" cy="120014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6568313" y="3950598"/>
              <a:ext cx="712470" cy="466725"/>
            </a:xfrm>
            <a:custGeom>
              <a:avLst/>
              <a:gdLst/>
              <a:ahLst/>
              <a:cxnLst/>
              <a:rect l="l" t="t" r="r" b="b"/>
              <a:pathLst>
                <a:path w="712470" h="466725">
                  <a:moveTo>
                    <a:pt x="40005" y="166878"/>
                  </a:moveTo>
                  <a:lnTo>
                    <a:pt x="32867" y="168681"/>
                  </a:lnTo>
                  <a:lnTo>
                    <a:pt x="32867" y="190588"/>
                  </a:lnTo>
                  <a:lnTo>
                    <a:pt x="32867" y="219456"/>
                  </a:lnTo>
                  <a:lnTo>
                    <a:pt x="7150" y="226314"/>
                  </a:lnTo>
                  <a:lnTo>
                    <a:pt x="7150" y="197167"/>
                  </a:lnTo>
                  <a:lnTo>
                    <a:pt x="32867" y="190588"/>
                  </a:lnTo>
                  <a:lnTo>
                    <a:pt x="32867" y="168681"/>
                  </a:lnTo>
                  <a:lnTo>
                    <a:pt x="7150" y="175158"/>
                  </a:lnTo>
                  <a:lnTo>
                    <a:pt x="7150" y="128016"/>
                  </a:lnTo>
                  <a:lnTo>
                    <a:pt x="0" y="128016"/>
                  </a:lnTo>
                  <a:lnTo>
                    <a:pt x="0" y="249745"/>
                  </a:lnTo>
                  <a:lnTo>
                    <a:pt x="32867" y="241452"/>
                  </a:lnTo>
                  <a:lnTo>
                    <a:pt x="32867" y="288607"/>
                  </a:lnTo>
                  <a:lnTo>
                    <a:pt x="40005" y="288607"/>
                  </a:lnTo>
                  <a:lnTo>
                    <a:pt x="40005" y="241452"/>
                  </a:lnTo>
                  <a:lnTo>
                    <a:pt x="40005" y="226314"/>
                  </a:lnTo>
                  <a:lnTo>
                    <a:pt x="40005" y="190588"/>
                  </a:lnTo>
                  <a:lnTo>
                    <a:pt x="40005" y="175158"/>
                  </a:lnTo>
                  <a:lnTo>
                    <a:pt x="40005" y="166878"/>
                  </a:lnTo>
                  <a:close/>
                </a:path>
                <a:path w="712470" h="466725">
                  <a:moveTo>
                    <a:pt x="128016" y="0"/>
                  </a:moveTo>
                  <a:lnTo>
                    <a:pt x="58864" y="0"/>
                  </a:lnTo>
                  <a:lnTo>
                    <a:pt x="58864" y="9144"/>
                  </a:lnTo>
                  <a:lnTo>
                    <a:pt x="128016" y="9144"/>
                  </a:lnTo>
                  <a:lnTo>
                    <a:pt x="128016" y="0"/>
                  </a:lnTo>
                  <a:close/>
                </a:path>
                <a:path w="712470" h="466725">
                  <a:moveTo>
                    <a:pt x="150634" y="62712"/>
                  </a:moveTo>
                  <a:lnTo>
                    <a:pt x="129717" y="62712"/>
                  </a:lnTo>
                  <a:lnTo>
                    <a:pt x="130302" y="60007"/>
                  </a:lnTo>
                  <a:lnTo>
                    <a:pt x="131064" y="51244"/>
                  </a:lnTo>
                  <a:lnTo>
                    <a:pt x="128193" y="44284"/>
                  </a:lnTo>
                  <a:lnTo>
                    <a:pt x="128117" y="44094"/>
                  </a:lnTo>
                  <a:lnTo>
                    <a:pt x="122593" y="39522"/>
                  </a:lnTo>
                  <a:lnTo>
                    <a:pt x="122593" y="48856"/>
                  </a:lnTo>
                  <a:lnTo>
                    <a:pt x="122593" y="52476"/>
                  </a:lnTo>
                  <a:lnTo>
                    <a:pt x="120586" y="56667"/>
                  </a:lnTo>
                  <a:lnTo>
                    <a:pt x="116586" y="61429"/>
                  </a:lnTo>
                  <a:lnTo>
                    <a:pt x="115100" y="62712"/>
                  </a:lnTo>
                  <a:lnTo>
                    <a:pt x="106870" y="62712"/>
                  </a:lnTo>
                  <a:lnTo>
                    <a:pt x="106870" y="69862"/>
                  </a:lnTo>
                  <a:lnTo>
                    <a:pt x="73723" y="87337"/>
                  </a:lnTo>
                  <a:lnTo>
                    <a:pt x="69723" y="87147"/>
                  </a:lnTo>
                  <a:lnTo>
                    <a:pt x="66014" y="86804"/>
                  </a:lnTo>
                  <a:lnTo>
                    <a:pt x="66014" y="77724"/>
                  </a:lnTo>
                  <a:lnTo>
                    <a:pt x="65036" y="77724"/>
                  </a:lnTo>
                  <a:lnTo>
                    <a:pt x="65227" y="76936"/>
                  </a:lnTo>
                  <a:lnTo>
                    <a:pt x="68300" y="71716"/>
                  </a:lnTo>
                  <a:lnTo>
                    <a:pt x="70002" y="69862"/>
                  </a:lnTo>
                  <a:lnTo>
                    <a:pt x="106870" y="69862"/>
                  </a:lnTo>
                  <a:lnTo>
                    <a:pt x="106870" y="62712"/>
                  </a:lnTo>
                  <a:lnTo>
                    <a:pt x="77698" y="62712"/>
                  </a:lnTo>
                  <a:lnTo>
                    <a:pt x="84201" y="57429"/>
                  </a:lnTo>
                  <a:lnTo>
                    <a:pt x="90017" y="53721"/>
                  </a:lnTo>
                  <a:lnTo>
                    <a:pt x="97447" y="49720"/>
                  </a:lnTo>
                  <a:lnTo>
                    <a:pt x="105067" y="45910"/>
                  </a:lnTo>
                  <a:lnTo>
                    <a:pt x="111734" y="44284"/>
                  </a:lnTo>
                  <a:lnTo>
                    <a:pt x="117449" y="44856"/>
                  </a:lnTo>
                  <a:lnTo>
                    <a:pt x="120307" y="45237"/>
                  </a:lnTo>
                  <a:lnTo>
                    <a:pt x="122021" y="46570"/>
                  </a:lnTo>
                  <a:lnTo>
                    <a:pt x="122593" y="48856"/>
                  </a:lnTo>
                  <a:lnTo>
                    <a:pt x="122593" y="39522"/>
                  </a:lnTo>
                  <a:lnTo>
                    <a:pt x="121450" y="38569"/>
                  </a:lnTo>
                  <a:lnTo>
                    <a:pt x="116306" y="35712"/>
                  </a:lnTo>
                  <a:lnTo>
                    <a:pt x="110490" y="34569"/>
                  </a:lnTo>
                  <a:lnTo>
                    <a:pt x="104013" y="35140"/>
                  </a:lnTo>
                  <a:lnTo>
                    <a:pt x="66001" y="51752"/>
                  </a:lnTo>
                  <a:lnTo>
                    <a:pt x="58750" y="62712"/>
                  </a:lnTo>
                  <a:lnTo>
                    <a:pt x="39497" y="62712"/>
                  </a:lnTo>
                  <a:lnTo>
                    <a:pt x="39497" y="69862"/>
                  </a:lnTo>
                  <a:lnTo>
                    <a:pt x="56743" y="69862"/>
                  </a:lnTo>
                  <a:lnTo>
                    <a:pt x="56299" y="72009"/>
                  </a:lnTo>
                  <a:lnTo>
                    <a:pt x="55346" y="80772"/>
                  </a:lnTo>
                  <a:lnTo>
                    <a:pt x="56007" y="82372"/>
                  </a:lnTo>
                  <a:lnTo>
                    <a:pt x="56007" y="119862"/>
                  </a:lnTo>
                  <a:lnTo>
                    <a:pt x="39497" y="119862"/>
                  </a:lnTo>
                  <a:lnTo>
                    <a:pt x="39497" y="127012"/>
                  </a:lnTo>
                  <a:lnTo>
                    <a:pt x="56007" y="127012"/>
                  </a:lnTo>
                  <a:lnTo>
                    <a:pt x="56007" y="160426"/>
                  </a:lnTo>
                  <a:lnTo>
                    <a:pt x="55346" y="166497"/>
                  </a:lnTo>
                  <a:lnTo>
                    <a:pt x="56007" y="168097"/>
                  </a:lnTo>
                  <a:lnTo>
                    <a:pt x="56007" y="217576"/>
                  </a:lnTo>
                  <a:lnTo>
                    <a:pt x="55346" y="223647"/>
                  </a:lnTo>
                  <a:lnTo>
                    <a:pt x="56007" y="225247"/>
                  </a:lnTo>
                  <a:lnTo>
                    <a:pt x="56007" y="274726"/>
                  </a:lnTo>
                  <a:lnTo>
                    <a:pt x="55346" y="280797"/>
                  </a:lnTo>
                  <a:lnTo>
                    <a:pt x="56007" y="282397"/>
                  </a:lnTo>
                  <a:lnTo>
                    <a:pt x="56007" y="466344"/>
                  </a:lnTo>
                  <a:lnTo>
                    <a:pt x="66014" y="466344"/>
                  </a:lnTo>
                  <a:lnTo>
                    <a:pt x="66014" y="293941"/>
                  </a:lnTo>
                  <a:lnTo>
                    <a:pt x="70294" y="296316"/>
                  </a:lnTo>
                  <a:lnTo>
                    <a:pt x="76009" y="297459"/>
                  </a:lnTo>
                  <a:lnTo>
                    <a:pt x="82296" y="296887"/>
                  </a:lnTo>
                  <a:lnTo>
                    <a:pt x="90373" y="295986"/>
                  </a:lnTo>
                  <a:lnTo>
                    <a:pt x="98298" y="293814"/>
                  </a:lnTo>
                  <a:lnTo>
                    <a:pt x="106095" y="290410"/>
                  </a:lnTo>
                  <a:lnTo>
                    <a:pt x="111074" y="287362"/>
                  </a:lnTo>
                  <a:lnTo>
                    <a:pt x="113728" y="285750"/>
                  </a:lnTo>
                  <a:lnTo>
                    <a:pt x="131064" y="251269"/>
                  </a:lnTo>
                  <a:lnTo>
                    <a:pt x="128193" y="244309"/>
                  </a:lnTo>
                  <a:lnTo>
                    <a:pt x="128117" y="244119"/>
                  </a:lnTo>
                  <a:lnTo>
                    <a:pt x="122593" y="239547"/>
                  </a:lnTo>
                  <a:lnTo>
                    <a:pt x="122593" y="248881"/>
                  </a:lnTo>
                  <a:lnTo>
                    <a:pt x="122593" y="252501"/>
                  </a:lnTo>
                  <a:lnTo>
                    <a:pt x="90017" y="281749"/>
                  </a:lnTo>
                  <a:lnTo>
                    <a:pt x="73723" y="287362"/>
                  </a:lnTo>
                  <a:lnTo>
                    <a:pt x="69723" y="287172"/>
                  </a:lnTo>
                  <a:lnTo>
                    <a:pt x="66014" y="286829"/>
                  </a:lnTo>
                  <a:lnTo>
                    <a:pt x="66014" y="275628"/>
                  </a:lnTo>
                  <a:lnTo>
                    <a:pt x="97447" y="249745"/>
                  </a:lnTo>
                  <a:lnTo>
                    <a:pt x="111734" y="244309"/>
                  </a:lnTo>
                  <a:lnTo>
                    <a:pt x="117449" y="244881"/>
                  </a:lnTo>
                  <a:lnTo>
                    <a:pt x="120307" y="245262"/>
                  </a:lnTo>
                  <a:lnTo>
                    <a:pt x="122021" y="246595"/>
                  </a:lnTo>
                  <a:lnTo>
                    <a:pt x="122593" y="248881"/>
                  </a:lnTo>
                  <a:lnTo>
                    <a:pt x="122593" y="239547"/>
                  </a:lnTo>
                  <a:lnTo>
                    <a:pt x="121450" y="238594"/>
                  </a:lnTo>
                  <a:lnTo>
                    <a:pt x="116306" y="235737"/>
                  </a:lnTo>
                  <a:lnTo>
                    <a:pt x="110490" y="234594"/>
                  </a:lnTo>
                  <a:lnTo>
                    <a:pt x="104013" y="235165"/>
                  </a:lnTo>
                  <a:lnTo>
                    <a:pt x="100939" y="235521"/>
                  </a:lnTo>
                  <a:lnTo>
                    <a:pt x="106095" y="233260"/>
                  </a:lnTo>
                  <a:lnTo>
                    <a:pt x="111074" y="230212"/>
                  </a:lnTo>
                  <a:lnTo>
                    <a:pt x="113728" y="228600"/>
                  </a:lnTo>
                  <a:lnTo>
                    <a:pt x="120446" y="223024"/>
                  </a:lnTo>
                  <a:lnTo>
                    <a:pt x="125450" y="216877"/>
                  </a:lnTo>
                  <a:lnTo>
                    <a:pt x="128739" y="210159"/>
                  </a:lnTo>
                  <a:lnTo>
                    <a:pt x="130302" y="202882"/>
                  </a:lnTo>
                  <a:lnTo>
                    <a:pt x="131064" y="194119"/>
                  </a:lnTo>
                  <a:lnTo>
                    <a:pt x="128193" y="187159"/>
                  </a:lnTo>
                  <a:lnTo>
                    <a:pt x="128117" y="186969"/>
                  </a:lnTo>
                  <a:lnTo>
                    <a:pt x="122593" y="182397"/>
                  </a:lnTo>
                  <a:lnTo>
                    <a:pt x="122593" y="191731"/>
                  </a:lnTo>
                  <a:lnTo>
                    <a:pt x="122593" y="195351"/>
                  </a:lnTo>
                  <a:lnTo>
                    <a:pt x="90017" y="224599"/>
                  </a:lnTo>
                  <a:lnTo>
                    <a:pt x="85204" y="226529"/>
                  </a:lnTo>
                  <a:lnTo>
                    <a:pt x="85204" y="239420"/>
                  </a:lnTo>
                  <a:lnTo>
                    <a:pt x="80124" y="241655"/>
                  </a:lnTo>
                  <a:lnTo>
                    <a:pt x="72580" y="246316"/>
                  </a:lnTo>
                  <a:lnTo>
                    <a:pt x="66014" y="251777"/>
                  </a:lnTo>
                  <a:lnTo>
                    <a:pt x="66014" y="236791"/>
                  </a:lnTo>
                  <a:lnTo>
                    <a:pt x="70294" y="239166"/>
                  </a:lnTo>
                  <a:lnTo>
                    <a:pt x="76009" y="240309"/>
                  </a:lnTo>
                  <a:lnTo>
                    <a:pt x="82296" y="239737"/>
                  </a:lnTo>
                  <a:lnTo>
                    <a:pt x="85204" y="239420"/>
                  </a:lnTo>
                  <a:lnTo>
                    <a:pt x="85204" y="226529"/>
                  </a:lnTo>
                  <a:lnTo>
                    <a:pt x="78587" y="229171"/>
                  </a:lnTo>
                  <a:lnTo>
                    <a:pt x="73723" y="230212"/>
                  </a:lnTo>
                  <a:lnTo>
                    <a:pt x="69723" y="230022"/>
                  </a:lnTo>
                  <a:lnTo>
                    <a:pt x="66014" y="229679"/>
                  </a:lnTo>
                  <a:lnTo>
                    <a:pt x="66014" y="218478"/>
                  </a:lnTo>
                  <a:lnTo>
                    <a:pt x="97447" y="192595"/>
                  </a:lnTo>
                  <a:lnTo>
                    <a:pt x="111734" y="187159"/>
                  </a:lnTo>
                  <a:lnTo>
                    <a:pt x="117449" y="187731"/>
                  </a:lnTo>
                  <a:lnTo>
                    <a:pt x="120307" y="188112"/>
                  </a:lnTo>
                  <a:lnTo>
                    <a:pt x="122021" y="189445"/>
                  </a:lnTo>
                  <a:lnTo>
                    <a:pt x="122593" y="191731"/>
                  </a:lnTo>
                  <a:lnTo>
                    <a:pt x="122593" y="182397"/>
                  </a:lnTo>
                  <a:lnTo>
                    <a:pt x="121450" y="181444"/>
                  </a:lnTo>
                  <a:lnTo>
                    <a:pt x="116306" y="178587"/>
                  </a:lnTo>
                  <a:lnTo>
                    <a:pt x="110490" y="177444"/>
                  </a:lnTo>
                  <a:lnTo>
                    <a:pt x="104013" y="178015"/>
                  </a:lnTo>
                  <a:lnTo>
                    <a:pt x="100939" y="178371"/>
                  </a:lnTo>
                  <a:lnTo>
                    <a:pt x="106095" y="176110"/>
                  </a:lnTo>
                  <a:lnTo>
                    <a:pt x="111074" y="173062"/>
                  </a:lnTo>
                  <a:lnTo>
                    <a:pt x="113728" y="171450"/>
                  </a:lnTo>
                  <a:lnTo>
                    <a:pt x="120446" y="165874"/>
                  </a:lnTo>
                  <a:lnTo>
                    <a:pt x="125450" y="159727"/>
                  </a:lnTo>
                  <a:lnTo>
                    <a:pt x="128739" y="153009"/>
                  </a:lnTo>
                  <a:lnTo>
                    <a:pt x="130302" y="145732"/>
                  </a:lnTo>
                  <a:lnTo>
                    <a:pt x="131064" y="136969"/>
                  </a:lnTo>
                  <a:lnTo>
                    <a:pt x="128193" y="130009"/>
                  </a:lnTo>
                  <a:lnTo>
                    <a:pt x="128117" y="129819"/>
                  </a:lnTo>
                  <a:lnTo>
                    <a:pt x="124726" y="127012"/>
                  </a:lnTo>
                  <a:lnTo>
                    <a:pt x="150634" y="127012"/>
                  </a:lnTo>
                  <a:lnTo>
                    <a:pt x="150634" y="119862"/>
                  </a:lnTo>
                  <a:lnTo>
                    <a:pt x="122593" y="119862"/>
                  </a:lnTo>
                  <a:lnTo>
                    <a:pt x="122593" y="134581"/>
                  </a:lnTo>
                  <a:lnTo>
                    <a:pt x="122593" y="138201"/>
                  </a:lnTo>
                  <a:lnTo>
                    <a:pt x="90017" y="167449"/>
                  </a:lnTo>
                  <a:lnTo>
                    <a:pt x="85204" y="169379"/>
                  </a:lnTo>
                  <a:lnTo>
                    <a:pt x="85204" y="182270"/>
                  </a:lnTo>
                  <a:lnTo>
                    <a:pt x="80124" y="184505"/>
                  </a:lnTo>
                  <a:lnTo>
                    <a:pt x="72580" y="189166"/>
                  </a:lnTo>
                  <a:lnTo>
                    <a:pt x="66014" y="194627"/>
                  </a:lnTo>
                  <a:lnTo>
                    <a:pt x="66014" y="179641"/>
                  </a:lnTo>
                  <a:lnTo>
                    <a:pt x="70294" y="182016"/>
                  </a:lnTo>
                  <a:lnTo>
                    <a:pt x="76009" y="183159"/>
                  </a:lnTo>
                  <a:lnTo>
                    <a:pt x="82296" y="182587"/>
                  </a:lnTo>
                  <a:lnTo>
                    <a:pt x="85204" y="182270"/>
                  </a:lnTo>
                  <a:lnTo>
                    <a:pt x="85204" y="169379"/>
                  </a:lnTo>
                  <a:lnTo>
                    <a:pt x="78587" y="172021"/>
                  </a:lnTo>
                  <a:lnTo>
                    <a:pt x="73723" y="173062"/>
                  </a:lnTo>
                  <a:lnTo>
                    <a:pt x="69723" y="172872"/>
                  </a:lnTo>
                  <a:lnTo>
                    <a:pt x="66014" y="172529"/>
                  </a:lnTo>
                  <a:lnTo>
                    <a:pt x="66014" y="161328"/>
                  </a:lnTo>
                  <a:lnTo>
                    <a:pt x="97447" y="135445"/>
                  </a:lnTo>
                  <a:lnTo>
                    <a:pt x="111734" y="130009"/>
                  </a:lnTo>
                  <a:lnTo>
                    <a:pt x="117449" y="130581"/>
                  </a:lnTo>
                  <a:lnTo>
                    <a:pt x="120307" y="130962"/>
                  </a:lnTo>
                  <a:lnTo>
                    <a:pt x="122021" y="132295"/>
                  </a:lnTo>
                  <a:lnTo>
                    <a:pt x="122593" y="134581"/>
                  </a:lnTo>
                  <a:lnTo>
                    <a:pt x="122593" y="119862"/>
                  </a:lnTo>
                  <a:lnTo>
                    <a:pt x="80899" y="119862"/>
                  </a:lnTo>
                  <a:lnTo>
                    <a:pt x="80899" y="127012"/>
                  </a:lnTo>
                  <a:lnTo>
                    <a:pt x="80124" y="127355"/>
                  </a:lnTo>
                  <a:lnTo>
                    <a:pt x="72580" y="132016"/>
                  </a:lnTo>
                  <a:lnTo>
                    <a:pt x="66014" y="137477"/>
                  </a:lnTo>
                  <a:lnTo>
                    <a:pt x="66014" y="127012"/>
                  </a:lnTo>
                  <a:lnTo>
                    <a:pt x="80899" y="127012"/>
                  </a:lnTo>
                  <a:lnTo>
                    <a:pt x="80899" y="119862"/>
                  </a:lnTo>
                  <a:lnTo>
                    <a:pt x="66014" y="119862"/>
                  </a:lnTo>
                  <a:lnTo>
                    <a:pt x="66014" y="93916"/>
                  </a:lnTo>
                  <a:lnTo>
                    <a:pt x="70294" y="96291"/>
                  </a:lnTo>
                  <a:lnTo>
                    <a:pt x="76009" y="97434"/>
                  </a:lnTo>
                  <a:lnTo>
                    <a:pt x="82296" y="96862"/>
                  </a:lnTo>
                  <a:lnTo>
                    <a:pt x="90373" y="95961"/>
                  </a:lnTo>
                  <a:lnTo>
                    <a:pt x="98298" y="93789"/>
                  </a:lnTo>
                  <a:lnTo>
                    <a:pt x="106095" y="90385"/>
                  </a:lnTo>
                  <a:lnTo>
                    <a:pt x="111074" y="87337"/>
                  </a:lnTo>
                  <a:lnTo>
                    <a:pt x="113728" y="85725"/>
                  </a:lnTo>
                  <a:lnTo>
                    <a:pt x="120446" y="80149"/>
                  </a:lnTo>
                  <a:lnTo>
                    <a:pt x="125450" y="74002"/>
                  </a:lnTo>
                  <a:lnTo>
                    <a:pt x="127469" y="69862"/>
                  </a:lnTo>
                  <a:lnTo>
                    <a:pt x="150634" y="69862"/>
                  </a:lnTo>
                  <a:lnTo>
                    <a:pt x="150634" y="62712"/>
                  </a:lnTo>
                  <a:close/>
                </a:path>
                <a:path w="712470" h="466725">
                  <a:moveTo>
                    <a:pt x="712279" y="182880"/>
                  </a:moveTo>
                  <a:lnTo>
                    <a:pt x="703707" y="182880"/>
                  </a:lnTo>
                  <a:lnTo>
                    <a:pt x="703707" y="414909"/>
                  </a:lnTo>
                  <a:lnTo>
                    <a:pt x="712279" y="414909"/>
                  </a:lnTo>
                  <a:lnTo>
                    <a:pt x="712279" y="182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941809" y="4722685"/>
              <a:ext cx="187451" cy="99440"/>
            </a:xfrm>
            <a:prstGeom prst="rect">
              <a:avLst/>
            </a:prstGeom>
          </p:spPr>
        </p:pic>
        <p:sp>
          <p:nvSpPr>
            <p:cNvPr id="151" name="object 151"/>
            <p:cNvSpPr/>
            <p:nvPr/>
          </p:nvSpPr>
          <p:spPr>
            <a:xfrm>
              <a:off x="266700" y="5036727"/>
              <a:ext cx="490220" cy="234315"/>
            </a:xfrm>
            <a:custGeom>
              <a:avLst/>
              <a:gdLst/>
              <a:ahLst/>
              <a:cxnLst/>
              <a:rect l="l" t="t" r="r" b="b"/>
              <a:pathLst>
                <a:path w="490220" h="234314">
                  <a:moveTo>
                    <a:pt x="489775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489775" y="234315"/>
                  </a:lnTo>
                  <a:lnTo>
                    <a:pt x="489775" y="228600"/>
                  </a:lnTo>
                  <a:close/>
                </a:path>
                <a:path w="490220" h="234314">
                  <a:moveTo>
                    <a:pt x="489775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489775" y="177165"/>
                  </a:lnTo>
                  <a:lnTo>
                    <a:pt x="489775" y="171450"/>
                  </a:lnTo>
                  <a:close/>
                </a:path>
                <a:path w="490220" h="234314">
                  <a:moveTo>
                    <a:pt x="489775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489775" y="120015"/>
                  </a:lnTo>
                  <a:lnTo>
                    <a:pt x="489775" y="114300"/>
                  </a:lnTo>
                  <a:close/>
                </a:path>
                <a:path w="490220" h="234314">
                  <a:moveTo>
                    <a:pt x="489775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489775" y="62865"/>
                  </a:lnTo>
                  <a:lnTo>
                    <a:pt x="489775" y="57150"/>
                  </a:lnTo>
                  <a:close/>
                </a:path>
                <a:path w="490220" h="234314">
                  <a:moveTo>
                    <a:pt x="489775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489775" y="5715"/>
                  </a:lnTo>
                  <a:lnTo>
                    <a:pt x="4897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2" name="object 152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07975" y="5036724"/>
              <a:ext cx="158876" cy="182879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002" y="5008149"/>
              <a:ext cx="216598" cy="267461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756475" y="4850990"/>
              <a:ext cx="1705610" cy="500380"/>
            </a:xfrm>
            <a:custGeom>
              <a:avLst/>
              <a:gdLst/>
              <a:ahLst/>
              <a:cxnLst/>
              <a:rect l="l" t="t" r="r" b="b"/>
              <a:pathLst>
                <a:path w="1705610" h="500379">
                  <a:moveTo>
                    <a:pt x="1705546" y="185737"/>
                  </a:moveTo>
                  <a:lnTo>
                    <a:pt x="208432" y="185737"/>
                  </a:lnTo>
                  <a:lnTo>
                    <a:pt x="208432" y="54292"/>
                  </a:lnTo>
                  <a:lnTo>
                    <a:pt x="198437" y="54292"/>
                  </a:lnTo>
                  <a:lnTo>
                    <a:pt x="198437" y="300037"/>
                  </a:lnTo>
                  <a:lnTo>
                    <a:pt x="155752" y="300037"/>
                  </a:lnTo>
                  <a:lnTo>
                    <a:pt x="154520" y="297561"/>
                  </a:lnTo>
                  <a:lnTo>
                    <a:pt x="151853" y="294322"/>
                  </a:lnTo>
                  <a:lnTo>
                    <a:pt x="143852" y="285750"/>
                  </a:lnTo>
                  <a:lnTo>
                    <a:pt x="140804" y="281749"/>
                  </a:lnTo>
                  <a:lnTo>
                    <a:pt x="139090" y="278231"/>
                  </a:lnTo>
                  <a:lnTo>
                    <a:pt x="138709" y="275183"/>
                  </a:lnTo>
                  <a:lnTo>
                    <a:pt x="139661" y="270040"/>
                  </a:lnTo>
                  <a:lnTo>
                    <a:pt x="142608" y="265658"/>
                  </a:lnTo>
                  <a:lnTo>
                    <a:pt x="147574" y="262039"/>
                  </a:lnTo>
                  <a:lnTo>
                    <a:pt x="153098" y="257848"/>
                  </a:lnTo>
                  <a:lnTo>
                    <a:pt x="156235" y="252984"/>
                  </a:lnTo>
                  <a:lnTo>
                    <a:pt x="156832" y="248602"/>
                  </a:lnTo>
                  <a:lnTo>
                    <a:pt x="198437" y="248602"/>
                  </a:lnTo>
                  <a:lnTo>
                    <a:pt x="198437" y="242887"/>
                  </a:lnTo>
                  <a:lnTo>
                    <a:pt x="155752" y="242887"/>
                  </a:lnTo>
                  <a:lnTo>
                    <a:pt x="154520" y="240411"/>
                  </a:lnTo>
                  <a:lnTo>
                    <a:pt x="151853" y="237172"/>
                  </a:lnTo>
                  <a:lnTo>
                    <a:pt x="143852" y="228600"/>
                  </a:lnTo>
                  <a:lnTo>
                    <a:pt x="140804" y="224599"/>
                  </a:lnTo>
                  <a:lnTo>
                    <a:pt x="139090" y="221081"/>
                  </a:lnTo>
                  <a:lnTo>
                    <a:pt x="138709" y="218033"/>
                  </a:lnTo>
                  <a:lnTo>
                    <a:pt x="139661" y="212890"/>
                  </a:lnTo>
                  <a:lnTo>
                    <a:pt x="142608" y="208508"/>
                  </a:lnTo>
                  <a:lnTo>
                    <a:pt x="147574" y="204889"/>
                  </a:lnTo>
                  <a:lnTo>
                    <a:pt x="153098" y="200698"/>
                  </a:lnTo>
                  <a:lnTo>
                    <a:pt x="156235" y="195834"/>
                  </a:lnTo>
                  <a:lnTo>
                    <a:pt x="156832" y="191452"/>
                  </a:lnTo>
                  <a:lnTo>
                    <a:pt x="198437" y="191452"/>
                  </a:lnTo>
                  <a:lnTo>
                    <a:pt x="198437" y="185737"/>
                  </a:lnTo>
                  <a:lnTo>
                    <a:pt x="155752" y="185737"/>
                  </a:lnTo>
                  <a:lnTo>
                    <a:pt x="154520" y="183261"/>
                  </a:lnTo>
                  <a:lnTo>
                    <a:pt x="151853" y="180022"/>
                  </a:lnTo>
                  <a:lnTo>
                    <a:pt x="143852" y="171450"/>
                  </a:lnTo>
                  <a:lnTo>
                    <a:pt x="140804" y="167449"/>
                  </a:lnTo>
                  <a:lnTo>
                    <a:pt x="139090" y="163931"/>
                  </a:lnTo>
                  <a:lnTo>
                    <a:pt x="138709" y="160883"/>
                  </a:lnTo>
                  <a:lnTo>
                    <a:pt x="139661" y="155740"/>
                  </a:lnTo>
                  <a:lnTo>
                    <a:pt x="142608" y="151358"/>
                  </a:lnTo>
                  <a:lnTo>
                    <a:pt x="147574" y="147739"/>
                  </a:lnTo>
                  <a:lnTo>
                    <a:pt x="153098" y="143548"/>
                  </a:lnTo>
                  <a:lnTo>
                    <a:pt x="156235" y="138684"/>
                  </a:lnTo>
                  <a:lnTo>
                    <a:pt x="156997" y="133159"/>
                  </a:lnTo>
                  <a:lnTo>
                    <a:pt x="156235" y="129540"/>
                  </a:lnTo>
                  <a:lnTo>
                    <a:pt x="154520" y="126111"/>
                  </a:lnTo>
                  <a:lnTo>
                    <a:pt x="151853" y="122872"/>
                  </a:lnTo>
                  <a:lnTo>
                    <a:pt x="143852" y="114300"/>
                  </a:lnTo>
                  <a:lnTo>
                    <a:pt x="140804" y="110299"/>
                  </a:lnTo>
                  <a:lnTo>
                    <a:pt x="139090" y="106781"/>
                  </a:lnTo>
                  <a:lnTo>
                    <a:pt x="138709" y="103733"/>
                  </a:lnTo>
                  <a:lnTo>
                    <a:pt x="139661" y="98590"/>
                  </a:lnTo>
                  <a:lnTo>
                    <a:pt x="142608" y="94208"/>
                  </a:lnTo>
                  <a:lnTo>
                    <a:pt x="147574" y="90589"/>
                  </a:lnTo>
                  <a:lnTo>
                    <a:pt x="153098" y="86398"/>
                  </a:lnTo>
                  <a:lnTo>
                    <a:pt x="156235" y="81534"/>
                  </a:lnTo>
                  <a:lnTo>
                    <a:pt x="156997" y="76009"/>
                  </a:lnTo>
                  <a:lnTo>
                    <a:pt x="156235" y="72390"/>
                  </a:lnTo>
                  <a:lnTo>
                    <a:pt x="154520" y="68961"/>
                  </a:lnTo>
                  <a:lnTo>
                    <a:pt x="151853" y="65722"/>
                  </a:lnTo>
                  <a:lnTo>
                    <a:pt x="143852" y="57150"/>
                  </a:lnTo>
                  <a:lnTo>
                    <a:pt x="140804" y="53149"/>
                  </a:lnTo>
                  <a:lnTo>
                    <a:pt x="139090" y="49631"/>
                  </a:lnTo>
                  <a:lnTo>
                    <a:pt x="138709" y="46583"/>
                  </a:lnTo>
                  <a:lnTo>
                    <a:pt x="139661" y="41440"/>
                  </a:lnTo>
                  <a:lnTo>
                    <a:pt x="142608" y="37058"/>
                  </a:lnTo>
                  <a:lnTo>
                    <a:pt x="147574" y="33439"/>
                  </a:lnTo>
                  <a:lnTo>
                    <a:pt x="153098" y="29248"/>
                  </a:lnTo>
                  <a:lnTo>
                    <a:pt x="156235" y="24384"/>
                  </a:lnTo>
                  <a:lnTo>
                    <a:pt x="156997" y="18859"/>
                  </a:lnTo>
                  <a:lnTo>
                    <a:pt x="156235" y="15240"/>
                  </a:lnTo>
                  <a:lnTo>
                    <a:pt x="154520" y="11811"/>
                  </a:lnTo>
                  <a:lnTo>
                    <a:pt x="151853" y="8572"/>
                  </a:lnTo>
                  <a:lnTo>
                    <a:pt x="143852" y="0"/>
                  </a:lnTo>
                  <a:lnTo>
                    <a:pt x="139852" y="0"/>
                  </a:lnTo>
                  <a:lnTo>
                    <a:pt x="142709" y="2857"/>
                  </a:lnTo>
                  <a:lnTo>
                    <a:pt x="144526" y="6477"/>
                  </a:lnTo>
                  <a:lnTo>
                    <a:pt x="130898" y="27813"/>
                  </a:lnTo>
                  <a:lnTo>
                    <a:pt x="127749" y="32575"/>
                  </a:lnTo>
                  <a:lnTo>
                    <a:pt x="127000" y="38290"/>
                  </a:lnTo>
                  <a:lnTo>
                    <a:pt x="127749" y="41910"/>
                  </a:lnTo>
                  <a:lnTo>
                    <a:pt x="129463" y="45339"/>
                  </a:lnTo>
                  <a:lnTo>
                    <a:pt x="132143" y="48577"/>
                  </a:lnTo>
                  <a:lnTo>
                    <a:pt x="139852" y="57150"/>
                  </a:lnTo>
                  <a:lnTo>
                    <a:pt x="142709" y="60007"/>
                  </a:lnTo>
                  <a:lnTo>
                    <a:pt x="144526" y="63627"/>
                  </a:lnTo>
                  <a:lnTo>
                    <a:pt x="130898" y="84963"/>
                  </a:lnTo>
                  <a:lnTo>
                    <a:pt x="127749" y="89725"/>
                  </a:lnTo>
                  <a:lnTo>
                    <a:pt x="127000" y="95440"/>
                  </a:lnTo>
                  <a:lnTo>
                    <a:pt x="127749" y="99060"/>
                  </a:lnTo>
                  <a:lnTo>
                    <a:pt x="129463" y="102489"/>
                  </a:lnTo>
                  <a:lnTo>
                    <a:pt x="132143" y="105727"/>
                  </a:lnTo>
                  <a:lnTo>
                    <a:pt x="139852" y="114300"/>
                  </a:lnTo>
                  <a:lnTo>
                    <a:pt x="142709" y="117157"/>
                  </a:lnTo>
                  <a:lnTo>
                    <a:pt x="144526" y="120777"/>
                  </a:lnTo>
                  <a:lnTo>
                    <a:pt x="130898" y="142113"/>
                  </a:lnTo>
                  <a:lnTo>
                    <a:pt x="127749" y="146875"/>
                  </a:lnTo>
                  <a:lnTo>
                    <a:pt x="127000" y="152590"/>
                  </a:lnTo>
                  <a:lnTo>
                    <a:pt x="127749" y="156210"/>
                  </a:lnTo>
                  <a:lnTo>
                    <a:pt x="129463" y="159639"/>
                  </a:lnTo>
                  <a:lnTo>
                    <a:pt x="132143" y="162877"/>
                  </a:lnTo>
                  <a:lnTo>
                    <a:pt x="139852" y="171450"/>
                  </a:lnTo>
                  <a:lnTo>
                    <a:pt x="142709" y="174307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4614" y="185737"/>
                  </a:lnTo>
                  <a:lnTo>
                    <a:pt x="0" y="185737"/>
                  </a:lnTo>
                  <a:lnTo>
                    <a:pt x="0" y="191452"/>
                  </a:lnTo>
                  <a:lnTo>
                    <a:pt x="141503" y="191452"/>
                  </a:lnTo>
                  <a:lnTo>
                    <a:pt x="141376" y="191643"/>
                  </a:lnTo>
                  <a:lnTo>
                    <a:pt x="136423" y="195453"/>
                  </a:lnTo>
                  <a:lnTo>
                    <a:pt x="130898" y="199263"/>
                  </a:lnTo>
                  <a:lnTo>
                    <a:pt x="127749" y="204025"/>
                  </a:lnTo>
                  <a:lnTo>
                    <a:pt x="127000" y="209740"/>
                  </a:lnTo>
                  <a:lnTo>
                    <a:pt x="127749" y="213360"/>
                  </a:lnTo>
                  <a:lnTo>
                    <a:pt x="129463" y="216789"/>
                  </a:lnTo>
                  <a:lnTo>
                    <a:pt x="132143" y="220027"/>
                  </a:lnTo>
                  <a:lnTo>
                    <a:pt x="139852" y="228600"/>
                  </a:lnTo>
                  <a:lnTo>
                    <a:pt x="142709" y="231457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4614" y="242887"/>
                  </a:lnTo>
                  <a:lnTo>
                    <a:pt x="0" y="242887"/>
                  </a:lnTo>
                  <a:lnTo>
                    <a:pt x="0" y="248602"/>
                  </a:lnTo>
                  <a:lnTo>
                    <a:pt x="141503" y="248602"/>
                  </a:lnTo>
                  <a:lnTo>
                    <a:pt x="141376" y="248793"/>
                  </a:lnTo>
                  <a:lnTo>
                    <a:pt x="136423" y="252603"/>
                  </a:lnTo>
                  <a:lnTo>
                    <a:pt x="130898" y="256413"/>
                  </a:lnTo>
                  <a:lnTo>
                    <a:pt x="127749" y="261175"/>
                  </a:lnTo>
                  <a:lnTo>
                    <a:pt x="127000" y="266890"/>
                  </a:lnTo>
                  <a:lnTo>
                    <a:pt x="127749" y="270510"/>
                  </a:lnTo>
                  <a:lnTo>
                    <a:pt x="129463" y="273939"/>
                  </a:lnTo>
                  <a:lnTo>
                    <a:pt x="132143" y="277177"/>
                  </a:lnTo>
                  <a:lnTo>
                    <a:pt x="139852" y="285750"/>
                  </a:lnTo>
                  <a:lnTo>
                    <a:pt x="142709" y="288607"/>
                  </a:lnTo>
                  <a:lnTo>
                    <a:pt x="144526" y="292227"/>
                  </a:lnTo>
                  <a:lnTo>
                    <a:pt x="145288" y="296608"/>
                  </a:lnTo>
                  <a:lnTo>
                    <a:pt x="144614" y="300037"/>
                  </a:lnTo>
                  <a:lnTo>
                    <a:pt x="0" y="300037"/>
                  </a:lnTo>
                  <a:lnTo>
                    <a:pt x="0" y="305752"/>
                  </a:lnTo>
                  <a:lnTo>
                    <a:pt x="141503" y="305752"/>
                  </a:lnTo>
                  <a:lnTo>
                    <a:pt x="141376" y="305943"/>
                  </a:lnTo>
                  <a:lnTo>
                    <a:pt x="136423" y="309753"/>
                  </a:lnTo>
                  <a:lnTo>
                    <a:pt x="130898" y="313563"/>
                  </a:lnTo>
                  <a:lnTo>
                    <a:pt x="127749" y="318325"/>
                  </a:lnTo>
                  <a:lnTo>
                    <a:pt x="127000" y="324040"/>
                  </a:lnTo>
                  <a:lnTo>
                    <a:pt x="127749" y="327660"/>
                  </a:lnTo>
                  <a:lnTo>
                    <a:pt x="129463" y="331089"/>
                  </a:lnTo>
                  <a:lnTo>
                    <a:pt x="132143" y="334327"/>
                  </a:lnTo>
                  <a:lnTo>
                    <a:pt x="139852" y="342900"/>
                  </a:lnTo>
                  <a:lnTo>
                    <a:pt x="143852" y="342900"/>
                  </a:lnTo>
                  <a:lnTo>
                    <a:pt x="140804" y="338899"/>
                  </a:lnTo>
                  <a:lnTo>
                    <a:pt x="139090" y="335381"/>
                  </a:lnTo>
                  <a:lnTo>
                    <a:pt x="138709" y="332333"/>
                  </a:lnTo>
                  <a:lnTo>
                    <a:pt x="139661" y="327190"/>
                  </a:lnTo>
                  <a:lnTo>
                    <a:pt x="142608" y="322808"/>
                  </a:lnTo>
                  <a:lnTo>
                    <a:pt x="147574" y="319189"/>
                  </a:lnTo>
                  <a:lnTo>
                    <a:pt x="153098" y="314998"/>
                  </a:lnTo>
                  <a:lnTo>
                    <a:pt x="156235" y="310134"/>
                  </a:lnTo>
                  <a:lnTo>
                    <a:pt x="156832" y="305752"/>
                  </a:lnTo>
                  <a:lnTo>
                    <a:pt x="198437" y="305752"/>
                  </a:lnTo>
                  <a:lnTo>
                    <a:pt x="198437" y="357187"/>
                  </a:lnTo>
                  <a:lnTo>
                    <a:pt x="0" y="357187"/>
                  </a:lnTo>
                  <a:lnTo>
                    <a:pt x="0" y="362902"/>
                  </a:lnTo>
                  <a:lnTo>
                    <a:pt x="198437" y="362902"/>
                  </a:lnTo>
                  <a:lnTo>
                    <a:pt x="198437" y="414337"/>
                  </a:lnTo>
                  <a:lnTo>
                    <a:pt x="0" y="414337"/>
                  </a:lnTo>
                  <a:lnTo>
                    <a:pt x="0" y="420052"/>
                  </a:lnTo>
                  <a:lnTo>
                    <a:pt x="198437" y="420052"/>
                  </a:lnTo>
                  <a:lnTo>
                    <a:pt x="198437" y="500062"/>
                  </a:lnTo>
                  <a:lnTo>
                    <a:pt x="208432" y="500062"/>
                  </a:lnTo>
                  <a:lnTo>
                    <a:pt x="208432" y="420052"/>
                  </a:lnTo>
                  <a:lnTo>
                    <a:pt x="1705546" y="420052"/>
                  </a:lnTo>
                  <a:lnTo>
                    <a:pt x="1705546" y="414337"/>
                  </a:lnTo>
                  <a:lnTo>
                    <a:pt x="208432" y="414337"/>
                  </a:lnTo>
                  <a:lnTo>
                    <a:pt x="208432" y="362902"/>
                  </a:lnTo>
                  <a:lnTo>
                    <a:pt x="1705546" y="362902"/>
                  </a:lnTo>
                  <a:lnTo>
                    <a:pt x="1705546" y="357187"/>
                  </a:lnTo>
                  <a:lnTo>
                    <a:pt x="208432" y="357187"/>
                  </a:lnTo>
                  <a:lnTo>
                    <a:pt x="208432" y="305752"/>
                  </a:lnTo>
                  <a:lnTo>
                    <a:pt x="1705546" y="305752"/>
                  </a:lnTo>
                  <a:lnTo>
                    <a:pt x="1705546" y="300037"/>
                  </a:lnTo>
                  <a:lnTo>
                    <a:pt x="208432" y="300037"/>
                  </a:lnTo>
                  <a:lnTo>
                    <a:pt x="208432" y="248602"/>
                  </a:lnTo>
                  <a:lnTo>
                    <a:pt x="1705546" y="248602"/>
                  </a:lnTo>
                  <a:lnTo>
                    <a:pt x="1705546" y="242887"/>
                  </a:lnTo>
                  <a:lnTo>
                    <a:pt x="208432" y="242887"/>
                  </a:lnTo>
                  <a:lnTo>
                    <a:pt x="208432" y="191452"/>
                  </a:lnTo>
                  <a:lnTo>
                    <a:pt x="1705546" y="191452"/>
                  </a:lnTo>
                  <a:lnTo>
                    <a:pt x="1705546" y="185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5" name="object 15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38395" y="4862131"/>
              <a:ext cx="111140" cy="121015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954246" y="5005006"/>
              <a:ext cx="75723" cy="177164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1639074" y="4865277"/>
              <a:ext cx="81915" cy="457200"/>
            </a:xfrm>
            <a:custGeom>
              <a:avLst/>
              <a:gdLst/>
              <a:ahLst/>
              <a:cxnLst/>
              <a:rect l="l" t="t" r="r" b="b"/>
              <a:pathLst>
                <a:path w="81914" h="457200">
                  <a:moveTo>
                    <a:pt x="29997" y="18859"/>
                  </a:moveTo>
                  <a:lnTo>
                    <a:pt x="29235" y="15240"/>
                  </a:lnTo>
                  <a:lnTo>
                    <a:pt x="27520" y="11811"/>
                  </a:lnTo>
                  <a:lnTo>
                    <a:pt x="24853" y="8572"/>
                  </a:lnTo>
                  <a:lnTo>
                    <a:pt x="16852" y="0"/>
                  </a:lnTo>
                  <a:lnTo>
                    <a:pt x="12852" y="0"/>
                  </a:lnTo>
                  <a:lnTo>
                    <a:pt x="15709" y="2857"/>
                  </a:lnTo>
                  <a:lnTo>
                    <a:pt x="17526" y="6477"/>
                  </a:lnTo>
                  <a:lnTo>
                    <a:pt x="3898" y="27813"/>
                  </a:lnTo>
                  <a:lnTo>
                    <a:pt x="762" y="32575"/>
                  </a:lnTo>
                  <a:lnTo>
                    <a:pt x="0" y="38290"/>
                  </a:lnTo>
                  <a:lnTo>
                    <a:pt x="762" y="41910"/>
                  </a:lnTo>
                  <a:lnTo>
                    <a:pt x="2476" y="45339"/>
                  </a:lnTo>
                  <a:lnTo>
                    <a:pt x="5143" y="48577"/>
                  </a:lnTo>
                  <a:lnTo>
                    <a:pt x="12852" y="57150"/>
                  </a:lnTo>
                  <a:lnTo>
                    <a:pt x="15709" y="60007"/>
                  </a:lnTo>
                  <a:lnTo>
                    <a:pt x="17526" y="63627"/>
                  </a:lnTo>
                  <a:lnTo>
                    <a:pt x="3898" y="84963"/>
                  </a:lnTo>
                  <a:lnTo>
                    <a:pt x="762" y="89725"/>
                  </a:lnTo>
                  <a:lnTo>
                    <a:pt x="0" y="95440"/>
                  </a:lnTo>
                  <a:lnTo>
                    <a:pt x="762" y="99060"/>
                  </a:lnTo>
                  <a:lnTo>
                    <a:pt x="2476" y="102489"/>
                  </a:lnTo>
                  <a:lnTo>
                    <a:pt x="5143" y="105727"/>
                  </a:lnTo>
                  <a:lnTo>
                    <a:pt x="12852" y="114300"/>
                  </a:lnTo>
                  <a:lnTo>
                    <a:pt x="15709" y="117157"/>
                  </a:lnTo>
                  <a:lnTo>
                    <a:pt x="17526" y="120777"/>
                  </a:lnTo>
                  <a:lnTo>
                    <a:pt x="3898" y="142113"/>
                  </a:lnTo>
                  <a:lnTo>
                    <a:pt x="762" y="146875"/>
                  </a:lnTo>
                  <a:lnTo>
                    <a:pt x="0" y="152590"/>
                  </a:lnTo>
                  <a:lnTo>
                    <a:pt x="762" y="156210"/>
                  </a:lnTo>
                  <a:lnTo>
                    <a:pt x="2476" y="159639"/>
                  </a:lnTo>
                  <a:lnTo>
                    <a:pt x="5143" y="162877"/>
                  </a:lnTo>
                  <a:lnTo>
                    <a:pt x="12852" y="171450"/>
                  </a:lnTo>
                  <a:lnTo>
                    <a:pt x="15709" y="174307"/>
                  </a:lnTo>
                  <a:lnTo>
                    <a:pt x="17526" y="177927"/>
                  </a:lnTo>
                  <a:lnTo>
                    <a:pt x="3898" y="199263"/>
                  </a:lnTo>
                  <a:lnTo>
                    <a:pt x="762" y="204025"/>
                  </a:lnTo>
                  <a:lnTo>
                    <a:pt x="0" y="209740"/>
                  </a:lnTo>
                  <a:lnTo>
                    <a:pt x="762" y="213360"/>
                  </a:lnTo>
                  <a:lnTo>
                    <a:pt x="2476" y="216789"/>
                  </a:lnTo>
                  <a:lnTo>
                    <a:pt x="5143" y="220027"/>
                  </a:lnTo>
                  <a:lnTo>
                    <a:pt x="12852" y="228600"/>
                  </a:lnTo>
                  <a:lnTo>
                    <a:pt x="15709" y="231457"/>
                  </a:lnTo>
                  <a:lnTo>
                    <a:pt x="17526" y="235077"/>
                  </a:lnTo>
                  <a:lnTo>
                    <a:pt x="3898" y="256413"/>
                  </a:lnTo>
                  <a:lnTo>
                    <a:pt x="762" y="261175"/>
                  </a:lnTo>
                  <a:lnTo>
                    <a:pt x="0" y="266890"/>
                  </a:lnTo>
                  <a:lnTo>
                    <a:pt x="762" y="270510"/>
                  </a:lnTo>
                  <a:lnTo>
                    <a:pt x="2476" y="273939"/>
                  </a:lnTo>
                  <a:lnTo>
                    <a:pt x="5143" y="277177"/>
                  </a:lnTo>
                  <a:lnTo>
                    <a:pt x="12852" y="285750"/>
                  </a:lnTo>
                  <a:lnTo>
                    <a:pt x="16852" y="285750"/>
                  </a:lnTo>
                  <a:lnTo>
                    <a:pt x="13804" y="281749"/>
                  </a:lnTo>
                  <a:lnTo>
                    <a:pt x="12090" y="278231"/>
                  </a:lnTo>
                  <a:lnTo>
                    <a:pt x="11709" y="275183"/>
                  </a:lnTo>
                  <a:lnTo>
                    <a:pt x="12661" y="270040"/>
                  </a:lnTo>
                  <a:lnTo>
                    <a:pt x="15621" y="265658"/>
                  </a:lnTo>
                  <a:lnTo>
                    <a:pt x="20574" y="262039"/>
                  </a:lnTo>
                  <a:lnTo>
                    <a:pt x="26098" y="257848"/>
                  </a:lnTo>
                  <a:lnTo>
                    <a:pt x="29235" y="252984"/>
                  </a:lnTo>
                  <a:lnTo>
                    <a:pt x="29997" y="247459"/>
                  </a:lnTo>
                  <a:lnTo>
                    <a:pt x="29235" y="243840"/>
                  </a:lnTo>
                  <a:lnTo>
                    <a:pt x="27520" y="240411"/>
                  </a:lnTo>
                  <a:lnTo>
                    <a:pt x="24853" y="237172"/>
                  </a:lnTo>
                  <a:lnTo>
                    <a:pt x="16852" y="228600"/>
                  </a:lnTo>
                  <a:lnTo>
                    <a:pt x="13804" y="224599"/>
                  </a:lnTo>
                  <a:lnTo>
                    <a:pt x="12090" y="221081"/>
                  </a:lnTo>
                  <a:lnTo>
                    <a:pt x="11709" y="218033"/>
                  </a:lnTo>
                  <a:lnTo>
                    <a:pt x="12661" y="212890"/>
                  </a:lnTo>
                  <a:lnTo>
                    <a:pt x="15621" y="208508"/>
                  </a:lnTo>
                  <a:lnTo>
                    <a:pt x="20574" y="204889"/>
                  </a:lnTo>
                  <a:lnTo>
                    <a:pt x="26098" y="200698"/>
                  </a:lnTo>
                  <a:lnTo>
                    <a:pt x="29235" y="195834"/>
                  </a:lnTo>
                  <a:lnTo>
                    <a:pt x="29997" y="190309"/>
                  </a:lnTo>
                  <a:lnTo>
                    <a:pt x="29235" y="186690"/>
                  </a:lnTo>
                  <a:lnTo>
                    <a:pt x="27520" y="183261"/>
                  </a:lnTo>
                  <a:lnTo>
                    <a:pt x="24853" y="180022"/>
                  </a:lnTo>
                  <a:lnTo>
                    <a:pt x="16852" y="171450"/>
                  </a:lnTo>
                  <a:lnTo>
                    <a:pt x="13804" y="167449"/>
                  </a:lnTo>
                  <a:lnTo>
                    <a:pt x="12090" y="163931"/>
                  </a:lnTo>
                  <a:lnTo>
                    <a:pt x="11709" y="160883"/>
                  </a:lnTo>
                  <a:lnTo>
                    <a:pt x="12661" y="155740"/>
                  </a:lnTo>
                  <a:lnTo>
                    <a:pt x="15621" y="151358"/>
                  </a:lnTo>
                  <a:lnTo>
                    <a:pt x="20574" y="147739"/>
                  </a:lnTo>
                  <a:lnTo>
                    <a:pt x="26098" y="143548"/>
                  </a:lnTo>
                  <a:lnTo>
                    <a:pt x="29235" y="138684"/>
                  </a:lnTo>
                  <a:lnTo>
                    <a:pt x="29997" y="133159"/>
                  </a:lnTo>
                  <a:lnTo>
                    <a:pt x="29235" y="129540"/>
                  </a:lnTo>
                  <a:lnTo>
                    <a:pt x="27520" y="126111"/>
                  </a:lnTo>
                  <a:lnTo>
                    <a:pt x="24853" y="122872"/>
                  </a:lnTo>
                  <a:lnTo>
                    <a:pt x="16852" y="114300"/>
                  </a:lnTo>
                  <a:lnTo>
                    <a:pt x="13804" y="110299"/>
                  </a:lnTo>
                  <a:lnTo>
                    <a:pt x="12090" y="106781"/>
                  </a:lnTo>
                  <a:lnTo>
                    <a:pt x="11709" y="103733"/>
                  </a:lnTo>
                  <a:lnTo>
                    <a:pt x="12661" y="98590"/>
                  </a:lnTo>
                  <a:lnTo>
                    <a:pt x="15621" y="94208"/>
                  </a:lnTo>
                  <a:lnTo>
                    <a:pt x="20574" y="90589"/>
                  </a:lnTo>
                  <a:lnTo>
                    <a:pt x="26098" y="86398"/>
                  </a:lnTo>
                  <a:lnTo>
                    <a:pt x="29235" y="81534"/>
                  </a:lnTo>
                  <a:lnTo>
                    <a:pt x="29997" y="76009"/>
                  </a:lnTo>
                  <a:lnTo>
                    <a:pt x="29235" y="72390"/>
                  </a:lnTo>
                  <a:lnTo>
                    <a:pt x="27520" y="68961"/>
                  </a:lnTo>
                  <a:lnTo>
                    <a:pt x="24853" y="65722"/>
                  </a:lnTo>
                  <a:lnTo>
                    <a:pt x="16852" y="57150"/>
                  </a:lnTo>
                  <a:lnTo>
                    <a:pt x="13804" y="53149"/>
                  </a:lnTo>
                  <a:lnTo>
                    <a:pt x="12090" y="49631"/>
                  </a:lnTo>
                  <a:lnTo>
                    <a:pt x="11709" y="46583"/>
                  </a:lnTo>
                  <a:lnTo>
                    <a:pt x="12661" y="41440"/>
                  </a:lnTo>
                  <a:lnTo>
                    <a:pt x="15621" y="37058"/>
                  </a:lnTo>
                  <a:lnTo>
                    <a:pt x="20574" y="33439"/>
                  </a:lnTo>
                  <a:lnTo>
                    <a:pt x="26098" y="29248"/>
                  </a:lnTo>
                  <a:lnTo>
                    <a:pt x="29235" y="24384"/>
                  </a:lnTo>
                  <a:lnTo>
                    <a:pt x="29997" y="18859"/>
                  </a:lnTo>
                  <a:close/>
                </a:path>
                <a:path w="81914" h="457200">
                  <a:moveTo>
                    <a:pt x="81432" y="40005"/>
                  </a:moveTo>
                  <a:lnTo>
                    <a:pt x="71437" y="40005"/>
                  </a:lnTo>
                  <a:lnTo>
                    <a:pt x="71437" y="457200"/>
                  </a:lnTo>
                  <a:lnTo>
                    <a:pt x="81432" y="457200"/>
                  </a:lnTo>
                  <a:lnTo>
                    <a:pt x="81432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8" name="object 15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693999" y="4862131"/>
              <a:ext cx="111140" cy="291464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2462022" y="4131192"/>
              <a:ext cx="1705610" cy="1334770"/>
            </a:xfrm>
            <a:custGeom>
              <a:avLst/>
              <a:gdLst/>
              <a:ahLst/>
              <a:cxnLst/>
              <a:rect l="l" t="t" r="r" b="b"/>
              <a:pathLst>
                <a:path w="1705610" h="1334770">
                  <a:moveTo>
                    <a:pt x="315645" y="1302016"/>
                  </a:moveTo>
                  <a:lnTo>
                    <a:pt x="291325" y="1302016"/>
                  </a:lnTo>
                  <a:lnTo>
                    <a:pt x="290372" y="1297940"/>
                  </a:lnTo>
                  <a:lnTo>
                    <a:pt x="286740" y="1291590"/>
                  </a:lnTo>
                  <a:lnTo>
                    <a:pt x="281228" y="1286510"/>
                  </a:lnTo>
                  <a:lnTo>
                    <a:pt x="273875" y="1282725"/>
                  </a:lnTo>
                  <a:lnTo>
                    <a:pt x="268363" y="1280820"/>
                  </a:lnTo>
                  <a:lnTo>
                    <a:pt x="266014" y="1280007"/>
                  </a:lnTo>
                  <a:lnTo>
                    <a:pt x="264350" y="1279601"/>
                  </a:lnTo>
                  <a:lnTo>
                    <a:pt x="264350" y="1322920"/>
                  </a:lnTo>
                  <a:lnTo>
                    <a:pt x="260159" y="1329207"/>
                  </a:lnTo>
                  <a:lnTo>
                    <a:pt x="251015" y="1329588"/>
                  </a:lnTo>
                  <a:lnTo>
                    <a:pt x="244919" y="1330350"/>
                  </a:lnTo>
                  <a:lnTo>
                    <a:pt x="239585" y="1328064"/>
                  </a:lnTo>
                  <a:lnTo>
                    <a:pt x="235013" y="1322730"/>
                  </a:lnTo>
                  <a:lnTo>
                    <a:pt x="230441" y="1317015"/>
                  </a:lnTo>
                  <a:lnTo>
                    <a:pt x="227774" y="1309585"/>
                  </a:lnTo>
                  <a:lnTo>
                    <a:pt x="227736" y="1309154"/>
                  </a:lnTo>
                  <a:lnTo>
                    <a:pt x="263461" y="1309154"/>
                  </a:lnTo>
                  <a:lnTo>
                    <a:pt x="263588" y="1310728"/>
                  </a:lnTo>
                  <a:lnTo>
                    <a:pt x="264350" y="1322920"/>
                  </a:lnTo>
                  <a:lnTo>
                    <a:pt x="264350" y="1279601"/>
                  </a:lnTo>
                  <a:lnTo>
                    <a:pt x="262890" y="1279245"/>
                  </a:lnTo>
                  <a:lnTo>
                    <a:pt x="262890" y="1302016"/>
                  </a:lnTo>
                  <a:lnTo>
                    <a:pt x="227139" y="1302016"/>
                  </a:lnTo>
                  <a:lnTo>
                    <a:pt x="227012" y="1300441"/>
                  </a:lnTo>
                  <a:lnTo>
                    <a:pt x="226631" y="1293964"/>
                  </a:lnTo>
                  <a:lnTo>
                    <a:pt x="226669" y="1293774"/>
                  </a:lnTo>
                  <a:lnTo>
                    <a:pt x="227393" y="1289392"/>
                  </a:lnTo>
                  <a:lnTo>
                    <a:pt x="245681" y="1280820"/>
                  </a:lnTo>
                  <a:lnTo>
                    <a:pt x="251015" y="1283106"/>
                  </a:lnTo>
                  <a:lnTo>
                    <a:pt x="260159" y="1293774"/>
                  </a:lnTo>
                  <a:lnTo>
                    <a:pt x="260223" y="1293964"/>
                  </a:lnTo>
                  <a:lnTo>
                    <a:pt x="262826" y="1301203"/>
                  </a:lnTo>
                  <a:lnTo>
                    <a:pt x="262890" y="1302016"/>
                  </a:lnTo>
                  <a:lnTo>
                    <a:pt x="262890" y="1279245"/>
                  </a:lnTo>
                  <a:lnTo>
                    <a:pt x="258445" y="1278153"/>
                  </a:lnTo>
                  <a:lnTo>
                    <a:pt x="251155" y="1277150"/>
                  </a:lnTo>
                  <a:lnTo>
                    <a:pt x="244157" y="1277010"/>
                  </a:lnTo>
                  <a:lnTo>
                    <a:pt x="237413" y="1277150"/>
                  </a:lnTo>
                  <a:lnTo>
                    <a:pt x="199898" y="1297940"/>
                  </a:lnTo>
                  <a:lnTo>
                    <a:pt x="199110" y="1302016"/>
                  </a:lnTo>
                  <a:lnTo>
                    <a:pt x="178765" y="1302016"/>
                  </a:lnTo>
                  <a:lnTo>
                    <a:pt x="178765" y="1309154"/>
                  </a:lnTo>
                  <a:lnTo>
                    <a:pt x="199250" y="1309154"/>
                  </a:lnTo>
                  <a:lnTo>
                    <a:pt x="200190" y="1313230"/>
                  </a:lnTo>
                  <a:lnTo>
                    <a:pt x="238874" y="1334020"/>
                  </a:lnTo>
                  <a:lnTo>
                    <a:pt x="245872" y="1334160"/>
                  </a:lnTo>
                  <a:lnTo>
                    <a:pt x="252844" y="1334020"/>
                  </a:lnTo>
                  <a:lnTo>
                    <a:pt x="260019" y="1333017"/>
                  </a:lnTo>
                  <a:lnTo>
                    <a:pt x="267411" y="1331163"/>
                  </a:lnTo>
                  <a:lnTo>
                    <a:pt x="269684" y="1330350"/>
                  </a:lnTo>
                  <a:lnTo>
                    <a:pt x="275018" y="1328445"/>
                  </a:lnTo>
                  <a:lnTo>
                    <a:pt x="282092" y="1324660"/>
                  </a:lnTo>
                  <a:lnTo>
                    <a:pt x="287312" y="1319593"/>
                  </a:lnTo>
                  <a:lnTo>
                    <a:pt x="290664" y="1313230"/>
                  </a:lnTo>
                  <a:lnTo>
                    <a:pt x="291452" y="1309154"/>
                  </a:lnTo>
                  <a:lnTo>
                    <a:pt x="315645" y="1309154"/>
                  </a:lnTo>
                  <a:lnTo>
                    <a:pt x="315645" y="1302016"/>
                  </a:lnTo>
                  <a:close/>
                </a:path>
                <a:path w="1705610" h="1334770">
                  <a:moveTo>
                    <a:pt x="315645" y="1244866"/>
                  </a:moveTo>
                  <a:lnTo>
                    <a:pt x="178765" y="1244866"/>
                  </a:lnTo>
                  <a:lnTo>
                    <a:pt x="178765" y="1252004"/>
                  </a:lnTo>
                  <a:lnTo>
                    <a:pt x="315645" y="1252004"/>
                  </a:lnTo>
                  <a:lnTo>
                    <a:pt x="315645" y="1244866"/>
                  </a:lnTo>
                  <a:close/>
                </a:path>
                <a:path w="1705610" h="1334770">
                  <a:moveTo>
                    <a:pt x="315645" y="1187716"/>
                  </a:moveTo>
                  <a:lnTo>
                    <a:pt x="178765" y="1187716"/>
                  </a:lnTo>
                  <a:lnTo>
                    <a:pt x="178765" y="1194854"/>
                  </a:lnTo>
                  <a:lnTo>
                    <a:pt x="315645" y="1194854"/>
                  </a:lnTo>
                  <a:lnTo>
                    <a:pt x="315645" y="1187716"/>
                  </a:lnTo>
                  <a:close/>
                </a:path>
                <a:path w="1705610" h="1334770">
                  <a:moveTo>
                    <a:pt x="1705559" y="905535"/>
                  </a:moveTo>
                  <a:lnTo>
                    <a:pt x="12700" y="90553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905535"/>
                  </a:lnTo>
                  <a:lnTo>
                    <a:pt x="0" y="905535"/>
                  </a:lnTo>
                  <a:lnTo>
                    <a:pt x="0" y="911250"/>
                  </a:lnTo>
                  <a:lnTo>
                    <a:pt x="4127" y="911250"/>
                  </a:lnTo>
                  <a:lnTo>
                    <a:pt x="4127" y="962685"/>
                  </a:lnTo>
                  <a:lnTo>
                    <a:pt x="0" y="962685"/>
                  </a:lnTo>
                  <a:lnTo>
                    <a:pt x="0" y="968400"/>
                  </a:lnTo>
                  <a:lnTo>
                    <a:pt x="4127" y="968400"/>
                  </a:lnTo>
                  <a:lnTo>
                    <a:pt x="4127" y="1019835"/>
                  </a:lnTo>
                  <a:lnTo>
                    <a:pt x="0" y="1019835"/>
                  </a:lnTo>
                  <a:lnTo>
                    <a:pt x="0" y="1025550"/>
                  </a:lnTo>
                  <a:lnTo>
                    <a:pt x="4127" y="1025550"/>
                  </a:lnTo>
                  <a:lnTo>
                    <a:pt x="4127" y="1076985"/>
                  </a:lnTo>
                  <a:lnTo>
                    <a:pt x="0" y="1076985"/>
                  </a:lnTo>
                  <a:lnTo>
                    <a:pt x="0" y="1082700"/>
                  </a:lnTo>
                  <a:lnTo>
                    <a:pt x="4127" y="1082700"/>
                  </a:lnTo>
                  <a:lnTo>
                    <a:pt x="4127" y="1134135"/>
                  </a:lnTo>
                  <a:lnTo>
                    <a:pt x="0" y="1134135"/>
                  </a:lnTo>
                  <a:lnTo>
                    <a:pt x="0" y="1139850"/>
                  </a:lnTo>
                  <a:lnTo>
                    <a:pt x="4127" y="1139850"/>
                  </a:lnTo>
                  <a:lnTo>
                    <a:pt x="12700" y="1139850"/>
                  </a:lnTo>
                  <a:lnTo>
                    <a:pt x="1705559" y="1139850"/>
                  </a:lnTo>
                  <a:lnTo>
                    <a:pt x="1705559" y="1134135"/>
                  </a:lnTo>
                  <a:lnTo>
                    <a:pt x="245872" y="1134135"/>
                  </a:lnTo>
                  <a:lnTo>
                    <a:pt x="12700" y="1134135"/>
                  </a:lnTo>
                  <a:lnTo>
                    <a:pt x="12700" y="1082700"/>
                  </a:lnTo>
                  <a:lnTo>
                    <a:pt x="215011" y="1082700"/>
                  </a:lnTo>
                  <a:lnTo>
                    <a:pt x="208191" y="1086485"/>
                  </a:lnTo>
                  <a:lnTo>
                    <a:pt x="203149" y="1091565"/>
                  </a:lnTo>
                  <a:lnTo>
                    <a:pt x="199898" y="1097915"/>
                  </a:lnTo>
                  <a:lnTo>
                    <a:pt x="198437" y="1105560"/>
                  </a:lnTo>
                  <a:lnTo>
                    <a:pt x="200190" y="1113205"/>
                  </a:lnTo>
                  <a:lnTo>
                    <a:pt x="238874" y="1133995"/>
                  </a:lnTo>
                  <a:lnTo>
                    <a:pt x="245872" y="1134135"/>
                  </a:lnTo>
                  <a:lnTo>
                    <a:pt x="252844" y="1133995"/>
                  </a:lnTo>
                  <a:lnTo>
                    <a:pt x="260019" y="1132992"/>
                  </a:lnTo>
                  <a:lnTo>
                    <a:pt x="267411" y="1131138"/>
                  </a:lnTo>
                  <a:lnTo>
                    <a:pt x="269684" y="1130325"/>
                  </a:lnTo>
                  <a:lnTo>
                    <a:pt x="275018" y="1128420"/>
                  </a:lnTo>
                  <a:lnTo>
                    <a:pt x="282092" y="1124635"/>
                  </a:lnTo>
                  <a:lnTo>
                    <a:pt x="287312" y="1119568"/>
                  </a:lnTo>
                  <a:lnTo>
                    <a:pt x="290664" y="1113205"/>
                  </a:lnTo>
                  <a:lnTo>
                    <a:pt x="292163" y="1105560"/>
                  </a:lnTo>
                  <a:lnTo>
                    <a:pt x="290372" y="1097915"/>
                  </a:lnTo>
                  <a:lnTo>
                    <a:pt x="286740" y="1091565"/>
                  </a:lnTo>
                  <a:lnTo>
                    <a:pt x="281228" y="1086485"/>
                  </a:lnTo>
                  <a:lnTo>
                    <a:pt x="273875" y="1082700"/>
                  </a:lnTo>
                  <a:lnTo>
                    <a:pt x="1705559" y="1082700"/>
                  </a:lnTo>
                  <a:lnTo>
                    <a:pt x="1705559" y="1076985"/>
                  </a:lnTo>
                  <a:lnTo>
                    <a:pt x="264350" y="1076985"/>
                  </a:lnTo>
                  <a:lnTo>
                    <a:pt x="264350" y="1122895"/>
                  </a:lnTo>
                  <a:lnTo>
                    <a:pt x="260159" y="1129182"/>
                  </a:lnTo>
                  <a:lnTo>
                    <a:pt x="251015" y="1129563"/>
                  </a:lnTo>
                  <a:lnTo>
                    <a:pt x="244919" y="1130325"/>
                  </a:lnTo>
                  <a:lnTo>
                    <a:pt x="239585" y="1128039"/>
                  </a:lnTo>
                  <a:lnTo>
                    <a:pt x="226631" y="1093939"/>
                  </a:lnTo>
                  <a:lnTo>
                    <a:pt x="226669" y="1093749"/>
                  </a:lnTo>
                  <a:lnTo>
                    <a:pt x="227393" y="1089367"/>
                  </a:lnTo>
                  <a:lnTo>
                    <a:pt x="229298" y="1086700"/>
                  </a:lnTo>
                  <a:lnTo>
                    <a:pt x="231584" y="1084033"/>
                  </a:lnTo>
                  <a:lnTo>
                    <a:pt x="234251" y="1082700"/>
                  </a:lnTo>
                  <a:lnTo>
                    <a:pt x="250126" y="1082700"/>
                  </a:lnTo>
                  <a:lnTo>
                    <a:pt x="251015" y="1083081"/>
                  </a:lnTo>
                  <a:lnTo>
                    <a:pt x="260159" y="1093749"/>
                  </a:lnTo>
                  <a:lnTo>
                    <a:pt x="260223" y="1093939"/>
                  </a:lnTo>
                  <a:lnTo>
                    <a:pt x="262826" y="1101178"/>
                  </a:lnTo>
                  <a:lnTo>
                    <a:pt x="263588" y="1110703"/>
                  </a:lnTo>
                  <a:lnTo>
                    <a:pt x="264350" y="1122895"/>
                  </a:lnTo>
                  <a:lnTo>
                    <a:pt x="264350" y="1076985"/>
                  </a:lnTo>
                  <a:lnTo>
                    <a:pt x="244157" y="1076985"/>
                  </a:lnTo>
                  <a:lnTo>
                    <a:pt x="12700" y="1076985"/>
                  </a:lnTo>
                  <a:lnTo>
                    <a:pt x="12700" y="1025550"/>
                  </a:lnTo>
                  <a:lnTo>
                    <a:pt x="1705559" y="1025550"/>
                  </a:lnTo>
                  <a:lnTo>
                    <a:pt x="1705559" y="1019835"/>
                  </a:lnTo>
                  <a:lnTo>
                    <a:pt x="12700" y="1019835"/>
                  </a:lnTo>
                  <a:lnTo>
                    <a:pt x="12700" y="968400"/>
                  </a:lnTo>
                  <a:lnTo>
                    <a:pt x="1705559" y="968400"/>
                  </a:lnTo>
                  <a:lnTo>
                    <a:pt x="1705559" y="962685"/>
                  </a:lnTo>
                  <a:lnTo>
                    <a:pt x="12700" y="962685"/>
                  </a:lnTo>
                  <a:lnTo>
                    <a:pt x="12700" y="911250"/>
                  </a:lnTo>
                  <a:lnTo>
                    <a:pt x="1705559" y="911250"/>
                  </a:lnTo>
                  <a:lnTo>
                    <a:pt x="1705559" y="9055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2774195" y="5451062"/>
              <a:ext cx="1572260" cy="97790"/>
            </a:xfrm>
            <a:custGeom>
              <a:avLst/>
              <a:gdLst/>
              <a:ahLst/>
              <a:cxnLst/>
              <a:rect l="l" t="t" r="r" b="b"/>
              <a:pathLst>
                <a:path w="1572260" h="97789">
                  <a:moveTo>
                    <a:pt x="785911" y="97411"/>
                  </a:moveTo>
                  <a:lnTo>
                    <a:pt x="700251" y="97030"/>
                  </a:lnTo>
                  <a:lnTo>
                    <a:pt x="619464" y="95889"/>
                  </a:lnTo>
                  <a:lnTo>
                    <a:pt x="543549" y="93986"/>
                  </a:lnTo>
                  <a:lnTo>
                    <a:pt x="472505" y="91322"/>
                  </a:lnTo>
                  <a:lnTo>
                    <a:pt x="406334" y="87898"/>
                  </a:lnTo>
                  <a:lnTo>
                    <a:pt x="345034" y="83712"/>
                  </a:lnTo>
                  <a:lnTo>
                    <a:pt x="288607" y="78766"/>
                  </a:lnTo>
                  <a:lnTo>
                    <a:pt x="237052" y="73058"/>
                  </a:lnTo>
                  <a:lnTo>
                    <a:pt x="190368" y="66589"/>
                  </a:lnTo>
                  <a:lnTo>
                    <a:pt x="148557" y="59359"/>
                  </a:lnTo>
                  <a:lnTo>
                    <a:pt x="79550" y="42617"/>
                  </a:lnTo>
                  <a:lnTo>
                    <a:pt x="30031" y="22830"/>
                  </a:lnTo>
                  <a:lnTo>
                    <a:pt x="0" y="0"/>
                  </a:lnTo>
                  <a:lnTo>
                    <a:pt x="12579" y="10930"/>
                  </a:lnTo>
                  <a:lnTo>
                    <a:pt x="30031" y="21156"/>
                  </a:lnTo>
                  <a:lnTo>
                    <a:pt x="79550" y="39492"/>
                  </a:lnTo>
                  <a:lnTo>
                    <a:pt x="148557" y="55006"/>
                  </a:lnTo>
                  <a:lnTo>
                    <a:pt x="190368" y="61706"/>
                  </a:lnTo>
                  <a:lnTo>
                    <a:pt x="237052" y="67700"/>
                  </a:lnTo>
                  <a:lnTo>
                    <a:pt x="288607" y="72989"/>
                  </a:lnTo>
                  <a:lnTo>
                    <a:pt x="345034" y="77573"/>
                  </a:lnTo>
                  <a:lnTo>
                    <a:pt x="406334" y="81452"/>
                  </a:lnTo>
                  <a:lnTo>
                    <a:pt x="472505" y="84625"/>
                  </a:lnTo>
                  <a:lnTo>
                    <a:pt x="543549" y="87093"/>
                  </a:lnTo>
                  <a:lnTo>
                    <a:pt x="619464" y="88856"/>
                  </a:lnTo>
                  <a:lnTo>
                    <a:pt x="700251" y="89914"/>
                  </a:lnTo>
                  <a:lnTo>
                    <a:pt x="785911" y="90267"/>
                  </a:lnTo>
                  <a:lnTo>
                    <a:pt x="871570" y="89914"/>
                  </a:lnTo>
                  <a:lnTo>
                    <a:pt x="952358" y="88856"/>
                  </a:lnTo>
                  <a:lnTo>
                    <a:pt x="1028273" y="87093"/>
                  </a:lnTo>
                  <a:lnTo>
                    <a:pt x="1099316" y="84625"/>
                  </a:lnTo>
                  <a:lnTo>
                    <a:pt x="1165488" y="81452"/>
                  </a:lnTo>
                  <a:lnTo>
                    <a:pt x="1226787" y="77573"/>
                  </a:lnTo>
                  <a:lnTo>
                    <a:pt x="1283215" y="72989"/>
                  </a:lnTo>
                  <a:lnTo>
                    <a:pt x="1334770" y="67700"/>
                  </a:lnTo>
                  <a:lnTo>
                    <a:pt x="1381454" y="61706"/>
                  </a:lnTo>
                  <a:lnTo>
                    <a:pt x="1423265" y="55006"/>
                  </a:lnTo>
                  <a:lnTo>
                    <a:pt x="1492272" y="39492"/>
                  </a:lnTo>
                  <a:lnTo>
                    <a:pt x="1541791" y="21156"/>
                  </a:lnTo>
                  <a:lnTo>
                    <a:pt x="1571822" y="0"/>
                  </a:lnTo>
                  <a:lnTo>
                    <a:pt x="1559243" y="11795"/>
                  </a:lnTo>
                  <a:lnTo>
                    <a:pt x="1519468" y="33104"/>
                  </a:lnTo>
                  <a:lnTo>
                    <a:pt x="1460205" y="51369"/>
                  </a:lnTo>
                  <a:lnTo>
                    <a:pt x="1381454" y="66589"/>
                  </a:lnTo>
                  <a:lnTo>
                    <a:pt x="1334770" y="73058"/>
                  </a:lnTo>
                  <a:lnTo>
                    <a:pt x="1283215" y="78766"/>
                  </a:lnTo>
                  <a:lnTo>
                    <a:pt x="1226787" y="83712"/>
                  </a:lnTo>
                  <a:lnTo>
                    <a:pt x="1165488" y="87898"/>
                  </a:lnTo>
                  <a:lnTo>
                    <a:pt x="1099316" y="91322"/>
                  </a:lnTo>
                  <a:lnTo>
                    <a:pt x="1028273" y="93986"/>
                  </a:lnTo>
                  <a:lnTo>
                    <a:pt x="952358" y="95889"/>
                  </a:lnTo>
                  <a:lnTo>
                    <a:pt x="871570" y="97030"/>
                  </a:lnTo>
                  <a:lnTo>
                    <a:pt x="785911" y="974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2774195" y="5451062"/>
              <a:ext cx="1572260" cy="97790"/>
            </a:xfrm>
            <a:custGeom>
              <a:avLst/>
              <a:gdLst/>
              <a:ahLst/>
              <a:cxnLst/>
              <a:rect l="l" t="t" r="r" b="b"/>
              <a:pathLst>
                <a:path w="1572260" h="97789">
                  <a:moveTo>
                    <a:pt x="0" y="0"/>
                  </a:moveTo>
                  <a:lnTo>
                    <a:pt x="52354" y="33104"/>
                  </a:lnTo>
                  <a:lnTo>
                    <a:pt x="111617" y="51369"/>
                  </a:lnTo>
                  <a:lnTo>
                    <a:pt x="190368" y="66589"/>
                  </a:lnTo>
                  <a:lnTo>
                    <a:pt x="237052" y="73058"/>
                  </a:lnTo>
                  <a:lnTo>
                    <a:pt x="288607" y="78766"/>
                  </a:lnTo>
                  <a:lnTo>
                    <a:pt x="345034" y="83712"/>
                  </a:lnTo>
                  <a:lnTo>
                    <a:pt x="406334" y="87898"/>
                  </a:lnTo>
                  <a:lnTo>
                    <a:pt x="472505" y="91322"/>
                  </a:lnTo>
                  <a:lnTo>
                    <a:pt x="543549" y="93986"/>
                  </a:lnTo>
                  <a:lnTo>
                    <a:pt x="619464" y="95889"/>
                  </a:lnTo>
                  <a:lnTo>
                    <a:pt x="700251" y="97030"/>
                  </a:lnTo>
                  <a:lnTo>
                    <a:pt x="785911" y="97411"/>
                  </a:lnTo>
                  <a:lnTo>
                    <a:pt x="871570" y="97030"/>
                  </a:lnTo>
                  <a:lnTo>
                    <a:pt x="952358" y="95889"/>
                  </a:lnTo>
                  <a:lnTo>
                    <a:pt x="1028273" y="93986"/>
                  </a:lnTo>
                  <a:lnTo>
                    <a:pt x="1099316" y="91322"/>
                  </a:lnTo>
                  <a:lnTo>
                    <a:pt x="1165488" y="87898"/>
                  </a:lnTo>
                  <a:lnTo>
                    <a:pt x="1226787" y="83712"/>
                  </a:lnTo>
                  <a:lnTo>
                    <a:pt x="1283215" y="78766"/>
                  </a:lnTo>
                  <a:lnTo>
                    <a:pt x="1334770" y="73058"/>
                  </a:lnTo>
                  <a:lnTo>
                    <a:pt x="1381454" y="66589"/>
                  </a:lnTo>
                  <a:lnTo>
                    <a:pt x="1423265" y="59359"/>
                  </a:lnTo>
                  <a:lnTo>
                    <a:pt x="1492272" y="42617"/>
                  </a:lnTo>
                  <a:lnTo>
                    <a:pt x="1541791" y="22830"/>
                  </a:lnTo>
                  <a:lnTo>
                    <a:pt x="1571822" y="0"/>
                  </a:lnTo>
                  <a:lnTo>
                    <a:pt x="1559243" y="10930"/>
                  </a:lnTo>
                  <a:lnTo>
                    <a:pt x="1541791" y="21156"/>
                  </a:lnTo>
                  <a:lnTo>
                    <a:pt x="1492272" y="39492"/>
                  </a:lnTo>
                  <a:lnTo>
                    <a:pt x="1423265" y="55006"/>
                  </a:lnTo>
                  <a:lnTo>
                    <a:pt x="1381454" y="61706"/>
                  </a:lnTo>
                  <a:lnTo>
                    <a:pt x="1334770" y="67700"/>
                  </a:lnTo>
                  <a:lnTo>
                    <a:pt x="1283215" y="72989"/>
                  </a:lnTo>
                  <a:lnTo>
                    <a:pt x="1226787" y="77573"/>
                  </a:lnTo>
                  <a:lnTo>
                    <a:pt x="1165488" y="81452"/>
                  </a:lnTo>
                  <a:lnTo>
                    <a:pt x="1099316" y="84625"/>
                  </a:lnTo>
                  <a:lnTo>
                    <a:pt x="1028273" y="87093"/>
                  </a:lnTo>
                  <a:lnTo>
                    <a:pt x="952358" y="88856"/>
                  </a:lnTo>
                  <a:lnTo>
                    <a:pt x="871570" y="89914"/>
                  </a:lnTo>
                  <a:lnTo>
                    <a:pt x="785911" y="90267"/>
                  </a:lnTo>
                  <a:lnTo>
                    <a:pt x="700251" y="89914"/>
                  </a:lnTo>
                  <a:lnTo>
                    <a:pt x="619464" y="88856"/>
                  </a:lnTo>
                  <a:lnTo>
                    <a:pt x="543549" y="87093"/>
                  </a:lnTo>
                  <a:lnTo>
                    <a:pt x="472505" y="84625"/>
                  </a:lnTo>
                  <a:lnTo>
                    <a:pt x="406334" y="81452"/>
                  </a:lnTo>
                  <a:lnTo>
                    <a:pt x="345034" y="77573"/>
                  </a:lnTo>
                  <a:lnTo>
                    <a:pt x="288607" y="72989"/>
                  </a:lnTo>
                  <a:lnTo>
                    <a:pt x="237052" y="67700"/>
                  </a:lnTo>
                  <a:lnTo>
                    <a:pt x="190368" y="61706"/>
                  </a:lnTo>
                  <a:lnTo>
                    <a:pt x="148557" y="55006"/>
                  </a:lnTo>
                  <a:lnTo>
                    <a:pt x="79550" y="39492"/>
                  </a:lnTo>
                  <a:lnTo>
                    <a:pt x="30031" y="21156"/>
                  </a:lnTo>
                  <a:lnTo>
                    <a:pt x="12579" y="10930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2774195" y="5139338"/>
              <a:ext cx="1572260" cy="97790"/>
            </a:xfrm>
            <a:custGeom>
              <a:avLst/>
              <a:gdLst/>
              <a:ahLst/>
              <a:cxnLst/>
              <a:rect l="l" t="t" r="r" b="b"/>
              <a:pathLst>
                <a:path w="1572260" h="97789">
                  <a:moveTo>
                    <a:pt x="1571822" y="97411"/>
                  </a:moveTo>
                  <a:lnTo>
                    <a:pt x="1519468" y="66734"/>
                  </a:lnTo>
                  <a:lnTo>
                    <a:pt x="1460205" y="49809"/>
                  </a:lnTo>
                  <a:lnTo>
                    <a:pt x="1381454" y="35704"/>
                  </a:lnTo>
                  <a:lnTo>
                    <a:pt x="1334770" y="29710"/>
                  </a:lnTo>
                  <a:lnTo>
                    <a:pt x="1283215" y="24421"/>
                  </a:lnTo>
                  <a:lnTo>
                    <a:pt x="1226787" y="19837"/>
                  </a:lnTo>
                  <a:lnTo>
                    <a:pt x="1165488" y="15958"/>
                  </a:lnTo>
                  <a:lnTo>
                    <a:pt x="1099316" y="12785"/>
                  </a:lnTo>
                  <a:lnTo>
                    <a:pt x="1028273" y="10317"/>
                  </a:lnTo>
                  <a:lnTo>
                    <a:pt x="952358" y="8554"/>
                  </a:lnTo>
                  <a:lnTo>
                    <a:pt x="871570" y="7496"/>
                  </a:lnTo>
                  <a:lnTo>
                    <a:pt x="785911" y="7143"/>
                  </a:lnTo>
                  <a:lnTo>
                    <a:pt x="700251" y="7496"/>
                  </a:lnTo>
                  <a:lnTo>
                    <a:pt x="619464" y="8554"/>
                  </a:lnTo>
                  <a:lnTo>
                    <a:pt x="543549" y="10317"/>
                  </a:lnTo>
                  <a:lnTo>
                    <a:pt x="472505" y="12785"/>
                  </a:lnTo>
                  <a:lnTo>
                    <a:pt x="406334" y="15958"/>
                  </a:lnTo>
                  <a:lnTo>
                    <a:pt x="345034" y="19837"/>
                  </a:lnTo>
                  <a:lnTo>
                    <a:pt x="288607" y="24421"/>
                  </a:lnTo>
                  <a:lnTo>
                    <a:pt x="237052" y="29710"/>
                  </a:lnTo>
                  <a:lnTo>
                    <a:pt x="190368" y="35704"/>
                  </a:lnTo>
                  <a:lnTo>
                    <a:pt x="148557" y="42404"/>
                  </a:lnTo>
                  <a:lnTo>
                    <a:pt x="79550" y="57919"/>
                  </a:lnTo>
                  <a:lnTo>
                    <a:pt x="30031" y="76254"/>
                  </a:lnTo>
                  <a:lnTo>
                    <a:pt x="0" y="97411"/>
                  </a:lnTo>
                  <a:lnTo>
                    <a:pt x="12579" y="85615"/>
                  </a:lnTo>
                  <a:lnTo>
                    <a:pt x="52354" y="64306"/>
                  </a:lnTo>
                  <a:lnTo>
                    <a:pt x="111617" y="46041"/>
                  </a:lnTo>
                  <a:lnTo>
                    <a:pt x="190368" y="30821"/>
                  </a:lnTo>
                  <a:lnTo>
                    <a:pt x="237052" y="24352"/>
                  </a:lnTo>
                  <a:lnTo>
                    <a:pt x="288607" y="18645"/>
                  </a:lnTo>
                  <a:lnTo>
                    <a:pt x="345034" y="13698"/>
                  </a:lnTo>
                  <a:lnTo>
                    <a:pt x="406334" y="9512"/>
                  </a:lnTo>
                  <a:lnTo>
                    <a:pt x="472505" y="6088"/>
                  </a:lnTo>
                  <a:lnTo>
                    <a:pt x="543549" y="3424"/>
                  </a:lnTo>
                  <a:lnTo>
                    <a:pt x="619464" y="1522"/>
                  </a:lnTo>
                  <a:lnTo>
                    <a:pt x="700251" y="380"/>
                  </a:lnTo>
                  <a:lnTo>
                    <a:pt x="785911" y="0"/>
                  </a:lnTo>
                  <a:lnTo>
                    <a:pt x="871570" y="380"/>
                  </a:lnTo>
                  <a:lnTo>
                    <a:pt x="952358" y="1522"/>
                  </a:lnTo>
                  <a:lnTo>
                    <a:pt x="1028273" y="3424"/>
                  </a:lnTo>
                  <a:lnTo>
                    <a:pt x="1099316" y="6088"/>
                  </a:lnTo>
                  <a:lnTo>
                    <a:pt x="1165488" y="9512"/>
                  </a:lnTo>
                  <a:lnTo>
                    <a:pt x="1226787" y="13698"/>
                  </a:lnTo>
                  <a:lnTo>
                    <a:pt x="1283215" y="18645"/>
                  </a:lnTo>
                  <a:lnTo>
                    <a:pt x="1334770" y="24352"/>
                  </a:lnTo>
                  <a:lnTo>
                    <a:pt x="1381454" y="30821"/>
                  </a:lnTo>
                  <a:lnTo>
                    <a:pt x="1423265" y="38051"/>
                  </a:lnTo>
                  <a:lnTo>
                    <a:pt x="1492272" y="54793"/>
                  </a:lnTo>
                  <a:lnTo>
                    <a:pt x="1541791" y="74580"/>
                  </a:lnTo>
                  <a:lnTo>
                    <a:pt x="1559243" y="85615"/>
                  </a:lnTo>
                  <a:lnTo>
                    <a:pt x="1571822" y="974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2774195" y="5139338"/>
              <a:ext cx="1572260" cy="97790"/>
            </a:xfrm>
            <a:custGeom>
              <a:avLst/>
              <a:gdLst/>
              <a:ahLst/>
              <a:cxnLst/>
              <a:rect l="l" t="t" r="r" b="b"/>
              <a:pathLst>
                <a:path w="1572260" h="97789">
                  <a:moveTo>
                    <a:pt x="0" y="97411"/>
                  </a:moveTo>
                  <a:lnTo>
                    <a:pt x="52354" y="66734"/>
                  </a:lnTo>
                  <a:lnTo>
                    <a:pt x="111617" y="49809"/>
                  </a:lnTo>
                  <a:lnTo>
                    <a:pt x="190368" y="35704"/>
                  </a:lnTo>
                  <a:lnTo>
                    <a:pt x="237052" y="29710"/>
                  </a:lnTo>
                  <a:lnTo>
                    <a:pt x="288607" y="24421"/>
                  </a:lnTo>
                  <a:lnTo>
                    <a:pt x="345034" y="19837"/>
                  </a:lnTo>
                  <a:lnTo>
                    <a:pt x="406334" y="15958"/>
                  </a:lnTo>
                  <a:lnTo>
                    <a:pt x="472505" y="12785"/>
                  </a:lnTo>
                  <a:lnTo>
                    <a:pt x="543549" y="10317"/>
                  </a:lnTo>
                  <a:lnTo>
                    <a:pt x="619464" y="8554"/>
                  </a:lnTo>
                  <a:lnTo>
                    <a:pt x="700251" y="7496"/>
                  </a:lnTo>
                  <a:lnTo>
                    <a:pt x="785911" y="7143"/>
                  </a:lnTo>
                  <a:lnTo>
                    <a:pt x="871570" y="7496"/>
                  </a:lnTo>
                  <a:lnTo>
                    <a:pt x="952358" y="8554"/>
                  </a:lnTo>
                  <a:lnTo>
                    <a:pt x="1028273" y="10317"/>
                  </a:lnTo>
                  <a:lnTo>
                    <a:pt x="1099316" y="12785"/>
                  </a:lnTo>
                  <a:lnTo>
                    <a:pt x="1165488" y="15958"/>
                  </a:lnTo>
                  <a:lnTo>
                    <a:pt x="1226787" y="19837"/>
                  </a:lnTo>
                  <a:lnTo>
                    <a:pt x="1283215" y="24421"/>
                  </a:lnTo>
                  <a:lnTo>
                    <a:pt x="1334770" y="29710"/>
                  </a:lnTo>
                  <a:lnTo>
                    <a:pt x="1381454" y="35704"/>
                  </a:lnTo>
                  <a:lnTo>
                    <a:pt x="1423265" y="42404"/>
                  </a:lnTo>
                  <a:lnTo>
                    <a:pt x="1492272" y="57919"/>
                  </a:lnTo>
                  <a:lnTo>
                    <a:pt x="1541791" y="76254"/>
                  </a:lnTo>
                  <a:lnTo>
                    <a:pt x="1571822" y="97411"/>
                  </a:lnTo>
                  <a:lnTo>
                    <a:pt x="1559243" y="85615"/>
                  </a:lnTo>
                  <a:lnTo>
                    <a:pt x="1519468" y="64306"/>
                  </a:lnTo>
                  <a:lnTo>
                    <a:pt x="1460205" y="46041"/>
                  </a:lnTo>
                  <a:lnTo>
                    <a:pt x="1381454" y="30821"/>
                  </a:lnTo>
                  <a:lnTo>
                    <a:pt x="1334770" y="24352"/>
                  </a:lnTo>
                  <a:lnTo>
                    <a:pt x="1283215" y="18645"/>
                  </a:lnTo>
                  <a:lnTo>
                    <a:pt x="1226787" y="13698"/>
                  </a:lnTo>
                  <a:lnTo>
                    <a:pt x="1165488" y="9512"/>
                  </a:lnTo>
                  <a:lnTo>
                    <a:pt x="1099316" y="6088"/>
                  </a:lnTo>
                  <a:lnTo>
                    <a:pt x="1028273" y="3424"/>
                  </a:lnTo>
                  <a:lnTo>
                    <a:pt x="952358" y="1522"/>
                  </a:lnTo>
                  <a:lnTo>
                    <a:pt x="871570" y="380"/>
                  </a:lnTo>
                  <a:lnTo>
                    <a:pt x="785911" y="0"/>
                  </a:lnTo>
                  <a:lnTo>
                    <a:pt x="700251" y="380"/>
                  </a:lnTo>
                  <a:lnTo>
                    <a:pt x="619464" y="1522"/>
                  </a:lnTo>
                  <a:lnTo>
                    <a:pt x="543549" y="3424"/>
                  </a:lnTo>
                  <a:lnTo>
                    <a:pt x="472505" y="6088"/>
                  </a:lnTo>
                  <a:lnTo>
                    <a:pt x="406334" y="9512"/>
                  </a:lnTo>
                  <a:lnTo>
                    <a:pt x="345034" y="13698"/>
                  </a:lnTo>
                  <a:lnTo>
                    <a:pt x="288607" y="18645"/>
                  </a:lnTo>
                  <a:lnTo>
                    <a:pt x="237052" y="24352"/>
                  </a:lnTo>
                  <a:lnTo>
                    <a:pt x="190368" y="30821"/>
                  </a:lnTo>
                  <a:lnTo>
                    <a:pt x="148557" y="38051"/>
                  </a:lnTo>
                  <a:lnTo>
                    <a:pt x="79550" y="54793"/>
                  </a:lnTo>
                  <a:lnTo>
                    <a:pt x="30031" y="74580"/>
                  </a:lnTo>
                  <a:lnTo>
                    <a:pt x="12579" y="85615"/>
                  </a:lnTo>
                  <a:lnTo>
                    <a:pt x="0" y="97411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4167581" y="4131192"/>
              <a:ext cx="3113405" cy="1343660"/>
            </a:xfrm>
            <a:custGeom>
              <a:avLst/>
              <a:gdLst/>
              <a:ahLst/>
              <a:cxnLst/>
              <a:rect l="l" t="t" r="r" b="b"/>
              <a:pathLst>
                <a:path w="3113404" h="1343660">
                  <a:moveTo>
                    <a:pt x="315645" y="1302016"/>
                  </a:moveTo>
                  <a:lnTo>
                    <a:pt x="291325" y="1302016"/>
                  </a:lnTo>
                  <a:lnTo>
                    <a:pt x="290372" y="1297940"/>
                  </a:lnTo>
                  <a:lnTo>
                    <a:pt x="286727" y="1291590"/>
                  </a:lnTo>
                  <a:lnTo>
                    <a:pt x="281228" y="1286510"/>
                  </a:lnTo>
                  <a:lnTo>
                    <a:pt x="273875" y="1282725"/>
                  </a:lnTo>
                  <a:lnTo>
                    <a:pt x="268351" y="1280820"/>
                  </a:lnTo>
                  <a:lnTo>
                    <a:pt x="266014" y="1280007"/>
                  </a:lnTo>
                  <a:lnTo>
                    <a:pt x="264350" y="1279601"/>
                  </a:lnTo>
                  <a:lnTo>
                    <a:pt x="264350" y="1322920"/>
                  </a:lnTo>
                  <a:lnTo>
                    <a:pt x="260159" y="1329207"/>
                  </a:lnTo>
                  <a:lnTo>
                    <a:pt x="251015" y="1329588"/>
                  </a:lnTo>
                  <a:lnTo>
                    <a:pt x="244919" y="1330350"/>
                  </a:lnTo>
                  <a:lnTo>
                    <a:pt x="239585" y="1328064"/>
                  </a:lnTo>
                  <a:lnTo>
                    <a:pt x="235013" y="1322730"/>
                  </a:lnTo>
                  <a:lnTo>
                    <a:pt x="230441" y="1317015"/>
                  </a:lnTo>
                  <a:lnTo>
                    <a:pt x="227774" y="1309585"/>
                  </a:lnTo>
                  <a:lnTo>
                    <a:pt x="227736" y="1309154"/>
                  </a:lnTo>
                  <a:lnTo>
                    <a:pt x="263461" y="1309154"/>
                  </a:lnTo>
                  <a:lnTo>
                    <a:pt x="263588" y="1310728"/>
                  </a:lnTo>
                  <a:lnTo>
                    <a:pt x="264350" y="1322920"/>
                  </a:lnTo>
                  <a:lnTo>
                    <a:pt x="264350" y="1279601"/>
                  </a:lnTo>
                  <a:lnTo>
                    <a:pt x="262890" y="1279245"/>
                  </a:lnTo>
                  <a:lnTo>
                    <a:pt x="262890" y="1302016"/>
                  </a:lnTo>
                  <a:lnTo>
                    <a:pt x="227139" y="1302016"/>
                  </a:lnTo>
                  <a:lnTo>
                    <a:pt x="227012" y="1300441"/>
                  </a:lnTo>
                  <a:lnTo>
                    <a:pt x="226631" y="1293964"/>
                  </a:lnTo>
                  <a:lnTo>
                    <a:pt x="226656" y="1293774"/>
                  </a:lnTo>
                  <a:lnTo>
                    <a:pt x="245681" y="1280820"/>
                  </a:lnTo>
                  <a:lnTo>
                    <a:pt x="251015" y="1283106"/>
                  </a:lnTo>
                  <a:lnTo>
                    <a:pt x="260159" y="1293774"/>
                  </a:lnTo>
                  <a:lnTo>
                    <a:pt x="260223" y="1293964"/>
                  </a:lnTo>
                  <a:lnTo>
                    <a:pt x="262826" y="1301203"/>
                  </a:lnTo>
                  <a:lnTo>
                    <a:pt x="262890" y="1302016"/>
                  </a:lnTo>
                  <a:lnTo>
                    <a:pt x="262890" y="1279245"/>
                  </a:lnTo>
                  <a:lnTo>
                    <a:pt x="258445" y="1278153"/>
                  </a:lnTo>
                  <a:lnTo>
                    <a:pt x="251155" y="1277150"/>
                  </a:lnTo>
                  <a:lnTo>
                    <a:pt x="244157" y="1277010"/>
                  </a:lnTo>
                  <a:lnTo>
                    <a:pt x="237401" y="1277150"/>
                  </a:lnTo>
                  <a:lnTo>
                    <a:pt x="199898" y="1297940"/>
                  </a:lnTo>
                  <a:lnTo>
                    <a:pt x="199110" y="1302016"/>
                  </a:lnTo>
                  <a:lnTo>
                    <a:pt x="178752" y="1302016"/>
                  </a:lnTo>
                  <a:lnTo>
                    <a:pt x="178752" y="1309154"/>
                  </a:lnTo>
                  <a:lnTo>
                    <a:pt x="199237" y="1309154"/>
                  </a:lnTo>
                  <a:lnTo>
                    <a:pt x="200177" y="1313230"/>
                  </a:lnTo>
                  <a:lnTo>
                    <a:pt x="238861" y="1334020"/>
                  </a:lnTo>
                  <a:lnTo>
                    <a:pt x="245872" y="1334160"/>
                  </a:lnTo>
                  <a:lnTo>
                    <a:pt x="252831" y="1334020"/>
                  </a:lnTo>
                  <a:lnTo>
                    <a:pt x="260007" y="1333017"/>
                  </a:lnTo>
                  <a:lnTo>
                    <a:pt x="267411" y="1331163"/>
                  </a:lnTo>
                  <a:lnTo>
                    <a:pt x="269671" y="1330350"/>
                  </a:lnTo>
                  <a:lnTo>
                    <a:pt x="275018" y="1328445"/>
                  </a:lnTo>
                  <a:lnTo>
                    <a:pt x="282092" y="1324660"/>
                  </a:lnTo>
                  <a:lnTo>
                    <a:pt x="287299" y="1319593"/>
                  </a:lnTo>
                  <a:lnTo>
                    <a:pt x="290664" y="1313230"/>
                  </a:lnTo>
                  <a:lnTo>
                    <a:pt x="291452" y="1309154"/>
                  </a:lnTo>
                  <a:lnTo>
                    <a:pt x="315645" y="1309154"/>
                  </a:lnTo>
                  <a:lnTo>
                    <a:pt x="315645" y="1302016"/>
                  </a:lnTo>
                  <a:close/>
                </a:path>
                <a:path w="3113404" h="1343660">
                  <a:moveTo>
                    <a:pt x="315645" y="1244866"/>
                  </a:moveTo>
                  <a:lnTo>
                    <a:pt x="178752" y="1244866"/>
                  </a:lnTo>
                  <a:lnTo>
                    <a:pt x="178752" y="1252004"/>
                  </a:lnTo>
                  <a:lnTo>
                    <a:pt x="315645" y="1252004"/>
                  </a:lnTo>
                  <a:lnTo>
                    <a:pt x="315645" y="1244866"/>
                  </a:lnTo>
                  <a:close/>
                </a:path>
                <a:path w="3113404" h="1343660">
                  <a:moveTo>
                    <a:pt x="315645" y="1187716"/>
                  </a:moveTo>
                  <a:lnTo>
                    <a:pt x="178752" y="1187716"/>
                  </a:lnTo>
                  <a:lnTo>
                    <a:pt x="178752" y="1194854"/>
                  </a:lnTo>
                  <a:lnTo>
                    <a:pt x="315645" y="1194854"/>
                  </a:lnTo>
                  <a:lnTo>
                    <a:pt x="315645" y="1187716"/>
                  </a:lnTo>
                  <a:close/>
                </a:path>
                <a:path w="3113404" h="1343660">
                  <a:moveTo>
                    <a:pt x="1881098" y="1305585"/>
                  </a:moveTo>
                  <a:lnTo>
                    <a:pt x="1811947" y="1305585"/>
                  </a:lnTo>
                  <a:lnTo>
                    <a:pt x="1811947" y="1314729"/>
                  </a:lnTo>
                  <a:lnTo>
                    <a:pt x="1881098" y="1314729"/>
                  </a:lnTo>
                  <a:lnTo>
                    <a:pt x="1881098" y="1305585"/>
                  </a:lnTo>
                  <a:close/>
                </a:path>
                <a:path w="3113404" h="1343660">
                  <a:moveTo>
                    <a:pt x="2528747" y="1334160"/>
                  </a:moveTo>
                  <a:lnTo>
                    <a:pt x="2459596" y="1334160"/>
                  </a:lnTo>
                  <a:lnTo>
                    <a:pt x="2459596" y="1343304"/>
                  </a:lnTo>
                  <a:lnTo>
                    <a:pt x="2528747" y="1343304"/>
                  </a:lnTo>
                  <a:lnTo>
                    <a:pt x="2528747" y="1334160"/>
                  </a:lnTo>
                  <a:close/>
                </a:path>
                <a:path w="3113404" h="1343660">
                  <a:moveTo>
                    <a:pt x="3100311" y="905535"/>
                  </a:moveTo>
                  <a:lnTo>
                    <a:pt x="1737652" y="905535"/>
                  </a:lnTo>
                  <a:lnTo>
                    <a:pt x="1737652" y="0"/>
                  </a:lnTo>
                  <a:lnTo>
                    <a:pt x="1727644" y="0"/>
                  </a:lnTo>
                  <a:lnTo>
                    <a:pt x="1727644" y="1134135"/>
                  </a:lnTo>
                  <a:lnTo>
                    <a:pt x="1724952" y="1134135"/>
                  </a:lnTo>
                  <a:lnTo>
                    <a:pt x="1719643" y="1134135"/>
                  </a:lnTo>
                  <a:lnTo>
                    <a:pt x="1719643" y="1082700"/>
                  </a:lnTo>
                  <a:lnTo>
                    <a:pt x="1724952" y="1082700"/>
                  </a:lnTo>
                  <a:lnTo>
                    <a:pt x="1727644" y="1082700"/>
                  </a:lnTo>
                  <a:lnTo>
                    <a:pt x="1727644" y="1076985"/>
                  </a:lnTo>
                  <a:lnTo>
                    <a:pt x="1724952" y="1076985"/>
                  </a:lnTo>
                  <a:lnTo>
                    <a:pt x="1719643" y="1076985"/>
                  </a:lnTo>
                  <a:lnTo>
                    <a:pt x="1719643" y="1025550"/>
                  </a:lnTo>
                  <a:lnTo>
                    <a:pt x="1724952" y="1025550"/>
                  </a:lnTo>
                  <a:lnTo>
                    <a:pt x="1727644" y="1025550"/>
                  </a:lnTo>
                  <a:lnTo>
                    <a:pt x="1727644" y="1019835"/>
                  </a:lnTo>
                  <a:lnTo>
                    <a:pt x="1724952" y="1019835"/>
                  </a:lnTo>
                  <a:lnTo>
                    <a:pt x="1719643" y="1019835"/>
                  </a:lnTo>
                  <a:lnTo>
                    <a:pt x="1719643" y="968400"/>
                  </a:lnTo>
                  <a:lnTo>
                    <a:pt x="1724952" y="968400"/>
                  </a:lnTo>
                  <a:lnTo>
                    <a:pt x="1727644" y="968400"/>
                  </a:lnTo>
                  <a:lnTo>
                    <a:pt x="1727644" y="962685"/>
                  </a:lnTo>
                  <a:lnTo>
                    <a:pt x="1724952" y="962685"/>
                  </a:lnTo>
                  <a:lnTo>
                    <a:pt x="1719643" y="962685"/>
                  </a:lnTo>
                  <a:lnTo>
                    <a:pt x="1719643" y="911250"/>
                  </a:lnTo>
                  <a:lnTo>
                    <a:pt x="1724952" y="911250"/>
                  </a:lnTo>
                  <a:lnTo>
                    <a:pt x="1727644" y="911250"/>
                  </a:lnTo>
                  <a:lnTo>
                    <a:pt x="1727644" y="905535"/>
                  </a:lnTo>
                  <a:lnTo>
                    <a:pt x="1724952" y="905535"/>
                  </a:lnTo>
                  <a:lnTo>
                    <a:pt x="1719643" y="905535"/>
                  </a:lnTo>
                  <a:lnTo>
                    <a:pt x="1719643" y="0"/>
                  </a:lnTo>
                  <a:lnTo>
                    <a:pt x="1709648" y="0"/>
                  </a:lnTo>
                  <a:lnTo>
                    <a:pt x="1709648" y="905535"/>
                  </a:lnTo>
                  <a:lnTo>
                    <a:pt x="1709648" y="911250"/>
                  </a:lnTo>
                  <a:lnTo>
                    <a:pt x="1709648" y="1134135"/>
                  </a:lnTo>
                  <a:lnTo>
                    <a:pt x="1622501" y="1134135"/>
                  </a:lnTo>
                  <a:lnTo>
                    <a:pt x="1620799" y="1125740"/>
                  </a:lnTo>
                  <a:lnTo>
                    <a:pt x="1620240" y="1122997"/>
                  </a:lnTo>
                  <a:lnTo>
                    <a:pt x="1622958" y="1121498"/>
                  </a:lnTo>
                  <a:lnTo>
                    <a:pt x="1650136" y="1091488"/>
                  </a:lnTo>
                  <a:lnTo>
                    <a:pt x="1651965" y="1082700"/>
                  </a:lnTo>
                  <a:lnTo>
                    <a:pt x="1709648" y="1082700"/>
                  </a:lnTo>
                  <a:lnTo>
                    <a:pt x="1709648" y="1076985"/>
                  </a:lnTo>
                  <a:lnTo>
                    <a:pt x="1652422" y="1076985"/>
                  </a:lnTo>
                  <a:lnTo>
                    <a:pt x="1652371" y="1075093"/>
                  </a:lnTo>
                  <a:lnTo>
                    <a:pt x="1652270" y="1073988"/>
                  </a:lnTo>
                  <a:lnTo>
                    <a:pt x="1652219" y="1073404"/>
                  </a:lnTo>
                  <a:lnTo>
                    <a:pt x="1652117" y="1072235"/>
                  </a:lnTo>
                  <a:lnTo>
                    <a:pt x="1638731" y="1040777"/>
                  </a:lnTo>
                  <a:lnTo>
                    <a:pt x="1638731" y="1083437"/>
                  </a:lnTo>
                  <a:lnTo>
                    <a:pt x="1638642" y="1084313"/>
                  </a:lnTo>
                  <a:lnTo>
                    <a:pt x="1618983" y="1116990"/>
                  </a:lnTo>
                  <a:lnTo>
                    <a:pt x="1615567" y="1100162"/>
                  </a:lnTo>
                  <a:lnTo>
                    <a:pt x="1615567" y="1134135"/>
                  </a:lnTo>
                  <a:lnTo>
                    <a:pt x="245872" y="1134135"/>
                  </a:lnTo>
                  <a:lnTo>
                    <a:pt x="12700" y="1134135"/>
                  </a:lnTo>
                  <a:lnTo>
                    <a:pt x="12700" y="1082700"/>
                  </a:lnTo>
                  <a:lnTo>
                    <a:pt x="215011" y="1082700"/>
                  </a:lnTo>
                  <a:lnTo>
                    <a:pt x="208178" y="1086485"/>
                  </a:lnTo>
                  <a:lnTo>
                    <a:pt x="203149" y="1091565"/>
                  </a:lnTo>
                  <a:lnTo>
                    <a:pt x="199898" y="1097915"/>
                  </a:lnTo>
                  <a:lnTo>
                    <a:pt x="198437" y="1105560"/>
                  </a:lnTo>
                  <a:lnTo>
                    <a:pt x="200177" y="1113205"/>
                  </a:lnTo>
                  <a:lnTo>
                    <a:pt x="238861" y="1133995"/>
                  </a:lnTo>
                  <a:lnTo>
                    <a:pt x="245872" y="1134135"/>
                  </a:lnTo>
                  <a:lnTo>
                    <a:pt x="252831" y="1133995"/>
                  </a:lnTo>
                  <a:lnTo>
                    <a:pt x="260007" y="1132992"/>
                  </a:lnTo>
                  <a:lnTo>
                    <a:pt x="267411" y="1131138"/>
                  </a:lnTo>
                  <a:lnTo>
                    <a:pt x="269671" y="1130325"/>
                  </a:lnTo>
                  <a:lnTo>
                    <a:pt x="275018" y="1128420"/>
                  </a:lnTo>
                  <a:lnTo>
                    <a:pt x="282092" y="1124635"/>
                  </a:lnTo>
                  <a:lnTo>
                    <a:pt x="287299" y="1119568"/>
                  </a:lnTo>
                  <a:lnTo>
                    <a:pt x="290664" y="1113205"/>
                  </a:lnTo>
                  <a:lnTo>
                    <a:pt x="292163" y="1105560"/>
                  </a:lnTo>
                  <a:lnTo>
                    <a:pt x="290372" y="1097915"/>
                  </a:lnTo>
                  <a:lnTo>
                    <a:pt x="286727" y="1091565"/>
                  </a:lnTo>
                  <a:lnTo>
                    <a:pt x="281228" y="1086485"/>
                  </a:lnTo>
                  <a:lnTo>
                    <a:pt x="273875" y="1082700"/>
                  </a:lnTo>
                  <a:lnTo>
                    <a:pt x="1534896" y="1082700"/>
                  </a:lnTo>
                  <a:lnTo>
                    <a:pt x="1560626" y="1117244"/>
                  </a:lnTo>
                  <a:lnTo>
                    <a:pt x="1595729" y="1128496"/>
                  </a:lnTo>
                  <a:lnTo>
                    <a:pt x="1613738" y="1125740"/>
                  </a:lnTo>
                  <a:lnTo>
                    <a:pt x="1615567" y="1134135"/>
                  </a:lnTo>
                  <a:lnTo>
                    <a:pt x="1615567" y="1100162"/>
                  </a:lnTo>
                  <a:lnTo>
                    <a:pt x="1612734" y="1086205"/>
                  </a:lnTo>
                  <a:lnTo>
                    <a:pt x="1612734" y="1118997"/>
                  </a:lnTo>
                  <a:lnTo>
                    <a:pt x="1599730" y="1121498"/>
                  </a:lnTo>
                  <a:lnTo>
                    <a:pt x="1561236" y="1108989"/>
                  </a:lnTo>
                  <a:lnTo>
                    <a:pt x="1545958" y="1082700"/>
                  </a:lnTo>
                  <a:lnTo>
                    <a:pt x="1569212" y="1082700"/>
                  </a:lnTo>
                  <a:lnTo>
                    <a:pt x="1569897" y="1084821"/>
                  </a:lnTo>
                  <a:lnTo>
                    <a:pt x="1574736" y="1091488"/>
                  </a:lnTo>
                  <a:lnTo>
                    <a:pt x="1579486" y="1097876"/>
                  </a:lnTo>
                  <a:lnTo>
                    <a:pt x="1579841" y="1098194"/>
                  </a:lnTo>
                  <a:lnTo>
                    <a:pt x="1585823" y="1102652"/>
                  </a:lnTo>
                  <a:lnTo>
                    <a:pt x="1593481" y="1105496"/>
                  </a:lnTo>
                  <a:lnTo>
                    <a:pt x="1596237" y="1103490"/>
                  </a:lnTo>
                  <a:lnTo>
                    <a:pt x="1594739" y="1101496"/>
                  </a:lnTo>
                  <a:lnTo>
                    <a:pt x="1588427" y="1097876"/>
                  </a:lnTo>
                  <a:lnTo>
                    <a:pt x="1583728" y="1093050"/>
                  </a:lnTo>
                  <a:lnTo>
                    <a:pt x="1580667" y="1087005"/>
                  </a:lnTo>
                  <a:lnTo>
                    <a:pt x="1579816" y="1082700"/>
                  </a:lnTo>
                  <a:lnTo>
                    <a:pt x="1605635" y="1082700"/>
                  </a:lnTo>
                  <a:lnTo>
                    <a:pt x="1612734" y="1118997"/>
                  </a:lnTo>
                  <a:lnTo>
                    <a:pt x="1612734" y="1086205"/>
                  </a:lnTo>
                  <a:lnTo>
                    <a:pt x="1612023" y="1082700"/>
                  </a:lnTo>
                  <a:lnTo>
                    <a:pt x="1638668" y="1082700"/>
                  </a:lnTo>
                  <a:lnTo>
                    <a:pt x="1638731" y="1083437"/>
                  </a:lnTo>
                  <a:lnTo>
                    <a:pt x="1638731" y="1040777"/>
                  </a:lnTo>
                  <a:lnTo>
                    <a:pt x="1638160" y="1040231"/>
                  </a:lnTo>
                  <a:lnTo>
                    <a:pt x="1638160" y="1076985"/>
                  </a:lnTo>
                  <a:lnTo>
                    <a:pt x="1610855" y="1076985"/>
                  </a:lnTo>
                  <a:lnTo>
                    <a:pt x="1605876" y="1052398"/>
                  </a:lnTo>
                  <a:lnTo>
                    <a:pt x="1605775" y="1051902"/>
                  </a:lnTo>
                  <a:lnTo>
                    <a:pt x="1605737" y="1051737"/>
                  </a:lnTo>
                  <a:lnTo>
                    <a:pt x="1614906" y="1051902"/>
                  </a:lnTo>
                  <a:lnTo>
                    <a:pt x="1622488" y="1054900"/>
                  </a:lnTo>
                  <a:lnTo>
                    <a:pt x="1628495" y="1060742"/>
                  </a:lnTo>
                  <a:lnTo>
                    <a:pt x="1634490" y="1066406"/>
                  </a:lnTo>
                  <a:lnTo>
                    <a:pt x="1637906" y="1073988"/>
                  </a:lnTo>
                  <a:lnTo>
                    <a:pt x="1638007" y="1075093"/>
                  </a:lnTo>
                  <a:lnTo>
                    <a:pt x="1638122" y="1076490"/>
                  </a:lnTo>
                  <a:lnTo>
                    <a:pt x="1638160" y="1076985"/>
                  </a:lnTo>
                  <a:lnTo>
                    <a:pt x="1638160" y="1040231"/>
                  </a:lnTo>
                  <a:lnTo>
                    <a:pt x="1634020" y="1036218"/>
                  </a:lnTo>
                  <a:lnTo>
                    <a:pt x="1626616" y="1031671"/>
                  </a:lnTo>
                  <a:lnTo>
                    <a:pt x="1618272" y="1028839"/>
                  </a:lnTo>
                  <a:lnTo>
                    <a:pt x="1615262" y="1028484"/>
                  </a:lnTo>
                  <a:lnTo>
                    <a:pt x="1608988" y="1027734"/>
                  </a:lnTo>
                  <a:lnTo>
                    <a:pt x="1604518" y="1028179"/>
                  </a:lnTo>
                  <a:lnTo>
                    <a:pt x="1604518" y="1076985"/>
                  </a:lnTo>
                  <a:lnTo>
                    <a:pt x="1579232" y="1076985"/>
                  </a:lnTo>
                  <a:lnTo>
                    <a:pt x="1579232" y="1073404"/>
                  </a:lnTo>
                  <a:lnTo>
                    <a:pt x="1581238" y="1067739"/>
                  </a:lnTo>
                  <a:lnTo>
                    <a:pt x="1585239" y="1062736"/>
                  </a:lnTo>
                  <a:lnTo>
                    <a:pt x="1589062" y="1057732"/>
                  </a:lnTo>
                  <a:lnTo>
                    <a:pt x="1593900" y="1054315"/>
                  </a:lnTo>
                  <a:lnTo>
                    <a:pt x="1599730" y="1052487"/>
                  </a:lnTo>
                  <a:lnTo>
                    <a:pt x="1604518" y="1076985"/>
                  </a:lnTo>
                  <a:lnTo>
                    <a:pt x="1604518" y="1028179"/>
                  </a:lnTo>
                  <a:lnTo>
                    <a:pt x="1601241" y="1028484"/>
                  </a:lnTo>
                  <a:lnTo>
                    <a:pt x="1600669" y="1025550"/>
                  </a:lnTo>
                  <a:lnTo>
                    <a:pt x="1709648" y="1025550"/>
                  </a:lnTo>
                  <a:lnTo>
                    <a:pt x="1709648" y="1019835"/>
                  </a:lnTo>
                  <a:lnTo>
                    <a:pt x="1599552" y="1019835"/>
                  </a:lnTo>
                  <a:lnTo>
                    <a:pt x="1595704" y="999972"/>
                  </a:lnTo>
                  <a:lnTo>
                    <a:pt x="1595488" y="998867"/>
                  </a:lnTo>
                  <a:lnTo>
                    <a:pt x="1595488" y="1030236"/>
                  </a:lnTo>
                  <a:lnTo>
                    <a:pt x="1587817" y="1033233"/>
                  </a:lnTo>
                  <a:lnTo>
                    <a:pt x="1581315" y="1038237"/>
                  </a:lnTo>
                  <a:lnTo>
                    <a:pt x="1567484" y="1076985"/>
                  </a:lnTo>
                  <a:lnTo>
                    <a:pt x="1545285" y="1076985"/>
                  </a:lnTo>
                  <a:lnTo>
                    <a:pt x="1559280" y="1031671"/>
                  </a:lnTo>
                  <a:lnTo>
                    <a:pt x="1564195" y="1025550"/>
                  </a:lnTo>
                  <a:lnTo>
                    <a:pt x="1594548" y="1025550"/>
                  </a:lnTo>
                  <a:lnTo>
                    <a:pt x="1595488" y="1030236"/>
                  </a:lnTo>
                  <a:lnTo>
                    <a:pt x="1595488" y="998867"/>
                  </a:lnTo>
                  <a:lnTo>
                    <a:pt x="1594739" y="994981"/>
                  </a:lnTo>
                  <a:lnTo>
                    <a:pt x="1608709" y="978204"/>
                  </a:lnTo>
                  <a:lnTo>
                    <a:pt x="1614220" y="968400"/>
                  </a:lnTo>
                  <a:lnTo>
                    <a:pt x="1709648" y="968400"/>
                  </a:lnTo>
                  <a:lnTo>
                    <a:pt x="1709648" y="962685"/>
                  </a:lnTo>
                  <a:lnTo>
                    <a:pt x="1617433" y="962685"/>
                  </a:lnTo>
                  <a:lnTo>
                    <a:pt x="1618869" y="960158"/>
                  </a:lnTo>
                  <a:lnTo>
                    <a:pt x="1625206" y="940828"/>
                  </a:lnTo>
                  <a:lnTo>
                    <a:pt x="1627733" y="920216"/>
                  </a:lnTo>
                  <a:lnTo>
                    <a:pt x="1627276" y="914107"/>
                  </a:lnTo>
                  <a:lnTo>
                    <a:pt x="1626857" y="911250"/>
                  </a:lnTo>
                  <a:lnTo>
                    <a:pt x="1709648" y="911250"/>
                  </a:lnTo>
                  <a:lnTo>
                    <a:pt x="1709648" y="905535"/>
                  </a:lnTo>
                  <a:lnTo>
                    <a:pt x="1625892" y="905535"/>
                  </a:lnTo>
                  <a:lnTo>
                    <a:pt x="1625015" y="901230"/>
                  </a:lnTo>
                  <a:lnTo>
                    <a:pt x="1624926" y="900887"/>
                  </a:lnTo>
                  <a:lnTo>
                    <a:pt x="1623237" y="894461"/>
                  </a:lnTo>
                  <a:lnTo>
                    <a:pt x="1623123" y="894080"/>
                  </a:lnTo>
                  <a:lnTo>
                    <a:pt x="1622323" y="891463"/>
                  </a:lnTo>
                  <a:lnTo>
                    <a:pt x="1621155" y="887615"/>
                  </a:lnTo>
                  <a:lnTo>
                    <a:pt x="1618983" y="881532"/>
                  </a:lnTo>
                  <a:lnTo>
                    <a:pt x="1618983" y="900887"/>
                  </a:lnTo>
                  <a:lnTo>
                    <a:pt x="1618983" y="904214"/>
                  </a:lnTo>
                  <a:lnTo>
                    <a:pt x="1618907" y="905535"/>
                  </a:lnTo>
                  <a:lnTo>
                    <a:pt x="1618615" y="905535"/>
                  </a:lnTo>
                  <a:lnTo>
                    <a:pt x="1618615" y="911250"/>
                  </a:lnTo>
                  <a:lnTo>
                    <a:pt x="1600238" y="951407"/>
                  </a:lnTo>
                  <a:lnTo>
                    <a:pt x="1593418" y="958672"/>
                  </a:lnTo>
                  <a:lnTo>
                    <a:pt x="1593418" y="1019835"/>
                  </a:lnTo>
                  <a:lnTo>
                    <a:pt x="1569110" y="1019835"/>
                  </a:lnTo>
                  <a:lnTo>
                    <a:pt x="1573542" y="1014920"/>
                  </a:lnTo>
                  <a:lnTo>
                    <a:pt x="1581315" y="1007211"/>
                  </a:lnTo>
                  <a:lnTo>
                    <a:pt x="1589481" y="999972"/>
                  </a:lnTo>
                  <a:lnTo>
                    <a:pt x="1593418" y="1019835"/>
                  </a:lnTo>
                  <a:lnTo>
                    <a:pt x="1593418" y="958672"/>
                  </a:lnTo>
                  <a:lnTo>
                    <a:pt x="1589049" y="962685"/>
                  </a:lnTo>
                  <a:lnTo>
                    <a:pt x="1588643" y="962685"/>
                  </a:lnTo>
                  <a:lnTo>
                    <a:pt x="1586572" y="954976"/>
                  </a:lnTo>
                  <a:lnTo>
                    <a:pt x="1585404" y="946721"/>
                  </a:lnTo>
                  <a:lnTo>
                    <a:pt x="1585429" y="935418"/>
                  </a:lnTo>
                  <a:lnTo>
                    <a:pt x="1585671" y="931913"/>
                  </a:lnTo>
                  <a:lnTo>
                    <a:pt x="1586738" y="925220"/>
                  </a:lnTo>
                  <a:lnTo>
                    <a:pt x="1588427" y="918159"/>
                  </a:lnTo>
                  <a:lnTo>
                    <a:pt x="1590560" y="911250"/>
                  </a:lnTo>
                  <a:lnTo>
                    <a:pt x="1618615" y="911250"/>
                  </a:lnTo>
                  <a:lnTo>
                    <a:pt x="1618615" y="905535"/>
                  </a:lnTo>
                  <a:lnTo>
                    <a:pt x="1592999" y="905535"/>
                  </a:lnTo>
                  <a:lnTo>
                    <a:pt x="1593799" y="903706"/>
                  </a:lnTo>
                  <a:lnTo>
                    <a:pt x="1597736" y="898156"/>
                  </a:lnTo>
                  <a:lnTo>
                    <a:pt x="1602549" y="894080"/>
                  </a:lnTo>
                  <a:lnTo>
                    <a:pt x="1608239" y="891463"/>
                  </a:lnTo>
                  <a:lnTo>
                    <a:pt x="1611731" y="891628"/>
                  </a:lnTo>
                  <a:lnTo>
                    <a:pt x="1614398" y="892962"/>
                  </a:lnTo>
                  <a:lnTo>
                    <a:pt x="1618068" y="897966"/>
                  </a:lnTo>
                  <a:lnTo>
                    <a:pt x="1618132" y="898156"/>
                  </a:lnTo>
                  <a:lnTo>
                    <a:pt x="1618983" y="900887"/>
                  </a:lnTo>
                  <a:lnTo>
                    <a:pt x="1618983" y="881532"/>
                  </a:lnTo>
                  <a:lnTo>
                    <a:pt x="1607324" y="861288"/>
                  </a:lnTo>
                  <a:lnTo>
                    <a:pt x="1604492" y="861961"/>
                  </a:lnTo>
                  <a:lnTo>
                    <a:pt x="1582978" y="891438"/>
                  </a:lnTo>
                  <a:lnTo>
                    <a:pt x="1582978" y="968476"/>
                  </a:lnTo>
                  <a:lnTo>
                    <a:pt x="1573377" y="977976"/>
                  </a:lnTo>
                  <a:lnTo>
                    <a:pt x="1564043" y="987971"/>
                  </a:lnTo>
                  <a:lnTo>
                    <a:pt x="1555000" y="998474"/>
                  </a:lnTo>
                  <a:lnTo>
                    <a:pt x="1546225" y="1009484"/>
                  </a:lnTo>
                  <a:lnTo>
                    <a:pt x="1539633" y="1019835"/>
                  </a:lnTo>
                  <a:lnTo>
                    <a:pt x="1536954" y="1019835"/>
                  </a:lnTo>
                  <a:lnTo>
                    <a:pt x="1536954" y="1025550"/>
                  </a:lnTo>
                  <a:lnTo>
                    <a:pt x="1533537" y="1033792"/>
                  </a:lnTo>
                  <a:lnTo>
                    <a:pt x="1530616" y="1047127"/>
                  </a:lnTo>
                  <a:lnTo>
                    <a:pt x="1529981" y="1061237"/>
                  </a:lnTo>
                  <a:lnTo>
                    <a:pt x="1532318" y="1075093"/>
                  </a:lnTo>
                  <a:lnTo>
                    <a:pt x="1532953" y="1076985"/>
                  </a:lnTo>
                  <a:lnTo>
                    <a:pt x="264350" y="1076985"/>
                  </a:lnTo>
                  <a:lnTo>
                    <a:pt x="264350" y="1122895"/>
                  </a:lnTo>
                  <a:lnTo>
                    <a:pt x="260159" y="1129182"/>
                  </a:lnTo>
                  <a:lnTo>
                    <a:pt x="251015" y="1129563"/>
                  </a:lnTo>
                  <a:lnTo>
                    <a:pt x="244919" y="1130325"/>
                  </a:lnTo>
                  <a:lnTo>
                    <a:pt x="226631" y="1093939"/>
                  </a:lnTo>
                  <a:lnTo>
                    <a:pt x="226656" y="1093749"/>
                  </a:lnTo>
                  <a:lnTo>
                    <a:pt x="227393" y="1089367"/>
                  </a:lnTo>
                  <a:lnTo>
                    <a:pt x="229298" y="1086700"/>
                  </a:lnTo>
                  <a:lnTo>
                    <a:pt x="231584" y="1084033"/>
                  </a:lnTo>
                  <a:lnTo>
                    <a:pt x="234251" y="1082700"/>
                  </a:lnTo>
                  <a:lnTo>
                    <a:pt x="250126" y="1082700"/>
                  </a:lnTo>
                  <a:lnTo>
                    <a:pt x="251015" y="1083081"/>
                  </a:lnTo>
                  <a:lnTo>
                    <a:pt x="260159" y="1093749"/>
                  </a:lnTo>
                  <a:lnTo>
                    <a:pt x="260223" y="1093939"/>
                  </a:lnTo>
                  <a:lnTo>
                    <a:pt x="262826" y="1101178"/>
                  </a:lnTo>
                  <a:lnTo>
                    <a:pt x="263588" y="1110703"/>
                  </a:lnTo>
                  <a:lnTo>
                    <a:pt x="264350" y="1122895"/>
                  </a:lnTo>
                  <a:lnTo>
                    <a:pt x="264350" y="1076985"/>
                  </a:lnTo>
                  <a:lnTo>
                    <a:pt x="244157" y="1076985"/>
                  </a:lnTo>
                  <a:lnTo>
                    <a:pt x="12700" y="1076985"/>
                  </a:lnTo>
                  <a:lnTo>
                    <a:pt x="12700" y="1025550"/>
                  </a:lnTo>
                  <a:lnTo>
                    <a:pt x="1536954" y="1025550"/>
                  </a:lnTo>
                  <a:lnTo>
                    <a:pt x="1536954" y="1019835"/>
                  </a:lnTo>
                  <a:lnTo>
                    <a:pt x="12700" y="1019835"/>
                  </a:lnTo>
                  <a:lnTo>
                    <a:pt x="12700" y="968400"/>
                  </a:lnTo>
                  <a:lnTo>
                    <a:pt x="1582953" y="968400"/>
                  </a:lnTo>
                  <a:lnTo>
                    <a:pt x="1582978" y="891438"/>
                  </a:lnTo>
                  <a:lnTo>
                    <a:pt x="1581632" y="895870"/>
                  </a:lnTo>
                  <a:lnTo>
                    <a:pt x="1581632" y="962685"/>
                  </a:lnTo>
                  <a:lnTo>
                    <a:pt x="12700" y="962685"/>
                  </a:lnTo>
                  <a:lnTo>
                    <a:pt x="12700" y="911250"/>
                  </a:lnTo>
                  <a:lnTo>
                    <a:pt x="1578152" y="911250"/>
                  </a:lnTo>
                  <a:lnTo>
                    <a:pt x="1577403" y="916292"/>
                  </a:lnTo>
                  <a:lnTo>
                    <a:pt x="1577301" y="918159"/>
                  </a:lnTo>
                  <a:lnTo>
                    <a:pt x="1577200" y="920216"/>
                  </a:lnTo>
                  <a:lnTo>
                    <a:pt x="1577149" y="921092"/>
                  </a:lnTo>
                  <a:lnTo>
                    <a:pt x="1576984" y="924217"/>
                  </a:lnTo>
                  <a:lnTo>
                    <a:pt x="1581632" y="962685"/>
                  </a:lnTo>
                  <a:lnTo>
                    <a:pt x="1581632" y="895870"/>
                  </a:lnTo>
                  <a:lnTo>
                    <a:pt x="1580781" y="898664"/>
                  </a:lnTo>
                  <a:lnTo>
                    <a:pt x="1579181" y="905535"/>
                  </a:lnTo>
                  <a:lnTo>
                    <a:pt x="12700" y="90553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905535"/>
                  </a:lnTo>
                  <a:lnTo>
                    <a:pt x="0" y="905535"/>
                  </a:lnTo>
                  <a:lnTo>
                    <a:pt x="0" y="911250"/>
                  </a:lnTo>
                  <a:lnTo>
                    <a:pt x="4127" y="911250"/>
                  </a:lnTo>
                  <a:lnTo>
                    <a:pt x="4127" y="962685"/>
                  </a:lnTo>
                  <a:lnTo>
                    <a:pt x="0" y="962685"/>
                  </a:lnTo>
                  <a:lnTo>
                    <a:pt x="0" y="968400"/>
                  </a:lnTo>
                  <a:lnTo>
                    <a:pt x="4127" y="968400"/>
                  </a:lnTo>
                  <a:lnTo>
                    <a:pt x="4127" y="1019835"/>
                  </a:lnTo>
                  <a:lnTo>
                    <a:pt x="0" y="1019835"/>
                  </a:lnTo>
                  <a:lnTo>
                    <a:pt x="0" y="1025550"/>
                  </a:lnTo>
                  <a:lnTo>
                    <a:pt x="4127" y="1025550"/>
                  </a:lnTo>
                  <a:lnTo>
                    <a:pt x="4127" y="1076985"/>
                  </a:lnTo>
                  <a:lnTo>
                    <a:pt x="0" y="1076985"/>
                  </a:lnTo>
                  <a:lnTo>
                    <a:pt x="0" y="1082700"/>
                  </a:lnTo>
                  <a:lnTo>
                    <a:pt x="4127" y="1082700"/>
                  </a:lnTo>
                  <a:lnTo>
                    <a:pt x="4127" y="1134135"/>
                  </a:lnTo>
                  <a:lnTo>
                    <a:pt x="0" y="1134135"/>
                  </a:lnTo>
                  <a:lnTo>
                    <a:pt x="0" y="1139850"/>
                  </a:lnTo>
                  <a:lnTo>
                    <a:pt x="4127" y="1139850"/>
                  </a:lnTo>
                  <a:lnTo>
                    <a:pt x="12700" y="1139850"/>
                  </a:lnTo>
                  <a:lnTo>
                    <a:pt x="1616811" y="1139850"/>
                  </a:lnTo>
                  <a:lnTo>
                    <a:pt x="1620189" y="1155242"/>
                  </a:lnTo>
                  <a:lnTo>
                    <a:pt x="1621904" y="1162913"/>
                  </a:lnTo>
                  <a:lnTo>
                    <a:pt x="1622005" y="1163916"/>
                  </a:lnTo>
                  <a:lnTo>
                    <a:pt x="1622399" y="1167752"/>
                  </a:lnTo>
                  <a:lnTo>
                    <a:pt x="1622361" y="1168996"/>
                  </a:lnTo>
                  <a:lnTo>
                    <a:pt x="1594231" y="1202004"/>
                  </a:lnTo>
                  <a:lnTo>
                    <a:pt x="1583232" y="1200505"/>
                  </a:lnTo>
                  <a:lnTo>
                    <a:pt x="1579067" y="1199007"/>
                  </a:lnTo>
                  <a:lnTo>
                    <a:pt x="1576654" y="1196581"/>
                  </a:lnTo>
                  <a:lnTo>
                    <a:pt x="1575981" y="1193253"/>
                  </a:lnTo>
                  <a:lnTo>
                    <a:pt x="1579486" y="1194092"/>
                  </a:lnTo>
                  <a:lnTo>
                    <a:pt x="1582750" y="1193253"/>
                  </a:lnTo>
                  <a:lnTo>
                    <a:pt x="1583728" y="1192999"/>
                  </a:lnTo>
                  <a:lnTo>
                    <a:pt x="1588731" y="1190002"/>
                  </a:lnTo>
                  <a:lnTo>
                    <a:pt x="1593735" y="1187170"/>
                  </a:lnTo>
                  <a:lnTo>
                    <a:pt x="1596313" y="1181912"/>
                  </a:lnTo>
                  <a:lnTo>
                    <a:pt x="1596339" y="1180998"/>
                  </a:lnTo>
                  <a:lnTo>
                    <a:pt x="1596478" y="1174661"/>
                  </a:lnTo>
                  <a:lnTo>
                    <a:pt x="1596364" y="1172248"/>
                  </a:lnTo>
                  <a:lnTo>
                    <a:pt x="1596148" y="1168577"/>
                  </a:lnTo>
                  <a:lnTo>
                    <a:pt x="1593989" y="1163916"/>
                  </a:lnTo>
                  <a:lnTo>
                    <a:pt x="1589989" y="1160246"/>
                  </a:lnTo>
                  <a:lnTo>
                    <a:pt x="1585988" y="1156411"/>
                  </a:lnTo>
                  <a:lnTo>
                    <a:pt x="1581315" y="1154747"/>
                  </a:lnTo>
                  <a:lnTo>
                    <a:pt x="1575981" y="1155242"/>
                  </a:lnTo>
                  <a:lnTo>
                    <a:pt x="1569986" y="1156246"/>
                  </a:lnTo>
                  <a:lnTo>
                    <a:pt x="1565236" y="1159167"/>
                  </a:lnTo>
                  <a:lnTo>
                    <a:pt x="1561795" y="1163916"/>
                  </a:lnTo>
                  <a:lnTo>
                    <a:pt x="1558391" y="1168996"/>
                  </a:lnTo>
                  <a:lnTo>
                    <a:pt x="1556893" y="1174661"/>
                  </a:lnTo>
                  <a:lnTo>
                    <a:pt x="1557235" y="1180998"/>
                  </a:lnTo>
                  <a:lnTo>
                    <a:pt x="1587982" y="1208760"/>
                  </a:lnTo>
                  <a:lnTo>
                    <a:pt x="1594739" y="1208760"/>
                  </a:lnTo>
                  <a:lnTo>
                    <a:pt x="1626476" y="1186815"/>
                  </a:lnTo>
                  <a:lnTo>
                    <a:pt x="1628990" y="1172756"/>
                  </a:lnTo>
                  <a:lnTo>
                    <a:pt x="1628965" y="1172248"/>
                  </a:lnTo>
                  <a:lnTo>
                    <a:pt x="1628495" y="1163497"/>
                  </a:lnTo>
                  <a:lnTo>
                    <a:pt x="1628368" y="1162913"/>
                  </a:lnTo>
                  <a:lnTo>
                    <a:pt x="1623669" y="1139850"/>
                  </a:lnTo>
                  <a:lnTo>
                    <a:pt x="1809369" y="1139850"/>
                  </a:lnTo>
                  <a:lnTo>
                    <a:pt x="1808416" y="1148613"/>
                  </a:lnTo>
                  <a:lnTo>
                    <a:pt x="1811375" y="1155763"/>
                  </a:lnTo>
                  <a:lnTo>
                    <a:pt x="1818233" y="1161288"/>
                  </a:lnTo>
                  <a:lnTo>
                    <a:pt x="1823377" y="1164145"/>
                  </a:lnTo>
                  <a:lnTo>
                    <a:pt x="1829092" y="1165288"/>
                  </a:lnTo>
                  <a:lnTo>
                    <a:pt x="1835378" y="1164717"/>
                  </a:lnTo>
                  <a:lnTo>
                    <a:pt x="1843443" y="1163802"/>
                  </a:lnTo>
                  <a:lnTo>
                    <a:pt x="1851380" y="1161643"/>
                  </a:lnTo>
                  <a:lnTo>
                    <a:pt x="1859165" y="1158227"/>
                  </a:lnTo>
                  <a:lnTo>
                    <a:pt x="1864144" y="1155192"/>
                  </a:lnTo>
                  <a:lnTo>
                    <a:pt x="1866811" y="1153566"/>
                  </a:lnTo>
                  <a:lnTo>
                    <a:pt x="1873097" y="1148346"/>
                  </a:lnTo>
                  <a:lnTo>
                    <a:pt x="1873097" y="1187716"/>
                  </a:lnTo>
                  <a:lnTo>
                    <a:pt x="1792566" y="1187716"/>
                  </a:lnTo>
                  <a:lnTo>
                    <a:pt x="1792566" y="1194854"/>
                  </a:lnTo>
                  <a:lnTo>
                    <a:pt x="1873097" y="1194854"/>
                  </a:lnTo>
                  <a:lnTo>
                    <a:pt x="1873097" y="1219936"/>
                  </a:lnTo>
                  <a:lnTo>
                    <a:pt x="1869376" y="1217866"/>
                  </a:lnTo>
                  <a:lnTo>
                    <a:pt x="1863572" y="1216723"/>
                  </a:lnTo>
                  <a:lnTo>
                    <a:pt x="1825663" y="1228432"/>
                  </a:lnTo>
                  <a:lnTo>
                    <a:pt x="1811820" y="1244866"/>
                  </a:lnTo>
                  <a:lnTo>
                    <a:pt x="1792566" y="1244866"/>
                  </a:lnTo>
                  <a:lnTo>
                    <a:pt x="1792566" y="1252004"/>
                  </a:lnTo>
                  <a:lnTo>
                    <a:pt x="1809813" y="1252004"/>
                  </a:lnTo>
                  <a:lnTo>
                    <a:pt x="1809369" y="1254150"/>
                  </a:lnTo>
                  <a:lnTo>
                    <a:pt x="1829092" y="1279588"/>
                  </a:lnTo>
                  <a:lnTo>
                    <a:pt x="1835378" y="1279017"/>
                  </a:lnTo>
                  <a:lnTo>
                    <a:pt x="1843443" y="1278102"/>
                  </a:lnTo>
                  <a:lnTo>
                    <a:pt x="1851380" y="1275943"/>
                  </a:lnTo>
                  <a:lnTo>
                    <a:pt x="1859165" y="1272527"/>
                  </a:lnTo>
                  <a:lnTo>
                    <a:pt x="1864144" y="1269492"/>
                  </a:lnTo>
                  <a:lnTo>
                    <a:pt x="1866811" y="1267866"/>
                  </a:lnTo>
                  <a:lnTo>
                    <a:pt x="1873516" y="1262291"/>
                  </a:lnTo>
                  <a:lnTo>
                    <a:pt x="1878520" y="1256157"/>
                  </a:lnTo>
                  <a:lnTo>
                    <a:pt x="1880552" y="1252004"/>
                  </a:lnTo>
                  <a:lnTo>
                    <a:pt x="1903704" y="1252004"/>
                  </a:lnTo>
                  <a:lnTo>
                    <a:pt x="1903704" y="1244866"/>
                  </a:lnTo>
                  <a:lnTo>
                    <a:pt x="1882787" y="1244866"/>
                  </a:lnTo>
                  <a:lnTo>
                    <a:pt x="1883384" y="1242148"/>
                  </a:lnTo>
                  <a:lnTo>
                    <a:pt x="1884146" y="1233385"/>
                  </a:lnTo>
                  <a:lnTo>
                    <a:pt x="1883092" y="1230845"/>
                  </a:lnTo>
                  <a:lnTo>
                    <a:pt x="1883092" y="1194854"/>
                  </a:lnTo>
                  <a:lnTo>
                    <a:pt x="1903704" y="1194854"/>
                  </a:lnTo>
                  <a:lnTo>
                    <a:pt x="1903704" y="1187716"/>
                  </a:lnTo>
                  <a:lnTo>
                    <a:pt x="1883092" y="1187716"/>
                  </a:lnTo>
                  <a:lnTo>
                    <a:pt x="1883092" y="1139850"/>
                  </a:lnTo>
                  <a:lnTo>
                    <a:pt x="2400731" y="1139850"/>
                  </a:lnTo>
                  <a:lnTo>
                    <a:pt x="2400731" y="1174711"/>
                  </a:lnTo>
                  <a:lnTo>
                    <a:pt x="2433599" y="1166431"/>
                  </a:lnTo>
                  <a:lnTo>
                    <a:pt x="2433599" y="1213573"/>
                  </a:lnTo>
                  <a:lnTo>
                    <a:pt x="2440736" y="1213573"/>
                  </a:lnTo>
                  <a:lnTo>
                    <a:pt x="2440736" y="1194854"/>
                  </a:lnTo>
                  <a:lnTo>
                    <a:pt x="2520746" y="1194854"/>
                  </a:lnTo>
                  <a:lnTo>
                    <a:pt x="2520746" y="1244866"/>
                  </a:lnTo>
                  <a:lnTo>
                    <a:pt x="2440228" y="1244866"/>
                  </a:lnTo>
                  <a:lnTo>
                    <a:pt x="2440228" y="1252004"/>
                  </a:lnTo>
                  <a:lnTo>
                    <a:pt x="2481630" y="1252004"/>
                  </a:lnTo>
                  <a:lnTo>
                    <a:pt x="2480856" y="1252347"/>
                  </a:lnTo>
                  <a:lnTo>
                    <a:pt x="2473312" y="1257007"/>
                  </a:lnTo>
                  <a:lnTo>
                    <a:pt x="2456078" y="1291488"/>
                  </a:lnTo>
                  <a:lnTo>
                    <a:pt x="2459024" y="1298638"/>
                  </a:lnTo>
                  <a:lnTo>
                    <a:pt x="2465882" y="1304163"/>
                  </a:lnTo>
                  <a:lnTo>
                    <a:pt x="2471026" y="1307020"/>
                  </a:lnTo>
                  <a:lnTo>
                    <a:pt x="2476741" y="1308163"/>
                  </a:lnTo>
                  <a:lnTo>
                    <a:pt x="2483027" y="1307592"/>
                  </a:lnTo>
                  <a:lnTo>
                    <a:pt x="2521178" y="1290866"/>
                  </a:lnTo>
                  <a:lnTo>
                    <a:pt x="2531795" y="1261960"/>
                  </a:lnTo>
                  <a:lnTo>
                    <a:pt x="2530754" y="1259446"/>
                  </a:lnTo>
                  <a:lnTo>
                    <a:pt x="2530754" y="1252004"/>
                  </a:lnTo>
                  <a:lnTo>
                    <a:pt x="2551366" y="1252004"/>
                  </a:lnTo>
                  <a:lnTo>
                    <a:pt x="2551366" y="1244866"/>
                  </a:lnTo>
                  <a:lnTo>
                    <a:pt x="2530754" y="1244866"/>
                  </a:lnTo>
                  <a:lnTo>
                    <a:pt x="2530754" y="1194854"/>
                  </a:lnTo>
                  <a:lnTo>
                    <a:pt x="2551366" y="1194854"/>
                  </a:lnTo>
                  <a:lnTo>
                    <a:pt x="2551366" y="1187716"/>
                  </a:lnTo>
                  <a:lnTo>
                    <a:pt x="2530754" y="1187716"/>
                  </a:lnTo>
                  <a:lnTo>
                    <a:pt x="2530754" y="1139850"/>
                  </a:lnTo>
                  <a:lnTo>
                    <a:pt x="3100311" y="1139850"/>
                  </a:lnTo>
                  <a:lnTo>
                    <a:pt x="3100311" y="1134135"/>
                  </a:lnTo>
                  <a:lnTo>
                    <a:pt x="2530754" y="1134135"/>
                  </a:lnTo>
                  <a:lnTo>
                    <a:pt x="2530754" y="1129157"/>
                  </a:lnTo>
                  <a:lnTo>
                    <a:pt x="2531033" y="1127848"/>
                  </a:lnTo>
                  <a:lnTo>
                    <a:pt x="2531795" y="1119085"/>
                  </a:lnTo>
                  <a:lnTo>
                    <a:pt x="2530754" y="1116571"/>
                  </a:lnTo>
                  <a:lnTo>
                    <a:pt x="2530754" y="1082700"/>
                  </a:lnTo>
                  <a:lnTo>
                    <a:pt x="3100311" y="1082700"/>
                  </a:lnTo>
                  <a:lnTo>
                    <a:pt x="3100311" y="1076985"/>
                  </a:lnTo>
                  <a:lnTo>
                    <a:pt x="2530754" y="1076985"/>
                  </a:lnTo>
                  <a:lnTo>
                    <a:pt x="2530754" y="1025550"/>
                  </a:lnTo>
                  <a:lnTo>
                    <a:pt x="3100311" y="1025550"/>
                  </a:lnTo>
                  <a:lnTo>
                    <a:pt x="3100311" y="1019835"/>
                  </a:lnTo>
                  <a:lnTo>
                    <a:pt x="2530754" y="1019835"/>
                  </a:lnTo>
                  <a:lnTo>
                    <a:pt x="2530754" y="968400"/>
                  </a:lnTo>
                  <a:lnTo>
                    <a:pt x="3100311" y="968400"/>
                  </a:lnTo>
                  <a:lnTo>
                    <a:pt x="3100311" y="962685"/>
                  </a:lnTo>
                  <a:lnTo>
                    <a:pt x="2530754" y="962685"/>
                  </a:lnTo>
                  <a:lnTo>
                    <a:pt x="2530754" y="934110"/>
                  </a:lnTo>
                  <a:lnTo>
                    <a:pt x="2522182" y="934110"/>
                  </a:lnTo>
                  <a:lnTo>
                    <a:pt x="2522182" y="1265580"/>
                  </a:lnTo>
                  <a:lnTo>
                    <a:pt x="2521318" y="1267396"/>
                  </a:lnTo>
                  <a:lnTo>
                    <a:pt x="2490749" y="1292440"/>
                  </a:lnTo>
                  <a:lnTo>
                    <a:pt x="2474455" y="1298067"/>
                  </a:lnTo>
                  <a:lnTo>
                    <a:pt x="2470454" y="1297876"/>
                  </a:lnTo>
                  <a:lnTo>
                    <a:pt x="2466454" y="1297495"/>
                  </a:lnTo>
                  <a:lnTo>
                    <a:pt x="2464549" y="1295781"/>
                  </a:lnTo>
                  <a:lnTo>
                    <a:pt x="2464739" y="1292733"/>
                  </a:lnTo>
                  <a:lnTo>
                    <a:pt x="2464816" y="1292440"/>
                  </a:lnTo>
                  <a:lnTo>
                    <a:pt x="2465959" y="1287653"/>
                  </a:lnTo>
                  <a:lnTo>
                    <a:pt x="2498179" y="1260436"/>
                  </a:lnTo>
                  <a:lnTo>
                    <a:pt x="2512466" y="1255014"/>
                  </a:lnTo>
                  <a:lnTo>
                    <a:pt x="2518181" y="1255585"/>
                  </a:lnTo>
                  <a:lnTo>
                    <a:pt x="2520746" y="1255928"/>
                  </a:lnTo>
                  <a:lnTo>
                    <a:pt x="2520746" y="1265580"/>
                  </a:lnTo>
                  <a:lnTo>
                    <a:pt x="2522182" y="1265580"/>
                  </a:lnTo>
                  <a:lnTo>
                    <a:pt x="2522182" y="934110"/>
                  </a:lnTo>
                  <a:lnTo>
                    <a:pt x="2520746" y="934110"/>
                  </a:lnTo>
                  <a:lnTo>
                    <a:pt x="2520746" y="962685"/>
                  </a:lnTo>
                  <a:lnTo>
                    <a:pt x="2520746" y="968400"/>
                  </a:lnTo>
                  <a:lnTo>
                    <a:pt x="2520746" y="1187716"/>
                  </a:lnTo>
                  <a:lnTo>
                    <a:pt x="2440736" y="1187716"/>
                  </a:lnTo>
                  <a:lnTo>
                    <a:pt x="2440736" y="1166431"/>
                  </a:lnTo>
                  <a:lnTo>
                    <a:pt x="2440736" y="1151280"/>
                  </a:lnTo>
                  <a:lnTo>
                    <a:pt x="2440736" y="1139850"/>
                  </a:lnTo>
                  <a:lnTo>
                    <a:pt x="2457031" y="1139850"/>
                  </a:lnTo>
                  <a:lnTo>
                    <a:pt x="2476741" y="1165288"/>
                  </a:lnTo>
                  <a:lnTo>
                    <a:pt x="2483027" y="1164717"/>
                  </a:lnTo>
                  <a:lnTo>
                    <a:pt x="2520746" y="1148359"/>
                  </a:lnTo>
                  <a:lnTo>
                    <a:pt x="2520746" y="1125207"/>
                  </a:lnTo>
                  <a:lnTo>
                    <a:pt x="2517317" y="1129284"/>
                  </a:lnTo>
                  <a:lnTo>
                    <a:pt x="2511729" y="1134135"/>
                  </a:lnTo>
                  <a:lnTo>
                    <a:pt x="2505138" y="1134135"/>
                  </a:lnTo>
                  <a:lnTo>
                    <a:pt x="2505138" y="1139850"/>
                  </a:lnTo>
                  <a:lnTo>
                    <a:pt x="2502179" y="1142428"/>
                  </a:lnTo>
                  <a:lnTo>
                    <a:pt x="2496464" y="1146429"/>
                  </a:lnTo>
                  <a:lnTo>
                    <a:pt x="2490749" y="1149565"/>
                  </a:lnTo>
                  <a:lnTo>
                    <a:pt x="2479319" y="1154137"/>
                  </a:lnTo>
                  <a:lnTo>
                    <a:pt x="2474455" y="1155192"/>
                  </a:lnTo>
                  <a:lnTo>
                    <a:pt x="2470454" y="1155001"/>
                  </a:lnTo>
                  <a:lnTo>
                    <a:pt x="2466454" y="1154620"/>
                  </a:lnTo>
                  <a:lnTo>
                    <a:pt x="2464549" y="1152906"/>
                  </a:lnTo>
                  <a:lnTo>
                    <a:pt x="2464739" y="1149858"/>
                  </a:lnTo>
                  <a:lnTo>
                    <a:pt x="2464816" y="1149565"/>
                  </a:lnTo>
                  <a:lnTo>
                    <a:pt x="2465959" y="1144778"/>
                  </a:lnTo>
                  <a:lnTo>
                    <a:pt x="2468867" y="1139850"/>
                  </a:lnTo>
                  <a:lnTo>
                    <a:pt x="2505138" y="1139850"/>
                  </a:lnTo>
                  <a:lnTo>
                    <a:pt x="2505138" y="1134135"/>
                  </a:lnTo>
                  <a:lnTo>
                    <a:pt x="2474049" y="1134135"/>
                  </a:lnTo>
                  <a:lnTo>
                    <a:pt x="2484932" y="1125283"/>
                  </a:lnTo>
                  <a:lnTo>
                    <a:pt x="2490749" y="1121562"/>
                  </a:lnTo>
                  <a:lnTo>
                    <a:pt x="2498179" y="1117561"/>
                  </a:lnTo>
                  <a:lnTo>
                    <a:pt x="2505799" y="1113751"/>
                  </a:lnTo>
                  <a:lnTo>
                    <a:pt x="2512466" y="1112139"/>
                  </a:lnTo>
                  <a:lnTo>
                    <a:pt x="2518181" y="1112710"/>
                  </a:lnTo>
                  <a:lnTo>
                    <a:pt x="2520746" y="1113053"/>
                  </a:lnTo>
                  <a:lnTo>
                    <a:pt x="2520746" y="1105636"/>
                  </a:lnTo>
                  <a:lnTo>
                    <a:pt x="2517038" y="1103566"/>
                  </a:lnTo>
                  <a:lnTo>
                    <a:pt x="2511221" y="1102423"/>
                  </a:lnTo>
                  <a:lnTo>
                    <a:pt x="2504744" y="1102995"/>
                  </a:lnTo>
                  <a:lnTo>
                    <a:pt x="2466733" y="1119606"/>
                  </a:lnTo>
                  <a:lnTo>
                    <a:pt x="2458224" y="1134135"/>
                  </a:lnTo>
                  <a:lnTo>
                    <a:pt x="2440736" y="1134135"/>
                  </a:lnTo>
                  <a:lnTo>
                    <a:pt x="2440736" y="1115568"/>
                  </a:lnTo>
                  <a:lnTo>
                    <a:pt x="2440736" y="1100137"/>
                  </a:lnTo>
                  <a:lnTo>
                    <a:pt x="2440736" y="1091844"/>
                  </a:lnTo>
                  <a:lnTo>
                    <a:pt x="2433599" y="1093647"/>
                  </a:lnTo>
                  <a:lnTo>
                    <a:pt x="2433599" y="1115568"/>
                  </a:lnTo>
                  <a:lnTo>
                    <a:pt x="2433599" y="1134135"/>
                  </a:lnTo>
                  <a:lnTo>
                    <a:pt x="2433599" y="1139850"/>
                  </a:lnTo>
                  <a:lnTo>
                    <a:pt x="2433599" y="1144422"/>
                  </a:lnTo>
                  <a:lnTo>
                    <a:pt x="2407882" y="1151280"/>
                  </a:lnTo>
                  <a:lnTo>
                    <a:pt x="2407882" y="1139850"/>
                  </a:lnTo>
                  <a:lnTo>
                    <a:pt x="2433599" y="1139850"/>
                  </a:lnTo>
                  <a:lnTo>
                    <a:pt x="2433599" y="1134135"/>
                  </a:lnTo>
                  <a:lnTo>
                    <a:pt x="2407882" y="1134135"/>
                  </a:lnTo>
                  <a:lnTo>
                    <a:pt x="2407882" y="1122133"/>
                  </a:lnTo>
                  <a:lnTo>
                    <a:pt x="2433599" y="1115568"/>
                  </a:lnTo>
                  <a:lnTo>
                    <a:pt x="2433599" y="1093647"/>
                  </a:lnTo>
                  <a:lnTo>
                    <a:pt x="2407882" y="1100137"/>
                  </a:lnTo>
                  <a:lnTo>
                    <a:pt x="2407882" y="1082700"/>
                  </a:lnTo>
                  <a:lnTo>
                    <a:pt x="2520746" y="1082700"/>
                  </a:lnTo>
                  <a:lnTo>
                    <a:pt x="2520746" y="1076985"/>
                  </a:lnTo>
                  <a:lnTo>
                    <a:pt x="2407882" y="1076985"/>
                  </a:lnTo>
                  <a:lnTo>
                    <a:pt x="2407882" y="1052982"/>
                  </a:lnTo>
                  <a:lnTo>
                    <a:pt x="2400731" y="1052982"/>
                  </a:lnTo>
                  <a:lnTo>
                    <a:pt x="2400731" y="1076985"/>
                  </a:lnTo>
                  <a:lnTo>
                    <a:pt x="2400731" y="1082700"/>
                  </a:lnTo>
                  <a:lnTo>
                    <a:pt x="2400731" y="1134135"/>
                  </a:lnTo>
                  <a:lnTo>
                    <a:pt x="1883092" y="1134135"/>
                  </a:lnTo>
                  <a:lnTo>
                    <a:pt x="1883092" y="1129207"/>
                  </a:lnTo>
                  <a:lnTo>
                    <a:pt x="1883384" y="1127848"/>
                  </a:lnTo>
                  <a:lnTo>
                    <a:pt x="1884146" y="1119085"/>
                  </a:lnTo>
                  <a:lnTo>
                    <a:pt x="1883092" y="1116545"/>
                  </a:lnTo>
                  <a:lnTo>
                    <a:pt x="1883092" y="1082700"/>
                  </a:lnTo>
                  <a:lnTo>
                    <a:pt x="2400731" y="1082700"/>
                  </a:lnTo>
                  <a:lnTo>
                    <a:pt x="2400731" y="1076985"/>
                  </a:lnTo>
                  <a:lnTo>
                    <a:pt x="1883092" y="1076985"/>
                  </a:lnTo>
                  <a:lnTo>
                    <a:pt x="1883092" y="1025550"/>
                  </a:lnTo>
                  <a:lnTo>
                    <a:pt x="2520746" y="1025550"/>
                  </a:lnTo>
                  <a:lnTo>
                    <a:pt x="2520746" y="1019835"/>
                  </a:lnTo>
                  <a:lnTo>
                    <a:pt x="1883092" y="1019835"/>
                  </a:lnTo>
                  <a:lnTo>
                    <a:pt x="1883092" y="968400"/>
                  </a:lnTo>
                  <a:lnTo>
                    <a:pt x="2520746" y="968400"/>
                  </a:lnTo>
                  <a:lnTo>
                    <a:pt x="2520746" y="962685"/>
                  </a:lnTo>
                  <a:lnTo>
                    <a:pt x="1883092" y="962685"/>
                  </a:lnTo>
                  <a:lnTo>
                    <a:pt x="1883092" y="934110"/>
                  </a:lnTo>
                  <a:lnTo>
                    <a:pt x="1874532" y="934110"/>
                  </a:lnTo>
                  <a:lnTo>
                    <a:pt x="1874532" y="1237005"/>
                  </a:lnTo>
                  <a:lnTo>
                    <a:pt x="1873669" y="1238821"/>
                  </a:lnTo>
                  <a:lnTo>
                    <a:pt x="1869668" y="1243584"/>
                  </a:lnTo>
                  <a:lnTo>
                    <a:pt x="1868182" y="1244866"/>
                  </a:lnTo>
                  <a:lnTo>
                    <a:pt x="1859953" y="1244866"/>
                  </a:lnTo>
                  <a:lnTo>
                    <a:pt x="1859953" y="1252004"/>
                  </a:lnTo>
                  <a:lnTo>
                    <a:pt x="1826806" y="1269492"/>
                  </a:lnTo>
                  <a:lnTo>
                    <a:pt x="1822805" y="1269301"/>
                  </a:lnTo>
                  <a:lnTo>
                    <a:pt x="1818805" y="1268920"/>
                  </a:lnTo>
                  <a:lnTo>
                    <a:pt x="1816900" y="1267206"/>
                  </a:lnTo>
                  <a:lnTo>
                    <a:pt x="1817090" y="1264158"/>
                  </a:lnTo>
                  <a:lnTo>
                    <a:pt x="1817154" y="1263865"/>
                  </a:lnTo>
                  <a:lnTo>
                    <a:pt x="1818297" y="1259078"/>
                  </a:lnTo>
                  <a:lnTo>
                    <a:pt x="1821370" y="1253871"/>
                  </a:lnTo>
                  <a:lnTo>
                    <a:pt x="1823085" y="1252004"/>
                  </a:lnTo>
                  <a:lnTo>
                    <a:pt x="1859953" y="1252004"/>
                  </a:lnTo>
                  <a:lnTo>
                    <a:pt x="1859953" y="1244866"/>
                  </a:lnTo>
                  <a:lnTo>
                    <a:pt x="1830781" y="1244866"/>
                  </a:lnTo>
                  <a:lnTo>
                    <a:pt x="1837283" y="1239583"/>
                  </a:lnTo>
                  <a:lnTo>
                    <a:pt x="1843087" y="1235862"/>
                  </a:lnTo>
                  <a:lnTo>
                    <a:pt x="1850517" y="1231861"/>
                  </a:lnTo>
                  <a:lnTo>
                    <a:pt x="1858137" y="1228051"/>
                  </a:lnTo>
                  <a:lnTo>
                    <a:pt x="1864804" y="1226439"/>
                  </a:lnTo>
                  <a:lnTo>
                    <a:pt x="1870519" y="1227010"/>
                  </a:lnTo>
                  <a:lnTo>
                    <a:pt x="1873097" y="1227366"/>
                  </a:lnTo>
                  <a:lnTo>
                    <a:pt x="1873097" y="1237005"/>
                  </a:lnTo>
                  <a:lnTo>
                    <a:pt x="1874532" y="1237005"/>
                  </a:lnTo>
                  <a:lnTo>
                    <a:pt x="1874532" y="934110"/>
                  </a:lnTo>
                  <a:lnTo>
                    <a:pt x="1873097" y="934110"/>
                  </a:lnTo>
                  <a:lnTo>
                    <a:pt x="1873097" y="962685"/>
                  </a:lnTo>
                  <a:lnTo>
                    <a:pt x="1873097" y="968400"/>
                  </a:lnTo>
                  <a:lnTo>
                    <a:pt x="1873097" y="1125207"/>
                  </a:lnTo>
                  <a:lnTo>
                    <a:pt x="1869668" y="1129284"/>
                  </a:lnTo>
                  <a:lnTo>
                    <a:pt x="1864067" y="1134135"/>
                  </a:lnTo>
                  <a:lnTo>
                    <a:pt x="1857476" y="1134135"/>
                  </a:lnTo>
                  <a:lnTo>
                    <a:pt x="1857476" y="1139850"/>
                  </a:lnTo>
                  <a:lnTo>
                    <a:pt x="1826806" y="1155192"/>
                  </a:lnTo>
                  <a:lnTo>
                    <a:pt x="1822805" y="1155001"/>
                  </a:lnTo>
                  <a:lnTo>
                    <a:pt x="1818805" y="1154620"/>
                  </a:lnTo>
                  <a:lnTo>
                    <a:pt x="1816900" y="1152906"/>
                  </a:lnTo>
                  <a:lnTo>
                    <a:pt x="1817090" y="1149858"/>
                  </a:lnTo>
                  <a:lnTo>
                    <a:pt x="1817154" y="1149565"/>
                  </a:lnTo>
                  <a:lnTo>
                    <a:pt x="1818297" y="1144778"/>
                  </a:lnTo>
                  <a:lnTo>
                    <a:pt x="1821205" y="1139850"/>
                  </a:lnTo>
                  <a:lnTo>
                    <a:pt x="1857476" y="1139850"/>
                  </a:lnTo>
                  <a:lnTo>
                    <a:pt x="1857476" y="1134135"/>
                  </a:lnTo>
                  <a:lnTo>
                    <a:pt x="1826387" y="1134135"/>
                  </a:lnTo>
                  <a:lnTo>
                    <a:pt x="1837283" y="1125283"/>
                  </a:lnTo>
                  <a:lnTo>
                    <a:pt x="1843087" y="1121562"/>
                  </a:lnTo>
                  <a:lnTo>
                    <a:pt x="1850517" y="1117561"/>
                  </a:lnTo>
                  <a:lnTo>
                    <a:pt x="1858137" y="1113751"/>
                  </a:lnTo>
                  <a:lnTo>
                    <a:pt x="1864804" y="1112139"/>
                  </a:lnTo>
                  <a:lnTo>
                    <a:pt x="1870519" y="1112710"/>
                  </a:lnTo>
                  <a:lnTo>
                    <a:pt x="1873097" y="1113066"/>
                  </a:lnTo>
                  <a:lnTo>
                    <a:pt x="1873097" y="1105636"/>
                  </a:lnTo>
                  <a:lnTo>
                    <a:pt x="1869376" y="1103566"/>
                  </a:lnTo>
                  <a:lnTo>
                    <a:pt x="1863572" y="1102423"/>
                  </a:lnTo>
                  <a:lnTo>
                    <a:pt x="1857095" y="1102995"/>
                  </a:lnTo>
                  <a:lnTo>
                    <a:pt x="1819071" y="1119606"/>
                  </a:lnTo>
                  <a:lnTo>
                    <a:pt x="1810562" y="1134135"/>
                  </a:lnTo>
                  <a:lnTo>
                    <a:pt x="1737652" y="1134135"/>
                  </a:lnTo>
                  <a:lnTo>
                    <a:pt x="1737652" y="1082700"/>
                  </a:lnTo>
                  <a:lnTo>
                    <a:pt x="1873097" y="1082700"/>
                  </a:lnTo>
                  <a:lnTo>
                    <a:pt x="1873097" y="1076985"/>
                  </a:lnTo>
                  <a:lnTo>
                    <a:pt x="1737652" y="1076985"/>
                  </a:lnTo>
                  <a:lnTo>
                    <a:pt x="1737652" y="1025550"/>
                  </a:lnTo>
                  <a:lnTo>
                    <a:pt x="1873097" y="1025550"/>
                  </a:lnTo>
                  <a:lnTo>
                    <a:pt x="1873097" y="1019835"/>
                  </a:lnTo>
                  <a:lnTo>
                    <a:pt x="1737652" y="1019835"/>
                  </a:lnTo>
                  <a:lnTo>
                    <a:pt x="1737652" y="968400"/>
                  </a:lnTo>
                  <a:lnTo>
                    <a:pt x="1873097" y="968400"/>
                  </a:lnTo>
                  <a:lnTo>
                    <a:pt x="1873097" y="962685"/>
                  </a:lnTo>
                  <a:lnTo>
                    <a:pt x="1737652" y="962685"/>
                  </a:lnTo>
                  <a:lnTo>
                    <a:pt x="1737652" y="911250"/>
                  </a:lnTo>
                  <a:lnTo>
                    <a:pt x="3100311" y="911250"/>
                  </a:lnTo>
                  <a:lnTo>
                    <a:pt x="3100311" y="905535"/>
                  </a:lnTo>
                  <a:close/>
                </a:path>
                <a:path w="3113404" h="1343660">
                  <a:moveTo>
                    <a:pt x="3113011" y="0"/>
                  </a:moveTo>
                  <a:lnTo>
                    <a:pt x="3104438" y="0"/>
                  </a:lnTo>
                  <a:lnTo>
                    <a:pt x="3104438" y="1139850"/>
                  </a:lnTo>
                  <a:lnTo>
                    <a:pt x="3113011" y="1139850"/>
                  </a:lnTo>
                  <a:lnTo>
                    <a:pt x="31130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" name="object 165"/>
          <p:cNvSpPr txBox="1"/>
          <p:nvPr/>
        </p:nvSpPr>
        <p:spPr>
          <a:xfrm>
            <a:off x="266700" y="3851782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182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5963970" y="3689857"/>
            <a:ext cx="66611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Bauer Bodoni Std Bold Cond" panose="02070903080706020303" pitchFamily="18" charset="77"/>
                <a:cs typeface="Source Serif 4"/>
              </a:rPr>
              <a:t>senza</a:t>
            </a:r>
            <a:r>
              <a:rPr sz="900" b="1" spc="-20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900" b="1" spc="-10" dirty="0">
                <a:latin typeface="Bauer Bodoni Std Bold Cond" panose="02070903080706020303" pitchFamily="18" charset="77"/>
                <a:cs typeface="Source Serif 4"/>
              </a:rPr>
              <a:t>tempo</a:t>
            </a:r>
            <a:endParaRPr sz="900" b="1" dirty="0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3025569" y="3899407"/>
            <a:ext cx="28568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843530" algn="l"/>
              </a:tabLst>
            </a:pPr>
            <a:r>
              <a:rPr sz="800" b="1" dirty="0">
                <a:latin typeface="Bauer Bodoni Std Bold Cond" panose="02070903080706020303" pitchFamily="18" charset="77"/>
                <a:cs typeface="Source Serif 4"/>
              </a:rPr>
              <a:t>rit.</a:t>
            </a:r>
            <a:r>
              <a:rPr sz="800" b="1" spc="210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800" b="1" u="dash" dirty="0">
                <a:uFill>
                  <a:solidFill>
                    <a:srgbClr val="000000"/>
                  </a:solidFill>
                </a:uFill>
                <a:latin typeface="Bauer Bodoni Std Bold Cond" panose="02070903080706020303" pitchFamily="18" charset="77"/>
                <a:cs typeface="Times New Roman"/>
              </a:rPr>
              <a:t>	</a:t>
            </a:r>
            <a:endParaRPr sz="800" b="1">
              <a:latin typeface="Bauer Bodoni Std Bold Cond" panose="02070903080706020303" pitchFamily="18" charset="77"/>
              <a:cs typeface="Times New Roman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179387" y="5478116"/>
            <a:ext cx="7101840" cy="1637664"/>
            <a:chOff x="179387" y="5478116"/>
            <a:chExt cx="7101840" cy="1637664"/>
          </a:xfrm>
        </p:grpSpPr>
        <p:sp>
          <p:nvSpPr>
            <p:cNvPr id="169" name="object 169"/>
            <p:cNvSpPr/>
            <p:nvPr/>
          </p:nvSpPr>
          <p:spPr>
            <a:xfrm>
              <a:off x="179387" y="5770915"/>
              <a:ext cx="558800" cy="1079500"/>
            </a:xfrm>
            <a:custGeom>
              <a:avLst/>
              <a:gdLst/>
              <a:ahLst/>
              <a:cxnLst/>
              <a:rect l="l" t="t" r="r" b="b"/>
              <a:pathLst>
                <a:path w="558800" h="1079500">
                  <a:moveTo>
                    <a:pt x="68859" y="75996"/>
                  </a:moveTo>
                  <a:lnTo>
                    <a:pt x="46570" y="115392"/>
                  </a:lnTo>
                  <a:lnTo>
                    <a:pt x="28994" y="154914"/>
                  </a:lnTo>
                  <a:lnTo>
                    <a:pt x="14046" y="205409"/>
                  </a:lnTo>
                  <a:lnTo>
                    <a:pt x="7048" y="251117"/>
                  </a:lnTo>
                  <a:lnTo>
                    <a:pt x="6286" y="272338"/>
                  </a:lnTo>
                  <a:lnTo>
                    <a:pt x="7175" y="293281"/>
                  </a:lnTo>
                  <a:lnTo>
                    <a:pt x="8991" y="314147"/>
                  </a:lnTo>
                  <a:lnTo>
                    <a:pt x="11747" y="334924"/>
                  </a:lnTo>
                  <a:lnTo>
                    <a:pt x="15430" y="355638"/>
                  </a:lnTo>
                  <a:lnTo>
                    <a:pt x="35039" y="445655"/>
                  </a:lnTo>
                  <a:lnTo>
                    <a:pt x="37287" y="457403"/>
                  </a:lnTo>
                  <a:lnTo>
                    <a:pt x="39039" y="468515"/>
                  </a:lnTo>
                  <a:lnTo>
                    <a:pt x="40284" y="479005"/>
                  </a:lnTo>
                  <a:lnTo>
                    <a:pt x="41148" y="494347"/>
                  </a:lnTo>
                  <a:lnTo>
                    <a:pt x="40284" y="506882"/>
                  </a:lnTo>
                  <a:lnTo>
                    <a:pt x="23406" y="551103"/>
                  </a:lnTo>
                  <a:lnTo>
                    <a:pt x="0" y="575767"/>
                  </a:lnTo>
                  <a:lnTo>
                    <a:pt x="0" y="579526"/>
                  </a:lnTo>
                  <a:lnTo>
                    <a:pt x="29425" y="615848"/>
                  </a:lnTo>
                  <a:lnTo>
                    <a:pt x="40957" y="656551"/>
                  </a:lnTo>
                  <a:lnTo>
                    <a:pt x="41148" y="663448"/>
                  </a:lnTo>
                  <a:lnTo>
                    <a:pt x="40474" y="676656"/>
                  </a:lnTo>
                  <a:lnTo>
                    <a:pt x="38785" y="691235"/>
                  </a:lnTo>
                  <a:lnTo>
                    <a:pt x="36055" y="707186"/>
                  </a:lnTo>
                  <a:lnTo>
                    <a:pt x="15430" y="801852"/>
                  </a:lnTo>
                  <a:lnTo>
                    <a:pt x="11747" y="822680"/>
                  </a:lnTo>
                  <a:lnTo>
                    <a:pt x="8991" y="843495"/>
                  </a:lnTo>
                  <a:lnTo>
                    <a:pt x="7175" y="864323"/>
                  </a:lnTo>
                  <a:lnTo>
                    <a:pt x="6286" y="885151"/>
                  </a:lnTo>
                  <a:lnTo>
                    <a:pt x="7048" y="906348"/>
                  </a:lnTo>
                  <a:lnTo>
                    <a:pt x="14046" y="951903"/>
                  </a:lnTo>
                  <a:lnTo>
                    <a:pt x="28676" y="1001356"/>
                  </a:lnTo>
                  <a:lnTo>
                    <a:pt x="52959" y="1052715"/>
                  </a:lnTo>
                  <a:lnTo>
                    <a:pt x="68859" y="1078979"/>
                  </a:lnTo>
                  <a:lnTo>
                    <a:pt x="68859" y="1075537"/>
                  </a:lnTo>
                  <a:lnTo>
                    <a:pt x="60032" y="1058506"/>
                  </a:lnTo>
                  <a:lnTo>
                    <a:pt x="52146" y="1041565"/>
                  </a:lnTo>
                  <a:lnTo>
                    <a:pt x="34353" y="990739"/>
                  </a:lnTo>
                  <a:lnTo>
                    <a:pt x="29425" y="934313"/>
                  </a:lnTo>
                  <a:lnTo>
                    <a:pt x="30886" y="915263"/>
                  </a:lnTo>
                  <a:lnTo>
                    <a:pt x="33286" y="896035"/>
                  </a:lnTo>
                  <a:lnTo>
                    <a:pt x="36601" y="876592"/>
                  </a:lnTo>
                  <a:lnTo>
                    <a:pt x="40855" y="856970"/>
                  </a:lnTo>
                  <a:lnTo>
                    <a:pt x="59143" y="781189"/>
                  </a:lnTo>
                  <a:lnTo>
                    <a:pt x="63068" y="763371"/>
                  </a:lnTo>
                  <a:lnTo>
                    <a:pt x="66001" y="746582"/>
                  </a:lnTo>
                  <a:lnTo>
                    <a:pt x="67932" y="730808"/>
                  </a:lnTo>
                  <a:lnTo>
                    <a:pt x="68859" y="716051"/>
                  </a:lnTo>
                  <a:lnTo>
                    <a:pt x="67983" y="691692"/>
                  </a:lnTo>
                  <a:lnTo>
                    <a:pt x="60121" y="650824"/>
                  </a:lnTo>
                  <a:lnTo>
                    <a:pt x="40284" y="614591"/>
                  </a:lnTo>
                  <a:lnTo>
                    <a:pt x="13335" y="586765"/>
                  </a:lnTo>
                  <a:lnTo>
                    <a:pt x="2286" y="577646"/>
                  </a:lnTo>
                  <a:lnTo>
                    <a:pt x="13335" y="569099"/>
                  </a:lnTo>
                  <a:lnTo>
                    <a:pt x="45237" y="535787"/>
                  </a:lnTo>
                  <a:lnTo>
                    <a:pt x="65074" y="487540"/>
                  </a:lnTo>
                  <a:lnTo>
                    <a:pt x="68859" y="441744"/>
                  </a:lnTo>
                  <a:lnTo>
                    <a:pt x="67932" y="426847"/>
                  </a:lnTo>
                  <a:lnTo>
                    <a:pt x="66001" y="410984"/>
                  </a:lnTo>
                  <a:lnTo>
                    <a:pt x="63068" y="394131"/>
                  </a:lnTo>
                  <a:lnTo>
                    <a:pt x="59143" y="376301"/>
                  </a:lnTo>
                  <a:lnTo>
                    <a:pt x="40284" y="298323"/>
                  </a:lnTo>
                  <a:lnTo>
                    <a:pt x="36283" y="279209"/>
                  </a:lnTo>
                  <a:lnTo>
                    <a:pt x="33147" y="260362"/>
                  </a:lnTo>
                  <a:lnTo>
                    <a:pt x="30848" y="241782"/>
                  </a:lnTo>
                  <a:lnTo>
                    <a:pt x="29425" y="223481"/>
                  </a:lnTo>
                  <a:lnTo>
                    <a:pt x="29502" y="203835"/>
                  </a:lnTo>
                  <a:lnTo>
                    <a:pt x="39141" y="149580"/>
                  </a:lnTo>
                  <a:lnTo>
                    <a:pt x="52857" y="113423"/>
                  </a:lnTo>
                  <a:lnTo>
                    <a:pt x="68859" y="79756"/>
                  </a:lnTo>
                  <a:lnTo>
                    <a:pt x="68859" y="75996"/>
                  </a:lnTo>
                  <a:close/>
                </a:path>
                <a:path w="558800" h="1079500">
                  <a:moveTo>
                    <a:pt x="558228" y="75057"/>
                  </a:moveTo>
                  <a:lnTo>
                    <a:pt x="239356" y="75057"/>
                  </a:lnTo>
                  <a:lnTo>
                    <a:pt x="240309" y="67348"/>
                  </a:lnTo>
                  <a:lnTo>
                    <a:pt x="239776" y="60363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26"/>
                  </a:lnTo>
                  <a:lnTo>
                    <a:pt x="230314" y="45250"/>
                  </a:lnTo>
                  <a:lnTo>
                    <a:pt x="230314" y="49060"/>
                  </a:lnTo>
                  <a:lnTo>
                    <a:pt x="229793" y="58813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22"/>
                  </a:lnTo>
                  <a:lnTo>
                    <a:pt x="191808" y="86779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63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50"/>
                  </a:lnTo>
                  <a:lnTo>
                    <a:pt x="230314" y="23126"/>
                  </a:lnTo>
                  <a:lnTo>
                    <a:pt x="230238" y="22910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29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82"/>
                  </a:lnTo>
                  <a:lnTo>
                    <a:pt x="128587" y="228511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21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29"/>
                  </a:lnTo>
                  <a:lnTo>
                    <a:pt x="186639" y="42722"/>
                  </a:lnTo>
                  <a:lnTo>
                    <a:pt x="184226" y="53124"/>
                  </a:lnTo>
                  <a:lnTo>
                    <a:pt x="182778" y="62865"/>
                  </a:lnTo>
                  <a:lnTo>
                    <a:pt x="182676" y="64985"/>
                  </a:lnTo>
                  <a:lnTo>
                    <a:pt x="182549" y="67348"/>
                  </a:lnTo>
                  <a:lnTo>
                    <a:pt x="182486" y="68338"/>
                  </a:lnTo>
                  <a:lnTo>
                    <a:pt x="182308" y="71920"/>
                  </a:lnTo>
                  <a:lnTo>
                    <a:pt x="182346" y="73063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078039"/>
                  </a:lnTo>
                  <a:lnTo>
                    <a:pt x="94449" y="1078039"/>
                  </a:lnTo>
                  <a:lnTo>
                    <a:pt x="94449" y="309372"/>
                  </a:lnTo>
                  <a:lnTo>
                    <a:pt x="225856" y="309372"/>
                  </a:lnTo>
                  <a:lnTo>
                    <a:pt x="231686" y="335953"/>
                  </a:lnTo>
                  <a:lnTo>
                    <a:pt x="233641" y="344716"/>
                  </a:lnTo>
                  <a:lnTo>
                    <a:pt x="233756" y="345859"/>
                  </a:lnTo>
                  <a:lnTo>
                    <a:pt x="234213" y="350240"/>
                  </a:lnTo>
                  <a:lnTo>
                    <a:pt x="234162" y="351663"/>
                  </a:lnTo>
                  <a:lnTo>
                    <a:pt x="234022" y="355384"/>
                  </a:lnTo>
                  <a:lnTo>
                    <a:pt x="233921" y="355955"/>
                  </a:lnTo>
                  <a:lnTo>
                    <a:pt x="231813" y="368439"/>
                  </a:lnTo>
                  <a:lnTo>
                    <a:pt x="225742" y="378460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97"/>
                  </a:lnTo>
                  <a:lnTo>
                    <a:pt x="181165" y="379387"/>
                  </a:lnTo>
                  <a:lnTo>
                    <a:pt x="185166" y="380339"/>
                  </a:lnTo>
                  <a:lnTo>
                    <a:pt x="188899" y="379387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33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84"/>
                  </a:lnTo>
                  <a:lnTo>
                    <a:pt x="204203" y="351193"/>
                  </a:lnTo>
                  <a:lnTo>
                    <a:pt x="201739" y="345859"/>
                  </a:lnTo>
                  <a:lnTo>
                    <a:pt x="197167" y="341668"/>
                  </a:lnTo>
                  <a:lnTo>
                    <a:pt x="192595" y="337286"/>
                  </a:lnTo>
                  <a:lnTo>
                    <a:pt x="187261" y="335381"/>
                  </a:lnTo>
                  <a:lnTo>
                    <a:pt x="181165" y="335953"/>
                  </a:lnTo>
                  <a:lnTo>
                    <a:pt x="174307" y="337096"/>
                  </a:lnTo>
                  <a:lnTo>
                    <a:pt x="168871" y="340423"/>
                  </a:lnTo>
                  <a:lnTo>
                    <a:pt x="164934" y="345859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60"/>
                  </a:lnTo>
                  <a:lnTo>
                    <a:pt x="194868" y="397103"/>
                  </a:lnTo>
                  <a:lnTo>
                    <a:pt x="202590" y="397103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55"/>
                  </a:lnTo>
                  <a:lnTo>
                    <a:pt x="241706" y="355384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58228" y="309372"/>
                  </a:lnTo>
                  <a:lnTo>
                    <a:pt x="558228" y="303657"/>
                  </a:lnTo>
                  <a:lnTo>
                    <a:pt x="232651" y="303657"/>
                  </a:lnTo>
                  <a:lnTo>
                    <a:pt x="232371" y="302234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54"/>
                  </a:lnTo>
                  <a:lnTo>
                    <a:pt x="243154" y="292227"/>
                  </a:lnTo>
                  <a:lnTo>
                    <a:pt x="267843" y="254889"/>
                  </a:lnTo>
                  <a:lnTo>
                    <a:pt x="268071" y="252222"/>
                  </a:lnTo>
                  <a:lnTo>
                    <a:pt x="558228" y="252222"/>
                  </a:lnTo>
                  <a:lnTo>
                    <a:pt x="55822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61708" y="217652"/>
                  </a:lnTo>
                  <a:lnTo>
                    <a:pt x="260781" y="215607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89"/>
                  </a:lnTo>
                  <a:lnTo>
                    <a:pt x="251358" y="266077"/>
                  </a:lnTo>
                  <a:lnTo>
                    <a:pt x="247091" y="276517"/>
                  </a:lnTo>
                  <a:lnTo>
                    <a:pt x="240080" y="285229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72" y="303657"/>
                  </a:lnTo>
                  <a:lnTo>
                    <a:pt x="224307" y="302234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300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40"/>
                  </a:lnTo>
                  <a:lnTo>
                    <a:pt x="152590" y="283083"/>
                  </a:lnTo>
                  <a:lnTo>
                    <a:pt x="163601" y="292519"/>
                  </a:lnTo>
                  <a:lnTo>
                    <a:pt x="175806" y="299377"/>
                  </a:lnTo>
                  <a:lnTo>
                    <a:pt x="189179" y="303657"/>
                  </a:lnTo>
                  <a:lnTo>
                    <a:pt x="189179" y="295300"/>
                  </a:lnTo>
                  <a:lnTo>
                    <a:pt x="184442" y="294233"/>
                  </a:lnTo>
                  <a:lnTo>
                    <a:pt x="173913" y="289661"/>
                  </a:lnTo>
                  <a:lnTo>
                    <a:pt x="164299" y="283083"/>
                  </a:lnTo>
                  <a:lnTo>
                    <a:pt x="156375" y="274891"/>
                  </a:lnTo>
                  <a:lnTo>
                    <a:pt x="150583" y="265150"/>
                  </a:lnTo>
                  <a:lnTo>
                    <a:pt x="150495" y="264871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66" y="252222"/>
                  </a:lnTo>
                  <a:lnTo>
                    <a:pt x="176110" y="257175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56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71"/>
                  </a:lnTo>
                  <a:lnTo>
                    <a:pt x="186512" y="257962"/>
                  </a:lnTo>
                  <a:lnTo>
                    <a:pt x="185369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401"/>
                  </a:lnTo>
                  <a:lnTo>
                    <a:pt x="215163" y="217652"/>
                  </a:lnTo>
                  <a:lnTo>
                    <a:pt x="222681" y="218401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58228" y="195072"/>
                  </a:lnTo>
                  <a:lnTo>
                    <a:pt x="55822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17"/>
                  </a:lnTo>
                  <a:lnTo>
                    <a:pt x="187159" y="235940"/>
                  </a:lnTo>
                  <a:lnTo>
                    <a:pt x="191731" y="230225"/>
                  </a:lnTo>
                  <a:lnTo>
                    <a:pt x="196113" y="224510"/>
                  </a:lnTo>
                  <a:lnTo>
                    <a:pt x="201637" y="220599"/>
                  </a:lnTo>
                  <a:lnTo>
                    <a:pt x="208292" y="218516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04" y="153377"/>
                  </a:lnTo>
                  <a:lnTo>
                    <a:pt x="202704" y="189357"/>
                  </a:lnTo>
                  <a:lnTo>
                    <a:pt x="199237" y="189357"/>
                  </a:lnTo>
                  <a:lnTo>
                    <a:pt x="199237" y="195072"/>
                  </a:lnTo>
                  <a:lnTo>
                    <a:pt x="197129" y="196075"/>
                  </a:lnTo>
                  <a:lnTo>
                    <a:pt x="172262" y="229933"/>
                  </a:lnTo>
                  <a:lnTo>
                    <a:pt x="172237" y="230225"/>
                  </a:lnTo>
                  <a:lnTo>
                    <a:pt x="171450" y="237083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62" y="246507"/>
                  </a:lnTo>
                  <a:lnTo>
                    <a:pt x="145440" y="241084"/>
                  </a:lnTo>
                  <a:lnTo>
                    <a:pt x="146900" y="228333"/>
                  </a:lnTo>
                  <a:lnTo>
                    <a:pt x="147015" y="227939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37" y="195072"/>
                  </a:lnTo>
                  <a:lnTo>
                    <a:pt x="199237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77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04" y="189357"/>
                  </a:lnTo>
                  <a:lnTo>
                    <a:pt x="202704" y="153377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58228" y="137922"/>
                  </a:lnTo>
                  <a:lnTo>
                    <a:pt x="55822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906"/>
                  </a:lnTo>
                  <a:lnTo>
                    <a:pt x="238658" y="80772"/>
                  </a:lnTo>
                  <a:lnTo>
                    <a:pt x="558228" y="80772"/>
                  </a:lnTo>
                  <a:lnTo>
                    <a:pt x="55822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0" name="object 17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05142" y="5760244"/>
              <a:ext cx="216598" cy="267461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737616" y="5608228"/>
              <a:ext cx="3437890" cy="523875"/>
            </a:xfrm>
            <a:custGeom>
              <a:avLst/>
              <a:gdLst/>
              <a:ahLst/>
              <a:cxnLst/>
              <a:rect l="l" t="t" r="r" b="b"/>
              <a:pathLst>
                <a:path w="3437890" h="523875">
                  <a:moveTo>
                    <a:pt x="156146" y="57150"/>
                  </a:moveTo>
                  <a:lnTo>
                    <a:pt x="86995" y="57150"/>
                  </a:lnTo>
                  <a:lnTo>
                    <a:pt x="86995" y="66294"/>
                  </a:lnTo>
                  <a:lnTo>
                    <a:pt x="156146" y="66294"/>
                  </a:lnTo>
                  <a:lnTo>
                    <a:pt x="156146" y="57150"/>
                  </a:lnTo>
                  <a:close/>
                </a:path>
                <a:path w="3437890" h="523875">
                  <a:moveTo>
                    <a:pt x="744956" y="0"/>
                  </a:moveTo>
                  <a:lnTo>
                    <a:pt x="675805" y="0"/>
                  </a:lnTo>
                  <a:lnTo>
                    <a:pt x="675805" y="9144"/>
                  </a:lnTo>
                  <a:lnTo>
                    <a:pt x="744956" y="9144"/>
                  </a:lnTo>
                  <a:lnTo>
                    <a:pt x="744956" y="0"/>
                  </a:lnTo>
                  <a:close/>
                </a:path>
                <a:path w="3437890" h="523875">
                  <a:moveTo>
                    <a:pt x="3437636" y="237744"/>
                  </a:moveTo>
                  <a:lnTo>
                    <a:pt x="1261795" y="237744"/>
                  </a:lnTo>
                  <a:lnTo>
                    <a:pt x="1261795" y="243459"/>
                  </a:lnTo>
                  <a:lnTo>
                    <a:pt x="1261795" y="294894"/>
                  </a:lnTo>
                  <a:lnTo>
                    <a:pt x="1261795" y="466344"/>
                  </a:lnTo>
                  <a:lnTo>
                    <a:pt x="1257668" y="466344"/>
                  </a:lnTo>
                  <a:lnTo>
                    <a:pt x="682942" y="466344"/>
                  </a:lnTo>
                  <a:lnTo>
                    <a:pt x="682942" y="414909"/>
                  </a:lnTo>
                  <a:lnTo>
                    <a:pt x="1257668" y="414909"/>
                  </a:lnTo>
                  <a:lnTo>
                    <a:pt x="1261795" y="414909"/>
                  </a:lnTo>
                  <a:lnTo>
                    <a:pt x="1261795" y="409194"/>
                  </a:lnTo>
                  <a:lnTo>
                    <a:pt x="1257668" y="409194"/>
                  </a:lnTo>
                  <a:lnTo>
                    <a:pt x="682942" y="409194"/>
                  </a:lnTo>
                  <a:lnTo>
                    <a:pt x="682942" y="357759"/>
                  </a:lnTo>
                  <a:lnTo>
                    <a:pt x="1257668" y="357759"/>
                  </a:lnTo>
                  <a:lnTo>
                    <a:pt x="1261795" y="357759"/>
                  </a:lnTo>
                  <a:lnTo>
                    <a:pt x="1261795" y="352044"/>
                  </a:lnTo>
                  <a:lnTo>
                    <a:pt x="1257668" y="352044"/>
                  </a:lnTo>
                  <a:lnTo>
                    <a:pt x="682942" y="352044"/>
                  </a:lnTo>
                  <a:lnTo>
                    <a:pt x="682942" y="300609"/>
                  </a:lnTo>
                  <a:lnTo>
                    <a:pt x="1257668" y="300609"/>
                  </a:lnTo>
                  <a:lnTo>
                    <a:pt x="1261795" y="300609"/>
                  </a:lnTo>
                  <a:lnTo>
                    <a:pt x="1261795" y="294894"/>
                  </a:lnTo>
                  <a:lnTo>
                    <a:pt x="1257668" y="294894"/>
                  </a:lnTo>
                  <a:lnTo>
                    <a:pt x="711314" y="294894"/>
                  </a:lnTo>
                  <a:lnTo>
                    <a:pt x="745667" y="267322"/>
                  </a:lnTo>
                  <a:lnTo>
                    <a:pt x="748004" y="251269"/>
                  </a:lnTo>
                  <a:lnTo>
                    <a:pt x="745134" y="244322"/>
                  </a:lnTo>
                  <a:lnTo>
                    <a:pt x="745045" y="244132"/>
                  </a:lnTo>
                  <a:lnTo>
                    <a:pt x="744232" y="243459"/>
                  </a:lnTo>
                  <a:lnTo>
                    <a:pt x="1257668" y="243459"/>
                  </a:lnTo>
                  <a:lnTo>
                    <a:pt x="1261795" y="243459"/>
                  </a:lnTo>
                  <a:lnTo>
                    <a:pt x="1261795" y="237744"/>
                  </a:lnTo>
                  <a:lnTo>
                    <a:pt x="1257668" y="237744"/>
                  </a:lnTo>
                  <a:lnTo>
                    <a:pt x="739521" y="237744"/>
                  </a:lnTo>
                  <a:lnTo>
                    <a:pt x="739521" y="248894"/>
                  </a:lnTo>
                  <a:lnTo>
                    <a:pt x="739521" y="252514"/>
                  </a:lnTo>
                  <a:lnTo>
                    <a:pt x="737527" y="256705"/>
                  </a:lnTo>
                  <a:lnTo>
                    <a:pt x="706945" y="281749"/>
                  </a:lnTo>
                  <a:lnTo>
                    <a:pt x="690664" y="287375"/>
                  </a:lnTo>
                  <a:lnTo>
                    <a:pt x="686663" y="287185"/>
                  </a:lnTo>
                  <a:lnTo>
                    <a:pt x="684644" y="287007"/>
                  </a:lnTo>
                  <a:lnTo>
                    <a:pt x="684644" y="294894"/>
                  </a:lnTo>
                  <a:lnTo>
                    <a:pt x="682942" y="294894"/>
                  </a:lnTo>
                  <a:lnTo>
                    <a:pt x="682942" y="293954"/>
                  </a:lnTo>
                  <a:lnTo>
                    <a:pt x="684644" y="294894"/>
                  </a:lnTo>
                  <a:lnTo>
                    <a:pt x="684644" y="287007"/>
                  </a:lnTo>
                  <a:lnTo>
                    <a:pt x="682942" y="286842"/>
                  </a:lnTo>
                  <a:lnTo>
                    <a:pt x="682942" y="275628"/>
                  </a:lnTo>
                  <a:lnTo>
                    <a:pt x="714375" y="249745"/>
                  </a:lnTo>
                  <a:lnTo>
                    <a:pt x="728662" y="244322"/>
                  </a:lnTo>
                  <a:lnTo>
                    <a:pt x="734377" y="244894"/>
                  </a:lnTo>
                  <a:lnTo>
                    <a:pt x="737235" y="245275"/>
                  </a:lnTo>
                  <a:lnTo>
                    <a:pt x="738949" y="246608"/>
                  </a:lnTo>
                  <a:lnTo>
                    <a:pt x="739521" y="248894"/>
                  </a:lnTo>
                  <a:lnTo>
                    <a:pt x="739521" y="237744"/>
                  </a:lnTo>
                  <a:lnTo>
                    <a:pt x="736815" y="237744"/>
                  </a:lnTo>
                  <a:lnTo>
                    <a:pt x="733234" y="235750"/>
                  </a:lnTo>
                  <a:lnTo>
                    <a:pt x="727430" y="234607"/>
                  </a:lnTo>
                  <a:lnTo>
                    <a:pt x="720953" y="235178"/>
                  </a:lnTo>
                  <a:lnTo>
                    <a:pt x="717880" y="235521"/>
                  </a:lnTo>
                  <a:lnTo>
                    <a:pt x="723023" y="233260"/>
                  </a:lnTo>
                  <a:lnTo>
                    <a:pt x="747242" y="202882"/>
                  </a:lnTo>
                  <a:lnTo>
                    <a:pt x="748004" y="194119"/>
                  </a:lnTo>
                  <a:lnTo>
                    <a:pt x="745134" y="187172"/>
                  </a:lnTo>
                  <a:lnTo>
                    <a:pt x="745045" y="186982"/>
                  </a:lnTo>
                  <a:lnTo>
                    <a:pt x="741641" y="184162"/>
                  </a:lnTo>
                  <a:lnTo>
                    <a:pt x="767562" y="184162"/>
                  </a:lnTo>
                  <a:lnTo>
                    <a:pt x="767562" y="177025"/>
                  </a:lnTo>
                  <a:lnTo>
                    <a:pt x="739521" y="177025"/>
                  </a:lnTo>
                  <a:lnTo>
                    <a:pt x="739521" y="191744"/>
                  </a:lnTo>
                  <a:lnTo>
                    <a:pt x="739521" y="195364"/>
                  </a:lnTo>
                  <a:lnTo>
                    <a:pt x="706945" y="224599"/>
                  </a:lnTo>
                  <a:lnTo>
                    <a:pt x="694131" y="229476"/>
                  </a:lnTo>
                  <a:lnTo>
                    <a:pt x="694131" y="243459"/>
                  </a:lnTo>
                  <a:lnTo>
                    <a:pt x="689521" y="246316"/>
                  </a:lnTo>
                  <a:lnTo>
                    <a:pt x="682942" y="251790"/>
                  </a:lnTo>
                  <a:lnTo>
                    <a:pt x="682942" y="243459"/>
                  </a:lnTo>
                  <a:lnTo>
                    <a:pt x="694131" y="243459"/>
                  </a:lnTo>
                  <a:lnTo>
                    <a:pt x="694131" y="229476"/>
                  </a:lnTo>
                  <a:lnTo>
                    <a:pt x="690664" y="230225"/>
                  </a:lnTo>
                  <a:lnTo>
                    <a:pt x="686663" y="230035"/>
                  </a:lnTo>
                  <a:lnTo>
                    <a:pt x="684644" y="229857"/>
                  </a:lnTo>
                  <a:lnTo>
                    <a:pt x="684644" y="237744"/>
                  </a:lnTo>
                  <a:lnTo>
                    <a:pt x="682942" y="237744"/>
                  </a:lnTo>
                  <a:lnTo>
                    <a:pt x="682942" y="236804"/>
                  </a:lnTo>
                  <a:lnTo>
                    <a:pt x="684644" y="237744"/>
                  </a:lnTo>
                  <a:lnTo>
                    <a:pt x="684644" y="229857"/>
                  </a:lnTo>
                  <a:lnTo>
                    <a:pt x="682942" y="229692"/>
                  </a:lnTo>
                  <a:lnTo>
                    <a:pt x="682942" y="218478"/>
                  </a:lnTo>
                  <a:lnTo>
                    <a:pt x="714375" y="192595"/>
                  </a:lnTo>
                  <a:lnTo>
                    <a:pt x="728662" y="187172"/>
                  </a:lnTo>
                  <a:lnTo>
                    <a:pt x="734377" y="187744"/>
                  </a:lnTo>
                  <a:lnTo>
                    <a:pt x="737235" y="188125"/>
                  </a:lnTo>
                  <a:lnTo>
                    <a:pt x="738949" y="189458"/>
                  </a:lnTo>
                  <a:lnTo>
                    <a:pt x="739521" y="191744"/>
                  </a:lnTo>
                  <a:lnTo>
                    <a:pt x="739521" y="177025"/>
                  </a:lnTo>
                  <a:lnTo>
                    <a:pt x="720928" y="177025"/>
                  </a:lnTo>
                  <a:lnTo>
                    <a:pt x="723023" y="176110"/>
                  </a:lnTo>
                  <a:lnTo>
                    <a:pt x="728014" y="173075"/>
                  </a:lnTo>
                  <a:lnTo>
                    <a:pt x="748004" y="136969"/>
                  </a:lnTo>
                  <a:lnTo>
                    <a:pt x="745134" y="130022"/>
                  </a:lnTo>
                  <a:lnTo>
                    <a:pt x="745045" y="129832"/>
                  </a:lnTo>
                  <a:lnTo>
                    <a:pt x="741641" y="127012"/>
                  </a:lnTo>
                  <a:lnTo>
                    <a:pt x="767562" y="127012"/>
                  </a:lnTo>
                  <a:lnTo>
                    <a:pt x="767562" y="119875"/>
                  </a:lnTo>
                  <a:lnTo>
                    <a:pt x="739521" y="119875"/>
                  </a:lnTo>
                  <a:lnTo>
                    <a:pt x="739521" y="134594"/>
                  </a:lnTo>
                  <a:lnTo>
                    <a:pt x="739521" y="138214"/>
                  </a:lnTo>
                  <a:lnTo>
                    <a:pt x="706945" y="167449"/>
                  </a:lnTo>
                  <a:lnTo>
                    <a:pt x="697826" y="171107"/>
                  </a:lnTo>
                  <a:lnTo>
                    <a:pt x="697826" y="184162"/>
                  </a:lnTo>
                  <a:lnTo>
                    <a:pt x="697052" y="184505"/>
                  </a:lnTo>
                  <a:lnTo>
                    <a:pt x="689521" y="189166"/>
                  </a:lnTo>
                  <a:lnTo>
                    <a:pt x="682942" y="194640"/>
                  </a:lnTo>
                  <a:lnTo>
                    <a:pt x="682942" y="184162"/>
                  </a:lnTo>
                  <a:lnTo>
                    <a:pt x="697826" y="184162"/>
                  </a:lnTo>
                  <a:lnTo>
                    <a:pt x="697826" y="171107"/>
                  </a:lnTo>
                  <a:lnTo>
                    <a:pt x="695515" y="172021"/>
                  </a:lnTo>
                  <a:lnTo>
                    <a:pt x="690664" y="173075"/>
                  </a:lnTo>
                  <a:lnTo>
                    <a:pt x="686663" y="172885"/>
                  </a:lnTo>
                  <a:lnTo>
                    <a:pt x="682942" y="172542"/>
                  </a:lnTo>
                  <a:lnTo>
                    <a:pt x="682942" y="161328"/>
                  </a:lnTo>
                  <a:lnTo>
                    <a:pt x="714375" y="135445"/>
                  </a:lnTo>
                  <a:lnTo>
                    <a:pt x="728662" y="130022"/>
                  </a:lnTo>
                  <a:lnTo>
                    <a:pt x="734377" y="130594"/>
                  </a:lnTo>
                  <a:lnTo>
                    <a:pt x="737235" y="130975"/>
                  </a:lnTo>
                  <a:lnTo>
                    <a:pt x="738949" y="132308"/>
                  </a:lnTo>
                  <a:lnTo>
                    <a:pt x="739521" y="134594"/>
                  </a:lnTo>
                  <a:lnTo>
                    <a:pt x="739521" y="119875"/>
                  </a:lnTo>
                  <a:lnTo>
                    <a:pt x="697826" y="119875"/>
                  </a:lnTo>
                  <a:lnTo>
                    <a:pt x="697826" y="127012"/>
                  </a:lnTo>
                  <a:lnTo>
                    <a:pt x="697052" y="127355"/>
                  </a:lnTo>
                  <a:lnTo>
                    <a:pt x="689521" y="132016"/>
                  </a:lnTo>
                  <a:lnTo>
                    <a:pt x="682942" y="137490"/>
                  </a:lnTo>
                  <a:lnTo>
                    <a:pt x="682942" y="127012"/>
                  </a:lnTo>
                  <a:lnTo>
                    <a:pt x="697826" y="127012"/>
                  </a:lnTo>
                  <a:lnTo>
                    <a:pt x="697826" y="119875"/>
                  </a:lnTo>
                  <a:lnTo>
                    <a:pt x="682942" y="119875"/>
                  </a:lnTo>
                  <a:lnTo>
                    <a:pt x="682942" y="93929"/>
                  </a:lnTo>
                  <a:lnTo>
                    <a:pt x="687235" y="96304"/>
                  </a:lnTo>
                  <a:lnTo>
                    <a:pt x="692950" y="97447"/>
                  </a:lnTo>
                  <a:lnTo>
                    <a:pt x="699236" y="96875"/>
                  </a:lnTo>
                  <a:lnTo>
                    <a:pt x="737387" y="80149"/>
                  </a:lnTo>
                  <a:lnTo>
                    <a:pt x="744410" y="69862"/>
                  </a:lnTo>
                  <a:lnTo>
                    <a:pt x="767562" y="69862"/>
                  </a:lnTo>
                  <a:lnTo>
                    <a:pt x="767562" y="62725"/>
                  </a:lnTo>
                  <a:lnTo>
                    <a:pt x="746645" y="62725"/>
                  </a:lnTo>
                  <a:lnTo>
                    <a:pt x="747242" y="60007"/>
                  </a:lnTo>
                  <a:lnTo>
                    <a:pt x="748004" y="51244"/>
                  </a:lnTo>
                  <a:lnTo>
                    <a:pt x="745134" y="44297"/>
                  </a:lnTo>
                  <a:lnTo>
                    <a:pt x="745045" y="44107"/>
                  </a:lnTo>
                  <a:lnTo>
                    <a:pt x="739521" y="39535"/>
                  </a:lnTo>
                  <a:lnTo>
                    <a:pt x="739521" y="48869"/>
                  </a:lnTo>
                  <a:lnTo>
                    <a:pt x="739521" y="52489"/>
                  </a:lnTo>
                  <a:lnTo>
                    <a:pt x="737527" y="56680"/>
                  </a:lnTo>
                  <a:lnTo>
                    <a:pt x="733526" y="61442"/>
                  </a:lnTo>
                  <a:lnTo>
                    <a:pt x="732040" y="62725"/>
                  </a:lnTo>
                  <a:lnTo>
                    <a:pt x="723811" y="62725"/>
                  </a:lnTo>
                  <a:lnTo>
                    <a:pt x="723811" y="69862"/>
                  </a:lnTo>
                  <a:lnTo>
                    <a:pt x="690664" y="87350"/>
                  </a:lnTo>
                  <a:lnTo>
                    <a:pt x="686663" y="87160"/>
                  </a:lnTo>
                  <a:lnTo>
                    <a:pt x="682942" y="86817"/>
                  </a:lnTo>
                  <a:lnTo>
                    <a:pt x="682942" y="77724"/>
                  </a:lnTo>
                  <a:lnTo>
                    <a:pt x="681964" y="77724"/>
                  </a:lnTo>
                  <a:lnTo>
                    <a:pt x="682155" y="76936"/>
                  </a:lnTo>
                  <a:lnTo>
                    <a:pt x="685228" y="71729"/>
                  </a:lnTo>
                  <a:lnTo>
                    <a:pt x="686943" y="69862"/>
                  </a:lnTo>
                  <a:lnTo>
                    <a:pt x="723811" y="69862"/>
                  </a:lnTo>
                  <a:lnTo>
                    <a:pt x="723811" y="62725"/>
                  </a:lnTo>
                  <a:lnTo>
                    <a:pt x="694639" y="62725"/>
                  </a:lnTo>
                  <a:lnTo>
                    <a:pt x="701141" y="57442"/>
                  </a:lnTo>
                  <a:lnTo>
                    <a:pt x="706945" y="53721"/>
                  </a:lnTo>
                  <a:lnTo>
                    <a:pt x="714375" y="49720"/>
                  </a:lnTo>
                  <a:lnTo>
                    <a:pt x="721995" y="45910"/>
                  </a:lnTo>
                  <a:lnTo>
                    <a:pt x="728662" y="44297"/>
                  </a:lnTo>
                  <a:lnTo>
                    <a:pt x="734377" y="44869"/>
                  </a:lnTo>
                  <a:lnTo>
                    <a:pt x="737235" y="45250"/>
                  </a:lnTo>
                  <a:lnTo>
                    <a:pt x="738949" y="46583"/>
                  </a:lnTo>
                  <a:lnTo>
                    <a:pt x="739521" y="48869"/>
                  </a:lnTo>
                  <a:lnTo>
                    <a:pt x="739521" y="39535"/>
                  </a:lnTo>
                  <a:lnTo>
                    <a:pt x="738378" y="38582"/>
                  </a:lnTo>
                  <a:lnTo>
                    <a:pt x="733234" y="35725"/>
                  </a:lnTo>
                  <a:lnTo>
                    <a:pt x="727430" y="34582"/>
                  </a:lnTo>
                  <a:lnTo>
                    <a:pt x="720953" y="35153"/>
                  </a:lnTo>
                  <a:lnTo>
                    <a:pt x="682929" y="51765"/>
                  </a:lnTo>
                  <a:lnTo>
                    <a:pt x="675690" y="62725"/>
                  </a:lnTo>
                  <a:lnTo>
                    <a:pt x="673671" y="62725"/>
                  </a:lnTo>
                  <a:lnTo>
                    <a:pt x="673671" y="69862"/>
                  </a:lnTo>
                  <a:lnTo>
                    <a:pt x="673227" y="72009"/>
                  </a:lnTo>
                  <a:lnTo>
                    <a:pt x="672947" y="74536"/>
                  </a:lnTo>
                  <a:lnTo>
                    <a:pt x="672947" y="88582"/>
                  </a:lnTo>
                  <a:lnTo>
                    <a:pt x="672947" y="119875"/>
                  </a:lnTo>
                  <a:lnTo>
                    <a:pt x="646633" y="119875"/>
                  </a:lnTo>
                  <a:lnTo>
                    <a:pt x="672947" y="88582"/>
                  </a:lnTo>
                  <a:lnTo>
                    <a:pt x="672947" y="74536"/>
                  </a:lnTo>
                  <a:lnTo>
                    <a:pt x="672642" y="77279"/>
                  </a:lnTo>
                  <a:lnTo>
                    <a:pt x="670839" y="72872"/>
                  </a:lnTo>
                  <a:lnTo>
                    <a:pt x="670750" y="72682"/>
                  </a:lnTo>
                  <a:lnTo>
                    <a:pt x="667346" y="69862"/>
                  </a:lnTo>
                  <a:lnTo>
                    <a:pt x="673671" y="69862"/>
                  </a:lnTo>
                  <a:lnTo>
                    <a:pt x="673671" y="62725"/>
                  </a:lnTo>
                  <a:lnTo>
                    <a:pt x="665226" y="62725"/>
                  </a:lnTo>
                  <a:lnTo>
                    <a:pt x="665226" y="77444"/>
                  </a:lnTo>
                  <a:lnTo>
                    <a:pt x="665226" y="81064"/>
                  </a:lnTo>
                  <a:lnTo>
                    <a:pt x="632650" y="110299"/>
                  </a:lnTo>
                  <a:lnTo>
                    <a:pt x="616369" y="115925"/>
                  </a:lnTo>
                  <a:lnTo>
                    <a:pt x="612368" y="115735"/>
                  </a:lnTo>
                  <a:lnTo>
                    <a:pt x="608368" y="115354"/>
                  </a:lnTo>
                  <a:lnTo>
                    <a:pt x="606463" y="113639"/>
                  </a:lnTo>
                  <a:lnTo>
                    <a:pt x="606653" y="110591"/>
                  </a:lnTo>
                  <a:lnTo>
                    <a:pt x="632650" y="82296"/>
                  </a:lnTo>
                  <a:lnTo>
                    <a:pt x="654367" y="72872"/>
                  </a:lnTo>
                  <a:lnTo>
                    <a:pt x="660082" y="73444"/>
                  </a:lnTo>
                  <a:lnTo>
                    <a:pt x="662940" y="73825"/>
                  </a:lnTo>
                  <a:lnTo>
                    <a:pt x="664654" y="75158"/>
                  </a:lnTo>
                  <a:lnTo>
                    <a:pt x="665226" y="77444"/>
                  </a:lnTo>
                  <a:lnTo>
                    <a:pt x="665226" y="62725"/>
                  </a:lnTo>
                  <a:lnTo>
                    <a:pt x="656424" y="62725"/>
                  </a:lnTo>
                  <a:lnTo>
                    <a:pt x="656424" y="63817"/>
                  </a:lnTo>
                  <a:lnTo>
                    <a:pt x="653135" y="63157"/>
                  </a:lnTo>
                  <a:lnTo>
                    <a:pt x="615226" y="74866"/>
                  </a:lnTo>
                  <a:lnTo>
                    <a:pt x="597979" y="109347"/>
                  </a:lnTo>
                  <a:lnTo>
                    <a:pt x="600938" y="116497"/>
                  </a:lnTo>
                  <a:lnTo>
                    <a:pt x="605129" y="119875"/>
                  </a:lnTo>
                  <a:lnTo>
                    <a:pt x="582129" y="119875"/>
                  </a:lnTo>
                  <a:lnTo>
                    <a:pt x="582129" y="127012"/>
                  </a:lnTo>
                  <a:lnTo>
                    <a:pt x="672947" y="127012"/>
                  </a:lnTo>
                  <a:lnTo>
                    <a:pt x="672947" y="160312"/>
                  </a:lnTo>
                  <a:lnTo>
                    <a:pt x="672274" y="166497"/>
                  </a:lnTo>
                  <a:lnTo>
                    <a:pt x="672947" y="168135"/>
                  </a:lnTo>
                  <a:lnTo>
                    <a:pt x="672947" y="177025"/>
                  </a:lnTo>
                  <a:lnTo>
                    <a:pt x="582129" y="177025"/>
                  </a:lnTo>
                  <a:lnTo>
                    <a:pt x="582129" y="184162"/>
                  </a:lnTo>
                  <a:lnTo>
                    <a:pt x="672947" y="184162"/>
                  </a:lnTo>
                  <a:lnTo>
                    <a:pt x="672947" y="217462"/>
                  </a:lnTo>
                  <a:lnTo>
                    <a:pt x="672274" y="223647"/>
                  </a:lnTo>
                  <a:lnTo>
                    <a:pt x="672947" y="225285"/>
                  </a:lnTo>
                  <a:lnTo>
                    <a:pt x="672947" y="237744"/>
                  </a:lnTo>
                  <a:lnTo>
                    <a:pt x="672947" y="243459"/>
                  </a:lnTo>
                  <a:lnTo>
                    <a:pt x="672947" y="274612"/>
                  </a:lnTo>
                  <a:lnTo>
                    <a:pt x="672274" y="280797"/>
                  </a:lnTo>
                  <a:lnTo>
                    <a:pt x="672947" y="282435"/>
                  </a:lnTo>
                  <a:lnTo>
                    <a:pt x="672947" y="294894"/>
                  </a:lnTo>
                  <a:lnTo>
                    <a:pt x="672947" y="300609"/>
                  </a:lnTo>
                  <a:lnTo>
                    <a:pt x="672947" y="466344"/>
                  </a:lnTo>
                  <a:lnTo>
                    <a:pt x="94132" y="466344"/>
                  </a:lnTo>
                  <a:lnTo>
                    <a:pt x="94132" y="414909"/>
                  </a:lnTo>
                  <a:lnTo>
                    <a:pt x="672947" y="414909"/>
                  </a:lnTo>
                  <a:lnTo>
                    <a:pt x="672947" y="409194"/>
                  </a:lnTo>
                  <a:lnTo>
                    <a:pt x="94132" y="409194"/>
                  </a:lnTo>
                  <a:lnTo>
                    <a:pt x="94132" y="357759"/>
                  </a:lnTo>
                  <a:lnTo>
                    <a:pt x="672947" y="357759"/>
                  </a:lnTo>
                  <a:lnTo>
                    <a:pt x="672947" y="352044"/>
                  </a:lnTo>
                  <a:lnTo>
                    <a:pt x="122504" y="352044"/>
                  </a:lnTo>
                  <a:lnTo>
                    <a:pt x="126428" y="350977"/>
                  </a:lnTo>
                  <a:lnTo>
                    <a:pt x="134213" y="347560"/>
                  </a:lnTo>
                  <a:lnTo>
                    <a:pt x="139192" y="344525"/>
                  </a:lnTo>
                  <a:lnTo>
                    <a:pt x="141859" y="342900"/>
                  </a:lnTo>
                  <a:lnTo>
                    <a:pt x="148564" y="337324"/>
                  </a:lnTo>
                  <a:lnTo>
                    <a:pt x="153568" y="331190"/>
                  </a:lnTo>
                  <a:lnTo>
                    <a:pt x="156857" y="324472"/>
                  </a:lnTo>
                  <a:lnTo>
                    <a:pt x="158432" y="317182"/>
                  </a:lnTo>
                  <a:lnTo>
                    <a:pt x="159181" y="308419"/>
                  </a:lnTo>
                  <a:lnTo>
                    <a:pt x="156311" y="301472"/>
                  </a:lnTo>
                  <a:lnTo>
                    <a:pt x="156235" y="301282"/>
                  </a:lnTo>
                  <a:lnTo>
                    <a:pt x="155422" y="300609"/>
                  </a:lnTo>
                  <a:lnTo>
                    <a:pt x="532358" y="300609"/>
                  </a:lnTo>
                  <a:lnTo>
                    <a:pt x="540067" y="309181"/>
                  </a:lnTo>
                  <a:lnTo>
                    <a:pt x="544068" y="309181"/>
                  </a:lnTo>
                  <a:lnTo>
                    <a:pt x="541020" y="305181"/>
                  </a:lnTo>
                  <a:lnTo>
                    <a:pt x="539305" y="301663"/>
                  </a:lnTo>
                  <a:lnTo>
                    <a:pt x="539165" y="300609"/>
                  </a:lnTo>
                  <a:lnTo>
                    <a:pt x="672947" y="300609"/>
                  </a:lnTo>
                  <a:lnTo>
                    <a:pt x="672947" y="294894"/>
                  </a:lnTo>
                  <a:lnTo>
                    <a:pt x="539610" y="294894"/>
                  </a:lnTo>
                  <a:lnTo>
                    <a:pt x="539877" y="293471"/>
                  </a:lnTo>
                  <a:lnTo>
                    <a:pt x="542836" y="289090"/>
                  </a:lnTo>
                  <a:lnTo>
                    <a:pt x="547789" y="285470"/>
                  </a:lnTo>
                  <a:lnTo>
                    <a:pt x="553313" y="281279"/>
                  </a:lnTo>
                  <a:lnTo>
                    <a:pt x="556450" y="276415"/>
                  </a:lnTo>
                  <a:lnTo>
                    <a:pt x="557212" y="270891"/>
                  </a:lnTo>
                  <a:lnTo>
                    <a:pt x="556450" y="267271"/>
                  </a:lnTo>
                  <a:lnTo>
                    <a:pt x="554736" y="263842"/>
                  </a:lnTo>
                  <a:lnTo>
                    <a:pt x="552069" y="260604"/>
                  </a:lnTo>
                  <a:lnTo>
                    <a:pt x="545503" y="253580"/>
                  </a:lnTo>
                  <a:lnTo>
                    <a:pt x="545503" y="262890"/>
                  </a:lnTo>
                  <a:lnTo>
                    <a:pt x="544550" y="267843"/>
                  </a:lnTo>
                  <a:lnTo>
                    <a:pt x="541591" y="272224"/>
                  </a:lnTo>
                  <a:lnTo>
                    <a:pt x="536638" y="276034"/>
                  </a:lnTo>
                  <a:lnTo>
                    <a:pt x="531114" y="279844"/>
                  </a:lnTo>
                  <a:lnTo>
                    <a:pt x="527977" y="284607"/>
                  </a:lnTo>
                  <a:lnTo>
                    <a:pt x="527215" y="290322"/>
                  </a:lnTo>
                  <a:lnTo>
                    <a:pt x="527977" y="293941"/>
                  </a:lnTo>
                  <a:lnTo>
                    <a:pt x="528447" y="294894"/>
                  </a:lnTo>
                  <a:lnTo>
                    <a:pt x="150710" y="294894"/>
                  </a:lnTo>
                  <a:lnTo>
                    <a:pt x="150710" y="306044"/>
                  </a:lnTo>
                  <a:lnTo>
                    <a:pt x="150710" y="309664"/>
                  </a:lnTo>
                  <a:lnTo>
                    <a:pt x="148717" y="313855"/>
                  </a:lnTo>
                  <a:lnTo>
                    <a:pt x="118135" y="338899"/>
                  </a:lnTo>
                  <a:lnTo>
                    <a:pt x="101854" y="344525"/>
                  </a:lnTo>
                  <a:lnTo>
                    <a:pt x="97853" y="344335"/>
                  </a:lnTo>
                  <a:lnTo>
                    <a:pt x="95834" y="344157"/>
                  </a:lnTo>
                  <a:lnTo>
                    <a:pt x="95834" y="352044"/>
                  </a:lnTo>
                  <a:lnTo>
                    <a:pt x="94132" y="352044"/>
                  </a:lnTo>
                  <a:lnTo>
                    <a:pt x="94132" y="351104"/>
                  </a:lnTo>
                  <a:lnTo>
                    <a:pt x="95834" y="352044"/>
                  </a:lnTo>
                  <a:lnTo>
                    <a:pt x="95834" y="344157"/>
                  </a:lnTo>
                  <a:lnTo>
                    <a:pt x="94132" y="343992"/>
                  </a:lnTo>
                  <a:lnTo>
                    <a:pt x="94132" y="332778"/>
                  </a:lnTo>
                  <a:lnTo>
                    <a:pt x="125564" y="306895"/>
                  </a:lnTo>
                  <a:lnTo>
                    <a:pt x="139852" y="301472"/>
                  </a:lnTo>
                  <a:lnTo>
                    <a:pt x="145567" y="302044"/>
                  </a:lnTo>
                  <a:lnTo>
                    <a:pt x="148424" y="302425"/>
                  </a:lnTo>
                  <a:lnTo>
                    <a:pt x="150139" y="303758"/>
                  </a:lnTo>
                  <a:lnTo>
                    <a:pt x="150710" y="306044"/>
                  </a:lnTo>
                  <a:lnTo>
                    <a:pt x="150710" y="294894"/>
                  </a:lnTo>
                  <a:lnTo>
                    <a:pt x="148005" y="294894"/>
                  </a:lnTo>
                  <a:lnTo>
                    <a:pt x="144424" y="292900"/>
                  </a:lnTo>
                  <a:lnTo>
                    <a:pt x="138607" y="291757"/>
                  </a:lnTo>
                  <a:lnTo>
                    <a:pt x="132143" y="292328"/>
                  </a:lnTo>
                  <a:lnTo>
                    <a:pt x="123952" y="293230"/>
                  </a:lnTo>
                  <a:lnTo>
                    <a:pt x="117843" y="294894"/>
                  </a:lnTo>
                  <a:lnTo>
                    <a:pt x="105321" y="294894"/>
                  </a:lnTo>
                  <a:lnTo>
                    <a:pt x="105321" y="300609"/>
                  </a:lnTo>
                  <a:lnTo>
                    <a:pt x="100711" y="303466"/>
                  </a:lnTo>
                  <a:lnTo>
                    <a:pt x="94132" y="308940"/>
                  </a:lnTo>
                  <a:lnTo>
                    <a:pt x="94132" y="300609"/>
                  </a:lnTo>
                  <a:lnTo>
                    <a:pt x="105321" y="300609"/>
                  </a:lnTo>
                  <a:lnTo>
                    <a:pt x="105321" y="294894"/>
                  </a:lnTo>
                  <a:lnTo>
                    <a:pt x="94132" y="294894"/>
                  </a:lnTo>
                  <a:lnTo>
                    <a:pt x="94132" y="265379"/>
                  </a:lnTo>
                  <a:lnTo>
                    <a:pt x="98425" y="267754"/>
                  </a:lnTo>
                  <a:lnTo>
                    <a:pt x="104140" y="268897"/>
                  </a:lnTo>
                  <a:lnTo>
                    <a:pt x="139192" y="258800"/>
                  </a:lnTo>
                  <a:lnTo>
                    <a:pt x="141859" y="257175"/>
                  </a:lnTo>
                  <a:lnTo>
                    <a:pt x="148564" y="251599"/>
                  </a:lnTo>
                  <a:lnTo>
                    <a:pt x="153568" y="245465"/>
                  </a:lnTo>
                  <a:lnTo>
                    <a:pt x="154546" y="243459"/>
                  </a:lnTo>
                  <a:lnTo>
                    <a:pt x="532358" y="243459"/>
                  </a:lnTo>
                  <a:lnTo>
                    <a:pt x="540067" y="252031"/>
                  </a:lnTo>
                  <a:lnTo>
                    <a:pt x="542925" y="254889"/>
                  </a:lnTo>
                  <a:lnTo>
                    <a:pt x="544741" y="258508"/>
                  </a:lnTo>
                  <a:lnTo>
                    <a:pt x="545503" y="262890"/>
                  </a:lnTo>
                  <a:lnTo>
                    <a:pt x="545503" y="253580"/>
                  </a:lnTo>
                  <a:lnTo>
                    <a:pt x="544068" y="252031"/>
                  </a:lnTo>
                  <a:lnTo>
                    <a:pt x="541020" y="248031"/>
                  </a:lnTo>
                  <a:lnTo>
                    <a:pt x="539305" y="244513"/>
                  </a:lnTo>
                  <a:lnTo>
                    <a:pt x="539165" y="243459"/>
                  </a:lnTo>
                  <a:lnTo>
                    <a:pt x="672947" y="243459"/>
                  </a:lnTo>
                  <a:lnTo>
                    <a:pt x="672947" y="237744"/>
                  </a:lnTo>
                  <a:lnTo>
                    <a:pt x="539610" y="237744"/>
                  </a:lnTo>
                  <a:lnTo>
                    <a:pt x="539877" y="236321"/>
                  </a:lnTo>
                  <a:lnTo>
                    <a:pt x="542836" y="231940"/>
                  </a:lnTo>
                  <a:lnTo>
                    <a:pt x="547789" y="228320"/>
                  </a:lnTo>
                  <a:lnTo>
                    <a:pt x="553313" y="224129"/>
                  </a:lnTo>
                  <a:lnTo>
                    <a:pt x="556450" y="219265"/>
                  </a:lnTo>
                  <a:lnTo>
                    <a:pt x="557212" y="213741"/>
                  </a:lnTo>
                  <a:lnTo>
                    <a:pt x="556450" y="210121"/>
                  </a:lnTo>
                  <a:lnTo>
                    <a:pt x="554736" y="206692"/>
                  </a:lnTo>
                  <a:lnTo>
                    <a:pt x="552069" y="203454"/>
                  </a:lnTo>
                  <a:lnTo>
                    <a:pt x="544068" y="194881"/>
                  </a:lnTo>
                  <a:lnTo>
                    <a:pt x="541020" y="190881"/>
                  </a:lnTo>
                  <a:lnTo>
                    <a:pt x="539305" y="187363"/>
                  </a:lnTo>
                  <a:lnTo>
                    <a:pt x="538924" y="184315"/>
                  </a:lnTo>
                  <a:lnTo>
                    <a:pt x="539877" y="179171"/>
                  </a:lnTo>
                  <a:lnTo>
                    <a:pt x="542836" y="174790"/>
                  </a:lnTo>
                  <a:lnTo>
                    <a:pt x="547789" y="171170"/>
                  </a:lnTo>
                  <a:lnTo>
                    <a:pt x="553313" y="166979"/>
                  </a:lnTo>
                  <a:lnTo>
                    <a:pt x="556450" y="162115"/>
                  </a:lnTo>
                  <a:lnTo>
                    <a:pt x="557212" y="156591"/>
                  </a:lnTo>
                  <a:lnTo>
                    <a:pt x="556450" y="152971"/>
                  </a:lnTo>
                  <a:lnTo>
                    <a:pt x="554736" y="149542"/>
                  </a:lnTo>
                  <a:lnTo>
                    <a:pt x="552069" y="146304"/>
                  </a:lnTo>
                  <a:lnTo>
                    <a:pt x="544068" y="137731"/>
                  </a:lnTo>
                  <a:lnTo>
                    <a:pt x="541020" y="133731"/>
                  </a:lnTo>
                  <a:lnTo>
                    <a:pt x="539305" y="130213"/>
                  </a:lnTo>
                  <a:lnTo>
                    <a:pt x="538924" y="127165"/>
                  </a:lnTo>
                  <a:lnTo>
                    <a:pt x="539877" y="122021"/>
                  </a:lnTo>
                  <a:lnTo>
                    <a:pt x="542836" y="117640"/>
                  </a:lnTo>
                  <a:lnTo>
                    <a:pt x="547789" y="114020"/>
                  </a:lnTo>
                  <a:lnTo>
                    <a:pt x="553313" y="109829"/>
                  </a:lnTo>
                  <a:lnTo>
                    <a:pt x="556450" y="104965"/>
                  </a:lnTo>
                  <a:lnTo>
                    <a:pt x="557212" y="99441"/>
                  </a:lnTo>
                  <a:lnTo>
                    <a:pt x="556450" y="95821"/>
                  </a:lnTo>
                  <a:lnTo>
                    <a:pt x="554736" y="92392"/>
                  </a:lnTo>
                  <a:lnTo>
                    <a:pt x="552069" y="89154"/>
                  </a:lnTo>
                  <a:lnTo>
                    <a:pt x="544068" y="80581"/>
                  </a:lnTo>
                  <a:lnTo>
                    <a:pt x="541020" y="76581"/>
                  </a:lnTo>
                  <a:lnTo>
                    <a:pt x="539305" y="73063"/>
                  </a:lnTo>
                  <a:lnTo>
                    <a:pt x="538924" y="70015"/>
                  </a:lnTo>
                  <a:lnTo>
                    <a:pt x="539877" y="64871"/>
                  </a:lnTo>
                  <a:lnTo>
                    <a:pt x="542836" y="60490"/>
                  </a:lnTo>
                  <a:lnTo>
                    <a:pt x="547789" y="56870"/>
                  </a:lnTo>
                  <a:lnTo>
                    <a:pt x="553313" y="52679"/>
                  </a:lnTo>
                  <a:lnTo>
                    <a:pt x="556450" y="47815"/>
                  </a:lnTo>
                  <a:lnTo>
                    <a:pt x="557212" y="42291"/>
                  </a:lnTo>
                  <a:lnTo>
                    <a:pt x="556450" y="38671"/>
                  </a:lnTo>
                  <a:lnTo>
                    <a:pt x="554736" y="35242"/>
                  </a:lnTo>
                  <a:lnTo>
                    <a:pt x="552069" y="32004"/>
                  </a:lnTo>
                  <a:lnTo>
                    <a:pt x="544068" y="23431"/>
                  </a:lnTo>
                  <a:lnTo>
                    <a:pt x="540067" y="23431"/>
                  </a:lnTo>
                  <a:lnTo>
                    <a:pt x="542925" y="26289"/>
                  </a:lnTo>
                  <a:lnTo>
                    <a:pt x="544741" y="29908"/>
                  </a:lnTo>
                  <a:lnTo>
                    <a:pt x="531114" y="51244"/>
                  </a:lnTo>
                  <a:lnTo>
                    <a:pt x="527977" y="56007"/>
                  </a:lnTo>
                  <a:lnTo>
                    <a:pt x="527215" y="61722"/>
                  </a:lnTo>
                  <a:lnTo>
                    <a:pt x="527977" y="65341"/>
                  </a:lnTo>
                  <a:lnTo>
                    <a:pt x="529691" y="68770"/>
                  </a:lnTo>
                  <a:lnTo>
                    <a:pt x="532358" y="72009"/>
                  </a:lnTo>
                  <a:lnTo>
                    <a:pt x="540067" y="80581"/>
                  </a:lnTo>
                  <a:lnTo>
                    <a:pt x="542925" y="83439"/>
                  </a:lnTo>
                  <a:lnTo>
                    <a:pt x="544741" y="87058"/>
                  </a:lnTo>
                  <a:lnTo>
                    <a:pt x="531114" y="108394"/>
                  </a:lnTo>
                  <a:lnTo>
                    <a:pt x="527977" y="113157"/>
                  </a:lnTo>
                  <a:lnTo>
                    <a:pt x="527215" y="118872"/>
                  </a:lnTo>
                  <a:lnTo>
                    <a:pt x="527977" y="122491"/>
                  </a:lnTo>
                  <a:lnTo>
                    <a:pt x="529691" y="125920"/>
                  </a:lnTo>
                  <a:lnTo>
                    <a:pt x="532358" y="129159"/>
                  </a:lnTo>
                  <a:lnTo>
                    <a:pt x="540067" y="137731"/>
                  </a:lnTo>
                  <a:lnTo>
                    <a:pt x="542925" y="140589"/>
                  </a:lnTo>
                  <a:lnTo>
                    <a:pt x="544741" y="144208"/>
                  </a:lnTo>
                  <a:lnTo>
                    <a:pt x="531114" y="165544"/>
                  </a:lnTo>
                  <a:lnTo>
                    <a:pt x="527977" y="170307"/>
                  </a:lnTo>
                  <a:lnTo>
                    <a:pt x="527215" y="176022"/>
                  </a:lnTo>
                  <a:lnTo>
                    <a:pt x="527977" y="179641"/>
                  </a:lnTo>
                  <a:lnTo>
                    <a:pt x="529691" y="183070"/>
                  </a:lnTo>
                  <a:lnTo>
                    <a:pt x="532358" y="186309"/>
                  </a:lnTo>
                  <a:lnTo>
                    <a:pt x="540067" y="194881"/>
                  </a:lnTo>
                  <a:lnTo>
                    <a:pt x="542925" y="197739"/>
                  </a:lnTo>
                  <a:lnTo>
                    <a:pt x="544741" y="201358"/>
                  </a:lnTo>
                  <a:lnTo>
                    <a:pt x="531114" y="222694"/>
                  </a:lnTo>
                  <a:lnTo>
                    <a:pt x="527977" y="227457"/>
                  </a:lnTo>
                  <a:lnTo>
                    <a:pt x="527215" y="233172"/>
                  </a:lnTo>
                  <a:lnTo>
                    <a:pt x="527977" y="236791"/>
                  </a:lnTo>
                  <a:lnTo>
                    <a:pt x="528447" y="237744"/>
                  </a:lnTo>
                  <a:lnTo>
                    <a:pt x="157073" y="237744"/>
                  </a:lnTo>
                  <a:lnTo>
                    <a:pt x="158432" y="231457"/>
                  </a:lnTo>
                  <a:lnTo>
                    <a:pt x="159181" y="222694"/>
                  </a:lnTo>
                  <a:lnTo>
                    <a:pt x="156311" y="215747"/>
                  </a:lnTo>
                  <a:lnTo>
                    <a:pt x="156235" y="215557"/>
                  </a:lnTo>
                  <a:lnTo>
                    <a:pt x="150710" y="210985"/>
                  </a:lnTo>
                  <a:lnTo>
                    <a:pt x="150710" y="220319"/>
                  </a:lnTo>
                  <a:lnTo>
                    <a:pt x="150710" y="223939"/>
                  </a:lnTo>
                  <a:lnTo>
                    <a:pt x="148717" y="228130"/>
                  </a:lnTo>
                  <a:lnTo>
                    <a:pt x="144716" y="232892"/>
                  </a:lnTo>
                  <a:lnTo>
                    <a:pt x="139115" y="237744"/>
                  </a:lnTo>
                  <a:lnTo>
                    <a:pt x="132524" y="237744"/>
                  </a:lnTo>
                  <a:lnTo>
                    <a:pt x="132524" y="243459"/>
                  </a:lnTo>
                  <a:lnTo>
                    <a:pt x="101854" y="258800"/>
                  </a:lnTo>
                  <a:lnTo>
                    <a:pt x="97853" y="258610"/>
                  </a:lnTo>
                  <a:lnTo>
                    <a:pt x="94132" y="258267"/>
                  </a:lnTo>
                  <a:lnTo>
                    <a:pt x="94132" y="247053"/>
                  </a:lnTo>
                  <a:lnTo>
                    <a:pt x="96253" y="243459"/>
                  </a:lnTo>
                  <a:lnTo>
                    <a:pt x="132524" y="243459"/>
                  </a:lnTo>
                  <a:lnTo>
                    <a:pt x="132524" y="237744"/>
                  </a:lnTo>
                  <a:lnTo>
                    <a:pt x="101434" y="237744"/>
                  </a:lnTo>
                  <a:lnTo>
                    <a:pt x="112318" y="228892"/>
                  </a:lnTo>
                  <a:lnTo>
                    <a:pt x="118135" y="225171"/>
                  </a:lnTo>
                  <a:lnTo>
                    <a:pt x="125564" y="221170"/>
                  </a:lnTo>
                  <a:lnTo>
                    <a:pt x="133184" y="217360"/>
                  </a:lnTo>
                  <a:lnTo>
                    <a:pt x="139852" y="215747"/>
                  </a:lnTo>
                  <a:lnTo>
                    <a:pt x="145567" y="216319"/>
                  </a:lnTo>
                  <a:lnTo>
                    <a:pt x="148424" y="216700"/>
                  </a:lnTo>
                  <a:lnTo>
                    <a:pt x="150139" y="218033"/>
                  </a:lnTo>
                  <a:lnTo>
                    <a:pt x="150710" y="220319"/>
                  </a:lnTo>
                  <a:lnTo>
                    <a:pt x="150710" y="210985"/>
                  </a:lnTo>
                  <a:lnTo>
                    <a:pt x="149567" y="210032"/>
                  </a:lnTo>
                  <a:lnTo>
                    <a:pt x="144424" y="207175"/>
                  </a:lnTo>
                  <a:lnTo>
                    <a:pt x="138607" y="206032"/>
                  </a:lnTo>
                  <a:lnTo>
                    <a:pt x="132143" y="206603"/>
                  </a:lnTo>
                  <a:lnTo>
                    <a:pt x="129070" y="206946"/>
                  </a:lnTo>
                  <a:lnTo>
                    <a:pt x="134213" y="204685"/>
                  </a:lnTo>
                  <a:lnTo>
                    <a:pt x="139192" y="201650"/>
                  </a:lnTo>
                  <a:lnTo>
                    <a:pt x="141859" y="200025"/>
                  </a:lnTo>
                  <a:lnTo>
                    <a:pt x="148564" y="194449"/>
                  </a:lnTo>
                  <a:lnTo>
                    <a:pt x="153568" y="188315"/>
                  </a:lnTo>
                  <a:lnTo>
                    <a:pt x="155600" y="184162"/>
                  </a:lnTo>
                  <a:lnTo>
                    <a:pt x="178752" y="184162"/>
                  </a:lnTo>
                  <a:lnTo>
                    <a:pt x="178752" y="177025"/>
                  </a:lnTo>
                  <a:lnTo>
                    <a:pt x="157835" y="177025"/>
                  </a:lnTo>
                  <a:lnTo>
                    <a:pt x="158432" y="174307"/>
                  </a:lnTo>
                  <a:lnTo>
                    <a:pt x="159181" y="165544"/>
                  </a:lnTo>
                  <a:lnTo>
                    <a:pt x="156311" y="158597"/>
                  </a:lnTo>
                  <a:lnTo>
                    <a:pt x="156235" y="158407"/>
                  </a:lnTo>
                  <a:lnTo>
                    <a:pt x="150710" y="153835"/>
                  </a:lnTo>
                  <a:lnTo>
                    <a:pt x="150710" y="163169"/>
                  </a:lnTo>
                  <a:lnTo>
                    <a:pt x="150710" y="166789"/>
                  </a:lnTo>
                  <a:lnTo>
                    <a:pt x="148717" y="170980"/>
                  </a:lnTo>
                  <a:lnTo>
                    <a:pt x="144716" y="175742"/>
                  </a:lnTo>
                  <a:lnTo>
                    <a:pt x="143230" y="177025"/>
                  </a:lnTo>
                  <a:lnTo>
                    <a:pt x="135001" y="177025"/>
                  </a:lnTo>
                  <a:lnTo>
                    <a:pt x="135001" y="184162"/>
                  </a:lnTo>
                  <a:lnTo>
                    <a:pt x="129565" y="188887"/>
                  </a:lnTo>
                  <a:lnTo>
                    <a:pt x="123850" y="192887"/>
                  </a:lnTo>
                  <a:lnTo>
                    <a:pt x="118135" y="196024"/>
                  </a:lnTo>
                  <a:lnTo>
                    <a:pt x="113322" y="197954"/>
                  </a:lnTo>
                  <a:lnTo>
                    <a:pt x="113322" y="210858"/>
                  </a:lnTo>
                  <a:lnTo>
                    <a:pt x="108242" y="213080"/>
                  </a:lnTo>
                  <a:lnTo>
                    <a:pt x="100711" y="217741"/>
                  </a:lnTo>
                  <a:lnTo>
                    <a:pt x="94132" y="223215"/>
                  </a:lnTo>
                  <a:lnTo>
                    <a:pt x="94132" y="208229"/>
                  </a:lnTo>
                  <a:lnTo>
                    <a:pt x="98425" y="210604"/>
                  </a:lnTo>
                  <a:lnTo>
                    <a:pt x="104140" y="211747"/>
                  </a:lnTo>
                  <a:lnTo>
                    <a:pt x="110426" y="211175"/>
                  </a:lnTo>
                  <a:lnTo>
                    <a:pt x="113322" y="210858"/>
                  </a:lnTo>
                  <a:lnTo>
                    <a:pt x="113322" y="197954"/>
                  </a:lnTo>
                  <a:lnTo>
                    <a:pt x="106705" y="200596"/>
                  </a:lnTo>
                  <a:lnTo>
                    <a:pt x="101854" y="201650"/>
                  </a:lnTo>
                  <a:lnTo>
                    <a:pt x="97853" y="201460"/>
                  </a:lnTo>
                  <a:lnTo>
                    <a:pt x="94132" y="201117"/>
                  </a:lnTo>
                  <a:lnTo>
                    <a:pt x="94132" y="189903"/>
                  </a:lnTo>
                  <a:lnTo>
                    <a:pt x="96418" y="186029"/>
                  </a:lnTo>
                  <a:lnTo>
                    <a:pt x="98132" y="184162"/>
                  </a:lnTo>
                  <a:lnTo>
                    <a:pt x="135001" y="184162"/>
                  </a:lnTo>
                  <a:lnTo>
                    <a:pt x="135001" y="177025"/>
                  </a:lnTo>
                  <a:lnTo>
                    <a:pt x="105816" y="177025"/>
                  </a:lnTo>
                  <a:lnTo>
                    <a:pt x="112318" y="171742"/>
                  </a:lnTo>
                  <a:lnTo>
                    <a:pt x="118135" y="168021"/>
                  </a:lnTo>
                  <a:lnTo>
                    <a:pt x="125564" y="164020"/>
                  </a:lnTo>
                  <a:lnTo>
                    <a:pt x="133184" y="160210"/>
                  </a:lnTo>
                  <a:lnTo>
                    <a:pt x="139852" y="158597"/>
                  </a:lnTo>
                  <a:lnTo>
                    <a:pt x="145567" y="159169"/>
                  </a:lnTo>
                  <a:lnTo>
                    <a:pt x="148424" y="159550"/>
                  </a:lnTo>
                  <a:lnTo>
                    <a:pt x="150139" y="160883"/>
                  </a:lnTo>
                  <a:lnTo>
                    <a:pt x="150710" y="163169"/>
                  </a:lnTo>
                  <a:lnTo>
                    <a:pt x="150710" y="153835"/>
                  </a:lnTo>
                  <a:lnTo>
                    <a:pt x="149567" y="152882"/>
                  </a:lnTo>
                  <a:lnTo>
                    <a:pt x="144424" y="150025"/>
                  </a:lnTo>
                  <a:lnTo>
                    <a:pt x="138607" y="148882"/>
                  </a:lnTo>
                  <a:lnTo>
                    <a:pt x="132143" y="149453"/>
                  </a:lnTo>
                  <a:lnTo>
                    <a:pt x="129070" y="149796"/>
                  </a:lnTo>
                  <a:lnTo>
                    <a:pt x="134213" y="147535"/>
                  </a:lnTo>
                  <a:lnTo>
                    <a:pt x="139192" y="144500"/>
                  </a:lnTo>
                  <a:lnTo>
                    <a:pt x="141859" y="142875"/>
                  </a:lnTo>
                  <a:lnTo>
                    <a:pt x="148564" y="137299"/>
                  </a:lnTo>
                  <a:lnTo>
                    <a:pt x="153568" y="131165"/>
                  </a:lnTo>
                  <a:lnTo>
                    <a:pt x="155600" y="127012"/>
                  </a:lnTo>
                  <a:lnTo>
                    <a:pt x="178752" y="127012"/>
                  </a:lnTo>
                  <a:lnTo>
                    <a:pt x="178752" y="119875"/>
                  </a:lnTo>
                  <a:lnTo>
                    <a:pt x="157835" y="119875"/>
                  </a:lnTo>
                  <a:lnTo>
                    <a:pt x="158432" y="117157"/>
                  </a:lnTo>
                  <a:lnTo>
                    <a:pt x="159181" y="108394"/>
                  </a:lnTo>
                  <a:lnTo>
                    <a:pt x="156311" y="101447"/>
                  </a:lnTo>
                  <a:lnTo>
                    <a:pt x="156235" y="101257"/>
                  </a:lnTo>
                  <a:lnTo>
                    <a:pt x="150710" y="96685"/>
                  </a:lnTo>
                  <a:lnTo>
                    <a:pt x="150710" y="106019"/>
                  </a:lnTo>
                  <a:lnTo>
                    <a:pt x="150710" y="109639"/>
                  </a:lnTo>
                  <a:lnTo>
                    <a:pt x="148717" y="113830"/>
                  </a:lnTo>
                  <a:lnTo>
                    <a:pt x="144716" y="118592"/>
                  </a:lnTo>
                  <a:lnTo>
                    <a:pt x="143230" y="119875"/>
                  </a:lnTo>
                  <a:lnTo>
                    <a:pt x="135001" y="119875"/>
                  </a:lnTo>
                  <a:lnTo>
                    <a:pt x="135001" y="127012"/>
                  </a:lnTo>
                  <a:lnTo>
                    <a:pt x="129565" y="131737"/>
                  </a:lnTo>
                  <a:lnTo>
                    <a:pt x="123850" y="135737"/>
                  </a:lnTo>
                  <a:lnTo>
                    <a:pt x="118135" y="138874"/>
                  </a:lnTo>
                  <a:lnTo>
                    <a:pt x="113322" y="140804"/>
                  </a:lnTo>
                  <a:lnTo>
                    <a:pt x="113322" y="153708"/>
                  </a:lnTo>
                  <a:lnTo>
                    <a:pt x="108242" y="155930"/>
                  </a:lnTo>
                  <a:lnTo>
                    <a:pt x="100711" y="160591"/>
                  </a:lnTo>
                  <a:lnTo>
                    <a:pt x="94132" y="166065"/>
                  </a:lnTo>
                  <a:lnTo>
                    <a:pt x="94132" y="151079"/>
                  </a:lnTo>
                  <a:lnTo>
                    <a:pt x="98425" y="153454"/>
                  </a:lnTo>
                  <a:lnTo>
                    <a:pt x="104140" y="154597"/>
                  </a:lnTo>
                  <a:lnTo>
                    <a:pt x="110426" y="154025"/>
                  </a:lnTo>
                  <a:lnTo>
                    <a:pt x="113322" y="153708"/>
                  </a:lnTo>
                  <a:lnTo>
                    <a:pt x="113322" y="140804"/>
                  </a:lnTo>
                  <a:lnTo>
                    <a:pt x="106705" y="143446"/>
                  </a:lnTo>
                  <a:lnTo>
                    <a:pt x="101854" y="144500"/>
                  </a:lnTo>
                  <a:lnTo>
                    <a:pt x="97853" y="144310"/>
                  </a:lnTo>
                  <a:lnTo>
                    <a:pt x="94132" y="143967"/>
                  </a:lnTo>
                  <a:lnTo>
                    <a:pt x="94132" y="134874"/>
                  </a:lnTo>
                  <a:lnTo>
                    <a:pt x="93154" y="134874"/>
                  </a:lnTo>
                  <a:lnTo>
                    <a:pt x="93345" y="134086"/>
                  </a:lnTo>
                  <a:lnTo>
                    <a:pt x="96418" y="128879"/>
                  </a:lnTo>
                  <a:lnTo>
                    <a:pt x="98132" y="127012"/>
                  </a:lnTo>
                  <a:lnTo>
                    <a:pt x="135001" y="127012"/>
                  </a:lnTo>
                  <a:lnTo>
                    <a:pt x="135001" y="119875"/>
                  </a:lnTo>
                  <a:lnTo>
                    <a:pt x="105816" y="119875"/>
                  </a:lnTo>
                  <a:lnTo>
                    <a:pt x="112318" y="114592"/>
                  </a:lnTo>
                  <a:lnTo>
                    <a:pt x="118135" y="110871"/>
                  </a:lnTo>
                  <a:lnTo>
                    <a:pt x="125564" y="106870"/>
                  </a:lnTo>
                  <a:lnTo>
                    <a:pt x="133184" y="103060"/>
                  </a:lnTo>
                  <a:lnTo>
                    <a:pt x="139852" y="101447"/>
                  </a:lnTo>
                  <a:lnTo>
                    <a:pt x="145567" y="102019"/>
                  </a:lnTo>
                  <a:lnTo>
                    <a:pt x="148424" y="102400"/>
                  </a:lnTo>
                  <a:lnTo>
                    <a:pt x="150139" y="103733"/>
                  </a:lnTo>
                  <a:lnTo>
                    <a:pt x="150710" y="106019"/>
                  </a:lnTo>
                  <a:lnTo>
                    <a:pt x="150710" y="96685"/>
                  </a:lnTo>
                  <a:lnTo>
                    <a:pt x="149567" y="95732"/>
                  </a:lnTo>
                  <a:lnTo>
                    <a:pt x="144424" y="92875"/>
                  </a:lnTo>
                  <a:lnTo>
                    <a:pt x="138607" y="91732"/>
                  </a:lnTo>
                  <a:lnTo>
                    <a:pt x="132143" y="92303"/>
                  </a:lnTo>
                  <a:lnTo>
                    <a:pt x="94119" y="108915"/>
                  </a:lnTo>
                  <a:lnTo>
                    <a:pt x="86868" y="119875"/>
                  </a:lnTo>
                  <a:lnTo>
                    <a:pt x="67614" y="119875"/>
                  </a:lnTo>
                  <a:lnTo>
                    <a:pt x="67614" y="127012"/>
                  </a:lnTo>
                  <a:lnTo>
                    <a:pt x="84861" y="127012"/>
                  </a:lnTo>
                  <a:lnTo>
                    <a:pt x="84416" y="129159"/>
                  </a:lnTo>
                  <a:lnTo>
                    <a:pt x="83464" y="137922"/>
                  </a:lnTo>
                  <a:lnTo>
                    <a:pt x="84137" y="139560"/>
                  </a:lnTo>
                  <a:lnTo>
                    <a:pt x="84137" y="177025"/>
                  </a:lnTo>
                  <a:lnTo>
                    <a:pt x="67614" y="177025"/>
                  </a:lnTo>
                  <a:lnTo>
                    <a:pt x="67614" y="184162"/>
                  </a:lnTo>
                  <a:lnTo>
                    <a:pt x="84137" y="184162"/>
                  </a:lnTo>
                  <a:lnTo>
                    <a:pt x="84137" y="188887"/>
                  </a:lnTo>
                  <a:lnTo>
                    <a:pt x="83464" y="195072"/>
                  </a:lnTo>
                  <a:lnTo>
                    <a:pt x="84137" y="196710"/>
                  </a:lnTo>
                  <a:lnTo>
                    <a:pt x="84137" y="237744"/>
                  </a:lnTo>
                  <a:lnTo>
                    <a:pt x="0" y="237744"/>
                  </a:lnTo>
                  <a:lnTo>
                    <a:pt x="0" y="243459"/>
                  </a:lnTo>
                  <a:lnTo>
                    <a:pt x="84137" y="243459"/>
                  </a:lnTo>
                  <a:lnTo>
                    <a:pt x="84137" y="246037"/>
                  </a:lnTo>
                  <a:lnTo>
                    <a:pt x="83464" y="252222"/>
                  </a:lnTo>
                  <a:lnTo>
                    <a:pt x="84137" y="253860"/>
                  </a:lnTo>
                  <a:lnTo>
                    <a:pt x="84137" y="294894"/>
                  </a:lnTo>
                  <a:lnTo>
                    <a:pt x="0" y="294894"/>
                  </a:lnTo>
                  <a:lnTo>
                    <a:pt x="0" y="300609"/>
                  </a:lnTo>
                  <a:lnTo>
                    <a:pt x="84137" y="300609"/>
                  </a:lnTo>
                  <a:lnTo>
                    <a:pt x="84137" y="331762"/>
                  </a:lnTo>
                  <a:lnTo>
                    <a:pt x="83464" y="337947"/>
                  </a:lnTo>
                  <a:lnTo>
                    <a:pt x="84137" y="339585"/>
                  </a:lnTo>
                  <a:lnTo>
                    <a:pt x="84137" y="352044"/>
                  </a:lnTo>
                  <a:lnTo>
                    <a:pt x="0" y="352044"/>
                  </a:lnTo>
                  <a:lnTo>
                    <a:pt x="0" y="357759"/>
                  </a:lnTo>
                  <a:lnTo>
                    <a:pt x="84137" y="357759"/>
                  </a:lnTo>
                  <a:lnTo>
                    <a:pt x="84137" y="409194"/>
                  </a:lnTo>
                  <a:lnTo>
                    <a:pt x="0" y="409194"/>
                  </a:lnTo>
                  <a:lnTo>
                    <a:pt x="0" y="414909"/>
                  </a:lnTo>
                  <a:lnTo>
                    <a:pt x="84137" y="414909"/>
                  </a:lnTo>
                  <a:lnTo>
                    <a:pt x="84137" y="466344"/>
                  </a:lnTo>
                  <a:lnTo>
                    <a:pt x="0" y="466344"/>
                  </a:lnTo>
                  <a:lnTo>
                    <a:pt x="0" y="472059"/>
                  </a:lnTo>
                  <a:lnTo>
                    <a:pt x="84137" y="472059"/>
                  </a:lnTo>
                  <a:lnTo>
                    <a:pt x="84137" y="523494"/>
                  </a:lnTo>
                  <a:lnTo>
                    <a:pt x="94132" y="523494"/>
                  </a:lnTo>
                  <a:lnTo>
                    <a:pt x="94132" y="472059"/>
                  </a:lnTo>
                  <a:lnTo>
                    <a:pt x="1257668" y="472059"/>
                  </a:lnTo>
                  <a:lnTo>
                    <a:pt x="1261795" y="472059"/>
                  </a:lnTo>
                  <a:lnTo>
                    <a:pt x="1270368" y="472059"/>
                  </a:lnTo>
                  <a:lnTo>
                    <a:pt x="3437636" y="472059"/>
                  </a:lnTo>
                  <a:lnTo>
                    <a:pt x="3437636" y="466344"/>
                  </a:lnTo>
                  <a:lnTo>
                    <a:pt x="1270368" y="466344"/>
                  </a:lnTo>
                  <a:lnTo>
                    <a:pt x="1270368" y="414909"/>
                  </a:lnTo>
                  <a:lnTo>
                    <a:pt x="3437636" y="414909"/>
                  </a:lnTo>
                  <a:lnTo>
                    <a:pt x="3437636" y="409194"/>
                  </a:lnTo>
                  <a:lnTo>
                    <a:pt x="1270368" y="409194"/>
                  </a:lnTo>
                  <a:lnTo>
                    <a:pt x="1270368" y="357759"/>
                  </a:lnTo>
                  <a:lnTo>
                    <a:pt x="3437636" y="357759"/>
                  </a:lnTo>
                  <a:lnTo>
                    <a:pt x="3437636" y="352044"/>
                  </a:lnTo>
                  <a:lnTo>
                    <a:pt x="1270368" y="352044"/>
                  </a:lnTo>
                  <a:lnTo>
                    <a:pt x="1270368" y="300609"/>
                  </a:lnTo>
                  <a:lnTo>
                    <a:pt x="3437636" y="300609"/>
                  </a:lnTo>
                  <a:lnTo>
                    <a:pt x="3437636" y="294894"/>
                  </a:lnTo>
                  <a:lnTo>
                    <a:pt x="1270368" y="294894"/>
                  </a:lnTo>
                  <a:lnTo>
                    <a:pt x="1270368" y="243459"/>
                  </a:lnTo>
                  <a:lnTo>
                    <a:pt x="3437636" y="243459"/>
                  </a:lnTo>
                  <a:lnTo>
                    <a:pt x="3437636" y="2377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2" name="object 17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122288" y="5478116"/>
              <a:ext cx="2120276" cy="602167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4175252" y="5560222"/>
              <a:ext cx="3093085" cy="520065"/>
            </a:xfrm>
            <a:custGeom>
              <a:avLst/>
              <a:gdLst/>
              <a:ahLst/>
              <a:cxnLst/>
              <a:rect l="l" t="t" r="r" b="b"/>
              <a:pathLst>
                <a:path w="3093084" h="520064">
                  <a:moveTo>
                    <a:pt x="201345" y="225031"/>
                  </a:moveTo>
                  <a:lnTo>
                    <a:pt x="177025" y="225031"/>
                  </a:lnTo>
                  <a:lnTo>
                    <a:pt x="176072" y="220954"/>
                  </a:lnTo>
                  <a:lnTo>
                    <a:pt x="172427" y="214604"/>
                  </a:lnTo>
                  <a:lnTo>
                    <a:pt x="166928" y="209524"/>
                  </a:lnTo>
                  <a:lnTo>
                    <a:pt x="159575" y="205740"/>
                  </a:lnTo>
                  <a:lnTo>
                    <a:pt x="154063" y="203835"/>
                  </a:lnTo>
                  <a:lnTo>
                    <a:pt x="151714" y="203022"/>
                  </a:lnTo>
                  <a:lnTo>
                    <a:pt x="150050" y="202615"/>
                  </a:lnTo>
                  <a:lnTo>
                    <a:pt x="150050" y="245935"/>
                  </a:lnTo>
                  <a:lnTo>
                    <a:pt x="145859" y="252222"/>
                  </a:lnTo>
                  <a:lnTo>
                    <a:pt x="136715" y="252603"/>
                  </a:lnTo>
                  <a:lnTo>
                    <a:pt x="130619" y="253365"/>
                  </a:lnTo>
                  <a:lnTo>
                    <a:pt x="125285" y="251079"/>
                  </a:lnTo>
                  <a:lnTo>
                    <a:pt x="120713" y="245745"/>
                  </a:lnTo>
                  <a:lnTo>
                    <a:pt x="116141" y="240030"/>
                  </a:lnTo>
                  <a:lnTo>
                    <a:pt x="113474" y="232600"/>
                  </a:lnTo>
                  <a:lnTo>
                    <a:pt x="113436" y="232168"/>
                  </a:lnTo>
                  <a:lnTo>
                    <a:pt x="149161" y="232168"/>
                  </a:lnTo>
                  <a:lnTo>
                    <a:pt x="149288" y="233743"/>
                  </a:lnTo>
                  <a:lnTo>
                    <a:pt x="150050" y="245935"/>
                  </a:lnTo>
                  <a:lnTo>
                    <a:pt x="150050" y="202615"/>
                  </a:lnTo>
                  <a:lnTo>
                    <a:pt x="148590" y="202260"/>
                  </a:lnTo>
                  <a:lnTo>
                    <a:pt x="148590" y="225031"/>
                  </a:lnTo>
                  <a:lnTo>
                    <a:pt x="112839" y="225031"/>
                  </a:lnTo>
                  <a:lnTo>
                    <a:pt x="112712" y="223456"/>
                  </a:lnTo>
                  <a:lnTo>
                    <a:pt x="112331" y="216979"/>
                  </a:lnTo>
                  <a:lnTo>
                    <a:pt x="112356" y="216789"/>
                  </a:lnTo>
                  <a:lnTo>
                    <a:pt x="131381" y="203835"/>
                  </a:lnTo>
                  <a:lnTo>
                    <a:pt x="136715" y="206121"/>
                  </a:lnTo>
                  <a:lnTo>
                    <a:pt x="145859" y="216789"/>
                  </a:lnTo>
                  <a:lnTo>
                    <a:pt x="145923" y="216979"/>
                  </a:lnTo>
                  <a:lnTo>
                    <a:pt x="148526" y="224218"/>
                  </a:lnTo>
                  <a:lnTo>
                    <a:pt x="148590" y="225031"/>
                  </a:lnTo>
                  <a:lnTo>
                    <a:pt x="148590" y="202260"/>
                  </a:lnTo>
                  <a:lnTo>
                    <a:pt x="144145" y="201168"/>
                  </a:lnTo>
                  <a:lnTo>
                    <a:pt x="136855" y="200164"/>
                  </a:lnTo>
                  <a:lnTo>
                    <a:pt x="129857" y="200025"/>
                  </a:lnTo>
                  <a:lnTo>
                    <a:pt x="123101" y="200164"/>
                  </a:lnTo>
                  <a:lnTo>
                    <a:pt x="85598" y="220954"/>
                  </a:lnTo>
                  <a:lnTo>
                    <a:pt x="84810" y="225031"/>
                  </a:lnTo>
                  <a:lnTo>
                    <a:pt x="64465" y="225031"/>
                  </a:lnTo>
                  <a:lnTo>
                    <a:pt x="64465" y="232168"/>
                  </a:lnTo>
                  <a:lnTo>
                    <a:pt x="84950" y="232168"/>
                  </a:lnTo>
                  <a:lnTo>
                    <a:pt x="85890" y="236245"/>
                  </a:lnTo>
                  <a:lnTo>
                    <a:pt x="124574" y="257035"/>
                  </a:lnTo>
                  <a:lnTo>
                    <a:pt x="131572" y="257175"/>
                  </a:lnTo>
                  <a:lnTo>
                    <a:pt x="138531" y="257035"/>
                  </a:lnTo>
                  <a:lnTo>
                    <a:pt x="145719" y="256032"/>
                  </a:lnTo>
                  <a:lnTo>
                    <a:pt x="153111" y="254177"/>
                  </a:lnTo>
                  <a:lnTo>
                    <a:pt x="155371" y="253365"/>
                  </a:lnTo>
                  <a:lnTo>
                    <a:pt x="160718" y="251460"/>
                  </a:lnTo>
                  <a:lnTo>
                    <a:pt x="167792" y="247675"/>
                  </a:lnTo>
                  <a:lnTo>
                    <a:pt x="172999" y="242608"/>
                  </a:lnTo>
                  <a:lnTo>
                    <a:pt x="176364" y="236245"/>
                  </a:lnTo>
                  <a:lnTo>
                    <a:pt x="177152" y="232168"/>
                  </a:lnTo>
                  <a:lnTo>
                    <a:pt x="201345" y="232168"/>
                  </a:lnTo>
                  <a:lnTo>
                    <a:pt x="201345" y="225031"/>
                  </a:lnTo>
                  <a:close/>
                </a:path>
                <a:path w="3093084" h="520064">
                  <a:moveTo>
                    <a:pt x="201345" y="167881"/>
                  </a:moveTo>
                  <a:lnTo>
                    <a:pt x="177025" y="167881"/>
                  </a:lnTo>
                  <a:lnTo>
                    <a:pt x="176072" y="163804"/>
                  </a:lnTo>
                  <a:lnTo>
                    <a:pt x="172427" y="157454"/>
                  </a:lnTo>
                  <a:lnTo>
                    <a:pt x="166928" y="152374"/>
                  </a:lnTo>
                  <a:lnTo>
                    <a:pt x="159575" y="148590"/>
                  </a:lnTo>
                  <a:lnTo>
                    <a:pt x="154063" y="146685"/>
                  </a:lnTo>
                  <a:lnTo>
                    <a:pt x="151714" y="145872"/>
                  </a:lnTo>
                  <a:lnTo>
                    <a:pt x="150050" y="145465"/>
                  </a:lnTo>
                  <a:lnTo>
                    <a:pt x="150050" y="188785"/>
                  </a:lnTo>
                  <a:lnTo>
                    <a:pt x="145859" y="195072"/>
                  </a:lnTo>
                  <a:lnTo>
                    <a:pt x="136715" y="195453"/>
                  </a:lnTo>
                  <a:lnTo>
                    <a:pt x="130619" y="196215"/>
                  </a:lnTo>
                  <a:lnTo>
                    <a:pt x="125285" y="193929"/>
                  </a:lnTo>
                  <a:lnTo>
                    <a:pt x="120713" y="188595"/>
                  </a:lnTo>
                  <a:lnTo>
                    <a:pt x="116141" y="182880"/>
                  </a:lnTo>
                  <a:lnTo>
                    <a:pt x="113474" y="175450"/>
                  </a:lnTo>
                  <a:lnTo>
                    <a:pt x="113436" y="175018"/>
                  </a:lnTo>
                  <a:lnTo>
                    <a:pt x="149161" y="175018"/>
                  </a:lnTo>
                  <a:lnTo>
                    <a:pt x="149288" y="176593"/>
                  </a:lnTo>
                  <a:lnTo>
                    <a:pt x="150050" y="188785"/>
                  </a:lnTo>
                  <a:lnTo>
                    <a:pt x="150050" y="145465"/>
                  </a:lnTo>
                  <a:lnTo>
                    <a:pt x="148590" y="145110"/>
                  </a:lnTo>
                  <a:lnTo>
                    <a:pt x="148590" y="167881"/>
                  </a:lnTo>
                  <a:lnTo>
                    <a:pt x="112839" y="167881"/>
                  </a:lnTo>
                  <a:lnTo>
                    <a:pt x="112712" y="166306"/>
                  </a:lnTo>
                  <a:lnTo>
                    <a:pt x="112331" y="159829"/>
                  </a:lnTo>
                  <a:lnTo>
                    <a:pt x="112356" y="159639"/>
                  </a:lnTo>
                  <a:lnTo>
                    <a:pt x="131381" y="146685"/>
                  </a:lnTo>
                  <a:lnTo>
                    <a:pt x="136715" y="148971"/>
                  </a:lnTo>
                  <a:lnTo>
                    <a:pt x="145859" y="159639"/>
                  </a:lnTo>
                  <a:lnTo>
                    <a:pt x="145923" y="159829"/>
                  </a:lnTo>
                  <a:lnTo>
                    <a:pt x="148526" y="167068"/>
                  </a:lnTo>
                  <a:lnTo>
                    <a:pt x="148590" y="167881"/>
                  </a:lnTo>
                  <a:lnTo>
                    <a:pt x="148590" y="145110"/>
                  </a:lnTo>
                  <a:lnTo>
                    <a:pt x="144145" y="144018"/>
                  </a:lnTo>
                  <a:lnTo>
                    <a:pt x="136855" y="143014"/>
                  </a:lnTo>
                  <a:lnTo>
                    <a:pt x="129857" y="142875"/>
                  </a:lnTo>
                  <a:lnTo>
                    <a:pt x="123101" y="143014"/>
                  </a:lnTo>
                  <a:lnTo>
                    <a:pt x="85598" y="163804"/>
                  </a:lnTo>
                  <a:lnTo>
                    <a:pt x="84810" y="167881"/>
                  </a:lnTo>
                  <a:lnTo>
                    <a:pt x="64465" y="167881"/>
                  </a:lnTo>
                  <a:lnTo>
                    <a:pt x="64465" y="175018"/>
                  </a:lnTo>
                  <a:lnTo>
                    <a:pt x="84950" y="175018"/>
                  </a:lnTo>
                  <a:lnTo>
                    <a:pt x="85890" y="179095"/>
                  </a:lnTo>
                  <a:lnTo>
                    <a:pt x="124574" y="199885"/>
                  </a:lnTo>
                  <a:lnTo>
                    <a:pt x="131572" y="200025"/>
                  </a:lnTo>
                  <a:lnTo>
                    <a:pt x="138531" y="199885"/>
                  </a:lnTo>
                  <a:lnTo>
                    <a:pt x="145719" y="198882"/>
                  </a:lnTo>
                  <a:lnTo>
                    <a:pt x="153111" y="197027"/>
                  </a:lnTo>
                  <a:lnTo>
                    <a:pt x="155371" y="196215"/>
                  </a:lnTo>
                  <a:lnTo>
                    <a:pt x="160718" y="194310"/>
                  </a:lnTo>
                  <a:lnTo>
                    <a:pt x="167792" y="190525"/>
                  </a:lnTo>
                  <a:lnTo>
                    <a:pt x="172999" y="185458"/>
                  </a:lnTo>
                  <a:lnTo>
                    <a:pt x="176364" y="179095"/>
                  </a:lnTo>
                  <a:lnTo>
                    <a:pt x="177152" y="175018"/>
                  </a:lnTo>
                  <a:lnTo>
                    <a:pt x="201345" y="175018"/>
                  </a:lnTo>
                  <a:lnTo>
                    <a:pt x="201345" y="167881"/>
                  </a:lnTo>
                  <a:close/>
                </a:path>
                <a:path w="3093084" h="520064">
                  <a:moveTo>
                    <a:pt x="201345" y="110731"/>
                  </a:moveTo>
                  <a:lnTo>
                    <a:pt x="177025" y="110731"/>
                  </a:lnTo>
                  <a:lnTo>
                    <a:pt x="176072" y="106654"/>
                  </a:lnTo>
                  <a:lnTo>
                    <a:pt x="172427" y="100304"/>
                  </a:lnTo>
                  <a:lnTo>
                    <a:pt x="166928" y="95224"/>
                  </a:lnTo>
                  <a:lnTo>
                    <a:pt x="159575" y="91440"/>
                  </a:lnTo>
                  <a:lnTo>
                    <a:pt x="154063" y="89535"/>
                  </a:lnTo>
                  <a:lnTo>
                    <a:pt x="151714" y="88722"/>
                  </a:lnTo>
                  <a:lnTo>
                    <a:pt x="150050" y="88315"/>
                  </a:lnTo>
                  <a:lnTo>
                    <a:pt x="150050" y="131635"/>
                  </a:lnTo>
                  <a:lnTo>
                    <a:pt x="145859" y="137922"/>
                  </a:lnTo>
                  <a:lnTo>
                    <a:pt x="136715" y="138303"/>
                  </a:lnTo>
                  <a:lnTo>
                    <a:pt x="130619" y="139065"/>
                  </a:lnTo>
                  <a:lnTo>
                    <a:pt x="125285" y="136779"/>
                  </a:lnTo>
                  <a:lnTo>
                    <a:pt x="120713" y="131445"/>
                  </a:lnTo>
                  <a:lnTo>
                    <a:pt x="116141" y="125730"/>
                  </a:lnTo>
                  <a:lnTo>
                    <a:pt x="113474" y="118300"/>
                  </a:lnTo>
                  <a:lnTo>
                    <a:pt x="113436" y="117868"/>
                  </a:lnTo>
                  <a:lnTo>
                    <a:pt x="149161" y="117868"/>
                  </a:lnTo>
                  <a:lnTo>
                    <a:pt x="149288" y="119443"/>
                  </a:lnTo>
                  <a:lnTo>
                    <a:pt x="150050" y="131635"/>
                  </a:lnTo>
                  <a:lnTo>
                    <a:pt x="150050" y="88315"/>
                  </a:lnTo>
                  <a:lnTo>
                    <a:pt x="148590" y="87960"/>
                  </a:lnTo>
                  <a:lnTo>
                    <a:pt x="148590" y="110731"/>
                  </a:lnTo>
                  <a:lnTo>
                    <a:pt x="112839" y="110731"/>
                  </a:lnTo>
                  <a:lnTo>
                    <a:pt x="112712" y="109156"/>
                  </a:lnTo>
                  <a:lnTo>
                    <a:pt x="112331" y="102679"/>
                  </a:lnTo>
                  <a:lnTo>
                    <a:pt x="112356" y="102489"/>
                  </a:lnTo>
                  <a:lnTo>
                    <a:pt x="131381" y="89535"/>
                  </a:lnTo>
                  <a:lnTo>
                    <a:pt x="136715" y="91821"/>
                  </a:lnTo>
                  <a:lnTo>
                    <a:pt x="145859" y="102489"/>
                  </a:lnTo>
                  <a:lnTo>
                    <a:pt x="145923" y="102679"/>
                  </a:lnTo>
                  <a:lnTo>
                    <a:pt x="148526" y="109918"/>
                  </a:lnTo>
                  <a:lnTo>
                    <a:pt x="148590" y="110731"/>
                  </a:lnTo>
                  <a:lnTo>
                    <a:pt x="148590" y="87960"/>
                  </a:lnTo>
                  <a:lnTo>
                    <a:pt x="144145" y="86868"/>
                  </a:lnTo>
                  <a:lnTo>
                    <a:pt x="136855" y="85864"/>
                  </a:lnTo>
                  <a:lnTo>
                    <a:pt x="129857" y="85725"/>
                  </a:lnTo>
                  <a:lnTo>
                    <a:pt x="123101" y="85864"/>
                  </a:lnTo>
                  <a:lnTo>
                    <a:pt x="85598" y="106654"/>
                  </a:lnTo>
                  <a:lnTo>
                    <a:pt x="84810" y="110731"/>
                  </a:lnTo>
                  <a:lnTo>
                    <a:pt x="64465" y="110731"/>
                  </a:lnTo>
                  <a:lnTo>
                    <a:pt x="64465" y="117868"/>
                  </a:lnTo>
                  <a:lnTo>
                    <a:pt x="84950" y="117868"/>
                  </a:lnTo>
                  <a:lnTo>
                    <a:pt x="85890" y="121945"/>
                  </a:lnTo>
                  <a:lnTo>
                    <a:pt x="124574" y="142735"/>
                  </a:lnTo>
                  <a:lnTo>
                    <a:pt x="131572" y="142875"/>
                  </a:lnTo>
                  <a:lnTo>
                    <a:pt x="138531" y="142735"/>
                  </a:lnTo>
                  <a:lnTo>
                    <a:pt x="145719" y="141732"/>
                  </a:lnTo>
                  <a:lnTo>
                    <a:pt x="153111" y="139877"/>
                  </a:lnTo>
                  <a:lnTo>
                    <a:pt x="155371" y="139065"/>
                  </a:lnTo>
                  <a:lnTo>
                    <a:pt x="160718" y="137160"/>
                  </a:lnTo>
                  <a:lnTo>
                    <a:pt x="167792" y="133375"/>
                  </a:lnTo>
                  <a:lnTo>
                    <a:pt x="172999" y="128308"/>
                  </a:lnTo>
                  <a:lnTo>
                    <a:pt x="176364" y="121945"/>
                  </a:lnTo>
                  <a:lnTo>
                    <a:pt x="177152" y="117868"/>
                  </a:lnTo>
                  <a:lnTo>
                    <a:pt x="201345" y="117868"/>
                  </a:lnTo>
                  <a:lnTo>
                    <a:pt x="201345" y="110731"/>
                  </a:lnTo>
                  <a:close/>
                </a:path>
                <a:path w="3093084" h="520064">
                  <a:moveTo>
                    <a:pt x="201345" y="53581"/>
                  </a:moveTo>
                  <a:lnTo>
                    <a:pt x="154698" y="53581"/>
                  </a:lnTo>
                  <a:lnTo>
                    <a:pt x="155371" y="53340"/>
                  </a:lnTo>
                  <a:lnTo>
                    <a:pt x="160718" y="51435"/>
                  </a:lnTo>
                  <a:lnTo>
                    <a:pt x="167792" y="47650"/>
                  </a:lnTo>
                  <a:lnTo>
                    <a:pt x="172999" y="42583"/>
                  </a:lnTo>
                  <a:lnTo>
                    <a:pt x="176364" y="36220"/>
                  </a:lnTo>
                  <a:lnTo>
                    <a:pt x="177863" y="28575"/>
                  </a:lnTo>
                  <a:lnTo>
                    <a:pt x="176072" y="20929"/>
                  </a:lnTo>
                  <a:lnTo>
                    <a:pt x="172427" y="14579"/>
                  </a:lnTo>
                  <a:lnTo>
                    <a:pt x="166928" y="9499"/>
                  </a:lnTo>
                  <a:lnTo>
                    <a:pt x="159575" y="5715"/>
                  </a:lnTo>
                  <a:lnTo>
                    <a:pt x="154063" y="3810"/>
                  </a:lnTo>
                  <a:lnTo>
                    <a:pt x="151714" y="2997"/>
                  </a:lnTo>
                  <a:lnTo>
                    <a:pt x="150050" y="2590"/>
                  </a:lnTo>
                  <a:lnTo>
                    <a:pt x="150050" y="45910"/>
                  </a:lnTo>
                  <a:lnTo>
                    <a:pt x="145859" y="52197"/>
                  </a:lnTo>
                  <a:lnTo>
                    <a:pt x="136715" y="52578"/>
                  </a:lnTo>
                  <a:lnTo>
                    <a:pt x="130619" y="53340"/>
                  </a:lnTo>
                  <a:lnTo>
                    <a:pt x="125285" y="51054"/>
                  </a:lnTo>
                  <a:lnTo>
                    <a:pt x="112331" y="16954"/>
                  </a:lnTo>
                  <a:lnTo>
                    <a:pt x="112356" y="16764"/>
                  </a:lnTo>
                  <a:lnTo>
                    <a:pt x="131381" y="3810"/>
                  </a:lnTo>
                  <a:lnTo>
                    <a:pt x="136715" y="6096"/>
                  </a:lnTo>
                  <a:lnTo>
                    <a:pt x="145859" y="16764"/>
                  </a:lnTo>
                  <a:lnTo>
                    <a:pt x="145923" y="16954"/>
                  </a:lnTo>
                  <a:lnTo>
                    <a:pt x="148526" y="24193"/>
                  </a:lnTo>
                  <a:lnTo>
                    <a:pt x="149288" y="33718"/>
                  </a:lnTo>
                  <a:lnTo>
                    <a:pt x="150050" y="45910"/>
                  </a:lnTo>
                  <a:lnTo>
                    <a:pt x="150050" y="2590"/>
                  </a:lnTo>
                  <a:lnTo>
                    <a:pt x="144145" y="1143"/>
                  </a:lnTo>
                  <a:lnTo>
                    <a:pt x="136855" y="139"/>
                  </a:lnTo>
                  <a:lnTo>
                    <a:pt x="129857" y="0"/>
                  </a:lnTo>
                  <a:lnTo>
                    <a:pt x="123101" y="139"/>
                  </a:lnTo>
                  <a:lnTo>
                    <a:pt x="85598" y="20929"/>
                  </a:lnTo>
                  <a:lnTo>
                    <a:pt x="84137" y="28575"/>
                  </a:lnTo>
                  <a:lnTo>
                    <a:pt x="85890" y="36220"/>
                  </a:lnTo>
                  <a:lnTo>
                    <a:pt x="89420" y="42583"/>
                  </a:lnTo>
                  <a:lnTo>
                    <a:pt x="94742" y="47650"/>
                  </a:lnTo>
                  <a:lnTo>
                    <a:pt x="101854" y="51435"/>
                  </a:lnTo>
                  <a:lnTo>
                    <a:pt x="108051" y="53581"/>
                  </a:lnTo>
                  <a:lnTo>
                    <a:pt x="64465" y="53581"/>
                  </a:lnTo>
                  <a:lnTo>
                    <a:pt x="64465" y="60718"/>
                  </a:lnTo>
                  <a:lnTo>
                    <a:pt x="201345" y="60718"/>
                  </a:lnTo>
                  <a:lnTo>
                    <a:pt x="201345" y="53581"/>
                  </a:lnTo>
                  <a:close/>
                </a:path>
                <a:path w="3093084" h="520064">
                  <a:moveTo>
                    <a:pt x="3092640" y="285750"/>
                  </a:moveTo>
                  <a:lnTo>
                    <a:pt x="2182152" y="285750"/>
                  </a:lnTo>
                  <a:lnTo>
                    <a:pt x="2182418" y="284327"/>
                  </a:lnTo>
                  <a:lnTo>
                    <a:pt x="2185378" y="279946"/>
                  </a:lnTo>
                  <a:lnTo>
                    <a:pt x="2190331" y="276326"/>
                  </a:lnTo>
                  <a:lnTo>
                    <a:pt x="2195855" y="272135"/>
                  </a:lnTo>
                  <a:lnTo>
                    <a:pt x="2198992" y="267271"/>
                  </a:lnTo>
                  <a:lnTo>
                    <a:pt x="2199754" y="261747"/>
                  </a:lnTo>
                  <a:lnTo>
                    <a:pt x="2198992" y="258127"/>
                  </a:lnTo>
                  <a:lnTo>
                    <a:pt x="2197277" y="254698"/>
                  </a:lnTo>
                  <a:lnTo>
                    <a:pt x="2194610" y="251460"/>
                  </a:lnTo>
                  <a:lnTo>
                    <a:pt x="2186609" y="242887"/>
                  </a:lnTo>
                  <a:lnTo>
                    <a:pt x="2183561" y="238887"/>
                  </a:lnTo>
                  <a:lnTo>
                    <a:pt x="2181847" y="235369"/>
                  </a:lnTo>
                  <a:lnTo>
                    <a:pt x="2181466" y="232321"/>
                  </a:lnTo>
                  <a:lnTo>
                    <a:pt x="2182418" y="227177"/>
                  </a:lnTo>
                  <a:lnTo>
                    <a:pt x="2185378" y="222796"/>
                  </a:lnTo>
                  <a:lnTo>
                    <a:pt x="2190331" y="219176"/>
                  </a:lnTo>
                  <a:lnTo>
                    <a:pt x="2195855" y="214985"/>
                  </a:lnTo>
                  <a:lnTo>
                    <a:pt x="2198992" y="210121"/>
                  </a:lnTo>
                  <a:lnTo>
                    <a:pt x="2199754" y="204597"/>
                  </a:lnTo>
                  <a:lnTo>
                    <a:pt x="2198992" y="200977"/>
                  </a:lnTo>
                  <a:lnTo>
                    <a:pt x="2197277" y="197548"/>
                  </a:lnTo>
                  <a:lnTo>
                    <a:pt x="2194610" y="194310"/>
                  </a:lnTo>
                  <a:lnTo>
                    <a:pt x="2186609" y="185737"/>
                  </a:lnTo>
                  <a:lnTo>
                    <a:pt x="2183561" y="181737"/>
                  </a:lnTo>
                  <a:lnTo>
                    <a:pt x="2181847" y="178219"/>
                  </a:lnTo>
                  <a:lnTo>
                    <a:pt x="2181466" y="175171"/>
                  </a:lnTo>
                  <a:lnTo>
                    <a:pt x="2182418" y="170027"/>
                  </a:lnTo>
                  <a:lnTo>
                    <a:pt x="2185378" y="165646"/>
                  </a:lnTo>
                  <a:lnTo>
                    <a:pt x="2190331" y="162026"/>
                  </a:lnTo>
                  <a:lnTo>
                    <a:pt x="2195855" y="157835"/>
                  </a:lnTo>
                  <a:lnTo>
                    <a:pt x="2198992" y="152971"/>
                  </a:lnTo>
                  <a:lnTo>
                    <a:pt x="2199754" y="147447"/>
                  </a:lnTo>
                  <a:lnTo>
                    <a:pt x="2198992" y="143827"/>
                  </a:lnTo>
                  <a:lnTo>
                    <a:pt x="2197277" y="140398"/>
                  </a:lnTo>
                  <a:lnTo>
                    <a:pt x="2194610" y="137160"/>
                  </a:lnTo>
                  <a:lnTo>
                    <a:pt x="2186609" y="128587"/>
                  </a:lnTo>
                  <a:lnTo>
                    <a:pt x="2182609" y="128587"/>
                  </a:lnTo>
                  <a:lnTo>
                    <a:pt x="2185466" y="131445"/>
                  </a:lnTo>
                  <a:lnTo>
                    <a:pt x="2187283" y="135064"/>
                  </a:lnTo>
                  <a:lnTo>
                    <a:pt x="2173655" y="156400"/>
                  </a:lnTo>
                  <a:lnTo>
                    <a:pt x="2170519" y="161163"/>
                  </a:lnTo>
                  <a:lnTo>
                    <a:pt x="2169757" y="166878"/>
                  </a:lnTo>
                  <a:lnTo>
                    <a:pt x="2170519" y="170497"/>
                  </a:lnTo>
                  <a:lnTo>
                    <a:pt x="2172233" y="173926"/>
                  </a:lnTo>
                  <a:lnTo>
                    <a:pt x="2174900" y="177165"/>
                  </a:lnTo>
                  <a:lnTo>
                    <a:pt x="2182609" y="185737"/>
                  </a:lnTo>
                  <a:lnTo>
                    <a:pt x="2185466" y="188595"/>
                  </a:lnTo>
                  <a:lnTo>
                    <a:pt x="2187283" y="192214"/>
                  </a:lnTo>
                  <a:lnTo>
                    <a:pt x="2173655" y="213550"/>
                  </a:lnTo>
                  <a:lnTo>
                    <a:pt x="2170519" y="218313"/>
                  </a:lnTo>
                  <a:lnTo>
                    <a:pt x="2169757" y="224028"/>
                  </a:lnTo>
                  <a:lnTo>
                    <a:pt x="2170519" y="227647"/>
                  </a:lnTo>
                  <a:lnTo>
                    <a:pt x="2172233" y="231076"/>
                  </a:lnTo>
                  <a:lnTo>
                    <a:pt x="2174900" y="234315"/>
                  </a:lnTo>
                  <a:lnTo>
                    <a:pt x="2182609" y="242887"/>
                  </a:lnTo>
                  <a:lnTo>
                    <a:pt x="2185466" y="245745"/>
                  </a:lnTo>
                  <a:lnTo>
                    <a:pt x="2187283" y="249364"/>
                  </a:lnTo>
                  <a:lnTo>
                    <a:pt x="2173655" y="270700"/>
                  </a:lnTo>
                  <a:lnTo>
                    <a:pt x="2170519" y="275463"/>
                  </a:lnTo>
                  <a:lnTo>
                    <a:pt x="2169757" y="281178"/>
                  </a:lnTo>
                  <a:lnTo>
                    <a:pt x="2170519" y="284797"/>
                  </a:lnTo>
                  <a:lnTo>
                    <a:pt x="2170988" y="285750"/>
                  </a:lnTo>
                  <a:lnTo>
                    <a:pt x="2042756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2042756" y="291465"/>
                  </a:lnTo>
                  <a:lnTo>
                    <a:pt x="2046884" y="291465"/>
                  </a:lnTo>
                  <a:lnTo>
                    <a:pt x="2046884" y="342900"/>
                  </a:lnTo>
                  <a:lnTo>
                    <a:pt x="2042756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2042756" y="348615"/>
                  </a:lnTo>
                  <a:lnTo>
                    <a:pt x="2046884" y="348615"/>
                  </a:lnTo>
                  <a:lnTo>
                    <a:pt x="2046884" y="400050"/>
                  </a:lnTo>
                  <a:lnTo>
                    <a:pt x="2042756" y="400050"/>
                  </a:lnTo>
                  <a:lnTo>
                    <a:pt x="0" y="400050"/>
                  </a:lnTo>
                  <a:lnTo>
                    <a:pt x="0" y="405765"/>
                  </a:lnTo>
                  <a:lnTo>
                    <a:pt x="2042756" y="405765"/>
                  </a:lnTo>
                  <a:lnTo>
                    <a:pt x="2046884" y="405765"/>
                  </a:lnTo>
                  <a:lnTo>
                    <a:pt x="2046884" y="457200"/>
                  </a:lnTo>
                  <a:lnTo>
                    <a:pt x="2042756" y="457200"/>
                  </a:lnTo>
                  <a:lnTo>
                    <a:pt x="0" y="457200"/>
                  </a:lnTo>
                  <a:lnTo>
                    <a:pt x="0" y="462915"/>
                  </a:lnTo>
                  <a:lnTo>
                    <a:pt x="2042756" y="462915"/>
                  </a:lnTo>
                  <a:lnTo>
                    <a:pt x="2046884" y="462915"/>
                  </a:lnTo>
                  <a:lnTo>
                    <a:pt x="2046884" y="514350"/>
                  </a:lnTo>
                  <a:lnTo>
                    <a:pt x="2042756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2042756" y="520065"/>
                  </a:lnTo>
                  <a:lnTo>
                    <a:pt x="2046884" y="520065"/>
                  </a:lnTo>
                  <a:lnTo>
                    <a:pt x="2055456" y="520065"/>
                  </a:lnTo>
                  <a:lnTo>
                    <a:pt x="3092640" y="520065"/>
                  </a:lnTo>
                  <a:lnTo>
                    <a:pt x="3092640" y="514350"/>
                  </a:lnTo>
                  <a:lnTo>
                    <a:pt x="2055456" y="514350"/>
                  </a:lnTo>
                  <a:lnTo>
                    <a:pt x="2055456" y="462915"/>
                  </a:lnTo>
                  <a:lnTo>
                    <a:pt x="3092640" y="462915"/>
                  </a:lnTo>
                  <a:lnTo>
                    <a:pt x="3092640" y="457200"/>
                  </a:lnTo>
                  <a:lnTo>
                    <a:pt x="2055456" y="457200"/>
                  </a:lnTo>
                  <a:lnTo>
                    <a:pt x="2055456" y="405765"/>
                  </a:lnTo>
                  <a:lnTo>
                    <a:pt x="2174900" y="405765"/>
                  </a:lnTo>
                  <a:lnTo>
                    <a:pt x="2182609" y="414337"/>
                  </a:lnTo>
                  <a:lnTo>
                    <a:pt x="2186609" y="414337"/>
                  </a:lnTo>
                  <a:lnTo>
                    <a:pt x="2183561" y="410337"/>
                  </a:lnTo>
                  <a:lnTo>
                    <a:pt x="2181847" y="406819"/>
                  </a:lnTo>
                  <a:lnTo>
                    <a:pt x="2181707" y="405765"/>
                  </a:lnTo>
                  <a:lnTo>
                    <a:pt x="3092640" y="405765"/>
                  </a:lnTo>
                  <a:lnTo>
                    <a:pt x="3092640" y="400050"/>
                  </a:lnTo>
                  <a:lnTo>
                    <a:pt x="2182152" y="400050"/>
                  </a:lnTo>
                  <a:lnTo>
                    <a:pt x="2182418" y="398627"/>
                  </a:lnTo>
                  <a:lnTo>
                    <a:pt x="2185378" y="394246"/>
                  </a:lnTo>
                  <a:lnTo>
                    <a:pt x="2190331" y="390626"/>
                  </a:lnTo>
                  <a:lnTo>
                    <a:pt x="2195855" y="386435"/>
                  </a:lnTo>
                  <a:lnTo>
                    <a:pt x="2198992" y="381571"/>
                  </a:lnTo>
                  <a:lnTo>
                    <a:pt x="2199754" y="376047"/>
                  </a:lnTo>
                  <a:lnTo>
                    <a:pt x="2198992" y="372427"/>
                  </a:lnTo>
                  <a:lnTo>
                    <a:pt x="2197277" y="368998"/>
                  </a:lnTo>
                  <a:lnTo>
                    <a:pt x="2194610" y="365760"/>
                  </a:lnTo>
                  <a:lnTo>
                    <a:pt x="2188045" y="358736"/>
                  </a:lnTo>
                  <a:lnTo>
                    <a:pt x="2188045" y="368046"/>
                  </a:lnTo>
                  <a:lnTo>
                    <a:pt x="2187092" y="372999"/>
                  </a:lnTo>
                  <a:lnTo>
                    <a:pt x="2184133" y="377380"/>
                  </a:lnTo>
                  <a:lnTo>
                    <a:pt x="2179180" y="381190"/>
                  </a:lnTo>
                  <a:lnTo>
                    <a:pt x="2173655" y="385000"/>
                  </a:lnTo>
                  <a:lnTo>
                    <a:pt x="2170519" y="389763"/>
                  </a:lnTo>
                  <a:lnTo>
                    <a:pt x="2169757" y="395478"/>
                  </a:lnTo>
                  <a:lnTo>
                    <a:pt x="2170519" y="399097"/>
                  </a:lnTo>
                  <a:lnTo>
                    <a:pt x="2170988" y="400050"/>
                  </a:lnTo>
                  <a:lnTo>
                    <a:pt x="2055456" y="400050"/>
                  </a:lnTo>
                  <a:lnTo>
                    <a:pt x="2055456" y="348615"/>
                  </a:lnTo>
                  <a:lnTo>
                    <a:pt x="2174900" y="348615"/>
                  </a:lnTo>
                  <a:lnTo>
                    <a:pt x="2182609" y="357187"/>
                  </a:lnTo>
                  <a:lnTo>
                    <a:pt x="2185466" y="360045"/>
                  </a:lnTo>
                  <a:lnTo>
                    <a:pt x="2187283" y="363664"/>
                  </a:lnTo>
                  <a:lnTo>
                    <a:pt x="2188045" y="368046"/>
                  </a:lnTo>
                  <a:lnTo>
                    <a:pt x="2188045" y="358736"/>
                  </a:lnTo>
                  <a:lnTo>
                    <a:pt x="2186609" y="357187"/>
                  </a:lnTo>
                  <a:lnTo>
                    <a:pt x="2183561" y="353187"/>
                  </a:lnTo>
                  <a:lnTo>
                    <a:pt x="2181847" y="349669"/>
                  </a:lnTo>
                  <a:lnTo>
                    <a:pt x="2181707" y="348615"/>
                  </a:lnTo>
                  <a:lnTo>
                    <a:pt x="3092640" y="348615"/>
                  </a:lnTo>
                  <a:lnTo>
                    <a:pt x="3092640" y="342900"/>
                  </a:lnTo>
                  <a:lnTo>
                    <a:pt x="2182152" y="342900"/>
                  </a:lnTo>
                  <a:lnTo>
                    <a:pt x="2182418" y="341477"/>
                  </a:lnTo>
                  <a:lnTo>
                    <a:pt x="2185378" y="337096"/>
                  </a:lnTo>
                  <a:lnTo>
                    <a:pt x="2190331" y="333476"/>
                  </a:lnTo>
                  <a:lnTo>
                    <a:pt x="2195855" y="329285"/>
                  </a:lnTo>
                  <a:lnTo>
                    <a:pt x="2198992" y="324421"/>
                  </a:lnTo>
                  <a:lnTo>
                    <a:pt x="2199754" y="318897"/>
                  </a:lnTo>
                  <a:lnTo>
                    <a:pt x="2198992" y="315277"/>
                  </a:lnTo>
                  <a:lnTo>
                    <a:pt x="2197277" y="311848"/>
                  </a:lnTo>
                  <a:lnTo>
                    <a:pt x="2194610" y="308610"/>
                  </a:lnTo>
                  <a:lnTo>
                    <a:pt x="2188045" y="301586"/>
                  </a:lnTo>
                  <a:lnTo>
                    <a:pt x="2188045" y="310896"/>
                  </a:lnTo>
                  <a:lnTo>
                    <a:pt x="2187092" y="315849"/>
                  </a:lnTo>
                  <a:lnTo>
                    <a:pt x="2184133" y="320230"/>
                  </a:lnTo>
                  <a:lnTo>
                    <a:pt x="2179180" y="324040"/>
                  </a:lnTo>
                  <a:lnTo>
                    <a:pt x="2173655" y="327850"/>
                  </a:lnTo>
                  <a:lnTo>
                    <a:pt x="2170519" y="332613"/>
                  </a:lnTo>
                  <a:lnTo>
                    <a:pt x="2169757" y="338328"/>
                  </a:lnTo>
                  <a:lnTo>
                    <a:pt x="2170519" y="341947"/>
                  </a:lnTo>
                  <a:lnTo>
                    <a:pt x="2170988" y="342900"/>
                  </a:lnTo>
                  <a:lnTo>
                    <a:pt x="2055456" y="342900"/>
                  </a:lnTo>
                  <a:lnTo>
                    <a:pt x="2055456" y="291465"/>
                  </a:lnTo>
                  <a:lnTo>
                    <a:pt x="2174900" y="291465"/>
                  </a:lnTo>
                  <a:lnTo>
                    <a:pt x="2182609" y="300037"/>
                  </a:lnTo>
                  <a:lnTo>
                    <a:pt x="2185466" y="302895"/>
                  </a:lnTo>
                  <a:lnTo>
                    <a:pt x="2187283" y="306514"/>
                  </a:lnTo>
                  <a:lnTo>
                    <a:pt x="2188045" y="310896"/>
                  </a:lnTo>
                  <a:lnTo>
                    <a:pt x="2188045" y="301586"/>
                  </a:lnTo>
                  <a:lnTo>
                    <a:pt x="2186609" y="300037"/>
                  </a:lnTo>
                  <a:lnTo>
                    <a:pt x="2183561" y="296037"/>
                  </a:lnTo>
                  <a:lnTo>
                    <a:pt x="2181847" y="292519"/>
                  </a:lnTo>
                  <a:lnTo>
                    <a:pt x="2181707" y="291465"/>
                  </a:lnTo>
                  <a:lnTo>
                    <a:pt x="3092640" y="291465"/>
                  </a:lnTo>
                  <a:lnTo>
                    <a:pt x="3092640" y="285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4" name="object 174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396775" y="5703094"/>
              <a:ext cx="136886" cy="114299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416451" y="5845969"/>
              <a:ext cx="93725" cy="114299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266700" y="5848258"/>
              <a:ext cx="7014209" cy="1094740"/>
            </a:xfrm>
            <a:custGeom>
              <a:avLst/>
              <a:gdLst/>
              <a:ahLst/>
              <a:cxnLst/>
              <a:rect l="l" t="t" r="r" b="b"/>
              <a:pathLst>
                <a:path w="7014209" h="1094740">
                  <a:moveTo>
                    <a:pt x="470916" y="772096"/>
                  </a:moveTo>
                  <a:lnTo>
                    <a:pt x="152044" y="772096"/>
                  </a:lnTo>
                  <a:lnTo>
                    <a:pt x="152996" y="764387"/>
                  </a:lnTo>
                  <a:lnTo>
                    <a:pt x="152463" y="757402"/>
                  </a:lnTo>
                  <a:lnTo>
                    <a:pt x="146812" y="731520"/>
                  </a:lnTo>
                  <a:lnTo>
                    <a:pt x="145478" y="727125"/>
                  </a:lnTo>
                  <a:lnTo>
                    <a:pt x="143002" y="720166"/>
                  </a:lnTo>
                  <a:lnTo>
                    <a:pt x="143002" y="742289"/>
                  </a:lnTo>
                  <a:lnTo>
                    <a:pt x="143002" y="746099"/>
                  </a:lnTo>
                  <a:lnTo>
                    <a:pt x="142481" y="755853"/>
                  </a:lnTo>
                  <a:lnTo>
                    <a:pt x="140639" y="765378"/>
                  </a:lnTo>
                  <a:lnTo>
                    <a:pt x="138353" y="772096"/>
                  </a:lnTo>
                  <a:lnTo>
                    <a:pt x="135940" y="772096"/>
                  </a:lnTo>
                  <a:lnTo>
                    <a:pt x="135940" y="777811"/>
                  </a:lnTo>
                  <a:lnTo>
                    <a:pt x="108419" y="813244"/>
                  </a:lnTo>
                  <a:lnTo>
                    <a:pt x="106781" y="806335"/>
                  </a:lnTo>
                  <a:lnTo>
                    <a:pt x="105562" y="799312"/>
                  </a:lnTo>
                  <a:lnTo>
                    <a:pt x="104775" y="792187"/>
                  </a:lnTo>
                  <a:lnTo>
                    <a:pt x="104419" y="784961"/>
                  </a:lnTo>
                  <a:lnTo>
                    <a:pt x="104495" y="783818"/>
                  </a:lnTo>
                  <a:lnTo>
                    <a:pt x="104902" y="777811"/>
                  </a:lnTo>
                  <a:lnTo>
                    <a:pt x="135940" y="777811"/>
                  </a:lnTo>
                  <a:lnTo>
                    <a:pt x="135940" y="772096"/>
                  </a:lnTo>
                  <a:lnTo>
                    <a:pt x="105803" y="772096"/>
                  </a:lnTo>
                  <a:lnTo>
                    <a:pt x="106133" y="770102"/>
                  </a:lnTo>
                  <a:lnTo>
                    <a:pt x="124206" y="734504"/>
                  </a:lnTo>
                  <a:lnTo>
                    <a:pt x="130708" y="731520"/>
                  </a:lnTo>
                  <a:lnTo>
                    <a:pt x="134708" y="731710"/>
                  </a:lnTo>
                  <a:lnTo>
                    <a:pt x="137756" y="733234"/>
                  </a:lnTo>
                  <a:lnTo>
                    <a:pt x="141947" y="738949"/>
                  </a:lnTo>
                  <a:lnTo>
                    <a:pt x="142011" y="739165"/>
                  </a:lnTo>
                  <a:lnTo>
                    <a:pt x="143002" y="742289"/>
                  </a:lnTo>
                  <a:lnTo>
                    <a:pt x="143002" y="720166"/>
                  </a:lnTo>
                  <a:lnTo>
                    <a:pt x="142925" y="719950"/>
                  </a:lnTo>
                  <a:lnTo>
                    <a:pt x="140195" y="713409"/>
                  </a:lnTo>
                  <a:lnTo>
                    <a:pt x="137287" y="707517"/>
                  </a:lnTo>
                  <a:lnTo>
                    <a:pt x="133286" y="700278"/>
                  </a:lnTo>
                  <a:lnTo>
                    <a:pt x="129667" y="697039"/>
                  </a:lnTo>
                  <a:lnTo>
                    <a:pt x="126428" y="697801"/>
                  </a:lnTo>
                  <a:lnTo>
                    <a:pt x="102704" y="728662"/>
                  </a:lnTo>
                  <a:lnTo>
                    <a:pt x="95364" y="762025"/>
                  </a:lnTo>
                  <a:lnTo>
                    <a:pt x="95237" y="764387"/>
                  </a:lnTo>
                  <a:lnTo>
                    <a:pt x="95173" y="765378"/>
                  </a:lnTo>
                  <a:lnTo>
                    <a:pt x="94996" y="768959"/>
                  </a:lnTo>
                  <a:lnTo>
                    <a:pt x="95034" y="770102"/>
                  </a:lnTo>
                  <a:lnTo>
                    <a:pt x="95110" y="772096"/>
                  </a:lnTo>
                  <a:lnTo>
                    <a:pt x="0" y="772096"/>
                  </a:lnTo>
                  <a:lnTo>
                    <a:pt x="0" y="777811"/>
                  </a:lnTo>
                  <a:lnTo>
                    <a:pt x="95351" y="777811"/>
                  </a:lnTo>
                  <a:lnTo>
                    <a:pt x="95529" y="781761"/>
                  </a:lnTo>
                  <a:lnTo>
                    <a:pt x="96850" y="794461"/>
                  </a:lnTo>
                  <a:lnTo>
                    <a:pt x="98945" y="807008"/>
                  </a:lnTo>
                  <a:lnTo>
                    <a:pt x="101854" y="819531"/>
                  </a:lnTo>
                  <a:lnTo>
                    <a:pt x="92024" y="829246"/>
                  </a:lnTo>
                  <a:lnTo>
                    <a:pt x="0" y="829246"/>
                  </a:lnTo>
                  <a:lnTo>
                    <a:pt x="0" y="834961"/>
                  </a:lnTo>
                  <a:lnTo>
                    <a:pt x="86601" y="834961"/>
                  </a:lnTo>
                  <a:lnTo>
                    <a:pt x="80200" y="841819"/>
                  </a:lnTo>
                  <a:lnTo>
                    <a:pt x="69862" y="853821"/>
                  </a:lnTo>
                  <a:lnTo>
                    <a:pt x="59842" y="866394"/>
                  </a:lnTo>
                  <a:lnTo>
                    <a:pt x="51282" y="879843"/>
                  </a:lnTo>
                  <a:lnTo>
                    <a:pt x="48564" y="886396"/>
                  </a:lnTo>
                  <a:lnTo>
                    <a:pt x="0" y="886396"/>
                  </a:lnTo>
                  <a:lnTo>
                    <a:pt x="0" y="892111"/>
                  </a:lnTo>
                  <a:lnTo>
                    <a:pt x="46189" y="892111"/>
                  </a:lnTo>
                  <a:lnTo>
                    <a:pt x="45339" y="894181"/>
                  </a:lnTo>
                  <a:lnTo>
                    <a:pt x="41998" y="909421"/>
                  </a:lnTo>
                  <a:lnTo>
                    <a:pt x="41275" y="925550"/>
                  </a:lnTo>
                  <a:lnTo>
                    <a:pt x="43942" y="941387"/>
                  </a:lnTo>
                  <a:lnTo>
                    <a:pt x="44665" y="943546"/>
                  </a:lnTo>
                  <a:lnTo>
                    <a:pt x="0" y="943546"/>
                  </a:lnTo>
                  <a:lnTo>
                    <a:pt x="0" y="949261"/>
                  </a:lnTo>
                  <a:lnTo>
                    <a:pt x="46621" y="949261"/>
                  </a:lnTo>
                  <a:lnTo>
                    <a:pt x="48844" y="955763"/>
                  </a:lnTo>
                  <a:lnTo>
                    <a:pt x="76288" y="989558"/>
                  </a:lnTo>
                  <a:lnTo>
                    <a:pt x="101866" y="1000696"/>
                  </a:lnTo>
                  <a:lnTo>
                    <a:pt x="0" y="1000696"/>
                  </a:lnTo>
                  <a:lnTo>
                    <a:pt x="0" y="1006411"/>
                  </a:lnTo>
                  <a:lnTo>
                    <a:pt x="138544" y="1006411"/>
                  </a:lnTo>
                  <a:lnTo>
                    <a:pt x="144373" y="1032992"/>
                  </a:lnTo>
                  <a:lnTo>
                    <a:pt x="146329" y="1041755"/>
                  </a:lnTo>
                  <a:lnTo>
                    <a:pt x="146443" y="1042898"/>
                  </a:lnTo>
                  <a:lnTo>
                    <a:pt x="146900" y="1047280"/>
                  </a:lnTo>
                  <a:lnTo>
                    <a:pt x="146850" y="1048702"/>
                  </a:lnTo>
                  <a:lnTo>
                    <a:pt x="146710" y="1052423"/>
                  </a:lnTo>
                  <a:lnTo>
                    <a:pt x="146608" y="1052995"/>
                  </a:lnTo>
                  <a:lnTo>
                    <a:pt x="144500" y="1065479"/>
                  </a:lnTo>
                  <a:lnTo>
                    <a:pt x="138430" y="1075499"/>
                  </a:lnTo>
                  <a:lnTo>
                    <a:pt x="128498" y="1082471"/>
                  </a:lnTo>
                  <a:lnTo>
                    <a:pt x="114706" y="1086421"/>
                  </a:lnTo>
                  <a:lnTo>
                    <a:pt x="102133" y="1084707"/>
                  </a:lnTo>
                  <a:lnTo>
                    <a:pt x="97370" y="1082992"/>
                  </a:lnTo>
                  <a:lnTo>
                    <a:pt x="94602" y="1080236"/>
                  </a:lnTo>
                  <a:lnTo>
                    <a:pt x="93853" y="1076426"/>
                  </a:lnTo>
                  <a:lnTo>
                    <a:pt x="97853" y="1077379"/>
                  </a:lnTo>
                  <a:lnTo>
                    <a:pt x="101587" y="1076426"/>
                  </a:lnTo>
                  <a:lnTo>
                    <a:pt x="102704" y="1076134"/>
                  </a:lnTo>
                  <a:lnTo>
                    <a:pt x="108419" y="1072705"/>
                  </a:lnTo>
                  <a:lnTo>
                    <a:pt x="114134" y="1069467"/>
                  </a:lnTo>
                  <a:lnTo>
                    <a:pt x="117094" y="1063472"/>
                  </a:lnTo>
                  <a:lnTo>
                    <a:pt x="117106" y="1062418"/>
                  </a:lnTo>
                  <a:lnTo>
                    <a:pt x="117271" y="1055179"/>
                  </a:lnTo>
                  <a:lnTo>
                    <a:pt x="117144" y="1052423"/>
                  </a:lnTo>
                  <a:lnTo>
                    <a:pt x="116890" y="1048232"/>
                  </a:lnTo>
                  <a:lnTo>
                    <a:pt x="114427" y="1042898"/>
                  </a:lnTo>
                  <a:lnTo>
                    <a:pt x="109855" y="1038707"/>
                  </a:lnTo>
                  <a:lnTo>
                    <a:pt x="105283" y="1034326"/>
                  </a:lnTo>
                  <a:lnTo>
                    <a:pt x="99949" y="1032421"/>
                  </a:lnTo>
                  <a:lnTo>
                    <a:pt x="93853" y="1032992"/>
                  </a:lnTo>
                  <a:lnTo>
                    <a:pt x="86995" y="1034135"/>
                  </a:lnTo>
                  <a:lnTo>
                    <a:pt x="81559" y="1037463"/>
                  </a:lnTo>
                  <a:lnTo>
                    <a:pt x="77622" y="1042898"/>
                  </a:lnTo>
                  <a:lnTo>
                    <a:pt x="73748" y="1048702"/>
                  </a:lnTo>
                  <a:lnTo>
                    <a:pt x="72034" y="1055179"/>
                  </a:lnTo>
                  <a:lnTo>
                    <a:pt x="72415" y="1062418"/>
                  </a:lnTo>
                  <a:lnTo>
                    <a:pt x="100914" y="1093000"/>
                  </a:lnTo>
                  <a:lnTo>
                    <a:pt x="107556" y="1094143"/>
                  </a:lnTo>
                  <a:lnTo>
                    <a:pt x="115277" y="1094143"/>
                  </a:lnTo>
                  <a:lnTo>
                    <a:pt x="131978" y="1089634"/>
                  </a:lnTo>
                  <a:lnTo>
                    <a:pt x="136626" y="1086421"/>
                  </a:lnTo>
                  <a:lnTo>
                    <a:pt x="144068" y="1081278"/>
                  </a:lnTo>
                  <a:lnTo>
                    <a:pt x="151549" y="1069060"/>
                  </a:lnTo>
                  <a:lnTo>
                    <a:pt x="154432" y="1052995"/>
                  </a:lnTo>
                  <a:lnTo>
                    <a:pt x="154393" y="1052423"/>
                  </a:lnTo>
                  <a:lnTo>
                    <a:pt x="153860" y="1042416"/>
                  </a:lnTo>
                  <a:lnTo>
                    <a:pt x="146507" y="1006411"/>
                  </a:lnTo>
                  <a:lnTo>
                    <a:pt x="470916" y="1006411"/>
                  </a:lnTo>
                  <a:lnTo>
                    <a:pt x="470916" y="1000696"/>
                  </a:lnTo>
                  <a:lnTo>
                    <a:pt x="145338" y="1000696"/>
                  </a:lnTo>
                  <a:lnTo>
                    <a:pt x="145059" y="999274"/>
                  </a:lnTo>
                  <a:lnTo>
                    <a:pt x="144424" y="996124"/>
                  </a:lnTo>
                  <a:lnTo>
                    <a:pt x="147535" y="994410"/>
                  </a:lnTo>
                  <a:lnTo>
                    <a:pt x="152298" y="991793"/>
                  </a:lnTo>
                  <a:lnTo>
                    <a:pt x="155841" y="989266"/>
                  </a:lnTo>
                  <a:lnTo>
                    <a:pt x="180530" y="951928"/>
                  </a:lnTo>
                  <a:lnTo>
                    <a:pt x="180759" y="949261"/>
                  </a:lnTo>
                  <a:lnTo>
                    <a:pt x="470916" y="949261"/>
                  </a:lnTo>
                  <a:lnTo>
                    <a:pt x="470916" y="943546"/>
                  </a:lnTo>
                  <a:lnTo>
                    <a:pt x="181229" y="943546"/>
                  </a:lnTo>
                  <a:lnTo>
                    <a:pt x="181267" y="943241"/>
                  </a:lnTo>
                  <a:lnTo>
                    <a:pt x="174396" y="914692"/>
                  </a:lnTo>
                  <a:lnTo>
                    <a:pt x="173469" y="912647"/>
                  </a:lnTo>
                  <a:lnTo>
                    <a:pt x="167576" y="904113"/>
                  </a:lnTo>
                  <a:lnTo>
                    <a:pt x="165557" y="902169"/>
                  </a:lnTo>
                  <a:lnTo>
                    <a:pt x="165557" y="950925"/>
                  </a:lnTo>
                  <a:lnTo>
                    <a:pt x="165455" y="951928"/>
                  </a:lnTo>
                  <a:lnTo>
                    <a:pt x="164045" y="963117"/>
                  </a:lnTo>
                  <a:lnTo>
                    <a:pt x="159778" y="973556"/>
                  </a:lnTo>
                  <a:lnTo>
                    <a:pt x="152768" y="982268"/>
                  </a:lnTo>
                  <a:lnTo>
                    <a:pt x="143002" y="989266"/>
                  </a:lnTo>
                  <a:lnTo>
                    <a:pt x="137299" y="961212"/>
                  </a:lnTo>
                  <a:lnTo>
                    <a:pt x="137299" y="1000696"/>
                  </a:lnTo>
                  <a:lnTo>
                    <a:pt x="127660" y="1000696"/>
                  </a:lnTo>
                  <a:lnTo>
                    <a:pt x="136994" y="999274"/>
                  </a:lnTo>
                  <a:lnTo>
                    <a:pt x="137299" y="1000696"/>
                  </a:lnTo>
                  <a:lnTo>
                    <a:pt x="137299" y="961212"/>
                  </a:lnTo>
                  <a:lnTo>
                    <a:pt x="135851" y="954074"/>
                  </a:lnTo>
                  <a:lnTo>
                    <a:pt x="135851" y="991552"/>
                  </a:lnTo>
                  <a:lnTo>
                    <a:pt x="120992" y="994410"/>
                  </a:lnTo>
                  <a:lnTo>
                    <a:pt x="76987" y="980122"/>
                  </a:lnTo>
                  <a:lnTo>
                    <a:pt x="63182" y="961910"/>
                  </a:lnTo>
                  <a:lnTo>
                    <a:pt x="59626" y="950925"/>
                  </a:lnTo>
                  <a:lnTo>
                    <a:pt x="59423" y="949261"/>
                  </a:lnTo>
                  <a:lnTo>
                    <a:pt x="86753" y="949261"/>
                  </a:lnTo>
                  <a:lnTo>
                    <a:pt x="88798" y="954214"/>
                  </a:lnTo>
                  <a:lnTo>
                    <a:pt x="92417" y="960120"/>
                  </a:lnTo>
                  <a:lnTo>
                    <a:pt x="96862" y="965301"/>
                  </a:lnTo>
                  <a:lnTo>
                    <a:pt x="101917" y="969695"/>
                  </a:lnTo>
                  <a:lnTo>
                    <a:pt x="107581" y="973302"/>
                  </a:lnTo>
                  <a:lnTo>
                    <a:pt x="113855" y="976122"/>
                  </a:lnTo>
                  <a:lnTo>
                    <a:pt x="116992" y="973836"/>
                  </a:lnTo>
                  <a:lnTo>
                    <a:pt x="115277" y="971550"/>
                  </a:lnTo>
                  <a:lnTo>
                    <a:pt x="108064" y="967422"/>
                  </a:lnTo>
                  <a:lnTo>
                    <a:pt x="102704" y="961910"/>
                  </a:lnTo>
                  <a:lnTo>
                    <a:pt x="99199" y="955001"/>
                  </a:lnTo>
                  <a:lnTo>
                    <a:pt x="98056" y="949261"/>
                  </a:lnTo>
                  <a:lnTo>
                    <a:pt x="127571" y="949261"/>
                  </a:lnTo>
                  <a:lnTo>
                    <a:pt x="135851" y="991552"/>
                  </a:lnTo>
                  <a:lnTo>
                    <a:pt x="135851" y="954074"/>
                  </a:lnTo>
                  <a:lnTo>
                    <a:pt x="134874" y="949261"/>
                  </a:lnTo>
                  <a:lnTo>
                    <a:pt x="165277" y="949261"/>
                  </a:lnTo>
                  <a:lnTo>
                    <a:pt x="165557" y="950925"/>
                  </a:lnTo>
                  <a:lnTo>
                    <a:pt x="165557" y="902169"/>
                  </a:lnTo>
                  <a:lnTo>
                    <a:pt x="164338" y="900988"/>
                  </a:lnTo>
                  <a:lnTo>
                    <a:pt x="164338" y="943546"/>
                  </a:lnTo>
                  <a:lnTo>
                    <a:pt x="133705" y="943546"/>
                  </a:lnTo>
                  <a:lnTo>
                    <a:pt x="128003" y="915441"/>
                  </a:lnTo>
                  <a:lnTo>
                    <a:pt x="127850" y="914692"/>
                  </a:lnTo>
                  <a:lnTo>
                    <a:pt x="135369" y="915441"/>
                  </a:lnTo>
                  <a:lnTo>
                    <a:pt x="164299" y="943241"/>
                  </a:lnTo>
                  <a:lnTo>
                    <a:pt x="164338" y="943546"/>
                  </a:lnTo>
                  <a:lnTo>
                    <a:pt x="164338" y="900988"/>
                  </a:lnTo>
                  <a:lnTo>
                    <a:pt x="160172" y="896950"/>
                  </a:lnTo>
                  <a:lnTo>
                    <a:pt x="152285" y="892111"/>
                  </a:lnTo>
                  <a:lnTo>
                    <a:pt x="470916" y="892111"/>
                  </a:lnTo>
                  <a:lnTo>
                    <a:pt x="470916" y="886396"/>
                  </a:lnTo>
                  <a:lnTo>
                    <a:pt x="126453" y="886396"/>
                  </a:lnTo>
                  <a:lnTo>
                    <a:pt x="126453" y="943546"/>
                  </a:lnTo>
                  <a:lnTo>
                    <a:pt x="97561" y="943546"/>
                  </a:lnTo>
                  <a:lnTo>
                    <a:pt x="97561" y="939457"/>
                  </a:lnTo>
                  <a:lnTo>
                    <a:pt x="99847" y="932980"/>
                  </a:lnTo>
                  <a:lnTo>
                    <a:pt x="104419" y="927265"/>
                  </a:lnTo>
                  <a:lnTo>
                    <a:pt x="108800" y="921550"/>
                  </a:lnTo>
                  <a:lnTo>
                    <a:pt x="114325" y="917638"/>
                  </a:lnTo>
                  <a:lnTo>
                    <a:pt x="120980" y="915555"/>
                  </a:lnTo>
                  <a:lnTo>
                    <a:pt x="126453" y="943546"/>
                  </a:lnTo>
                  <a:lnTo>
                    <a:pt x="126453" y="886396"/>
                  </a:lnTo>
                  <a:lnTo>
                    <a:pt x="122364" y="886396"/>
                  </a:lnTo>
                  <a:lnTo>
                    <a:pt x="116382" y="855535"/>
                  </a:lnTo>
                  <a:lnTo>
                    <a:pt x="115392" y="850417"/>
                  </a:lnTo>
                  <a:lnTo>
                    <a:pt x="115392" y="886396"/>
                  </a:lnTo>
                  <a:lnTo>
                    <a:pt x="111925" y="886396"/>
                  </a:lnTo>
                  <a:lnTo>
                    <a:pt x="111925" y="892111"/>
                  </a:lnTo>
                  <a:lnTo>
                    <a:pt x="109816" y="893114"/>
                  </a:lnTo>
                  <a:lnTo>
                    <a:pt x="84950" y="926973"/>
                  </a:lnTo>
                  <a:lnTo>
                    <a:pt x="84924" y="927265"/>
                  </a:lnTo>
                  <a:lnTo>
                    <a:pt x="84137" y="934123"/>
                  </a:lnTo>
                  <a:lnTo>
                    <a:pt x="84645" y="941209"/>
                  </a:lnTo>
                  <a:lnTo>
                    <a:pt x="84696" y="941387"/>
                  </a:lnTo>
                  <a:lnTo>
                    <a:pt x="85191" y="943546"/>
                  </a:lnTo>
                  <a:lnTo>
                    <a:pt x="58750" y="943546"/>
                  </a:lnTo>
                  <a:lnTo>
                    <a:pt x="58127" y="938123"/>
                  </a:lnTo>
                  <a:lnTo>
                    <a:pt x="59588" y="925372"/>
                  </a:lnTo>
                  <a:lnTo>
                    <a:pt x="59702" y="924979"/>
                  </a:lnTo>
                  <a:lnTo>
                    <a:pt x="62839" y="913396"/>
                  </a:lnTo>
                  <a:lnTo>
                    <a:pt x="67881" y="902220"/>
                  </a:lnTo>
                  <a:lnTo>
                    <a:pt x="74523" y="892111"/>
                  </a:lnTo>
                  <a:lnTo>
                    <a:pt x="111925" y="892111"/>
                  </a:lnTo>
                  <a:lnTo>
                    <a:pt x="111925" y="886396"/>
                  </a:lnTo>
                  <a:lnTo>
                    <a:pt x="79070" y="886396"/>
                  </a:lnTo>
                  <a:lnTo>
                    <a:pt x="82651" y="881951"/>
                  </a:lnTo>
                  <a:lnTo>
                    <a:pt x="91059" y="872617"/>
                  </a:lnTo>
                  <a:lnTo>
                    <a:pt x="99936" y="863803"/>
                  </a:lnTo>
                  <a:lnTo>
                    <a:pt x="109283" y="855535"/>
                  </a:lnTo>
                  <a:lnTo>
                    <a:pt x="115392" y="886396"/>
                  </a:lnTo>
                  <a:lnTo>
                    <a:pt x="115392" y="850417"/>
                  </a:lnTo>
                  <a:lnTo>
                    <a:pt x="115277" y="849820"/>
                  </a:lnTo>
                  <a:lnTo>
                    <a:pt x="127647" y="834961"/>
                  </a:lnTo>
                  <a:lnTo>
                    <a:pt x="470916" y="834961"/>
                  </a:lnTo>
                  <a:lnTo>
                    <a:pt x="470916" y="829246"/>
                  </a:lnTo>
                  <a:lnTo>
                    <a:pt x="132029" y="829246"/>
                  </a:lnTo>
                  <a:lnTo>
                    <a:pt x="141046" y="813244"/>
                  </a:lnTo>
                  <a:lnTo>
                    <a:pt x="142849" y="810031"/>
                  </a:lnTo>
                  <a:lnTo>
                    <a:pt x="150101" y="787946"/>
                  </a:lnTo>
                  <a:lnTo>
                    <a:pt x="151345" y="777811"/>
                  </a:lnTo>
                  <a:lnTo>
                    <a:pt x="470916" y="777811"/>
                  </a:lnTo>
                  <a:lnTo>
                    <a:pt x="470916" y="772096"/>
                  </a:lnTo>
                  <a:close/>
                </a:path>
                <a:path w="7014209" h="1094740">
                  <a:moveTo>
                    <a:pt x="6963600" y="0"/>
                  </a:moveTo>
                  <a:lnTo>
                    <a:pt x="6954456" y="0"/>
                  </a:lnTo>
                  <a:lnTo>
                    <a:pt x="6954456" y="232029"/>
                  </a:lnTo>
                  <a:lnTo>
                    <a:pt x="6963600" y="232029"/>
                  </a:lnTo>
                  <a:lnTo>
                    <a:pt x="6963600" y="0"/>
                  </a:lnTo>
                  <a:close/>
                </a:path>
                <a:path w="7014209" h="1094740">
                  <a:moveTo>
                    <a:pt x="7013892" y="0"/>
                  </a:moveTo>
                  <a:lnTo>
                    <a:pt x="6979602" y="0"/>
                  </a:lnTo>
                  <a:lnTo>
                    <a:pt x="6979602" y="232029"/>
                  </a:lnTo>
                  <a:lnTo>
                    <a:pt x="7013892" y="232029"/>
                  </a:lnTo>
                  <a:lnTo>
                    <a:pt x="7013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05142" y="6534626"/>
              <a:ext cx="216598" cy="267461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737616" y="6591779"/>
              <a:ext cx="1257935" cy="523875"/>
            </a:xfrm>
            <a:custGeom>
              <a:avLst/>
              <a:gdLst/>
              <a:ahLst/>
              <a:cxnLst/>
              <a:rect l="l" t="t" r="r" b="b"/>
              <a:pathLst>
                <a:path w="1257935" h="523875">
                  <a:moveTo>
                    <a:pt x="156146" y="428625"/>
                  </a:moveTo>
                  <a:lnTo>
                    <a:pt x="86995" y="428625"/>
                  </a:lnTo>
                  <a:lnTo>
                    <a:pt x="86995" y="437769"/>
                  </a:lnTo>
                  <a:lnTo>
                    <a:pt x="156146" y="437769"/>
                  </a:lnTo>
                  <a:lnTo>
                    <a:pt x="156146" y="428625"/>
                  </a:lnTo>
                  <a:close/>
                </a:path>
                <a:path w="1257935" h="523875">
                  <a:moveTo>
                    <a:pt x="744956" y="514350"/>
                  </a:moveTo>
                  <a:lnTo>
                    <a:pt x="675805" y="514350"/>
                  </a:lnTo>
                  <a:lnTo>
                    <a:pt x="675805" y="523494"/>
                  </a:lnTo>
                  <a:lnTo>
                    <a:pt x="744956" y="523494"/>
                  </a:lnTo>
                  <a:lnTo>
                    <a:pt x="744956" y="514350"/>
                  </a:lnTo>
                  <a:close/>
                </a:path>
                <a:path w="1257935" h="523875">
                  <a:moveTo>
                    <a:pt x="1257668" y="28575"/>
                  </a:moveTo>
                  <a:lnTo>
                    <a:pt x="746950" y="28575"/>
                  </a:lnTo>
                  <a:lnTo>
                    <a:pt x="746950" y="0"/>
                  </a:lnTo>
                  <a:lnTo>
                    <a:pt x="738390" y="0"/>
                  </a:lnTo>
                  <a:lnTo>
                    <a:pt x="738390" y="445770"/>
                  </a:lnTo>
                  <a:lnTo>
                    <a:pt x="737527" y="447586"/>
                  </a:lnTo>
                  <a:lnTo>
                    <a:pt x="706945" y="472630"/>
                  </a:lnTo>
                  <a:lnTo>
                    <a:pt x="690664" y="478256"/>
                  </a:lnTo>
                  <a:lnTo>
                    <a:pt x="686663" y="478066"/>
                  </a:lnTo>
                  <a:lnTo>
                    <a:pt x="682663" y="477685"/>
                  </a:lnTo>
                  <a:lnTo>
                    <a:pt x="680758" y="475970"/>
                  </a:lnTo>
                  <a:lnTo>
                    <a:pt x="680948" y="472922"/>
                  </a:lnTo>
                  <a:lnTo>
                    <a:pt x="706945" y="444627"/>
                  </a:lnTo>
                  <a:lnTo>
                    <a:pt x="736955" y="445770"/>
                  </a:lnTo>
                  <a:lnTo>
                    <a:pt x="738390" y="445770"/>
                  </a:lnTo>
                  <a:lnTo>
                    <a:pt x="738390" y="0"/>
                  </a:lnTo>
                  <a:lnTo>
                    <a:pt x="736955" y="0"/>
                  </a:lnTo>
                  <a:lnTo>
                    <a:pt x="736955" y="28575"/>
                  </a:lnTo>
                  <a:lnTo>
                    <a:pt x="736955" y="34290"/>
                  </a:lnTo>
                  <a:lnTo>
                    <a:pt x="736955" y="257175"/>
                  </a:lnTo>
                  <a:lnTo>
                    <a:pt x="613905" y="257175"/>
                  </a:lnTo>
                  <a:lnTo>
                    <a:pt x="614172" y="255752"/>
                  </a:lnTo>
                  <a:lnTo>
                    <a:pt x="617131" y="251371"/>
                  </a:lnTo>
                  <a:lnTo>
                    <a:pt x="622084" y="247751"/>
                  </a:lnTo>
                  <a:lnTo>
                    <a:pt x="627608" y="243560"/>
                  </a:lnTo>
                  <a:lnTo>
                    <a:pt x="630745" y="238696"/>
                  </a:lnTo>
                  <a:lnTo>
                    <a:pt x="631507" y="233172"/>
                  </a:lnTo>
                  <a:lnTo>
                    <a:pt x="630745" y="229552"/>
                  </a:lnTo>
                  <a:lnTo>
                    <a:pt x="629031" y="226123"/>
                  </a:lnTo>
                  <a:lnTo>
                    <a:pt x="626364" y="222885"/>
                  </a:lnTo>
                  <a:lnTo>
                    <a:pt x="619798" y="215861"/>
                  </a:lnTo>
                  <a:lnTo>
                    <a:pt x="619798" y="225171"/>
                  </a:lnTo>
                  <a:lnTo>
                    <a:pt x="618845" y="230124"/>
                  </a:lnTo>
                  <a:lnTo>
                    <a:pt x="615886" y="234505"/>
                  </a:lnTo>
                  <a:lnTo>
                    <a:pt x="610933" y="238315"/>
                  </a:lnTo>
                  <a:lnTo>
                    <a:pt x="605409" y="242125"/>
                  </a:lnTo>
                  <a:lnTo>
                    <a:pt x="602272" y="246888"/>
                  </a:lnTo>
                  <a:lnTo>
                    <a:pt x="601510" y="252603"/>
                  </a:lnTo>
                  <a:lnTo>
                    <a:pt x="602272" y="256222"/>
                  </a:lnTo>
                  <a:lnTo>
                    <a:pt x="602742" y="257175"/>
                  </a:lnTo>
                  <a:lnTo>
                    <a:pt x="158140" y="257175"/>
                  </a:lnTo>
                  <a:lnTo>
                    <a:pt x="158140" y="223672"/>
                  </a:lnTo>
                  <a:lnTo>
                    <a:pt x="158432" y="222313"/>
                  </a:lnTo>
                  <a:lnTo>
                    <a:pt x="159181" y="213550"/>
                  </a:lnTo>
                  <a:lnTo>
                    <a:pt x="158140" y="211035"/>
                  </a:lnTo>
                  <a:lnTo>
                    <a:pt x="158140" y="205740"/>
                  </a:lnTo>
                  <a:lnTo>
                    <a:pt x="606653" y="205740"/>
                  </a:lnTo>
                  <a:lnTo>
                    <a:pt x="614362" y="214312"/>
                  </a:lnTo>
                  <a:lnTo>
                    <a:pt x="617220" y="217170"/>
                  </a:lnTo>
                  <a:lnTo>
                    <a:pt x="619036" y="220789"/>
                  </a:lnTo>
                  <a:lnTo>
                    <a:pt x="619798" y="225171"/>
                  </a:lnTo>
                  <a:lnTo>
                    <a:pt x="619798" y="215861"/>
                  </a:lnTo>
                  <a:lnTo>
                    <a:pt x="618363" y="214312"/>
                  </a:lnTo>
                  <a:lnTo>
                    <a:pt x="615315" y="210312"/>
                  </a:lnTo>
                  <a:lnTo>
                    <a:pt x="613600" y="206794"/>
                  </a:lnTo>
                  <a:lnTo>
                    <a:pt x="613460" y="205740"/>
                  </a:lnTo>
                  <a:lnTo>
                    <a:pt x="673227" y="205740"/>
                  </a:lnTo>
                  <a:lnTo>
                    <a:pt x="672274" y="214503"/>
                  </a:lnTo>
                  <a:lnTo>
                    <a:pt x="675233" y="221653"/>
                  </a:lnTo>
                  <a:lnTo>
                    <a:pt x="682091" y="227177"/>
                  </a:lnTo>
                  <a:lnTo>
                    <a:pt x="687235" y="230035"/>
                  </a:lnTo>
                  <a:lnTo>
                    <a:pt x="692950" y="231178"/>
                  </a:lnTo>
                  <a:lnTo>
                    <a:pt x="699236" y="230606"/>
                  </a:lnTo>
                  <a:lnTo>
                    <a:pt x="736955" y="214249"/>
                  </a:lnTo>
                  <a:lnTo>
                    <a:pt x="736955" y="191096"/>
                  </a:lnTo>
                  <a:lnTo>
                    <a:pt x="733526" y="195173"/>
                  </a:lnTo>
                  <a:lnTo>
                    <a:pt x="727925" y="200025"/>
                  </a:lnTo>
                  <a:lnTo>
                    <a:pt x="721334" y="200025"/>
                  </a:lnTo>
                  <a:lnTo>
                    <a:pt x="721334" y="205740"/>
                  </a:lnTo>
                  <a:lnTo>
                    <a:pt x="718375" y="208318"/>
                  </a:lnTo>
                  <a:lnTo>
                    <a:pt x="712660" y="212318"/>
                  </a:lnTo>
                  <a:lnTo>
                    <a:pt x="706945" y="215455"/>
                  </a:lnTo>
                  <a:lnTo>
                    <a:pt x="695515" y="220027"/>
                  </a:lnTo>
                  <a:lnTo>
                    <a:pt x="690664" y="221081"/>
                  </a:lnTo>
                  <a:lnTo>
                    <a:pt x="686663" y="220891"/>
                  </a:lnTo>
                  <a:lnTo>
                    <a:pt x="682663" y="220510"/>
                  </a:lnTo>
                  <a:lnTo>
                    <a:pt x="680758" y="218795"/>
                  </a:lnTo>
                  <a:lnTo>
                    <a:pt x="680948" y="215747"/>
                  </a:lnTo>
                  <a:lnTo>
                    <a:pt x="681012" y="215455"/>
                  </a:lnTo>
                  <a:lnTo>
                    <a:pt x="682155" y="210667"/>
                  </a:lnTo>
                  <a:lnTo>
                    <a:pt x="685063" y="205740"/>
                  </a:lnTo>
                  <a:lnTo>
                    <a:pt x="721334" y="205740"/>
                  </a:lnTo>
                  <a:lnTo>
                    <a:pt x="721334" y="200025"/>
                  </a:lnTo>
                  <a:lnTo>
                    <a:pt x="690245" y="200025"/>
                  </a:lnTo>
                  <a:lnTo>
                    <a:pt x="701141" y="191173"/>
                  </a:lnTo>
                  <a:lnTo>
                    <a:pt x="706945" y="187452"/>
                  </a:lnTo>
                  <a:lnTo>
                    <a:pt x="714375" y="183451"/>
                  </a:lnTo>
                  <a:lnTo>
                    <a:pt x="721995" y="179641"/>
                  </a:lnTo>
                  <a:lnTo>
                    <a:pt x="728662" y="178028"/>
                  </a:lnTo>
                  <a:lnTo>
                    <a:pt x="734377" y="178600"/>
                  </a:lnTo>
                  <a:lnTo>
                    <a:pt x="736955" y="178955"/>
                  </a:lnTo>
                  <a:lnTo>
                    <a:pt x="736955" y="171526"/>
                  </a:lnTo>
                  <a:lnTo>
                    <a:pt x="733234" y="169456"/>
                  </a:lnTo>
                  <a:lnTo>
                    <a:pt x="727430" y="168313"/>
                  </a:lnTo>
                  <a:lnTo>
                    <a:pt x="720953" y="168884"/>
                  </a:lnTo>
                  <a:lnTo>
                    <a:pt x="682929" y="185496"/>
                  </a:lnTo>
                  <a:lnTo>
                    <a:pt x="674433" y="200025"/>
                  </a:lnTo>
                  <a:lnTo>
                    <a:pt x="613905" y="200025"/>
                  </a:lnTo>
                  <a:lnTo>
                    <a:pt x="614172" y="198602"/>
                  </a:lnTo>
                  <a:lnTo>
                    <a:pt x="617131" y="194221"/>
                  </a:lnTo>
                  <a:lnTo>
                    <a:pt x="622084" y="190601"/>
                  </a:lnTo>
                  <a:lnTo>
                    <a:pt x="627608" y="186410"/>
                  </a:lnTo>
                  <a:lnTo>
                    <a:pt x="630745" y="181546"/>
                  </a:lnTo>
                  <a:lnTo>
                    <a:pt x="631507" y="176022"/>
                  </a:lnTo>
                  <a:lnTo>
                    <a:pt x="630745" y="172402"/>
                  </a:lnTo>
                  <a:lnTo>
                    <a:pt x="629031" y="168973"/>
                  </a:lnTo>
                  <a:lnTo>
                    <a:pt x="626364" y="165735"/>
                  </a:lnTo>
                  <a:lnTo>
                    <a:pt x="618363" y="157162"/>
                  </a:lnTo>
                  <a:lnTo>
                    <a:pt x="614362" y="157162"/>
                  </a:lnTo>
                  <a:lnTo>
                    <a:pt x="617220" y="160020"/>
                  </a:lnTo>
                  <a:lnTo>
                    <a:pt x="619036" y="163639"/>
                  </a:lnTo>
                  <a:lnTo>
                    <a:pt x="605409" y="184975"/>
                  </a:lnTo>
                  <a:lnTo>
                    <a:pt x="602272" y="189738"/>
                  </a:lnTo>
                  <a:lnTo>
                    <a:pt x="601510" y="195453"/>
                  </a:lnTo>
                  <a:lnTo>
                    <a:pt x="602272" y="199072"/>
                  </a:lnTo>
                  <a:lnTo>
                    <a:pt x="602742" y="200025"/>
                  </a:lnTo>
                  <a:lnTo>
                    <a:pt x="158140" y="200025"/>
                  </a:lnTo>
                  <a:lnTo>
                    <a:pt x="158140" y="148590"/>
                  </a:lnTo>
                  <a:lnTo>
                    <a:pt x="736955" y="148590"/>
                  </a:lnTo>
                  <a:lnTo>
                    <a:pt x="736955" y="142875"/>
                  </a:lnTo>
                  <a:lnTo>
                    <a:pt x="158140" y="142875"/>
                  </a:lnTo>
                  <a:lnTo>
                    <a:pt x="158140" y="91440"/>
                  </a:lnTo>
                  <a:lnTo>
                    <a:pt x="736955" y="91440"/>
                  </a:lnTo>
                  <a:lnTo>
                    <a:pt x="736955" y="85725"/>
                  </a:lnTo>
                  <a:lnTo>
                    <a:pt x="158140" y="85725"/>
                  </a:lnTo>
                  <a:lnTo>
                    <a:pt x="158140" y="34290"/>
                  </a:lnTo>
                  <a:lnTo>
                    <a:pt x="736955" y="34290"/>
                  </a:lnTo>
                  <a:lnTo>
                    <a:pt x="736955" y="28575"/>
                  </a:lnTo>
                  <a:lnTo>
                    <a:pt x="158140" y="28575"/>
                  </a:lnTo>
                  <a:lnTo>
                    <a:pt x="149580" y="28575"/>
                  </a:lnTo>
                  <a:lnTo>
                    <a:pt x="149580" y="360045"/>
                  </a:lnTo>
                  <a:lnTo>
                    <a:pt x="148717" y="361861"/>
                  </a:lnTo>
                  <a:lnTo>
                    <a:pt x="144716" y="366623"/>
                  </a:lnTo>
                  <a:lnTo>
                    <a:pt x="143230" y="367906"/>
                  </a:lnTo>
                  <a:lnTo>
                    <a:pt x="135001" y="367906"/>
                  </a:lnTo>
                  <a:lnTo>
                    <a:pt x="135001" y="375043"/>
                  </a:lnTo>
                  <a:lnTo>
                    <a:pt x="101854" y="392531"/>
                  </a:lnTo>
                  <a:lnTo>
                    <a:pt x="97853" y="392341"/>
                  </a:lnTo>
                  <a:lnTo>
                    <a:pt x="93853" y="391960"/>
                  </a:lnTo>
                  <a:lnTo>
                    <a:pt x="91948" y="390245"/>
                  </a:lnTo>
                  <a:lnTo>
                    <a:pt x="92138" y="387197"/>
                  </a:lnTo>
                  <a:lnTo>
                    <a:pt x="92202" y="386905"/>
                  </a:lnTo>
                  <a:lnTo>
                    <a:pt x="93345" y="382117"/>
                  </a:lnTo>
                  <a:lnTo>
                    <a:pt x="96418" y="376910"/>
                  </a:lnTo>
                  <a:lnTo>
                    <a:pt x="98132" y="375043"/>
                  </a:lnTo>
                  <a:lnTo>
                    <a:pt x="135001" y="375043"/>
                  </a:lnTo>
                  <a:lnTo>
                    <a:pt x="135001" y="367906"/>
                  </a:lnTo>
                  <a:lnTo>
                    <a:pt x="105816" y="367906"/>
                  </a:lnTo>
                  <a:lnTo>
                    <a:pt x="112318" y="362623"/>
                  </a:lnTo>
                  <a:lnTo>
                    <a:pt x="118135" y="358902"/>
                  </a:lnTo>
                  <a:lnTo>
                    <a:pt x="125564" y="354901"/>
                  </a:lnTo>
                  <a:lnTo>
                    <a:pt x="133184" y="351091"/>
                  </a:lnTo>
                  <a:lnTo>
                    <a:pt x="139852" y="349478"/>
                  </a:lnTo>
                  <a:lnTo>
                    <a:pt x="145567" y="350050"/>
                  </a:lnTo>
                  <a:lnTo>
                    <a:pt x="148145" y="350405"/>
                  </a:lnTo>
                  <a:lnTo>
                    <a:pt x="148145" y="360045"/>
                  </a:lnTo>
                  <a:lnTo>
                    <a:pt x="149580" y="360045"/>
                  </a:lnTo>
                  <a:lnTo>
                    <a:pt x="149580" y="28575"/>
                  </a:lnTo>
                  <a:lnTo>
                    <a:pt x="148145" y="28575"/>
                  </a:lnTo>
                  <a:lnTo>
                    <a:pt x="0" y="28575"/>
                  </a:lnTo>
                  <a:lnTo>
                    <a:pt x="0" y="34290"/>
                  </a:lnTo>
                  <a:lnTo>
                    <a:pt x="148145" y="34290"/>
                  </a:lnTo>
                  <a:lnTo>
                    <a:pt x="148145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148145" y="91440"/>
                  </a:lnTo>
                  <a:lnTo>
                    <a:pt x="148145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148145" y="148590"/>
                  </a:lnTo>
                  <a:lnTo>
                    <a:pt x="148145" y="200025"/>
                  </a:lnTo>
                  <a:lnTo>
                    <a:pt x="148145" y="207530"/>
                  </a:lnTo>
                  <a:lnTo>
                    <a:pt x="148145" y="219671"/>
                  </a:lnTo>
                  <a:lnTo>
                    <a:pt x="148145" y="242811"/>
                  </a:lnTo>
                  <a:lnTo>
                    <a:pt x="148145" y="257175"/>
                  </a:lnTo>
                  <a:lnTo>
                    <a:pt x="122504" y="257175"/>
                  </a:lnTo>
                  <a:lnTo>
                    <a:pt x="126428" y="256108"/>
                  </a:lnTo>
                  <a:lnTo>
                    <a:pt x="134213" y="252691"/>
                  </a:lnTo>
                  <a:lnTo>
                    <a:pt x="139192" y="249656"/>
                  </a:lnTo>
                  <a:lnTo>
                    <a:pt x="141859" y="248031"/>
                  </a:lnTo>
                  <a:lnTo>
                    <a:pt x="148145" y="242811"/>
                  </a:lnTo>
                  <a:lnTo>
                    <a:pt x="148145" y="219671"/>
                  </a:lnTo>
                  <a:lnTo>
                    <a:pt x="144716" y="223748"/>
                  </a:lnTo>
                  <a:lnTo>
                    <a:pt x="129565" y="236893"/>
                  </a:lnTo>
                  <a:lnTo>
                    <a:pt x="123850" y="240893"/>
                  </a:lnTo>
                  <a:lnTo>
                    <a:pt x="118135" y="244030"/>
                  </a:lnTo>
                  <a:lnTo>
                    <a:pt x="106705" y="248602"/>
                  </a:lnTo>
                  <a:lnTo>
                    <a:pt x="101854" y="249656"/>
                  </a:lnTo>
                  <a:lnTo>
                    <a:pt x="97853" y="249466"/>
                  </a:lnTo>
                  <a:lnTo>
                    <a:pt x="93853" y="249085"/>
                  </a:lnTo>
                  <a:lnTo>
                    <a:pt x="91948" y="247370"/>
                  </a:lnTo>
                  <a:lnTo>
                    <a:pt x="92138" y="244322"/>
                  </a:lnTo>
                  <a:lnTo>
                    <a:pt x="118135" y="216027"/>
                  </a:lnTo>
                  <a:lnTo>
                    <a:pt x="139852" y="206603"/>
                  </a:lnTo>
                  <a:lnTo>
                    <a:pt x="145567" y="207175"/>
                  </a:lnTo>
                  <a:lnTo>
                    <a:pt x="148145" y="207530"/>
                  </a:lnTo>
                  <a:lnTo>
                    <a:pt x="148145" y="200025"/>
                  </a:lnTo>
                  <a:lnTo>
                    <a:pt x="148005" y="200025"/>
                  </a:lnTo>
                  <a:lnTo>
                    <a:pt x="144424" y="198031"/>
                  </a:lnTo>
                  <a:lnTo>
                    <a:pt x="138607" y="196888"/>
                  </a:lnTo>
                  <a:lnTo>
                    <a:pt x="132143" y="197459"/>
                  </a:lnTo>
                  <a:lnTo>
                    <a:pt x="123952" y="198361"/>
                  </a:lnTo>
                  <a:lnTo>
                    <a:pt x="117843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05321" y="205740"/>
                  </a:lnTo>
                  <a:lnTo>
                    <a:pt x="100711" y="208597"/>
                  </a:lnTo>
                  <a:lnTo>
                    <a:pt x="83464" y="243078"/>
                  </a:lnTo>
                  <a:lnTo>
                    <a:pt x="86423" y="250228"/>
                  </a:lnTo>
                  <a:lnTo>
                    <a:pt x="93281" y="255752"/>
                  </a:lnTo>
                  <a:lnTo>
                    <a:pt x="95834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148145" y="262890"/>
                  </a:lnTo>
                  <a:lnTo>
                    <a:pt x="148145" y="310756"/>
                  </a:lnTo>
                  <a:lnTo>
                    <a:pt x="67614" y="310756"/>
                  </a:lnTo>
                  <a:lnTo>
                    <a:pt x="67614" y="317893"/>
                  </a:lnTo>
                  <a:lnTo>
                    <a:pt x="148145" y="317893"/>
                  </a:lnTo>
                  <a:lnTo>
                    <a:pt x="148145" y="342976"/>
                  </a:lnTo>
                  <a:lnTo>
                    <a:pt x="144424" y="340906"/>
                  </a:lnTo>
                  <a:lnTo>
                    <a:pt x="138607" y="339763"/>
                  </a:lnTo>
                  <a:lnTo>
                    <a:pt x="132143" y="340334"/>
                  </a:lnTo>
                  <a:lnTo>
                    <a:pt x="94119" y="356946"/>
                  </a:lnTo>
                  <a:lnTo>
                    <a:pt x="86868" y="367906"/>
                  </a:lnTo>
                  <a:lnTo>
                    <a:pt x="67614" y="367906"/>
                  </a:lnTo>
                  <a:lnTo>
                    <a:pt x="67614" y="375043"/>
                  </a:lnTo>
                  <a:lnTo>
                    <a:pt x="84861" y="375043"/>
                  </a:lnTo>
                  <a:lnTo>
                    <a:pt x="84416" y="377190"/>
                  </a:lnTo>
                  <a:lnTo>
                    <a:pt x="104140" y="402628"/>
                  </a:lnTo>
                  <a:lnTo>
                    <a:pt x="110426" y="402056"/>
                  </a:lnTo>
                  <a:lnTo>
                    <a:pt x="118491" y="401142"/>
                  </a:lnTo>
                  <a:lnTo>
                    <a:pt x="126428" y="398983"/>
                  </a:lnTo>
                  <a:lnTo>
                    <a:pt x="134213" y="395566"/>
                  </a:lnTo>
                  <a:lnTo>
                    <a:pt x="139192" y="392531"/>
                  </a:lnTo>
                  <a:lnTo>
                    <a:pt x="141859" y="390906"/>
                  </a:lnTo>
                  <a:lnTo>
                    <a:pt x="148564" y="385330"/>
                  </a:lnTo>
                  <a:lnTo>
                    <a:pt x="153568" y="379196"/>
                  </a:lnTo>
                  <a:lnTo>
                    <a:pt x="155600" y="375043"/>
                  </a:lnTo>
                  <a:lnTo>
                    <a:pt x="178752" y="375043"/>
                  </a:lnTo>
                  <a:lnTo>
                    <a:pt x="178752" y="367906"/>
                  </a:lnTo>
                  <a:lnTo>
                    <a:pt x="157835" y="367906"/>
                  </a:lnTo>
                  <a:lnTo>
                    <a:pt x="158432" y="365188"/>
                  </a:lnTo>
                  <a:lnTo>
                    <a:pt x="159181" y="356425"/>
                  </a:lnTo>
                  <a:lnTo>
                    <a:pt x="158140" y="353910"/>
                  </a:lnTo>
                  <a:lnTo>
                    <a:pt x="158140" y="317893"/>
                  </a:lnTo>
                  <a:lnTo>
                    <a:pt x="178752" y="317893"/>
                  </a:lnTo>
                  <a:lnTo>
                    <a:pt x="178752" y="310756"/>
                  </a:lnTo>
                  <a:lnTo>
                    <a:pt x="158140" y="310756"/>
                  </a:lnTo>
                  <a:lnTo>
                    <a:pt x="158140" y="262890"/>
                  </a:lnTo>
                  <a:lnTo>
                    <a:pt x="606653" y="262890"/>
                  </a:lnTo>
                  <a:lnTo>
                    <a:pt x="614362" y="271462"/>
                  </a:lnTo>
                  <a:lnTo>
                    <a:pt x="617220" y="274320"/>
                  </a:lnTo>
                  <a:lnTo>
                    <a:pt x="619036" y="277939"/>
                  </a:lnTo>
                  <a:lnTo>
                    <a:pt x="619798" y="282321"/>
                  </a:lnTo>
                  <a:lnTo>
                    <a:pt x="618845" y="287274"/>
                  </a:lnTo>
                  <a:lnTo>
                    <a:pt x="615886" y="291655"/>
                  </a:lnTo>
                  <a:lnTo>
                    <a:pt x="610933" y="295465"/>
                  </a:lnTo>
                  <a:lnTo>
                    <a:pt x="605409" y="299275"/>
                  </a:lnTo>
                  <a:lnTo>
                    <a:pt x="602272" y="304038"/>
                  </a:lnTo>
                  <a:lnTo>
                    <a:pt x="601510" y="309753"/>
                  </a:lnTo>
                  <a:lnTo>
                    <a:pt x="602272" y="313372"/>
                  </a:lnTo>
                  <a:lnTo>
                    <a:pt x="603986" y="316801"/>
                  </a:lnTo>
                  <a:lnTo>
                    <a:pt x="606653" y="320040"/>
                  </a:lnTo>
                  <a:lnTo>
                    <a:pt x="614362" y="328612"/>
                  </a:lnTo>
                  <a:lnTo>
                    <a:pt x="617220" y="331470"/>
                  </a:lnTo>
                  <a:lnTo>
                    <a:pt x="619036" y="335089"/>
                  </a:lnTo>
                  <a:lnTo>
                    <a:pt x="605409" y="356425"/>
                  </a:lnTo>
                  <a:lnTo>
                    <a:pt x="602272" y="361188"/>
                  </a:lnTo>
                  <a:lnTo>
                    <a:pt x="601510" y="366903"/>
                  </a:lnTo>
                  <a:lnTo>
                    <a:pt x="602272" y="370522"/>
                  </a:lnTo>
                  <a:lnTo>
                    <a:pt x="603986" y="373951"/>
                  </a:lnTo>
                  <a:lnTo>
                    <a:pt x="606653" y="377190"/>
                  </a:lnTo>
                  <a:lnTo>
                    <a:pt x="614362" y="385762"/>
                  </a:lnTo>
                  <a:lnTo>
                    <a:pt x="617220" y="388620"/>
                  </a:lnTo>
                  <a:lnTo>
                    <a:pt x="619036" y="392239"/>
                  </a:lnTo>
                  <a:lnTo>
                    <a:pt x="605409" y="413575"/>
                  </a:lnTo>
                  <a:lnTo>
                    <a:pt x="602272" y="418338"/>
                  </a:lnTo>
                  <a:lnTo>
                    <a:pt x="601510" y="424053"/>
                  </a:lnTo>
                  <a:lnTo>
                    <a:pt x="602272" y="427672"/>
                  </a:lnTo>
                  <a:lnTo>
                    <a:pt x="603986" y="431101"/>
                  </a:lnTo>
                  <a:lnTo>
                    <a:pt x="606653" y="434340"/>
                  </a:lnTo>
                  <a:lnTo>
                    <a:pt x="614362" y="442912"/>
                  </a:lnTo>
                  <a:lnTo>
                    <a:pt x="617220" y="445770"/>
                  </a:lnTo>
                  <a:lnTo>
                    <a:pt x="619036" y="449389"/>
                  </a:lnTo>
                  <a:lnTo>
                    <a:pt x="605409" y="470725"/>
                  </a:lnTo>
                  <a:lnTo>
                    <a:pt x="602272" y="475488"/>
                  </a:lnTo>
                  <a:lnTo>
                    <a:pt x="601510" y="481203"/>
                  </a:lnTo>
                  <a:lnTo>
                    <a:pt x="602272" y="484822"/>
                  </a:lnTo>
                  <a:lnTo>
                    <a:pt x="603986" y="488251"/>
                  </a:lnTo>
                  <a:lnTo>
                    <a:pt x="606653" y="491490"/>
                  </a:lnTo>
                  <a:lnTo>
                    <a:pt x="614362" y="500062"/>
                  </a:lnTo>
                  <a:lnTo>
                    <a:pt x="618363" y="500062"/>
                  </a:lnTo>
                  <a:lnTo>
                    <a:pt x="615315" y="496062"/>
                  </a:lnTo>
                  <a:lnTo>
                    <a:pt x="613600" y="492544"/>
                  </a:lnTo>
                  <a:lnTo>
                    <a:pt x="613219" y="489496"/>
                  </a:lnTo>
                  <a:lnTo>
                    <a:pt x="614172" y="484352"/>
                  </a:lnTo>
                  <a:lnTo>
                    <a:pt x="617131" y="479971"/>
                  </a:lnTo>
                  <a:lnTo>
                    <a:pt x="622084" y="476351"/>
                  </a:lnTo>
                  <a:lnTo>
                    <a:pt x="627608" y="472160"/>
                  </a:lnTo>
                  <a:lnTo>
                    <a:pt x="630745" y="467296"/>
                  </a:lnTo>
                  <a:lnTo>
                    <a:pt x="631507" y="461772"/>
                  </a:lnTo>
                  <a:lnTo>
                    <a:pt x="630745" y="458152"/>
                  </a:lnTo>
                  <a:lnTo>
                    <a:pt x="629031" y="454723"/>
                  </a:lnTo>
                  <a:lnTo>
                    <a:pt x="626364" y="451485"/>
                  </a:lnTo>
                  <a:lnTo>
                    <a:pt x="618363" y="442912"/>
                  </a:lnTo>
                  <a:lnTo>
                    <a:pt x="615315" y="438912"/>
                  </a:lnTo>
                  <a:lnTo>
                    <a:pt x="613600" y="435394"/>
                  </a:lnTo>
                  <a:lnTo>
                    <a:pt x="613219" y="432346"/>
                  </a:lnTo>
                  <a:lnTo>
                    <a:pt x="614172" y="427202"/>
                  </a:lnTo>
                  <a:lnTo>
                    <a:pt x="617131" y="422821"/>
                  </a:lnTo>
                  <a:lnTo>
                    <a:pt x="622084" y="419201"/>
                  </a:lnTo>
                  <a:lnTo>
                    <a:pt x="627608" y="415010"/>
                  </a:lnTo>
                  <a:lnTo>
                    <a:pt x="630745" y="410146"/>
                  </a:lnTo>
                  <a:lnTo>
                    <a:pt x="631507" y="404622"/>
                  </a:lnTo>
                  <a:lnTo>
                    <a:pt x="630745" y="401002"/>
                  </a:lnTo>
                  <a:lnTo>
                    <a:pt x="629031" y="397573"/>
                  </a:lnTo>
                  <a:lnTo>
                    <a:pt x="626364" y="394335"/>
                  </a:lnTo>
                  <a:lnTo>
                    <a:pt x="618363" y="385762"/>
                  </a:lnTo>
                  <a:lnTo>
                    <a:pt x="615315" y="381762"/>
                  </a:lnTo>
                  <a:lnTo>
                    <a:pt x="613600" y="378244"/>
                  </a:lnTo>
                  <a:lnTo>
                    <a:pt x="613219" y="375196"/>
                  </a:lnTo>
                  <a:lnTo>
                    <a:pt x="614172" y="370052"/>
                  </a:lnTo>
                  <a:lnTo>
                    <a:pt x="617131" y="365671"/>
                  </a:lnTo>
                  <a:lnTo>
                    <a:pt x="622084" y="362051"/>
                  </a:lnTo>
                  <a:lnTo>
                    <a:pt x="627608" y="357860"/>
                  </a:lnTo>
                  <a:lnTo>
                    <a:pt x="630745" y="352996"/>
                  </a:lnTo>
                  <a:lnTo>
                    <a:pt x="631507" y="347472"/>
                  </a:lnTo>
                  <a:lnTo>
                    <a:pt x="630745" y="343852"/>
                  </a:lnTo>
                  <a:lnTo>
                    <a:pt x="629031" y="340423"/>
                  </a:lnTo>
                  <a:lnTo>
                    <a:pt x="626364" y="337185"/>
                  </a:lnTo>
                  <a:lnTo>
                    <a:pt x="618363" y="328612"/>
                  </a:lnTo>
                  <a:lnTo>
                    <a:pt x="615315" y="324612"/>
                  </a:lnTo>
                  <a:lnTo>
                    <a:pt x="613600" y="321094"/>
                  </a:lnTo>
                  <a:lnTo>
                    <a:pt x="613219" y="318046"/>
                  </a:lnTo>
                  <a:lnTo>
                    <a:pt x="614172" y="312902"/>
                  </a:lnTo>
                  <a:lnTo>
                    <a:pt x="617131" y="308521"/>
                  </a:lnTo>
                  <a:lnTo>
                    <a:pt x="622084" y="304901"/>
                  </a:lnTo>
                  <a:lnTo>
                    <a:pt x="627608" y="300710"/>
                  </a:lnTo>
                  <a:lnTo>
                    <a:pt x="630745" y="295846"/>
                  </a:lnTo>
                  <a:lnTo>
                    <a:pt x="631507" y="290322"/>
                  </a:lnTo>
                  <a:lnTo>
                    <a:pt x="630745" y="286702"/>
                  </a:lnTo>
                  <a:lnTo>
                    <a:pt x="629031" y="283273"/>
                  </a:lnTo>
                  <a:lnTo>
                    <a:pt x="626364" y="280035"/>
                  </a:lnTo>
                  <a:lnTo>
                    <a:pt x="618363" y="271462"/>
                  </a:lnTo>
                  <a:lnTo>
                    <a:pt x="615315" y="267462"/>
                  </a:lnTo>
                  <a:lnTo>
                    <a:pt x="613600" y="263944"/>
                  </a:lnTo>
                  <a:lnTo>
                    <a:pt x="613460" y="262890"/>
                  </a:lnTo>
                  <a:lnTo>
                    <a:pt x="736955" y="262890"/>
                  </a:lnTo>
                  <a:lnTo>
                    <a:pt x="736955" y="310756"/>
                  </a:lnTo>
                  <a:lnTo>
                    <a:pt x="736955" y="321830"/>
                  </a:lnTo>
                  <a:lnTo>
                    <a:pt x="736955" y="333971"/>
                  </a:lnTo>
                  <a:lnTo>
                    <a:pt x="736955" y="357124"/>
                  </a:lnTo>
                  <a:lnTo>
                    <a:pt x="736955" y="367906"/>
                  </a:lnTo>
                  <a:lnTo>
                    <a:pt x="720928" y="367906"/>
                  </a:lnTo>
                  <a:lnTo>
                    <a:pt x="723023" y="366991"/>
                  </a:lnTo>
                  <a:lnTo>
                    <a:pt x="728014" y="363956"/>
                  </a:lnTo>
                  <a:lnTo>
                    <a:pt x="730669" y="362331"/>
                  </a:lnTo>
                  <a:lnTo>
                    <a:pt x="736955" y="357124"/>
                  </a:lnTo>
                  <a:lnTo>
                    <a:pt x="736955" y="333971"/>
                  </a:lnTo>
                  <a:lnTo>
                    <a:pt x="733526" y="338048"/>
                  </a:lnTo>
                  <a:lnTo>
                    <a:pt x="718375" y="351193"/>
                  </a:lnTo>
                  <a:lnTo>
                    <a:pt x="712660" y="355193"/>
                  </a:lnTo>
                  <a:lnTo>
                    <a:pt x="706945" y="358330"/>
                  </a:lnTo>
                  <a:lnTo>
                    <a:pt x="695515" y="362902"/>
                  </a:lnTo>
                  <a:lnTo>
                    <a:pt x="690664" y="363956"/>
                  </a:lnTo>
                  <a:lnTo>
                    <a:pt x="686663" y="363766"/>
                  </a:lnTo>
                  <a:lnTo>
                    <a:pt x="682663" y="363385"/>
                  </a:lnTo>
                  <a:lnTo>
                    <a:pt x="680758" y="361670"/>
                  </a:lnTo>
                  <a:lnTo>
                    <a:pt x="680948" y="358622"/>
                  </a:lnTo>
                  <a:lnTo>
                    <a:pt x="706945" y="330327"/>
                  </a:lnTo>
                  <a:lnTo>
                    <a:pt x="728662" y="320903"/>
                  </a:lnTo>
                  <a:lnTo>
                    <a:pt x="734377" y="321475"/>
                  </a:lnTo>
                  <a:lnTo>
                    <a:pt x="736955" y="321830"/>
                  </a:lnTo>
                  <a:lnTo>
                    <a:pt x="736955" y="310756"/>
                  </a:lnTo>
                  <a:lnTo>
                    <a:pt x="656424" y="310756"/>
                  </a:lnTo>
                  <a:lnTo>
                    <a:pt x="656424" y="317893"/>
                  </a:lnTo>
                  <a:lnTo>
                    <a:pt x="697826" y="317893"/>
                  </a:lnTo>
                  <a:lnTo>
                    <a:pt x="697052" y="318236"/>
                  </a:lnTo>
                  <a:lnTo>
                    <a:pt x="673227" y="348615"/>
                  </a:lnTo>
                  <a:lnTo>
                    <a:pt x="672274" y="357378"/>
                  </a:lnTo>
                  <a:lnTo>
                    <a:pt x="675233" y="364528"/>
                  </a:lnTo>
                  <a:lnTo>
                    <a:pt x="679424" y="367906"/>
                  </a:lnTo>
                  <a:lnTo>
                    <a:pt x="656424" y="367906"/>
                  </a:lnTo>
                  <a:lnTo>
                    <a:pt x="656424" y="375043"/>
                  </a:lnTo>
                  <a:lnTo>
                    <a:pt x="736955" y="375043"/>
                  </a:lnTo>
                  <a:lnTo>
                    <a:pt x="736955" y="425056"/>
                  </a:lnTo>
                  <a:lnTo>
                    <a:pt x="656424" y="425056"/>
                  </a:lnTo>
                  <a:lnTo>
                    <a:pt x="656424" y="432193"/>
                  </a:lnTo>
                  <a:lnTo>
                    <a:pt x="697826" y="432193"/>
                  </a:lnTo>
                  <a:lnTo>
                    <a:pt x="697052" y="432536"/>
                  </a:lnTo>
                  <a:lnTo>
                    <a:pt x="673227" y="462915"/>
                  </a:lnTo>
                  <a:lnTo>
                    <a:pt x="672274" y="471678"/>
                  </a:lnTo>
                  <a:lnTo>
                    <a:pt x="675233" y="478828"/>
                  </a:lnTo>
                  <a:lnTo>
                    <a:pt x="682091" y="484352"/>
                  </a:lnTo>
                  <a:lnTo>
                    <a:pt x="687235" y="487210"/>
                  </a:lnTo>
                  <a:lnTo>
                    <a:pt x="692950" y="488353"/>
                  </a:lnTo>
                  <a:lnTo>
                    <a:pt x="699236" y="487781"/>
                  </a:lnTo>
                  <a:lnTo>
                    <a:pt x="737387" y="471055"/>
                  </a:lnTo>
                  <a:lnTo>
                    <a:pt x="748004" y="442150"/>
                  </a:lnTo>
                  <a:lnTo>
                    <a:pt x="746950" y="439610"/>
                  </a:lnTo>
                  <a:lnTo>
                    <a:pt x="746950" y="432193"/>
                  </a:lnTo>
                  <a:lnTo>
                    <a:pt x="767562" y="432193"/>
                  </a:lnTo>
                  <a:lnTo>
                    <a:pt x="767562" y="425056"/>
                  </a:lnTo>
                  <a:lnTo>
                    <a:pt x="746950" y="425056"/>
                  </a:lnTo>
                  <a:lnTo>
                    <a:pt x="746950" y="375043"/>
                  </a:lnTo>
                  <a:lnTo>
                    <a:pt x="767562" y="375043"/>
                  </a:lnTo>
                  <a:lnTo>
                    <a:pt x="767562" y="367906"/>
                  </a:lnTo>
                  <a:lnTo>
                    <a:pt x="746950" y="367906"/>
                  </a:lnTo>
                  <a:lnTo>
                    <a:pt x="746950" y="337972"/>
                  </a:lnTo>
                  <a:lnTo>
                    <a:pt x="747242" y="336613"/>
                  </a:lnTo>
                  <a:lnTo>
                    <a:pt x="748004" y="327850"/>
                  </a:lnTo>
                  <a:lnTo>
                    <a:pt x="746950" y="325310"/>
                  </a:lnTo>
                  <a:lnTo>
                    <a:pt x="746950" y="317893"/>
                  </a:lnTo>
                  <a:lnTo>
                    <a:pt x="767562" y="317893"/>
                  </a:lnTo>
                  <a:lnTo>
                    <a:pt x="767562" y="310756"/>
                  </a:lnTo>
                  <a:lnTo>
                    <a:pt x="746950" y="310756"/>
                  </a:lnTo>
                  <a:lnTo>
                    <a:pt x="746950" y="262890"/>
                  </a:lnTo>
                  <a:lnTo>
                    <a:pt x="1257668" y="262890"/>
                  </a:lnTo>
                  <a:lnTo>
                    <a:pt x="1257668" y="257175"/>
                  </a:lnTo>
                  <a:lnTo>
                    <a:pt x="746950" y="257175"/>
                  </a:lnTo>
                  <a:lnTo>
                    <a:pt x="746950" y="205740"/>
                  </a:lnTo>
                  <a:lnTo>
                    <a:pt x="1257668" y="205740"/>
                  </a:lnTo>
                  <a:lnTo>
                    <a:pt x="1257668" y="200025"/>
                  </a:lnTo>
                  <a:lnTo>
                    <a:pt x="746950" y="200025"/>
                  </a:lnTo>
                  <a:lnTo>
                    <a:pt x="746950" y="195097"/>
                  </a:lnTo>
                  <a:lnTo>
                    <a:pt x="747242" y="193738"/>
                  </a:lnTo>
                  <a:lnTo>
                    <a:pt x="748004" y="184975"/>
                  </a:lnTo>
                  <a:lnTo>
                    <a:pt x="746950" y="182435"/>
                  </a:lnTo>
                  <a:lnTo>
                    <a:pt x="746950" y="148590"/>
                  </a:lnTo>
                  <a:lnTo>
                    <a:pt x="1257668" y="148590"/>
                  </a:lnTo>
                  <a:lnTo>
                    <a:pt x="1257668" y="142875"/>
                  </a:lnTo>
                  <a:lnTo>
                    <a:pt x="746950" y="142875"/>
                  </a:lnTo>
                  <a:lnTo>
                    <a:pt x="746950" y="91440"/>
                  </a:lnTo>
                  <a:lnTo>
                    <a:pt x="1257668" y="91440"/>
                  </a:lnTo>
                  <a:lnTo>
                    <a:pt x="1257668" y="85725"/>
                  </a:lnTo>
                  <a:lnTo>
                    <a:pt x="746950" y="85725"/>
                  </a:lnTo>
                  <a:lnTo>
                    <a:pt x="746950" y="34290"/>
                  </a:lnTo>
                  <a:lnTo>
                    <a:pt x="1257668" y="34290"/>
                  </a:lnTo>
                  <a:lnTo>
                    <a:pt x="1257668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9" name="object 17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803214" y="6627495"/>
              <a:ext cx="139017" cy="160020"/>
            </a:xfrm>
            <a:prstGeom prst="rect">
              <a:avLst/>
            </a:prstGeom>
          </p:spPr>
        </p:pic>
        <p:sp>
          <p:nvSpPr>
            <p:cNvPr id="180" name="object 180"/>
            <p:cNvSpPr/>
            <p:nvPr/>
          </p:nvSpPr>
          <p:spPr>
            <a:xfrm>
              <a:off x="1995284" y="5845972"/>
              <a:ext cx="4222750" cy="1240790"/>
            </a:xfrm>
            <a:custGeom>
              <a:avLst/>
              <a:gdLst/>
              <a:ahLst/>
              <a:cxnLst/>
              <a:rect l="l" t="t" r="r" b="b"/>
              <a:pathLst>
                <a:path w="4222750" h="1240790">
                  <a:moveTo>
                    <a:pt x="270446" y="1231582"/>
                  </a:moveTo>
                  <a:lnTo>
                    <a:pt x="201295" y="1231582"/>
                  </a:lnTo>
                  <a:lnTo>
                    <a:pt x="201295" y="1240726"/>
                  </a:lnTo>
                  <a:lnTo>
                    <a:pt x="270446" y="1240726"/>
                  </a:lnTo>
                  <a:lnTo>
                    <a:pt x="270446" y="1231582"/>
                  </a:lnTo>
                  <a:close/>
                </a:path>
                <a:path w="4222750" h="1240790">
                  <a:moveTo>
                    <a:pt x="515785" y="1117282"/>
                  </a:moveTo>
                  <a:lnTo>
                    <a:pt x="446633" y="1117282"/>
                  </a:lnTo>
                  <a:lnTo>
                    <a:pt x="446633" y="1126426"/>
                  </a:lnTo>
                  <a:lnTo>
                    <a:pt x="515785" y="1126426"/>
                  </a:lnTo>
                  <a:lnTo>
                    <a:pt x="515785" y="1117282"/>
                  </a:lnTo>
                  <a:close/>
                </a:path>
                <a:path w="4222750" h="1240790">
                  <a:moveTo>
                    <a:pt x="761123" y="1031557"/>
                  </a:moveTo>
                  <a:lnTo>
                    <a:pt x="691972" y="1031557"/>
                  </a:lnTo>
                  <a:lnTo>
                    <a:pt x="691972" y="1040701"/>
                  </a:lnTo>
                  <a:lnTo>
                    <a:pt x="761123" y="1040701"/>
                  </a:lnTo>
                  <a:lnTo>
                    <a:pt x="761123" y="1031557"/>
                  </a:lnTo>
                  <a:close/>
                </a:path>
                <a:path w="4222750" h="1240790">
                  <a:moveTo>
                    <a:pt x="1006462" y="969835"/>
                  </a:moveTo>
                  <a:lnTo>
                    <a:pt x="937310" y="969835"/>
                  </a:lnTo>
                  <a:lnTo>
                    <a:pt x="937310" y="978979"/>
                  </a:lnTo>
                  <a:lnTo>
                    <a:pt x="1006462" y="978979"/>
                  </a:lnTo>
                  <a:lnTo>
                    <a:pt x="1006462" y="969835"/>
                  </a:lnTo>
                  <a:close/>
                </a:path>
                <a:path w="4222750" h="1240790">
                  <a:moveTo>
                    <a:pt x="1251800" y="798385"/>
                  </a:moveTo>
                  <a:lnTo>
                    <a:pt x="1182649" y="798385"/>
                  </a:lnTo>
                  <a:lnTo>
                    <a:pt x="1182649" y="807529"/>
                  </a:lnTo>
                  <a:lnTo>
                    <a:pt x="1251800" y="807529"/>
                  </a:lnTo>
                  <a:lnTo>
                    <a:pt x="1251800" y="798385"/>
                  </a:lnTo>
                  <a:close/>
                </a:path>
                <a:path w="4222750" h="1240790">
                  <a:moveTo>
                    <a:pt x="1497139" y="708088"/>
                  </a:moveTo>
                  <a:lnTo>
                    <a:pt x="1427988" y="708088"/>
                  </a:lnTo>
                  <a:lnTo>
                    <a:pt x="1427988" y="717232"/>
                  </a:lnTo>
                  <a:lnTo>
                    <a:pt x="1497139" y="717232"/>
                  </a:lnTo>
                  <a:lnTo>
                    <a:pt x="1497139" y="708088"/>
                  </a:lnTo>
                  <a:close/>
                </a:path>
                <a:path w="4222750" h="1240790">
                  <a:moveTo>
                    <a:pt x="1742478" y="650938"/>
                  </a:moveTo>
                  <a:lnTo>
                    <a:pt x="1673326" y="650938"/>
                  </a:lnTo>
                  <a:lnTo>
                    <a:pt x="1673326" y="660082"/>
                  </a:lnTo>
                  <a:lnTo>
                    <a:pt x="1742478" y="660082"/>
                  </a:lnTo>
                  <a:lnTo>
                    <a:pt x="1742478" y="650938"/>
                  </a:lnTo>
                  <a:close/>
                </a:path>
                <a:path w="4222750" h="1240790">
                  <a:moveTo>
                    <a:pt x="1987816" y="593788"/>
                  </a:moveTo>
                  <a:lnTo>
                    <a:pt x="1918665" y="593788"/>
                  </a:lnTo>
                  <a:lnTo>
                    <a:pt x="1918665" y="602932"/>
                  </a:lnTo>
                  <a:lnTo>
                    <a:pt x="1987816" y="602932"/>
                  </a:lnTo>
                  <a:lnTo>
                    <a:pt x="1987816" y="593788"/>
                  </a:lnTo>
                  <a:close/>
                </a:path>
                <a:path w="4222750" h="1240790">
                  <a:moveTo>
                    <a:pt x="2336114" y="855535"/>
                  </a:moveTo>
                  <a:lnTo>
                    <a:pt x="2266962" y="855535"/>
                  </a:lnTo>
                  <a:lnTo>
                    <a:pt x="2266962" y="864679"/>
                  </a:lnTo>
                  <a:lnTo>
                    <a:pt x="2336114" y="864679"/>
                  </a:lnTo>
                  <a:lnTo>
                    <a:pt x="2336114" y="855535"/>
                  </a:lnTo>
                  <a:close/>
                </a:path>
                <a:path w="4222750" h="1240790">
                  <a:moveTo>
                    <a:pt x="2581452" y="798385"/>
                  </a:moveTo>
                  <a:lnTo>
                    <a:pt x="2512301" y="798385"/>
                  </a:lnTo>
                  <a:lnTo>
                    <a:pt x="2512301" y="807529"/>
                  </a:lnTo>
                  <a:lnTo>
                    <a:pt x="2581452" y="807529"/>
                  </a:lnTo>
                  <a:lnTo>
                    <a:pt x="2581452" y="798385"/>
                  </a:lnTo>
                  <a:close/>
                </a:path>
                <a:path w="4222750" h="1240790">
                  <a:moveTo>
                    <a:pt x="2826791" y="736663"/>
                  </a:moveTo>
                  <a:lnTo>
                    <a:pt x="2757640" y="736663"/>
                  </a:lnTo>
                  <a:lnTo>
                    <a:pt x="2757640" y="745807"/>
                  </a:lnTo>
                  <a:lnTo>
                    <a:pt x="2826791" y="745807"/>
                  </a:lnTo>
                  <a:lnTo>
                    <a:pt x="2826791" y="736663"/>
                  </a:lnTo>
                  <a:close/>
                </a:path>
                <a:path w="4222750" h="1240790">
                  <a:moveTo>
                    <a:pt x="3072130" y="650938"/>
                  </a:moveTo>
                  <a:lnTo>
                    <a:pt x="3002978" y="650938"/>
                  </a:lnTo>
                  <a:lnTo>
                    <a:pt x="3002978" y="660082"/>
                  </a:lnTo>
                  <a:lnTo>
                    <a:pt x="3072130" y="660082"/>
                  </a:lnTo>
                  <a:lnTo>
                    <a:pt x="3072130" y="650938"/>
                  </a:lnTo>
                  <a:close/>
                </a:path>
                <a:path w="4222750" h="1240790">
                  <a:moveTo>
                    <a:pt x="3317468" y="593788"/>
                  </a:moveTo>
                  <a:lnTo>
                    <a:pt x="3248317" y="593788"/>
                  </a:lnTo>
                  <a:lnTo>
                    <a:pt x="3248317" y="602932"/>
                  </a:lnTo>
                  <a:lnTo>
                    <a:pt x="3317468" y="602932"/>
                  </a:lnTo>
                  <a:lnTo>
                    <a:pt x="3317468" y="593788"/>
                  </a:lnTo>
                  <a:close/>
                </a:path>
                <a:path w="4222750" h="1240790">
                  <a:moveTo>
                    <a:pt x="3562807" y="536638"/>
                  </a:moveTo>
                  <a:lnTo>
                    <a:pt x="3493655" y="536638"/>
                  </a:lnTo>
                  <a:lnTo>
                    <a:pt x="3493655" y="545782"/>
                  </a:lnTo>
                  <a:lnTo>
                    <a:pt x="3562807" y="545782"/>
                  </a:lnTo>
                  <a:lnTo>
                    <a:pt x="3562807" y="536638"/>
                  </a:lnTo>
                  <a:close/>
                </a:path>
                <a:path w="4222750" h="1240790">
                  <a:moveTo>
                    <a:pt x="3585426" y="599363"/>
                  </a:moveTo>
                  <a:lnTo>
                    <a:pt x="3474275" y="599363"/>
                  </a:lnTo>
                  <a:lnTo>
                    <a:pt x="3474275" y="606501"/>
                  </a:lnTo>
                  <a:lnTo>
                    <a:pt x="3585426" y="606501"/>
                  </a:lnTo>
                  <a:lnTo>
                    <a:pt x="3585426" y="599363"/>
                  </a:lnTo>
                  <a:close/>
                </a:path>
                <a:path w="4222750" h="1240790">
                  <a:moveTo>
                    <a:pt x="4222724" y="774382"/>
                  </a:moveTo>
                  <a:lnTo>
                    <a:pt x="3500805" y="774382"/>
                  </a:lnTo>
                  <a:lnTo>
                    <a:pt x="3500805" y="720801"/>
                  </a:lnTo>
                  <a:lnTo>
                    <a:pt x="3585426" y="720801"/>
                  </a:lnTo>
                  <a:lnTo>
                    <a:pt x="3585426" y="713663"/>
                  </a:lnTo>
                  <a:lnTo>
                    <a:pt x="3500805" y="713663"/>
                  </a:lnTo>
                  <a:lnTo>
                    <a:pt x="3500805" y="663651"/>
                  </a:lnTo>
                  <a:lnTo>
                    <a:pt x="3585426" y="663651"/>
                  </a:lnTo>
                  <a:lnTo>
                    <a:pt x="3585426" y="656513"/>
                  </a:lnTo>
                  <a:lnTo>
                    <a:pt x="3500805" y="656513"/>
                  </a:lnTo>
                  <a:lnTo>
                    <a:pt x="3500805" y="614362"/>
                  </a:lnTo>
                  <a:lnTo>
                    <a:pt x="3490798" y="614362"/>
                  </a:lnTo>
                  <a:lnTo>
                    <a:pt x="3490798" y="656513"/>
                  </a:lnTo>
                  <a:lnTo>
                    <a:pt x="3474275" y="656513"/>
                  </a:lnTo>
                  <a:lnTo>
                    <a:pt x="3474275" y="663651"/>
                  </a:lnTo>
                  <a:lnTo>
                    <a:pt x="3490798" y="663651"/>
                  </a:lnTo>
                  <a:lnTo>
                    <a:pt x="3490798" y="713663"/>
                  </a:lnTo>
                  <a:lnTo>
                    <a:pt x="3474275" y="713663"/>
                  </a:lnTo>
                  <a:lnTo>
                    <a:pt x="3474275" y="720801"/>
                  </a:lnTo>
                  <a:lnTo>
                    <a:pt x="3490798" y="720801"/>
                  </a:lnTo>
                  <a:lnTo>
                    <a:pt x="3490798" y="774382"/>
                  </a:lnTo>
                  <a:lnTo>
                    <a:pt x="3490798" y="780097"/>
                  </a:lnTo>
                  <a:lnTo>
                    <a:pt x="3490798" y="831532"/>
                  </a:lnTo>
                  <a:lnTo>
                    <a:pt x="3490798" y="837247"/>
                  </a:lnTo>
                  <a:lnTo>
                    <a:pt x="3490798" y="888682"/>
                  </a:lnTo>
                  <a:lnTo>
                    <a:pt x="3255454" y="888682"/>
                  </a:lnTo>
                  <a:lnTo>
                    <a:pt x="3255454" y="837247"/>
                  </a:lnTo>
                  <a:lnTo>
                    <a:pt x="3490798" y="837247"/>
                  </a:lnTo>
                  <a:lnTo>
                    <a:pt x="3490798" y="831532"/>
                  </a:lnTo>
                  <a:lnTo>
                    <a:pt x="3255454" y="831532"/>
                  </a:lnTo>
                  <a:lnTo>
                    <a:pt x="3255454" y="780097"/>
                  </a:lnTo>
                  <a:lnTo>
                    <a:pt x="3490798" y="780097"/>
                  </a:lnTo>
                  <a:lnTo>
                    <a:pt x="3490798" y="774382"/>
                  </a:lnTo>
                  <a:lnTo>
                    <a:pt x="3255454" y="774382"/>
                  </a:lnTo>
                  <a:lnTo>
                    <a:pt x="3255454" y="720801"/>
                  </a:lnTo>
                  <a:lnTo>
                    <a:pt x="3340087" y="720801"/>
                  </a:lnTo>
                  <a:lnTo>
                    <a:pt x="3340087" y="713663"/>
                  </a:lnTo>
                  <a:lnTo>
                    <a:pt x="3255454" y="713663"/>
                  </a:lnTo>
                  <a:lnTo>
                    <a:pt x="3255454" y="686117"/>
                  </a:lnTo>
                  <a:lnTo>
                    <a:pt x="3257461" y="687705"/>
                  </a:lnTo>
                  <a:lnTo>
                    <a:pt x="3263366" y="689610"/>
                  </a:lnTo>
                  <a:lnTo>
                    <a:pt x="3303460" y="678091"/>
                  </a:lnTo>
                  <a:lnTo>
                    <a:pt x="3316084" y="663651"/>
                  </a:lnTo>
                  <a:lnTo>
                    <a:pt x="3340087" y="663651"/>
                  </a:lnTo>
                  <a:lnTo>
                    <a:pt x="3340087" y="656513"/>
                  </a:lnTo>
                  <a:lnTo>
                    <a:pt x="3318738" y="656513"/>
                  </a:lnTo>
                  <a:lnTo>
                    <a:pt x="3319754" y="651230"/>
                  </a:lnTo>
                  <a:lnTo>
                    <a:pt x="3319564" y="643991"/>
                  </a:lnTo>
                  <a:lnTo>
                    <a:pt x="3316986" y="638746"/>
                  </a:lnTo>
                  <a:lnTo>
                    <a:pt x="3312033" y="635508"/>
                  </a:lnTo>
                  <a:lnTo>
                    <a:pt x="3307461" y="631888"/>
                  </a:lnTo>
                  <a:lnTo>
                    <a:pt x="3300984" y="630174"/>
                  </a:lnTo>
                  <a:lnTo>
                    <a:pt x="3292602" y="630364"/>
                  </a:lnTo>
                  <a:lnTo>
                    <a:pt x="3284677" y="631329"/>
                  </a:lnTo>
                  <a:lnTo>
                    <a:pt x="3250107" y="654443"/>
                  </a:lnTo>
                  <a:lnTo>
                    <a:pt x="3249117" y="656513"/>
                  </a:lnTo>
                  <a:lnTo>
                    <a:pt x="3228937" y="656513"/>
                  </a:lnTo>
                  <a:lnTo>
                    <a:pt x="3228937" y="663651"/>
                  </a:lnTo>
                  <a:lnTo>
                    <a:pt x="3246399" y="663651"/>
                  </a:lnTo>
                  <a:lnTo>
                    <a:pt x="3245459" y="668375"/>
                  </a:lnTo>
                  <a:lnTo>
                    <a:pt x="3245548" y="671512"/>
                  </a:lnTo>
                  <a:lnTo>
                    <a:pt x="3245459" y="713663"/>
                  </a:lnTo>
                  <a:lnTo>
                    <a:pt x="3228937" y="713663"/>
                  </a:lnTo>
                  <a:lnTo>
                    <a:pt x="3228937" y="720801"/>
                  </a:lnTo>
                  <a:lnTo>
                    <a:pt x="3245459" y="720801"/>
                  </a:lnTo>
                  <a:lnTo>
                    <a:pt x="3245459" y="774382"/>
                  </a:lnTo>
                  <a:lnTo>
                    <a:pt x="3245459" y="780097"/>
                  </a:lnTo>
                  <a:lnTo>
                    <a:pt x="3245459" y="831532"/>
                  </a:lnTo>
                  <a:lnTo>
                    <a:pt x="3245459" y="837247"/>
                  </a:lnTo>
                  <a:lnTo>
                    <a:pt x="3245459" y="888682"/>
                  </a:lnTo>
                  <a:lnTo>
                    <a:pt x="3010116" y="888682"/>
                  </a:lnTo>
                  <a:lnTo>
                    <a:pt x="3010116" y="837247"/>
                  </a:lnTo>
                  <a:lnTo>
                    <a:pt x="3245459" y="837247"/>
                  </a:lnTo>
                  <a:lnTo>
                    <a:pt x="3245459" y="831532"/>
                  </a:lnTo>
                  <a:lnTo>
                    <a:pt x="3010116" y="831532"/>
                  </a:lnTo>
                  <a:lnTo>
                    <a:pt x="3010116" y="780097"/>
                  </a:lnTo>
                  <a:lnTo>
                    <a:pt x="3245459" y="780097"/>
                  </a:lnTo>
                  <a:lnTo>
                    <a:pt x="3245459" y="774382"/>
                  </a:lnTo>
                  <a:lnTo>
                    <a:pt x="3010116" y="774382"/>
                  </a:lnTo>
                  <a:lnTo>
                    <a:pt x="3010116" y="743267"/>
                  </a:lnTo>
                  <a:lnTo>
                    <a:pt x="3012122" y="744855"/>
                  </a:lnTo>
                  <a:lnTo>
                    <a:pt x="3018028" y="746760"/>
                  </a:lnTo>
                  <a:lnTo>
                    <a:pt x="3058122" y="735241"/>
                  </a:lnTo>
                  <a:lnTo>
                    <a:pt x="3070745" y="720801"/>
                  </a:lnTo>
                  <a:lnTo>
                    <a:pt x="3094748" y="720801"/>
                  </a:lnTo>
                  <a:lnTo>
                    <a:pt x="3094748" y="713663"/>
                  </a:lnTo>
                  <a:lnTo>
                    <a:pt x="3073400" y="713663"/>
                  </a:lnTo>
                  <a:lnTo>
                    <a:pt x="3074416" y="708380"/>
                  </a:lnTo>
                  <a:lnTo>
                    <a:pt x="3074225" y="701141"/>
                  </a:lnTo>
                  <a:lnTo>
                    <a:pt x="3071647" y="695896"/>
                  </a:lnTo>
                  <a:lnTo>
                    <a:pt x="3066694" y="692658"/>
                  </a:lnTo>
                  <a:lnTo>
                    <a:pt x="3062122" y="689038"/>
                  </a:lnTo>
                  <a:lnTo>
                    <a:pt x="3055645" y="687324"/>
                  </a:lnTo>
                  <a:lnTo>
                    <a:pt x="3047263" y="687514"/>
                  </a:lnTo>
                  <a:lnTo>
                    <a:pt x="3039338" y="688479"/>
                  </a:lnTo>
                  <a:lnTo>
                    <a:pt x="3004769" y="711593"/>
                  </a:lnTo>
                  <a:lnTo>
                    <a:pt x="3003778" y="713663"/>
                  </a:lnTo>
                  <a:lnTo>
                    <a:pt x="2983598" y="713663"/>
                  </a:lnTo>
                  <a:lnTo>
                    <a:pt x="2983598" y="720801"/>
                  </a:lnTo>
                  <a:lnTo>
                    <a:pt x="3001060" y="720801"/>
                  </a:lnTo>
                  <a:lnTo>
                    <a:pt x="3000121" y="725525"/>
                  </a:lnTo>
                  <a:lnTo>
                    <a:pt x="3000210" y="728662"/>
                  </a:lnTo>
                  <a:lnTo>
                    <a:pt x="3000121" y="774382"/>
                  </a:lnTo>
                  <a:lnTo>
                    <a:pt x="3000121" y="945832"/>
                  </a:lnTo>
                  <a:lnTo>
                    <a:pt x="2764777" y="945832"/>
                  </a:lnTo>
                  <a:lnTo>
                    <a:pt x="2764777" y="894397"/>
                  </a:lnTo>
                  <a:lnTo>
                    <a:pt x="3000121" y="894397"/>
                  </a:lnTo>
                  <a:lnTo>
                    <a:pt x="3000121" y="888682"/>
                  </a:lnTo>
                  <a:lnTo>
                    <a:pt x="2764777" y="888682"/>
                  </a:lnTo>
                  <a:lnTo>
                    <a:pt x="2764777" y="837247"/>
                  </a:lnTo>
                  <a:lnTo>
                    <a:pt x="3000121" y="837247"/>
                  </a:lnTo>
                  <a:lnTo>
                    <a:pt x="3000121" y="831532"/>
                  </a:lnTo>
                  <a:lnTo>
                    <a:pt x="2789148" y="831532"/>
                  </a:lnTo>
                  <a:lnTo>
                    <a:pt x="2796717" y="829462"/>
                  </a:lnTo>
                  <a:lnTo>
                    <a:pt x="2804845" y="825868"/>
                  </a:lnTo>
                  <a:lnTo>
                    <a:pt x="2829077" y="794105"/>
                  </a:lnTo>
                  <a:lnTo>
                    <a:pt x="2828887" y="786866"/>
                  </a:lnTo>
                  <a:lnTo>
                    <a:pt x="2826308" y="781621"/>
                  </a:lnTo>
                  <a:lnTo>
                    <a:pt x="2823972" y="780097"/>
                  </a:lnTo>
                  <a:lnTo>
                    <a:pt x="3000121" y="780097"/>
                  </a:lnTo>
                  <a:lnTo>
                    <a:pt x="3000121" y="774382"/>
                  </a:lnTo>
                  <a:lnTo>
                    <a:pt x="2815336" y="774382"/>
                  </a:lnTo>
                  <a:lnTo>
                    <a:pt x="2810306" y="773049"/>
                  </a:lnTo>
                  <a:lnTo>
                    <a:pt x="2801924" y="773239"/>
                  </a:lnTo>
                  <a:lnTo>
                    <a:pt x="2794000" y="774204"/>
                  </a:lnTo>
                  <a:lnTo>
                    <a:pt x="2793403" y="774382"/>
                  </a:lnTo>
                  <a:lnTo>
                    <a:pt x="2778798" y="774382"/>
                  </a:lnTo>
                  <a:lnTo>
                    <a:pt x="2778798" y="780097"/>
                  </a:lnTo>
                  <a:lnTo>
                    <a:pt x="2778569" y="780211"/>
                  </a:lnTo>
                  <a:lnTo>
                    <a:pt x="2771063" y="785241"/>
                  </a:lnTo>
                  <a:lnTo>
                    <a:pt x="2769730" y="786409"/>
                  </a:lnTo>
                  <a:lnTo>
                    <a:pt x="2769730" y="831532"/>
                  </a:lnTo>
                  <a:lnTo>
                    <a:pt x="2764777" y="831532"/>
                  </a:lnTo>
                  <a:lnTo>
                    <a:pt x="2764777" y="828992"/>
                  </a:lnTo>
                  <a:lnTo>
                    <a:pt x="2766784" y="830580"/>
                  </a:lnTo>
                  <a:lnTo>
                    <a:pt x="2769730" y="831532"/>
                  </a:lnTo>
                  <a:lnTo>
                    <a:pt x="2769730" y="786409"/>
                  </a:lnTo>
                  <a:lnTo>
                    <a:pt x="2764371" y="791044"/>
                  </a:lnTo>
                  <a:lnTo>
                    <a:pt x="2759430" y="797318"/>
                  </a:lnTo>
                  <a:lnTo>
                    <a:pt x="2756230" y="804049"/>
                  </a:lnTo>
                  <a:lnTo>
                    <a:pt x="2754782" y="811250"/>
                  </a:lnTo>
                  <a:lnTo>
                    <a:pt x="2754871" y="814387"/>
                  </a:lnTo>
                  <a:lnTo>
                    <a:pt x="2754782" y="814387"/>
                  </a:lnTo>
                  <a:lnTo>
                    <a:pt x="2754782" y="1002982"/>
                  </a:lnTo>
                  <a:lnTo>
                    <a:pt x="2519438" y="1002982"/>
                  </a:lnTo>
                  <a:lnTo>
                    <a:pt x="2519438" y="951547"/>
                  </a:lnTo>
                  <a:lnTo>
                    <a:pt x="2754782" y="951547"/>
                  </a:lnTo>
                  <a:lnTo>
                    <a:pt x="2754782" y="945832"/>
                  </a:lnTo>
                  <a:lnTo>
                    <a:pt x="2519438" y="945832"/>
                  </a:lnTo>
                  <a:lnTo>
                    <a:pt x="2519438" y="894397"/>
                  </a:lnTo>
                  <a:lnTo>
                    <a:pt x="2754782" y="894397"/>
                  </a:lnTo>
                  <a:lnTo>
                    <a:pt x="2754782" y="888682"/>
                  </a:lnTo>
                  <a:lnTo>
                    <a:pt x="2543810" y="888682"/>
                  </a:lnTo>
                  <a:lnTo>
                    <a:pt x="2551379" y="886612"/>
                  </a:lnTo>
                  <a:lnTo>
                    <a:pt x="2559507" y="883018"/>
                  </a:lnTo>
                  <a:lnTo>
                    <a:pt x="2583738" y="851255"/>
                  </a:lnTo>
                  <a:lnTo>
                    <a:pt x="2583548" y="844016"/>
                  </a:lnTo>
                  <a:lnTo>
                    <a:pt x="2580970" y="838771"/>
                  </a:lnTo>
                  <a:lnTo>
                    <a:pt x="2578633" y="837247"/>
                  </a:lnTo>
                  <a:lnTo>
                    <a:pt x="2754782" y="837247"/>
                  </a:lnTo>
                  <a:lnTo>
                    <a:pt x="2754782" y="831532"/>
                  </a:lnTo>
                  <a:lnTo>
                    <a:pt x="2569997" y="831532"/>
                  </a:lnTo>
                  <a:lnTo>
                    <a:pt x="2564968" y="830199"/>
                  </a:lnTo>
                  <a:lnTo>
                    <a:pt x="2556586" y="830389"/>
                  </a:lnTo>
                  <a:lnTo>
                    <a:pt x="2548661" y="831354"/>
                  </a:lnTo>
                  <a:lnTo>
                    <a:pt x="2548064" y="831532"/>
                  </a:lnTo>
                  <a:lnTo>
                    <a:pt x="2533459" y="831532"/>
                  </a:lnTo>
                  <a:lnTo>
                    <a:pt x="2533459" y="837247"/>
                  </a:lnTo>
                  <a:lnTo>
                    <a:pt x="2533231" y="837361"/>
                  </a:lnTo>
                  <a:lnTo>
                    <a:pt x="2525725" y="842391"/>
                  </a:lnTo>
                  <a:lnTo>
                    <a:pt x="2524391" y="843559"/>
                  </a:lnTo>
                  <a:lnTo>
                    <a:pt x="2524391" y="888682"/>
                  </a:lnTo>
                  <a:lnTo>
                    <a:pt x="2519438" y="888682"/>
                  </a:lnTo>
                  <a:lnTo>
                    <a:pt x="2519438" y="886142"/>
                  </a:lnTo>
                  <a:lnTo>
                    <a:pt x="2521445" y="887730"/>
                  </a:lnTo>
                  <a:lnTo>
                    <a:pt x="2524391" y="888682"/>
                  </a:lnTo>
                  <a:lnTo>
                    <a:pt x="2524391" y="843559"/>
                  </a:lnTo>
                  <a:lnTo>
                    <a:pt x="2519032" y="848194"/>
                  </a:lnTo>
                  <a:lnTo>
                    <a:pt x="2514079" y="854468"/>
                  </a:lnTo>
                  <a:lnTo>
                    <a:pt x="2510891" y="861199"/>
                  </a:lnTo>
                  <a:lnTo>
                    <a:pt x="2509443" y="868400"/>
                  </a:lnTo>
                  <a:lnTo>
                    <a:pt x="2509532" y="871537"/>
                  </a:lnTo>
                  <a:lnTo>
                    <a:pt x="2509443" y="871537"/>
                  </a:lnTo>
                  <a:lnTo>
                    <a:pt x="2509443" y="1002982"/>
                  </a:lnTo>
                  <a:lnTo>
                    <a:pt x="2274100" y="1002982"/>
                  </a:lnTo>
                  <a:lnTo>
                    <a:pt x="2274100" y="951547"/>
                  </a:lnTo>
                  <a:lnTo>
                    <a:pt x="2509443" y="951547"/>
                  </a:lnTo>
                  <a:lnTo>
                    <a:pt x="2509443" y="945832"/>
                  </a:lnTo>
                  <a:lnTo>
                    <a:pt x="2298471" y="945832"/>
                  </a:lnTo>
                  <a:lnTo>
                    <a:pt x="2306040" y="943762"/>
                  </a:lnTo>
                  <a:lnTo>
                    <a:pt x="2314156" y="940168"/>
                  </a:lnTo>
                  <a:lnTo>
                    <a:pt x="2338400" y="908405"/>
                  </a:lnTo>
                  <a:lnTo>
                    <a:pt x="2338209" y="901166"/>
                  </a:lnTo>
                  <a:lnTo>
                    <a:pt x="2335631" y="895921"/>
                  </a:lnTo>
                  <a:lnTo>
                    <a:pt x="2333294" y="894397"/>
                  </a:lnTo>
                  <a:lnTo>
                    <a:pt x="2509443" y="894397"/>
                  </a:lnTo>
                  <a:lnTo>
                    <a:pt x="2509443" y="888682"/>
                  </a:lnTo>
                  <a:lnTo>
                    <a:pt x="2324658" y="888682"/>
                  </a:lnTo>
                  <a:lnTo>
                    <a:pt x="2319629" y="887349"/>
                  </a:lnTo>
                  <a:lnTo>
                    <a:pt x="2311247" y="887539"/>
                  </a:lnTo>
                  <a:lnTo>
                    <a:pt x="2303322" y="888504"/>
                  </a:lnTo>
                  <a:lnTo>
                    <a:pt x="2302726" y="888682"/>
                  </a:lnTo>
                  <a:lnTo>
                    <a:pt x="2288121" y="888682"/>
                  </a:lnTo>
                  <a:lnTo>
                    <a:pt x="2288121" y="894397"/>
                  </a:lnTo>
                  <a:lnTo>
                    <a:pt x="2287892" y="894511"/>
                  </a:lnTo>
                  <a:lnTo>
                    <a:pt x="2280386" y="899541"/>
                  </a:lnTo>
                  <a:lnTo>
                    <a:pt x="2279053" y="900709"/>
                  </a:lnTo>
                  <a:lnTo>
                    <a:pt x="2279053" y="945832"/>
                  </a:lnTo>
                  <a:lnTo>
                    <a:pt x="2274100" y="945832"/>
                  </a:lnTo>
                  <a:lnTo>
                    <a:pt x="2274100" y="943292"/>
                  </a:lnTo>
                  <a:lnTo>
                    <a:pt x="2276106" y="944880"/>
                  </a:lnTo>
                  <a:lnTo>
                    <a:pt x="2279053" y="945832"/>
                  </a:lnTo>
                  <a:lnTo>
                    <a:pt x="2279053" y="900709"/>
                  </a:lnTo>
                  <a:lnTo>
                    <a:pt x="2273693" y="905344"/>
                  </a:lnTo>
                  <a:lnTo>
                    <a:pt x="2268740" y="911618"/>
                  </a:lnTo>
                  <a:lnTo>
                    <a:pt x="2265553" y="918349"/>
                  </a:lnTo>
                  <a:lnTo>
                    <a:pt x="2264105" y="925550"/>
                  </a:lnTo>
                  <a:lnTo>
                    <a:pt x="2264194" y="928687"/>
                  </a:lnTo>
                  <a:lnTo>
                    <a:pt x="2264105" y="945832"/>
                  </a:lnTo>
                  <a:lnTo>
                    <a:pt x="2264105" y="951547"/>
                  </a:lnTo>
                  <a:lnTo>
                    <a:pt x="2264105" y="1002982"/>
                  </a:lnTo>
                  <a:lnTo>
                    <a:pt x="2192667" y="1002982"/>
                  </a:lnTo>
                  <a:lnTo>
                    <a:pt x="2192667" y="951547"/>
                  </a:lnTo>
                  <a:lnTo>
                    <a:pt x="2264105" y="951547"/>
                  </a:lnTo>
                  <a:lnTo>
                    <a:pt x="2264105" y="945832"/>
                  </a:lnTo>
                  <a:lnTo>
                    <a:pt x="2192667" y="945832"/>
                  </a:lnTo>
                  <a:lnTo>
                    <a:pt x="2192667" y="894397"/>
                  </a:lnTo>
                  <a:lnTo>
                    <a:pt x="2288121" y="894397"/>
                  </a:lnTo>
                  <a:lnTo>
                    <a:pt x="2288121" y="888682"/>
                  </a:lnTo>
                  <a:lnTo>
                    <a:pt x="2192667" y="888682"/>
                  </a:lnTo>
                  <a:lnTo>
                    <a:pt x="2192667" y="837247"/>
                  </a:lnTo>
                  <a:lnTo>
                    <a:pt x="2533459" y="837247"/>
                  </a:lnTo>
                  <a:lnTo>
                    <a:pt x="2533459" y="831532"/>
                  </a:lnTo>
                  <a:lnTo>
                    <a:pt x="2192667" y="831532"/>
                  </a:lnTo>
                  <a:lnTo>
                    <a:pt x="2192667" y="780097"/>
                  </a:lnTo>
                  <a:lnTo>
                    <a:pt x="2778798" y="780097"/>
                  </a:lnTo>
                  <a:lnTo>
                    <a:pt x="2778798" y="774382"/>
                  </a:lnTo>
                  <a:lnTo>
                    <a:pt x="2192667" y="774382"/>
                  </a:lnTo>
                  <a:lnTo>
                    <a:pt x="2192667" y="0"/>
                  </a:lnTo>
                  <a:lnTo>
                    <a:pt x="2184095" y="0"/>
                  </a:lnTo>
                  <a:lnTo>
                    <a:pt x="2184095" y="1002982"/>
                  </a:lnTo>
                  <a:lnTo>
                    <a:pt x="2179967" y="1002982"/>
                  </a:lnTo>
                  <a:lnTo>
                    <a:pt x="2096922" y="1002982"/>
                  </a:lnTo>
                  <a:lnTo>
                    <a:pt x="2095220" y="994587"/>
                  </a:lnTo>
                  <a:lnTo>
                    <a:pt x="2094649" y="991844"/>
                  </a:lnTo>
                  <a:lnTo>
                    <a:pt x="2124545" y="960335"/>
                  </a:lnTo>
                  <a:lnTo>
                    <a:pt x="2126373" y="951547"/>
                  </a:lnTo>
                  <a:lnTo>
                    <a:pt x="2179967" y="951547"/>
                  </a:lnTo>
                  <a:lnTo>
                    <a:pt x="2184095" y="951547"/>
                  </a:lnTo>
                  <a:lnTo>
                    <a:pt x="2184095" y="945832"/>
                  </a:lnTo>
                  <a:lnTo>
                    <a:pt x="2179967" y="945832"/>
                  </a:lnTo>
                  <a:lnTo>
                    <a:pt x="2126831" y="945832"/>
                  </a:lnTo>
                  <a:lnTo>
                    <a:pt x="2126780" y="943940"/>
                  </a:lnTo>
                  <a:lnTo>
                    <a:pt x="2126691" y="942835"/>
                  </a:lnTo>
                  <a:lnTo>
                    <a:pt x="2126640" y="942251"/>
                  </a:lnTo>
                  <a:lnTo>
                    <a:pt x="2126526" y="941082"/>
                  </a:lnTo>
                  <a:lnTo>
                    <a:pt x="2126069" y="935799"/>
                  </a:lnTo>
                  <a:lnTo>
                    <a:pt x="2113153" y="909637"/>
                  </a:lnTo>
                  <a:lnTo>
                    <a:pt x="2113153" y="952284"/>
                  </a:lnTo>
                  <a:lnTo>
                    <a:pt x="2113051" y="953160"/>
                  </a:lnTo>
                  <a:lnTo>
                    <a:pt x="2112988" y="953668"/>
                  </a:lnTo>
                  <a:lnTo>
                    <a:pt x="2111832" y="962964"/>
                  </a:lnTo>
                  <a:lnTo>
                    <a:pt x="2108098" y="972083"/>
                  </a:lnTo>
                  <a:lnTo>
                    <a:pt x="2101951" y="979716"/>
                  </a:lnTo>
                  <a:lnTo>
                    <a:pt x="2093404" y="985837"/>
                  </a:lnTo>
                  <a:lnTo>
                    <a:pt x="2089988" y="969048"/>
                  </a:lnTo>
                  <a:lnTo>
                    <a:pt x="2089988" y="1002982"/>
                  </a:lnTo>
                  <a:lnTo>
                    <a:pt x="1435138" y="1002982"/>
                  </a:lnTo>
                  <a:lnTo>
                    <a:pt x="1435138" y="951547"/>
                  </a:lnTo>
                  <a:lnTo>
                    <a:pt x="2009317" y="951547"/>
                  </a:lnTo>
                  <a:lnTo>
                    <a:pt x="2011019" y="956525"/>
                  </a:lnTo>
                  <a:lnTo>
                    <a:pt x="2017242" y="967828"/>
                  </a:lnTo>
                  <a:lnTo>
                    <a:pt x="2057412" y="995845"/>
                  </a:lnTo>
                  <a:lnTo>
                    <a:pt x="2070150" y="997343"/>
                  </a:lnTo>
                  <a:lnTo>
                    <a:pt x="2088159" y="994587"/>
                  </a:lnTo>
                  <a:lnTo>
                    <a:pt x="2089988" y="1002982"/>
                  </a:lnTo>
                  <a:lnTo>
                    <a:pt x="2089988" y="969048"/>
                  </a:lnTo>
                  <a:lnTo>
                    <a:pt x="2087156" y="955116"/>
                  </a:lnTo>
                  <a:lnTo>
                    <a:pt x="2087156" y="987844"/>
                  </a:lnTo>
                  <a:lnTo>
                    <a:pt x="2074151" y="990346"/>
                  </a:lnTo>
                  <a:lnTo>
                    <a:pt x="2035644" y="977836"/>
                  </a:lnTo>
                  <a:lnTo>
                    <a:pt x="2023567" y="961898"/>
                  </a:lnTo>
                  <a:lnTo>
                    <a:pt x="2020455" y="952284"/>
                  </a:lnTo>
                  <a:lnTo>
                    <a:pt x="2020366" y="951547"/>
                  </a:lnTo>
                  <a:lnTo>
                    <a:pt x="2043633" y="951547"/>
                  </a:lnTo>
                  <a:lnTo>
                    <a:pt x="2044319" y="953668"/>
                  </a:lnTo>
                  <a:lnTo>
                    <a:pt x="2049145" y="960335"/>
                  </a:lnTo>
                  <a:lnTo>
                    <a:pt x="2053894" y="966724"/>
                  </a:lnTo>
                  <a:lnTo>
                    <a:pt x="2054250" y="967041"/>
                  </a:lnTo>
                  <a:lnTo>
                    <a:pt x="2060232" y="971499"/>
                  </a:lnTo>
                  <a:lnTo>
                    <a:pt x="2067902" y="974344"/>
                  </a:lnTo>
                  <a:lnTo>
                    <a:pt x="2070646" y="972337"/>
                  </a:lnTo>
                  <a:lnTo>
                    <a:pt x="2069147" y="970343"/>
                  </a:lnTo>
                  <a:lnTo>
                    <a:pt x="2062835" y="966724"/>
                  </a:lnTo>
                  <a:lnTo>
                    <a:pt x="2058149" y="961898"/>
                  </a:lnTo>
                  <a:lnTo>
                    <a:pt x="2055088" y="955852"/>
                  </a:lnTo>
                  <a:lnTo>
                    <a:pt x="2054237" y="951547"/>
                  </a:lnTo>
                  <a:lnTo>
                    <a:pt x="2080056" y="951547"/>
                  </a:lnTo>
                  <a:lnTo>
                    <a:pt x="2087156" y="987844"/>
                  </a:lnTo>
                  <a:lnTo>
                    <a:pt x="2087156" y="955116"/>
                  </a:lnTo>
                  <a:lnTo>
                    <a:pt x="2086432" y="951547"/>
                  </a:lnTo>
                  <a:lnTo>
                    <a:pt x="2113076" y="951547"/>
                  </a:lnTo>
                  <a:lnTo>
                    <a:pt x="2113153" y="952284"/>
                  </a:lnTo>
                  <a:lnTo>
                    <a:pt x="2113153" y="909637"/>
                  </a:lnTo>
                  <a:lnTo>
                    <a:pt x="2112581" y="909078"/>
                  </a:lnTo>
                  <a:lnTo>
                    <a:pt x="2112581" y="945832"/>
                  </a:lnTo>
                  <a:lnTo>
                    <a:pt x="2085276" y="945832"/>
                  </a:lnTo>
                  <a:lnTo>
                    <a:pt x="2080285" y="921245"/>
                  </a:lnTo>
                  <a:lnTo>
                    <a:pt x="2080183" y="920750"/>
                  </a:lnTo>
                  <a:lnTo>
                    <a:pt x="2080158" y="920584"/>
                  </a:lnTo>
                  <a:lnTo>
                    <a:pt x="2089315" y="920750"/>
                  </a:lnTo>
                  <a:lnTo>
                    <a:pt x="2096909" y="923747"/>
                  </a:lnTo>
                  <a:lnTo>
                    <a:pt x="2102904" y="929589"/>
                  </a:lnTo>
                  <a:lnTo>
                    <a:pt x="2108911" y="935253"/>
                  </a:lnTo>
                  <a:lnTo>
                    <a:pt x="2112327" y="942835"/>
                  </a:lnTo>
                  <a:lnTo>
                    <a:pt x="2112416" y="943940"/>
                  </a:lnTo>
                  <a:lnTo>
                    <a:pt x="2112543" y="945337"/>
                  </a:lnTo>
                  <a:lnTo>
                    <a:pt x="2112581" y="945832"/>
                  </a:lnTo>
                  <a:lnTo>
                    <a:pt x="2112581" y="909078"/>
                  </a:lnTo>
                  <a:lnTo>
                    <a:pt x="2108441" y="905065"/>
                  </a:lnTo>
                  <a:lnTo>
                    <a:pt x="2101024" y="900518"/>
                  </a:lnTo>
                  <a:lnTo>
                    <a:pt x="2092680" y="897686"/>
                  </a:lnTo>
                  <a:lnTo>
                    <a:pt x="2089683" y="897331"/>
                  </a:lnTo>
                  <a:lnTo>
                    <a:pt x="2083396" y="896581"/>
                  </a:lnTo>
                  <a:lnTo>
                    <a:pt x="2078939" y="897013"/>
                  </a:lnTo>
                  <a:lnTo>
                    <a:pt x="2078939" y="945832"/>
                  </a:lnTo>
                  <a:lnTo>
                    <a:pt x="2053653" y="945832"/>
                  </a:lnTo>
                  <a:lnTo>
                    <a:pt x="2053653" y="942251"/>
                  </a:lnTo>
                  <a:lnTo>
                    <a:pt x="2055647" y="936586"/>
                  </a:lnTo>
                  <a:lnTo>
                    <a:pt x="2059647" y="931583"/>
                  </a:lnTo>
                  <a:lnTo>
                    <a:pt x="2063483" y="926579"/>
                  </a:lnTo>
                  <a:lnTo>
                    <a:pt x="2068322" y="923163"/>
                  </a:lnTo>
                  <a:lnTo>
                    <a:pt x="2074151" y="921334"/>
                  </a:lnTo>
                  <a:lnTo>
                    <a:pt x="2078939" y="945832"/>
                  </a:lnTo>
                  <a:lnTo>
                    <a:pt x="2078939" y="897013"/>
                  </a:lnTo>
                  <a:lnTo>
                    <a:pt x="2075649" y="897331"/>
                  </a:lnTo>
                  <a:lnTo>
                    <a:pt x="2075078" y="894397"/>
                  </a:lnTo>
                  <a:lnTo>
                    <a:pt x="2179967" y="894397"/>
                  </a:lnTo>
                  <a:lnTo>
                    <a:pt x="2184095" y="894397"/>
                  </a:lnTo>
                  <a:lnTo>
                    <a:pt x="2184095" y="888682"/>
                  </a:lnTo>
                  <a:lnTo>
                    <a:pt x="2179967" y="888682"/>
                  </a:lnTo>
                  <a:lnTo>
                    <a:pt x="2073973" y="888682"/>
                  </a:lnTo>
                  <a:lnTo>
                    <a:pt x="2070125" y="868819"/>
                  </a:lnTo>
                  <a:lnTo>
                    <a:pt x="2069896" y="867664"/>
                  </a:lnTo>
                  <a:lnTo>
                    <a:pt x="2069896" y="899083"/>
                  </a:lnTo>
                  <a:lnTo>
                    <a:pt x="2062238" y="902081"/>
                  </a:lnTo>
                  <a:lnTo>
                    <a:pt x="2041994" y="935253"/>
                  </a:lnTo>
                  <a:lnTo>
                    <a:pt x="2041893" y="945832"/>
                  </a:lnTo>
                  <a:lnTo>
                    <a:pt x="2019693" y="945832"/>
                  </a:lnTo>
                  <a:lnTo>
                    <a:pt x="2033701" y="900518"/>
                  </a:lnTo>
                  <a:lnTo>
                    <a:pt x="2038616" y="894397"/>
                  </a:lnTo>
                  <a:lnTo>
                    <a:pt x="2068957" y="894397"/>
                  </a:lnTo>
                  <a:lnTo>
                    <a:pt x="2069896" y="899083"/>
                  </a:lnTo>
                  <a:lnTo>
                    <a:pt x="2069896" y="867664"/>
                  </a:lnTo>
                  <a:lnTo>
                    <a:pt x="2069147" y="863828"/>
                  </a:lnTo>
                  <a:lnTo>
                    <a:pt x="2083117" y="847051"/>
                  </a:lnTo>
                  <a:lnTo>
                    <a:pt x="2088629" y="837247"/>
                  </a:lnTo>
                  <a:lnTo>
                    <a:pt x="2179967" y="837247"/>
                  </a:lnTo>
                  <a:lnTo>
                    <a:pt x="2184095" y="837247"/>
                  </a:lnTo>
                  <a:lnTo>
                    <a:pt x="2184095" y="831532"/>
                  </a:lnTo>
                  <a:lnTo>
                    <a:pt x="2179967" y="831532"/>
                  </a:lnTo>
                  <a:lnTo>
                    <a:pt x="2091842" y="831532"/>
                  </a:lnTo>
                  <a:lnTo>
                    <a:pt x="2093277" y="829005"/>
                  </a:lnTo>
                  <a:lnTo>
                    <a:pt x="2099627" y="809675"/>
                  </a:lnTo>
                  <a:lnTo>
                    <a:pt x="2102154" y="789063"/>
                  </a:lnTo>
                  <a:lnTo>
                    <a:pt x="2101684" y="782955"/>
                  </a:lnTo>
                  <a:lnTo>
                    <a:pt x="2101265" y="780097"/>
                  </a:lnTo>
                  <a:lnTo>
                    <a:pt x="2179967" y="780097"/>
                  </a:lnTo>
                  <a:lnTo>
                    <a:pt x="2184095" y="780097"/>
                  </a:lnTo>
                  <a:lnTo>
                    <a:pt x="2184095" y="774382"/>
                  </a:lnTo>
                  <a:lnTo>
                    <a:pt x="2179967" y="774382"/>
                  </a:lnTo>
                  <a:lnTo>
                    <a:pt x="2100313" y="774382"/>
                  </a:lnTo>
                  <a:lnTo>
                    <a:pt x="2099437" y="770077"/>
                  </a:lnTo>
                  <a:lnTo>
                    <a:pt x="2099348" y="769734"/>
                  </a:lnTo>
                  <a:lnTo>
                    <a:pt x="2097659" y="763308"/>
                  </a:lnTo>
                  <a:lnTo>
                    <a:pt x="2097532" y="762927"/>
                  </a:lnTo>
                  <a:lnTo>
                    <a:pt x="2096744" y="760310"/>
                  </a:lnTo>
                  <a:lnTo>
                    <a:pt x="2095576" y="756462"/>
                  </a:lnTo>
                  <a:lnTo>
                    <a:pt x="2093404" y="750379"/>
                  </a:lnTo>
                  <a:lnTo>
                    <a:pt x="2093404" y="769734"/>
                  </a:lnTo>
                  <a:lnTo>
                    <a:pt x="2093404" y="773061"/>
                  </a:lnTo>
                  <a:lnTo>
                    <a:pt x="2093328" y="774382"/>
                  </a:lnTo>
                  <a:lnTo>
                    <a:pt x="2093023" y="774382"/>
                  </a:lnTo>
                  <a:lnTo>
                    <a:pt x="2093023" y="780097"/>
                  </a:lnTo>
                  <a:lnTo>
                    <a:pt x="2074646" y="820254"/>
                  </a:lnTo>
                  <a:lnTo>
                    <a:pt x="2067826" y="827519"/>
                  </a:lnTo>
                  <a:lnTo>
                    <a:pt x="2067826" y="888682"/>
                  </a:lnTo>
                  <a:lnTo>
                    <a:pt x="2043518" y="888682"/>
                  </a:lnTo>
                  <a:lnTo>
                    <a:pt x="2047963" y="883767"/>
                  </a:lnTo>
                  <a:lnTo>
                    <a:pt x="2055723" y="876058"/>
                  </a:lnTo>
                  <a:lnTo>
                    <a:pt x="2063902" y="868819"/>
                  </a:lnTo>
                  <a:lnTo>
                    <a:pt x="2067826" y="888682"/>
                  </a:lnTo>
                  <a:lnTo>
                    <a:pt x="2067826" y="827519"/>
                  </a:lnTo>
                  <a:lnTo>
                    <a:pt x="2063457" y="831532"/>
                  </a:lnTo>
                  <a:lnTo>
                    <a:pt x="2063064" y="831532"/>
                  </a:lnTo>
                  <a:lnTo>
                    <a:pt x="2060981" y="823823"/>
                  </a:lnTo>
                  <a:lnTo>
                    <a:pt x="2059813" y="815568"/>
                  </a:lnTo>
                  <a:lnTo>
                    <a:pt x="2059838" y="804265"/>
                  </a:lnTo>
                  <a:lnTo>
                    <a:pt x="2060092" y="800760"/>
                  </a:lnTo>
                  <a:lnTo>
                    <a:pt x="2061146" y="794067"/>
                  </a:lnTo>
                  <a:lnTo>
                    <a:pt x="2062835" y="787006"/>
                  </a:lnTo>
                  <a:lnTo>
                    <a:pt x="2064969" y="780097"/>
                  </a:lnTo>
                  <a:lnTo>
                    <a:pt x="2093023" y="780097"/>
                  </a:lnTo>
                  <a:lnTo>
                    <a:pt x="2093023" y="774382"/>
                  </a:lnTo>
                  <a:lnTo>
                    <a:pt x="2067407" y="774382"/>
                  </a:lnTo>
                  <a:lnTo>
                    <a:pt x="2068207" y="772553"/>
                  </a:lnTo>
                  <a:lnTo>
                    <a:pt x="2072157" y="767003"/>
                  </a:lnTo>
                  <a:lnTo>
                    <a:pt x="2076958" y="762927"/>
                  </a:lnTo>
                  <a:lnTo>
                    <a:pt x="2082647" y="760310"/>
                  </a:lnTo>
                  <a:lnTo>
                    <a:pt x="2086152" y="760476"/>
                  </a:lnTo>
                  <a:lnTo>
                    <a:pt x="2088819" y="761809"/>
                  </a:lnTo>
                  <a:lnTo>
                    <a:pt x="2092490" y="766813"/>
                  </a:lnTo>
                  <a:lnTo>
                    <a:pt x="2092540" y="767003"/>
                  </a:lnTo>
                  <a:lnTo>
                    <a:pt x="2093404" y="769734"/>
                  </a:lnTo>
                  <a:lnTo>
                    <a:pt x="2093404" y="750379"/>
                  </a:lnTo>
                  <a:lnTo>
                    <a:pt x="2093341" y="750189"/>
                  </a:lnTo>
                  <a:lnTo>
                    <a:pt x="2090953" y="744461"/>
                  </a:lnTo>
                  <a:lnTo>
                    <a:pt x="2088400" y="739305"/>
                  </a:lnTo>
                  <a:lnTo>
                    <a:pt x="2084908" y="732980"/>
                  </a:lnTo>
                  <a:lnTo>
                    <a:pt x="2081733" y="730135"/>
                  </a:lnTo>
                  <a:lnTo>
                    <a:pt x="2078901" y="730808"/>
                  </a:lnTo>
                  <a:lnTo>
                    <a:pt x="2057400" y="760272"/>
                  </a:lnTo>
                  <a:lnTo>
                    <a:pt x="2057400" y="837323"/>
                  </a:lnTo>
                  <a:lnTo>
                    <a:pt x="2047786" y="846823"/>
                  </a:lnTo>
                  <a:lnTo>
                    <a:pt x="2038464" y="856818"/>
                  </a:lnTo>
                  <a:lnTo>
                    <a:pt x="2029409" y="867321"/>
                  </a:lnTo>
                  <a:lnTo>
                    <a:pt x="2020646" y="878332"/>
                  </a:lnTo>
                  <a:lnTo>
                    <a:pt x="2014042" y="888682"/>
                  </a:lnTo>
                  <a:lnTo>
                    <a:pt x="2011362" y="888682"/>
                  </a:lnTo>
                  <a:lnTo>
                    <a:pt x="2011362" y="894397"/>
                  </a:lnTo>
                  <a:lnTo>
                    <a:pt x="2007958" y="902639"/>
                  </a:lnTo>
                  <a:lnTo>
                    <a:pt x="2005037" y="915974"/>
                  </a:lnTo>
                  <a:lnTo>
                    <a:pt x="2004390" y="930084"/>
                  </a:lnTo>
                  <a:lnTo>
                    <a:pt x="2006739" y="943940"/>
                  </a:lnTo>
                  <a:lnTo>
                    <a:pt x="2007374" y="945832"/>
                  </a:lnTo>
                  <a:lnTo>
                    <a:pt x="1435138" y="945832"/>
                  </a:lnTo>
                  <a:lnTo>
                    <a:pt x="1435138" y="894397"/>
                  </a:lnTo>
                  <a:lnTo>
                    <a:pt x="1670469" y="894397"/>
                  </a:lnTo>
                  <a:lnTo>
                    <a:pt x="1670469" y="917257"/>
                  </a:lnTo>
                  <a:lnTo>
                    <a:pt x="1680476" y="917257"/>
                  </a:lnTo>
                  <a:lnTo>
                    <a:pt x="1680476" y="916686"/>
                  </a:lnTo>
                  <a:lnTo>
                    <a:pt x="1915807" y="902970"/>
                  </a:lnTo>
                  <a:lnTo>
                    <a:pt x="1925815" y="902970"/>
                  </a:lnTo>
                  <a:lnTo>
                    <a:pt x="1925815" y="894397"/>
                  </a:lnTo>
                  <a:lnTo>
                    <a:pt x="2011362" y="894397"/>
                  </a:lnTo>
                  <a:lnTo>
                    <a:pt x="2011362" y="888682"/>
                  </a:lnTo>
                  <a:lnTo>
                    <a:pt x="1925815" y="888682"/>
                  </a:lnTo>
                  <a:lnTo>
                    <a:pt x="1925815" y="837247"/>
                  </a:lnTo>
                  <a:lnTo>
                    <a:pt x="2057374" y="837247"/>
                  </a:lnTo>
                  <a:lnTo>
                    <a:pt x="2057400" y="760272"/>
                  </a:lnTo>
                  <a:lnTo>
                    <a:pt x="2056053" y="764692"/>
                  </a:lnTo>
                  <a:lnTo>
                    <a:pt x="2056053" y="831532"/>
                  </a:lnTo>
                  <a:lnTo>
                    <a:pt x="1925815" y="831532"/>
                  </a:lnTo>
                  <a:lnTo>
                    <a:pt x="1925815" y="780097"/>
                  </a:lnTo>
                  <a:lnTo>
                    <a:pt x="2052561" y="780097"/>
                  </a:lnTo>
                  <a:lnTo>
                    <a:pt x="2051824" y="785139"/>
                  </a:lnTo>
                  <a:lnTo>
                    <a:pt x="2051723" y="787006"/>
                  </a:lnTo>
                  <a:lnTo>
                    <a:pt x="2051608" y="789063"/>
                  </a:lnTo>
                  <a:lnTo>
                    <a:pt x="2051570" y="789940"/>
                  </a:lnTo>
                  <a:lnTo>
                    <a:pt x="2051392" y="793064"/>
                  </a:lnTo>
                  <a:lnTo>
                    <a:pt x="2051443" y="794067"/>
                  </a:lnTo>
                  <a:lnTo>
                    <a:pt x="2051862" y="804265"/>
                  </a:lnTo>
                  <a:lnTo>
                    <a:pt x="2053056" y="815568"/>
                  </a:lnTo>
                  <a:lnTo>
                    <a:pt x="2054860" y="826363"/>
                  </a:lnTo>
                  <a:lnTo>
                    <a:pt x="2056053" y="831532"/>
                  </a:lnTo>
                  <a:lnTo>
                    <a:pt x="2056053" y="764692"/>
                  </a:lnTo>
                  <a:lnTo>
                    <a:pt x="2055190" y="767511"/>
                  </a:lnTo>
                  <a:lnTo>
                    <a:pt x="2053590" y="774382"/>
                  </a:lnTo>
                  <a:lnTo>
                    <a:pt x="1925815" y="774382"/>
                  </a:lnTo>
                  <a:lnTo>
                    <a:pt x="1925815" y="720801"/>
                  </a:lnTo>
                  <a:lnTo>
                    <a:pt x="2010435" y="720801"/>
                  </a:lnTo>
                  <a:lnTo>
                    <a:pt x="2010435" y="713663"/>
                  </a:lnTo>
                  <a:lnTo>
                    <a:pt x="1925815" y="713663"/>
                  </a:lnTo>
                  <a:lnTo>
                    <a:pt x="1925815" y="686130"/>
                  </a:lnTo>
                  <a:lnTo>
                    <a:pt x="1927809" y="687705"/>
                  </a:lnTo>
                  <a:lnTo>
                    <a:pt x="1933714" y="689610"/>
                  </a:lnTo>
                  <a:lnTo>
                    <a:pt x="1973821" y="678091"/>
                  </a:lnTo>
                  <a:lnTo>
                    <a:pt x="1986432" y="663651"/>
                  </a:lnTo>
                  <a:lnTo>
                    <a:pt x="2010435" y="663651"/>
                  </a:lnTo>
                  <a:lnTo>
                    <a:pt x="2010435" y="656513"/>
                  </a:lnTo>
                  <a:lnTo>
                    <a:pt x="1989086" y="656513"/>
                  </a:lnTo>
                  <a:lnTo>
                    <a:pt x="1990102" y="651230"/>
                  </a:lnTo>
                  <a:lnTo>
                    <a:pt x="1989912" y="643991"/>
                  </a:lnTo>
                  <a:lnTo>
                    <a:pt x="1987346" y="638746"/>
                  </a:lnTo>
                  <a:lnTo>
                    <a:pt x="1982393" y="635508"/>
                  </a:lnTo>
                  <a:lnTo>
                    <a:pt x="1977821" y="631888"/>
                  </a:lnTo>
                  <a:lnTo>
                    <a:pt x="1971344" y="630174"/>
                  </a:lnTo>
                  <a:lnTo>
                    <a:pt x="1962962" y="630364"/>
                  </a:lnTo>
                  <a:lnTo>
                    <a:pt x="1955025" y="631329"/>
                  </a:lnTo>
                  <a:lnTo>
                    <a:pt x="1920455" y="654443"/>
                  </a:lnTo>
                  <a:lnTo>
                    <a:pt x="1919465" y="656513"/>
                  </a:lnTo>
                  <a:lnTo>
                    <a:pt x="1899297" y="656513"/>
                  </a:lnTo>
                  <a:lnTo>
                    <a:pt x="1899297" y="663651"/>
                  </a:lnTo>
                  <a:lnTo>
                    <a:pt x="1916747" y="663651"/>
                  </a:lnTo>
                  <a:lnTo>
                    <a:pt x="1915807" y="668375"/>
                  </a:lnTo>
                  <a:lnTo>
                    <a:pt x="1915896" y="671512"/>
                  </a:lnTo>
                  <a:lnTo>
                    <a:pt x="1915807" y="713663"/>
                  </a:lnTo>
                  <a:lnTo>
                    <a:pt x="1899297" y="713663"/>
                  </a:lnTo>
                  <a:lnTo>
                    <a:pt x="1899297" y="720801"/>
                  </a:lnTo>
                  <a:lnTo>
                    <a:pt x="1915807" y="720801"/>
                  </a:lnTo>
                  <a:lnTo>
                    <a:pt x="1915807" y="774382"/>
                  </a:lnTo>
                  <a:lnTo>
                    <a:pt x="1915807" y="780097"/>
                  </a:lnTo>
                  <a:lnTo>
                    <a:pt x="1915807" y="831532"/>
                  </a:lnTo>
                  <a:lnTo>
                    <a:pt x="1915807" y="837247"/>
                  </a:lnTo>
                  <a:lnTo>
                    <a:pt x="1915807" y="874344"/>
                  </a:lnTo>
                  <a:lnTo>
                    <a:pt x="1680476" y="888060"/>
                  </a:lnTo>
                  <a:lnTo>
                    <a:pt x="1680476" y="837247"/>
                  </a:lnTo>
                  <a:lnTo>
                    <a:pt x="1915807" y="837247"/>
                  </a:lnTo>
                  <a:lnTo>
                    <a:pt x="1915807" y="831532"/>
                  </a:lnTo>
                  <a:lnTo>
                    <a:pt x="1680476" y="831532"/>
                  </a:lnTo>
                  <a:lnTo>
                    <a:pt x="1680476" y="780097"/>
                  </a:lnTo>
                  <a:lnTo>
                    <a:pt x="1915807" y="780097"/>
                  </a:lnTo>
                  <a:lnTo>
                    <a:pt x="1915807" y="774382"/>
                  </a:lnTo>
                  <a:lnTo>
                    <a:pt x="1680476" y="774382"/>
                  </a:lnTo>
                  <a:lnTo>
                    <a:pt x="1680476" y="743280"/>
                  </a:lnTo>
                  <a:lnTo>
                    <a:pt x="1682470" y="744855"/>
                  </a:lnTo>
                  <a:lnTo>
                    <a:pt x="1688376" y="746760"/>
                  </a:lnTo>
                  <a:lnTo>
                    <a:pt x="1728482" y="735241"/>
                  </a:lnTo>
                  <a:lnTo>
                    <a:pt x="1741093" y="720801"/>
                  </a:lnTo>
                  <a:lnTo>
                    <a:pt x="1765096" y="720801"/>
                  </a:lnTo>
                  <a:lnTo>
                    <a:pt x="1765096" y="713663"/>
                  </a:lnTo>
                  <a:lnTo>
                    <a:pt x="1743748" y="713663"/>
                  </a:lnTo>
                  <a:lnTo>
                    <a:pt x="1744764" y="708380"/>
                  </a:lnTo>
                  <a:lnTo>
                    <a:pt x="1744573" y="701141"/>
                  </a:lnTo>
                  <a:lnTo>
                    <a:pt x="1742008" y="695896"/>
                  </a:lnTo>
                  <a:lnTo>
                    <a:pt x="1737055" y="692658"/>
                  </a:lnTo>
                  <a:lnTo>
                    <a:pt x="1732483" y="689038"/>
                  </a:lnTo>
                  <a:lnTo>
                    <a:pt x="1726006" y="687324"/>
                  </a:lnTo>
                  <a:lnTo>
                    <a:pt x="1717624" y="687514"/>
                  </a:lnTo>
                  <a:lnTo>
                    <a:pt x="1709686" y="688479"/>
                  </a:lnTo>
                  <a:lnTo>
                    <a:pt x="1675117" y="711593"/>
                  </a:lnTo>
                  <a:lnTo>
                    <a:pt x="1674126" y="713663"/>
                  </a:lnTo>
                  <a:lnTo>
                    <a:pt x="1653959" y="713663"/>
                  </a:lnTo>
                  <a:lnTo>
                    <a:pt x="1653959" y="720801"/>
                  </a:lnTo>
                  <a:lnTo>
                    <a:pt x="1671408" y="720801"/>
                  </a:lnTo>
                  <a:lnTo>
                    <a:pt x="1670469" y="725525"/>
                  </a:lnTo>
                  <a:lnTo>
                    <a:pt x="1670558" y="728662"/>
                  </a:lnTo>
                  <a:lnTo>
                    <a:pt x="1670469" y="774382"/>
                  </a:lnTo>
                  <a:lnTo>
                    <a:pt x="1670469" y="888682"/>
                  </a:lnTo>
                  <a:lnTo>
                    <a:pt x="1435138" y="888682"/>
                  </a:lnTo>
                  <a:lnTo>
                    <a:pt x="1435138" y="837247"/>
                  </a:lnTo>
                  <a:lnTo>
                    <a:pt x="1670469" y="837247"/>
                  </a:lnTo>
                  <a:lnTo>
                    <a:pt x="1670469" y="831532"/>
                  </a:lnTo>
                  <a:lnTo>
                    <a:pt x="1435138" y="831532"/>
                  </a:lnTo>
                  <a:lnTo>
                    <a:pt x="1435138" y="800430"/>
                  </a:lnTo>
                  <a:lnTo>
                    <a:pt x="1437132" y="802005"/>
                  </a:lnTo>
                  <a:lnTo>
                    <a:pt x="1443037" y="803910"/>
                  </a:lnTo>
                  <a:lnTo>
                    <a:pt x="1483144" y="792391"/>
                  </a:lnTo>
                  <a:lnTo>
                    <a:pt x="1494777" y="780097"/>
                  </a:lnTo>
                  <a:lnTo>
                    <a:pt x="1670469" y="780097"/>
                  </a:lnTo>
                  <a:lnTo>
                    <a:pt x="1670469" y="774382"/>
                  </a:lnTo>
                  <a:lnTo>
                    <a:pt x="1497380" y="774382"/>
                  </a:lnTo>
                  <a:lnTo>
                    <a:pt x="1497977" y="773099"/>
                  </a:lnTo>
                  <a:lnTo>
                    <a:pt x="1499425" y="765530"/>
                  </a:lnTo>
                  <a:lnTo>
                    <a:pt x="1499235" y="758291"/>
                  </a:lnTo>
                  <a:lnTo>
                    <a:pt x="1496669" y="753046"/>
                  </a:lnTo>
                  <a:lnTo>
                    <a:pt x="1491716" y="749808"/>
                  </a:lnTo>
                  <a:lnTo>
                    <a:pt x="1487144" y="746188"/>
                  </a:lnTo>
                  <a:lnTo>
                    <a:pt x="1480667" y="744474"/>
                  </a:lnTo>
                  <a:lnTo>
                    <a:pt x="1472285" y="744664"/>
                  </a:lnTo>
                  <a:lnTo>
                    <a:pt x="1464348" y="745629"/>
                  </a:lnTo>
                  <a:lnTo>
                    <a:pt x="1429778" y="768743"/>
                  </a:lnTo>
                  <a:lnTo>
                    <a:pt x="1427086" y="774382"/>
                  </a:lnTo>
                  <a:lnTo>
                    <a:pt x="1425638" y="774382"/>
                  </a:lnTo>
                  <a:lnTo>
                    <a:pt x="1425638" y="780097"/>
                  </a:lnTo>
                  <a:lnTo>
                    <a:pt x="1425130" y="782675"/>
                  </a:lnTo>
                  <a:lnTo>
                    <a:pt x="1425219" y="785812"/>
                  </a:lnTo>
                  <a:lnTo>
                    <a:pt x="1425130" y="831532"/>
                  </a:lnTo>
                  <a:lnTo>
                    <a:pt x="1425130" y="837247"/>
                  </a:lnTo>
                  <a:lnTo>
                    <a:pt x="1425130" y="973645"/>
                  </a:lnTo>
                  <a:lnTo>
                    <a:pt x="1299184" y="1002982"/>
                  </a:lnTo>
                  <a:lnTo>
                    <a:pt x="1274648" y="1002982"/>
                  </a:lnTo>
                  <a:lnTo>
                    <a:pt x="1274648" y="1008697"/>
                  </a:lnTo>
                  <a:lnTo>
                    <a:pt x="1189799" y="1028471"/>
                  </a:lnTo>
                  <a:lnTo>
                    <a:pt x="1189799" y="1008697"/>
                  </a:lnTo>
                  <a:lnTo>
                    <a:pt x="1274648" y="1008697"/>
                  </a:lnTo>
                  <a:lnTo>
                    <a:pt x="1274648" y="1002982"/>
                  </a:lnTo>
                  <a:lnTo>
                    <a:pt x="1189799" y="1002982"/>
                  </a:lnTo>
                  <a:lnTo>
                    <a:pt x="1189799" y="951547"/>
                  </a:lnTo>
                  <a:lnTo>
                    <a:pt x="1425130" y="951547"/>
                  </a:lnTo>
                  <a:lnTo>
                    <a:pt x="1425130" y="945832"/>
                  </a:lnTo>
                  <a:lnTo>
                    <a:pt x="1189799" y="945832"/>
                  </a:lnTo>
                  <a:lnTo>
                    <a:pt x="1189799" y="894397"/>
                  </a:lnTo>
                  <a:lnTo>
                    <a:pt x="1425130" y="894397"/>
                  </a:lnTo>
                  <a:lnTo>
                    <a:pt x="1425130" y="888682"/>
                  </a:lnTo>
                  <a:lnTo>
                    <a:pt x="1214158" y="888682"/>
                  </a:lnTo>
                  <a:lnTo>
                    <a:pt x="1221727" y="886612"/>
                  </a:lnTo>
                  <a:lnTo>
                    <a:pt x="1229855" y="883018"/>
                  </a:lnTo>
                  <a:lnTo>
                    <a:pt x="1254086" y="851255"/>
                  </a:lnTo>
                  <a:lnTo>
                    <a:pt x="1253896" y="844016"/>
                  </a:lnTo>
                  <a:lnTo>
                    <a:pt x="1251331" y="838771"/>
                  </a:lnTo>
                  <a:lnTo>
                    <a:pt x="1248994" y="837247"/>
                  </a:lnTo>
                  <a:lnTo>
                    <a:pt x="1425130" y="837247"/>
                  </a:lnTo>
                  <a:lnTo>
                    <a:pt x="1425130" y="831532"/>
                  </a:lnTo>
                  <a:lnTo>
                    <a:pt x="1240358" y="831532"/>
                  </a:lnTo>
                  <a:lnTo>
                    <a:pt x="1235329" y="830199"/>
                  </a:lnTo>
                  <a:lnTo>
                    <a:pt x="1226947" y="830389"/>
                  </a:lnTo>
                  <a:lnTo>
                    <a:pt x="1219009" y="831354"/>
                  </a:lnTo>
                  <a:lnTo>
                    <a:pt x="1218412" y="831532"/>
                  </a:lnTo>
                  <a:lnTo>
                    <a:pt x="1203807" y="831532"/>
                  </a:lnTo>
                  <a:lnTo>
                    <a:pt x="1203807" y="837247"/>
                  </a:lnTo>
                  <a:lnTo>
                    <a:pt x="1203579" y="837361"/>
                  </a:lnTo>
                  <a:lnTo>
                    <a:pt x="1196086" y="842391"/>
                  </a:lnTo>
                  <a:lnTo>
                    <a:pt x="1194739" y="843559"/>
                  </a:lnTo>
                  <a:lnTo>
                    <a:pt x="1194739" y="888682"/>
                  </a:lnTo>
                  <a:lnTo>
                    <a:pt x="1189799" y="888682"/>
                  </a:lnTo>
                  <a:lnTo>
                    <a:pt x="1189799" y="886155"/>
                  </a:lnTo>
                  <a:lnTo>
                    <a:pt x="1191793" y="887730"/>
                  </a:lnTo>
                  <a:lnTo>
                    <a:pt x="1194739" y="888682"/>
                  </a:lnTo>
                  <a:lnTo>
                    <a:pt x="1194739" y="843559"/>
                  </a:lnTo>
                  <a:lnTo>
                    <a:pt x="1189380" y="848194"/>
                  </a:lnTo>
                  <a:lnTo>
                    <a:pt x="1184440" y="854468"/>
                  </a:lnTo>
                  <a:lnTo>
                    <a:pt x="1181239" y="861199"/>
                  </a:lnTo>
                  <a:lnTo>
                    <a:pt x="1179791" y="868400"/>
                  </a:lnTo>
                  <a:lnTo>
                    <a:pt x="1179880" y="871537"/>
                  </a:lnTo>
                  <a:lnTo>
                    <a:pt x="1179791" y="871537"/>
                  </a:lnTo>
                  <a:lnTo>
                    <a:pt x="1179791" y="1002982"/>
                  </a:lnTo>
                  <a:lnTo>
                    <a:pt x="723480" y="1002982"/>
                  </a:lnTo>
                  <a:lnTo>
                    <a:pt x="758761" y="980122"/>
                  </a:lnTo>
                  <a:lnTo>
                    <a:pt x="763409" y="965555"/>
                  </a:lnTo>
                  <a:lnTo>
                    <a:pt x="763219" y="958316"/>
                  </a:lnTo>
                  <a:lnTo>
                    <a:pt x="763117" y="958113"/>
                  </a:lnTo>
                  <a:lnTo>
                    <a:pt x="763117" y="951547"/>
                  </a:lnTo>
                  <a:lnTo>
                    <a:pt x="1179791" y="951547"/>
                  </a:lnTo>
                  <a:lnTo>
                    <a:pt x="1179791" y="945832"/>
                  </a:lnTo>
                  <a:lnTo>
                    <a:pt x="968819" y="945832"/>
                  </a:lnTo>
                  <a:lnTo>
                    <a:pt x="976388" y="943762"/>
                  </a:lnTo>
                  <a:lnTo>
                    <a:pt x="1007300" y="915974"/>
                  </a:lnTo>
                  <a:lnTo>
                    <a:pt x="1008748" y="908405"/>
                  </a:lnTo>
                  <a:lnTo>
                    <a:pt x="1008557" y="901166"/>
                  </a:lnTo>
                  <a:lnTo>
                    <a:pt x="1008456" y="900963"/>
                  </a:lnTo>
                  <a:lnTo>
                    <a:pt x="1008456" y="894397"/>
                  </a:lnTo>
                  <a:lnTo>
                    <a:pt x="1179791" y="894397"/>
                  </a:lnTo>
                  <a:lnTo>
                    <a:pt x="1179791" y="888682"/>
                  </a:lnTo>
                  <a:lnTo>
                    <a:pt x="1008456" y="888682"/>
                  </a:lnTo>
                  <a:lnTo>
                    <a:pt x="1008456" y="837247"/>
                  </a:lnTo>
                  <a:lnTo>
                    <a:pt x="1203807" y="837247"/>
                  </a:lnTo>
                  <a:lnTo>
                    <a:pt x="1203807" y="831532"/>
                  </a:lnTo>
                  <a:lnTo>
                    <a:pt x="1008456" y="831532"/>
                  </a:lnTo>
                  <a:lnTo>
                    <a:pt x="1008456" y="780097"/>
                  </a:lnTo>
                  <a:lnTo>
                    <a:pt x="1425638" y="780097"/>
                  </a:lnTo>
                  <a:lnTo>
                    <a:pt x="1425638" y="774382"/>
                  </a:lnTo>
                  <a:lnTo>
                    <a:pt x="1008456" y="774382"/>
                  </a:lnTo>
                  <a:lnTo>
                    <a:pt x="1008456" y="745807"/>
                  </a:lnTo>
                  <a:lnTo>
                    <a:pt x="998461" y="745807"/>
                  </a:lnTo>
                  <a:lnTo>
                    <a:pt x="998461" y="746975"/>
                  </a:lnTo>
                  <a:lnTo>
                    <a:pt x="998461" y="780097"/>
                  </a:lnTo>
                  <a:lnTo>
                    <a:pt x="998461" y="831532"/>
                  </a:lnTo>
                  <a:lnTo>
                    <a:pt x="998461" y="837247"/>
                  </a:lnTo>
                  <a:lnTo>
                    <a:pt x="998461" y="888682"/>
                  </a:lnTo>
                  <a:lnTo>
                    <a:pt x="995006" y="888682"/>
                  </a:lnTo>
                  <a:lnTo>
                    <a:pt x="989977" y="887349"/>
                  </a:lnTo>
                  <a:lnTo>
                    <a:pt x="981595" y="887539"/>
                  </a:lnTo>
                  <a:lnTo>
                    <a:pt x="973670" y="888504"/>
                  </a:lnTo>
                  <a:lnTo>
                    <a:pt x="973074" y="888682"/>
                  </a:lnTo>
                  <a:lnTo>
                    <a:pt x="958469" y="888682"/>
                  </a:lnTo>
                  <a:lnTo>
                    <a:pt x="958469" y="894397"/>
                  </a:lnTo>
                  <a:lnTo>
                    <a:pt x="958240" y="894511"/>
                  </a:lnTo>
                  <a:lnTo>
                    <a:pt x="950734" y="899541"/>
                  </a:lnTo>
                  <a:lnTo>
                    <a:pt x="944041" y="905344"/>
                  </a:lnTo>
                  <a:lnTo>
                    <a:pt x="939101" y="911618"/>
                  </a:lnTo>
                  <a:lnTo>
                    <a:pt x="935901" y="918349"/>
                  </a:lnTo>
                  <a:lnTo>
                    <a:pt x="934453" y="925550"/>
                  </a:lnTo>
                  <a:lnTo>
                    <a:pt x="934643" y="932027"/>
                  </a:lnTo>
                  <a:lnTo>
                    <a:pt x="937120" y="937260"/>
                  </a:lnTo>
                  <a:lnTo>
                    <a:pt x="941882" y="941260"/>
                  </a:lnTo>
                  <a:lnTo>
                    <a:pt x="946454" y="944880"/>
                  </a:lnTo>
                  <a:lnTo>
                    <a:pt x="949401" y="945832"/>
                  </a:lnTo>
                  <a:lnTo>
                    <a:pt x="763117" y="945832"/>
                  </a:lnTo>
                  <a:lnTo>
                    <a:pt x="763117" y="894397"/>
                  </a:lnTo>
                  <a:lnTo>
                    <a:pt x="958469" y="894397"/>
                  </a:lnTo>
                  <a:lnTo>
                    <a:pt x="958469" y="888682"/>
                  </a:lnTo>
                  <a:lnTo>
                    <a:pt x="763117" y="888682"/>
                  </a:lnTo>
                  <a:lnTo>
                    <a:pt x="763117" y="837247"/>
                  </a:lnTo>
                  <a:lnTo>
                    <a:pt x="998461" y="837247"/>
                  </a:lnTo>
                  <a:lnTo>
                    <a:pt x="998461" y="831532"/>
                  </a:lnTo>
                  <a:lnTo>
                    <a:pt x="763117" y="831532"/>
                  </a:lnTo>
                  <a:lnTo>
                    <a:pt x="763117" y="803148"/>
                  </a:lnTo>
                  <a:lnTo>
                    <a:pt x="961021" y="780097"/>
                  </a:lnTo>
                  <a:lnTo>
                    <a:pt x="998461" y="780097"/>
                  </a:lnTo>
                  <a:lnTo>
                    <a:pt x="998461" y="746975"/>
                  </a:lnTo>
                  <a:lnTo>
                    <a:pt x="763117" y="774382"/>
                  </a:lnTo>
                  <a:lnTo>
                    <a:pt x="753122" y="774382"/>
                  </a:lnTo>
                  <a:lnTo>
                    <a:pt x="753122" y="780097"/>
                  </a:lnTo>
                  <a:lnTo>
                    <a:pt x="753122" y="945832"/>
                  </a:lnTo>
                  <a:lnTo>
                    <a:pt x="749668" y="945832"/>
                  </a:lnTo>
                  <a:lnTo>
                    <a:pt x="744639" y="944499"/>
                  </a:lnTo>
                  <a:lnTo>
                    <a:pt x="736257" y="944689"/>
                  </a:lnTo>
                  <a:lnTo>
                    <a:pt x="728332" y="945654"/>
                  </a:lnTo>
                  <a:lnTo>
                    <a:pt x="727735" y="945832"/>
                  </a:lnTo>
                  <a:lnTo>
                    <a:pt x="713130" y="945832"/>
                  </a:lnTo>
                  <a:lnTo>
                    <a:pt x="713130" y="951547"/>
                  </a:lnTo>
                  <a:lnTo>
                    <a:pt x="712901" y="951661"/>
                  </a:lnTo>
                  <a:lnTo>
                    <a:pt x="705396" y="956691"/>
                  </a:lnTo>
                  <a:lnTo>
                    <a:pt x="698703" y="962494"/>
                  </a:lnTo>
                  <a:lnTo>
                    <a:pt x="693762" y="968768"/>
                  </a:lnTo>
                  <a:lnTo>
                    <a:pt x="690562" y="975499"/>
                  </a:lnTo>
                  <a:lnTo>
                    <a:pt x="689114" y="982700"/>
                  </a:lnTo>
                  <a:lnTo>
                    <a:pt x="689305" y="989177"/>
                  </a:lnTo>
                  <a:lnTo>
                    <a:pt x="691781" y="994410"/>
                  </a:lnTo>
                  <a:lnTo>
                    <a:pt x="696544" y="998410"/>
                  </a:lnTo>
                  <a:lnTo>
                    <a:pt x="701116" y="1002030"/>
                  </a:lnTo>
                  <a:lnTo>
                    <a:pt x="704062" y="1002982"/>
                  </a:lnTo>
                  <a:lnTo>
                    <a:pt x="517779" y="1002982"/>
                  </a:lnTo>
                  <a:lnTo>
                    <a:pt x="517779" y="951547"/>
                  </a:lnTo>
                  <a:lnTo>
                    <a:pt x="713130" y="951547"/>
                  </a:lnTo>
                  <a:lnTo>
                    <a:pt x="713130" y="945832"/>
                  </a:lnTo>
                  <a:lnTo>
                    <a:pt x="517779" y="945832"/>
                  </a:lnTo>
                  <a:lnTo>
                    <a:pt x="517779" y="903020"/>
                  </a:lnTo>
                  <a:lnTo>
                    <a:pt x="517779" y="894397"/>
                  </a:lnTo>
                  <a:lnTo>
                    <a:pt x="753122" y="894397"/>
                  </a:lnTo>
                  <a:lnTo>
                    <a:pt x="753122" y="888682"/>
                  </a:lnTo>
                  <a:lnTo>
                    <a:pt x="517779" y="888682"/>
                  </a:lnTo>
                  <a:lnTo>
                    <a:pt x="517779" y="874395"/>
                  </a:lnTo>
                  <a:lnTo>
                    <a:pt x="507784" y="874395"/>
                  </a:lnTo>
                  <a:lnTo>
                    <a:pt x="507784" y="874979"/>
                  </a:lnTo>
                  <a:lnTo>
                    <a:pt x="507784" y="903605"/>
                  </a:lnTo>
                  <a:lnTo>
                    <a:pt x="507784" y="945832"/>
                  </a:lnTo>
                  <a:lnTo>
                    <a:pt x="507784" y="951547"/>
                  </a:lnTo>
                  <a:lnTo>
                    <a:pt x="507784" y="1002982"/>
                  </a:lnTo>
                  <a:lnTo>
                    <a:pt x="272440" y="1002982"/>
                  </a:lnTo>
                  <a:lnTo>
                    <a:pt x="272440" y="951547"/>
                  </a:lnTo>
                  <a:lnTo>
                    <a:pt x="507784" y="951547"/>
                  </a:lnTo>
                  <a:lnTo>
                    <a:pt x="507784" y="945832"/>
                  </a:lnTo>
                  <a:lnTo>
                    <a:pt x="272440" y="945832"/>
                  </a:lnTo>
                  <a:lnTo>
                    <a:pt x="272440" y="917308"/>
                  </a:lnTo>
                  <a:lnTo>
                    <a:pt x="507784" y="903605"/>
                  </a:lnTo>
                  <a:lnTo>
                    <a:pt x="507784" y="874979"/>
                  </a:lnTo>
                  <a:lnTo>
                    <a:pt x="272440" y="888682"/>
                  </a:lnTo>
                  <a:lnTo>
                    <a:pt x="262445" y="888682"/>
                  </a:lnTo>
                  <a:lnTo>
                    <a:pt x="262445" y="894397"/>
                  </a:lnTo>
                  <a:lnTo>
                    <a:pt x="262445" y="945832"/>
                  </a:lnTo>
                  <a:lnTo>
                    <a:pt x="262445" y="951547"/>
                  </a:lnTo>
                  <a:lnTo>
                    <a:pt x="262445" y="1002982"/>
                  </a:lnTo>
                  <a:lnTo>
                    <a:pt x="12700" y="1002982"/>
                  </a:lnTo>
                  <a:lnTo>
                    <a:pt x="12700" y="951547"/>
                  </a:lnTo>
                  <a:lnTo>
                    <a:pt x="262445" y="951547"/>
                  </a:lnTo>
                  <a:lnTo>
                    <a:pt x="262445" y="945832"/>
                  </a:lnTo>
                  <a:lnTo>
                    <a:pt x="12700" y="945832"/>
                  </a:lnTo>
                  <a:lnTo>
                    <a:pt x="12700" y="894397"/>
                  </a:lnTo>
                  <a:lnTo>
                    <a:pt x="262445" y="894397"/>
                  </a:lnTo>
                  <a:lnTo>
                    <a:pt x="262445" y="888682"/>
                  </a:lnTo>
                  <a:lnTo>
                    <a:pt x="12700" y="888682"/>
                  </a:lnTo>
                  <a:lnTo>
                    <a:pt x="12700" y="837247"/>
                  </a:lnTo>
                  <a:lnTo>
                    <a:pt x="753122" y="837247"/>
                  </a:lnTo>
                  <a:lnTo>
                    <a:pt x="753122" y="831532"/>
                  </a:lnTo>
                  <a:lnTo>
                    <a:pt x="12700" y="831532"/>
                  </a:lnTo>
                  <a:lnTo>
                    <a:pt x="12700" y="780097"/>
                  </a:lnTo>
                  <a:lnTo>
                    <a:pt x="753122" y="780097"/>
                  </a:lnTo>
                  <a:lnTo>
                    <a:pt x="753122" y="774382"/>
                  </a:lnTo>
                  <a:lnTo>
                    <a:pt x="12700" y="774382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774382"/>
                  </a:lnTo>
                  <a:lnTo>
                    <a:pt x="0" y="774382"/>
                  </a:lnTo>
                  <a:lnTo>
                    <a:pt x="0" y="780097"/>
                  </a:lnTo>
                  <a:lnTo>
                    <a:pt x="4127" y="780097"/>
                  </a:lnTo>
                  <a:lnTo>
                    <a:pt x="4127" y="831532"/>
                  </a:lnTo>
                  <a:lnTo>
                    <a:pt x="0" y="831532"/>
                  </a:lnTo>
                  <a:lnTo>
                    <a:pt x="0" y="837247"/>
                  </a:lnTo>
                  <a:lnTo>
                    <a:pt x="4127" y="837247"/>
                  </a:lnTo>
                  <a:lnTo>
                    <a:pt x="4127" y="888682"/>
                  </a:lnTo>
                  <a:lnTo>
                    <a:pt x="0" y="888682"/>
                  </a:lnTo>
                  <a:lnTo>
                    <a:pt x="0" y="894397"/>
                  </a:lnTo>
                  <a:lnTo>
                    <a:pt x="4127" y="894397"/>
                  </a:lnTo>
                  <a:lnTo>
                    <a:pt x="4127" y="945832"/>
                  </a:lnTo>
                  <a:lnTo>
                    <a:pt x="0" y="945832"/>
                  </a:lnTo>
                  <a:lnTo>
                    <a:pt x="0" y="951547"/>
                  </a:lnTo>
                  <a:lnTo>
                    <a:pt x="4127" y="951547"/>
                  </a:lnTo>
                  <a:lnTo>
                    <a:pt x="4127" y="1002982"/>
                  </a:lnTo>
                  <a:lnTo>
                    <a:pt x="0" y="1002982"/>
                  </a:lnTo>
                  <a:lnTo>
                    <a:pt x="0" y="1008697"/>
                  </a:lnTo>
                  <a:lnTo>
                    <a:pt x="4127" y="1008697"/>
                  </a:lnTo>
                  <a:lnTo>
                    <a:pt x="12700" y="1008697"/>
                  </a:lnTo>
                  <a:lnTo>
                    <a:pt x="262445" y="1008697"/>
                  </a:lnTo>
                  <a:lnTo>
                    <a:pt x="262445" y="1056563"/>
                  </a:lnTo>
                  <a:lnTo>
                    <a:pt x="181914" y="1056563"/>
                  </a:lnTo>
                  <a:lnTo>
                    <a:pt x="181914" y="1063701"/>
                  </a:lnTo>
                  <a:lnTo>
                    <a:pt x="262445" y="1063701"/>
                  </a:lnTo>
                  <a:lnTo>
                    <a:pt x="262445" y="1113713"/>
                  </a:lnTo>
                  <a:lnTo>
                    <a:pt x="181914" y="1113713"/>
                  </a:lnTo>
                  <a:lnTo>
                    <a:pt x="181914" y="1120851"/>
                  </a:lnTo>
                  <a:lnTo>
                    <a:pt x="262445" y="1120851"/>
                  </a:lnTo>
                  <a:lnTo>
                    <a:pt x="262445" y="1147838"/>
                  </a:lnTo>
                  <a:lnTo>
                    <a:pt x="260438" y="1146238"/>
                  </a:lnTo>
                  <a:lnTo>
                    <a:pt x="253961" y="1144524"/>
                  </a:lnTo>
                  <a:lnTo>
                    <a:pt x="245579" y="1144714"/>
                  </a:lnTo>
                  <a:lnTo>
                    <a:pt x="208026" y="1162519"/>
                  </a:lnTo>
                  <a:lnTo>
                    <a:pt x="202082" y="1170863"/>
                  </a:lnTo>
                  <a:lnTo>
                    <a:pt x="181914" y="1170863"/>
                  </a:lnTo>
                  <a:lnTo>
                    <a:pt x="181914" y="1178001"/>
                  </a:lnTo>
                  <a:lnTo>
                    <a:pt x="199377" y="1178001"/>
                  </a:lnTo>
                  <a:lnTo>
                    <a:pt x="198437" y="1182725"/>
                  </a:lnTo>
                  <a:lnTo>
                    <a:pt x="223583" y="1204150"/>
                  </a:lnTo>
                  <a:lnTo>
                    <a:pt x="232067" y="1203210"/>
                  </a:lnTo>
                  <a:lnTo>
                    <a:pt x="268084" y="1180147"/>
                  </a:lnTo>
                  <a:lnTo>
                    <a:pt x="269062" y="1178001"/>
                  </a:lnTo>
                  <a:lnTo>
                    <a:pt x="293052" y="1178001"/>
                  </a:lnTo>
                  <a:lnTo>
                    <a:pt x="293052" y="1170863"/>
                  </a:lnTo>
                  <a:lnTo>
                    <a:pt x="271716" y="1170863"/>
                  </a:lnTo>
                  <a:lnTo>
                    <a:pt x="272732" y="1165580"/>
                  </a:lnTo>
                  <a:lnTo>
                    <a:pt x="272542" y="1158341"/>
                  </a:lnTo>
                  <a:lnTo>
                    <a:pt x="272440" y="1158138"/>
                  </a:lnTo>
                  <a:lnTo>
                    <a:pt x="272440" y="1120851"/>
                  </a:lnTo>
                  <a:lnTo>
                    <a:pt x="293052" y="1120851"/>
                  </a:lnTo>
                  <a:lnTo>
                    <a:pt x="293052" y="1113713"/>
                  </a:lnTo>
                  <a:lnTo>
                    <a:pt x="272440" y="1113713"/>
                  </a:lnTo>
                  <a:lnTo>
                    <a:pt x="272440" y="1063701"/>
                  </a:lnTo>
                  <a:lnTo>
                    <a:pt x="293052" y="1063701"/>
                  </a:lnTo>
                  <a:lnTo>
                    <a:pt x="293052" y="1056563"/>
                  </a:lnTo>
                  <a:lnTo>
                    <a:pt x="272440" y="1056563"/>
                  </a:lnTo>
                  <a:lnTo>
                    <a:pt x="272440" y="1008697"/>
                  </a:lnTo>
                  <a:lnTo>
                    <a:pt x="507784" y="1008697"/>
                  </a:lnTo>
                  <a:lnTo>
                    <a:pt x="507784" y="1033538"/>
                  </a:lnTo>
                  <a:lnTo>
                    <a:pt x="505777" y="1031938"/>
                  </a:lnTo>
                  <a:lnTo>
                    <a:pt x="499300" y="1030224"/>
                  </a:lnTo>
                  <a:lnTo>
                    <a:pt x="460057" y="1042416"/>
                  </a:lnTo>
                  <a:lnTo>
                    <a:pt x="447433" y="1056563"/>
                  </a:lnTo>
                  <a:lnTo>
                    <a:pt x="427253" y="1056563"/>
                  </a:lnTo>
                  <a:lnTo>
                    <a:pt x="427253" y="1063701"/>
                  </a:lnTo>
                  <a:lnTo>
                    <a:pt x="444715" y="1063701"/>
                  </a:lnTo>
                  <a:lnTo>
                    <a:pt x="443776" y="1068425"/>
                  </a:lnTo>
                  <a:lnTo>
                    <a:pt x="468922" y="1089850"/>
                  </a:lnTo>
                  <a:lnTo>
                    <a:pt x="477405" y="1088910"/>
                  </a:lnTo>
                  <a:lnTo>
                    <a:pt x="513422" y="1065847"/>
                  </a:lnTo>
                  <a:lnTo>
                    <a:pt x="514400" y="1063701"/>
                  </a:lnTo>
                  <a:lnTo>
                    <a:pt x="538403" y="1063701"/>
                  </a:lnTo>
                  <a:lnTo>
                    <a:pt x="538403" y="1056563"/>
                  </a:lnTo>
                  <a:lnTo>
                    <a:pt x="517055" y="1056563"/>
                  </a:lnTo>
                  <a:lnTo>
                    <a:pt x="518071" y="1051280"/>
                  </a:lnTo>
                  <a:lnTo>
                    <a:pt x="517880" y="1044041"/>
                  </a:lnTo>
                  <a:lnTo>
                    <a:pt x="517779" y="1043838"/>
                  </a:lnTo>
                  <a:lnTo>
                    <a:pt x="517779" y="1008697"/>
                  </a:lnTo>
                  <a:lnTo>
                    <a:pt x="1179791" y="1008697"/>
                  </a:lnTo>
                  <a:lnTo>
                    <a:pt x="1179791" y="1030795"/>
                  </a:lnTo>
                  <a:lnTo>
                    <a:pt x="1179791" y="1060132"/>
                  </a:lnTo>
                  <a:lnTo>
                    <a:pt x="1189799" y="1060132"/>
                  </a:lnTo>
                  <a:lnTo>
                    <a:pt x="1189799" y="1057808"/>
                  </a:lnTo>
                  <a:lnTo>
                    <a:pt x="1400594" y="1008697"/>
                  </a:lnTo>
                  <a:lnTo>
                    <a:pt x="2091232" y="1008697"/>
                  </a:lnTo>
                  <a:lnTo>
                    <a:pt x="2094611" y="1024089"/>
                  </a:lnTo>
                  <a:lnTo>
                    <a:pt x="2096325" y="1031760"/>
                  </a:lnTo>
                  <a:lnTo>
                    <a:pt x="2096427" y="1032764"/>
                  </a:lnTo>
                  <a:lnTo>
                    <a:pt x="2096820" y="1036599"/>
                  </a:lnTo>
                  <a:lnTo>
                    <a:pt x="2096770" y="1037844"/>
                  </a:lnTo>
                  <a:lnTo>
                    <a:pt x="2096655" y="1041095"/>
                  </a:lnTo>
                  <a:lnTo>
                    <a:pt x="2096566" y="1041603"/>
                  </a:lnTo>
                  <a:lnTo>
                    <a:pt x="2094712" y="1052525"/>
                  </a:lnTo>
                  <a:lnTo>
                    <a:pt x="2089404" y="1061288"/>
                  </a:lnTo>
                  <a:lnTo>
                    <a:pt x="2080717" y="1067396"/>
                  </a:lnTo>
                  <a:lnTo>
                    <a:pt x="2068652" y="1070851"/>
                  </a:lnTo>
                  <a:lnTo>
                    <a:pt x="2057654" y="1069352"/>
                  </a:lnTo>
                  <a:lnTo>
                    <a:pt x="2053488" y="1067854"/>
                  </a:lnTo>
                  <a:lnTo>
                    <a:pt x="2051062" y="1065428"/>
                  </a:lnTo>
                  <a:lnTo>
                    <a:pt x="2050402" y="1062101"/>
                  </a:lnTo>
                  <a:lnTo>
                    <a:pt x="2053894" y="1062939"/>
                  </a:lnTo>
                  <a:lnTo>
                    <a:pt x="2057171" y="1062101"/>
                  </a:lnTo>
                  <a:lnTo>
                    <a:pt x="2058149" y="1061847"/>
                  </a:lnTo>
                  <a:lnTo>
                    <a:pt x="2063153" y="1058849"/>
                  </a:lnTo>
                  <a:lnTo>
                    <a:pt x="2068156" y="1056017"/>
                  </a:lnTo>
                  <a:lnTo>
                    <a:pt x="2070735" y="1050759"/>
                  </a:lnTo>
                  <a:lnTo>
                    <a:pt x="2070760" y="1049845"/>
                  </a:lnTo>
                  <a:lnTo>
                    <a:pt x="2070887" y="1043508"/>
                  </a:lnTo>
                  <a:lnTo>
                    <a:pt x="2070785" y="1041095"/>
                  </a:lnTo>
                  <a:lnTo>
                    <a:pt x="2070569" y="1037424"/>
                  </a:lnTo>
                  <a:lnTo>
                    <a:pt x="2068398" y="1032764"/>
                  </a:lnTo>
                  <a:lnTo>
                    <a:pt x="2064397" y="1029093"/>
                  </a:lnTo>
                  <a:lnTo>
                    <a:pt x="2060397" y="1025258"/>
                  </a:lnTo>
                  <a:lnTo>
                    <a:pt x="2055736" y="1023594"/>
                  </a:lnTo>
                  <a:lnTo>
                    <a:pt x="2050402" y="1024089"/>
                  </a:lnTo>
                  <a:lnTo>
                    <a:pt x="2044395" y="1025093"/>
                  </a:lnTo>
                  <a:lnTo>
                    <a:pt x="2039645" y="1028014"/>
                  </a:lnTo>
                  <a:lnTo>
                    <a:pt x="2036203" y="1032764"/>
                  </a:lnTo>
                  <a:lnTo>
                    <a:pt x="2032812" y="1037844"/>
                  </a:lnTo>
                  <a:lnTo>
                    <a:pt x="2031314" y="1043508"/>
                  </a:lnTo>
                  <a:lnTo>
                    <a:pt x="2031644" y="1049845"/>
                  </a:lnTo>
                  <a:lnTo>
                    <a:pt x="2062391" y="1077607"/>
                  </a:lnTo>
                  <a:lnTo>
                    <a:pt x="2069147" y="1077607"/>
                  </a:lnTo>
                  <a:lnTo>
                    <a:pt x="2083765" y="1073658"/>
                  </a:lnTo>
                  <a:lnTo>
                    <a:pt x="2087829" y="1070851"/>
                  </a:lnTo>
                  <a:lnTo>
                    <a:pt x="2094344" y="1066355"/>
                  </a:lnTo>
                  <a:lnTo>
                    <a:pt x="2100884" y="1055662"/>
                  </a:lnTo>
                  <a:lnTo>
                    <a:pt x="2103399" y="1041603"/>
                  </a:lnTo>
                  <a:lnTo>
                    <a:pt x="2103374" y="1041095"/>
                  </a:lnTo>
                  <a:lnTo>
                    <a:pt x="2102904" y="1032344"/>
                  </a:lnTo>
                  <a:lnTo>
                    <a:pt x="2102789" y="1031760"/>
                  </a:lnTo>
                  <a:lnTo>
                    <a:pt x="2098090" y="1008697"/>
                  </a:lnTo>
                  <a:lnTo>
                    <a:pt x="2179967" y="1008697"/>
                  </a:lnTo>
                  <a:lnTo>
                    <a:pt x="2184095" y="1008697"/>
                  </a:lnTo>
                  <a:lnTo>
                    <a:pt x="2192667" y="1008697"/>
                  </a:lnTo>
                  <a:lnTo>
                    <a:pt x="2264105" y="1008697"/>
                  </a:lnTo>
                  <a:lnTo>
                    <a:pt x="2264105" y="1117282"/>
                  </a:lnTo>
                  <a:lnTo>
                    <a:pt x="2274100" y="1117282"/>
                  </a:lnTo>
                  <a:lnTo>
                    <a:pt x="2274100" y="1008697"/>
                  </a:lnTo>
                  <a:lnTo>
                    <a:pt x="2509443" y="1008697"/>
                  </a:lnTo>
                  <a:lnTo>
                    <a:pt x="2509443" y="1088707"/>
                  </a:lnTo>
                  <a:lnTo>
                    <a:pt x="2519438" y="1088707"/>
                  </a:lnTo>
                  <a:lnTo>
                    <a:pt x="2519438" y="1008697"/>
                  </a:lnTo>
                  <a:lnTo>
                    <a:pt x="4222724" y="1008697"/>
                  </a:lnTo>
                  <a:lnTo>
                    <a:pt x="4222724" y="1002982"/>
                  </a:lnTo>
                  <a:lnTo>
                    <a:pt x="2764777" y="1002982"/>
                  </a:lnTo>
                  <a:lnTo>
                    <a:pt x="2764777" y="951547"/>
                  </a:lnTo>
                  <a:lnTo>
                    <a:pt x="4222724" y="951547"/>
                  </a:lnTo>
                  <a:lnTo>
                    <a:pt x="4222724" y="945832"/>
                  </a:lnTo>
                  <a:lnTo>
                    <a:pt x="3010116" y="945832"/>
                  </a:lnTo>
                  <a:lnTo>
                    <a:pt x="3010116" y="894397"/>
                  </a:lnTo>
                  <a:lnTo>
                    <a:pt x="4222724" y="894397"/>
                  </a:lnTo>
                  <a:lnTo>
                    <a:pt x="4222724" y="888682"/>
                  </a:lnTo>
                  <a:lnTo>
                    <a:pt x="3500805" y="888682"/>
                  </a:lnTo>
                  <a:lnTo>
                    <a:pt x="3500805" y="837247"/>
                  </a:lnTo>
                  <a:lnTo>
                    <a:pt x="4222724" y="837247"/>
                  </a:lnTo>
                  <a:lnTo>
                    <a:pt x="4222724" y="831532"/>
                  </a:lnTo>
                  <a:lnTo>
                    <a:pt x="3500805" y="831532"/>
                  </a:lnTo>
                  <a:lnTo>
                    <a:pt x="3500805" y="780097"/>
                  </a:lnTo>
                  <a:lnTo>
                    <a:pt x="4222724" y="780097"/>
                  </a:lnTo>
                  <a:lnTo>
                    <a:pt x="4222724" y="774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4259389" y="5845972"/>
              <a:ext cx="3021330" cy="1117600"/>
            </a:xfrm>
            <a:custGeom>
              <a:avLst/>
              <a:gdLst/>
              <a:ahLst/>
              <a:cxnLst/>
              <a:rect l="l" t="t" r="r" b="b"/>
              <a:pathLst>
                <a:path w="3021329" h="1117600">
                  <a:moveTo>
                    <a:pt x="245338" y="1059942"/>
                  </a:moveTo>
                  <a:lnTo>
                    <a:pt x="0" y="1088517"/>
                  </a:lnTo>
                  <a:lnTo>
                    <a:pt x="0" y="1117282"/>
                  </a:lnTo>
                  <a:lnTo>
                    <a:pt x="245338" y="1088707"/>
                  </a:lnTo>
                  <a:lnTo>
                    <a:pt x="245338" y="1059942"/>
                  </a:lnTo>
                  <a:close/>
                </a:path>
                <a:path w="3021329" h="1117600">
                  <a:moveTo>
                    <a:pt x="736015" y="916495"/>
                  </a:moveTo>
                  <a:lnTo>
                    <a:pt x="490677" y="973645"/>
                  </a:lnTo>
                  <a:lnTo>
                    <a:pt x="490677" y="1002982"/>
                  </a:lnTo>
                  <a:lnTo>
                    <a:pt x="736015" y="945832"/>
                  </a:lnTo>
                  <a:lnTo>
                    <a:pt x="736015" y="916495"/>
                  </a:lnTo>
                  <a:close/>
                </a:path>
                <a:path w="3021329" h="1117600">
                  <a:moveTo>
                    <a:pt x="1226693" y="860107"/>
                  </a:moveTo>
                  <a:lnTo>
                    <a:pt x="981354" y="860107"/>
                  </a:lnTo>
                  <a:lnTo>
                    <a:pt x="981354" y="888682"/>
                  </a:lnTo>
                  <a:lnTo>
                    <a:pt x="1226693" y="888682"/>
                  </a:lnTo>
                  <a:lnTo>
                    <a:pt x="1226693" y="860107"/>
                  </a:lnTo>
                  <a:close/>
                </a:path>
                <a:path w="3021329" h="1117600">
                  <a:moveTo>
                    <a:pt x="1298702" y="536638"/>
                  </a:moveTo>
                  <a:lnTo>
                    <a:pt x="1229550" y="536638"/>
                  </a:lnTo>
                  <a:lnTo>
                    <a:pt x="1229550" y="545782"/>
                  </a:lnTo>
                  <a:lnTo>
                    <a:pt x="1298702" y="545782"/>
                  </a:lnTo>
                  <a:lnTo>
                    <a:pt x="1298702" y="536638"/>
                  </a:lnTo>
                  <a:close/>
                </a:path>
                <a:path w="3021329" h="1117600">
                  <a:moveTo>
                    <a:pt x="1300988" y="594080"/>
                  </a:moveTo>
                  <a:lnTo>
                    <a:pt x="1300797" y="586841"/>
                  </a:lnTo>
                  <a:lnTo>
                    <a:pt x="1298232" y="581596"/>
                  </a:lnTo>
                  <a:lnTo>
                    <a:pt x="1293279" y="578358"/>
                  </a:lnTo>
                  <a:lnTo>
                    <a:pt x="1288707" y="574738"/>
                  </a:lnTo>
                  <a:lnTo>
                    <a:pt x="1282230" y="573024"/>
                  </a:lnTo>
                  <a:lnTo>
                    <a:pt x="1273848" y="573214"/>
                  </a:lnTo>
                  <a:lnTo>
                    <a:pt x="1265910" y="574179"/>
                  </a:lnTo>
                  <a:lnTo>
                    <a:pt x="1231341" y="597293"/>
                  </a:lnTo>
                  <a:lnTo>
                    <a:pt x="1226693" y="611225"/>
                  </a:lnTo>
                  <a:lnTo>
                    <a:pt x="1226883" y="617702"/>
                  </a:lnTo>
                  <a:lnTo>
                    <a:pt x="1251839" y="632650"/>
                  </a:lnTo>
                  <a:lnTo>
                    <a:pt x="1260322" y="631710"/>
                  </a:lnTo>
                  <a:lnTo>
                    <a:pt x="1296339" y="608647"/>
                  </a:lnTo>
                  <a:lnTo>
                    <a:pt x="1299540" y="601649"/>
                  </a:lnTo>
                  <a:lnTo>
                    <a:pt x="1300988" y="594080"/>
                  </a:lnTo>
                  <a:close/>
                </a:path>
                <a:path w="3021329" h="1117600">
                  <a:moveTo>
                    <a:pt x="1544040" y="450913"/>
                  </a:moveTo>
                  <a:lnTo>
                    <a:pt x="1474889" y="450913"/>
                  </a:lnTo>
                  <a:lnTo>
                    <a:pt x="1474889" y="460057"/>
                  </a:lnTo>
                  <a:lnTo>
                    <a:pt x="1544040" y="460057"/>
                  </a:lnTo>
                  <a:lnTo>
                    <a:pt x="1544040" y="450913"/>
                  </a:lnTo>
                  <a:close/>
                </a:path>
                <a:path w="3021329" h="1117600">
                  <a:moveTo>
                    <a:pt x="1789379" y="422338"/>
                  </a:moveTo>
                  <a:lnTo>
                    <a:pt x="1720227" y="422338"/>
                  </a:lnTo>
                  <a:lnTo>
                    <a:pt x="1720227" y="431482"/>
                  </a:lnTo>
                  <a:lnTo>
                    <a:pt x="1789379" y="431482"/>
                  </a:lnTo>
                  <a:lnTo>
                    <a:pt x="1789379" y="422338"/>
                  </a:lnTo>
                  <a:close/>
                </a:path>
                <a:path w="3021329" h="1117600">
                  <a:moveTo>
                    <a:pt x="1811997" y="485063"/>
                  </a:moveTo>
                  <a:lnTo>
                    <a:pt x="1790649" y="485063"/>
                  </a:lnTo>
                  <a:lnTo>
                    <a:pt x="1791665" y="479780"/>
                  </a:lnTo>
                  <a:lnTo>
                    <a:pt x="1791474" y="472541"/>
                  </a:lnTo>
                  <a:lnTo>
                    <a:pt x="1788909" y="467296"/>
                  </a:lnTo>
                  <a:lnTo>
                    <a:pt x="1783956" y="464058"/>
                  </a:lnTo>
                  <a:lnTo>
                    <a:pt x="1779384" y="460438"/>
                  </a:lnTo>
                  <a:lnTo>
                    <a:pt x="1772907" y="458724"/>
                  </a:lnTo>
                  <a:lnTo>
                    <a:pt x="1764525" y="458914"/>
                  </a:lnTo>
                  <a:lnTo>
                    <a:pt x="1756587" y="459879"/>
                  </a:lnTo>
                  <a:lnTo>
                    <a:pt x="1722018" y="482993"/>
                  </a:lnTo>
                  <a:lnTo>
                    <a:pt x="1721027" y="485063"/>
                  </a:lnTo>
                  <a:lnTo>
                    <a:pt x="1700860" y="485063"/>
                  </a:lnTo>
                  <a:lnTo>
                    <a:pt x="1700860" y="492201"/>
                  </a:lnTo>
                  <a:lnTo>
                    <a:pt x="1718310" y="492201"/>
                  </a:lnTo>
                  <a:lnTo>
                    <a:pt x="1717370" y="496925"/>
                  </a:lnTo>
                  <a:lnTo>
                    <a:pt x="1717459" y="500062"/>
                  </a:lnTo>
                  <a:lnTo>
                    <a:pt x="1717370" y="542213"/>
                  </a:lnTo>
                  <a:lnTo>
                    <a:pt x="1700860" y="542213"/>
                  </a:lnTo>
                  <a:lnTo>
                    <a:pt x="1700860" y="549351"/>
                  </a:lnTo>
                  <a:lnTo>
                    <a:pt x="1717370" y="549351"/>
                  </a:lnTo>
                  <a:lnTo>
                    <a:pt x="1717370" y="599363"/>
                  </a:lnTo>
                  <a:lnTo>
                    <a:pt x="1700860" y="599363"/>
                  </a:lnTo>
                  <a:lnTo>
                    <a:pt x="1700860" y="606501"/>
                  </a:lnTo>
                  <a:lnTo>
                    <a:pt x="1717370" y="606501"/>
                  </a:lnTo>
                  <a:lnTo>
                    <a:pt x="1717370" y="656513"/>
                  </a:lnTo>
                  <a:lnTo>
                    <a:pt x="1700860" y="656513"/>
                  </a:lnTo>
                  <a:lnTo>
                    <a:pt x="1700860" y="663651"/>
                  </a:lnTo>
                  <a:lnTo>
                    <a:pt x="1717370" y="663651"/>
                  </a:lnTo>
                  <a:lnTo>
                    <a:pt x="1717370" y="713663"/>
                  </a:lnTo>
                  <a:lnTo>
                    <a:pt x="1700860" y="713663"/>
                  </a:lnTo>
                  <a:lnTo>
                    <a:pt x="1700860" y="720801"/>
                  </a:lnTo>
                  <a:lnTo>
                    <a:pt x="1717370" y="720801"/>
                  </a:lnTo>
                  <a:lnTo>
                    <a:pt x="1717370" y="860107"/>
                  </a:lnTo>
                  <a:lnTo>
                    <a:pt x="1482039" y="860107"/>
                  </a:lnTo>
                  <a:lnTo>
                    <a:pt x="1482039" y="720801"/>
                  </a:lnTo>
                  <a:lnTo>
                    <a:pt x="1566659" y="720801"/>
                  </a:lnTo>
                  <a:lnTo>
                    <a:pt x="1566659" y="713663"/>
                  </a:lnTo>
                  <a:lnTo>
                    <a:pt x="1482039" y="713663"/>
                  </a:lnTo>
                  <a:lnTo>
                    <a:pt x="1482039" y="663651"/>
                  </a:lnTo>
                  <a:lnTo>
                    <a:pt x="1566659" y="663651"/>
                  </a:lnTo>
                  <a:lnTo>
                    <a:pt x="1566659" y="656513"/>
                  </a:lnTo>
                  <a:lnTo>
                    <a:pt x="1482039" y="656513"/>
                  </a:lnTo>
                  <a:lnTo>
                    <a:pt x="1482039" y="606501"/>
                  </a:lnTo>
                  <a:lnTo>
                    <a:pt x="1566659" y="606501"/>
                  </a:lnTo>
                  <a:lnTo>
                    <a:pt x="1566659" y="599363"/>
                  </a:lnTo>
                  <a:lnTo>
                    <a:pt x="1482039" y="599363"/>
                  </a:lnTo>
                  <a:lnTo>
                    <a:pt x="1482039" y="549351"/>
                  </a:lnTo>
                  <a:lnTo>
                    <a:pt x="1566659" y="549351"/>
                  </a:lnTo>
                  <a:lnTo>
                    <a:pt x="1566659" y="542213"/>
                  </a:lnTo>
                  <a:lnTo>
                    <a:pt x="1517345" y="542213"/>
                  </a:lnTo>
                  <a:lnTo>
                    <a:pt x="1522095" y="540118"/>
                  </a:lnTo>
                  <a:lnTo>
                    <a:pt x="1530045" y="535216"/>
                  </a:lnTo>
                  <a:lnTo>
                    <a:pt x="1536738" y="529348"/>
                  </a:lnTo>
                  <a:lnTo>
                    <a:pt x="1541678" y="522922"/>
                  </a:lnTo>
                  <a:lnTo>
                    <a:pt x="1544878" y="515924"/>
                  </a:lnTo>
                  <a:lnTo>
                    <a:pt x="1546326" y="508355"/>
                  </a:lnTo>
                  <a:lnTo>
                    <a:pt x="1546136" y="501116"/>
                  </a:lnTo>
                  <a:lnTo>
                    <a:pt x="1543570" y="495871"/>
                  </a:lnTo>
                  <a:lnTo>
                    <a:pt x="1538617" y="492633"/>
                  </a:lnTo>
                  <a:lnTo>
                    <a:pt x="1534045" y="489013"/>
                  </a:lnTo>
                  <a:lnTo>
                    <a:pt x="1527568" y="487299"/>
                  </a:lnTo>
                  <a:lnTo>
                    <a:pt x="1519186" y="487489"/>
                  </a:lnTo>
                  <a:lnTo>
                    <a:pt x="1511249" y="488454"/>
                  </a:lnTo>
                  <a:lnTo>
                    <a:pt x="1476679" y="511568"/>
                  </a:lnTo>
                  <a:lnTo>
                    <a:pt x="1472031" y="525500"/>
                  </a:lnTo>
                  <a:lnTo>
                    <a:pt x="1472120" y="528637"/>
                  </a:lnTo>
                  <a:lnTo>
                    <a:pt x="1472031" y="542213"/>
                  </a:lnTo>
                  <a:lnTo>
                    <a:pt x="1455508" y="542213"/>
                  </a:lnTo>
                  <a:lnTo>
                    <a:pt x="1455508" y="549351"/>
                  </a:lnTo>
                  <a:lnTo>
                    <a:pt x="1472031" y="549351"/>
                  </a:lnTo>
                  <a:lnTo>
                    <a:pt x="1472031" y="599363"/>
                  </a:lnTo>
                  <a:lnTo>
                    <a:pt x="1455508" y="599363"/>
                  </a:lnTo>
                  <a:lnTo>
                    <a:pt x="1455508" y="606501"/>
                  </a:lnTo>
                  <a:lnTo>
                    <a:pt x="1472031" y="606501"/>
                  </a:lnTo>
                  <a:lnTo>
                    <a:pt x="1472031" y="656513"/>
                  </a:lnTo>
                  <a:lnTo>
                    <a:pt x="1455508" y="656513"/>
                  </a:lnTo>
                  <a:lnTo>
                    <a:pt x="1455508" y="663651"/>
                  </a:lnTo>
                  <a:lnTo>
                    <a:pt x="1472031" y="663651"/>
                  </a:lnTo>
                  <a:lnTo>
                    <a:pt x="1472031" y="713663"/>
                  </a:lnTo>
                  <a:lnTo>
                    <a:pt x="1455508" y="713663"/>
                  </a:lnTo>
                  <a:lnTo>
                    <a:pt x="1455508" y="720801"/>
                  </a:lnTo>
                  <a:lnTo>
                    <a:pt x="1472031" y="720801"/>
                  </a:lnTo>
                  <a:lnTo>
                    <a:pt x="1472031" y="860107"/>
                  </a:lnTo>
                  <a:lnTo>
                    <a:pt x="1472031" y="888682"/>
                  </a:lnTo>
                  <a:lnTo>
                    <a:pt x="1482039" y="888682"/>
                  </a:lnTo>
                  <a:lnTo>
                    <a:pt x="1717370" y="888682"/>
                  </a:lnTo>
                  <a:lnTo>
                    <a:pt x="1727377" y="888682"/>
                  </a:lnTo>
                  <a:lnTo>
                    <a:pt x="1727377" y="720801"/>
                  </a:lnTo>
                  <a:lnTo>
                    <a:pt x="1811997" y="720801"/>
                  </a:lnTo>
                  <a:lnTo>
                    <a:pt x="1811997" y="713663"/>
                  </a:lnTo>
                  <a:lnTo>
                    <a:pt x="1727377" y="713663"/>
                  </a:lnTo>
                  <a:lnTo>
                    <a:pt x="1727377" y="663651"/>
                  </a:lnTo>
                  <a:lnTo>
                    <a:pt x="1811997" y="663651"/>
                  </a:lnTo>
                  <a:lnTo>
                    <a:pt x="1811997" y="656513"/>
                  </a:lnTo>
                  <a:lnTo>
                    <a:pt x="1727377" y="656513"/>
                  </a:lnTo>
                  <a:lnTo>
                    <a:pt x="1727377" y="606501"/>
                  </a:lnTo>
                  <a:lnTo>
                    <a:pt x="1811997" y="606501"/>
                  </a:lnTo>
                  <a:lnTo>
                    <a:pt x="1811997" y="599363"/>
                  </a:lnTo>
                  <a:lnTo>
                    <a:pt x="1727377" y="599363"/>
                  </a:lnTo>
                  <a:lnTo>
                    <a:pt x="1727377" y="549351"/>
                  </a:lnTo>
                  <a:lnTo>
                    <a:pt x="1811997" y="549351"/>
                  </a:lnTo>
                  <a:lnTo>
                    <a:pt x="1811997" y="542213"/>
                  </a:lnTo>
                  <a:lnTo>
                    <a:pt x="1727377" y="542213"/>
                  </a:lnTo>
                  <a:lnTo>
                    <a:pt x="1727377" y="514680"/>
                  </a:lnTo>
                  <a:lnTo>
                    <a:pt x="1729371" y="516255"/>
                  </a:lnTo>
                  <a:lnTo>
                    <a:pt x="1735277" y="518160"/>
                  </a:lnTo>
                  <a:lnTo>
                    <a:pt x="1742516" y="518350"/>
                  </a:lnTo>
                  <a:lnTo>
                    <a:pt x="1750999" y="517410"/>
                  </a:lnTo>
                  <a:lnTo>
                    <a:pt x="1787029" y="494347"/>
                  </a:lnTo>
                  <a:lnTo>
                    <a:pt x="1787994" y="492201"/>
                  </a:lnTo>
                  <a:lnTo>
                    <a:pt x="1811997" y="492201"/>
                  </a:lnTo>
                  <a:lnTo>
                    <a:pt x="1811997" y="485063"/>
                  </a:lnTo>
                  <a:close/>
                </a:path>
                <a:path w="3021329" h="1117600">
                  <a:moveTo>
                    <a:pt x="2274265" y="713663"/>
                  </a:moveTo>
                  <a:lnTo>
                    <a:pt x="2249944" y="713663"/>
                  </a:lnTo>
                  <a:lnTo>
                    <a:pt x="2248992" y="709587"/>
                  </a:lnTo>
                  <a:lnTo>
                    <a:pt x="2245347" y="703237"/>
                  </a:lnTo>
                  <a:lnTo>
                    <a:pt x="2239848" y="698157"/>
                  </a:lnTo>
                  <a:lnTo>
                    <a:pt x="2232495" y="694372"/>
                  </a:lnTo>
                  <a:lnTo>
                    <a:pt x="2226983" y="692467"/>
                  </a:lnTo>
                  <a:lnTo>
                    <a:pt x="2224633" y="691654"/>
                  </a:lnTo>
                  <a:lnTo>
                    <a:pt x="2222970" y="691248"/>
                  </a:lnTo>
                  <a:lnTo>
                    <a:pt x="2222970" y="734568"/>
                  </a:lnTo>
                  <a:lnTo>
                    <a:pt x="2218779" y="740854"/>
                  </a:lnTo>
                  <a:lnTo>
                    <a:pt x="2209635" y="741235"/>
                  </a:lnTo>
                  <a:lnTo>
                    <a:pt x="2203539" y="741997"/>
                  </a:lnTo>
                  <a:lnTo>
                    <a:pt x="2198205" y="739711"/>
                  </a:lnTo>
                  <a:lnTo>
                    <a:pt x="2193633" y="734377"/>
                  </a:lnTo>
                  <a:lnTo>
                    <a:pt x="2189061" y="728662"/>
                  </a:lnTo>
                  <a:lnTo>
                    <a:pt x="2186394" y="721233"/>
                  </a:lnTo>
                  <a:lnTo>
                    <a:pt x="2186355" y="720801"/>
                  </a:lnTo>
                  <a:lnTo>
                    <a:pt x="2222081" y="720801"/>
                  </a:lnTo>
                  <a:lnTo>
                    <a:pt x="2222208" y="722376"/>
                  </a:lnTo>
                  <a:lnTo>
                    <a:pt x="2222970" y="734568"/>
                  </a:lnTo>
                  <a:lnTo>
                    <a:pt x="2222970" y="691248"/>
                  </a:lnTo>
                  <a:lnTo>
                    <a:pt x="2221509" y="690892"/>
                  </a:lnTo>
                  <a:lnTo>
                    <a:pt x="2221509" y="713663"/>
                  </a:lnTo>
                  <a:lnTo>
                    <a:pt x="2185759" y="713663"/>
                  </a:lnTo>
                  <a:lnTo>
                    <a:pt x="2185632" y="712089"/>
                  </a:lnTo>
                  <a:lnTo>
                    <a:pt x="2185251" y="705612"/>
                  </a:lnTo>
                  <a:lnTo>
                    <a:pt x="2185276" y="705421"/>
                  </a:lnTo>
                  <a:lnTo>
                    <a:pt x="2204301" y="692467"/>
                  </a:lnTo>
                  <a:lnTo>
                    <a:pt x="2209635" y="694753"/>
                  </a:lnTo>
                  <a:lnTo>
                    <a:pt x="2218779" y="705421"/>
                  </a:lnTo>
                  <a:lnTo>
                    <a:pt x="2218842" y="705612"/>
                  </a:lnTo>
                  <a:lnTo>
                    <a:pt x="2221446" y="712851"/>
                  </a:lnTo>
                  <a:lnTo>
                    <a:pt x="2221509" y="713663"/>
                  </a:lnTo>
                  <a:lnTo>
                    <a:pt x="2221509" y="690892"/>
                  </a:lnTo>
                  <a:lnTo>
                    <a:pt x="2217064" y="689800"/>
                  </a:lnTo>
                  <a:lnTo>
                    <a:pt x="2209774" y="688797"/>
                  </a:lnTo>
                  <a:lnTo>
                    <a:pt x="2202777" y="688657"/>
                  </a:lnTo>
                  <a:lnTo>
                    <a:pt x="2196020" y="688797"/>
                  </a:lnTo>
                  <a:lnTo>
                    <a:pt x="2158517" y="709587"/>
                  </a:lnTo>
                  <a:lnTo>
                    <a:pt x="2157730" y="713663"/>
                  </a:lnTo>
                  <a:lnTo>
                    <a:pt x="2137384" y="713663"/>
                  </a:lnTo>
                  <a:lnTo>
                    <a:pt x="2137384" y="720801"/>
                  </a:lnTo>
                  <a:lnTo>
                    <a:pt x="2157869" y="720801"/>
                  </a:lnTo>
                  <a:lnTo>
                    <a:pt x="2158809" y="724877"/>
                  </a:lnTo>
                  <a:lnTo>
                    <a:pt x="2197493" y="745667"/>
                  </a:lnTo>
                  <a:lnTo>
                    <a:pt x="2204491" y="745807"/>
                  </a:lnTo>
                  <a:lnTo>
                    <a:pt x="2211451" y="745667"/>
                  </a:lnTo>
                  <a:lnTo>
                    <a:pt x="2218639" y="744664"/>
                  </a:lnTo>
                  <a:lnTo>
                    <a:pt x="2226030" y="742810"/>
                  </a:lnTo>
                  <a:lnTo>
                    <a:pt x="2228291" y="741997"/>
                  </a:lnTo>
                  <a:lnTo>
                    <a:pt x="2233638" y="740092"/>
                  </a:lnTo>
                  <a:lnTo>
                    <a:pt x="2240711" y="736307"/>
                  </a:lnTo>
                  <a:lnTo>
                    <a:pt x="2245918" y="731240"/>
                  </a:lnTo>
                  <a:lnTo>
                    <a:pt x="2249284" y="724877"/>
                  </a:lnTo>
                  <a:lnTo>
                    <a:pt x="2250071" y="720801"/>
                  </a:lnTo>
                  <a:lnTo>
                    <a:pt x="2274265" y="720801"/>
                  </a:lnTo>
                  <a:lnTo>
                    <a:pt x="2274265" y="713663"/>
                  </a:lnTo>
                  <a:close/>
                </a:path>
                <a:path w="3021329" h="1117600">
                  <a:moveTo>
                    <a:pt x="3021203" y="0"/>
                  </a:moveTo>
                  <a:lnTo>
                    <a:pt x="2986913" y="0"/>
                  </a:lnTo>
                  <a:lnTo>
                    <a:pt x="2986913" y="774382"/>
                  </a:lnTo>
                  <a:lnTo>
                    <a:pt x="2986913" y="780097"/>
                  </a:lnTo>
                  <a:lnTo>
                    <a:pt x="2986913" y="1002982"/>
                  </a:lnTo>
                  <a:lnTo>
                    <a:pt x="2970911" y="1002982"/>
                  </a:lnTo>
                  <a:lnTo>
                    <a:pt x="2970911" y="951547"/>
                  </a:lnTo>
                  <a:lnTo>
                    <a:pt x="2986913" y="951547"/>
                  </a:lnTo>
                  <a:lnTo>
                    <a:pt x="2986913" y="945832"/>
                  </a:lnTo>
                  <a:lnTo>
                    <a:pt x="2970911" y="945832"/>
                  </a:lnTo>
                  <a:lnTo>
                    <a:pt x="2970911" y="894397"/>
                  </a:lnTo>
                  <a:lnTo>
                    <a:pt x="2986913" y="894397"/>
                  </a:lnTo>
                  <a:lnTo>
                    <a:pt x="2986913" y="888682"/>
                  </a:lnTo>
                  <a:lnTo>
                    <a:pt x="2970911" y="888682"/>
                  </a:lnTo>
                  <a:lnTo>
                    <a:pt x="2970911" y="837247"/>
                  </a:lnTo>
                  <a:lnTo>
                    <a:pt x="2986913" y="837247"/>
                  </a:lnTo>
                  <a:lnTo>
                    <a:pt x="2986913" y="831532"/>
                  </a:lnTo>
                  <a:lnTo>
                    <a:pt x="2970911" y="831532"/>
                  </a:lnTo>
                  <a:lnTo>
                    <a:pt x="2970911" y="780097"/>
                  </a:lnTo>
                  <a:lnTo>
                    <a:pt x="2986913" y="780097"/>
                  </a:lnTo>
                  <a:lnTo>
                    <a:pt x="2986913" y="774382"/>
                  </a:lnTo>
                  <a:lnTo>
                    <a:pt x="2970911" y="774382"/>
                  </a:lnTo>
                  <a:lnTo>
                    <a:pt x="2970911" y="0"/>
                  </a:lnTo>
                  <a:lnTo>
                    <a:pt x="2961767" y="0"/>
                  </a:lnTo>
                  <a:lnTo>
                    <a:pt x="2961767" y="1002982"/>
                  </a:lnTo>
                  <a:lnTo>
                    <a:pt x="1971319" y="1002982"/>
                  </a:lnTo>
                  <a:lnTo>
                    <a:pt x="1971319" y="951547"/>
                  </a:lnTo>
                  <a:lnTo>
                    <a:pt x="2090762" y="951547"/>
                  </a:lnTo>
                  <a:lnTo>
                    <a:pt x="2098471" y="960120"/>
                  </a:lnTo>
                  <a:lnTo>
                    <a:pt x="2102472" y="960120"/>
                  </a:lnTo>
                  <a:lnTo>
                    <a:pt x="2099424" y="956119"/>
                  </a:lnTo>
                  <a:lnTo>
                    <a:pt x="2097709" y="952601"/>
                  </a:lnTo>
                  <a:lnTo>
                    <a:pt x="2097570" y="951547"/>
                  </a:lnTo>
                  <a:lnTo>
                    <a:pt x="2961767" y="951547"/>
                  </a:lnTo>
                  <a:lnTo>
                    <a:pt x="2961767" y="945832"/>
                  </a:lnTo>
                  <a:lnTo>
                    <a:pt x="2204491" y="945832"/>
                  </a:lnTo>
                  <a:lnTo>
                    <a:pt x="2098014" y="945832"/>
                  </a:lnTo>
                  <a:lnTo>
                    <a:pt x="2098281" y="944410"/>
                  </a:lnTo>
                  <a:lnTo>
                    <a:pt x="2101240" y="940028"/>
                  </a:lnTo>
                  <a:lnTo>
                    <a:pt x="2106193" y="936409"/>
                  </a:lnTo>
                  <a:lnTo>
                    <a:pt x="2111718" y="932218"/>
                  </a:lnTo>
                  <a:lnTo>
                    <a:pt x="2114854" y="927354"/>
                  </a:lnTo>
                  <a:lnTo>
                    <a:pt x="2115616" y="921829"/>
                  </a:lnTo>
                  <a:lnTo>
                    <a:pt x="2114854" y="918210"/>
                  </a:lnTo>
                  <a:lnTo>
                    <a:pt x="2113140" y="914781"/>
                  </a:lnTo>
                  <a:lnTo>
                    <a:pt x="2110473" y="911542"/>
                  </a:lnTo>
                  <a:lnTo>
                    <a:pt x="2103907" y="904519"/>
                  </a:lnTo>
                  <a:lnTo>
                    <a:pt x="2103907" y="913828"/>
                  </a:lnTo>
                  <a:lnTo>
                    <a:pt x="2102954" y="918781"/>
                  </a:lnTo>
                  <a:lnTo>
                    <a:pt x="2099995" y="923163"/>
                  </a:lnTo>
                  <a:lnTo>
                    <a:pt x="2095042" y="926973"/>
                  </a:lnTo>
                  <a:lnTo>
                    <a:pt x="2089518" y="930783"/>
                  </a:lnTo>
                  <a:lnTo>
                    <a:pt x="2086381" y="935545"/>
                  </a:lnTo>
                  <a:lnTo>
                    <a:pt x="2085619" y="941260"/>
                  </a:lnTo>
                  <a:lnTo>
                    <a:pt x="2086381" y="944880"/>
                  </a:lnTo>
                  <a:lnTo>
                    <a:pt x="2086851" y="945832"/>
                  </a:lnTo>
                  <a:lnTo>
                    <a:pt x="1971319" y="945832"/>
                  </a:lnTo>
                  <a:lnTo>
                    <a:pt x="1971319" y="894397"/>
                  </a:lnTo>
                  <a:lnTo>
                    <a:pt x="2090762" y="894397"/>
                  </a:lnTo>
                  <a:lnTo>
                    <a:pt x="2098471" y="902970"/>
                  </a:lnTo>
                  <a:lnTo>
                    <a:pt x="2101329" y="905827"/>
                  </a:lnTo>
                  <a:lnTo>
                    <a:pt x="2103145" y="909447"/>
                  </a:lnTo>
                  <a:lnTo>
                    <a:pt x="2103907" y="913828"/>
                  </a:lnTo>
                  <a:lnTo>
                    <a:pt x="2103907" y="904519"/>
                  </a:lnTo>
                  <a:lnTo>
                    <a:pt x="2102472" y="902970"/>
                  </a:lnTo>
                  <a:lnTo>
                    <a:pt x="2099424" y="898969"/>
                  </a:lnTo>
                  <a:lnTo>
                    <a:pt x="2097709" y="895451"/>
                  </a:lnTo>
                  <a:lnTo>
                    <a:pt x="2097570" y="894397"/>
                  </a:lnTo>
                  <a:lnTo>
                    <a:pt x="2173630" y="894397"/>
                  </a:lnTo>
                  <a:lnTo>
                    <a:pt x="2166810" y="898182"/>
                  </a:lnTo>
                  <a:lnTo>
                    <a:pt x="2161768" y="903262"/>
                  </a:lnTo>
                  <a:lnTo>
                    <a:pt x="2158517" y="909612"/>
                  </a:lnTo>
                  <a:lnTo>
                    <a:pt x="2157057" y="917257"/>
                  </a:lnTo>
                  <a:lnTo>
                    <a:pt x="2158809" y="924902"/>
                  </a:lnTo>
                  <a:lnTo>
                    <a:pt x="2197493" y="945692"/>
                  </a:lnTo>
                  <a:lnTo>
                    <a:pt x="2204491" y="945832"/>
                  </a:lnTo>
                  <a:lnTo>
                    <a:pt x="2211451" y="945692"/>
                  </a:lnTo>
                  <a:lnTo>
                    <a:pt x="2218639" y="944689"/>
                  </a:lnTo>
                  <a:lnTo>
                    <a:pt x="2226030" y="942835"/>
                  </a:lnTo>
                  <a:lnTo>
                    <a:pt x="2228291" y="942022"/>
                  </a:lnTo>
                  <a:lnTo>
                    <a:pt x="2233638" y="940117"/>
                  </a:lnTo>
                  <a:lnTo>
                    <a:pt x="2240711" y="936332"/>
                  </a:lnTo>
                  <a:lnTo>
                    <a:pt x="2245918" y="931265"/>
                  </a:lnTo>
                  <a:lnTo>
                    <a:pt x="2249284" y="924902"/>
                  </a:lnTo>
                  <a:lnTo>
                    <a:pt x="2250783" y="917257"/>
                  </a:lnTo>
                  <a:lnTo>
                    <a:pt x="2248992" y="909612"/>
                  </a:lnTo>
                  <a:lnTo>
                    <a:pt x="2245347" y="903262"/>
                  </a:lnTo>
                  <a:lnTo>
                    <a:pt x="2239848" y="898182"/>
                  </a:lnTo>
                  <a:lnTo>
                    <a:pt x="2232495" y="894397"/>
                  </a:lnTo>
                  <a:lnTo>
                    <a:pt x="2961767" y="894397"/>
                  </a:lnTo>
                  <a:lnTo>
                    <a:pt x="2961767" y="888682"/>
                  </a:lnTo>
                  <a:lnTo>
                    <a:pt x="2222970" y="888682"/>
                  </a:lnTo>
                  <a:lnTo>
                    <a:pt x="2222970" y="934593"/>
                  </a:lnTo>
                  <a:lnTo>
                    <a:pt x="2218779" y="940879"/>
                  </a:lnTo>
                  <a:lnTo>
                    <a:pt x="2209635" y="941260"/>
                  </a:lnTo>
                  <a:lnTo>
                    <a:pt x="2203539" y="942022"/>
                  </a:lnTo>
                  <a:lnTo>
                    <a:pt x="2198205" y="939736"/>
                  </a:lnTo>
                  <a:lnTo>
                    <a:pt x="2185251" y="905637"/>
                  </a:lnTo>
                  <a:lnTo>
                    <a:pt x="2185276" y="905446"/>
                  </a:lnTo>
                  <a:lnTo>
                    <a:pt x="2186013" y="901065"/>
                  </a:lnTo>
                  <a:lnTo>
                    <a:pt x="2187918" y="898398"/>
                  </a:lnTo>
                  <a:lnTo>
                    <a:pt x="2190204" y="895731"/>
                  </a:lnTo>
                  <a:lnTo>
                    <a:pt x="2192871" y="894397"/>
                  </a:lnTo>
                  <a:lnTo>
                    <a:pt x="2208746" y="894397"/>
                  </a:lnTo>
                  <a:lnTo>
                    <a:pt x="2209635" y="894778"/>
                  </a:lnTo>
                  <a:lnTo>
                    <a:pt x="2218779" y="905446"/>
                  </a:lnTo>
                  <a:lnTo>
                    <a:pt x="2218842" y="905637"/>
                  </a:lnTo>
                  <a:lnTo>
                    <a:pt x="2221446" y="912876"/>
                  </a:lnTo>
                  <a:lnTo>
                    <a:pt x="2222208" y="922401"/>
                  </a:lnTo>
                  <a:lnTo>
                    <a:pt x="2222970" y="934593"/>
                  </a:lnTo>
                  <a:lnTo>
                    <a:pt x="2222970" y="888682"/>
                  </a:lnTo>
                  <a:lnTo>
                    <a:pt x="2202777" y="888682"/>
                  </a:lnTo>
                  <a:lnTo>
                    <a:pt x="2098014" y="888682"/>
                  </a:lnTo>
                  <a:lnTo>
                    <a:pt x="2098281" y="887260"/>
                  </a:lnTo>
                  <a:lnTo>
                    <a:pt x="2101240" y="882878"/>
                  </a:lnTo>
                  <a:lnTo>
                    <a:pt x="2106193" y="879259"/>
                  </a:lnTo>
                  <a:lnTo>
                    <a:pt x="2111718" y="875068"/>
                  </a:lnTo>
                  <a:lnTo>
                    <a:pt x="2114854" y="870204"/>
                  </a:lnTo>
                  <a:lnTo>
                    <a:pt x="2115616" y="864679"/>
                  </a:lnTo>
                  <a:lnTo>
                    <a:pt x="2114854" y="861060"/>
                  </a:lnTo>
                  <a:lnTo>
                    <a:pt x="2113140" y="857631"/>
                  </a:lnTo>
                  <a:lnTo>
                    <a:pt x="2110473" y="854392"/>
                  </a:lnTo>
                  <a:lnTo>
                    <a:pt x="2103907" y="847369"/>
                  </a:lnTo>
                  <a:lnTo>
                    <a:pt x="2103907" y="856678"/>
                  </a:lnTo>
                  <a:lnTo>
                    <a:pt x="2102954" y="861631"/>
                  </a:lnTo>
                  <a:lnTo>
                    <a:pt x="2099995" y="866013"/>
                  </a:lnTo>
                  <a:lnTo>
                    <a:pt x="2095042" y="869823"/>
                  </a:lnTo>
                  <a:lnTo>
                    <a:pt x="2089518" y="873633"/>
                  </a:lnTo>
                  <a:lnTo>
                    <a:pt x="2086381" y="878395"/>
                  </a:lnTo>
                  <a:lnTo>
                    <a:pt x="2085619" y="884110"/>
                  </a:lnTo>
                  <a:lnTo>
                    <a:pt x="2086381" y="887730"/>
                  </a:lnTo>
                  <a:lnTo>
                    <a:pt x="2086851" y="888682"/>
                  </a:lnTo>
                  <a:lnTo>
                    <a:pt x="1971319" y="888682"/>
                  </a:lnTo>
                  <a:lnTo>
                    <a:pt x="1971319" y="837247"/>
                  </a:lnTo>
                  <a:lnTo>
                    <a:pt x="2090762" y="837247"/>
                  </a:lnTo>
                  <a:lnTo>
                    <a:pt x="2098471" y="845820"/>
                  </a:lnTo>
                  <a:lnTo>
                    <a:pt x="2101329" y="848677"/>
                  </a:lnTo>
                  <a:lnTo>
                    <a:pt x="2103145" y="852297"/>
                  </a:lnTo>
                  <a:lnTo>
                    <a:pt x="2103907" y="856678"/>
                  </a:lnTo>
                  <a:lnTo>
                    <a:pt x="2103907" y="847369"/>
                  </a:lnTo>
                  <a:lnTo>
                    <a:pt x="2102472" y="845820"/>
                  </a:lnTo>
                  <a:lnTo>
                    <a:pt x="2099424" y="841819"/>
                  </a:lnTo>
                  <a:lnTo>
                    <a:pt x="2097709" y="838301"/>
                  </a:lnTo>
                  <a:lnTo>
                    <a:pt x="2097570" y="837247"/>
                  </a:lnTo>
                  <a:lnTo>
                    <a:pt x="2961767" y="837247"/>
                  </a:lnTo>
                  <a:lnTo>
                    <a:pt x="2961767" y="831532"/>
                  </a:lnTo>
                  <a:lnTo>
                    <a:pt x="2204491" y="831532"/>
                  </a:lnTo>
                  <a:lnTo>
                    <a:pt x="2098014" y="831532"/>
                  </a:lnTo>
                  <a:lnTo>
                    <a:pt x="2098281" y="830110"/>
                  </a:lnTo>
                  <a:lnTo>
                    <a:pt x="2101240" y="825728"/>
                  </a:lnTo>
                  <a:lnTo>
                    <a:pt x="2106193" y="822109"/>
                  </a:lnTo>
                  <a:lnTo>
                    <a:pt x="2111718" y="817918"/>
                  </a:lnTo>
                  <a:lnTo>
                    <a:pt x="2114854" y="813054"/>
                  </a:lnTo>
                  <a:lnTo>
                    <a:pt x="2115616" y="807529"/>
                  </a:lnTo>
                  <a:lnTo>
                    <a:pt x="2114854" y="803910"/>
                  </a:lnTo>
                  <a:lnTo>
                    <a:pt x="2113140" y="800481"/>
                  </a:lnTo>
                  <a:lnTo>
                    <a:pt x="2110473" y="797242"/>
                  </a:lnTo>
                  <a:lnTo>
                    <a:pt x="2103907" y="790219"/>
                  </a:lnTo>
                  <a:lnTo>
                    <a:pt x="2103907" y="799528"/>
                  </a:lnTo>
                  <a:lnTo>
                    <a:pt x="2102954" y="804481"/>
                  </a:lnTo>
                  <a:lnTo>
                    <a:pt x="2099995" y="808863"/>
                  </a:lnTo>
                  <a:lnTo>
                    <a:pt x="2095042" y="812673"/>
                  </a:lnTo>
                  <a:lnTo>
                    <a:pt x="2089518" y="816483"/>
                  </a:lnTo>
                  <a:lnTo>
                    <a:pt x="2086381" y="821245"/>
                  </a:lnTo>
                  <a:lnTo>
                    <a:pt x="2085619" y="826960"/>
                  </a:lnTo>
                  <a:lnTo>
                    <a:pt x="2086381" y="830580"/>
                  </a:lnTo>
                  <a:lnTo>
                    <a:pt x="2086851" y="831532"/>
                  </a:lnTo>
                  <a:lnTo>
                    <a:pt x="1971319" y="831532"/>
                  </a:lnTo>
                  <a:lnTo>
                    <a:pt x="1971319" y="780097"/>
                  </a:lnTo>
                  <a:lnTo>
                    <a:pt x="2090762" y="780097"/>
                  </a:lnTo>
                  <a:lnTo>
                    <a:pt x="2098471" y="788670"/>
                  </a:lnTo>
                  <a:lnTo>
                    <a:pt x="2101329" y="791527"/>
                  </a:lnTo>
                  <a:lnTo>
                    <a:pt x="2103145" y="795147"/>
                  </a:lnTo>
                  <a:lnTo>
                    <a:pt x="2103907" y="799528"/>
                  </a:lnTo>
                  <a:lnTo>
                    <a:pt x="2103907" y="790219"/>
                  </a:lnTo>
                  <a:lnTo>
                    <a:pt x="2102472" y="788670"/>
                  </a:lnTo>
                  <a:lnTo>
                    <a:pt x="2099424" y="784669"/>
                  </a:lnTo>
                  <a:lnTo>
                    <a:pt x="2097709" y="781151"/>
                  </a:lnTo>
                  <a:lnTo>
                    <a:pt x="2097570" y="780097"/>
                  </a:lnTo>
                  <a:lnTo>
                    <a:pt x="2173630" y="780097"/>
                  </a:lnTo>
                  <a:lnTo>
                    <a:pt x="2166810" y="783882"/>
                  </a:lnTo>
                  <a:lnTo>
                    <a:pt x="2161768" y="788962"/>
                  </a:lnTo>
                  <a:lnTo>
                    <a:pt x="2158517" y="795312"/>
                  </a:lnTo>
                  <a:lnTo>
                    <a:pt x="2157057" y="802957"/>
                  </a:lnTo>
                  <a:lnTo>
                    <a:pt x="2158809" y="810602"/>
                  </a:lnTo>
                  <a:lnTo>
                    <a:pt x="2197493" y="831392"/>
                  </a:lnTo>
                  <a:lnTo>
                    <a:pt x="2204491" y="831532"/>
                  </a:lnTo>
                  <a:lnTo>
                    <a:pt x="2211451" y="831392"/>
                  </a:lnTo>
                  <a:lnTo>
                    <a:pt x="2218639" y="830389"/>
                  </a:lnTo>
                  <a:lnTo>
                    <a:pt x="2226030" y="828535"/>
                  </a:lnTo>
                  <a:lnTo>
                    <a:pt x="2228291" y="827722"/>
                  </a:lnTo>
                  <a:lnTo>
                    <a:pt x="2233638" y="825817"/>
                  </a:lnTo>
                  <a:lnTo>
                    <a:pt x="2240711" y="822032"/>
                  </a:lnTo>
                  <a:lnTo>
                    <a:pt x="2245918" y="816965"/>
                  </a:lnTo>
                  <a:lnTo>
                    <a:pt x="2249284" y="810602"/>
                  </a:lnTo>
                  <a:lnTo>
                    <a:pt x="2250783" y="802957"/>
                  </a:lnTo>
                  <a:lnTo>
                    <a:pt x="2248992" y="795312"/>
                  </a:lnTo>
                  <a:lnTo>
                    <a:pt x="2245347" y="788962"/>
                  </a:lnTo>
                  <a:lnTo>
                    <a:pt x="2239848" y="783882"/>
                  </a:lnTo>
                  <a:lnTo>
                    <a:pt x="2232495" y="780097"/>
                  </a:lnTo>
                  <a:lnTo>
                    <a:pt x="2961767" y="780097"/>
                  </a:lnTo>
                  <a:lnTo>
                    <a:pt x="2961767" y="774382"/>
                  </a:lnTo>
                  <a:lnTo>
                    <a:pt x="2222970" y="774382"/>
                  </a:lnTo>
                  <a:lnTo>
                    <a:pt x="2222970" y="820293"/>
                  </a:lnTo>
                  <a:lnTo>
                    <a:pt x="2218779" y="826579"/>
                  </a:lnTo>
                  <a:lnTo>
                    <a:pt x="2209635" y="826960"/>
                  </a:lnTo>
                  <a:lnTo>
                    <a:pt x="2203539" y="827722"/>
                  </a:lnTo>
                  <a:lnTo>
                    <a:pt x="2198205" y="825436"/>
                  </a:lnTo>
                  <a:lnTo>
                    <a:pt x="2185251" y="791337"/>
                  </a:lnTo>
                  <a:lnTo>
                    <a:pt x="2185276" y="791146"/>
                  </a:lnTo>
                  <a:lnTo>
                    <a:pt x="2186013" y="786765"/>
                  </a:lnTo>
                  <a:lnTo>
                    <a:pt x="2187918" y="784098"/>
                  </a:lnTo>
                  <a:lnTo>
                    <a:pt x="2190204" y="781431"/>
                  </a:lnTo>
                  <a:lnTo>
                    <a:pt x="2192871" y="780097"/>
                  </a:lnTo>
                  <a:lnTo>
                    <a:pt x="2208746" y="780097"/>
                  </a:lnTo>
                  <a:lnTo>
                    <a:pt x="2209635" y="780478"/>
                  </a:lnTo>
                  <a:lnTo>
                    <a:pt x="2218779" y="791146"/>
                  </a:lnTo>
                  <a:lnTo>
                    <a:pt x="2218842" y="791337"/>
                  </a:lnTo>
                  <a:lnTo>
                    <a:pt x="2221446" y="798576"/>
                  </a:lnTo>
                  <a:lnTo>
                    <a:pt x="2222208" y="808101"/>
                  </a:lnTo>
                  <a:lnTo>
                    <a:pt x="2222970" y="820293"/>
                  </a:lnTo>
                  <a:lnTo>
                    <a:pt x="2222970" y="774382"/>
                  </a:lnTo>
                  <a:lnTo>
                    <a:pt x="2202777" y="774382"/>
                  </a:lnTo>
                  <a:lnTo>
                    <a:pt x="2098014" y="774382"/>
                  </a:lnTo>
                  <a:lnTo>
                    <a:pt x="2098281" y="772960"/>
                  </a:lnTo>
                  <a:lnTo>
                    <a:pt x="2101240" y="768578"/>
                  </a:lnTo>
                  <a:lnTo>
                    <a:pt x="2106193" y="764959"/>
                  </a:lnTo>
                  <a:lnTo>
                    <a:pt x="2111718" y="760768"/>
                  </a:lnTo>
                  <a:lnTo>
                    <a:pt x="2114854" y="755904"/>
                  </a:lnTo>
                  <a:lnTo>
                    <a:pt x="2115616" y="750379"/>
                  </a:lnTo>
                  <a:lnTo>
                    <a:pt x="2114854" y="746760"/>
                  </a:lnTo>
                  <a:lnTo>
                    <a:pt x="2113140" y="743331"/>
                  </a:lnTo>
                  <a:lnTo>
                    <a:pt x="2110473" y="740092"/>
                  </a:lnTo>
                  <a:lnTo>
                    <a:pt x="2102472" y="731520"/>
                  </a:lnTo>
                  <a:lnTo>
                    <a:pt x="2099424" y="727519"/>
                  </a:lnTo>
                  <a:lnTo>
                    <a:pt x="2097709" y="724001"/>
                  </a:lnTo>
                  <a:lnTo>
                    <a:pt x="2097328" y="720953"/>
                  </a:lnTo>
                  <a:lnTo>
                    <a:pt x="2098281" y="715810"/>
                  </a:lnTo>
                  <a:lnTo>
                    <a:pt x="2101240" y="711428"/>
                  </a:lnTo>
                  <a:lnTo>
                    <a:pt x="2106193" y="707809"/>
                  </a:lnTo>
                  <a:lnTo>
                    <a:pt x="2111718" y="703618"/>
                  </a:lnTo>
                  <a:lnTo>
                    <a:pt x="2114854" y="698754"/>
                  </a:lnTo>
                  <a:lnTo>
                    <a:pt x="2115616" y="693229"/>
                  </a:lnTo>
                  <a:lnTo>
                    <a:pt x="2114854" y="689610"/>
                  </a:lnTo>
                  <a:lnTo>
                    <a:pt x="2113140" y="686181"/>
                  </a:lnTo>
                  <a:lnTo>
                    <a:pt x="2110473" y="682942"/>
                  </a:lnTo>
                  <a:lnTo>
                    <a:pt x="2102472" y="674370"/>
                  </a:lnTo>
                  <a:lnTo>
                    <a:pt x="2098471" y="674370"/>
                  </a:lnTo>
                  <a:lnTo>
                    <a:pt x="2101329" y="677227"/>
                  </a:lnTo>
                  <a:lnTo>
                    <a:pt x="2103145" y="680847"/>
                  </a:lnTo>
                  <a:lnTo>
                    <a:pt x="2089518" y="702183"/>
                  </a:lnTo>
                  <a:lnTo>
                    <a:pt x="2086381" y="706945"/>
                  </a:lnTo>
                  <a:lnTo>
                    <a:pt x="2085619" y="712660"/>
                  </a:lnTo>
                  <a:lnTo>
                    <a:pt x="2086381" y="716280"/>
                  </a:lnTo>
                  <a:lnTo>
                    <a:pt x="2088095" y="719709"/>
                  </a:lnTo>
                  <a:lnTo>
                    <a:pt x="2090762" y="722947"/>
                  </a:lnTo>
                  <a:lnTo>
                    <a:pt x="2098471" y="731520"/>
                  </a:lnTo>
                  <a:lnTo>
                    <a:pt x="2101329" y="734377"/>
                  </a:lnTo>
                  <a:lnTo>
                    <a:pt x="2103145" y="737997"/>
                  </a:lnTo>
                  <a:lnTo>
                    <a:pt x="2089518" y="759333"/>
                  </a:lnTo>
                  <a:lnTo>
                    <a:pt x="2086381" y="764095"/>
                  </a:lnTo>
                  <a:lnTo>
                    <a:pt x="2085619" y="769810"/>
                  </a:lnTo>
                  <a:lnTo>
                    <a:pt x="2086381" y="773430"/>
                  </a:lnTo>
                  <a:lnTo>
                    <a:pt x="2086851" y="774382"/>
                  </a:lnTo>
                  <a:lnTo>
                    <a:pt x="1971319" y="774382"/>
                  </a:lnTo>
                  <a:lnTo>
                    <a:pt x="1971319" y="0"/>
                  </a:lnTo>
                  <a:lnTo>
                    <a:pt x="1962746" y="0"/>
                  </a:lnTo>
                  <a:lnTo>
                    <a:pt x="1962746" y="774382"/>
                  </a:lnTo>
                  <a:lnTo>
                    <a:pt x="1958619" y="774382"/>
                  </a:lnTo>
                  <a:lnTo>
                    <a:pt x="1958619" y="780097"/>
                  </a:lnTo>
                  <a:lnTo>
                    <a:pt x="1962746" y="780097"/>
                  </a:lnTo>
                  <a:lnTo>
                    <a:pt x="1962746" y="831532"/>
                  </a:lnTo>
                  <a:lnTo>
                    <a:pt x="1958619" y="831532"/>
                  </a:lnTo>
                  <a:lnTo>
                    <a:pt x="1958619" y="837247"/>
                  </a:lnTo>
                  <a:lnTo>
                    <a:pt x="1962746" y="837247"/>
                  </a:lnTo>
                  <a:lnTo>
                    <a:pt x="1962746" y="888682"/>
                  </a:lnTo>
                  <a:lnTo>
                    <a:pt x="1958619" y="888682"/>
                  </a:lnTo>
                  <a:lnTo>
                    <a:pt x="1958619" y="894397"/>
                  </a:lnTo>
                  <a:lnTo>
                    <a:pt x="1962746" y="894397"/>
                  </a:lnTo>
                  <a:lnTo>
                    <a:pt x="1962746" y="945832"/>
                  </a:lnTo>
                  <a:lnTo>
                    <a:pt x="1958619" y="945832"/>
                  </a:lnTo>
                  <a:lnTo>
                    <a:pt x="1958619" y="951547"/>
                  </a:lnTo>
                  <a:lnTo>
                    <a:pt x="1962746" y="951547"/>
                  </a:lnTo>
                  <a:lnTo>
                    <a:pt x="1962746" y="1002982"/>
                  </a:lnTo>
                  <a:lnTo>
                    <a:pt x="1958619" y="1002982"/>
                  </a:lnTo>
                  <a:lnTo>
                    <a:pt x="1958619" y="1008697"/>
                  </a:lnTo>
                  <a:lnTo>
                    <a:pt x="1962746" y="1008697"/>
                  </a:lnTo>
                  <a:lnTo>
                    <a:pt x="1971319" y="1008697"/>
                  </a:lnTo>
                  <a:lnTo>
                    <a:pt x="3021203" y="1008697"/>
                  </a:lnTo>
                  <a:lnTo>
                    <a:pt x="30212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158982" y="5503069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3" name="object 183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373653" y="5503069"/>
              <a:ext cx="144238" cy="82010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6568692" y="5503069"/>
              <a:ext cx="571500" cy="0"/>
            </a:xfrm>
            <a:custGeom>
              <a:avLst/>
              <a:gdLst/>
              <a:ahLst/>
              <a:cxnLst/>
              <a:rect l="l" t="t" r="r" b="b"/>
              <a:pathLst>
                <a:path w="571500">
                  <a:moveTo>
                    <a:pt x="0" y="0"/>
                  </a:moveTo>
                  <a:lnTo>
                    <a:pt x="38100" y="0"/>
                  </a:lnTo>
                </a:path>
                <a:path w="571500">
                  <a:moveTo>
                    <a:pt x="88900" y="0"/>
                  </a:moveTo>
                  <a:lnTo>
                    <a:pt x="127000" y="0"/>
                  </a:lnTo>
                </a:path>
                <a:path w="571500">
                  <a:moveTo>
                    <a:pt x="177800" y="0"/>
                  </a:moveTo>
                  <a:lnTo>
                    <a:pt x="215900" y="0"/>
                  </a:lnTo>
                </a:path>
                <a:path w="571500">
                  <a:moveTo>
                    <a:pt x="266700" y="0"/>
                  </a:moveTo>
                  <a:lnTo>
                    <a:pt x="304800" y="0"/>
                  </a:lnTo>
                </a:path>
                <a:path w="571500">
                  <a:moveTo>
                    <a:pt x="355600" y="0"/>
                  </a:moveTo>
                  <a:lnTo>
                    <a:pt x="393700" y="0"/>
                  </a:lnTo>
                </a:path>
                <a:path w="571500">
                  <a:moveTo>
                    <a:pt x="444500" y="0"/>
                  </a:moveTo>
                  <a:lnTo>
                    <a:pt x="482600" y="0"/>
                  </a:lnTo>
                </a:path>
                <a:path w="571500">
                  <a:moveTo>
                    <a:pt x="533400" y="0"/>
                  </a:moveTo>
                  <a:lnTo>
                    <a:pt x="57150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2230873" y="6401161"/>
              <a:ext cx="1717675" cy="305435"/>
            </a:xfrm>
            <a:custGeom>
              <a:avLst/>
              <a:gdLst/>
              <a:ahLst/>
              <a:cxnLst/>
              <a:rect l="l" t="t" r="r" b="b"/>
              <a:pathLst>
                <a:path w="1717675" h="305434">
                  <a:moveTo>
                    <a:pt x="0" y="304914"/>
                  </a:moveTo>
                  <a:lnTo>
                    <a:pt x="48102" y="269845"/>
                  </a:lnTo>
                  <a:lnTo>
                    <a:pt x="90476" y="250770"/>
                  </a:lnTo>
                  <a:lnTo>
                    <a:pt x="145066" y="230669"/>
                  </a:lnTo>
                  <a:lnTo>
                    <a:pt x="211871" y="209542"/>
                  </a:lnTo>
                  <a:lnTo>
                    <a:pt x="290891" y="187389"/>
                  </a:lnTo>
                  <a:lnTo>
                    <a:pt x="333855" y="176211"/>
                  </a:lnTo>
                  <a:lnTo>
                    <a:pt x="378285" y="165166"/>
                  </a:lnTo>
                  <a:lnTo>
                    <a:pt x="424180" y="154255"/>
                  </a:lnTo>
                  <a:lnTo>
                    <a:pt x="471540" y="143477"/>
                  </a:lnTo>
                  <a:lnTo>
                    <a:pt x="520366" y="132833"/>
                  </a:lnTo>
                  <a:lnTo>
                    <a:pt x="570657" y="122322"/>
                  </a:lnTo>
                  <a:lnTo>
                    <a:pt x="622413" y="111945"/>
                  </a:lnTo>
                  <a:lnTo>
                    <a:pt x="675634" y="101701"/>
                  </a:lnTo>
                  <a:lnTo>
                    <a:pt x="730321" y="91591"/>
                  </a:lnTo>
                  <a:lnTo>
                    <a:pt x="786474" y="81614"/>
                  </a:lnTo>
                  <a:lnTo>
                    <a:pt x="844091" y="71770"/>
                  </a:lnTo>
                  <a:lnTo>
                    <a:pt x="901769" y="62755"/>
                  </a:lnTo>
                  <a:lnTo>
                    <a:pt x="958102" y="54334"/>
                  </a:lnTo>
                  <a:lnTo>
                    <a:pt x="1013091" y="46508"/>
                  </a:lnTo>
                  <a:lnTo>
                    <a:pt x="1066734" y="39278"/>
                  </a:lnTo>
                  <a:lnTo>
                    <a:pt x="1119033" y="32642"/>
                  </a:lnTo>
                  <a:lnTo>
                    <a:pt x="1169988" y="26602"/>
                  </a:lnTo>
                  <a:lnTo>
                    <a:pt x="1219598" y="21157"/>
                  </a:lnTo>
                  <a:lnTo>
                    <a:pt x="1267862" y="16307"/>
                  </a:lnTo>
                  <a:lnTo>
                    <a:pt x="1314783" y="12052"/>
                  </a:lnTo>
                  <a:lnTo>
                    <a:pt x="1360358" y="8392"/>
                  </a:lnTo>
                  <a:lnTo>
                    <a:pt x="1404589" y="5328"/>
                  </a:lnTo>
                  <a:lnTo>
                    <a:pt x="1486446" y="1207"/>
                  </a:lnTo>
                  <a:lnTo>
                    <a:pt x="1556413" y="0"/>
                  </a:lnTo>
                  <a:lnTo>
                    <a:pt x="1614489" y="1706"/>
                  </a:lnTo>
                  <a:lnTo>
                    <a:pt x="1660675" y="6326"/>
                  </a:lnTo>
                  <a:lnTo>
                    <a:pt x="1694970" y="13860"/>
                  </a:lnTo>
                  <a:lnTo>
                    <a:pt x="1717374" y="24308"/>
                  </a:lnTo>
                  <a:lnTo>
                    <a:pt x="1694970" y="14046"/>
                  </a:lnTo>
                  <a:lnTo>
                    <a:pt x="1660675" y="6798"/>
                  </a:lnTo>
                  <a:lnTo>
                    <a:pt x="1614489" y="2562"/>
                  </a:lnTo>
                  <a:lnTo>
                    <a:pt x="1556413" y="1339"/>
                  </a:lnTo>
                  <a:lnTo>
                    <a:pt x="1486446" y="3128"/>
                  </a:lnTo>
                  <a:lnTo>
                    <a:pt x="1404589" y="7930"/>
                  </a:lnTo>
                  <a:lnTo>
                    <a:pt x="1360358" y="11360"/>
                  </a:lnTo>
                  <a:lnTo>
                    <a:pt x="1314783" y="15393"/>
                  </a:lnTo>
                  <a:lnTo>
                    <a:pt x="1267862" y="20029"/>
                  </a:lnTo>
                  <a:lnTo>
                    <a:pt x="1219598" y="25266"/>
                  </a:lnTo>
                  <a:lnTo>
                    <a:pt x="1169988" y="31106"/>
                  </a:lnTo>
                  <a:lnTo>
                    <a:pt x="1119033" y="37548"/>
                  </a:lnTo>
                  <a:lnTo>
                    <a:pt x="1066734" y="44592"/>
                  </a:lnTo>
                  <a:lnTo>
                    <a:pt x="1013091" y="52239"/>
                  </a:lnTo>
                  <a:lnTo>
                    <a:pt x="958102" y="60488"/>
                  </a:lnTo>
                  <a:lnTo>
                    <a:pt x="901769" y="69339"/>
                  </a:lnTo>
                  <a:lnTo>
                    <a:pt x="786474" y="88157"/>
                  </a:lnTo>
                  <a:lnTo>
                    <a:pt x="730321" y="97667"/>
                  </a:lnTo>
                  <a:lnTo>
                    <a:pt x="675634" y="107322"/>
                  </a:lnTo>
                  <a:lnTo>
                    <a:pt x="622413" y="117123"/>
                  </a:lnTo>
                  <a:lnTo>
                    <a:pt x="570657" y="127070"/>
                  </a:lnTo>
                  <a:lnTo>
                    <a:pt x="520366" y="137162"/>
                  </a:lnTo>
                  <a:lnTo>
                    <a:pt x="471540" y="147400"/>
                  </a:lnTo>
                  <a:lnTo>
                    <a:pt x="424180" y="157784"/>
                  </a:lnTo>
                  <a:lnTo>
                    <a:pt x="378285" y="168313"/>
                  </a:lnTo>
                  <a:lnTo>
                    <a:pt x="333855" y="178988"/>
                  </a:lnTo>
                  <a:lnTo>
                    <a:pt x="290891" y="189809"/>
                  </a:lnTo>
                  <a:lnTo>
                    <a:pt x="211871" y="211305"/>
                  </a:lnTo>
                  <a:lnTo>
                    <a:pt x="145066" y="231876"/>
                  </a:lnTo>
                  <a:lnTo>
                    <a:pt x="90476" y="251523"/>
                  </a:lnTo>
                  <a:lnTo>
                    <a:pt x="48102" y="270245"/>
                  </a:lnTo>
                  <a:lnTo>
                    <a:pt x="17943" y="288042"/>
                  </a:lnTo>
                  <a:lnTo>
                    <a:pt x="0" y="304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2230873" y="6401161"/>
              <a:ext cx="1717675" cy="305435"/>
            </a:xfrm>
            <a:custGeom>
              <a:avLst/>
              <a:gdLst/>
              <a:ahLst/>
              <a:cxnLst/>
              <a:rect l="l" t="t" r="r" b="b"/>
              <a:pathLst>
                <a:path w="1717675" h="305434">
                  <a:moveTo>
                    <a:pt x="0" y="304914"/>
                  </a:moveTo>
                  <a:lnTo>
                    <a:pt x="48102" y="270245"/>
                  </a:lnTo>
                  <a:lnTo>
                    <a:pt x="90476" y="251523"/>
                  </a:lnTo>
                  <a:lnTo>
                    <a:pt x="145066" y="231876"/>
                  </a:lnTo>
                  <a:lnTo>
                    <a:pt x="211871" y="211305"/>
                  </a:lnTo>
                  <a:lnTo>
                    <a:pt x="290891" y="189809"/>
                  </a:lnTo>
                  <a:lnTo>
                    <a:pt x="333855" y="178988"/>
                  </a:lnTo>
                  <a:lnTo>
                    <a:pt x="378285" y="168313"/>
                  </a:lnTo>
                  <a:lnTo>
                    <a:pt x="424180" y="157784"/>
                  </a:lnTo>
                  <a:lnTo>
                    <a:pt x="471540" y="147400"/>
                  </a:lnTo>
                  <a:lnTo>
                    <a:pt x="520366" y="137162"/>
                  </a:lnTo>
                  <a:lnTo>
                    <a:pt x="570657" y="127070"/>
                  </a:lnTo>
                  <a:lnTo>
                    <a:pt x="622413" y="117123"/>
                  </a:lnTo>
                  <a:lnTo>
                    <a:pt x="675634" y="107322"/>
                  </a:lnTo>
                  <a:lnTo>
                    <a:pt x="730321" y="97667"/>
                  </a:lnTo>
                  <a:lnTo>
                    <a:pt x="786474" y="88157"/>
                  </a:lnTo>
                  <a:lnTo>
                    <a:pt x="844091" y="78793"/>
                  </a:lnTo>
                  <a:lnTo>
                    <a:pt x="901769" y="69339"/>
                  </a:lnTo>
                  <a:lnTo>
                    <a:pt x="958102" y="60488"/>
                  </a:lnTo>
                  <a:lnTo>
                    <a:pt x="1013091" y="52239"/>
                  </a:lnTo>
                  <a:lnTo>
                    <a:pt x="1066734" y="44592"/>
                  </a:lnTo>
                  <a:lnTo>
                    <a:pt x="1119033" y="37548"/>
                  </a:lnTo>
                  <a:lnTo>
                    <a:pt x="1169988" y="31106"/>
                  </a:lnTo>
                  <a:lnTo>
                    <a:pt x="1219598" y="25266"/>
                  </a:lnTo>
                  <a:lnTo>
                    <a:pt x="1267862" y="20029"/>
                  </a:lnTo>
                  <a:lnTo>
                    <a:pt x="1314783" y="15393"/>
                  </a:lnTo>
                  <a:lnTo>
                    <a:pt x="1360358" y="11360"/>
                  </a:lnTo>
                  <a:lnTo>
                    <a:pt x="1404589" y="7930"/>
                  </a:lnTo>
                  <a:lnTo>
                    <a:pt x="1486446" y="3128"/>
                  </a:lnTo>
                  <a:lnTo>
                    <a:pt x="1556413" y="1339"/>
                  </a:lnTo>
                  <a:lnTo>
                    <a:pt x="1614489" y="2562"/>
                  </a:lnTo>
                  <a:lnTo>
                    <a:pt x="1660675" y="6798"/>
                  </a:lnTo>
                  <a:lnTo>
                    <a:pt x="1694970" y="14046"/>
                  </a:lnTo>
                  <a:lnTo>
                    <a:pt x="1717374" y="24308"/>
                  </a:lnTo>
                  <a:lnTo>
                    <a:pt x="1694970" y="13860"/>
                  </a:lnTo>
                  <a:lnTo>
                    <a:pt x="1660675" y="6326"/>
                  </a:lnTo>
                  <a:lnTo>
                    <a:pt x="1614489" y="1706"/>
                  </a:lnTo>
                  <a:lnTo>
                    <a:pt x="1556413" y="0"/>
                  </a:lnTo>
                  <a:lnTo>
                    <a:pt x="1486446" y="1207"/>
                  </a:lnTo>
                  <a:lnTo>
                    <a:pt x="1404589" y="5328"/>
                  </a:lnTo>
                  <a:lnTo>
                    <a:pt x="1360358" y="8392"/>
                  </a:lnTo>
                  <a:lnTo>
                    <a:pt x="1314783" y="12052"/>
                  </a:lnTo>
                  <a:lnTo>
                    <a:pt x="1267862" y="16307"/>
                  </a:lnTo>
                  <a:lnTo>
                    <a:pt x="1219598" y="21157"/>
                  </a:lnTo>
                  <a:lnTo>
                    <a:pt x="1169988" y="26602"/>
                  </a:lnTo>
                  <a:lnTo>
                    <a:pt x="1119033" y="32642"/>
                  </a:lnTo>
                  <a:lnTo>
                    <a:pt x="1066734" y="39278"/>
                  </a:lnTo>
                  <a:lnTo>
                    <a:pt x="1013091" y="46508"/>
                  </a:lnTo>
                  <a:lnTo>
                    <a:pt x="958102" y="54334"/>
                  </a:lnTo>
                  <a:lnTo>
                    <a:pt x="901769" y="62755"/>
                  </a:lnTo>
                  <a:lnTo>
                    <a:pt x="844091" y="71770"/>
                  </a:lnTo>
                  <a:lnTo>
                    <a:pt x="786474" y="81614"/>
                  </a:lnTo>
                  <a:lnTo>
                    <a:pt x="730321" y="91591"/>
                  </a:lnTo>
                  <a:lnTo>
                    <a:pt x="675634" y="101701"/>
                  </a:lnTo>
                  <a:lnTo>
                    <a:pt x="622413" y="111945"/>
                  </a:lnTo>
                  <a:lnTo>
                    <a:pt x="570657" y="122322"/>
                  </a:lnTo>
                  <a:lnTo>
                    <a:pt x="520366" y="132833"/>
                  </a:lnTo>
                  <a:lnTo>
                    <a:pt x="471540" y="143477"/>
                  </a:lnTo>
                  <a:lnTo>
                    <a:pt x="424180" y="154255"/>
                  </a:lnTo>
                  <a:lnTo>
                    <a:pt x="378285" y="165166"/>
                  </a:lnTo>
                  <a:lnTo>
                    <a:pt x="333855" y="176211"/>
                  </a:lnTo>
                  <a:lnTo>
                    <a:pt x="290891" y="187389"/>
                  </a:lnTo>
                  <a:lnTo>
                    <a:pt x="211871" y="209542"/>
                  </a:lnTo>
                  <a:lnTo>
                    <a:pt x="145066" y="230669"/>
                  </a:lnTo>
                  <a:lnTo>
                    <a:pt x="90476" y="250770"/>
                  </a:lnTo>
                  <a:lnTo>
                    <a:pt x="48102" y="269845"/>
                  </a:lnTo>
                  <a:lnTo>
                    <a:pt x="17943" y="287893"/>
                  </a:lnTo>
                  <a:lnTo>
                    <a:pt x="0" y="30491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7" name="object 187"/>
          <p:cNvSpPr txBox="1"/>
          <p:nvPr/>
        </p:nvSpPr>
        <p:spPr>
          <a:xfrm>
            <a:off x="266700" y="5566568"/>
            <a:ext cx="16827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latin typeface="Bauer Bodoni Std Bold Cond" panose="02070903080706020303" pitchFamily="18" charset="77"/>
                <a:cs typeface="Source Serif 4"/>
              </a:rPr>
              <a:t>186</a:t>
            </a:r>
            <a:endParaRPr sz="750" b="1">
              <a:latin typeface="Bauer Bodoni Std Bold Cond" panose="02070903080706020303" pitchFamily="18" charset="77"/>
              <a:cs typeface="Source Serif 4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2152451" y="7074375"/>
            <a:ext cx="49904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977130" algn="l"/>
              </a:tabLst>
            </a:pPr>
            <a:r>
              <a:rPr sz="800" b="1" dirty="0">
                <a:latin typeface="Bauer Bodoni Std Bold Cond" panose="02070903080706020303" pitchFamily="18" charset="77"/>
                <a:cs typeface="Source Serif 4"/>
              </a:rPr>
              <a:t>rit.</a:t>
            </a:r>
            <a:r>
              <a:rPr sz="800" b="1" spc="210" dirty="0">
                <a:latin typeface="Bauer Bodoni Std Bold Cond" panose="02070903080706020303" pitchFamily="18" charset="77"/>
                <a:cs typeface="Source Serif 4"/>
              </a:rPr>
              <a:t> </a:t>
            </a:r>
            <a:r>
              <a:rPr sz="800" b="1" u="dash" dirty="0">
                <a:uFill>
                  <a:solidFill>
                    <a:srgbClr val="000000"/>
                  </a:solidFill>
                </a:uFill>
                <a:latin typeface="Bauer Bodoni Std Bold Cond" panose="02070903080706020303" pitchFamily="18" charset="77"/>
                <a:cs typeface="Times New Roman"/>
              </a:rPr>
              <a:t>	</a:t>
            </a:r>
            <a:endParaRPr sz="800" b="1">
              <a:latin typeface="Bauer Bodoni Std Bold Cond" panose="02070903080706020303" pitchFamily="18" charset="77"/>
              <a:cs typeface="Times New Roman"/>
            </a:endParaRPr>
          </a:p>
        </p:txBody>
      </p:sp>
      <p:grpSp>
        <p:nvGrpSpPr>
          <p:cNvPr id="189" name="object 189"/>
          <p:cNvGrpSpPr/>
          <p:nvPr/>
        </p:nvGrpSpPr>
        <p:grpSpPr>
          <a:xfrm>
            <a:off x="4293365" y="6237344"/>
            <a:ext cx="1724025" cy="453390"/>
            <a:chOff x="4293365" y="6237344"/>
            <a:chExt cx="1724025" cy="453390"/>
          </a:xfrm>
        </p:grpSpPr>
        <p:sp>
          <p:nvSpPr>
            <p:cNvPr id="190" name="object 190"/>
            <p:cNvSpPr/>
            <p:nvPr/>
          </p:nvSpPr>
          <p:spPr>
            <a:xfrm>
              <a:off x="4296540" y="6240519"/>
              <a:ext cx="1717675" cy="447040"/>
            </a:xfrm>
            <a:custGeom>
              <a:avLst/>
              <a:gdLst/>
              <a:ahLst/>
              <a:cxnLst/>
              <a:rect l="l" t="t" r="r" b="b"/>
              <a:pathLst>
                <a:path w="1717675" h="447040">
                  <a:moveTo>
                    <a:pt x="0" y="446697"/>
                  </a:moveTo>
                  <a:lnTo>
                    <a:pt x="45491" y="407531"/>
                  </a:lnTo>
                  <a:lnTo>
                    <a:pt x="86759" y="384756"/>
                  </a:lnTo>
                  <a:lnTo>
                    <a:pt x="140376" y="359854"/>
                  </a:lnTo>
                  <a:lnTo>
                    <a:pt x="206341" y="332824"/>
                  </a:lnTo>
                  <a:lnTo>
                    <a:pt x="284655" y="303666"/>
                  </a:lnTo>
                  <a:lnTo>
                    <a:pt x="327312" y="288676"/>
                  </a:lnTo>
                  <a:lnTo>
                    <a:pt x="371472" y="273687"/>
                  </a:lnTo>
                  <a:lnTo>
                    <a:pt x="417135" y="258699"/>
                  </a:lnTo>
                  <a:lnTo>
                    <a:pt x="464300" y="243711"/>
                  </a:lnTo>
                  <a:lnTo>
                    <a:pt x="512969" y="228724"/>
                  </a:lnTo>
                  <a:lnTo>
                    <a:pt x="563140" y="213737"/>
                  </a:lnTo>
                  <a:lnTo>
                    <a:pt x="614814" y="198751"/>
                  </a:lnTo>
                  <a:lnTo>
                    <a:pt x="667991" y="183766"/>
                  </a:lnTo>
                  <a:lnTo>
                    <a:pt x="722670" y="168781"/>
                  </a:lnTo>
                  <a:lnTo>
                    <a:pt x="778853" y="153797"/>
                  </a:lnTo>
                  <a:lnTo>
                    <a:pt x="836538" y="138813"/>
                  </a:lnTo>
                  <a:lnTo>
                    <a:pt x="894315" y="124640"/>
                  </a:lnTo>
                  <a:lnTo>
                    <a:pt x="950772" y="111184"/>
                  </a:lnTo>
                  <a:lnTo>
                    <a:pt x="1005910" y="98445"/>
                  </a:lnTo>
                  <a:lnTo>
                    <a:pt x="1059727" y="86421"/>
                  </a:lnTo>
                  <a:lnTo>
                    <a:pt x="1112225" y="75114"/>
                  </a:lnTo>
                  <a:lnTo>
                    <a:pt x="1163403" y="64523"/>
                  </a:lnTo>
                  <a:lnTo>
                    <a:pt x="1213261" y="54649"/>
                  </a:lnTo>
                  <a:lnTo>
                    <a:pt x="1261800" y="45491"/>
                  </a:lnTo>
                  <a:lnTo>
                    <a:pt x="1309018" y="37050"/>
                  </a:lnTo>
                  <a:lnTo>
                    <a:pt x="1354917" y="29325"/>
                  </a:lnTo>
                  <a:lnTo>
                    <a:pt x="1399496" y="22316"/>
                  </a:lnTo>
                  <a:lnTo>
                    <a:pt x="1482115" y="10898"/>
                  </a:lnTo>
                  <a:lnTo>
                    <a:pt x="1552879" y="3459"/>
                  </a:lnTo>
                  <a:lnTo>
                    <a:pt x="1611787" y="0"/>
                  </a:lnTo>
                  <a:lnTo>
                    <a:pt x="1658838" y="520"/>
                  </a:lnTo>
                  <a:lnTo>
                    <a:pt x="1694034" y="5020"/>
                  </a:lnTo>
                  <a:lnTo>
                    <a:pt x="1717374" y="13500"/>
                  </a:lnTo>
                  <a:lnTo>
                    <a:pt x="1694034" y="5214"/>
                  </a:lnTo>
                  <a:lnTo>
                    <a:pt x="1658838" y="1007"/>
                  </a:lnTo>
                  <a:lnTo>
                    <a:pt x="1611787" y="878"/>
                  </a:lnTo>
                  <a:lnTo>
                    <a:pt x="1552879" y="4827"/>
                  </a:lnTo>
                  <a:lnTo>
                    <a:pt x="1482115" y="12855"/>
                  </a:lnTo>
                  <a:lnTo>
                    <a:pt x="1399496" y="24961"/>
                  </a:lnTo>
                  <a:lnTo>
                    <a:pt x="1354917" y="32337"/>
                  </a:lnTo>
                  <a:lnTo>
                    <a:pt x="1309018" y="40435"/>
                  </a:lnTo>
                  <a:lnTo>
                    <a:pt x="1261800" y="49254"/>
                  </a:lnTo>
                  <a:lnTo>
                    <a:pt x="1213261" y="58794"/>
                  </a:lnTo>
                  <a:lnTo>
                    <a:pt x="1163403" y="69056"/>
                  </a:lnTo>
                  <a:lnTo>
                    <a:pt x="1112225" y="80039"/>
                  </a:lnTo>
                  <a:lnTo>
                    <a:pt x="1059727" y="91743"/>
                  </a:lnTo>
                  <a:lnTo>
                    <a:pt x="1005910" y="104169"/>
                  </a:lnTo>
                  <a:lnTo>
                    <a:pt x="950772" y="117315"/>
                  </a:lnTo>
                  <a:lnTo>
                    <a:pt x="894315" y="131183"/>
                  </a:lnTo>
                  <a:lnTo>
                    <a:pt x="778853" y="160276"/>
                  </a:lnTo>
                  <a:lnTo>
                    <a:pt x="722670" y="174793"/>
                  </a:lnTo>
                  <a:lnTo>
                    <a:pt x="667991" y="189323"/>
                  </a:lnTo>
                  <a:lnTo>
                    <a:pt x="614814" y="203866"/>
                  </a:lnTo>
                  <a:lnTo>
                    <a:pt x="563140" y="218422"/>
                  </a:lnTo>
                  <a:lnTo>
                    <a:pt x="512969" y="232992"/>
                  </a:lnTo>
                  <a:lnTo>
                    <a:pt x="464300" y="247574"/>
                  </a:lnTo>
                  <a:lnTo>
                    <a:pt x="417135" y="262169"/>
                  </a:lnTo>
                  <a:lnTo>
                    <a:pt x="371472" y="276778"/>
                  </a:lnTo>
                  <a:lnTo>
                    <a:pt x="327312" y="291399"/>
                  </a:lnTo>
                  <a:lnTo>
                    <a:pt x="284655" y="306034"/>
                  </a:lnTo>
                  <a:lnTo>
                    <a:pt x="206341" y="334540"/>
                  </a:lnTo>
                  <a:lnTo>
                    <a:pt x="140376" y="361022"/>
                  </a:lnTo>
                  <a:lnTo>
                    <a:pt x="86759" y="385478"/>
                  </a:lnTo>
                  <a:lnTo>
                    <a:pt x="45491" y="407909"/>
                  </a:lnTo>
                  <a:lnTo>
                    <a:pt x="16571" y="428316"/>
                  </a:lnTo>
                  <a:lnTo>
                    <a:pt x="0" y="446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4296540" y="6240519"/>
              <a:ext cx="1717675" cy="447040"/>
            </a:xfrm>
            <a:custGeom>
              <a:avLst/>
              <a:gdLst/>
              <a:ahLst/>
              <a:cxnLst/>
              <a:rect l="l" t="t" r="r" b="b"/>
              <a:pathLst>
                <a:path w="1717675" h="447040">
                  <a:moveTo>
                    <a:pt x="0" y="446697"/>
                  </a:moveTo>
                  <a:lnTo>
                    <a:pt x="45491" y="407909"/>
                  </a:lnTo>
                  <a:lnTo>
                    <a:pt x="86759" y="385478"/>
                  </a:lnTo>
                  <a:lnTo>
                    <a:pt x="140376" y="361022"/>
                  </a:lnTo>
                  <a:lnTo>
                    <a:pt x="206341" y="334540"/>
                  </a:lnTo>
                  <a:lnTo>
                    <a:pt x="284655" y="306034"/>
                  </a:lnTo>
                  <a:lnTo>
                    <a:pt x="327312" y="291399"/>
                  </a:lnTo>
                  <a:lnTo>
                    <a:pt x="371472" y="276778"/>
                  </a:lnTo>
                  <a:lnTo>
                    <a:pt x="417135" y="262169"/>
                  </a:lnTo>
                  <a:lnTo>
                    <a:pt x="464300" y="247574"/>
                  </a:lnTo>
                  <a:lnTo>
                    <a:pt x="512969" y="232992"/>
                  </a:lnTo>
                  <a:lnTo>
                    <a:pt x="563140" y="218422"/>
                  </a:lnTo>
                  <a:lnTo>
                    <a:pt x="614814" y="203866"/>
                  </a:lnTo>
                  <a:lnTo>
                    <a:pt x="667991" y="189323"/>
                  </a:lnTo>
                  <a:lnTo>
                    <a:pt x="722670" y="174793"/>
                  </a:lnTo>
                  <a:lnTo>
                    <a:pt x="778853" y="160276"/>
                  </a:lnTo>
                  <a:lnTo>
                    <a:pt x="836538" y="145772"/>
                  </a:lnTo>
                  <a:lnTo>
                    <a:pt x="894315" y="131183"/>
                  </a:lnTo>
                  <a:lnTo>
                    <a:pt x="950772" y="117315"/>
                  </a:lnTo>
                  <a:lnTo>
                    <a:pt x="1005910" y="104169"/>
                  </a:lnTo>
                  <a:lnTo>
                    <a:pt x="1059727" y="91743"/>
                  </a:lnTo>
                  <a:lnTo>
                    <a:pt x="1112225" y="80039"/>
                  </a:lnTo>
                  <a:lnTo>
                    <a:pt x="1163403" y="69056"/>
                  </a:lnTo>
                  <a:lnTo>
                    <a:pt x="1213261" y="58794"/>
                  </a:lnTo>
                  <a:lnTo>
                    <a:pt x="1261800" y="49254"/>
                  </a:lnTo>
                  <a:lnTo>
                    <a:pt x="1309018" y="40435"/>
                  </a:lnTo>
                  <a:lnTo>
                    <a:pt x="1354917" y="32337"/>
                  </a:lnTo>
                  <a:lnTo>
                    <a:pt x="1399496" y="24961"/>
                  </a:lnTo>
                  <a:lnTo>
                    <a:pt x="1482115" y="12855"/>
                  </a:lnTo>
                  <a:lnTo>
                    <a:pt x="1552879" y="4827"/>
                  </a:lnTo>
                  <a:lnTo>
                    <a:pt x="1611787" y="878"/>
                  </a:lnTo>
                  <a:lnTo>
                    <a:pt x="1658838" y="1007"/>
                  </a:lnTo>
                  <a:lnTo>
                    <a:pt x="1694034" y="5214"/>
                  </a:lnTo>
                  <a:lnTo>
                    <a:pt x="1717374" y="13500"/>
                  </a:lnTo>
                  <a:lnTo>
                    <a:pt x="1694034" y="5020"/>
                  </a:lnTo>
                  <a:lnTo>
                    <a:pt x="1658838" y="520"/>
                  </a:lnTo>
                  <a:lnTo>
                    <a:pt x="1611787" y="0"/>
                  </a:lnTo>
                  <a:lnTo>
                    <a:pt x="1552879" y="3459"/>
                  </a:lnTo>
                  <a:lnTo>
                    <a:pt x="1482115" y="10898"/>
                  </a:lnTo>
                  <a:lnTo>
                    <a:pt x="1399496" y="22316"/>
                  </a:lnTo>
                  <a:lnTo>
                    <a:pt x="1354917" y="29325"/>
                  </a:lnTo>
                  <a:lnTo>
                    <a:pt x="1309018" y="37050"/>
                  </a:lnTo>
                  <a:lnTo>
                    <a:pt x="1261800" y="45491"/>
                  </a:lnTo>
                  <a:lnTo>
                    <a:pt x="1213261" y="54649"/>
                  </a:lnTo>
                  <a:lnTo>
                    <a:pt x="1163403" y="64523"/>
                  </a:lnTo>
                  <a:lnTo>
                    <a:pt x="1112225" y="75114"/>
                  </a:lnTo>
                  <a:lnTo>
                    <a:pt x="1059727" y="86421"/>
                  </a:lnTo>
                  <a:lnTo>
                    <a:pt x="1005910" y="98445"/>
                  </a:lnTo>
                  <a:lnTo>
                    <a:pt x="950772" y="111184"/>
                  </a:lnTo>
                  <a:lnTo>
                    <a:pt x="894315" y="124640"/>
                  </a:lnTo>
                  <a:lnTo>
                    <a:pt x="836538" y="138813"/>
                  </a:lnTo>
                  <a:lnTo>
                    <a:pt x="778853" y="153797"/>
                  </a:lnTo>
                  <a:lnTo>
                    <a:pt x="722670" y="168781"/>
                  </a:lnTo>
                  <a:lnTo>
                    <a:pt x="667991" y="183766"/>
                  </a:lnTo>
                  <a:lnTo>
                    <a:pt x="614814" y="198751"/>
                  </a:lnTo>
                  <a:lnTo>
                    <a:pt x="563140" y="213737"/>
                  </a:lnTo>
                  <a:lnTo>
                    <a:pt x="512969" y="228724"/>
                  </a:lnTo>
                  <a:lnTo>
                    <a:pt x="464300" y="243711"/>
                  </a:lnTo>
                  <a:lnTo>
                    <a:pt x="417135" y="258699"/>
                  </a:lnTo>
                  <a:lnTo>
                    <a:pt x="371472" y="273687"/>
                  </a:lnTo>
                  <a:lnTo>
                    <a:pt x="327312" y="288676"/>
                  </a:lnTo>
                  <a:lnTo>
                    <a:pt x="284655" y="303666"/>
                  </a:lnTo>
                  <a:lnTo>
                    <a:pt x="206341" y="332824"/>
                  </a:lnTo>
                  <a:lnTo>
                    <a:pt x="140376" y="359854"/>
                  </a:lnTo>
                  <a:lnTo>
                    <a:pt x="86759" y="384756"/>
                  </a:lnTo>
                  <a:lnTo>
                    <a:pt x="45491" y="407531"/>
                  </a:lnTo>
                  <a:lnTo>
                    <a:pt x="16571" y="428178"/>
                  </a:lnTo>
                  <a:lnTo>
                    <a:pt x="0" y="44669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2" name="object 6">
            <a:extLst>
              <a:ext uri="{FF2B5EF4-FFF2-40B4-BE49-F238E27FC236}">
                <a16:creationId xmlns:a16="http://schemas.microsoft.com/office/drawing/2014/main" id="{200E95D8-5FDB-7255-5419-9FCD9D935A47}"/>
              </a:ext>
            </a:extLst>
          </p:cNvPr>
          <p:cNvSpPr txBox="1"/>
          <p:nvPr/>
        </p:nvSpPr>
        <p:spPr>
          <a:xfrm>
            <a:off x="2535336" y="10145900"/>
            <a:ext cx="2489835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Bauer Bodoni Std" panose="02070603080706020303" pitchFamily="18" charset="77"/>
                <a:cs typeface="Georgia"/>
              </a:rPr>
              <a:t>Composed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by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Martin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He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spc="-40" dirty="0">
                <a:latin typeface="Bauer Bodoni Std" panose="02070603080706020303" pitchFamily="18" charset="77"/>
                <a:cs typeface="Georgia"/>
              </a:rPr>
              <a:t>(2026)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for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Giuseppe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dirty="0">
                <a:latin typeface="Bauer Bodoni Std" panose="02070603080706020303" pitchFamily="18" charset="77"/>
                <a:cs typeface="Georgia"/>
              </a:rPr>
              <a:t>Bruni.</a:t>
            </a:r>
            <a:r>
              <a:rPr sz="600" spc="-5" dirty="0">
                <a:latin typeface="Bauer Bodoni Std" panose="02070603080706020303" pitchFamily="18" charset="77"/>
                <a:cs typeface="Georgia"/>
              </a:rPr>
              <a:t> </a:t>
            </a:r>
            <a:r>
              <a:rPr sz="600" spc="-10" dirty="0">
                <a:latin typeface="Bauer Bodoni Std" panose="02070603080706020303" pitchFamily="18" charset="77"/>
                <a:cs typeface="Georgia"/>
                <a:hlinkClick r:id="rId62"/>
              </a:rPr>
              <a:t>www.martinhe.co.uk</a:t>
            </a:r>
            <a:endParaRPr sz="600" dirty="0">
              <a:latin typeface="Bauer Bodoni Std" panose="02070603080706020303" pitchFamily="18" charset="77"/>
              <a:cs typeface="Georgia"/>
            </a:endParaRPr>
          </a:p>
        </p:txBody>
      </p:sp>
      <p:sp>
        <p:nvSpPr>
          <p:cNvPr id="193" name="object 5">
            <a:extLst>
              <a:ext uri="{FF2B5EF4-FFF2-40B4-BE49-F238E27FC236}">
                <a16:creationId xmlns:a16="http://schemas.microsoft.com/office/drawing/2014/main" id="{BEAADFC4-C8AA-47B2-B249-B888DE92B0BE}"/>
              </a:ext>
            </a:extLst>
          </p:cNvPr>
          <p:cNvSpPr txBox="1"/>
          <p:nvPr/>
        </p:nvSpPr>
        <p:spPr>
          <a:xfrm>
            <a:off x="267607" y="120278"/>
            <a:ext cx="99059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000" b="1" dirty="0">
                <a:latin typeface="Bauer Bodoni Std" panose="02070603080706020303" pitchFamily="18" charset="77"/>
                <a:cs typeface="Georgia"/>
              </a:rPr>
              <a:t>Thema I Coda</a:t>
            </a:r>
            <a:endParaRPr sz="1000" b="1" dirty="0">
              <a:latin typeface="Bauer Bodoni Std" panose="02070603080706020303" pitchFamily="18" charset="77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325</Words>
  <Application>Microsoft Macintosh PowerPoint</Application>
  <PresentationFormat>Custom</PresentationFormat>
  <Paragraphs>106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Bauer Bodoni Std</vt:lpstr>
      <vt:lpstr>Bauer Bodoni Std Black</vt:lpstr>
      <vt:lpstr>Bauer Bodoni Std Bold Cond</vt:lpstr>
      <vt:lpstr>Calibri</vt:lpstr>
      <vt:lpstr>Georgia</vt:lpstr>
      <vt:lpstr>Times New Roman</vt:lpstr>
      <vt:lpstr>Office Theme</vt:lpstr>
      <vt:lpstr>Thema di Beppe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UG-He, Martin</cp:lastModifiedBy>
  <cp:revision>38</cp:revision>
  <dcterms:created xsi:type="dcterms:W3CDTF">2026-06-01T11:04:24Z</dcterms:created>
  <dcterms:modified xsi:type="dcterms:W3CDTF">2026-06-01T11:29:39Z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</Properties>
</file>